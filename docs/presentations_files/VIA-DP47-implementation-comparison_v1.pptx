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56d4ab7932443f" /><Relationship Type="http://schemas.openxmlformats.org/officeDocument/2006/relationships/extended-properties" Target="/docProps/app.xml" Id="R4d4c11b3755c4e3f" /><Relationship Type="http://schemas.openxmlformats.org/officeDocument/2006/relationships/officeDocument" Target="/ppt/presentation.xml" Id="Ra4254eec8093454b"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a53f04a1b5864079"/>
  </p:sldMasterIdLst>
  <p:notesMasterIdLst>
    <p:notesMasterId r:id="R96c8fa26ea9d4ab8"/>
  </p:notesMasterIdLst>
  <p:sldIdLst>
    <p:sldId id="256" r:id="Rca4e755476104a10"/>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33989006d24046" /><Relationship Type="http://schemas.openxmlformats.org/officeDocument/2006/relationships/slideMaster" Target="/ppt/slideMasters/slideMaster1.xml" Id="Ra53f04a1b5864079" /><Relationship Type="http://schemas.openxmlformats.org/officeDocument/2006/relationships/notesMaster" Target="/ppt/notesMasters/notesMaster1.xml" Id="R96c8fa26ea9d4ab8" /><Relationship Type="http://schemas.openxmlformats.org/officeDocument/2006/relationships/presProps" Target="/ppt/presProps.xml" Id="R439cfe986a504bd0" /><Relationship Type="http://schemas.openxmlformats.org/officeDocument/2006/relationships/tableStyles" Target="/ppt/tableStyles.xml" Id="R0596fb8788194683" /><Relationship Type="http://schemas.openxmlformats.org/officeDocument/2006/relationships/slide" Target="/ppt/slides/slide1.xml" Id="Rca4e755476104a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6aed51fb5d49a0"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d9fdd00b184c7b" /><Relationship Type="http://schemas.openxmlformats.org/officeDocument/2006/relationships/notesMaster" Target="/ppt/notesMasters/notesMaster1.xml" Id="R01eeaed89e094c7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DP-47의 기존 MAIN과 상세도는 보존하고 별도로 만든 구현 구조 비교 페이지다. A는 raw evidence에서 target과 binding을 직접 생산하는 async workflow다. B는 producer가 게시한 candidate revision을 필수 입력으로 결합하는 orchestrated dataflow와 Fork–Join/feedback이다. R/M은 같은 adapter를 호출하는 표기이며 원본이나 모델을 역할별로 복제하지 않는다. 모든 queue는 local bounded RAM FIFO이고 모듈은 같은 process의 async task라는 구현 가정이다. B의 결합 준비 조건은 호환 snapshot, 필요한 생산 경로의 응답 또는 deadline, 남은 예산이다. 충분한 의미인지는 Resolver가 판단한다. 양안의 게시 API는 BeginRevision과 같은 RevisionGate에서 현재성을 확인한다. 최종 채택은 Request Controller가 수행한다. 작업 queue 포화, 사용권과 원본 수명은 상세 문서 계약을 따른다. 이 페이지는 구현 결과나 측정상 우위를 보고하지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docs/architecture/12-decisions/decision-packages/04-47-screen-voice-grounding.md §8.5; dp47-structure-references.md §2.3; dp47-design-review.md §9.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Reference 연결은 VIA 설계 추론이다. QuickSet https://aclanthology.org/P97-1036.pdf ; Gemini Live https://github.com/google-gemini/live-api-web-console ; Microsoft OmniParser https://github.com/microsoft/OmniParser ; Channels https://learn.microsoft.com/en-us/dotnet/core/extensions/channels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f353f538674f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d6c6af5f534c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4b98c32ee546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8cc19d82e146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6034548c7b40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369108baf44d42" /></Relationships>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A97BD75-9578-46DF-ACDC-5737C9C230A1}"/>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FF65F29B-577B-425D-A15F-DFD98B51F2F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1AB8F225-9579-4E2C-8DA3-90BCC2E068EA}"/>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7F8DE2F-D8C9-4F9E-89F2-C05BF40EE7A7}"/>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303E7044-3279-4A7C-BFBD-BFA94CB79746}"/>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6BE73FB5-3F82-46DB-BA5B-A65F44D6392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D712129-691F-4F0D-95D1-65AE1D742F50}"/>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7D0B5A30-A24A-46F0-BAFB-E69FD00A32BB}"/>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BFD9E9E-D39F-4E5E-9C44-83BE7FF50F3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CC360F6-6E5C-4332-B497-61FFFB22ABD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3f91ee911748ec" /><Relationship Type="http://schemas.openxmlformats.org/officeDocument/2006/relationships/slideLayout" Target="/ppt/slideLayouts/slideLayout1.xml" Id="R5a08a8b140ee4fcc" /><Relationship Type="http://schemas.openxmlformats.org/officeDocument/2006/relationships/slideLayout" Target="/ppt/slideLayouts/slideLayout2.xml" Id="Red56699a939a4338" /><Relationship Type="http://schemas.openxmlformats.org/officeDocument/2006/relationships/slideLayout" Target="/ppt/slideLayouts/slideLayout3.xml" Id="R2d4ca56d98624a23" /><Relationship Type="http://schemas.openxmlformats.org/officeDocument/2006/relationships/slideLayout" Target="/ppt/slideLayouts/slideLayout4.xml" Id="R17909f948bda47b7" /><Relationship Type="http://schemas.openxmlformats.org/officeDocument/2006/relationships/slideLayout" Target="/ppt/slideLayouts/slideLayout5.xml" Id="Rb632b4d6faa94afc" /><Relationship Type="http://schemas.openxmlformats.org/officeDocument/2006/relationships/slideLayout" Target="/ppt/slideLayouts/slideLayout6.xml" Id="R17bb8eb09a204d7e"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5a08a8b140ee4fcc"/>
    <p:sldLayoutId id="2147483650" r:id="Red56699a939a4338"/>
    <p:sldLayoutId id="2147483651" r:id="R2d4ca56d98624a23"/>
    <p:sldLayoutId id="2147483652" r:id="R17909f948bda47b7"/>
    <p:sldLayoutId id="2147483653" r:id="Rb632b4d6faa94afc"/>
    <p:sldLayoutId id="2147483654" r:id="R17bb8eb09a204d7e"/>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64796dc019404d" /><Relationship Type="http://schemas.openxmlformats.org/officeDocument/2006/relationships/notesSlide" Target="/ppt/notesSlides/notesSlide1.xml" Id="R091c2477a19e4cc7"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3" name="inputs">
            <a:extLst>
              <a:ext uri="{FF2B5EF4-FFF2-40B4-BE49-F238E27FC236}">
                <ns2:creationId id="{54936572-1827-4DE0-898A-E33E811647CB}"/>
              </a:ext>
            </a:extLst>
          </p:cNvPr>
          <p:cNvSpPr>
            <a:spLocks noGrp="1"/>
          </p:cNvSpPr>
          <p:nvPr/>
        </p:nvSpPr>
        <p:spPr>
          <a:xfrm>
            <a:off x="285750" y="904875"/>
            <a:ext cx="5905500" cy="1190625"/>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2" name="raw">
            <a:extLst>
              <a:ext uri="{FF2B5EF4-FFF2-40B4-BE49-F238E27FC236}">
                <ns2:creationId id="{46FA6AA2-0B9C-45BE-B3A2-906B3B03B2EF}"/>
              </a:ext>
            </a:extLst>
          </p:cNvPr>
          <p:cNvSpPr>
            <a:spLocks noGrp="1"/>
          </p:cNvSpPr>
          <p:nvPr/>
        </p:nvSpPr>
        <p:spPr>
          <a:xfrm>
            <a:off x="404813" y="1238250"/>
            <a:ext cx="5667375" cy="738188"/>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Timeline &amp; Buffer / Raw Evidence Window</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ring + 시간 index: 원음, 전사, frame, path, 선택</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과거 화면 유지 / bounded read / 누락과 시간 오차 보존</a:t>
            </a:r>
            <a:endParaRPr lang="ko-KR">
              <a:latin typeface="Calibri"/>
              <a:ea typeface="Calibri"/>
              <a:cs typeface="Calibri"/>
            </a:endParaRPr>
          </a:p>
        </p:txBody>
      </p:sp>
      <p:sp>
        <p:nvSpPr>
          <p:cNvPr id="3" name="raw-stack">
            <a:extLst>
              <a:ext uri="{FF2B5EF4-FFF2-40B4-BE49-F238E27FC236}">
                <ns2:creationId id="{C7F15FD6-AC2C-43BD-AA45-3A975D56E827}"/>
              </a:ext>
            </a:extLst>
          </p:cNvPr>
          <p:cNvSpPr>
            <a:spLocks noGrp="1"/>
          </p:cNvSpPr>
          <p:nvPr/>
        </p:nvSpPr>
        <p:spPr>
          <a:xfrm>
            <a:off x="442913" y="1276350"/>
            <a:ext cx="5657850" cy="728663"/>
          </a:xfrm>
          <a:custGeom>
            <a:pathLst>
              <a:path w="5657850" h="728663">
                <a:moveTo>
                  <a:pt x="0" y="728663"/>
                </a:moveTo>
                <a:lnTo>
                  <a:pt x="5657850" y="728663"/>
                </a:lnTo>
                <a:lnTo>
                  <a:pt x="5657850" y="0"/>
                </a:lnTo>
              </a:path>
            </a:pathLst>
          </a:custGeom>
          <a:noFill/>
          <a:ln w="9525">
            <a:solidFill>
              <a:srgbClr val="777777"/>
            </a:solidFill>
            <a:prstDash val="solid"/>
          </a:ln>
        </p:spPr>
      </p:sp>
      <p:sp>
        <p:nvSpPr>
          <p:cNvPr id="4" name="request">
            <a:extLst>
              <a:ext uri="{FF2B5EF4-FFF2-40B4-BE49-F238E27FC236}">
                <ns2:creationId id="{402E3767-5FDF-421D-8012-33977AA7AC58}"/>
              </a:ext>
            </a:extLst>
          </p:cNvPr>
          <p:cNvSpPr>
            <a:spLocks noGrp="1"/>
          </p:cNvSpPr>
          <p:nvPr/>
        </p:nvSpPr>
        <p:spPr>
          <a:xfrm>
            <a:off x="6524625" y="904875"/>
            <a:ext cx="5095875" cy="1190625"/>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5" name="input">
            <a:extLst>
              <a:ext uri="{FF2B5EF4-FFF2-40B4-BE49-F238E27FC236}">
                <ns2:creationId id="{FECDD58E-6B5F-4A65-A743-85C7077C99B7}"/>
              </a:ext>
            </a:extLst>
          </p:cNvPr>
          <p:cNvSpPr>
            <a:spLocks noGrp="1"/>
          </p:cNvSpPr>
          <p:nvPr/>
        </p:nvSpPr>
        <p:spPr>
          <a:xfrm>
            <a:off x="6643688" y="1238250"/>
            <a:ext cx="4857750" cy="738188"/>
          </a:xfrm>
          <a:prstGeom prst="foldedCorner">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1  GroundingInput / immutable DTO</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requestId + inputRev + raw refs + prior + budget</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BeginRevision: 먼저 fence 갱신, 이어서 입력 전달</a:t>
            </a:r>
            <a:endParaRPr lang="ko-KR">
              <a:latin typeface="Calibri"/>
              <a:ea typeface="Calibri"/>
              <a:cs typeface="Calibri"/>
            </a:endParaRPr>
          </a:p>
        </p:txBody>
      </p:sp>
      <p:sp>
        <p:nvSpPr>
          <p:cNvPr id="6" name="adapters">
            <a:extLst>
              <a:ext uri="{FF2B5EF4-FFF2-40B4-BE49-F238E27FC236}">
                <ns2:creationId id="{4D8ED309-073A-4898-9866-3E43394C9ECF}"/>
              </a:ext>
            </a:extLst>
          </p:cNvPr>
          <p:cNvSpPr>
            <a:spLocks noGrp="1"/>
          </p:cNvSpPr>
          <p:nvPr/>
        </p:nvSpPr>
        <p:spPr>
          <a:xfrm>
            <a:off x="11953875" y="904875"/>
            <a:ext cx="6048375" cy="1190625"/>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Request Interpreter / 공통 read 및 model adapter</a:t>
            </a:r>
            <a:endParaRPr lang="ko-KR">
              <a:latin typeface="Calibri"/>
              <a:ea typeface="Calibri"/>
              <a:cs typeface="Calibri"/>
            </a:endParaRPr>
          </a:p>
        </p:txBody>
      </p:sp>
      <p:sp>
        <p:nvSpPr>
          <p:cNvPr id="7" name="ports">
            <a:extLst>
              <a:ext uri="{FF2B5EF4-FFF2-40B4-BE49-F238E27FC236}">
                <ns2:creationId id="{C0B21C24-8184-4D15-9C8C-026E1E76EBA9}"/>
              </a:ext>
            </a:extLst>
          </p:cNvPr>
          <p:cNvSpPr>
            <a:spLocks noGrp="1"/>
          </p:cNvSpPr>
          <p:nvPr/>
        </p:nvSpPr>
        <p:spPr>
          <a:xfrm>
            <a:off x="12072938" y="1238250"/>
            <a:ext cx="5810250" cy="738188"/>
          </a:xfrm>
          <a:prstGeom prst="roundRect">
            <a:avLst>
              <a:gd name="adj" fmla="val 5161"/>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R: Grounding Evidence Reader / M: Grounding Model Port</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R은 원본과 허용 Context 조회 / M은 Model Access 호출</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아래 R/M 표기는 같은 adapter 사용 / 호출한 worker로 반환</a:t>
            </a:r>
            <a:endParaRPr lang="ko-KR">
              <a:latin typeface="Calibri"/>
              <a:ea typeface="Calibri"/>
              <a:cs typeface="Calibri"/>
            </a:endParaRPr>
          </a:p>
        </p:txBody>
      </p:sp>
      <p:sp>
        <p:nvSpPr>
          <p:cNvPr id="8" name="a">
            <a:extLst>
              <a:ext uri="{FF2B5EF4-FFF2-40B4-BE49-F238E27FC236}">
                <ns2:creationId id="{FA95EF46-B48E-4C5E-90E2-E72270D16C36}"/>
              </a:ext>
            </a:extLst>
          </p:cNvPr>
          <p:cNvSpPr>
            <a:spLocks noGrp="1"/>
          </p:cNvSpPr>
          <p:nvPr/>
        </p:nvSpPr>
        <p:spPr>
          <a:xfrm>
            <a:off x="285750" y="2667000"/>
            <a:ext cx="8620125" cy="5762625"/>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Request Interpreter / local async tasks</a:t>
            </a:r>
            <a:endParaRPr lang="ko-KR">
              <a:latin typeface="Calibri"/>
              <a:ea typeface="Calibri"/>
              <a:cs typeface="Calibri"/>
            </a:endParaRPr>
          </a:p>
        </p:txBody>
      </p:sp>
      <p:sp>
        <p:nvSpPr>
          <p:cNvPr id="9" name="a_inbox">
            <a:extLst>
              <a:ext uri="{FF2B5EF4-FFF2-40B4-BE49-F238E27FC236}">
                <ns2:creationId id="{9EADE1CC-FF45-4E46-B05B-127F9BF20CD2}"/>
              </a:ext>
            </a:extLst>
          </p:cNvPr>
          <p:cNvSpPr>
            <a:spLocks noGrp="1"/>
          </p:cNvSpPr>
          <p:nvPr/>
        </p:nvSpPr>
        <p:spPr>
          <a:xfrm>
            <a:off x="428625" y="3071813"/>
            <a:ext cx="1428750" cy="881063"/>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Control</a:t>
            </a:r>
            <a:endParaRPr lang="ko-KR">
              <a:latin typeface="Calibri"/>
              <a:ea typeface="Calibri"/>
              <a:cs typeface="Calibri"/>
            </a:endParaRPr>
          </a:p>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Inbox</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bounded FIFO</a:t>
            </a:r>
            <a:endParaRPr lang="ko-KR">
              <a:latin typeface="Calibri"/>
              <a:ea typeface="Calibri"/>
              <a:cs typeface="Calibri"/>
            </a:endParaRPr>
          </a:p>
        </p:txBody>
      </p:sp>
      <p:sp>
        <p:nvSpPr>
          <p:cNvPr id="10" name="a_inbox-slot-0">
            <a:extLst>
              <a:ext uri="{FF2B5EF4-FFF2-40B4-BE49-F238E27FC236}">
                <ns2:creationId id="{1DFE8DFD-DA0C-4F45-8822-6C66BEA91079}"/>
              </a:ext>
            </a:extLst>
          </p:cNvPr>
          <p:cNvSpPr>
            <a:spLocks noGrp="1"/>
          </p:cNvSpPr>
          <p:nvPr/>
        </p:nvSpPr>
        <p:spPr>
          <a:xfrm>
            <a:off x="952500" y="3771900"/>
            <a:ext cx="142875" cy="142875"/>
          </a:xfrm>
          <a:prstGeom prst="rect">
            <a:avLst/>
          </a:prstGeom>
          <a:solidFill>
            <a:srgbClr val="FFFFFF"/>
          </a:solidFill>
          <a:ln w="4763">
            <a:solidFill>
              <a:srgbClr val="777777"/>
            </a:solidFill>
          </a:ln>
        </p:spPr>
      </p:sp>
      <p:sp>
        <p:nvSpPr>
          <p:cNvPr id="11" name="a_inbox-slot-1">
            <a:extLst>
              <a:ext uri="{FF2B5EF4-FFF2-40B4-BE49-F238E27FC236}">
                <ns2:creationId id="{772071BE-32F2-44A9-B34E-D76DC382BD21}"/>
              </a:ext>
            </a:extLst>
          </p:cNvPr>
          <p:cNvSpPr>
            <a:spLocks noGrp="1"/>
          </p:cNvSpPr>
          <p:nvPr/>
        </p:nvSpPr>
        <p:spPr>
          <a:xfrm>
            <a:off x="1133475" y="3771900"/>
            <a:ext cx="142875" cy="142875"/>
          </a:xfrm>
          <a:prstGeom prst="rect">
            <a:avLst/>
          </a:prstGeom>
          <a:solidFill>
            <a:srgbClr val="FFFFFF"/>
          </a:solidFill>
          <a:ln w="4763">
            <a:solidFill>
              <a:srgbClr val="777777"/>
            </a:solidFill>
          </a:ln>
        </p:spPr>
      </p:sp>
      <p:sp>
        <p:nvSpPr>
          <p:cNvPr id="12" name="a_inbox-slot-2">
            <a:extLst>
              <a:ext uri="{FF2B5EF4-FFF2-40B4-BE49-F238E27FC236}">
                <ns2:creationId id="{E856F1E5-E31D-43F0-B492-0DE25295D7C1}"/>
              </a:ext>
            </a:extLst>
          </p:cNvPr>
          <p:cNvSpPr>
            <a:spLocks noGrp="1"/>
          </p:cNvSpPr>
          <p:nvPr/>
        </p:nvSpPr>
        <p:spPr>
          <a:xfrm>
            <a:off x="1314450" y="3771900"/>
            <a:ext cx="142875" cy="142875"/>
          </a:xfrm>
          <a:prstGeom prst="rect">
            <a:avLst/>
          </a:prstGeom>
          <a:solidFill>
            <a:srgbClr val="FFFFFF"/>
          </a:solidFill>
          <a:ln w="4763">
            <a:solidFill>
              <a:srgbClr val="777777"/>
            </a:solidFill>
          </a:ln>
        </p:spPr>
      </p:sp>
      <p:sp>
        <p:nvSpPr>
          <p:cNvPr id="13" name="a_inbox-slot-3">
            <a:extLst>
              <a:ext uri="{FF2B5EF4-FFF2-40B4-BE49-F238E27FC236}">
                <ns2:creationId id="{B8DF801C-F186-43F2-8583-2C3AAD37364C}"/>
              </a:ext>
            </a:extLst>
          </p:cNvPr>
          <p:cNvSpPr>
            <a:spLocks noGrp="1"/>
          </p:cNvSpPr>
          <p:nvPr/>
        </p:nvSpPr>
        <p:spPr>
          <a:xfrm>
            <a:off x="1495425" y="3771900"/>
            <a:ext cx="142875" cy="142875"/>
          </a:xfrm>
          <a:prstGeom prst="rect">
            <a:avLst/>
          </a:prstGeom>
          <a:solidFill>
            <a:srgbClr val="FFFFFF"/>
          </a:solidFill>
          <a:ln w="4763">
            <a:solidFill>
              <a:srgbClr val="777777"/>
            </a:solidFill>
          </a:ln>
        </p:spPr>
      </p:sp>
      <p:sp>
        <p:nvSpPr>
          <p:cNvPr id="14" name="a_ctl">
            <a:extLst>
              <a:ext uri="{FF2B5EF4-FFF2-40B4-BE49-F238E27FC236}">
                <ns2:creationId id="{832679BC-7DD1-4FD4-8329-CE81D9023B22}"/>
              </a:ext>
            </a:extLst>
          </p:cNvPr>
          <p:cNvSpPr>
            <a:spLocks noGrp="1"/>
          </p:cNvSpPr>
          <p:nvPr/>
        </p:nvSpPr>
        <p:spPr>
          <a:xfrm>
            <a:off x="2190750" y="3071813"/>
            <a:ext cx="3095625" cy="690563"/>
          </a:xfrm>
          <a:prstGeom prst="roundRect">
            <a:avLst>
              <a:gd name="adj" fmla="val 5517"/>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Grounding Attempt Control</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CODE / job 제어와 완료 회수</a:t>
            </a:r>
            <a:endParaRPr lang="ko-KR">
              <a:latin typeface="Calibri"/>
              <a:ea typeface="Calibri"/>
              <a:cs typeface="Calibri"/>
            </a:endParaRPr>
          </a:p>
        </p:txBody>
      </p:sp>
      <p:sp>
        <p:nvSpPr>
          <p:cNvPr id="15" name="a_registry">
            <a:extLst>
              <a:ext uri="{FF2B5EF4-FFF2-40B4-BE49-F238E27FC236}">
                <ns2:creationId id="{56124CCC-099E-47C5-9396-B88DA2D562F9}"/>
              </a:ext>
            </a:extLst>
          </p:cNvPr>
          <p:cNvSpPr>
            <a:spLocks noGrp="1"/>
          </p:cNvSpPr>
          <p:nvPr/>
        </p:nvSpPr>
        <p:spPr>
          <a:xfrm>
            <a:off x="5667375" y="3071813"/>
            <a:ext cx="3095625" cy="690563"/>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Grounding Attempt Registry</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Map / inputRev, job, 예산</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RevisionGate / 요청별 짧은 lock</a:t>
            </a:r>
            <a:endParaRPr lang="ko-KR">
              <a:latin typeface="Calibri"/>
              <a:ea typeface="Calibri"/>
              <a:cs typeface="Calibri"/>
            </a:endParaRPr>
          </a:p>
        </p:txBody>
      </p:sp>
      <p:sp>
        <p:nvSpPr>
          <p:cNvPr id="16" name="a_registry-stack">
            <a:extLst>
              <a:ext uri="{FF2B5EF4-FFF2-40B4-BE49-F238E27FC236}">
                <ns2:creationId id="{6F668342-E6CE-4998-B10C-F4EBB694C70F}"/>
              </a:ext>
            </a:extLst>
          </p:cNvPr>
          <p:cNvSpPr>
            <a:spLocks noGrp="1"/>
          </p:cNvSpPr>
          <p:nvPr/>
        </p:nvSpPr>
        <p:spPr>
          <a:xfrm>
            <a:off x="5705475" y="3109913"/>
            <a:ext cx="3086100" cy="681038"/>
          </a:xfrm>
          <a:custGeom>
            <a:pathLst>
              <a:path w="3086100" h="681038">
                <a:moveTo>
                  <a:pt x="0" y="681038"/>
                </a:moveTo>
                <a:lnTo>
                  <a:pt x="3086100" y="681038"/>
                </a:lnTo>
                <a:lnTo>
                  <a:pt x="3086100" y="0"/>
                </a:lnTo>
              </a:path>
            </a:pathLst>
          </a:custGeom>
          <a:noFill/>
          <a:ln w="9525">
            <a:solidFill>
              <a:srgbClr val="777777"/>
            </a:solidFill>
            <a:prstDash val="solid"/>
          </a:ln>
        </p:spPr>
      </p:sp>
      <p:sp>
        <p:nvSpPr>
          <p:cNvPr id="17" name="a_done">
            <a:extLst>
              <a:ext uri="{FF2B5EF4-FFF2-40B4-BE49-F238E27FC236}">
                <ns2:creationId id="{3A395ED2-9CAD-4332-846D-2DABF83658F1}"/>
              </a:ext>
            </a:extLst>
          </p:cNvPr>
          <p:cNvSpPr>
            <a:spLocks noGrp="1"/>
          </p:cNvSpPr>
          <p:nvPr/>
        </p:nvSpPr>
        <p:spPr>
          <a:xfrm>
            <a:off x="428625" y="5238750"/>
            <a:ext cx="1428750" cy="1119188"/>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Completion</a:t>
            </a:r>
            <a:endParaRPr lang="ko-KR">
              <a:latin typeface="Calibri"/>
              <a:ea typeface="Calibri"/>
              <a:cs typeface="Calibri"/>
            </a:endParaRPr>
          </a:p>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Inbox</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bounded FIFO</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job outcome</a:t>
            </a:r>
            <a:endParaRPr lang="ko-KR">
              <a:latin typeface="Calibri"/>
              <a:ea typeface="Calibri"/>
              <a:cs typeface="Calibri"/>
            </a:endParaRPr>
          </a:p>
        </p:txBody>
      </p:sp>
      <p:sp>
        <p:nvSpPr>
          <p:cNvPr id="18" name="a_done-slot-0">
            <a:extLst>
              <a:ext uri="{FF2B5EF4-FFF2-40B4-BE49-F238E27FC236}">
                <ns2:creationId id="{108FB4E5-F354-4805-B63B-216F3A5FE96C}"/>
              </a:ext>
            </a:extLst>
          </p:cNvPr>
          <p:cNvSpPr>
            <a:spLocks noGrp="1"/>
          </p:cNvSpPr>
          <p:nvPr/>
        </p:nvSpPr>
        <p:spPr>
          <a:xfrm>
            <a:off x="952500" y="6176963"/>
            <a:ext cx="142875" cy="142875"/>
          </a:xfrm>
          <a:prstGeom prst="rect">
            <a:avLst/>
          </a:prstGeom>
          <a:solidFill>
            <a:srgbClr val="FFFFFF"/>
          </a:solidFill>
          <a:ln w="4763">
            <a:solidFill>
              <a:srgbClr val="777777"/>
            </a:solidFill>
          </a:ln>
        </p:spPr>
      </p:sp>
      <p:sp>
        <p:nvSpPr>
          <p:cNvPr id="19" name="a_done-slot-1">
            <a:extLst>
              <a:ext uri="{FF2B5EF4-FFF2-40B4-BE49-F238E27FC236}">
                <ns2:creationId id="{D56B48B7-2035-4E76-BF9D-EA69F98522C5}"/>
              </a:ext>
            </a:extLst>
          </p:cNvPr>
          <p:cNvSpPr>
            <a:spLocks noGrp="1"/>
          </p:cNvSpPr>
          <p:nvPr/>
        </p:nvSpPr>
        <p:spPr>
          <a:xfrm>
            <a:off x="1133475" y="6176963"/>
            <a:ext cx="142875" cy="142875"/>
          </a:xfrm>
          <a:prstGeom prst="rect">
            <a:avLst/>
          </a:prstGeom>
          <a:solidFill>
            <a:srgbClr val="FFFFFF"/>
          </a:solidFill>
          <a:ln w="4763">
            <a:solidFill>
              <a:srgbClr val="777777"/>
            </a:solidFill>
          </a:ln>
        </p:spPr>
      </p:sp>
      <p:sp>
        <p:nvSpPr>
          <p:cNvPr id="20" name="a_done-slot-2">
            <a:extLst>
              <a:ext uri="{FF2B5EF4-FFF2-40B4-BE49-F238E27FC236}">
                <ns2:creationId id="{6136C749-67FA-4111-9F2F-FBDEF2A9D3B3}"/>
              </a:ext>
            </a:extLst>
          </p:cNvPr>
          <p:cNvSpPr>
            <a:spLocks noGrp="1"/>
          </p:cNvSpPr>
          <p:nvPr/>
        </p:nvSpPr>
        <p:spPr>
          <a:xfrm>
            <a:off x="1314450" y="6176963"/>
            <a:ext cx="142875" cy="142875"/>
          </a:xfrm>
          <a:prstGeom prst="rect">
            <a:avLst/>
          </a:prstGeom>
          <a:solidFill>
            <a:srgbClr val="FFFFFF"/>
          </a:solidFill>
          <a:ln w="4763">
            <a:solidFill>
              <a:srgbClr val="777777"/>
            </a:solidFill>
          </a:ln>
        </p:spPr>
      </p:sp>
      <p:sp>
        <p:nvSpPr>
          <p:cNvPr id="21" name="a_done-slot-3">
            <a:extLst>
              <a:ext uri="{FF2B5EF4-FFF2-40B4-BE49-F238E27FC236}">
                <ns2:creationId id="{019B1255-54B3-4B87-97F9-27B5E8E4C807}"/>
              </a:ext>
            </a:extLst>
          </p:cNvPr>
          <p:cNvSpPr>
            <a:spLocks noGrp="1"/>
          </p:cNvSpPr>
          <p:nvPr/>
        </p:nvSpPr>
        <p:spPr>
          <a:xfrm>
            <a:off x="1495425" y="6176963"/>
            <a:ext cx="142875" cy="142875"/>
          </a:xfrm>
          <a:prstGeom prst="rect">
            <a:avLst/>
          </a:prstGeom>
          <a:solidFill>
            <a:srgbClr val="FFFFFF"/>
          </a:solidFill>
          <a:ln w="4763">
            <a:solidFill>
              <a:srgbClr val="777777"/>
            </a:solidFill>
          </a:ln>
        </p:spPr>
      </p:sp>
      <p:sp>
        <p:nvSpPr>
          <p:cNvPr id="22" name="b">
            <a:extLst>
              <a:ext uri="{FF2B5EF4-FFF2-40B4-BE49-F238E27FC236}">
                <ns2:creationId id="{3547BA16-1904-4467-A9BA-C24524A8F456}"/>
              </a:ext>
            </a:extLst>
          </p:cNvPr>
          <p:cNvSpPr>
            <a:spLocks noGrp="1"/>
          </p:cNvSpPr>
          <p:nvPr/>
        </p:nvSpPr>
        <p:spPr>
          <a:xfrm>
            <a:off x="9382125" y="2667000"/>
            <a:ext cx="8620125" cy="5762625"/>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Request Interpreter / local async tasks</a:t>
            </a:r>
            <a:endParaRPr lang="ko-KR">
              <a:latin typeface="Calibri"/>
              <a:ea typeface="Calibri"/>
              <a:cs typeface="Calibri"/>
            </a:endParaRPr>
          </a:p>
        </p:txBody>
      </p:sp>
      <p:sp>
        <p:nvSpPr>
          <p:cNvPr id="23" name="b_inbox">
            <a:extLst>
              <a:ext uri="{FF2B5EF4-FFF2-40B4-BE49-F238E27FC236}">
                <ns2:creationId id="{0BAA5F4D-4027-417A-A11B-BA2A408DFA71}"/>
              </a:ext>
            </a:extLst>
          </p:cNvPr>
          <p:cNvSpPr>
            <a:spLocks noGrp="1"/>
          </p:cNvSpPr>
          <p:nvPr/>
        </p:nvSpPr>
        <p:spPr>
          <a:xfrm>
            <a:off x="9525000" y="3071813"/>
            <a:ext cx="1428750" cy="881063"/>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Control</a:t>
            </a:r>
            <a:endParaRPr lang="ko-KR">
              <a:latin typeface="Calibri"/>
              <a:ea typeface="Calibri"/>
              <a:cs typeface="Calibri"/>
            </a:endParaRPr>
          </a:p>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Inbox</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bounded FIFO</a:t>
            </a:r>
            <a:endParaRPr lang="ko-KR">
              <a:latin typeface="Calibri"/>
              <a:ea typeface="Calibri"/>
              <a:cs typeface="Calibri"/>
            </a:endParaRPr>
          </a:p>
        </p:txBody>
      </p:sp>
      <p:sp>
        <p:nvSpPr>
          <p:cNvPr id="24" name="b_inbox-slot-0">
            <a:extLst>
              <a:ext uri="{FF2B5EF4-FFF2-40B4-BE49-F238E27FC236}">
                <ns2:creationId id="{F2CA3B78-02B5-49B0-9F0F-0DAC12430CA6}"/>
              </a:ext>
            </a:extLst>
          </p:cNvPr>
          <p:cNvSpPr>
            <a:spLocks noGrp="1"/>
          </p:cNvSpPr>
          <p:nvPr/>
        </p:nvSpPr>
        <p:spPr>
          <a:xfrm>
            <a:off x="10048875" y="3771900"/>
            <a:ext cx="142875" cy="142875"/>
          </a:xfrm>
          <a:prstGeom prst="rect">
            <a:avLst/>
          </a:prstGeom>
          <a:solidFill>
            <a:srgbClr val="FFFFFF"/>
          </a:solidFill>
          <a:ln w="4763">
            <a:solidFill>
              <a:srgbClr val="777777"/>
            </a:solidFill>
          </a:ln>
        </p:spPr>
      </p:sp>
      <p:sp>
        <p:nvSpPr>
          <p:cNvPr id="25" name="b_inbox-slot-1">
            <a:extLst>
              <a:ext uri="{FF2B5EF4-FFF2-40B4-BE49-F238E27FC236}">
                <ns2:creationId id="{58B706F8-EB2F-49E1-9039-E4DB36A5AA6C}"/>
              </a:ext>
            </a:extLst>
          </p:cNvPr>
          <p:cNvSpPr>
            <a:spLocks noGrp="1"/>
          </p:cNvSpPr>
          <p:nvPr/>
        </p:nvSpPr>
        <p:spPr>
          <a:xfrm>
            <a:off x="10229850" y="3771900"/>
            <a:ext cx="142875" cy="142875"/>
          </a:xfrm>
          <a:prstGeom prst="rect">
            <a:avLst/>
          </a:prstGeom>
          <a:solidFill>
            <a:srgbClr val="FFFFFF"/>
          </a:solidFill>
          <a:ln w="4763">
            <a:solidFill>
              <a:srgbClr val="777777"/>
            </a:solidFill>
          </a:ln>
        </p:spPr>
      </p:sp>
      <p:sp>
        <p:nvSpPr>
          <p:cNvPr id="26" name="b_inbox-slot-2">
            <a:extLst>
              <a:ext uri="{FF2B5EF4-FFF2-40B4-BE49-F238E27FC236}">
                <ns2:creationId id="{95F18C56-03E5-4EB3-8F9D-09F49A0CEC61}"/>
              </a:ext>
            </a:extLst>
          </p:cNvPr>
          <p:cNvSpPr>
            <a:spLocks noGrp="1"/>
          </p:cNvSpPr>
          <p:nvPr/>
        </p:nvSpPr>
        <p:spPr>
          <a:xfrm>
            <a:off x="10410825" y="3771900"/>
            <a:ext cx="142875" cy="142875"/>
          </a:xfrm>
          <a:prstGeom prst="rect">
            <a:avLst/>
          </a:prstGeom>
          <a:solidFill>
            <a:srgbClr val="FFFFFF"/>
          </a:solidFill>
          <a:ln w="4763">
            <a:solidFill>
              <a:srgbClr val="777777"/>
            </a:solidFill>
          </a:ln>
        </p:spPr>
      </p:sp>
      <p:sp>
        <p:nvSpPr>
          <p:cNvPr id="27" name="b_inbox-slot-3">
            <a:extLst>
              <a:ext uri="{FF2B5EF4-FFF2-40B4-BE49-F238E27FC236}">
                <ns2:creationId id="{343696B2-249A-4DBA-8636-984799A8A94A}"/>
              </a:ext>
            </a:extLst>
          </p:cNvPr>
          <p:cNvSpPr>
            <a:spLocks noGrp="1"/>
          </p:cNvSpPr>
          <p:nvPr/>
        </p:nvSpPr>
        <p:spPr>
          <a:xfrm>
            <a:off x="10591800" y="3771900"/>
            <a:ext cx="142875" cy="142875"/>
          </a:xfrm>
          <a:prstGeom prst="rect">
            <a:avLst/>
          </a:prstGeom>
          <a:solidFill>
            <a:srgbClr val="FFFFFF"/>
          </a:solidFill>
          <a:ln w="4763">
            <a:solidFill>
              <a:srgbClr val="777777"/>
            </a:solidFill>
          </a:ln>
        </p:spPr>
      </p:sp>
      <p:sp>
        <p:nvSpPr>
          <p:cNvPr id="28" name="b_ctl">
            <a:extLst>
              <a:ext uri="{FF2B5EF4-FFF2-40B4-BE49-F238E27FC236}">
                <ns2:creationId id="{4C2FC7FC-A7C6-4D35-BE47-2B4147E67671}"/>
              </a:ext>
            </a:extLst>
          </p:cNvPr>
          <p:cNvSpPr>
            <a:spLocks noGrp="1"/>
          </p:cNvSpPr>
          <p:nvPr/>
        </p:nvSpPr>
        <p:spPr>
          <a:xfrm>
            <a:off x="11287125" y="3071813"/>
            <a:ext cx="3095625" cy="690563"/>
          </a:xfrm>
          <a:prstGeom prst="roundRect">
            <a:avLst>
              <a:gd name="adj" fmla="val 5517"/>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Grounding Coordinator</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CODE / 생산 지시와 결합 실행 관리</a:t>
            </a:r>
            <a:endParaRPr lang="ko-KR">
              <a:latin typeface="Calibri"/>
              <a:ea typeface="Calibri"/>
              <a:cs typeface="Calibri"/>
            </a:endParaRPr>
          </a:p>
        </p:txBody>
      </p:sp>
      <p:sp>
        <p:nvSpPr>
          <p:cNvPr id="29" name="b_registry">
            <a:extLst>
              <a:ext uri="{FF2B5EF4-FFF2-40B4-BE49-F238E27FC236}">
                <ns2:creationId id="{CCAA2C27-964C-4DB7-9E6D-C478C1795637}"/>
              </a:ext>
            </a:extLst>
          </p:cNvPr>
          <p:cNvSpPr>
            <a:spLocks noGrp="1"/>
          </p:cNvSpPr>
          <p:nvPr/>
        </p:nvSpPr>
        <p:spPr>
          <a:xfrm>
            <a:off x="14763750" y="3071813"/>
            <a:ext cx="3095625" cy="690563"/>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Grounding Attempt Registry</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Map / inputRev, job, 예산</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RevisionGate / 요청별 짧은 lock</a:t>
            </a:r>
            <a:endParaRPr lang="ko-KR">
              <a:latin typeface="Calibri"/>
              <a:ea typeface="Calibri"/>
              <a:cs typeface="Calibri"/>
            </a:endParaRPr>
          </a:p>
        </p:txBody>
      </p:sp>
      <p:sp>
        <p:nvSpPr>
          <p:cNvPr id="30" name="b_registry-stack">
            <a:extLst>
              <a:ext uri="{FF2B5EF4-FFF2-40B4-BE49-F238E27FC236}">
                <ns2:creationId id="{07AA13D0-8CA2-45CA-AE9A-CAF169F7F9CE}"/>
              </a:ext>
            </a:extLst>
          </p:cNvPr>
          <p:cNvSpPr>
            <a:spLocks noGrp="1"/>
          </p:cNvSpPr>
          <p:nvPr/>
        </p:nvSpPr>
        <p:spPr>
          <a:xfrm>
            <a:off x="14801850" y="3109913"/>
            <a:ext cx="3086100" cy="681038"/>
          </a:xfrm>
          <a:custGeom>
            <a:pathLst>
              <a:path w="3086100" h="681038">
                <a:moveTo>
                  <a:pt x="0" y="681038"/>
                </a:moveTo>
                <a:lnTo>
                  <a:pt x="3086100" y="681038"/>
                </a:lnTo>
                <a:lnTo>
                  <a:pt x="3086100" y="0"/>
                </a:lnTo>
              </a:path>
            </a:pathLst>
          </a:custGeom>
          <a:noFill/>
          <a:ln w="9525">
            <a:solidFill>
              <a:srgbClr val="777777"/>
            </a:solidFill>
            <a:prstDash val="solid"/>
          </a:ln>
        </p:spPr>
      </p:sp>
      <p:sp>
        <p:nvSpPr>
          <p:cNvPr id="31" name="b_done">
            <a:extLst>
              <a:ext uri="{FF2B5EF4-FFF2-40B4-BE49-F238E27FC236}">
                <ns2:creationId id="{B0DA4AC2-6233-4A2C-84B1-BAA0F5E1C470}"/>
              </a:ext>
            </a:extLst>
          </p:cNvPr>
          <p:cNvSpPr>
            <a:spLocks noGrp="1"/>
          </p:cNvSpPr>
          <p:nvPr/>
        </p:nvSpPr>
        <p:spPr>
          <a:xfrm>
            <a:off x="9525000" y="5238750"/>
            <a:ext cx="1428750" cy="1119188"/>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Completion</a:t>
            </a:r>
            <a:endParaRPr lang="ko-KR">
              <a:latin typeface="Calibri"/>
              <a:ea typeface="Calibri"/>
              <a:cs typeface="Calibri"/>
            </a:endParaRPr>
          </a:p>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Inbox</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bounded FIFO</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job outcome</a:t>
            </a:r>
            <a:endParaRPr lang="ko-KR">
              <a:latin typeface="Calibri"/>
              <a:ea typeface="Calibri"/>
              <a:cs typeface="Calibri"/>
            </a:endParaRPr>
          </a:p>
        </p:txBody>
      </p:sp>
      <p:sp>
        <p:nvSpPr>
          <p:cNvPr id="32" name="b_done-slot-0">
            <a:extLst>
              <a:ext uri="{FF2B5EF4-FFF2-40B4-BE49-F238E27FC236}">
                <ns2:creationId id="{4BDDE071-8F0E-4E4E-9D22-D322D89961BD}"/>
              </a:ext>
            </a:extLst>
          </p:cNvPr>
          <p:cNvSpPr>
            <a:spLocks noGrp="1"/>
          </p:cNvSpPr>
          <p:nvPr/>
        </p:nvSpPr>
        <p:spPr>
          <a:xfrm>
            <a:off x="10048875" y="6176963"/>
            <a:ext cx="142875" cy="142875"/>
          </a:xfrm>
          <a:prstGeom prst="rect">
            <a:avLst/>
          </a:prstGeom>
          <a:solidFill>
            <a:srgbClr val="FFFFFF"/>
          </a:solidFill>
          <a:ln w="4763">
            <a:solidFill>
              <a:srgbClr val="777777"/>
            </a:solidFill>
          </a:ln>
        </p:spPr>
      </p:sp>
      <p:sp>
        <p:nvSpPr>
          <p:cNvPr id="33" name="b_done-slot-1">
            <a:extLst>
              <a:ext uri="{FF2B5EF4-FFF2-40B4-BE49-F238E27FC236}">
                <ns2:creationId id="{2CC967F3-490F-4655-92F9-1925F9472FCD}"/>
              </a:ext>
            </a:extLst>
          </p:cNvPr>
          <p:cNvSpPr>
            <a:spLocks noGrp="1"/>
          </p:cNvSpPr>
          <p:nvPr/>
        </p:nvSpPr>
        <p:spPr>
          <a:xfrm>
            <a:off x="10229850" y="6176963"/>
            <a:ext cx="142875" cy="142875"/>
          </a:xfrm>
          <a:prstGeom prst="rect">
            <a:avLst/>
          </a:prstGeom>
          <a:solidFill>
            <a:srgbClr val="FFFFFF"/>
          </a:solidFill>
          <a:ln w="4763">
            <a:solidFill>
              <a:srgbClr val="777777"/>
            </a:solidFill>
          </a:ln>
        </p:spPr>
      </p:sp>
      <p:sp>
        <p:nvSpPr>
          <p:cNvPr id="34" name="b_done-slot-2">
            <a:extLst>
              <a:ext uri="{FF2B5EF4-FFF2-40B4-BE49-F238E27FC236}">
                <ns2:creationId id="{D3A17986-4CF5-454D-946F-1F96AAEB19F9}"/>
              </a:ext>
            </a:extLst>
          </p:cNvPr>
          <p:cNvSpPr>
            <a:spLocks noGrp="1"/>
          </p:cNvSpPr>
          <p:nvPr/>
        </p:nvSpPr>
        <p:spPr>
          <a:xfrm>
            <a:off x="10410825" y="6176963"/>
            <a:ext cx="142875" cy="142875"/>
          </a:xfrm>
          <a:prstGeom prst="rect">
            <a:avLst/>
          </a:prstGeom>
          <a:solidFill>
            <a:srgbClr val="FFFFFF"/>
          </a:solidFill>
          <a:ln w="4763">
            <a:solidFill>
              <a:srgbClr val="777777"/>
            </a:solidFill>
          </a:ln>
        </p:spPr>
      </p:sp>
      <p:sp>
        <p:nvSpPr>
          <p:cNvPr id="35" name="b_done-slot-3">
            <a:extLst>
              <a:ext uri="{FF2B5EF4-FFF2-40B4-BE49-F238E27FC236}">
                <ns2:creationId id="{82268158-D783-4861-A017-E6411791AF73}"/>
              </a:ext>
            </a:extLst>
          </p:cNvPr>
          <p:cNvSpPr>
            <a:spLocks noGrp="1"/>
          </p:cNvSpPr>
          <p:nvPr/>
        </p:nvSpPr>
        <p:spPr>
          <a:xfrm>
            <a:off x="10591800" y="6176963"/>
            <a:ext cx="142875" cy="142875"/>
          </a:xfrm>
          <a:prstGeom prst="rect">
            <a:avLst/>
          </a:prstGeom>
          <a:solidFill>
            <a:srgbClr val="FFFFFF"/>
          </a:solidFill>
          <a:ln w="4763">
            <a:solidFill>
              <a:srgbClr val="777777"/>
            </a:solidFill>
          </a:ln>
        </p:spPr>
      </p:sp>
      <p:sp>
        <p:nvSpPr>
          <p:cNvPr id="36" name="a_q">
            <a:extLst>
              <a:ext uri="{FF2B5EF4-FFF2-40B4-BE49-F238E27FC236}">
                <ns2:creationId id="{0E44C801-46EB-45FF-B979-83BC6667647A}"/>
              </a:ext>
            </a:extLst>
          </p:cNvPr>
          <p:cNvSpPr>
            <a:spLocks noGrp="1"/>
          </p:cNvSpPr>
          <p:nvPr/>
        </p:nvSpPr>
        <p:spPr>
          <a:xfrm>
            <a:off x="2190750" y="4238625"/>
            <a:ext cx="3095625" cy="642938"/>
          </a:xfrm>
          <a:prstGeom prst="rect">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Joint Work Queue</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JointJob / refs + prior + correction</a:t>
            </a:r>
            <a:endParaRPr lang="ko-KR">
              <a:latin typeface="Calibri"/>
              <a:ea typeface="Calibri"/>
              <a:cs typeface="Calibri"/>
            </a:endParaRPr>
          </a:p>
        </p:txBody>
      </p:sp>
      <p:sp>
        <p:nvSpPr>
          <p:cNvPr id="37" name="a_q-slot-0">
            <a:extLst>
              <a:ext uri="{FF2B5EF4-FFF2-40B4-BE49-F238E27FC236}">
                <ns2:creationId id="{5AF707A9-D221-437B-835F-40C9DF2171AA}"/>
              </a:ext>
            </a:extLst>
          </p:cNvPr>
          <p:cNvSpPr>
            <a:spLocks noGrp="1"/>
          </p:cNvSpPr>
          <p:nvPr/>
        </p:nvSpPr>
        <p:spPr>
          <a:xfrm>
            <a:off x="4381500" y="4700588"/>
            <a:ext cx="142875" cy="142875"/>
          </a:xfrm>
          <a:prstGeom prst="rect">
            <a:avLst/>
          </a:prstGeom>
          <a:solidFill>
            <a:srgbClr val="FFFFFF"/>
          </a:solidFill>
          <a:ln w="4763">
            <a:solidFill>
              <a:srgbClr val="238176"/>
            </a:solidFill>
          </a:ln>
        </p:spPr>
      </p:sp>
      <p:sp>
        <p:nvSpPr>
          <p:cNvPr id="38" name="a_q-slot-1">
            <a:extLst>
              <a:ext uri="{FF2B5EF4-FFF2-40B4-BE49-F238E27FC236}">
                <ns2:creationId id="{14C71391-44C4-4D3C-87B8-12E028DEE3BC}"/>
              </a:ext>
            </a:extLst>
          </p:cNvPr>
          <p:cNvSpPr>
            <a:spLocks noGrp="1"/>
          </p:cNvSpPr>
          <p:nvPr/>
        </p:nvSpPr>
        <p:spPr>
          <a:xfrm>
            <a:off x="4562475" y="4700588"/>
            <a:ext cx="142875" cy="142875"/>
          </a:xfrm>
          <a:prstGeom prst="rect">
            <a:avLst/>
          </a:prstGeom>
          <a:solidFill>
            <a:srgbClr val="FFFFFF"/>
          </a:solidFill>
          <a:ln w="4763">
            <a:solidFill>
              <a:srgbClr val="238176"/>
            </a:solidFill>
          </a:ln>
        </p:spPr>
      </p:sp>
      <p:sp>
        <p:nvSpPr>
          <p:cNvPr id="39" name="a_q-slot-2">
            <a:extLst>
              <a:ext uri="{FF2B5EF4-FFF2-40B4-BE49-F238E27FC236}">
                <ns2:creationId id="{2A5D5503-74F1-485F-8D13-ED162A3B5AC1}"/>
              </a:ext>
            </a:extLst>
          </p:cNvPr>
          <p:cNvSpPr>
            <a:spLocks noGrp="1"/>
          </p:cNvSpPr>
          <p:nvPr/>
        </p:nvSpPr>
        <p:spPr>
          <a:xfrm>
            <a:off x="4743450" y="4700588"/>
            <a:ext cx="142875" cy="142875"/>
          </a:xfrm>
          <a:prstGeom prst="rect">
            <a:avLst/>
          </a:prstGeom>
          <a:solidFill>
            <a:srgbClr val="FFFFFF"/>
          </a:solidFill>
          <a:ln w="4763">
            <a:solidFill>
              <a:srgbClr val="238176"/>
            </a:solidFill>
          </a:ln>
        </p:spPr>
      </p:sp>
      <p:sp>
        <p:nvSpPr>
          <p:cNvPr id="40" name="a_q-slot-3">
            <a:extLst>
              <a:ext uri="{FF2B5EF4-FFF2-40B4-BE49-F238E27FC236}">
                <ns2:creationId id="{F7EE7FBC-8886-4663-AFC9-A0E6AC408111}"/>
              </a:ext>
            </a:extLst>
          </p:cNvPr>
          <p:cNvSpPr>
            <a:spLocks noGrp="1"/>
          </p:cNvSpPr>
          <p:nvPr/>
        </p:nvSpPr>
        <p:spPr>
          <a:xfrm>
            <a:off x="4924425" y="4700588"/>
            <a:ext cx="142875" cy="142875"/>
          </a:xfrm>
          <a:prstGeom prst="rect">
            <a:avLst/>
          </a:prstGeom>
          <a:solidFill>
            <a:srgbClr val="FFFFFF"/>
          </a:solidFill>
          <a:ln w="4763">
            <a:solidFill>
              <a:srgbClr val="238176"/>
            </a:solidFill>
          </a:ln>
        </p:spPr>
      </p:sp>
      <p:sp>
        <p:nvSpPr>
          <p:cNvPr id="41" name="a_worker">
            <a:extLst>
              <a:ext uri="{FF2B5EF4-FFF2-40B4-BE49-F238E27FC236}">
                <ns2:creationId id="{FF703B9F-E248-44C4-BAD2-10FF80D173DC}"/>
              </a:ext>
            </a:extLst>
          </p:cNvPr>
          <p:cNvSpPr>
            <a:spLocks noGrp="1"/>
          </p:cNvSpPr>
          <p:nvPr/>
        </p:nvSpPr>
        <p:spPr>
          <a:xfrm>
            <a:off x="2190750" y="5381625"/>
            <a:ext cx="3095625" cy="904875"/>
          </a:xfrm>
          <a:prstGeom prst="roundRect">
            <a:avLst>
              <a:gd name="adj" fmla="val 4211"/>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Joint Grounding Interpreter</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ASYNC WORKER / R read, M invoke</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원음과 화면을 함께 해석</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새 target과 binding delta 직접 생산</a:t>
            </a:r>
            <a:endParaRPr lang="ko-KR">
              <a:latin typeface="Calibri"/>
              <a:ea typeface="Calibri"/>
              <a:cs typeface="Calibri"/>
            </a:endParaRPr>
          </a:p>
        </p:txBody>
      </p:sp>
      <p:sp>
        <p:nvSpPr>
          <p:cNvPr id="42" name="a_state">
            <a:extLst>
              <a:ext uri="{FF2B5EF4-FFF2-40B4-BE49-F238E27FC236}">
                <ns2:creationId id="{D5CF5F0B-08B5-46D7-B9C3-8900C9216A3A}"/>
              </a:ext>
            </a:extLst>
          </p:cNvPr>
          <p:cNvSpPr>
            <a:spLocks noGrp="1"/>
          </p:cNvSpPr>
          <p:nvPr/>
        </p:nvSpPr>
        <p:spPr>
          <a:xfrm>
            <a:off x="5667375" y="5381625"/>
            <a:ext cx="3095625" cy="904875"/>
          </a:xfrm>
          <a:prstGeom prst="rect">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Joint Grounding State</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Map / bindingId, revision</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원본 의존 + base version</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writer: Joint Grounding Interpreter</a:t>
            </a:r>
            <a:endParaRPr lang="ko-KR">
              <a:latin typeface="Calibri"/>
              <a:ea typeface="Calibri"/>
              <a:cs typeface="Calibri"/>
            </a:endParaRPr>
          </a:p>
        </p:txBody>
      </p:sp>
      <p:sp>
        <p:nvSpPr>
          <p:cNvPr id="43" name="a_state-stack">
            <a:extLst>
              <a:ext uri="{FF2B5EF4-FFF2-40B4-BE49-F238E27FC236}">
                <ns2:creationId id="{D24D6803-6D40-4099-B773-B5B4ACB20684}"/>
              </a:ext>
            </a:extLst>
          </p:cNvPr>
          <p:cNvSpPr>
            <a:spLocks noGrp="1"/>
          </p:cNvSpPr>
          <p:nvPr/>
        </p:nvSpPr>
        <p:spPr>
          <a:xfrm>
            <a:off x="5705475" y="5419725"/>
            <a:ext cx="3086100" cy="895350"/>
          </a:xfrm>
          <a:custGeom>
            <a:pathLst>
              <a:path w="3086100" h="895350">
                <a:moveTo>
                  <a:pt x="0" y="895350"/>
                </a:moveTo>
                <a:lnTo>
                  <a:pt x="3086100" y="895350"/>
                </a:lnTo>
                <a:lnTo>
                  <a:pt x="3086100" y="0"/>
                </a:lnTo>
              </a:path>
            </a:pathLst>
          </a:custGeom>
          <a:noFill/>
          <a:ln w="9525">
            <a:solidFill>
              <a:srgbClr val="238176"/>
            </a:solidFill>
            <a:prstDash val="solid"/>
          </a:ln>
        </p:spPr>
      </p:sp>
      <p:sp>
        <p:nvSpPr>
          <p:cNvPr id="44" name="a_result">
            <a:extLst>
              <a:ext uri="{FF2B5EF4-FFF2-40B4-BE49-F238E27FC236}">
                <ns2:creationId id="{CBE80595-CDB1-4C52-AA9C-7036672076B3}"/>
              </a:ext>
            </a:extLst>
          </p:cNvPr>
          <p:cNvSpPr>
            <a:spLocks noGrp="1"/>
          </p:cNvSpPr>
          <p:nvPr/>
        </p:nvSpPr>
        <p:spPr>
          <a:xfrm>
            <a:off x="2190750" y="7096125"/>
            <a:ext cx="6572250" cy="904875"/>
          </a:xfrm>
          <a:prstGeom prst="foldedCorner">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5  InterpretGrounding result / typed union</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Ready(delta) / NeedEvidence(scope) / Ambiguous / Failed</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추가 근거가 필요하면 동일 workflow로 복귀</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부분 patch: 처음 매출 범위와 표 유지, 아래 graph만 교체</a:t>
            </a:r>
            <a:endParaRPr lang="ko-KR">
              <a:latin typeface="Calibri"/>
              <a:ea typeface="Calibri"/>
              <a:cs typeface="Calibri"/>
            </a:endParaRPr>
          </a:p>
        </p:txBody>
      </p:sp>
      <p:sp>
        <p:nvSpPr>
          <p:cNvPr id="45" name="speech_q">
            <a:extLst>
              <a:ext uri="{FF2B5EF4-FFF2-40B4-BE49-F238E27FC236}">
                <ns2:creationId id="{75EB0AFB-0C55-4471-AE1D-00F00AEA09DF}"/>
              </a:ext>
            </a:extLst>
          </p:cNvPr>
          <p:cNvSpPr>
            <a:spLocks noGrp="1"/>
          </p:cNvSpPr>
          <p:nvPr/>
        </p:nvSpPr>
        <p:spPr>
          <a:xfrm>
            <a:off x="11287125" y="4238625"/>
            <a:ext cx="3095625" cy="642938"/>
          </a:xfrm>
          <a:prstGeom prst="rect">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Speech Work Queue</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SpeechJob / refs + peer + generation</a:t>
            </a:r>
            <a:endParaRPr lang="ko-KR">
              <a:latin typeface="Calibri"/>
              <a:ea typeface="Calibri"/>
              <a:cs typeface="Calibri"/>
            </a:endParaRPr>
          </a:p>
        </p:txBody>
      </p:sp>
      <p:sp>
        <p:nvSpPr>
          <p:cNvPr id="46" name="speech_q-slot-0">
            <a:extLst>
              <a:ext uri="{FF2B5EF4-FFF2-40B4-BE49-F238E27FC236}">
                <ns2:creationId id="{498FBA8B-A765-46EC-A8D8-BF2E95C73B03}"/>
              </a:ext>
            </a:extLst>
          </p:cNvPr>
          <p:cNvSpPr>
            <a:spLocks noGrp="1"/>
          </p:cNvSpPr>
          <p:nvPr/>
        </p:nvSpPr>
        <p:spPr>
          <a:xfrm>
            <a:off x="13477875" y="4700588"/>
            <a:ext cx="142875" cy="142875"/>
          </a:xfrm>
          <a:prstGeom prst="rect">
            <a:avLst/>
          </a:prstGeom>
          <a:solidFill>
            <a:srgbClr val="FFFFFF"/>
          </a:solidFill>
          <a:ln w="4763">
            <a:solidFill>
              <a:srgbClr val="238176"/>
            </a:solidFill>
          </a:ln>
        </p:spPr>
      </p:sp>
      <p:sp>
        <p:nvSpPr>
          <p:cNvPr id="47" name="speech_q-slot-1">
            <a:extLst>
              <a:ext uri="{FF2B5EF4-FFF2-40B4-BE49-F238E27FC236}">
                <ns2:creationId id="{0AD304BD-E51F-4380-AEFC-268D29EE9171}"/>
              </a:ext>
            </a:extLst>
          </p:cNvPr>
          <p:cNvSpPr>
            <a:spLocks noGrp="1"/>
          </p:cNvSpPr>
          <p:nvPr/>
        </p:nvSpPr>
        <p:spPr>
          <a:xfrm>
            <a:off x="13658850" y="4700588"/>
            <a:ext cx="142875" cy="142875"/>
          </a:xfrm>
          <a:prstGeom prst="rect">
            <a:avLst/>
          </a:prstGeom>
          <a:solidFill>
            <a:srgbClr val="FFFFFF"/>
          </a:solidFill>
          <a:ln w="4763">
            <a:solidFill>
              <a:srgbClr val="238176"/>
            </a:solidFill>
          </a:ln>
        </p:spPr>
      </p:sp>
      <p:sp>
        <p:nvSpPr>
          <p:cNvPr id="48" name="speech_q-slot-2">
            <a:extLst>
              <a:ext uri="{FF2B5EF4-FFF2-40B4-BE49-F238E27FC236}">
                <ns2:creationId id="{919425C2-B494-49BE-A354-B449487F3DCE}"/>
              </a:ext>
            </a:extLst>
          </p:cNvPr>
          <p:cNvSpPr>
            <a:spLocks noGrp="1"/>
          </p:cNvSpPr>
          <p:nvPr/>
        </p:nvSpPr>
        <p:spPr>
          <a:xfrm>
            <a:off x="13839825" y="4700588"/>
            <a:ext cx="142875" cy="142875"/>
          </a:xfrm>
          <a:prstGeom prst="rect">
            <a:avLst/>
          </a:prstGeom>
          <a:solidFill>
            <a:srgbClr val="FFFFFF"/>
          </a:solidFill>
          <a:ln w="4763">
            <a:solidFill>
              <a:srgbClr val="238176"/>
            </a:solidFill>
          </a:ln>
        </p:spPr>
      </p:sp>
      <p:sp>
        <p:nvSpPr>
          <p:cNvPr id="49" name="speech_q-slot-3">
            <a:extLst>
              <a:ext uri="{FF2B5EF4-FFF2-40B4-BE49-F238E27FC236}">
                <ns2:creationId id="{8D6AC38B-F39F-4A6C-935F-2A4C16E045B4}"/>
              </a:ext>
            </a:extLst>
          </p:cNvPr>
          <p:cNvSpPr>
            <a:spLocks noGrp="1"/>
          </p:cNvSpPr>
          <p:nvPr/>
        </p:nvSpPr>
        <p:spPr>
          <a:xfrm>
            <a:off x="14020800" y="4700588"/>
            <a:ext cx="142875" cy="142875"/>
          </a:xfrm>
          <a:prstGeom prst="rect">
            <a:avLst/>
          </a:prstGeom>
          <a:solidFill>
            <a:srgbClr val="FFFFFF"/>
          </a:solidFill>
          <a:ln w="4763">
            <a:solidFill>
              <a:srgbClr val="238176"/>
            </a:solidFill>
          </a:ln>
        </p:spPr>
      </p:sp>
      <p:sp>
        <p:nvSpPr>
          <p:cNvPr id="50" name="speech">
            <a:extLst>
              <a:ext uri="{FF2B5EF4-FFF2-40B4-BE49-F238E27FC236}">
                <ns2:creationId id="{57D15AE4-722B-4DC3-B3F4-B7BC7C63CEC7}"/>
              </a:ext>
            </a:extLst>
          </p:cNvPr>
          <p:cNvSpPr>
            <a:spLocks noGrp="1"/>
          </p:cNvSpPr>
          <p:nvPr/>
        </p:nvSpPr>
        <p:spPr>
          <a:xfrm>
            <a:off x="11287125" y="5238750"/>
            <a:ext cx="3095625" cy="881063"/>
          </a:xfrm>
          <a:prstGeom prst="roundRect">
            <a:avLst>
              <a:gd name="adj" fmla="val 4324"/>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Speech Reference Producer</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ASYNC WORKER / R read, M 필요 시</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표현, 개수, 정정 역할의 후보</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TryPublishSpeech</a:t>
            </a:r>
            <a:endParaRPr lang="ko-KR">
              <a:latin typeface="Calibri"/>
              <a:ea typeface="Calibri"/>
              <a:cs typeface="Calibri"/>
            </a:endParaRPr>
          </a:p>
        </p:txBody>
      </p:sp>
      <p:sp>
        <p:nvSpPr>
          <p:cNvPr id="51" name="speech_state">
            <a:extLst>
              <a:ext uri="{FF2B5EF4-FFF2-40B4-BE49-F238E27FC236}">
                <ns2:creationId id="{12054A0B-8567-48DE-A4BD-2FDF9972ECD7}"/>
              </a:ext>
            </a:extLst>
          </p:cNvPr>
          <p:cNvSpPr>
            <a:spLocks noGrp="1"/>
          </p:cNvSpPr>
          <p:nvPr/>
        </p:nvSpPr>
        <p:spPr>
          <a:xfrm>
            <a:off x="11287125" y="6477000"/>
            <a:ext cx="3095625" cy="690563"/>
          </a:xfrm>
          <a:prstGeom prst="rect">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Speech Candidate Revisions</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Map / candidateId, revision</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source refs + peer versions + coverage</a:t>
            </a:r>
            <a:endParaRPr lang="ko-KR">
              <a:latin typeface="Calibri"/>
              <a:ea typeface="Calibri"/>
              <a:cs typeface="Calibri"/>
            </a:endParaRPr>
          </a:p>
        </p:txBody>
      </p:sp>
      <p:sp>
        <p:nvSpPr>
          <p:cNvPr id="52" name="speech_state-stack">
            <a:extLst>
              <a:ext uri="{FF2B5EF4-FFF2-40B4-BE49-F238E27FC236}">
                <ns2:creationId id="{BC6F3B01-7758-4BAF-8447-D220588773D0}"/>
              </a:ext>
            </a:extLst>
          </p:cNvPr>
          <p:cNvSpPr>
            <a:spLocks noGrp="1"/>
          </p:cNvSpPr>
          <p:nvPr/>
        </p:nvSpPr>
        <p:spPr>
          <a:xfrm>
            <a:off x="11325225" y="6515100"/>
            <a:ext cx="3086100" cy="681038"/>
          </a:xfrm>
          <a:custGeom>
            <a:pathLst>
              <a:path w="3086100" h="681038">
                <a:moveTo>
                  <a:pt x="0" y="681038"/>
                </a:moveTo>
                <a:lnTo>
                  <a:pt x="3086100" y="681038"/>
                </a:lnTo>
                <a:lnTo>
                  <a:pt x="3086100" y="0"/>
                </a:lnTo>
              </a:path>
            </a:pathLst>
          </a:custGeom>
          <a:noFill/>
          <a:ln w="9525">
            <a:solidFill>
              <a:srgbClr val="238176"/>
            </a:solidFill>
            <a:prstDash val="solid"/>
          </a:ln>
        </p:spPr>
      </p:sp>
      <p:sp>
        <p:nvSpPr>
          <p:cNvPr id="53" name="screen_q">
            <a:extLst>
              <a:ext uri="{FF2B5EF4-FFF2-40B4-BE49-F238E27FC236}">
                <ns2:creationId id="{79DC13FA-4DFB-4994-9B34-D914BA4DA505}"/>
              </a:ext>
            </a:extLst>
          </p:cNvPr>
          <p:cNvSpPr>
            <a:spLocks noGrp="1"/>
          </p:cNvSpPr>
          <p:nvPr/>
        </p:nvSpPr>
        <p:spPr>
          <a:xfrm>
            <a:off x="14763750" y="4238625"/>
            <a:ext cx="3095625" cy="642938"/>
          </a:xfrm>
          <a:prstGeom prst="rect">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Screen Work Queue</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ScreenJob / refs + peer + generation</a:t>
            </a:r>
            <a:endParaRPr lang="ko-KR">
              <a:latin typeface="Calibri"/>
              <a:ea typeface="Calibri"/>
              <a:cs typeface="Calibri"/>
            </a:endParaRPr>
          </a:p>
        </p:txBody>
      </p:sp>
      <p:sp>
        <p:nvSpPr>
          <p:cNvPr id="54" name="screen_q-slot-0">
            <a:extLst>
              <a:ext uri="{FF2B5EF4-FFF2-40B4-BE49-F238E27FC236}">
                <ns2:creationId id="{CDE35175-829E-4FF9-BE4C-D245740B9C01}"/>
              </a:ext>
            </a:extLst>
          </p:cNvPr>
          <p:cNvSpPr>
            <a:spLocks noGrp="1"/>
          </p:cNvSpPr>
          <p:nvPr/>
        </p:nvSpPr>
        <p:spPr>
          <a:xfrm>
            <a:off x="16954500" y="4700588"/>
            <a:ext cx="142875" cy="142875"/>
          </a:xfrm>
          <a:prstGeom prst="rect">
            <a:avLst/>
          </a:prstGeom>
          <a:solidFill>
            <a:srgbClr val="FFFFFF"/>
          </a:solidFill>
          <a:ln w="4763">
            <a:solidFill>
              <a:srgbClr val="238176"/>
            </a:solidFill>
          </a:ln>
        </p:spPr>
      </p:sp>
      <p:sp>
        <p:nvSpPr>
          <p:cNvPr id="55" name="screen_q-slot-1">
            <a:extLst>
              <a:ext uri="{FF2B5EF4-FFF2-40B4-BE49-F238E27FC236}">
                <ns2:creationId id="{F14EC28F-7192-4D47-8C1C-89FD69BE1834}"/>
              </a:ext>
            </a:extLst>
          </p:cNvPr>
          <p:cNvSpPr>
            <a:spLocks noGrp="1"/>
          </p:cNvSpPr>
          <p:nvPr/>
        </p:nvSpPr>
        <p:spPr>
          <a:xfrm>
            <a:off x="17135475" y="4700588"/>
            <a:ext cx="142875" cy="142875"/>
          </a:xfrm>
          <a:prstGeom prst="rect">
            <a:avLst/>
          </a:prstGeom>
          <a:solidFill>
            <a:srgbClr val="FFFFFF"/>
          </a:solidFill>
          <a:ln w="4763">
            <a:solidFill>
              <a:srgbClr val="238176"/>
            </a:solidFill>
          </a:ln>
        </p:spPr>
      </p:sp>
      <p:sp>
        <p:nvSpPr>
          <p:cNvPr id="56" name="screen_q-slot-2">
            <a:extLst>
              <a:ext uri="{FF2B5EF4-FFF2-40B4-BE49-F238E27FC236}">
                <ns2:creationId id="{2D655F78-7B69-421B-9160-CABB6DC70ADB}"/>
              </a:ext>
            </a:extLst>
          </p:cNvPr>
          <p:cNvSpPr>
            <a:spLocks noGrp="1"/>
          </p:cNvSpPr>
          <p:nvPr/>
        </p:nvSpPr>
        <p:spPr>
          <a:xfrm>
            <a:off x="17316450" y="4700588"/>
            <a:ext cx="142875" cy="142875"/>
          </a:xfrm>
          <a:prstGeom prst="rect">
            <a:avLst/>
          </a:prstGeom>
          <a:solidFill>
            <a:srgbClr val="FFFFFF"/>
          </a:solidFill>
          <a:ln w="4763">
            <a:solidFill>
              <a:srgbClr val="238176"/>
            </a:solidFill>
          </a:ln>
        </p:spPr>
      </p:sp>
      <p:sp>
        <p:nvSpPr>
          <p:cNvPr id="57" name="screen_q-slot-3">
            <a:extLst>
              <a:ext uri="{FF2B5EF4-FFF2-40B4-BE49-F238E27FC236}">
                <ns2:creationId id="{B86C7123-FAC3-438B-82B8-DA6E4F0A841A}"/>
              </a:ext>
            </a:extLst>
          </p:cNvPr>
          <p:cNvSpPr>
            <a:spLocks noGrp="1"/>
          </p:cNvSpPr>
          <p:nvPr/>
        </p:nvSpPr>
        <p:spPr>
          <a:xfrm>
            <a:off x="17497425" y="4700588"/>
            <a:ext cx="142875" cy="142875"/>
          </a:xfrm>
          <a:prstGeom prst="rect">
            <a:avLst/>
          </a:prstGeom>
          <a:solidFill>
            <a:srgbClr val="FFFFFF"/>
          </a:solidFill>
          <a:ln w="4763">
            <a:solidFill>
              <a:srgbClr val="238176"/>
            </a:solidFill>
          </a:ln>
        </p:spPr>
      </p:sp>
      <p:sp>
        <p:nvSpPr>
          <p:cNvPr id="58" name="screen">
            <a:extLst>
              <a:ext uri="{FF2B5EF4-FFF2-40B4-BE49-F238E27FC236}">
                <ns2:creationId id="{2FE2F4ED-59F4-41A8-B22B-CBA1F5A61C75}"/>
              </a:ext>
            </a:extLst>
          </p:cNvPr>
          <p:cNvSpPr>
            <a:spLocks noGrp="1"/>
          </p:cNvSpPr>
          <p:nvPr/>
        </p:nvSpPr>
        <p:spPr>
          <a:xfrm>
            <a:off x="14763750" y="5238750"/>
            <a:ext cx="3095625" cy="881063"/>
          </a:xfrm>
          <a:prstGeom prst="roundRect">
            <a:avLst>
              <a:gd name="adj" fmla="val 4324"/>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Screen Target Producer</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ASYNC WORKER / R read, M 필요 시</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영역, 집합, 동작 해석의 후보</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TryPublishScreen</a:t>
            </a:r>
            <a:endParaRPr lang="ko-KR">
              <a:latin typeface="Calibri"/>
              <a:ea typeface="Calibri"/>
              <a:cs typeface="Calibri"/>
            </a:endParaRPr>
          </a:p>
        </p:txBody>
      </p:sp>
      <p:sp>
        <p:nvSpPr>
          <p:cNvPr id="59" name="screen_state">
            <a:extLst>
              <a:ext uri="{FF2B5EF4-FFF2-40B4-BE49-F238E27FC236}">
                <ns2:creationId id="{4DE0BD84-FB8F-4A95-A587-DE1BAE329619}"/>
              </a:ext>
            </a:extLst>
          </p:cNvPr>
          <p:cNvSpPr>
            <a:spLocks noGrp="1"/>
          </p:cNvSpPr>
          <p:nvPr/>
        </p:nvSpPr>
        <p:spPr>
          <a:xfrm>
            <a:off x="14763750" y="6477000"/>
            <a:ext cx="3095625" cy="690563"/>
          </a:xfrm>
          <a:prstGeom prst="rect">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Screen Candidate Revisions</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Map / candidateId, revision</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source refs + peer versions + coverage</a:t>
            </a:r>
            <a:endParaRPr lang="ko-KR">
              <a:latin typeface="Calibri"/>
              <a:ea typeface="Calibri"/>
              <a:cs typeface="Calibri"/>
            </a:endParaRPr>
          </a:p>
        </p:txBody>
      </p:sp>
      <p:sp>
        <p:nvSpPr>
          <p:cNvPr id="60" name="screen_state-stack">
            <a:extLst>
              <a:ext uri="{FF2B5EF4-FFF2-40B4-BE49-F238E27FC236}">
                <ns2:creationId id="{30A13D76-66FF-4467-9013-AAD45F565DB0}"/>
              </a:ext>
            </a:extLst>
          </p:cNvPr>
          <p:cNvSpPr>
            <a:spLocks noGrp="1"/>
          </p:cNvSpPr>
          <p:nvPr/>
        </p:nvSpPr>
        <p:spPr>
          <a:xfrm>
            <a:off x="14801850" y="6515100"/>
            <a:ext cx="3086100" cy="681038"/>
          </a:xfrm>
          <a:custGeom>
            <a:pathLst>
              <a:path w="3086100" h="681038">
                <a:moveTo>
                  <a:pt x="0" y="681038"/>
                </a:moveTo>
                <a:lnTo>
                  <a:pt x="3086100" y="681038"/>
                </a:lnTo>
                <a:lnTo>
                  <a:pt x="3086100" y="0"/>
                </a:lnTo>
              </a:path>
            </a:pathLst>
          </a:custGeom>
          <a:noFill/>
          <a:ln w="9525">
            <a:solidFill>
              <a:srgbClr val="238176"/>
            </a:solidFill>
            <a:prstDash val="solid"/>
          </a:ln>
        </p:spPr>
      </p:sp>
      <p:sp>
        <p:nvSpPr>
          <p:cNvPr id="61" name="binding_q">
            <a:extLst>
              <a:ext uri="{FF2B5EF4-FFF2-40B4-BE49-F238E27FC236}">
                <ns2:creationId id="{AD67319E-370C-457A-8C3D-528AE4D832F4}"/>
              </a:ext>
            </a:extLst>
          </p:cNvPr>
          <p:cNvSpPr>
            <a:spLocks noGrp="1"/>
          </p:cNvSpPr>
          <p:nvPr/>
        </p:nvSpPr>
        <p:spPr>
          <a:xfrm>
            <a:off x="9572625" y="7429500"/>
            <a:ext cx="2714625" cy="690563"/>
          </a:xfrm>
          <a:prstGeom prst="rect">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Binding Work Queue</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BindingJob / candidate read-set</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prior + deadline</a:t>
            </a:r>
            <a:endParaRPr lang="ko-KR">
              <a:latin typeface="Calibri"/>
              <a:ea typeface="Calibri"/>
              <a:cs typeface="Calibri"/>
            </a:endParaRPr>
          </a:p>
        </p:txBody>
      </p:sp>
      <p:sp>
        <p:nvSpPr>
          <p:cNvPr id="62" name="binding_q-slot-0">
            <a:extLst>
              <a:ext uri="{FF2B5EF4-FFF2-40B4-BE49-F238E27FC236}">
                <ns2:creationId id="{E22683E7-4BAB-412F-9707-04ABE6D24C23}"/>
              </a:ext>
            </a:extLst>
          </p:cNvPr>
          <p:cNvSpPr>
            <a:spLocks noGrp="1"/>
          </p:cNvSpPr>
          <p:nvPr/>
        </p:nvSpPr>
        <p:spPr>
          <a:xfrm>
            <a:off x="11382375" y="7939088"/>
            <a:ext cx="142875" cy="142875"/>
          </a:xfrm>
          <a:prstGeom prst="rect">
            <a:avLst/>
          </a:prstGeom>
          <a:solidFill>
            <a:srgbClr val="FFFFFF"/>
          </a:solidFill>
          <a:ln w="4763">
            <a:solidFill>
              <a:srgbClr val="238176"/>
            </a:solidFill>
          </a:ln>
        </p:spPr>
      </p:sp>
      <p:sp>
        <p:nvSpPr>
          <p:cNvPr id="63" name="binding_q-slot-1">
            <a:extLst>
              <a:ext uri="{FF2B5EF4-FFF2-40B4-BE49-F238E27FC236}">
                <ns2:creationId id="{3E11CE08-9A2B-447E-A14D-2ED1FB127D78}"/>
              </a:ext>
            </a:extLst>
          </p:cNvPr>
          <p:cNvSpPr>
            <a:spLocks noGrp="1"/>
          </p:cNvSpPr>
          <p:nvPr/>
        </p:nvSpPr>
        <p:spPr>
          <a:xfrm>
            <a:off x="11563350" y="7939088"/>
            <a:ext cx="142875" cy="142875"/>
          </a:xfrm>
          <a:prstGeom prst="rect">
            <a:avLst/>
          </a:prstGeom>
          <a:solidFill>
            <a:srgbClr val="FFFFFF"/>
          </a:solidFill>
          <a:ln w="4763">
            <a:solidFill>
              <a:srgbClr val="238176"/>
            </a:solidFill>
          </a:ln>
        </p:spPr>
      </p:sp>
      <p:sp>
        <p:nvSpPr>
          <p:cNvPr id="64" name="binding_q-slot-2">
            <a:extLst>
              <a:ext uri="{FF2B5EF4-FFF2-40B4-BE49-F238E27FC236}">
                <ns2:creationId id="{24AAFDA5-A885-4A81-91A5-4BE8B05B57AD}"/>
              </a:ext>
            </a:extLst>
          </p:cNvPr>
          <p:cNvSpPr>
            <a:spLocks noGrp="1"/>
          </p:cNvSpPr>
          <p:nvPr/>
        </p:nvSpPr>
        <p:spPr>
          <a:xfrm>
            <a:off x="11744325" y="7939088"/>
            <a:ext cx="142875" cy="142875"/>
          </a:xfrm>
          <a:prstGeom prst="rect">
            <a:avLst/>
          </a:prstGeom>
          <a:solidFill>
            <a:srgbClr val="FFFFFF"/>
          </a:solidFill>
          <a:ln w="4763">
            <a:solidFill>
              <a:srgbClr val="238176"/>
            </a:solidFill>
          </a:ln>
        </p:spPr>
      </p:sp>
      <p:sp>
        <p:nvSpPr>
          <p:cNvPr id="65" name="binding_q-slot-3">
            <a:extLst>
              <a:ext uri="{FF2B5EF4-FFF2-40B4-BE49-F238E27FC236}">
                <ns2:creationId id="{65181930-0FC7-4FDD-9D1F-3488BD2A2D57}"/>
              </a:ext>
            </a:extLst>
          </p:cNvPr>
          <p:cNvSpPr>
            <a:spLocks noGrp="1"/>
          </p:cNvSpPr>
          <p:nvPr/>
        </p:nvSpPr>
        <p:spPr>
          <a:xfrm>
            <a:off x="11925300" y="7939088"/>
            <a:ext cx="142875" cy="142875"/>
          </a:xfrm>
          <a:prstGeom prst="rect">
            <a:avLst/>
          </a:prstGeom>
          <a:solidFill>
            <a:srgbClr val="FFFFFF"/>
          </a:solidFill>
          <a:ln w="4763">
            <a:solidFill>
              <a:srgbClr val="238176"/>
            </a:solidFill>
          </a:ln>
        </p:spPr>
      </p:sp>
      <p:sp>
        <p:nvSpPr>
          <p:cNvPr id="66" name="resolver">
            <a:extLst>
              <a:ext uri="{FF2B5EF4-FFF2-40B4-BE49-F238E27FC236}">
                <ns2:creationId id="{DA630C0D-2BC2-40B2-9E00-89009F6E0589}"/>
              </a:ext>
            </a:extLst>
          </p:cNvPr>
          <p:cNvSpPr>
            <a:spLocks noGrp="1"/>
          </p:cNvSpPr>
          <p:nvPr/>
        </p:nvSpPr>
        <p:spPr>
          <a:xfrm>
            <a:off x="12668250" y="7429500"/>
            <a:ext cx="3095625" cy="690563"/>
          </a:xfrm>
          <a:prstGeom prst="roundRect">
            <a:avLst>
              <a:gd name="adj" fmla="val 5517"/>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Multimodal Binding Resolver</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ASYNC WORKER / M / 후보와 excerpt</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TryApplyBinding / 부족하면 Rejudge</a:t>
            </a:r>
            <a:endParaRPr lang="ko-KR">
              <a:latin typeface="Calibri"/>
              <a:ea typeface="Calibri"/>
              <a:cs typeface="Calibri"/>
            </a:endParaRPr>
          </a:p>
        </p:txBody>
      </p:sp>
      <p:sp>
        <p:nvSpPr>
          <p:cNvPr id="67" name="b_state">
            <a:extLst>
              <a:ext uri="{FF2B5EF4-FFF2-40B4-BE49-F238E27FC236}">
                <ns2:creationId id="{F8C7D48B-B6FD-48D7-82EC-7374B401AE35}"/>
              </a:ext>
            </a:extLst>
          </p:cNvPr>
          <p:cNvSpPr>
            <a:spLocks noGrp="1"/>
          </p:cNvSpPr>
          <p:nvPr/>
        </p:nvSpPr>
        <p:spPr>
          <a:xfrm>
            <a:off x="16144875" y="7429500"/>
            <a:ext cx="1666875" cy="690563"/>
          </a:xfrm>
          <a:prstGeom prst="rect">
            <a:avLst/>
          </a:prstGeom>
          <a:solidFill>
            <a:srgbClr val="F0F6F5"/>
          </a:solidFill>
          <a:ln w="9525">
            <a:solidFill>
              <a:srgbClr val="238176"/>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Binding Revision</a:t>
            </a:r>
            <a:endParaRPr lang="ko-KR">
              <a:latin typeface="Calibri"/>
              <a:ea typeface="Calibri"/>
              <a:cs typeface="Calibri"/>
            </a:endParaRPr>
          </a:p>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State</a:t>
            </a:r>
            <a:endParaRPr lang="ko-KR">
              <a:latin typeface="Calibri"/>
              <a:ea typeface="Calibri"/>
              <a:cs typeface="Calibri"/>
            </a:endParaRPr>
          </a:p>
          <a:p>
            <a:pPr algn="l">
              <a:spcAft>
                <a:spcPts val="0"/>
              </a:spcAft>
              <a:defRPr sz="1200" lang="ko-KR">
                <a:solidFill>
                  <a:srgbClr val="000000"/>
                </a:solidFill>
                <a:latin typeface="Calibri"/>
                <a:ea typeface="Calibri"/>
                <a:cs typeface="Calibri"/>
              </a:defRPr>
            </a:pPr>
            <a:r>
              <a:rPr sz="1200" lang="ko-KR">
                <a:solidFill>
                  <a:srgbClr val="000000"/>
                </a:solidFill>
                <a:latin typeface="Calibri"/>
                <a:ea typeface="Calibri"/>
                <a:cs typeface="Calibri"/>
              </a:rPr>
              <a:t>RAM Map / read-set</a:t>
            </a:r>
            <a:endParaRPr lang="ko-KR">
              <a:latin typeface="Calibri"/>
              <a:ea typeface="Calibri"/>
              <a:cs typeface="Calibri"/>
            </a:endParaRPr>
          </a:p>
        </p:txBody>
      </p:sp>
      <p:sp>
        <p:nvSpPr>
          <p:cNvPr id="68" name="b_state-stack">
            <a:extLst>
              <a:ext uri="{FF2B5EF4-FFF2-40B4-BE49-F238E27FC236}">
                <ns2:creationId id="{6EDE529C-6A07-4712-A20A-4A5CB1945EF3}"/>
              </a:ext>
            </a:extLst>
          </p:cNvPr>
          <p:cNvSpPr>
            <a:spLocks noGrp="1"/>
          </p:cNvSpPr>
          <p:nvPr/>
        </p:nvSpPr>
        <p:spPr>
          <a:xfrm>
            <a:off x="16182975" y="7467600"/>
            <a:ext cx="1657350" cy="681038"/>
          </a:xfrm>
          <a:custGeom>
            <a:pathLst>
              <a:path w="1657350" h="681038">
                <a:moveTo>
                  <a:pt x="0" y="681038"/>
                </a:moveTo>
                <a:lnTo>
                  <a:pt x="1657350" y="681038"/>
                </a:lnTo>
                <a:lnTo>
                  <a:pt x="1657350" y="0"/>
                </a:lnTo>
              </a:path>
            </a:pathLst>
          </a:custGeom>
          <a:noFill/>
          <a:ln w="9525">
            <a:solidFill>
              <a:srgbClr val="238176"/>
            </a:solidFill>
            <a:prstDash val="solid"/>
          </a:ln>
        </p:spPr>
      </p:sp>
      <p:sp>
        <p:nvSpPr>
          <p:cNvPr id="69" name="adopt">
            <a:extLst>
              <a:ext uri="{FF2B5EF4-FFF2-40B4-BE49-F238E27FC236}">
                <ns2:creationId id="{4E8C3147-B9C6-4A55-BFDE-A38F532626E4}"/>
              </a:ext>
            </a:extLst>
          </p:cNvPr>
          <p:cNvSpPr>
            <a:spLocks noGrp="1"/>
          </p:cNvSpPr>
          <p:nvPr/>
        </p:nvSpPr>
        <p:spPr>
          <a:xfrm>
            <a:off x="285750" y="8786813"/>
            <a:ext cx="17716500" cy="904875"/>
          </a:xfrm>
          <a:prstGeom prst="rect">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공통 결과 채택 / Request Controller와 State Store</a:t>
            </a:r>
            <a:endParaRPr lang="ko-KR">
              <a:latin typeface="Calibri"/>
              <a:ea typeface="Calibri"/>
              <a:cs typeface="Calibri"/>
            </a:endParaRPr>
          </a:p>
        </p:txBody>
      </p:sp>
      <p:sp>
        <p:nvSpPr>
          <p:cNvPr id="70" name="proposal">
            <a:extLst>
              <a:ext uri="{FF2B5EF4-FFF2-40B4-BE49-F238E27FC236}">
                <ns2:creationId id="{0A4F9C2C-1FBB-411C-92B5-291A7FFF413E}"/>
              </a:ext>
            </a:extLst>
          </p:cNvPr>
          <p:cNvSpPr>
            <a:spLocks noGrp="1"/>
          </p:cNvSpPr>
          <p:nvPr/>
        </p:nvSpPr>
        <p:spPr>
          <a:xfrm>
            <a:off x="428625" y="9096375"/>
            <a:ext cx="7620000" cy="476250"/>
          </a:xfrm>
          <a:prstGeom prst="foldedCorner">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GroundingProposal: binding delta + 근거 + revision</a:t>
            </a:r>
            <a:endParaRPr lang="ko-KR">
              <a:latin typeface="Calibri"/>
              <a:ea typeface="Calibri"/>
              <a:cs typeface="Calibri"/>
            </a:endParaRPr>
          </a:p>
        </p:txBody>
      </p:sp>
      <p:sp>
        <p:nvSpPr>
          <p:cNvPr id="71" name="adoption">
            <a:extLst>
              <a:ext uri="{FF2B5EF4-FFF2-40B4-BE49-F238E27FC236}">
                <ns2:creationId id="{8DD6C8CE-EF54-4966-B925-92F01873BB6F}"/>
              </a:ext>
            </a:extLst>
          </p:cNvPr>
          <p:cNvSpPr>
            <a:spLocks noGrp="1"/>
          </p:cNvSpPr>
          <p:nvPr/>
        </p:nvSpPr>
        <p:spPr>
          <a:xfrm>
            <a:off x="8477250" y="9096375"/>
            <a:ext cx="5000625" cy="476250"/>
          </a:xfrm>
          <a:prstGeom prst="roundRect">
            <a:avLst>
              <a:gd name="adj" fmla="val 8000"/>
            </a:avLst>
          </a:prstGeom>
          <a:solidFill>
            <a:srgbClr val="FFFFFF"/>
          </a:solidFill>
          <a:ln w="9525">
            <a:solidFill>
              <a:srgbClr val="111111"/>
            </a:solidFill>
          </a:ln>
        </p:spPr>
        <p:txBody>
          <a:bodyPr wrap="none" lIns="104775" tIns="571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Adoption Control: 최신 입력, 사용권, base 검사</a:t>
            </a:r>
            <a:endParaRPr lang="ko-KR">
              <a:latin typeface="Calibri"/>
              <a:ea typeface="Calibri"/>
              <a:cs typeface="Calibri"/>
            </a:endParaRPr>
          </a:p>
        </p:txBody>
      </p:sp>
      <p:sp>
        <p:nvSpPr>
          <p:cNvPr id="72" name="db">
            <a:extLst>
              <a:ext uri="{FF2B5EF4-FFF2-40B4-BE49-F238E27FC236}">
                <ns2:creationId id="{A5AF884F-6810-4E6F-ABD4-DB0E6F3762E1}"/>
              </a:ext>
            </a:extLst>
          </p:cNvPr>
          <p:cNvSpPr>
            <a:spLocks noGrp="1"/>
          </p:cNvSpPr>
          <p:nvPr/>
        </p:nvSpPr>
        <p:spPr>
          <a:xfrm>
            <a:off x="13906500" y="9096375"/>
            <a:ext cx="3952875" cy="476250"/>
          </a:xfrm>
          <a:prstGeom prst="can">
            <a:avLst/>
          </a:prstGeom>
          <a:solidFill>
            <a:srgbClr val="FFFFFF"/>
          </a:solidFill>
          <a:ln w="9525">
            <a:solidFill>
              <a:srgbClr val="111111"/>
            </a:solidFill>
          </a:ln>
        </p:spPr>
        <p:txBody>
          <a:bodyPr wrap="none" lIns="104775" tIns="133350" rIns="104775" bIns="0" anchor="t">
            <a:noAutofit/>
          </a:bodyPr>
          <a:lstStyle>
            <a:defPPr algn="l">
              <a:defRPr sz="1200" lang="ko-KR">
                <a:solidFill>
                  <a:srgbClr val="000000"/>
                </a:solidFill>
                <a:latin typeface="Calibri"/>
                <a:ea typeface="Calibri"/>
                <a:cs typeface="Calibri"/>
              </a:defRPr>
            </a:defPPr>
          </a:lstStyle>
          <a:p>
            <a:pPr algn="l">
              <a:spcAft>
                <a:spcPts val="0"/>
              </a:spcAft>
              <a:buNone/>
              <a:defRPr sz="1200" lang="ko-KR">
                <a:solidFill>
                  <a:srgbClr val="000000"/>
                </a:solidFill>
                <a:latin typeface="Calibri"/>
                <a:ea typeface="Calibri"/>
                <a:cs typeface="Calibri"/>
              </a:defRPr>
            </a:pPr>
            <a:r>
              <a:rPr sz="1400" b="1" lang="ko-KR">
                <a:solidFill>
                  <a:srgbClr val="000000"/>
                </a:solidFill>
                <a:latin typeface="Calibri"/>
                <a:ea typeface="Calibri"/>
                <a:cs typeface="Calibri"/>
              </a:rPr>
              <a:t>State Store / 채택 결과 영속 DB</a:t>
            </a:r>
            <a:endParaRPr lang="ko-KR">
              <a:latin typeface="Calibri"/>
              <a:ea typeface="Calibri"/>
              <a:cs typeface="Calibri"/>
            </a:endParaRPr>
          </a:p>
        </p:txBody>
      </p:sp>
      <p:sp>
        <p:nvSpPr>
          <p:cNvPr id="73" name="wire1">
            <a:extLst>
              <a:ext uri="{FF2B5EF4-FFF2-40B4-BE49-F238E27FC236}">
                <ns2:creationId id="{106DF730-07BE-4169-88E5-A89EEEAB12B3}"/>
              </a:ext>
            </a:extLst>
          </p:cNvPr>
          <p:cNvSpPr>
            <a:spLocks noGrp="1"/>
          </p:cNvSpPr>
          <p:nvPr/>
        </p:nvSpPr>
        <p:spPr>
          <a:xfrm>
            <a:off x="1143000" y="1976438"/>
            <a:ext cx="7929563" cy="1095375"/>
          </a:xfrm>
          <a:custGeom>
            <a:pathLst>
              <a:path w="7929563" h="1095375">
                <a:moveTo>
                  <a:pt x="7929563" y="0"/>
                </a:moveTo>
                <a:lnTo>
                  <a:pt x="7929563" y="981075"/>
                </a:lnTo>
                <a:lnTo>
                  <a:pt x="0" y="981075"/>
                </a:lnTo>
                <a:lnTo>
                  <a:pt x="0" y="1095375"/>
                </a:lnTo>
              </a:path>
            </a:pathLst>
          </a:custGeom>
          <a:noFill/>
          <a:ln w="9525">
            <a:solidFill>
              <a:srgbClr val="195FBD"/>
            </a:solidFill>
            <a:prstDash val="solid"/>
          </a:ln>
        </p:spPr>
      </p:sp>
      <p:sp>
        <p:nvSpPr>
          <p:cNvPr id="74" name="wire1-arrow">
            <a:extLst>
              <a:ext uri="{FF2B5EF4-FFF2-40B4-BE49-F238E27FC236}">
                <ns2:creationId id="{11F91980-5297-4B63-9A09-6409AAA4B2F8}"/>
              </a:ext>
            </a:extLst>
          </p:cNvPr>
          <p:cNvSpPr>
            <a:spLocks noGrp="1"/>
          </p:cNvSpPr>
          <p:nvPr/>
        </p:nvSpPr>
        <p:spPr>
          <a:xfrm>
            <a:off x="1108751" y="3009120"/>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75" name="wire2">
            <a:extLst>
              <a:ext uri="{FF2B5EF4-FFF2-40B4-BE49-F238E27FC236}">
                <ns2:creationId id="{E1D01203-9913-4666-92DF-9DCD4EAEE1AE}"/>
              </a:ext>
            </a:extLst>
          </p:cNvPr>
          <p:cNvSpPr>
            <a:spLocks noGrp="1"/>
          </p:cNvSpPr>
          <p:nvPr/>
        </p:nvSpPr>
        <p:spPr>
          <a:xfrm>
            <a:off x="1857375" y="3417094"/>
            <a:ext cx="333375" cy="95250"/>
          </a:xfrm>
          <a:custGeom>
            <a:pathLst>
              <a:path w="333375" h="95250">
                <a:moveTo>
                  <a:pt x="0" y="95250"/>
                </a:moveTo>
                <a:lnTo>
                  <a:pt x="219075" y="95250"/>
                </a:lnTo>
                <a:lnTo>
                  <a:pt x="219075" y="0"/>
                </a:lnTo>
                <a:lnTo>
                  <a:pt x="333375" y="0"/>
                </a:lnTo>
              </a:path>
            </a:pathLst>
          </a:custGeom>
          <a:noFill/>
          <a:ln w="9525">
            <a:solidFill>
              <a:srgbClr val="195FBD"/>
            </a:solidFill>
            <a:prstDash val="solid"/>
          </a:ln>
        </p:spPr>
      </p:sp>
      <p:sp>
        <p:nvSpPr>
          <p:cNvPr id="76" name="wire2-arrow">
            <a:extLst>
              <a:ext uri="{FF2B5EF4-FFF2-40B4-BE49-F238E27FC236}">
                <ns2:creationId id="{EBD1D05D-8FE3-4517-AF0F-94D55CA791D5}"/>
              </a:ext>
            </a:extLst>
          </p:cNvPr>
          <p:cNvSpPr>
            <a:spLocks noGrp="1"/>
          </p:cNvSpPr>
          <p:nvPr/>
        </p:nvSpPr>
        <p:spPr>
          <a:xfrm>
            <a:off x="2128058" y="3382845"/>
            <a:ext cx="62692" cy="68498"/>
          </a:xfrm>
          <a:custGeom>
            <a:pathLst>
              <a:path w="62692" h="68498">
                <a:moveTo>
                  <a:pt x="0" y="68498"/>
                </a:moveTo>
                <a:lnTo>
                  <a:pt x="62692" y="34249"/>
                </a:lnTo>
                <a:lnTo>
                  <a:pt x="0" y="0"/>
                </a:lnTo>
              </a:path>
            </a:pathLst>
          </a:custGeom>
          <a:noFill/>
          <a:ln w="9525">
            <a:solidFill>
              <a:srgbClr val="195FBD"/>
            </a:solidFill>
            <a:prstDash val="solid"/>
          </a:ln>
        </p:spPr>
      </p:sp>
      <p:sp>
        <p:nvSpPr>
          <p:cNvPr id="77" name="wire3">
            <a:extLst>
              <a:ext uri="{FF2B5EF4-FFF2-40B4-BE49-F238E27FC236}">
                <ns2:creationId id="{C43DC976-6218-445D-9722-2B8D2755E510}"/>
              </a:ext>
            </a:extLst>
          </p:cNvPr>
          <p:cNvSpPr>
            <a:spLocks noGrp="1"/>
          </p:cNvSpPr>
          <p:nvPr/>
        </p:nvSpPr>
        <p:spPr>
          <a:xfrm>
            <a:off x="5286375" y="3417094"/>
            <a:ext cx="381000" cy="9525"/>
          </a:xfrm>
          <a:custGeom>
            <a:pathLst>
              <a:path w="381000" h="9525">
                <a:moveTo>
                  <a:pt x="0" y="0"/>
                </a:moveTo>
                <a:lnTo>
                  <a:pt x="381000" y="0"/>
                </a:lnTo>
              </a:path>
            </a:pathLst>
          </a:custGeom>
          <a:noFill/>
          <a:ln w="9525">
            <a:solidFill>
              <a:srgbClr val="777777"/>
            </a:solidFill>
            <a:prstDash val="dash"/>
          </a:ln>
        </p:spPr>
      </p:sp>
      <p:sp>
        <p:nvSpPr>
          <p:cNvPr id="78" name="wire3-arrow">
            <a:extLst>
              <a:ext uri="{FF2B5EF4-FFF2-40B4-BE49-F238E27FC236}">
                <ns2:creationId id="{C6C62CFC-E5D3-47C1-AFD6-240114529A1A}"/>
              </a:ext>
            </a:extLst>
          </p:cNvPr>
          <p:cNvSpPr>
            <a:spLocks noGrp="1"/>
          </p:cNvSpPr>
          <p:nvPr/>
        </p:nvSpPr>
        <p:spPr>
          <a:xfrm>
            <a:off x="5604683" y="3382845"/>
            <a:ext cx="62692" cy="68498"/>
          </a:xfrm>
          <a:custGeom>
            <a:pathLst>
              <a:path w="62692" h="68498">
                <a:moveTo>
                  <a:pt x="0" y="68498"/>
                </a:moveTo>
                <a:lnTo>
                  <a:pt x="62692" y="34249"/>
                </a:lnTo>
                <a:lnTo>
                  <a:pt x="0" y="0"/>
                </a:lnTo>
              </a:path>
            </a:pathLst>
          </a:custGeom>
          <a:noFill/>
          <a:ln w="9525">
            <a:solidFill>
              <a:srgbClr val="777777"/>
            </a:solidFill>
            <a:prstDash val="solid"/>
          </a:ln>
        </p:spPr>
      </p:sp>
      <p:sp>
        <p:nvSpPr>
          <p:cNvPr id="79" name="wire4">
            <a:extLst>
              <a:ext uri="{FF2B5EF4-FFF2-40B4-BE49-F238E27FC236}">
                <ns2:creationId id="{7A1F8CAF-4846-417D-8D79-5FCDE935FA73}"/>
              </a:ext>
            </a:extLst>
          </p:cNvPr>
          <p:cNvSpPr>
            <a:spLocks noGrp="1"/>
          </p:cNvSpPr>
          <p:nvPr/>
        </p:nvSpPr>
        <p:spPr>
          <a:xfrm>
            <a:off x="1143000" y="3762375"/>
            <a:ext cx="2595563" cy="1476375"/>
          </a:xfrm>
          <a:custGeom>
            <a:pathLst>
              <a:path w="2595563" h="1476375">
                <a:moveTo>
                  <a:pt x="0" y="1476375"/>
                </a:moveTo>
                <a:lnTo>
                  <a:pt x="0" y="304800"/>
                </a:lnTo>
                <a:lnTo>
                  <a:pt x="2595563" y="304800"/>
                </a:lnTo>
                <a:lnTo>
                  <a:pt x="2595563" y="0"/>
                </a:lnTo>
              </a:path>
            </a:pathLst>
          </a:custGeom>
          <a:noFill/>
          <a:ln w="9525">
            <a:solidFill>
              <a:srgbClr val="195FBD"/>
            </a:solidFill>
            <a:prstDash val="dash"/>
          </a:ln>
        </p:spPr>
      </p:sp>
      <p:sp>
        <p:nvSpPr>
          <p:cNvPr id="80" name="wire4-arrow">
            <a:extLst>
              <a:ext uri="{FF2B5EF4-FFF2-40B4-BE49-F238E27FC236}">
                <ns2:creationId id="{6BCE2316-BE69-4919-8FCD-35D6B0BBD796}"/>
              </a:ext>
            </a:extLst>
          </p:cNvPr>
          <p:cNvSpPr>
            <a:spLocks noGrp="1"/>
          </p:cNvSpPr>
          <p:nvPr/>
        </p:nvSpPr>
        <p:spPr>
          <a:xfrm>
            <a:off x="3704314" y="3762375"/>
            <a:ext cx="68498" cy="62692"/>
          </a:xfrm>
          <a:custGeom>
            <a:pathLst>
              <a:path w="68498" h="62692">
                <a:moveTo>
                  <a:pt x="68498" y="62692"/>
                </a:moveTo>
                <a:lnTo>
                  <a:pt x="34249" y="0"/>
                </a:lnTo>
                <a:lnTo>
                  <a:pt x="0" y="62692"/>
                </a:lnTo>
              </a:path>
            </a:pathLst>
          </a:custGeom>
          <a:noFill/>
          <a:ln w="9525">
            <a:solidFill>
              <a:srgbClr val="195FBD"/>
            </a:solidFill>
            <a:prstDash val="solid"/>
          </a:ln>
        </p:spPr>
      </p:sp>
      <p:sp>
        <p:nvSpPr>
          <p:cNvPr id="81" name="wire5">
            <a:extLst>
              <a:ext uri="{FF2B5EF4-FFF2-40B4-BE49-F238E27FC236}">
                <ns2:creationId id="{84236A68-8EB8-4C35-A615-B80B72894B1E}"/>
              </a:ext>
            </a:extLst>
          </p:cNvPr>
          <p:cNvSpPr>
            <a:spLocks noGrp="1"/>
          </p:cNvSpPr>
          <p:nvPr/>
        </p:nvSpPr>
        <p:spPr>
          <a:xfrm>
            <a:off x="9110663" y="1976438"/>
            <a:ext cx="1128713" cy="1095375"/>
          </a:xfrm>
          <a:custGeom>
            <a:pathLst>
              <a:path w="1128713" h="1095375">
                <a:moveTo>
                  <a:pt x="0" y="0"/>
                </a:moveTo>
                <a:lnTo>
                  <a:pt x="0" y="981075"/>
                </a:lnTo>
                <a:lnTo>
                  <a:pt x="1128713" y="981075"/>
                </a:lnTo>
                <a:lnTo>
                  <a:pt x="1128713" y="1095375"/>
                </a:lnTo>
              </a:path>
            </a:pathLst>
          </a:custGeom>
          <a:noFill/>
          <a:ln w="9525">
            <a:solidFill>
              <a:srgbClr val="195FBD"/>
            </a:solidFill>
            <a:prstDash val="solid"/>
          </a:ln>
        </p:spPr>
      </p:sp>
      <p:sp>
        <p:nvSpPr>
          <p:cNvPr id="82" name="wire5-arrow">
            <a:extLst>
              <a:ext uri="{FF2B5EF4-FFF2-40B4-BE49-F238E27FC236}">
                <ns2:creationId id="{167C71CE-AC5B-4FC3-860C-83E45E91A962}"/>
              </a:ext>
            </a:extLst>
          </p:cNvPr>
          <p:cNvSpPr>
            <a:spLocks noGrp="1"/>
          </p:cNvSpPr>
          <p:nvPr/>
        </p:nvSpPr>
        <p:spPr>
          <a:xfrm>
            <a:off x="10205126" y="3009120"/>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83" name="wire6">
            <a:extLst>
              <a:ext uri="{FF2B5EF4-FFF2-40B4-BE49-F238E27FC236}">
                <ns2:creationId id="{07424769-84AD-4129-830A-D4EE1F9FD6F6}"/>
              </a:ext>
            </a:extLst>
          </p:cNvPr>
          <p:cNvSpPr>
            <a:spLocks noGrp="1"/>
          </p:cNvSpPr>
          <p:nvPr/>
        </p:nvSpPr>
        <p:spPr>
          <a:xfrm>
            <a:off x="10953750" y="3417094"/>
            <a:ext cx="333375" cy="95250"/>
          </a:xfrm>
          <a:custGeom>
            <a:pathLst>
              <a:path w="333375" h="95250">
                <a:moveTo>
                  <a:pt x="0" y="95250"/>
                </a:moveTo>
                <a:lnTo>
                  <a:pt x="219075" y="95250"/>
                </a:lnTo>
                <a:lnTo>
                  <a:pt x="219075" y="0"/>
                </a:lnTo>
                <a:lnTo>
                  <a:pt x="333375" y="0"/>
                </a:lnTo>
              </a:path>
            </a:pathLst>
          </a:custGeom>
          <a:noFill/>
          <a:ln w="9525">
            <a:solidFill>
              <a:srgbClr val="195FBD"/>
            </a:solidFill>
            <a:prstDash val="solid"/>
          </a:ln>
        </p:spPr>
      </p:sp>
      <p:sp>
        <p:nvSpPr>
          <p:cNvPr id="84" name="wire6-arrow">
            <a:extLst>
              <a:ext uri="{FF2B5EF4-FFF2-40B4-BE49-F238E27FC236}">
                <ns2:creationId id="{DBBF9813-926F-4E0E-BFDE-ED5E865CDD44}"/>
              </a:ext>
            </a:extLst>
          </p:cNvPr>
          <p:cNvSpPr>
            <a:spLocks noGrp="1"/>
          </p:cNvSpPr>
          <p:nvPr/>
        </p:nvSpPr>
        <p:spPr>
          <a:xfrm>
            <a:off x="11224433" y="3382845"/>
            <a:ext cx="62692" cy="68498"/>
          </a:xfrm>
          <a:custGeom>
            <a:pathLst>
              <a:path w="62692" h="68498">
                <a:moveTo>
                  <a:pt x="0" y="68498"/>
                </a:moveTo>
                <a:lnTo>
                  <a:pt x="62692" y="34249"/>
                </a:lnTo>
                <a:lnTo>
                  <a:pt x="0" y="0"/>
                </a:lnTo>
              </a:path>
            </a:pathLst>
          </a:custGeom>
          <a:noFill/>
          <a:ln w="9525">
            <a:solidFill>
              <a:srgbClr val="195FBD"/>
            </a:solidFill>
            <a:prstDash val="solid"/>
          </a:ln>
        </p:spPr>
      </p:sp>
      <p:sp>
        <p:nvSpPr>
          <p:cNvPr id="85" name="wire7">
            <a:extLst>
              <a:ext uri="{FF2B5EF4-FFF2-40B4-BE49-F238E27FC236}">
                <ns2:creationId id="{7713D779-BE11-494A-947D-B53B09C4C3F0}"/>
              </a:ext>
            </a:extLst>
          </p:cNvPr>
          <p:cNvSpPr>
            <a:spLocks noGrp="1"/>
          </p:cNvSpPr>
          <p:nvPr/>
        </p:nvSpPr>
        <p:spPr>
          <a:xfrm>
            <a:off x="14382750" y="3417094"/>
            <a:ext cx="381000" cy="9525"/>
          </a:xfrm>
          <a:custGeom>
            <a:pathLst>
              <a:path w="381000" h="9525">
                <a:moveTo>
                  <a:pt x="0" y="0"/>
                </a:moveTo>
                <a:lnTo>
                  <a:pt x="381000" y="0"/>
                </a:lnTo>
              </a:path>
            </a:pathLst>
          </a:custGeom>
          <a:noFill/>
          <a:ln w="9525">
            <a:solidFill>
              <a:srgbClr val="777777"/>
            </a:solidFill>
            <a:prstDash val="dash"/>
          </a:ln>
        </p:spPr>
      </p:sp>
      <p:sp>
        <p:nvSpPr>
          <p:cNvPr id="86" name="wire7-arrow">
            <a:extLst>
              <a:ext uri="{FF2B5EF4-FFF2-40B4-BE49-F238E27FC236}">
                <ns2:creationId id="{7367ABB0-BAB9-45BC-BCCA-D4010EE7098A}"/>
              </a:ext>
            </a:extLst>
          </p:cNvPr>
          <p:cNvSpPr>
            <a:spLocks noGrp="1"/>
          </p:cNvSpPr>
          <p:nvPr/>
        </p:nvSpPr>
        <p:spPr>
          <a:xfrm>
            <a:off x="14701058" y="3382845"/>
            <a:ext cx="62692" cy="68498"/>
          </a:xfrm>
          <a:custGeom>
            <a:pathLst>
              <a:path w="62692" h="68498">
                <a:moveTo>
                  <a:pt x="0" y="68498"/>
                </a:moveTo>
                <a:lnTo>
                  <a:pt x="62692" y="34249"/>
                </a:lnTo>
                <a:lnTo>
                  <a:pt x="0" y="0"/>
                </a:lnTo>
              </a:path>
            </a:pathLst>
          </a:custGeom>
          <a:noFill/>
          <a:ln w="9525">
            <a:solidFill>
              <a:srgbClr val="777777"/>
            </a:solidFill>
            <a:prstDash val="solid"/>
          </a:ln>
        </p:spPr>
      </p:sp>
      <p:sp>
        <p:nvSpPr>
          <p:cNvPr id="87" name="wire8">
            <a:extLst>
              <a:ext uri="{FF2B5EF4-FFF2-40B4-BE49-F238E27FC236}">
                <ns2:creationId id="{FCF70952-5106-4A0B-9874-CD7A0A874868}"/>
              </a:ext>
            </a:extLst>
          </p:cNvPr>
          <p:cNvSpPr>
            <a:spLocks noGrp="1"/>
          </p:cNvSpPr>
          <p:nvPr/>
        </p:nvSpPr>
        <p:spPr>
          <a:xfrm>
            <a:off x="10239375" y="3762375"/>
            <a:ext cx="2595563" cy="1476375"/>
          </a:xfrm>
          <a:custGeom>
            <a:pathLst>
              <a:path w="2595563" h="1476375">
                <a:moveTo>
                  <a:pt x="0" y="1476375"/>
                </a:moveTo>
                <a:lnTo>
                  <a:pt x="0" y="304800"/>
                </a:lnTo>
                <a:lnTo>
                  <a:pt x="2595563" y="304800"/>
                </a:lnTo>
                <a:lnTo>
                  <a:pt x="2595563" y="0"/>
                </a:lnTo>
              </a:path>
            </a:pathLst>
          </a:custGeom>
          <a:noFill/>
          <a:ln w="9525">
            <a:solidFill>
              <a:srgbClr val="195FBD"/>
            </a:solidFill>
            <a:prstDash val="dash"/>
          </a:ln>
        </p:spPr>
      </p:sp>
      <p:sp>
        <p:nvSpPr>
          <p:cNvPr id="88" name="wire8-arrow">
            <a:extLst>
              <a:ext uri="{FF2B5EF4-FFF2-40B4-BE49-F238E27FC236}">
                <ns2:creationId id="{1693B992-6CD1-4A5F-BABF-747D0E7DF330}"/>
              </a:ext>
            </a:extLst>
          </p:cNvPr>
          <p:cNvSpPr>
            <a:spLocks noGrp="1"/>
          </p:cNvSpPr>
          <p:nvPr/>
        </p:nvSpPr>
        <p:spPr>
          <a:xfrm>
            <a:off x="12800689" y="3762375"/>
            <a:ext cx="68498" cy="62692"/>
          </a:xfrm>
          <a:custGeom>
            <a:pathLst>
              <a:path w="68498" h="62692">
                <a:moveTo>
                  <a:pt x="68498" y="62692"/>
                </a:moveTo>
                <a:lnTo>
                  <a:pt x="34249" y="0"/>
                </a:lnTo>
                <a:lnTo>
                  <a:pt x="0" y="62692"/>
                </a:lnTo>
              </a:path>
            </a:pathLst>
          </a:custGeom>
          <a:noFill/>
          <a:ln w="9525">
            <a:solidFill>
              <a:srgbClr val="195FBD"/>
            </a:solidFill>
            <a:prstDash val="solid"/>
          </a:ln>
        </p:spPr>
      </p:sp>
      <p:sp>
        <p:nvSpPr>
          <p:cNvPr id="89" name="wire9">
            <a:extLst>
              <a:ext uri="{FF2B5EF4-FFF2-40B4-BE49-F238E27FC236}">
                <ns2:creationId id="{20B0760C-E94F-43B2-9791-C9BBC6C1E8B5}"/>
              </a:ext>
            </a:extLst>
          </p:cNvPr>
          <p:cNvSpPr>
            <a:spLocks noGrp="1"/>
          </p:cNvSpPr>
          <p:nvPr/>
        </p:nvSpPr>
        <p:spPr>
          <a:xfrm>
            <a:off x="3738563" y="3762375"/>
            <a:ext cx="38100" cy="476250"/>
          </a:xfrm>
          <a:custGeom>
            <a:pathLst>
              <a:path w="38100" h="476250">
                <a:moveTo>
                  <a:pt x="38100" y="0"/>
                </a:moveTo>
                <a:lnTo>
                  <a:pt x="38100" y="361950"/>
                </a:lnTo>
                <a:lnTo>
                  <a:pt x="0" y="361950"/>
                </a:lnTo>
                <a:lnTo>
                  <a:pt x="0" y="476250"/>
                </a:lnTo>
              </a:path>
            </a:pathLst>
          </a:custGeom>
          <a:noFill/>
          <a:ln w="9525">
            <a:solidFill>
              <a:srgbClr val="195FBD"/>
            </a:solidFill>
            <a:prstDash val="solid"/>
          </a:ln>
        </p:spPr>
      </p:sp>
      <p:sp>
        <p:nvSpPr>
          <p:cNvPr id="90" name="wire9-arrow">
            <a:extLst>
              <a:ext uri="{FF2B5EF4-FFF2-40B4-BE49-F238E27FC236}">
                <ns2:creationId id="{DAC5AD44-E9BD-4A4B-8212-2250359094C1}"/>
              </a:ext>
            </a:extLst>
          </p:cNvPr>
          <p:cNvSpPr>
            <a:spLocks noGrp="1"/>
          </p:cNvSpPr>
          <p:nvPr/>
        </p:nvSpPr>
        <p:spPr>
          <a:xfrm>
            <a:off x="3704314" y="4175933"/>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91" name="wire10">
            <a:extLst>
              <a:ext uri="{FF2B5EF4-FFF2-40B4-BE49-F238E27FC236}">
                <ns2:creationId id="{C9CD96A0-1D43-4FC3-9EF7-5C504BD2DE9C}"/>
              </a:ext>
            </a:extLst>
          </p:cNvPr>
          <p:cNvSpPr>
            <a:spLocks noGrp="1"/>
          </p:cNvSpPr>
          <p:nvPr/>
        </p:nvSpPr>
        <p:spPr>
          <a:xfrm>
            <a:off x="3738563" y="4881563"/>
            <a:ext cx="9525" cy="500063"/>
          </a:xfrm>
          <a:custGeom>
            <a:pathLst>
              <a:path w="9525" h="500063">
                <a:moveTo>
                  <a:pt x="0" y="0"/>
                </a:moveTo>
                <a:lnTo>
                  <a:pt x="0" y="500063"/>
                </a:lnTo>
              </a:path>
            </a:pathLst>
          </a:custGeom>
          <a:noFill/>
          <a:ln w="9525">
            <a:solidFill>
              <a:srgbClr val="195FBD"/>
            </a:solidFill>
            <a:prstDash val="solid"/>
          </a:ln>
        </p:spPr>
      </p:sp>
      <p:sp>
        <p:nvSpPr>
          <p:cNvPr id="92" name="wire10-arrow">
            <a:extLst>
              <a:ext uri="{FF2B5EF4-FFF2-40B4-BE49-F238E27FC236}">
                <ns2:creationId id="{6548F3D6-199B-4883-AB70-25C78DDAAB99}"/>
              </a:ext>
            </a:extLst>
          </p:cNvPr>
          <p:cNvSpPr>
            <a:spLocks noGrp="1"/>
          </p:cNvSpPr>
          <p:nvPr/>
        </p:nvSpPr>
        <p:spPr>
          <a:xfrm>
            <a:off x="3704314" y="5318933"/>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93" name="wire11">
            <a:extLst>
              <a:ext uri="{FF2B5EF4-FFF2-40B4-BE49-F238E27FC236}">
                <ns2:creationId id="{A683D3A0-772F-4122-8FB4-681E5BDFFEEE}"/>
              </a:ext>
            </a:extLst>
          </p:cNvPr>
          <p:cNvSpPr>
            <a:spLocks noGrp="1"/>
          </p:cNvSpPr>
          <p:nvPr/>
        </p:nvSpPr>
        <p:spPr>
          <a:xfrm>
            <a:off x="5286375" y="5834063"/>
            <a:ext cx="381000" cy="9525"/>
          </a:xfrm>
          <a:custGeom>
            <a:pathLst>
              <a:path w="381000" h="9525">
                <a:moveTo>
                  <a:pt x="0" y="0"/>
                </a:moveTo>
                <a:lnTo>
                  <a:pt x="381000" y="0"/>
                </a:lnTo>
              </a:path>
            </a:pathLst>
          </a:custGeom>
          <a:noFill/>
          <a:ln w="9525">
            <a:solidFill>
              <a:srgbClr val="777777"/>
            </a:solidFill>
            <a:prstDash val="dash"/>
          </a:ln>
        </p:spPr>
      </p:sp>
      <p:sp>
        <p:nvSpPr>
          <p:cNvPr id="94" name="wire11-arrow">
            <a:extLst>
              <a:ext uri="{FF2B5EF4-FFF2-40B4-BE49-F238E27FC236}">
                <ns2:creationId id="{DA48078A-C612-47D6-A9EC-1870C6869643}"/>
              </a:ext>
            </a:extLst>
          </p:cNvPr>
          <p:cNvSpPr>
            <a:spLocks noGrp="1"/>
          </p:cNvSpPr>
          <p:nvPr/>
        </p:nvSpPr>
        <p:spPr>
          <a:xfrm>
            <a:off x="5604683" y="5799814"/>
            <a:ext cx="62692" cy="68498"/>
          </a:xfrm>
          <a:custGeom>
            <a:pathLst>
              <a:path w="62692" h="68498">
                <a:moveTo>
                  <a:pt x="0" y="68498"/>
                </a:moveTo>
                <a:lnTo>
                  <a:pt x="62692" y="34249"/>
                </a:lnTo>
                <a:lnTo>
                  <a:pt x="0" y="0"/>
                </a:lnTo>
              </a:path>
            </a:pathLst>
          </a:custGeom>
          <a:noFill/>
          <a:ln w="9525">
            <a:solidFill>
              <a:srgbClr val="777777"/>
            </a:solidFill>
            <a:prstDash val="solid"/>
          </a:ln>
        </p:spPr>
      </p:sp>
      <p:sp>
        <p:nvSpPr>
          <p:cNvPr id="95" name="wire12">
            <a:extLst>
              <a:ext uri="{FF2B5EF4-FFF2-40B4-BE49-F238E27FC236}">
                <ns2:creationId id="{4DF5C7A5-B71A-4556-AE10-0E964CC7715A}"/>
              </a:ext>
            </a:extLst>
          </p:cNvPr>
          <p:cNvSpPr>
            <a:spLocks noGrp="1"/>
          </p:cNvSpPr>
          <p:nvPr/>
        </p:nvSpPr>
        <p:spPr>
          <a:xfrm>
            <a:off x="5286375" y="5834063"/>
            <a:ext cx="3357563" cy="1262063"/>
          </a:xfrm>
          <a:custGeom>
            <a:pathLst>
              <a:path w="3357563" h="1262063">
                <a:moveTo>
                  <a:pt x="0" y="0"/>
                </a:moveTo>
                <a:lnTo>
                  <a:pt x="190500" y="0"/>
                </a:lnTo>
                <a:lnTo>
                  <a:pt x="190500" y="642938"/>
                </a:lnTo>
                <a:lnTo>
                  <a:pt x="3357563" y="642938"/>
                </a:lnTo>
                <a:lnTo>
                  <a:pt x="3357563" y="1262063"/>
                </a:lnTo>
              </a:path>
            </a:pathLst>
          </a:custGeom>
          <a:noFill/>
          <a:ln w="9525">
            <a:solidFill>
              <a:srgbClr val="195FBD"/>
            </a:solidFill>
            <a:prstDash val="dash"/>
          </a:ln>
        </p:spPr>
      </p:sp>
      <p:sp>
        <p:nvSpPr>
          <p:cNvPr id="96" name="wire12-arrow">
            <a:extLst>
              <a:ext uri="{FF2B5EF4-FFF2-40B4-BE49-F238E27FC236}">
                <ns2:creationId id="{15848ECA-15F4-463F-AD0F-FF2102BF31AA}"/>
              </a:ext>
            </a:extLst>
          </p:cNvPr>
          <p:cNvSpPr>
            <a:spLocks noGrp="1"/>
          </p:cNvSpPr>
          <p:nvPr/>
        </p:nvSpPr>
        <p:spPr>
          <a:xfrm>
            <a:off x="8609689" y="7033433"/>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97" name="wire13">
            <a:extLst>
              <a:ext uri="{FF2B5EF4-FFF2-40B4-BE49-F238E27FC236}">
                <ns2:creationId id="{1B1BAB36-849F-4902-B3AB-3007EB86D829}"/>
              </a:ext>
            </a:extLst>
          </p:cNvPr>
          <p:cNvSpPr>
            <a:spLocks noGrp="1"/>
          </p:cNvSpPr>
          <p:nvPr/>
        </p:nvSpPr>
        <p:spPr>
          <a:xfrm>
            <a:off x="1143000" y="6357938"/>
            <a:ext cx="1047750" cy="1190625"/>
          </a:xfrm>
          <a:custGeom>
            <a:pathLst>
              <a:path w="1047750" h="1190625">
                <a:moveTo>
                  <a:pt x="1047750" y="1190625"/>
                </a:moveTo>
                <a:lnTo>
                  <a:pt x="0" y="1190625"/>
                </a:lnTo>
                <a:lnTo>
                  <a:pt x="0" y="0"/>
                </a:lnTo>
              </a:path>
            </a:pathLst>
          </a:custGeom>
          <a:noFill/>
          <a:ln w="9525">
            <a:solidFill>
              <a:srgbClr val="195FBD"/>
            </a:solidFill>
            <a:prstDash val="dash"/>
          </a:ln>
        </p:spPr>
      </p:sp>
      <p:sp>
        <p:nvSpPr>
          <p:cNvPr id="98" name="wire13-arrow">
            <a:extLst>
              <a:ext uri="{FF2B5EF4-FFF2-40B4-BE49-F238E27FC236}">
                <ns2:creationId id="{2A7C3938-511B-4C31-810F-B5E86C9618D0}"/>
              </a:ext>
            </a:extLst>
          </p:cNvPr>
          <p:cNvSpPr>
            <a:spLocks noGrp="1"/>
          </p:cNvSpPr>
          <p:nvPr/>
        </p:nvSpPr>
        <p:spPr>
          <a:xfrm>
            <a:off x="1108751" y="6357938"/>
            <a:ext cx="68498" cy="62692"/>
          </a:xfrm>
          <a:custGeom>
            <a:pathLst>
              <a:path w="68498" h="62692">
                <a:moveTo>
                  <a:pt x="68498" y="62692"/>
                </a:moveTo>
                <a:lnTo>
                  <a:pt x="34249" y="0"/>
                </a:lnTo>
                <a:lnTo>
                  <a:pt x="0" y="62692"/>
                </a:lnTo>
              </a:path>
            </a:pathLst>
          </a:custGeom>
          <a:noFill/>
          <a:ln w="9525">
            <a:solidFill>
              <a:srgbClr val="195FBD"/>
            </a:solidFill>
            <a:prstDash val="solid"/>
          </a:ln>
        </p:spPr>
      </p:sp>
      <p:sp>
        <p:nvSpPr>
          <p:cNvPr id="99" name="wire14">
            <a:extLst>
              <a:ext uri="{FF2B5EF4-FFF2-40B4-BE49-F238E27FC236}">
                <ns2:creationId id="{EDEA138C-E3DC-44FA-B6C2-736CF16901D4}"/>
              </a:ext>
            </a:extLst>
          </p:cNvPr>
          <p:cNvSpPr>
            <a:spLocks noGrp="1"/>
          </p:cNvSpPr>
          <p:nvPr/>
        </p:nvSpPr>
        <p:spPr>
          <a:xfrm>
            <a:off x="12834938" y="3762375"/>
            <a:ext cx="38100" cy="476250"/>
          </a:xfrm>
          <a:custGeom>
            <a:pathLst>
              <a:path w="38100" h="476250">
                <a:moveTo>
                  <a:pt x="38100" y="0"/>
                </a:moveTo>
                <a:lnTo>
                  <a:pt x="38100" y="361950"/>
                </a:lnTo>
                <a:lnTo>
                  <a:pt x="0" y="361950"/>
                </a:lnTo>
                <a:lnTo>
                  <a:pt x="0" y="476250"/>
                </a:lnTo>
              </a:path>
            </a:pathLst>
          </a:custGeom>
          <a:noFill/>
          <a:ln w="9525">
            <a:solidFill>
              <a:srgbClr val="195FBD"/>
            </a:solidFill>
            <a:prstDash val="solid"/>
          </a:ln>
        </p:spPr>
      </p:sp>
      <p:sp>
        <p:nvSpPr>
          <p:cNvPr id="100" name="wire14-arrow">
            <a:extLst>
              <a:ext uri="{FF2B5EF4-FFF2-40B4-BE49-F238E27FC236}">
                <ns2:creationId id="{B3683DF8-5A1E-4ABA-9EF9-6FEBFC041EB4}"/>
              </a:ext>
            </a:extLst>
          </p:cNvPr>
          <p:cNvSpPr>
            <a:spLocks noGrp="1"/>
          </p:cNvSpPr>
          <p:nvPr/>
        </p:nvSpPr>
        <p:spPr>
          <a:xfrm>
            <a:off x="12800689" y="4175933"/>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101" name="wire15">
            <a:extLst>
              <a:ext uri="{FF2B5EF4-FFF2-40B4-BE49-F238E27FC236}">
                <ns2:creationId id="{75149DF7-E838-4988-B913-F55E480ABDF7}"/>
              </a:ext>
            </a:extLst>
          </p:cNvPr>
          <p:cNvSpPr>
            <a:spLocks noGrp="1"/>
          </p:cNvSpPr>
          <p:nvPr/>
        </p:nvSpPr>
        <p:spPr>
          <a:xfrm>
            <a:off x="12834938" y="4881563"/>
            <a:ext cx="9525" cy="357188"/>
          </a:xfrm>
          <a:custGeom>
            <a:pathLst>
              <a:path w="9525" h="357188">
                <a:moveTo>
                  <a:pt x="0" y="0"/>
                </a:moveTo>
                <a:lnTo>
                  <a:pt x="0" y="357188"/>
                </a:lnTo>
              </a:path>
            </a:pathLst>
          </a:custGeom>
          <a:noFill/>
          <a:ln w="9525">
            <a:solidFill>
              <a:srgbClr val="195FBD"/>
            </a:solidFill>
            <a:prstDash val="solid"/>
          </a:ln>
        </p:spPr>
      </p:sp>
      <p:sp>
        <p:nvSpPr>
          <p:cNvPr id="102" name="wire15-arrow">
            <a:extLst>
              <a:ext uri="{FF2B5EF4-FFF2-40B4-BE49-F238E27FC236}">
                <ns2:creationId id="{B0872222-D467-4913-8B46-39551ED5CEDD}"/>
              </a:ext>
            </a:extLst>
          </p:cNvPr>
          <p:cNvSpPr>
            <a:spLocks noGrp="1"/>
          </p:cNvSpPr>
          <p:nvPr/>
        </p:nvSpPr>
        <p:spPr>
          <a:xfrm>
            <a:off x="12800689" y="5176058"/>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103" name="wire16">
            <a:extLst>
              <a:ext uri="{FF2B5EF4-FFF2-40B4-BE49-F238E27FC236}">
                <ns2:creationId id="{9FE8E22E-02C9-448A-BA59-3CDB2E53C892}"/>
              </a:ext>
            </a:extLst>
          </p:cNvPr>
          <p:cNvSpPr>
            <a:spLocks noGrp="1"/>
          </p:cNvSpPr>
          <p:nvPr/>
        </p:nvSpPr>
        <p:spPr>
          <a:xfrm>
            <a:off x="12834938" y="6119813"/>
            <a:ext cx="9525" cy="357188"/>
          </a:xfrm>
          <a:custGeom>
            <a:pathLst>
              <a:path w="9525" h="357188">
                <a:moveTo>
                  <a:pt x="0" y="0"/>
                </a:moveTo>
                <a:lnTo>
                  <a:pt x="0" y="357188"/>
                </a:lnTo>
              </a:path>
            </a:pathLst>
          </a:custGeom>
          <a:noFill/>
          <a:ln w="9525">
            <a:solidFill>
              <a:srgbClr val="777777"/>
            </a:solidFill>
            <a:prstDash val="dash"/>
          </a:ln>
        </p:spPr>
      </p:sp>
      <p:sp>
        <p:nvSpPr>
          <p:cNvPr id="104" name="wire16-arrow">
            <a:extLst>
              <a:ext uri="{FF2B5EF4-FFF2-40B4-BE49-F238E27FC236}">
                <ns2:creationId id="{4ADDC491-E2D0-429D-A669-5590EE2D586C}"/>
              </a:ext>
            </a:extLst>
          </p:cNvPr>
          <p:cNvSpPr>
            <a:spLocks noGrp="1"/>
          </p:cNvSpPr>
          <p:nvPr/>
        </p:nvSpPr>
        <p:spPr>
          <a:xfrm>
            <a:off x="12800689" y="6414308"/>
            <a:ext cx="68498" cy="62692"/>
          </a:xfrm>
          <a:custGeom>
            <a:pathLst>
              <a:path w="68498" h="62692">
                <a:moveTo>
                  <a:pt x="0" y="0"/>
                </a:moveTo>
                <a:lnTo>
                  <a:pt x="34249" y="62692"/>
                </a:lnTo>
                <a:lnTo>
                  <a:pt x="68498" y="0"/>
                </a:lnTo>
              </a:path>
            </a:pathLst>
          </a:custGeom>
          <a:noFill/>
          <a:ln w="9525">
            <a:solidFill>
              <a:srgbClr val="777777"/>
            </a:solidFill>
            <a:prstDash val="solid"/>
          </a:ln>
        </p:spPr>
      </p:sp>
      <p:sp>
        <p:nvSpPr>
          <p:cNvPr id="105" name="wire17">
            <a:extLst>
              <a:ext uri="{FF2B5EF4-FFF2-40B4-BE49-F238E27FC236}">
                <ns2:creationId id="{CAF2AB1B-2746-4097-8B7B-E931AEF23429}"/>
              </a:ext>
            </a:extLst>
          </p:cNvPr>
          <p:cNvSpPr>
            <a:spLocks noGrp="1"/>
          </p:cNvSpPr>
          <p:nvPr/>
        </p:nvSpPr>
        <p:spPr>
          <a:xfrm>
            <a:off x="10953750" y="5679281"/>
            <a:ext cx="333375" cy="119063"/>
          </a:xfrm>
          <a:custGeom>
            <a:pathLst>
              <a:path w="333375" h="119063">
                <a:moveTo>
                  <a:pt x="333375" y="0"/>
                </a:moveTo>
                <a:lnTo>
                  <a:pt x="114300" y="0"/>
                </a:lnTo>
                <a:lnTo>
                  <a:pt x="114300" y="119063"/>
                </a:lnTo>
                <a:lnTo>
                  <a:pt x="0" y="119063"/>
                </a:lnTo>
              </a:path>
            </a:pathLst>
          </a:custGeom>
          <a:noFill/>
          <a:ln w="9525">
            <a:solidFill>
              <a:srgbClr val="195FBD"/>
            </a:solidFill>
            <a:prstDash val="dash"/>
          </a:ln>
        </p:spPr>
      </p:sp>
      <p:sp>
        <p:nvSpPr>
          <p:cNvPr id="106" name="wire17-arrow">
            <a:extLst>
              <a:ext uri="{FF2B5EF4-FFF2-40B4-BE49-F238E27FC236}">
                <ns2:creationId id="{652DC876-BBB5-484C-83CB-7D078BA8E472}"/>
              </a:ext>
            </a:extLst>
          </p:cNvPr>
          <p:cNvSpPr>
            <a:spLocks noGrp="1"/>
          </p:cNvSpPr>
          <p:nvPr/>
        </p:nvSpPr>
        <p:spPr>
          <a:xfrm>
            <a:off x="10953750" y="5764095"/>
            <a:ext cx="62692" cy="68498"/>
          </a:xfrm>
          <a:custGeom>
            <a:pathLst>
              <a:path w="62692" h="68498">
                <a:moveTo>
                  <a:pt x="62692" y="0"/>
                </a:moveTo>
                <a:lnTo>
                  <a:pt x="0" y="34249"/>
                </a:lnTo>
                <a:lnTo>
                  <a:pt x="62692" y="68498"/>
                </a:lnTo>
              </a:path>
            </a:pathLst>
          </a:custGeom>
          <a:noFill/>
          <a:ln w="9525">
            <a:solidFill>
              <a:srgbClr val="195FBD"/>
            </a:solidFill>
            <a:prstDash val="solid"/>
          </a:ln>
        </p:spPr>
      </p:sp>
      <p:sp>
        <p:nvSpPr>
          <p:cNvPr id="107" name="wire18">
            <a:extLst>
              <a:ext uri="{FF2B5EF4-FFF2-40B4-BE49-F238E27FC236}">
                <ns2:creationId id="{C2C3E52D-F5C7-495A-9DE3-B1B642078941}"/>
              </a:ext>
            </a:extLst>
          </p:cNvPr>
          <p:cNvSpPr>
            <a:spLocks noGrp="1"/>
          </p:cNvSpPr>
          <p:nvPr/>
        </p:nvSpPr>
        <p:spPr>
          <a:xfrm>
            <a:off x="12796838" y="3762375"/>
            <a:ext cx="3514725" cy="476250"/>
          </a:xfrm>
          <a:custGeom>
            <a:pathLst>
              <a:path w="3514725" h="476250">
                <a:moveTo>
                  <a:pt x="0" y="0"/>
                </a:moveTo>
                <a:lnTo>
                  <a:pt x="0" y="114300"/>
                </a:lnTo>
                <a:lnTo>
                  <a:pt x="3514725" y="114300"/>
                </a:lnTo>
                <a:lnTo>
                  <a:pt x="3514725" y="476250"/>
                </a:lnTo>
              </a:path>
            </a:pathLst>
          </a:custGeom>
          <a:noFill/>
          <a:ln w="9525">
            <a:solidFill>
              <a:srgbClr val="195FBD"/>
            </a:solidFill>
            <a:prstDash val="solid"/>
          </a:ln>
        </p:spPr>
      </p:sp>
      <p:sp>
        <p:nvSpPr>
          <p:cNvPr id="108" name="wire18-arrow">
            <a:extLst>
              <a:ext uri="{FF2B5EF4-FFF2-40B4-BE49-F238E27FC236}">
                <ns2:creationId id="{050F5276-2FBF-4243-8F69-7479A611F1D7}"/>
              </a:ext>
            </a:extLst>
          </p:cNvPr>
          <p:cNvSpPr>
            <a:spLocks noGrp="1"/>
          </p:cNvSpPr>
          <p:nvPr/>
        </p:nvSpPr>
        <p:spPr>
          <a:xfrm>
            <a:off x="16277314" y="4175933"/>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109" name="wire19">
            <a:extLst>
              <a:ext uri="{FF2B5EF4-FFF2-40B4-BE49-F238E27FC236}">
                <ns2:creationId id="{50DD2C5E-0E12-43B7-B102-79F93AAE8971}"/>
              </a:ext>
            </a:extLst>
          </p:cNvPr>
          <p:cNvSpPr>
            <a:spLocks noGrp="1"/>
          </p:cNvSpPr>
          <p:nvPr/>
        </p:nvSpPr>
        <p:spPr>
          <a:xfrm>
            <a:off x="16311563" y="4881563"/>
            <a:ext cx="9525" cy="357188"/>
          </a:xfrm>
          <a:custGeom>
            <a:pathLst>
              <a:path w="9525" h="357188">
                <a:moveTo>
                  <a:pt x="0" y="0"/>
                </a:moveTo>
                <a:lnTo>
                  <a:pt x="0" y="357188"/>
                </a:lnTo>
              </a:path>
            </a:pathLst>
          </a:custGeom>
          <a:noFill/>
          <a:ln w="9525">
            <a:solidFill>
              <a:srgbClr val="195FBD"/>
            </a:solidFill>
            <a:prstDash val="solid"/>
          </a:ln>
        </p:spPr>
      </p:sp>
      <p:sp>
        <p:nvSpPr>
          <p:cNvPr id="110" name="wire19-arrow">
            <a:extLst>
              <a:ext uri="{FF2B5EF4-FFF2-40B4-BE49-F238E27FC236}">
                <ns2:creationId id="{10BC86B4-22E5-4617-AC70-0C283E37CBB2}"/>
              </a:ext>
            </a:extLst>
          </p:cNvPr>
          <p:cNvSpPr>
            <a:spLocks noGrp="1"/>
          </p:cNvSpPr>
          <p:nvPr/>
        </p:nvSpPr>
        <p:spPr>
          <a:xfrm>
            <a:off x="16277314" y="5176058"/>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111" name="wire20">
            <a:extLst>
              <a:ext uri="{FF2B5EF4-FFF2-40B4-BE49-F238E27FC236}">
                <ns2:creationId id="{810574DD-8A83-4996-AA49-C2A7845EA993}"/>
              </a:ext>
            </a:extLst>
          </p:cNvPr>
          <p:cNvSpPr>
            <a:spLocks noGrp="1"/>
          </p:cNvSpPr>
          <p:nvPr/>
        </p:nvSpPr>
        <p:spPr>
          <a:xfrm>
            <a:off x="16311563" y="6119813"/>
            <a:ext cx="9525" cy="357188"/>
          </a:xfrm>
          <a:custGeom>
            <a:pathLst>
              <a:path w="9525" h="357188">
                <a:moveTo>
                  <a:pt x="0" y="0"/>
                </a:moveTo>
                <a:lnTo>
                  <a:pt x="0" y="357188"/>
                </a:lnTo>
              </a:path>
            </a:pathLst>
          </a:custGeom>
          <a:noFill/>
          <a:ln w="9525">
            <a:solidFill>
              <a:srgbClr val="777777"/>
            </a:solidFill>
            <a:prstDash val="dash"/>
          </a:ln>
        </p:spPr>
      </p:sp>
      <p:sp>
        <p:nvSpPr>
          <p:cNvPr id="112" name="wire20-arrow">
            <a:extLst>
              <a:ext uri="{FF2B5EF4-FFF2-40B4-BE49-F238E27FC236}">
                <ns2:creationId id="{69F39470-23CE-4950-B1C8-DC92AA6B0D8F}"/>
              </a:ext>
            </a:extLst>
          </p:cNvPr>
          <p:cNvSpPr>
            <a:spLocks noGrp="1"/>
          </p:cNvSpPr>
          <p:nvPr/>
        </p:nvSpPr>
        <p:spPr>
          <a:xfrm>
            <a:off x="16277314" y="6414308"/>
            <a:ext cx="68498" cy="62692"/>
          </a:xfrm>
          <a:custGeom>
            <a:pathLst>
              <a:path w="68498" h="62692">
                <a:moveTo>
                  <a:pt x="0" y="0"/>
                </a:moveTo>
                <a:lnTo>
                  <a:pt x="34249" y="62692"/>
                </a:lnTo>
                <a:lnTo>
                  <a:pt x="68498" y="0"/>
                </a:lnTo>
              </a:path>
            </a:pathLst>
          </a:custGeom>
          <a:noFill/>
          <a:ln w="9525">
            <a:solidFill>
              <a:srgbClr val="777777"/>
            </a:solidFill>
            <a:prstDash val="solid"/>
          </a:ln>
        </p:spPr>
      </p:sp>
      <p:sp>
        <p:nvSpPr>
          <p:cNvPr id="113" name="wire21">
            <a:extLst>
              <a:ext uri="{FF2B5EF4-FFF2-40B4-BE49-F238E27FC236}">
                <ns2:creationId id="{957060C9-9002-49BB-A745-77F2FA646E84}"/>
              </a:ext>
            </a:extLst>
          </p:cNvPr>
          <p:cNvSpPr>
            <a:spLocks noGrp="1"/>
          </p:cNvSpPr>
          <p:nvPr/>
        </p:nvSpPr>
        <p:spPr>
          <a:xfrm>
            <a:off x="10953750" y="5679281"/>
            <a:ext cx="7019925" cy="554831"/>
          </a:xfrm>
          <a:custGeom>
            <a:pathLst>
              <a:path w="7019925" h="554831">
                <a:moveTo>
                  <a:pt x="6905625" y="0"/>
                </a:moveTo>
                <a:lnTo>
                  <a:pt x="7019925" y="0"/>
                </a:lnTo>
                <a:lnTo>
                  <a:pt x="7019925" y="554831"/>
                </a:lnTo>
                <a:lnTo>
                  <a:pt x="114300" y="554831"/>
                </a:lnTo>
                <a:lnTo>
                  <a:pt x="114300" y="157163"/>
                </a:lnTo>
                <a:lnTo>
                  <a:pt x="0" y="157163"/>
                </a:lnTo>
              </a:path>
            </a:pathLst>
          </a:custGeom>
          <a:noFill/>
          <a:ln w="9525">
            <a:solidFill>
              <a:srgbClr val="195FBD"/>
            </a:solidFill>
            <a:prstDash val="dash"/>
          </a:ln>
        </p:spPr>
      </p:sp>
      <p:sp>
        <p:nvSpPr>
          <p:cNvPr id="114" name="wire21-arrow">
            <a:extLst>
              <a:ext uri="{FF2B5EF4-FFF2-40B4-BE49-F238E27FC236}">
                <ns2:creationId id="{8F778062-6717-4431-9AF5-FEDC7415383B}"/>
              </a:ext>
            </a:extLst>
          </p:cNvPr>
          <p:cNvSpPr>
            <a:spLocks noGrp="1"/>
          </p:cNvSpPr>
          <p:nvPr/>
        </p:nvSpPr>
        <p:spPr>
          <a:xfrm>
            <a:off x="10953750" y="5802195"/>
            <a:ext cx="62692" cy="68498"/>
          </a:xfrm>
          <a:custGeom>
            <a:pathLst>
              <a:path w="62692" h="68498">
                <a:moveTo>
                  <a:pt x="62692" y="0"/>
                </a:moveTo>
                <a:lnTo>
                  <a:pt x="0" y="34249"/>
                </a:lnTo>
                <a:lnTo>
                  <a:pt x="62692" y="68498"/>
                </a:lnTo>
              </a:path>
            </a:pathLst>
          </a:custGeom>
          <a:noFill/>
          <a:ln w="9525">
            <a:solidFill>
              <a:srgbClr val="195FBD"/>
            </a:solidFill>
            <a:prstDash val="solid"/>
          </a:ln>
        </p:spPr>
      </p:sp>
      <p:sp>
        <p:nvSpPr>
          <p:cNvPr id="115" name="wire22">
            <a:extLst>
              <a:ext uri="{FF2B5EF4-FFF2-40B4-BE49-F238E27FC236}">
                <ns2:creationId id="{443679EE-503C-4F0C-8DA1-233C4404EF9D}"/>
              </a:ext>
            </a:extLst>
          </p:cNvPr>
          <p:cNvSpPr>
            <a:spLocks noGrp="1"/>
          </p:cNvSpPr>
          <p:nvPr/>
        </p:nvSpPr>
        <p:spPr>
          <a:xfrm>
            <a:off x="9458325" y="3455194"/>
            <a:ext cx="1828800" cy="4319588"/>
          </a:xfrm>
          <a:custGeom>
            <a:pathLst>
              <a:path w="1828800" h="4319588">
                <a:moveTo>
                  <a:pt x="1828800" y="0"/>
                </a:moveTo>
                <a:lnTo>
                  <a:pt x="1609725" y="0"/>
                </a:lnTo>
                <a:lnTo>
                  <a:pt x="1609725" y="1669256"/>
                </a:lnTo>
                <a:lnTo>
                  <a:pt x="0" y="1669256"/>
                </a:lnTo>
                <a:lnTo>
                  <a:pt x="0" y="4319588"/>
                </a:lnTo>
                <a:lnTo>
                  <a:pt x="114300" y="4319588"/>
                </a:lnTo>
              </a:path>
            </a:pathLst>
          </a:custGeom>
          <a:noFill/>
          <a:ln w="9525">
            <a:solidFill>
              <a:srgbClr val="195FBD"/>
            </a:solidFill>
            <a:prstDash val="solid"/>
          </a:ln>
        </p:spPr>
      </p:sp>
      <p:sp>
        <p:nvSpPr>
          <p:cNvPr id="116" name="wire22-arrow">
            <a:extLst>
              <a:ext uri="{FF2B5EF4-FFF2-40B4-BE49-F238E27FC236}">
                <ns2:creationId id="{BF6F2A53-3647-4653-90BD-92ECEB0A19AA}"/>
              </a:ext>
            </a:extLst>
          </p:cNvPr>
          <p:cNvSpPr>
            <a:spLocks noGrp="1"/>
          </p:cNvSpPr>
          <p:nvPr/>
        </p:nvSpPr>
        <p:spPr>
          <a:xfrm>
            <a:off x="9509933" y="7740532"/>
            <a:ext cx="62692" cy="68498"/>
          </a:xfrm>
          <a:custGeom>
            <a:pathLst>
              <a:path w="62692" h="68498">
                <a:moveTo>
                  <a:pt x="0" y="68498"/>
                </a:moveTo>
                <a:lnTo>
                  <a:pt x="62692" y="34249"/>
                </a:lnTo>
                <a:lnTo>
                  <a:pt x="0" y="0"/>
                </a:lnTo>
              </a:path>
            </a:pathLst>
          </a:custGeom>
          <a:noFill/>
          <a:ln w="9525">
            <a:solidFill>
              <a:srgbClr val="195FBD"/>
            </a:solidFill>
            <a:prstDash val="solid"/>
          </a:ln>
        </p:spPr>
      </p:sp>
      <p:sp>
        <p:nvSpPr>
          <p:cNvPr id="117" name="wire23">
            <a:extLst>
              <a:ext uri="{FF2B5EF4-FFF2-40B4-BE49-F238E27FC236}">
                <ns2:creationId id="{383C4AC5-CD09-46EA-B3CD-BA1C763C4082}"/>
              </a:ext>
            </a:extLst>
          </p:cNvPr>
          <p:cNvSpPr>
            <a:spLocks noGrp="1"/>
          </p:cNvSpPr>
          <p:nvPr/>
        </p:nvSpPr>
        <p:spPr>
          <a:xfrm>
            <a:off x="12287250" y="7774781"/>
            <a:ext cx="381000" cy="9525"/>
          </a:xfrm>
          <a:custGeom>
            <a:pathLst>
              <a:path w="381000" h="9525">
                <a:moveTo>
                  <a:pt x="0" y="0"/>
                </a:moveTo>
                <a:lnTo>
                  <a:pt x="381000" y="0"/>
                </a:lnTo>
              </a:path>
            </a:pathLst>
          </a:custGeom>
          <a:noFill/>
          <a:ln w="9525">
            <a:solidFill>
              <a:srgbClr val="195FBD"/>
            </a:solidFill>
            <a:prstDash val="solid"/>
          </a:ln>
        </p:spPr>
      </p:sp>
      <p:sp>
        <p:nvSpPr>
          <p:cNvPr id="118" name="wire23-arrow">
            <a:extLst>
              <a:ext uri="{FF2B5EF4-FFF2-40B4-BE49-F238E27FC236}">
                <ns2:creationId id="{2BC0E59F-B6E5-4504-B3CC-5DD5A016582B}"/>
              </a:ext>
            </a:extLst>
          </p:cNvPr>
          <p:cNvSpPr>
            <a:spLocks noGrp="1"/>
          </p:cNvSpPr>
          <p:nvPr/>
        </p:nvSpPr>
        <p:spPr>
          <a:xfrm>
            <a:off x="12605558" y="7740532"/>
            <a:ext cx="62692" cy="68498"/>
          </a:xfrm>
          <a:custGeom>
            <a:pathLst>
              <a:path w="62692" h="68498">
                <a:moveTo>
                  <a:pt x="0" y="68498"/>
                </a:moveTo>
                <a:lnTo>
                  <a:pt x="62692" y="34249"/>
                </a:lnTo>
                <a:lnTo>
                  <a:pt x="0" y="0"/>
                </a:lnTo>
              </a:path>
            </a:pathLst>
          </a:custGeom>
          <a:noFill/>
          <a:ln w="9525">
            <a:solidFill>
              <a:srgbClr val="195FBD"/>
            </a:solidFill>
            <a:prstDash val="solid"/>
          </a:ln>
        </p:spPr>
      </p:sp>
      <p:sp>
        <p:nvSpPr>
          <p:cNvPr id="119" name="wire24">
            <a:extLst>
              <a:ext uri="{FF2B5EF4-FFF2-40B4-BE49-F238E27FC236}">
                <ns2:creationId id="{0585E8CC-79D7-4FA8-AFE0-3696AB736EC5}"/>
              </a:ext>
            </a:extLst>
          </p:cNvPr>
          <p:cNvSpPr>
            <a:spLocks noGrp="1"/>
          </p:cNvSpPr>
          <p:nvPr/>
        </p:nvSpPr>
        <p:spPr>
          <a:xfrm>
            <a:off x="12834938" y="7167563"/>
            <a:ext cx="1381125" cy="261938"/>
          </a:xfrm>
          <a:custGeom>
            <a:pathLst>
              <a:path w="1381125" h="261938">
                <a:moveTo>
                  <a:pt x="0" y="0"/>
                </a:moveTo>
                <a:lnTo>
                  <a:pt x="0" y="147638"/>
                </a:lnTo>
                <a:lnTo>
                  <a:pt x="1381125" y="147638"/>
                </a:lnTo>
                <a:lnTo>
                  <a:pt x="1381125" y="261938"/>
                </a:lnTo>
              </a:path>
            </a:pathLst>
          </a:custGeom>
          <a:noFill/>
          <a:ln w="9525">
            <a:solidFill>
              <a:srgbClr val="777777"/>
            </a:solidFill>
            <a:prstDash val="dash"/>
          </a:ln>
        </p:spPr>
      </p:sp>
      <p:sp>
        <p:nvSpPr>
          <p:cNvPr id="120" name="wire24-arrow">
            <a:extLst>
              <a:ext uri="{FF2B5EF4-FFF2-40B4-BE49-F238E27FC236}">
                <ns2:creationId id="{99EFE616-E354-4332-9924-9F5B594E5548}"/>
              </a:ext>
            </a:extLst>
          </p:cNvPr>
          <p:cNvSpPr>
            <a:spLocks noGrp="1"/>
          </p:cNvSpPr>
          <p:nvPr/>
        </p:nvSpPr>
        <p:spPr>
          <a:xfrm>
            <a:off x="14181814" y="7366808"/>
            <a:ext cx="68498" cy="62692"/>
          </a:xfrm>
          <a:custGeom>
            <a:pathLst>
              <a:path w="68498" h="62692">
                <a:moveTo>
                  <a:pt x="0" y="0"/>
                </a:moveTo>
                <a:lnTo>
                  <a:pt x="34249" y="62692"/>
                </a:lnTo>
                <a:lnTo>
                  <a:pt x="68498" y="0"/>
                </a:lnTo>
              </a:path>
            </a:pathLst>
          </a:custGeom>
          <a:noFill/>
          <a:ln w="9525">
            <a:solidFill>
              <a:srgbClr val="777777"/>
            </a:solidFill>
            <a:prstDash val="solid"/>
          </a:ln>
        </p:spPr>
      </p:sp>
      <p:sp>
        <p:nvSpPr>
          <p:cNvPr id="121" name="wire25">
            <a:extLst>
              <a:ext uri="{FF2B5EF4-FFF2-40B4-BE49-F238E27FC236}">
                <ns2:creationId id="{12336B08-BB7E-40ED-AB4E-22C0C7B27AEA}"/>
              </a:ext>
            </a:extLst>
          </p:cNvPr>
          <p:cNvSpPr>
            <a:spLocks noGrp="1"/>
          </p:cNvSpPr>
          <p:nvPr/>
        </p:nvSpPr>
        <p:spPr>
          <a:xfrm>
            <a:off x="14254163" y="7167563"/>
            <a:ext cx="2057400" cy="261938"/>
          </a:xfrm>
          <a:custGeom>
            <a:pathLst>
              <a:path w="2057400" h="261938">
                <a:moveTo>
                  <a:pt x="2057400" y="0"/>
                </a:moveTo>
                <a:lnTo>
                  <a:pt x="2057400" y="147638"/>
                </a:lnTo>
                <a:lnTo>
                  <a:pt x="0" y="147638"/>
                </a:lnTo>
                <a:lnTo>
                  <a:pt x="0" y="261938"/>
                </a:lnTo>
              </a:path>
            </a:pathLst>
          </a:custGeom>
          <a:noFill/>
          <a:ln w="9525">
            <a:solidFill>
              <a:srgbClr val="777777"/>
            </a:solidFill>
            <a:prstDash val="dash"/>
          </a:ln>
        </p:spPr>
      </p:sp>
      <p:sp>
        <p:nvSpPr>
          <p:cNvPr id="122" name="wire25-arrow">
            <a:extLst>
              <a:ext uri="{FF2B5EF4-FFF2-40B4-BE49-F238E27FC236}">
                <ns2:creationId id="{89221414-24E4-494A-BA7B-29241226476C}"/>
              </a:ext>
            </a:extLst>
          </p:cNvPr>
          <p:cNvSpPr>
            <a:spLocks noGrp="1"/>
          </p:cNvSpPr>
          <p:nvPr/>
        </p:nvSpPr>
        <p:spPr>
          <a:xfrm>
            <a:off x="14219914" y="7366808"/>
            <a:ext cx="68498" cy="62692"/>
          </a:xfrm>
          <a:custGeom>
            <a:pathLst>
              <a:path w="68498" h="62692">
                <a:moveTo>
                  <a:pt x="0" y="0"/>
                </a:moveTo>
                <a:lnTo>
                  <a:pt x="34249" y="62692"/>
                </a:lnTo>
                <a:lnTo>
                  <a:pt x="68498" y="0"/>
                </a:lnTo>
              </a:path>
            </a:pathLst>
          </a:custGeom>
          <a:noFill/>
          <a:ln w="9525">
            <a:solidFill>
              <a:srgbClr val="777777"/>
            </a:solidFill>
            <a:prstDash val="solid"/>
          </a:ln>
        </p:spPr>
      </p:sp>
      <p:sp>
        <p:nvSpPr>
          <p:cNvPr id="123" name="wire26">
            <a:extLst>
              <a:ext uri="{FF2B5EF4-FFF2-40B4-BE49-F238E27FC236}">
                <ns2:creationId id="{9769190C-4AAB-47C1-872F-B40593EA3255}"/>
              </a:ext>
            </a:extLst>
          </p:cNvPr>
          <p:cNvSpPr>
            <a:spLocks noGrp="1"/>
          </p:cNvSpPr>
          <p:nvPr/>
        </p:nvSpPr>
        <p:spPr>
          <a:xfrm>
            <a:off x="15763875" y="7774781"/>
            <a:ext cx="381000" cy="9525"/>
          </a:xfrm>
          <a:custGeom>
            <a:pathLst>
              <a:path w="381000" h="9525">
                <a:moveTo>
                  <a:pt x="0" y="0"/>
                </a:moveTo>
                <a:lnTo>
                  <a:pt x="381000" y="0"/>
                </a:lnTo>
              </a:path>
            </a:pathLst>
          </a:custGeom>
          <a:noFill/>
          <a:ln w="9525">
            <a:solidFill>
              <a:srgbClr val="777777"/>
            </a:solidFill>
            <a:prstDash val="dash"/>
          </a:ln>
        </p:spPr>
      </p:sp>
      <p:sp>
        <p:nvSpPr>
          <p:cNvPr id="124" name="wire26-arrow">
            <a:extLst>
              <a:ext uri="{FF2B5EF4-FFF2-40B4-BE49-F238E27FC236}">
                <ns2:creationId id="{5AEBF0B6-398B-4674-82BB-027193026AD5}"/>
              </a:ext>
            </a:extLst>
          </p:cNvPr>
          <p:cNvSpPr>
            <a:spLocks noGrp="1"/>
          </p:cNvSpPr>
          <p:nvPr/>
        </p:nvSpPr>
        <p:spPr>
          <a:xfrm>
            <a:off x="16082183" y="7740532"/>
            <a:ext cx="62692" cy="68498"/>
          </a:xfrm>
          <a:custGeom>
            <a:pathLst>
              <a:path w="62692" h="68498">
                <a:moveTo>
                  <a:pt x="0" y="68498"/>
                </a:moveTo>
                <a:lnTo>
                  <a:pt x="62692" y="34249"/>
                </a:lnTo>
                <a:lnTo>
                  <a:pt x="0" y="0"/>
                </a:lnTo>
              </a:path>
            </a:pathLst>
          </a:custGeom>
          <a:noFill/>
          <a:ln w="9525">
            <a:solidFill>
              <a:srgbClr val="777777"/>
            </a:solidFill>
            <a:prstDash val="solid"/>
          </a:ln>
        </p:spPr>
      </p:sp>
      <p:sp>
        <p:nvSpPr>
          <p:cNvPr id="125" name="wire27">
            <a:extLst>
              <a:ext uri="{FF2B5EF4-FFF2-40B4-BE49-F238E27FC236}">
                <ns2:creationId id="{0135829E-E308-4E81-B98E-0074AB6D9961}"/>
              </a:ext>
            </a:extLst>
          </p:cNvPr>
          <p:cNvSpPr>
            <a:spLocks noGrp="1"/>
          </p:cNvSpPr>
          <p:nvPr/>
        </p:nvSpPr>
        <p:spPr>
          <a:xfrm>
            <a:off x="10239375" y="6357938"/>
            <a:ext cx="2428875" cy="1454944"/>
          </a:xfrm>
          <a:custGeom>
            <a:pathLst>
              <a:path w="2428875" h="1454944">
                <a:moveTo>
                  <a:pt x="2428875" y="1454944"/>
                </a:moveTo>
                <a:lnTo>
                  <a:pt x="2162175" y="1454944"/>
                </a:lnTo>
                <a:lnTo>
                  <a:pt x="2162175" y="923925"/>
                </a:lnTo>
                <a:lnTo>
                  <a:pt x="0" y="923925"/>
                </a:lnTo>
                <a:lnTo>
                  <a:pt x="0" y="0"/>
                </a:lnTo>
              </a:path>
            </a:pathLst>
          </a:custGeom>
          <a:noFill/>
          <a:ln w="9525">
            <a:solidFill>
              <a:srgbClr val="B63732"/>
            </a:solidFill>
            <a:prstDash val="dash"/>
          </a:ln>
        </p:spPr>
      </p:sp>
      <p:sp>
        <p:nvSpPr>
          <p:cNvPr id="126" name="wire27-arrow">
            <a:extLst>
              <a:ext uri="{FF2B5EF4-FFF2-40B4-BE49-F238E27FC236}">
                <ns2:creationId id="{AB2341A5-0D0A-4C66-B55A-102AC69C4AF7}"/>
              </a:ext>
            </a:extLst>
          </p:cNvPr>
          <p:cNvSpPr>
            <a:spLocks noGrp="1"/>
          </p:cNvSpPr>
          <p:nvPr/>
        </p:nvSpPr>
        <p:spPr>
          <a:xfrm>
            <a:off x="10205126" y="6357938"/>
            <a:ext cx="68498" cy="62692"/>
          </a:xfrm>
          <a:custGeom>
            <a:pathLst>
              <a:path w="68498" h="62692">
                <a:moveTo>
                  <a:pt x="68498" y="62692"/>
                </a:moveTo>
                <a:lnTo>
                  <a:pt x="34249" y="0"/>
                </a:lnTo>
                <a:lnTo>
                  <a:pt x="0" y="62692"/>
                </a:lnTo>
              </a:path>
            </a:pathLst>
          </a:custGeom>
          <a:noFill/>
          <a:ln w="9525">
            <a:solidFill>
              <a:srgbClr val="B63732"/>
            </a:solidFill>
            <a:prstDash val="solid"/>
          </a:ln>
        </p:spPr>
      </p:sp>
      <p:sp>
        <p:nvSpPr>
          <p:cNvPr id="127" name="wire28">
            <a:extLst>
              <a:ext uri="{FF2B5EF4-FFF2-40B4-BE49-F238E27FC236}">
                <ns2:creationId id="{47CDC291-8ED1-4A2B-88AC-FBF932722002}"/>
              </a:ext>
            </a:extLst>
          </p:cNvPr>
          <p:cNvSpPr>
            <a:spLocks noGrp="1"/>
          </p:cNvSpPr>
          <p:nvPr/>
        </p:nvSpPr>
        <p:spPr>
          <a:xfrm>
            <a:off x="4238625" y="8001000"/>
            <a:ext cx="1238250" cy="1095375"/>
          </a:xfrm>
          <a:custGeom>
            <a:pathLst>
              <a:path w="1238250" h="1095375">
                <a:moveTo>
                  <a:pt x="1238250" y="0"/>
                </a:moveTo>
                <a:lnTo>
                  <a:pt x="1238250" y="981075"/>
                </a:lnTo>
                <a:lnTo>
                  <a:pt x="0" y="981075"/>
                </a:lnTo>
                <a:lnTo>
                  <a:pt x="0" y="1095375"/>
                </a:lnTo>
              </a:path>
            </a:pathLst>
          </a:custGeom>
          <a:noFill/>
          <a:ln w="9525">
            <a:solidFill>
              <a:srgbClr val="195FBD"/>
            </a:solidFill>
            <a:prstDash val="dash"/>
          </a:ln>
        </p:spPr>
      </p:sp>
      <p:sp>
        <p:nvSpPr>
          <p:cNvPr id="128" name="wire28-arrow">
            <a:extLst>
              <a:ext uri="{FF2B5EF4-FFF2-40B4-BE49-F238E27FC236}">
                <ns2:creationId id="{0081C170-DEBD-497A-B368-4C071D2F17ED}"/>
              </a:ext>
            </a:extLst>
          </p:cNvPr>
          <p:cNvSpPr>
            <a:spLocks noGrp="1"/>
          </p:cNvSpPr>
          <p:nvPr/>
        </p:nvSpPr>
        <p:spPr>
          <a:xfrm>
            <a:off x="4204376" y="9033683"/>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129" name="wire29">
            <a:extLst>
              <a:ext uri="{FF2B5EF4-FFF2-40B4-BE49-F238E27FC236}">
                <ns2:creationId id="{5F38F48D-F464-4DD8-90CC-3ED1E7DD46C7}"/>
              </a:ext>
            </a:extLst>
          </p:cNvPr>
          <p:cNvSpPr>
            <a:spLocks noGrp="1"/>
          </p:cNvSpPr>
          <p:nvPr/>
        </p:nvSpPr>
        <p:spPr>
          <a:xfrm>
            <a:off x="7381875" y="8120063"/>
            <a:ext cx="10553700" cy="976313"/>
          </a:xfrm>
          <a:custGeom>
            <a:pathLst>
              <a:path w="10553700" h="976313">
                <a:moveTo>
                  <a:pt x="6834188" y="0"/>
                </a:moveTo>
                <a:lnTo>
                  <a:pt x="6834188" y="71438"/>
                </a:lnTo>
                <a:lnTo>
                  <a:pt x="10553700" y="71438"/>
                </a:lnTo>
                <a:lnTo>
                  <a:pt x="10553700" y="619125"/>
                </a:lnTo>
                <a:lnTo>
                  <a:pt x="0" y="619125"/>
                </a:lnTo>
                <a:lnTo>
                  <a:pt x="0" y="976313"/>
                </a:lnTo>
              </a:path>
            </a:pathLst>
          </a:custGeom>
          <a:noFill/>
          <a:ln w="9525">
            <a:solidFill>
              <a:srgbClr val="195FBD"/>
            </a:solidFill>
            <a:prstDash val="dash"/>
          </a:ln>
        </p:spPr>
      </p:sp>
      <p:sp>
        <p:nvSpPr>
          <p:cNvPr id="130" name="wire29-arrow">
            <a:extLst>
              <a:ext uri="{FF2B5EF4-FFF2-40B4-BE49-F238E27FC236}">
                <ns2:creationId id="{D816B88B-80D5-4EEA-8F92-30E5F3FE20D6}"/>
              </a:ext>
            </a:extLst>
          </p:cNvPr>
          <p:cNvSpPr>
            <a:spLocks noGrp="1"/>
          </p:cNvSpPr>
          <p:nvPr/>
        </p:nvSpPr>
        <p:spPr>
          <a:xfrm>
            <a:off x="7347626" y="9033683"/>
            <a:ext cx="68498" cy="62692"/>
          </a:xfrm>
          <a:custGeom>
            <a:pathLst>
              <a:path w="68498" h="62692">
                <a:moveTo>
                  <a:pt x="0" y="0"/>
                </a:moveTo>
                <a:lnTo>
                  <a:pt x="34249" y="62692"/>
                </a:lnTo>
                <a:lnTo>
                  <a:pt x="68498" y="0"/>
                </a:lnTo>
              </a:path>
            </a:pathLst>
          </a:custGeom>
          <a:noFill/>
          <a:ln w="9525">
            <a:solidFill>
              <a:srgbClr val="195FBD"/>
            </a:solidFill>
            <a:prstDash val="solid"/>
          </a:ln>
        </p:spPr>
      </p:sp>
      <p:sp>
        <p:nvSpPr>
          <p:cNvPr id="131" name="wire30">
            <a:extLst>
              <a:ext uri="{FF2B5EF4-FFF2-40B4-BE49-F238E27FC236}">
                <ns2:creationId id="{99ECD5F8-CCF1-43DF-B4B8-BAFD7ABDBBEE}"/>
              </a:ext>
            </a:extLst>
          </p:cNvPr>
          <p:cNvSpPr>
            <a:spLocks noGrp="1"/>
          </p:cNvSpPr>
          <p:nvPr/>
        </p:nvSpPr>
        <p:spPr>
          <a:xfrm>
            <a:off x="8048625" y="9334500"/>
            <a:ext cx="428625" cy="9525"/>
          </a:xfrm>
          <a:custGeom>
            <a:pathLst>
              <a:path w="428625" h="9525">
                <a:moveTo>
                  <a:pt x="0" y="0"/>
                </a:moveTo>
                <a:lnTo>
                  <a:pt x="428625" y="0"/>
                </a:lnTo>
              </a:path>
            </a:pathLst>
          </a:custGeom>
          <a:noFill/>
          <a:ln w="9525">
            <a:solidFill>
              <a:srgbClr val="195FBD"/>
            </a:solidFill>
            <a:prstDash val="solid"/>
          </a:ln>
        </p:spPr>
      </p:sp>
      <p:sp>
        <p:nvSpPr>
          <p:cNvPr id="132" name="wire30-arrow">
            <a:extLst>
              <a:ext uri="{FF2B5EF4-FFF2-40B4-BE49-F238E27FC236}">
                <ns2:creationId id="{663CC3E0-E674-494C-ADD4-F239399952BE}"/>
              </a:ext>
            </a:extLst>
          </p:cNvPr>
          <p:cNvSpPr>
            <a:spLocks noGrp="1"/>
          </p:cNvSpPr>
          <p:nvPr/>
        </p:nvSpPr>
        <p:spPr>
          <a:xfrm>
            <a:off x="8414558" y="9300251"/>
            <a:ext cx="62692" cy="68498"/>
          </a:xfrm>
          <a:custGeom>
            <a:pathLst>
              <a:path w="62692" h="68498">
                <a:moveTo>
                  <a:pt x="0" y="68498"/>
                </a:moveTo>
                <a:lnTo>
                  <a:pt x="62692" y="34249"/>
                </a:lnTo>
                <a:lnTo>
                  <a:pt x="0" y="0"/>
                </a:lnTo>
              </a:path>
            </a:pathLst>
          </a:custGeom>
          <a:noFill/>
          <a:ln w="9525">
            <a:solidFill>
              <a:srgbClr val="195FBD"/>
            </a:solidFill>
            <a:prstDash val="solid"/>
          </a:ln>
        </p:spPr>
      </p:sp>
      <p:sp>
        <p:nvSpPr>
          <p:cNvPr id="133" name="wire31">
            <a:extLst>
              <a:ext uri="{FF2B5EF4-FFF2-40B4-BE49-F238E27FC236}">
                <ns2:creationId id="{305B3248-E263-49E4-B13B-D1B71D8FE328}"/>
              </a:ext>
            </a:extLst>
          </p:cNvPr>
          <p:cNvSpPr>
            <a:spLocks noGrp="1"/>
          </p:cNvSpPr>
          <p:nvPr/>
        </p:nvSpPr>
        <p:spPr>
          <a:xfrm>
            <a:off x="13477875" y="9334500"/>
            <a:ext cx="428625" cy="9525"/>
          </a:xfrm>
          <a:custGeom>
            <a:pathLst>
              <a:path w="428625" h="9525">
                <a:moveTo>
                  <a:pt x="0" y="0"/>
                </a:moveTo>
                <a:lnTo>
                  <a:pt x="428625" y="0"/>
                </a:lnTo>
              </a:path>
            </a:pathLst>
          </a:custGeom>
          <a:noFill/>
          <a:ln w="9525">
            <a:solidFill>
              <a:srgbClr val="777777"/>
            </a:solidFill>
            <a:prstDash val="dash"/>
          </a:ln>
        </p:spPr>
      </p:sp>
      <p:sp>
        <p:nvSpPr>
          <p:cNvPr id="134" name="wire31-arrow">
            <a:extLst>
              <a:ext uri="{FF2B5EF4-FFF2-40B4-BE49-F238E27FC236}">
                <ns2:creationId id="{88D57BF4-71A0-43FA-9BAE-FB8A40FE69D2}"/>
              </a:ext>
            </a:extLst>
          </p:cNvPr>
          <p:cNvSpPr>
            <a:spLocks noGrp="1"/>
          </p:cNvSpPr>
          <p:nvPr/>
        </p:nvSpPr>
        <p:spPr>
          <a:xfrm>
            <a:off x="13843808" y="9300251"/>
            <a:ext cx="62692" cy="68498"/>
          </a:xfrm>
          <a:custGeom>
            <a:pathLst>
              <a:path w="62692" h="68498">
                <a:moveTo>
                  <a:pt x="0" y="68498"/>
                </a:moveTo>
                <a:lnTo>
                  <a:pt x="62692" y="34249"/>
                </a:lnTo>
                <a:lnTo>
                  <a:pt x="0" y="0"/>
                </a:lnTo>
              </a:path>
            </a:pathLst>
          </a:custGeom>
          <a:noFill/>
          <a:ln w="9525">
            <a:solidFill>
              <a:srgbClr val="777777"/>
            </a:solidFill>
            <a:prstDash val="solid"/>
          </a:ln>
        </p:spPr>
      </p:sp>
      <p:sp>
        <p:nvSpPr>
          <p:cNvPr id="135" name="annotation-0">
            <a:extLst>
              <a:ext uri="{FF2B5EF4-FFF2-40B4-BE49-F238E27FC236}">
                <ns2:creationId id="{C6158D78-2340-4C74-94F7-AC53B8220852}"/>
              </a:ext>
            </a:extLst>
          </p:cNvPr>
          <p:cNvSpPr>
            <a:spLocks noGrp="1"/>
          </p:cNvSpPr>
          <p:nvPr/>
        </p:nvSpPr>
        <p:spPr>
          <a:xfrm>
            <a:off x="285750" y="66675"/>
            <a:ext cx="4666804" cy="363220"/>
          </a:xfrm>
          <a:prstGeom prst="rect">
            <a:avLst/>
          </a:prstGeom>
          <a:solidFill>
            <a:srgbClr val="FFFFFF"/>
          </a:solidFill>
          <a:ln w="0">
            <a:noFill/>
          </a:ln>
        </p:spPr>
        <p:txBody>
          <a:bodyPr wrap="none" lIns="0" tIns="0" rIns="0" bIns="0" anchor="t">
            <a:noAutofit/>
          </a:bodyPr>
          <a:lstStyle>
            <a:defPPr algn="l">
              <a:defRPr sz="2200" b="1" lang="ko-KR">
                <a:solidFill>
                  <a:srgbClr val="111111"/>
                </a:solidFill>
                <a:latin typeface="Calibri"/>
                <a:ea typeface="Calibri"/>
                <a:cs typeface="Calibri"/>
              </a:defRPr>
            </a:def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DP-47  화면과 음성 지칭의 구현 구조 비교</a:t>
            </a:r>
            <a:endParaRPr lang="ko-KR">
              <a:latin typeface="Calibri"/>
              <a:ea typeface="Calibri"/>
              <a:cs typeface="Calibri"/>
            </a:endParaRPr>
          </a:p>
        </p:txBody>
      </p:sp>
      <p:sp>
        <p:nvSpPr>
          <p:cNvPr id="136" name="annotation-1">
            <a:extLst>
              <a:ext uri="{FF2B5EF4-FFF2-40B4-BE49-F238E27FC236}">
                <ns2:creationId id="{D0BBFFB9-9E1F-422E-A575-719F5466C2B9}"/>
              </a:ext>
            </a:extLst>
          </p:cNvPr>
          <p:cNvSpPr>
            <a:spLocks noGrp="1"/>
          </p:cNvSpPr>
          <p:nvPr/>
        </p:nvSpPr>
        <p:spPr>
          <a:xfrm>
            <a:off x="285750" y="447675"/>
            <a:ext cx="5854898" cy="231140"/>
          </a:xfrm>
          <a:prstGeom prst="rect">
            <a:avLst/>
          </a:prstGeom>
          <a:solidFill>
            <a:srgbClr val="FFFFFF"/>
          </a:solidFill>
          <a:ln w="0">
            <a:noFill/>
          </a:ln>
        </p:spPr>
        <p:txBody>
          <a:bodyPr wrap="none" lIns="0" tIns="0" rIns="0" bIns="0" anchor="t">
            <a:noAutofit/>
          </a:bodyPr>
          <a:lstStyle>
            <a:defPPr algn="l">
              <a:defRPr sz="1400" b="0" lang="ko-KR">
                <a:solidFill>
                  <a:srgbClr val="111111"/>
                </a:solidFill>
                <a:latin typeface="Calibri"/>
                <a:ea typeface="Calibri"/>
                <a:cs typeface="Calibri"/>
              </a:defRPr>
            </a:def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A는 원본에서 binding을 직접 갱신한다. B는 생산자별 후보를 게시한 뒤 결합한다.</a:t>
            </a:r>
            <a:endParaRPr lang="ko-KR">
              <a:latin typeface="Calibri"/>
              <a:ea typeface="Calibri"/>
              <a:cs typeface="Calibri"/>
            </a:endParaRPr>
          </a:p>
        </p:txBody>
      </p:sp>
      <p:sp>
        <p:nvSpPr>
          <p:cNvPr id="137" name="annotation-2">
            <a:extLst>
              <a:ext uri="{FF2B5EF4-FFF2-40B4-BE49-F238E27FC236}">
                <ns2:creationId id="{99946419-50D4-4667-BA62-B1596519FED5}"/>
              </a:ext>
            </a:extLst>
          </p:cNvPr>
          <p:cNvSpPr>
            <a:spLocks noGrp="1"/>
          </p:cNvSpPr>
          <p:nvPr/>
        </p:nvSpPr>
        <p:spPr>
          <a:xfrm>
            <a:off x="381000" y="2209800"/>
            <a:ext cx="1522512" cy="280670"/>
          </a:xfrm>
          <a:prstGeom prst="rect">
            <a:avLst/>
          </a:prstGeom>
          <a:solidFill>
            <a:srgbClr val="FFFFFF"/>
          </a:solidFill>
          <a:ln w="0">
            <a:noFill/>
          </a:ln>
        </p:spPr>
        <p:txBody>
          <a:bodyPr wrap="none" lIns="0" tIns="0" rIns="0" bIns="0" anchor="t">
            <a:noAutofit/>
          </a:bodyPr>
          <a:lstStyle>
            <a:defPPr algn="l">
              <a:defRPr sz="1700" b="1" lang="ko-KR">
                <a:solidFill>
                  <a:srgbClr val="195FBD"/>
                </a:solidFill>
                <a:latin typeface="Calibri"/>
                <a:ea typeface="Calibri"/>
                <a:cs typeface="Calibri"/>
              </a:defRPr>
            </a:defPPr>
          </a:lstStyle>
          <a:p>
            <a:pPr algn="l">
              <a:defRPr sz="1700" b="1" lang="ko-KR">
                <a:solidFill>
                  <a:srgbClr val="195FBD"/>
                </a:solidFill>
                <a:latin typeface="Calibri"/>
                <a:ea typeface="Calibri"/>
                <a:cs typeface="Calibri"/>
              </a:defRPr>
            </a:pPr>
            <a:r>
              <a:rPr sz="1700" b="1" lang="ko-KR">
                <a:solidFill>
                  <a:srgbClr val="195FBD"/>
                </a:solidFill>
                <a:latin typeface="Calibri"/>
                <a:ea typeface="Calibri"/>
                <a:cs typeface="Calibri"/>
              </a:rPr>
              <a:t>A  원본 공동 해석</a:t>
            </a:r>
            <a:endParaRPr lang="ko-KR">
              <a:latin typeface="Calibri"/>
              <a:ea typeface="Calibri"/>
              <a:cs typeface="Calibri"/>
            </a:endParaRPr>
          </a:p>
        </p:txBody>
      </p:sp>
      <p:sp>
        <p:nvSpPr>
          <p:cNvPr id="138" name="annotation-3">
            <a:extLst>
              <a:ext uri="{FF2B5EF4-FFF2-40B4-BE49-F238E27FC236}">
                <ns2:creationId id="{F7F1CC85-0AED-4008-9AC0-9C42CDF1BF3A}"/>
              </a:ext>
            </a:extLst>
          </p:cNvPr>
          <p:cNvSpPr>
            <a:spLocks noGrp="1"/>
          </p:cNvSpPr>
          <p:nvPr/>
        </p:nvSpPr>
        <p:spPr>
          <a:xfrm>
            <a:off x="9477375" y="2209800"/>
            <a:ext cx="1697682" cy="280670"/>
          </a:xfrm>
          <a:prstGeom prst="rect">
            <a:avLst/>
          </a:prstGeom>
          <a:solidFill>
            <a:srgbClr val="FFFFFF"/>
          </a:solidFill>
          <a:ln w="0">
            <a:noFill/>
          </a:ln>
        </p:spPr>
        <p:txBody>
          <a:bodyPr wrap="none" lIns="0" tIns="0" rIns="0" bIns="0" anchor="t">
            <a:noAutofit/>
          </a:bodyPr>
          <a:lstStyle>
            <a:defPPr algn="l">
              <a:defRPr sz="1700" b="1" lang="ko-KR">
                <a:solidFill>
                  <a:srgbClr val="195FBD"/>
                </a:solidFill>
                <a:latin typeface="Calibri"/>
                <a:ea typeface="Calibri"/>
                <a:cs typeface="Calibri"/>
              </a:defRPr>
            </a:defPPr>
          </a:lstStyle>
          <a:p>
            <a:pPr algn="l">
              <a:defRPr sz="1700" b="1" lang="ko-KR">
                <a:solidFill>
                  <a:srgbClr val="195FBD"/>
                </a:solidFill>
                <a:latin typeface="Calibri"/>
                <a:ea typeface="Calibri"/>
                <a:cs typeface="Calibri"/>
              </a:defRPr>
            </a:pPr>
            <a:r>
              <a:rPr sz="1700" b="1" lang="ko-KR">
                <a:solidFill>
                  <a:srgbClr val="195FBD"/>
                </a:solidFill>
                <a:latin typeface="Calibri"/>
                <a:ea typeface="Calibri"/>
                <a:cs typeface="Calibri"/>
              </a:rPr>
              <a:t>B  후보 생산과 결합</a:t>
            </a:r>
            <a:endParaRPr lang="ko-KR">
              <a:latin typeface="Calibri"/>
              <a:ea typeface="Calibri"/>
              <a:cs typeface="Calibri"/>
            </a:endParaRPr>
          </a:p>
        </p:txBody>
      </p:sp>
      <p:sp>
        <p:nvSpPr>
          <p:cNvPr id="139" name="annotation-4">
            <a:extLst>
              <a:ext uri="{FF2B5EF4-FFF2-40B4-BE49-F238E27FC236}">
                <ns2:creationId id="{44A67876-C4C8-4A43-B119-CF3C2958C55A}"/>
              </a:ext>
            </a:extLst>
          </p:cNvPr>
          <p:cNvSpPr>
            <a:spLocks noGrp="1"/>
          </p:cNvSpPr>
          <p:nvPr/>
        </p:nvSpPr>
        <p:spPr>
          <a:xfrm>
            <a:off x="2714625" y="2266950"/>
            <a:ext cx="2748707" cy="198120"/>
          </a:xfrm>
          <a:prstGeom prst="rect">
            <a:avLst/>
          </a:prstGeom>
          <a:solidFill>
            <a:srgbClr val="FFFFFF"/>
          </a:solidFill>
          <a:ln w="0">
            <a:noFill/>
          </a:ln>
        </p:spPr>
        <p:txBody>
          <a:bodyPr wrap="none" lIns="0" tIns="0" rIns="0" bIns="0" anchor="t">
            <a:noAutofit/>
          </a:bodyPr>
          <a:lstStyle>
            <a:defPPr algn="l">
              <a:defRPr sz="1200" b="0" lang="ko-KR">
                <a:solidFill>
                  <a:srgbClr val="111111"/>
                </a:solidFill>
                <a:latin typeface="Calibri"/>
                <a:ea typeface="Calibri"/>
                <a:cs typeface="Calibri"/>
              </a:defRPr>
            </a:defPPr>
          </a:lstStyle>
          <a:p>
            <a:pPr algn="l">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비동기 workflow / 단일 binding aggregate</a:t>
            </a:r>
            <a:endParaRPr lang="ko-KR">
              <a:latin typeface="Calibri"/>
              <a:ea typeface="Calibri"/>
              <a:cs typeface="Calibri"/>
            </a:endParaRPr>
          </a:p>
        </p:txBody>
      </p:sp>
      <p:sp>
        <p:nvSpPr>
          <p:cNvPr id="140" name="annotation-5">
            <a:extLst>
              <a:ext uri="{FF2B5EF4-FFF2-40B4-BE49-F238E27FC236}">
                <ns2:creationId id="{0A7DC3F3-4E16-4ADE-9AD2-12301A435448}"/>
              </a:ext>
            </a:extLst>
          </p:cNvPr>
          <p:cNvSpPr>
            <a:spLocks noGrp="1"/>
          </p:cNvSpPr>
          <p:nvPr/>
        </p:nvSpPr>
        <p:spPr>
          <a:xfrm>
            <a:off x="11953875" y="2266950"/>
            <a:ext cx="2834804" cy="198120"/>
          </a:xfrm>
          <a:prstGeom prst="rect">
            <a:avLst/>
          </a:prstGeom>
          <a:solidFill>
            <a:srgbClr val="FFFFFF"/>
          </a:solidFill>
          <a:ln w="0">
            <a:noFill/>
          </a:ln>
        </p:spPr>
        <p:txBody>
          <a:bodyPr wrap="none" lIns="0" tIns="0" rIns="0" bIns="0" anchor="t">
            <a:noAutofit/>
          </a:bodyPr>
          <a:lstStyle>
            <a:defPPr algn="l">
              <a:defRPr sz="1200" b="0" lang="ko-KR">
                <a:solidFill>
                  <a:srgbClr val="111111"/>
                </a:solidFill>
                <a:latin typeface="Calibri"/>
                <a:ea typeface="Calibri"/>
                <a:cs typeface="Calibri"/>
              </a:defRPr>
            </a:defPPr>
          </a:lstStyle>
          <a:p>
            <a:pPr algn="l">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Fork–Join + feedback / 생산자별 repository</a:t>
            </a:r>
            <a:endParaRPr lang="ko-KR">
              <a:latin typeface="Calibri"/>
              <a:ea typeface="Calibri"/>
              <a:cs typeface="Calibri"/>
            </a:endParaRPr>
          </a:p>
        </p:txBody>
      </p:sp>
      <p:sp>
        <p:nvSpPr>
          <p:cNvPr id="141" name="annotation-6">
            <a:extLst>
              <a:ext uri="{FF2B5EF4-FFF2-40B4-BE49-F238E27FC236}">
                <ns2:creationId id="{071E75E9-4891-4B54-B607-E7AD337731CC}"/>
              </a:ext>
            </a:extLst>
          </p:cNvPr>
          <p:cNvSpPr>
            <a:spLocks noGrp="1"/>
          </p:cNvSpPr>
          <p:nvPr/>
        </p:nvSpPr>
        <p:spPr>
          <a:xfrm>
            <a:off x="2286000" y="3929063"/>
            <a:ext cx="822052" cy="19812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2  실행 지시</a:t>
            </a:r>
            <a:endParaRPr lang="ko-KR">
              <a:latin typeface="Calibri"/>
              <a:ea typeface="Calibri"/>
              <a:cs typeface="Calibri"/>
            </a:endParaRPr>
          </a:p>
        </p:txBody>
      </p:sp>
      <p:sp>
        <p:nvSpPr>
          <p:cNvPr id="142" name="annotation-7">
            <a:extLst>
              <a:ext uri="{FF2B5EF4-FFF2-40B4-BE49-F238E27FC236}">
                <ns2:creationId id="{E9AFE0EA-4A44-43BE-A479-76AEF65B8FF3}"/>
              </a:ext>
            </a:extLst>
          </p:cNvPr>
          <p:cNvSpPr>
            <a:spLocks noGrp="1"/>
          </p:cNvSpPr>
          <p:nvPr/>
        </p:nvSpPr>
        <p:spPr>
          <a:xfrm>
            <a:off x="2286000" y="5029200"/>
            <a:ext cx="1925910" cy="19812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3  원본 read 및 공동 의미 판단</a:t>
            </a:r>
            <a:endParaRPr lang="ko-KR">
              <a:latin typeface="Calibri"/>
              <a:ea typeface="Calibri"/>
              <a:cs typeface="Calibri"/>
            </a:endParaRPr>
          </a:p>
        </p:txBody>
      </p:sp>
      <p:sp>
        <p:nvSpPr>
          <p:cNvPr id="143" name="annotation-8">
            <a:extLst>
              <a:ext uri="{FF2B5EF4-FFF2-40B4-BE49-F238E27FC236}">
                <ns2:creationId id="{365D759A-5C60-454A-814B-B7D064E77C03}"/>
              </a:ext>
            </a:extLst>
          </p:cNvPr>
          <p:cNvSpPr>
            <a:spLocks noGrp="1"/>
          </p:cNvSpPr>
          <p:nvPr/>
        </p:nvSpPr>
        <p:spPr>
          <a:xfrm>
            <a:off x="5595938" y="5029200"/>
            <a:ext cx="2203103" cy="198120"/>
          </a:xfrm>
          <a:prstGeom prst="rect">
            <a:avLst/>
          </a:prstGeom>
          <a:solidFill>
            <a:srgbClr val="FFFFFF"/>
          </a:solidFill>
          <a:ln w="0">
            <a:noFill/>
          </a:ln>
        </p:spPr>
        <p:txBody>
          <a:bodyPr wrap="none" lIns="0" tIns="0" rIns="0" bIns="0" anchor="t">
            <a:noAutofit/>
          </a:bodyPr>
          <a:lstStyle>
            <a:defPPr algn="l">
              <a:defRPr sz="1200" b="0" lang="ko-KR">
                <a:solidFill>
                  <a:srgbClr val="111111"/>
                </a:solidFill>
                <a:latin typeface="Calibri"/>
                <a:ea typeface="Calibri"/>
                <a:cs typeface="Calibri"/>
              </a:defRPr>
            </a:defPPr>
          </a:lstStyle>
          <a:p>
            <a:pPr algn="l">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4  TryApply / 현재 revision만 게시</a:t>
            </a:r>
            <a:endParaRPr lang="ko-KR">
              <a:latin typeface="Calibri"/>
              <a:ea typeface="Calibri"/>
              <a:cs typeface="Calibri"/>
            </a:endParaRPr>
          </a:p>
        </p:txBody>
      </p:sp>
      <p:sp>
        <p:nvSpPr>
          <p:cNvPr id="144" name="annotation-9">
            <a:extLst>
              <a:ext uri="{FF2B5EF4-FFF2-40B4-BE49-F238E27FC236}">
                <ns2:creationId id="{F4596386-58F1-4D2C-9DB6-1EE41A6E23B5}"/>
              </a:ext>
            </a:extLst>
          </p:cNvPr>
          <p:cNvSpPr>
            <a:spLocks noGrp="1"/>
          </p:cNvSpPr>
          <p:nvPr/>
        </p:nvSpPr>
        <p:spPr>
          <a:xfrm>
            <a:off x="2286000" y="6653213"/>
            <a:ext cx="3611314" cy="214630"/>
          </a:xfrm>
          <a:prstGeom prst="rect">
            <a:avLst/>
          </a:prstGeom>
          <a:solidFill>
            <a:srgbClr val="FFFFFF"/>
          </a:solidFill>
          <a:ln w="0">
            <a:noFill/>
          </a:ln>
        </p:spPr>
        <p:txBody>
          <a:bodyPr wrap="none" lIns="0" tIns="0" rIns="0" bIns="0" anchor="t">
            <a:noAutofit/>
          </a:bodyPr>
          <a:lstStyle>
            <a:defPPr algn="l">
              <a:defRPr sz="1300" b="1" lang="ko-KR">
                <a:solidFill>
                  <a:srgbClr val="195FBD"/>
                </a:solidFill>
                <a:latin typeface="Calibri"/>
                <a:ea typeface="Calibri"/>
                <a:cs typeface="Calibri"/>
              </a:defRPr>
            </a:defPPr>
          </a:lstStyle>
          <a:p>
            <a:pPr algn="l">
              <a:defRPr sz="1300" b="1" lang="ko-KR">
                <a:solidFill>
                  <a:srgbClr val="195FBD"/>
                </a:solidFill>
                <a:latin typeface="Calibri"/>
                <a:ea typeface="Calibri"/>
                <a:cs typeface="Calibri"/>
              </a:defRPr>
            </a:pPr>
            <a:r>
              <a:rPr sz="1300" b="1" lang="ko-KR">
                <a:solidFill>
                  <a:srgbClr val="195FBD"/>
                </a:solidFill>
                <a:latin typeface="Calibri"/>
                <a:ea typeface="Calibri"/>
                <a:cs typeface="Calibri"/>
              </a:rPr>
              <a:t>직접 target 생산과 binding 갱신이 하나의 의미 책임</a:t>
            </a:r>
            <a:endParaRPr lang="ko-KR">
              <a:latin typeface="Calibri"/>
              <a:ea typeface="Calibri"/>
              <a:cs typeface="Calibri"/>
            </a:endParaRPr>
          </a:p>
        </p:txBody>
      </p:sp>
      <p:sp>
        <p:nvSpPr>
          <p:cNvPr id="145" name="annotation-10">
            <a:extLst>
              <a:ext uri="{FF2B5EF4-FFF2-40B4-BE49-F238E27FC236}">
                <ns2:creationId id="{FD84B37E-8EC5-4BA6-9B75-7CFE330980DB}"/>
              </a:ext>
            </a:extLst>
          </p:cNvPr>
          <p:cNvSpPr>
            <a:spLocks noGrp="1"/>
          </p:cNvSpPr>
          <p:nvPr/>
        </p:nvSpPr>
        <p:spPr>
          <a:xfrm>
            <a:off x="11382375" y="3929063"/>
            <a:ext cx="2735312" cy="19812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2  생산 job dispatch / 자원이 허용하면 병행</a:t>
            </a:r>
            <a:endParaRPr lang="ko-KR">
              <a:latin typeface="Calibri"/>
              <a:ea typeface="Calibri"/>
              <a:cs typeface="Calibri"/>
            </a:endParaRPr>
          </a:p>
        </p:txBody>
      </p:sp>
      <p:sp>
        <p:nvSpPr>
          <p:cNvPr id="146" name="annotation-11">
            <a:extLst>
              <a:ext uri="{FF2B5EF4-FFF2-40B4-BE49-F238E27FC236}">
                <ns2:creationId id="{FD3BF23F-A686-41E6-8197-C6A6D6675D9F}"/>
              </a:ext>
            </a:extLst>
          </p:cNvPr>
          <p:cNvSpPr>
            <a:spLocks noGrp="1"/>
          </p:cNvSpPr>
          <p:nvPr/>
        </p:nvSpPr>
        <p:spPr>
          <a:xfrm>
            <a:off x="11382375" y="4943475"/>
            <a:ext cx="1258119" cy="19812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3  역할별 원본 해석</a:t>
            </a:r>
            <a:endParaRPr lang="ko-KR">
              <a:latin typeface="Calibri"/>
              <a:ea typeface="Calibri"/>
              <a:cs typeface="Calibri"/>
            </a:endParaRPr>
          </a:p>
        </p:txBody>
      </p:sp>
      <p:sp>
        <p:nvSpPr>
          <p:cNvPr id="147" name="annotation-12">
            <a:extLst>
              <a:ext uri="{FF2B5EF4-FFF2-40B4-BE49-F238E27FC236}">
                <ns2:creationId id="{7E306DED-929C-402B-9322-2AC05518A2FC}"/>
              </a:ext>
            </a:extLst>
          </p:cNvPr>
          <p:cNvSpPr>
            <a:spLocks noGrp="1"/>
          </p:cNvSpPr>
          <p:nvPr/>
        </p:nvSpPr>
        <p:spPr>
          <a:xfrm>
            <a:off x="11382375" y="6191250"/>
            <a:ext cx="1868463" cy="198120"/>
          </a:xfrm>
          <a:prstGeom prst="rect">
            <a:avLst/>
          </a:prstGeom>
          <a:solidFill>
            <a:srgbClr val="FFFFFF"/>
          </a:solidFill>
          <a:ln w="0">
            <a:noFill/>
          </a:ln>
        </p:spPr>
        <p:txBody>
          <a:bodyPr wrap="none" lIns="0" tIns="0" rIns="0" bIns="0" anchor="t">
            <a:noAutofit/>
          </a:bodyPr>
          <a:lstStyle>
            <a:defPPr algn="l">
              <a:defRPr sz="1200" b="0" lang="ko-KR">
                <a:solidFill>
                  <a:srgbClr val="111111"/>
                </a:solidFill>
                <a:latin typeface="Calibri"/>
                <a:ea typeface="Calibri"/>
                <a:cs typeface="Calibri"/>
              </a:defRPr>
            </a:defPPr>
          </a:lstStyle>
          <a:p>
            <a:pPr algn="l">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4  생산자별 게시 후 완료 통지</a:t>
            </a:r>
            <a:endParaRPr lang="ko-KR">
              <a:latin typeface="Calibri"/>
              <a:ea typeface="Calibri"/>
              <a:cs typeface="Calibri"/>
            </a:endParaRPr>
          </a:p>
        </p:txBody>
      </p:sp>
      <p:sp>
        <p:nvSpPr>
          <p:cNvPr id="148" name="annotation-13">
            <a:extLst>
              <a:ext uri="{FF2B5EF4-FFF2-40B4-BE49-F238E27FC236}">
                <ns2:creationId id="{B7388AAA-80C4-4609-B785-611596B23583}"/>
              </a:ext>
            </a:extLst>
          </p:cNvPr>
          <p:cNvSpPr>
            <a:spLocks noGrp="1"/>
          </p:cNvSpPr>
          <p:nvPr/>
        </p:nvSpPr>
        <p:spPr>
          <a:xfrm>
            <a:off x="9572625" y="7186613"/>
            <a:ext cx="2933030" cy="198120"/>
          </a:xfrm>
          <a:prstGeom prst="rect">
            <a:avLst/>
          </a:prstGeom>
          <a:solidFill>
            <a:srgbClr val="FFFFFF"/>
          </a:solidFill>
          <a:ln w="0">
            <a:noFill/>
          </a:ln>
        </p:spPr>
        <p:txBody>
          <a:bodyPr wrap="none" lIns="0" tIns="0" rIns="0" bIns="0" anchor="t">
            <a:noAutofit/>
          </a:bodyPr>
          <a:lstStyle>
            <a:defPPr algn="l">
              <a:defRPr sz="1200" b="0" lang="ko-KR">
                <a:solidFill>
                  <a:srgbClr val="195FBD"/>
                </a:solidFill>
                <a:latin typeface="Calibri"/>
                <a:ea typeface="Calibri"/>
                <a:cs typeface="Calibri"/>
              </a:defRPr>
            </a:defPPr>
          </a:lstStyle>
          <a:p>
            <a:pPr algn="l">
              <a:defRPr sz="1200" b="0" lang="ko-KR">
                <a:solidFill>
                  <a:srgbClr val="195FBD"/>
                </a:solidFill>
                <a:latin typeface="Calibri"/>
                <a:ea typeface="Calibri"/>
                <a:cs typeface="Calibri"/>
              </a:defRPr>
            </a:pPr>
            <a:r>
              <a:rPr sz="1200" b="0" lang="ko-KR">
                <a:solidFill>
                  <a:srgbClr val="195FBD"/>
                </a:solidFill>
                <a:latin typeface="Calibri"/>
                <a:ea typeface="Calibri"/>
                <a:cs typeface="Calibri"/>
              </a:rPr>
              <a:t>5  호환 snapshot + 응답/deadline으로 결합 지시</a:t>
            </a:r>
            <a:endParaRPr lang="ko-KR">
              <a:latin typeface="Calibri"/>
              <a:ea typeface="Calibri"/>
              <a:cs typeface="Calibri"/>
            </a:endParaRPr>
          </a:p>
        </p:txBody>
      </p:sp>
      <p:sp>
        <p:nvSpPr>
          <p:cNvPr id="149" name="annotation-14">
            <a:extLst>
              <a:ext uri="{FF2B5EF4-FFF2-40B4-BE49-F238E27FC236}">
                <ns2:creationId id="{444B139A-3649-4365-9EA3-149DC9710C9E}"/>
              </a:ext>
            </a:extLst>
          </p:cNvPr>
          <p:cNvSpPr>
            <a:spLocks noGrp="1"/>
          </p:cNvSpPr>
          <p:nvPr/>
        </p:nvSpPr>
        <p:spPr>
          <a:xfrm>
            <a:off x="9572625" y="8162925"/>
            <a:ext cx="4585915" cy="181610"/>
          </a:xfrm>
          <a:prstGeom prst="rect">
            <a:avLst/>
          </a:prstGeom>
          <a:solidFill>
            <a:srgbClr val="FFFFFF"/>
          </a:solidFill>
          <a:ln w="0">
            <a:noFill/>
          </a:ln>
        </p:spPr>
        <p:txBody>
          <a:bodyPr wrap="none" lIns="0" tIns="0" rIns="0" bIns="0" anchor="t">
            <a:noAutofit/>
          </a:bodyPr>
          <a:lstStyle>
            <a:defPPr algn="l">
              <a:defRPr sz="1100" b="0" lang="ko-KR">
                <a:solidFill>
                  <a:srgbClr val="B63732"/>
                </a:solidFill>
                <a:latin typeface="Calibri"/>
                <a:ea typeface="Calibri"/>
                <a:cs typeface="Calibri"/>
              </a:defRPr>
            </a:defPPr>
          </a:lstStyle>
          <a:p>
            <a:pPr algn="l">
              <a:defRPr sz="1100" b="0" lang="ko-KR">
                <a:solidFill>
                  <a:srgbClr val="B63732"/>
                </a:solidFill>
                <a:latin typeface="Calibri"/>
                <a:ea typeface="Calibri"/>
                <a:cs typeface="Calibri"/>
              </a:defRPr>
            </a:pPr>
            <a:r>
              <a:rPr sz="1100" b="0" lang="ko-KR">
                <a:solidFill>
                  <a:srgbClr val="B63732"/>
                </a:solidFill>
                <a:latin typeface="Calibri"/>
                <a:ea typeface="Calibri"/>
                <a:cs typeface="Calibri"/>
              </a:rPr>
              <a:t>6  후보 부족: 완료 inbox로 Rejudge 반환, Coordinator가 원 producer에 재지시</a:t>
            </a:r>
            <a:endParaRPr lang="ko-KR">
              <a:latin typeface="Calibri"/>
              <a:ea typeface="Calibri"/>
              <a:cs typeface="Calibri"/>
            </a:endParaRPr>
          </a:p>
        </p:txBody>
      </p:sp>
      <p:sp>
        <p:nvSpPr>
          <p:cNvPr id="150" name="annotation-15">
            <a:extLst>
              <a:ext uri="{FF2B5EF4-FFF2-40B4-BE49-F238E27FC236}">
                <ns2:creationId id="{E263A3D0-7B6D-43F8-891F-A9533FD4D539}"/>
              </a:ext>
            </a:extLst>
          </p:cNvPr>
          <p:cNvSpPr>
            <a:spLocks noGrp="1"/>
          </p:cNvSpPr>
          <p:nvPr/>
        </p:nvSpPr>
        <p:spPr>
          <a:xfrm>
            <a:off x="428625" y="8505825"/>
            <a:ext cx="6746602" cy="198120"/>
          </a:xfrm>
          <a:prstGeom prst="rect">
            <a:avLst/>
          </a:prstGeom>
          <a:solidFill>
            <a:srgbClr val="FFFFFF"/>
          </a:solidFill>
          <a:ln w="0">
            <a:noFill/>
          </a:ln>
        </p:spPr>
        <p:txBody>
          <a:bodyPr wrap="none" lIns="0" tIns="0" rIns="0" bIns="0" anchor="t">
            <a:noAutofit/>
          </a:bodyPr>
          <a:lstStyle>
            <a:defPPr algn="l">
              <a:defRPr sz="1200" b="0" lang="ko-KR">
                <a:solidFill>
                  <a:srgbClr val="111111"/>
                </a:solidFill>
                <a:latin typeface="Calibri"/>
                <a:ea typeface="Calibri"/>
                <a:cs typeface="Calibri"/>
              </a:defRPr>
            </a:defPPr>
          </a:lstStyle>
          <a:p>
            <a:pPr algn="l">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공통 정정: BeginRevision(r2)와 TryApply/TryPublish가 같은 RevisionGate 사용 / 늦은 r1은 상태 반영 전 거절</a:t>
            </a:r>
            <a:endParaRPr lang="ko-KR">
              <a:latin typeface="Calibri"/>
              <a:ea typeface="Calibri"/>
              <a:cs typeface="Calibri"/>
            </a:endParaRPr>
          </a:p>
        </p:txBody>
      </p:sp>
      <p:sp>
        <p:nvSpPr>
          <p:cNvPr id="151" name="annotation-16">
            <a:extLst>
              <a:ext uri="{FF2B5EF4-FFF2-40B4-BE49-F238E27FC236}">
                <ns2:creationId id="{712C8A31-294C-4AE6-8013-2E0CB6C5AF00}"/>
              </a:ext>
            </a:extLst>
          </p:cNvPr>
          <p:cNvSpPr>
            <a:spLocks noGrp="1"/>
          </p:cNvSpPr>
          <p:nvPr/>
        </p:nvSpPr>
        <p:spPr>
          <a:xfrm>
            <a:off x="285750" y="9801225"/>
            <a:ext cx="6597253" cy="198120"/>
          </a:xfrm>
          <a:prstGeom prst="rect">
            <a:avLst/>
          </a:prstGeom>
          <a:solidFill>
            <a:srgbClr val="FFFFFF"/>
          </a:solidFill>
          <a:ln w="0">
            <a:noFill/>
          </a:ln>
        </p:spPr>
        <p:txBody>
          <a:bodyPr wrap="none" lIns="0" tIns="0" rIns="0" bIns="0" anchor="t">
            <a:noAutofit/>
          </a:bodyPr>
          <a:lstStyle>
            <a:defPPr algn="l">
              <a:defRPr sz="1200" b="0" lang="ko-KR">
                <a:solidFill>
                  <a:srgbClr val="111111"/>
                </a:solidFill>
                <a:latin typeface="Calibri"/>
                <a:ea typeface="Calibri"/>
                <a:cs typeface="Calibri"/>
              </a:defRPr>
            </a:defPPr>
          </a:lstStyle>
          <a:p>
            <a:pPr algn="l">
              <a:defRPr sz="1200" b="0" lang="ko-KR">
                <a:solidFill>
                  <a:srgbClr val="111111"/>
                </a:solidFill>
                <a:latin typeface="Calibri"/>
                <a:ea typeface="Calibri"/>
                <a:cs typeface="Calibri"/>
              </a:defRPr>
            </a:pPr>
            <a:r>
              <a:rPr sz="1200" b="0" lang="ko-KR">
                <a:solidFill>
                  <a:srgbClr val="111111"/>
                </a:solidFill>
                <a:latin typeface="Calibri"/>
                <a:ea typeface="Calibri"/>
                <a:cs typeface="Calibri"/>
              </a:rPr>
              <a:t>사각형: 실행 코드   칸 상자: bounded RAM FIFO   겹친 카드: RAM data model   접힌 종이: DTO   원통: 영속 DB</a:t>
            </a:r>
            <a:endParaRPr lang="ko-KR">
              <a:latin typeface="Calibri"/>
              <a:ea typeface="Calibri"/>
              <a:cs typeface="Calibri"/>
            </a:endParaRPr>
          </a:p>
        </p:txBody>
      </p:sp>
      <p:sp>
        <p:nvSpPr>
          <p:cNvPr id="152" name="annotation-17">
            <a:extLst>
              <a:ext uri="{FF2B5EF4-FFF2-40B4-BE49-F238E27FC236}">
                <ns2:creationId id="{3188E861-311F-4B97-934B-E54B4676B2FC}"/>
              </a:ext>
            </a:extLst>
          </p:cNvPr>
          <p:cNvSpPr>
            <a:spLocks noGrp="1"/>
          </p:cNvSpPr>
          <p:nvPr/>
        </p:nvSpPr>
        <p:spPr>
          <a:xfrm>
            <a:off x="285750" y="10048875"/>
            <a:ext cx="5050557" cy="181610"/>
          </a:xfrm>
          <a:prstGeom prst="rect">
            <a:avLst/>
          </a:prstGeom>
          <a:solidFill>
            <a:srgbClr val="FFFFFF"/>
          </a:solidFill>
          <a:ln w="0">
            <a:noFill/>
          </a:ln>
        </p:spPr>
        <p:txBody>
          <a:bodyPr wrap="none" lIns="0" tIns="0" rIns="0" bIns="0" anchor="t">
            <a:noAutofit/>
          </a:bodyPr>
          <a:lstStyle>
            <a:defPPr algn="l">
              <a:defRPr sz="1100" b="0" lang="ko-KR">
                <a:solidFill>
                  <a:srgbClr val="111111"/>
                </a:solidFill>
                <a:latin typeface="Calibri"/>
                <a:ea typeface="Calibri"/>
                <a:cs typeface="Calibri"/>
              </a:defRPr>
            </a:defPPr>
          </a:lstStyle>
          <a:p>
            <a:pPr algn="l">
              <a:defRPr sz="1100" b="0" lang="ko-KR">
                <a:solidFill>
                  <a:srgbClr val="111111"/>
                </a:solidFill>
                <a:latin typeface="Calibri"/>
                <a:ea typeface="Calibri"/>
                <a:cs typeface="Calibri"/>
              </a:defRPr>
            </a:pPr>
            <a:r>
              <a:rPr sz="1100" b="0" lang="ko-KR">
                <a:solidFill>
                  <a:srgbClr val="111111"/>
                </a:solidFill>
                <a:latin typeface="Calibri"/>
                <a:ea typeface="Calibri"/>
                <a:cs typeface="Calibri"/>
              </a:rPr>
              <a:t>실선: 작업 전달   점선: 완료 반환   회색: 상태 접근   빨강: 재판단   /   설계 가정, 미구현, 미측정</a:t>
            </a:r>
            <a:endParaRPr lang="ko-KR">
              <a:latin typeface="Calibri"/>
              <a:ea typeface="Calibri"/>
              <a:cs typeface="Calibri"/>
            </a:endParaRPr>
          </a:p>
        </p:txBody>
      </p:sp>
    </p:spTree>
    <p:extLst>
      <p:ext uri="{BB962C8B-B14F-4D97-AF65-F5344CB8AC3E}">
        <p14:creationId val="1820970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2026-10-14T17:51:59.2290000Z</ns2:created>
  <ns2:modified xsi:type="dcterms:W3CDTF">2026-10-14T17:51:59.2290000Z</ns2:modified>
  <dc:language>ko-KR</dc:language>
</ns0:coreProperties>
</file>