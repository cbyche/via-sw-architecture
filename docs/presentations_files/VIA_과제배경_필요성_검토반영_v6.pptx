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a47cbace2426a" /><Relationship Type="http://schemas.openxmlformats.org/officeDocument/2006/relationships/extended-properties" Target="/docProps/app.xml" Id="R190c53686ebf41c1" /><Relationship Type="http://schemas.openxmlformats.org/officeDocument/2006/relationships/officeDocument" Target="/ppt/presentation.xml" Id="Raa63c825c5a24197" /></Relationships>
</file>

<file path=ppt/presentation.xml><?xml version="1.0" encoding="utf-8"?>
<p:presentation xmlns:p="http://schemas.openxmlformats.org/presentationml/2006/main">
  <p:sldMasterIdLst>
    <p:sldMasterId xmlns:r="http://schemas.openxmlformats.org/officeDocument/2006/relationships" id="2147483648" r:id="Rda86a757e5434fd7"/>
  </p:sldMasterIdLst>
  <p:notesMasterIdLst>
    <p:notesMasterId xmlns:r="http://schemas.openxmlformats.org/officeDocument/2006/relationships" r:id="R84b102927349435a"/>
  </p:notesMasterIdLst>
  <p:sldIdLst>
    <p:sldId xmlns:r="http://schemas.openxmlformats.org/officeDocument/2006/relationships" id="256" r:id="R0ed8ab8535834e21"/>
    <p:sldId xmlns:r="http://schemas.openxmlformats.org/officeDocument/2006/relationships" id="257" r:id="R134dc13cd6004739"/>
    <p:sldId xmlns:r="http://schemas.openxmlformats.org/officeDocument/2006/relationships" id="258" r:id="R58eb1b69cd5645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ccbe72a217409d" /><Relationship Type="http://schemas.openxmlformats.org/officeDocument/2006/relationships/slideMaster" Target="/ppt/slideMasters/slideMaster1.xml" Id="Rda86a757e5434fd7" /><Relationship Type="http://schemas.openxmlformats.org/officeDocument/2006/relationships/notesMaster" Target="/ppt/notesMasters/notesMaster1.xml" Id="R84b102927349435a" /><Relationship Type="http://schemas.openxmlformats.org/officeDocument/2006/relationships/presProps" Target="/ppt/presProps.xml" Id="Reefd9614f2e84d98" /><Relationship Type="http://schemas.openxmlformats.org/officeDocument/2006/relationships/tableStyles" Target="/ppt/tableStyles.xml" Id="R18b642d7ff6c4e1c" /><Relationship Type="http://schemas.openxmlformats.org/officeDocument/2006/relationships/slide" Target="/ppt/slides/slide1.xml" Id="R0ed8ab8535834e21" /><Relationship Type="http://schemas.openxmlformats.org/officeDocument/2006/relationships/slide" Target="/ppt/slides/slide2.xml" Id="R134dc13cd6004739" /><Relationship Type="http://schemas.openxmlformats.org/officeDocument/2006/relationships/slide" Target="/ppt/slides/slide3.xml" Id="R58eb1b69cd56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c38049fec1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notesMaster1.xml" Id="R832cbe33023d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notesMaster1.xml" Id="Ra9bb3611ae4846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notesMaster1.xml" Id="R2fbd8ed86add42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목적: 앞 페이지의 사용자 접점이 구체적으로 어떤 책임을 가지는지 설명한다. 일반적인 AI Agent와 VIA를 기술적으로 상호 배타적인 유형으로 분류하지 않는다. 둘 다 AI로 판단하거나 도구를 사용할 수 있다. 이 과제의 차별화된 설계 대상은 지속적인 PC interaction과 요청·대화·Task의 연결 및 제어이고, Downstream Agent의 설계 대상은 위임받은 업무의 reasoning·planning·tool selection·execution이다. 이것이 이 페이지에서 강조할 책임 경계다.</a:t>
            </a:r>
          </a:p>
          <a:p xmlns:a="http://schemas.openxmlformats.org/drawingml/2006/main">
            <a:r>
              <a:t>왼쪽 세 단계는 설명을 위한 책임 묶음이며 실제 target Component 이름이나 순차 실행 call graph가 아니다. VIA가 단순한 음성 중계기 또는 라우터라는 의미도 아니다. 시점별 근거로 목표·대상·업무 관계를 판단하고 필요한 확인을 거쳐 처리 방향을 정하며, 요청·Task·권한·상태·결과 연결을 관리한다. 범위가 명확한 설명·요약은 직접 답할 수 있으나 업무 내부 계획과 장기 tool 실행을 맡지 않는다.</a:t>
            </a:r>
          </a:p>
          <a:p xmlns:a="http://schemas.openxmlformats.org/drawingml/2006/main">
            <a:r>
              <a:t>예시의 보고서 작성과 기존 자료 조사는 독립 목표다. 하나의 업무 안의 조사·작성 내부 단계를 VIA가 임의로 분해하는 예시가 아니다. 같은 Agent가 둘을 수행할 수도 있으나 VIA의 업무 identity는 별도로 추적한다. 취소 요청 접수와 실제 취소 완료를 구분하고 확인된 상태만 전달한다.</a:t>
            </a:r>
          </a:p>
          <a:p xmlns:a="http://schemas.openxmlformats.org/drawingml/2006/main">
            <a:r>
              <a:t>Source commit a2acb638001f15b920c5ab1903053ea3c2892711: docs/architecture/01-system-mission-and-boundary.md; 03-fixed-architecture-scope.md; 05-representative-use-cases.md; 12-decisions/target-architecture/architecture.md §§1,5,6,9,11,12,13; control-and-lifecycle.md; memory-and-context-lifecycle.md; shared-omni-runtime.md; design-completeness.md. REVIEWED_BASELINE is a reviewed target design, not implemented or measured superiority. Components and runtime internals are intentionally reserved for later architecture slides. Shared Omni is one weight set used for distinct voice and semantic roles, with separated state; no additional models are implied by these conceptual responsibility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VIA 과제의 필요성을 기능 정확성, 신속성, 변경 용이성으로 설명한다.</a:t>
            </a:r>
          </a:p>
          <a:p xmlns:a="http://schemas.openxmlformats.org/drawingml/2006/main">
            <a:r>
              <a:t>정확성 사례: 기존 보고서 PDF 조건과 메일 초안만 작성하는 조건을 유지하면서, 정정된 메일 내용의 지칭 대상만 선택한 표로 바꾼다. 실제 변경과 업무 수행은 Downstream Agent의 책임이다.</a:t>
            </a:r>
          </a:p>
          <a:p xmlns:a="http://schemas.openxmlformats.org/drawingml/2006/main">
            <a:r>
              <a:t>V-01 기능 정확성이 첫 축의 중심이다. V-02 기능 적절성과 V-03 기능 완전성은 추가 사용자 개입과 필수 기능 지원 관점에서 함께 요구된다.</a:t>
            </a:r>
          </a:p>
          <a:p xmlns:a="http://schemas.openxmlformats.org/drawingml/2006/main">
            <a:r>
              <a:t>V-04 응답 신속성은 실제 사용자 입력부터 첫 유효 반응까지다. V-05 요청 완료 신속성은 결과 전달까지의 VIA 처리시간이며 외부 작업만 기다리는 구간은 제외한다. 이 시간축은 개념도이며 길이는 실제 시간이나 측정값이 아니다. 첫 유효 반응은 첫 VIA 구간 안의 대표 위치에 표시했다.</a:t>
            </a:r>
          </a:p>
          <a:p xmlns:a="http://schemas.openxmlformats.org/drawingml/2006/main">
            <a:r>
              <a:t>변경 용이성은 Downstream Agent 추가와 연동 변화뿐 아니라 VIA 내부의 모델, Runtime, 요청 이해, 기억과 Context, 연속 상호작용 기술의 발전을 수용하는 데 필요하다. 원천 기술의 학습과 내부 알고리즘은 VIA Architecture 설계 범위 밖이다.</a:t>
            </a:r>
          </a:p>
          <a:p xmlns:a="http://schemas.openxmlformats.org/drawingml/2006/main">
            <a:r>
              <a:t>DP 연결: 04-41 요청 의미 확정은 조회와 의미 완성의 진행 책임, 04-43 요청 이해의 판단 책임은 의도, 지칭 대상, 대화/Task 연결, 요청 간 관계, 정정 범위와 처리 방향, 04-45 기억과 Context는 과거 근거의 유지와 조회 및 구성을 다룬다. 첫 축의 Context 활용과 의미 보존에 연결된다.</a:t>
            </a:r>
          </a:p>
          <a:p xmlns:a="http://schemas.openxmlformats.org/drawingml/2006/main">
            <a:r>
              <a:t>04-42 서로 다른 대화와 업무 수명은 상태 소유와 실행 경계, 04-44 연속 상호작용은 겹치는 사용자 입력과 Agent 알림의 다음 처리를 조직하는 방식이다. 속도와 지속 사용의 구조적 비용을 검토한다.</a:t>
            </a:r>
          </a:p>
          <a:p xmlns:a="http://schemas.openxmlformats.org/drawingml/2006/main">
            <a:r>
              <a:t>V-08 변경 용이성은 각 DP에서 실제 변경 영향을 비교하는 기준이며, 모든 DP가 같은 QA를 개선한다는 뜻은 아니다. V-06 메모리 효율성, V-07 복구 용이성, V-09 분석 용이성, V-10 기밀성은 공통 기반이다.</a:t>
            </a:r>
          </a:p>
          <a:p xmlns:a="http://schemas.openxmlformats.org/drawingml/2006/main">
            <a:r>
              <a:t>근거: docs/presentations_files/quality-attributes.md; docs/architecture/03-fixed-architecture-scope.md; docs/architecture/05-representative-use-cases.md; docs/architecture/12-decisions/decision-packages/04-41-request-resolution-control.md; 04-42-lifecycle-ownership.md; 04-43-request-interpretation.md; 04-44-continuous-interaction.md; 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30a515c6646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1210cbd774ebb" /><Relationship Type="http://schemas.openxmlformats.org/officeDocument/2006/relationships/slideLayout" Target="/ppt/slideLayouts/slideLayout1.xml" Id="R7bb00c503edd4a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f5e41819554ae7" /><Relationship Type="http://schemas.openxmlformats.org/officeDocument/2006/relationships/image" Target="/ppt/media/image.gif" Id="R413be209bf6b450f" /><Relationship Type="http://schemas.openxmlformats.org/officeDocument/2006/relationships/image" Target="/ppt/media/image2.gif" Id="R34900b255bd54306" /><Relationship Type="http://schemas.openxmlformats.org/officeDocument/2006/relationships/notesSlide" Target="/ppt/notesSlides/notesSlide1.xml" Id="R0f2a51639d87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64148ace44f45" /><Relationship Type="http://schemas.openxmlformats.org/officeDocument/2006/relationships/notesSlide" Target="/ppt/notesSlides/notesSlide2.xml" Id="R2eb99875954241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29457547904210" /><Relationship Type="http://schemas.openxmlformats.org/officeDocument/2006/relationships/notesSlide" Target="/ppt/notesSlides/notesSlide3.xml" Id="R5c747439b9b242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647700"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723900"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6543675"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6619875"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6096000" y="1438275"/>
            <a:ext cx="0" cy="49244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3524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5048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5048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150408" y="2047875"/>
            <a:ext cx="3928533" cy="22098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523875" y="4295775"/>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428625" y="4552950"/>
            <a:ext cx="538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361950" y="4867275"/>
            <a:ext cx="54673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3619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514350" y="49625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523875" y="53244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523875" y="5629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3019425" y="531495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523875" y="59340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523875" y="6219825"/>
            <a:ext cx="2305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3019425" y="590550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코드를 탐색하고 수정</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62960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64484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64484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7094008" y="2047875"/>
            <a:ext cx="3928533" cy="22098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6400800" y="4295775"/>
            <a:ext cx="539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6381750" y="4552950"/>
            <a:ext cx="54006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6315075" y="4867275"/>
            <a:ext cx="55054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63055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6457950" y="49625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6505575" y="5353050"/>
            <a:ext cx="885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7429500" y="5486400"/>
            <a:ext cx="3143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7677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7677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7820025" y="5295900"/>
            <a:ext cx="2152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7848600" y="5657850"/>
            <a:ext cx="2114550"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0077450" y="5486400"/>
            <a:ext cx="33337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0344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0344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0487025" y="53530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6477000" y="5724525"/>
            <a:ext cx="531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6477000" y="6219825"/>
            <a:ext cx="5295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6477000" y="6048375"/>
            <a:ext cx="5295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438150"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409575" y="876300"/>
            <a:ext cx="1141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447675" y="1495425"/>
            <a:ext cx="702945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523875" y="1543050"/>
            <a:ext cx="687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8353425" y="1495425"/>
            <a:ext cx="342900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8429625" y="1543050"/>
            <a:ext cx="327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638175" y="2076450"/>
            <a:ext cx="651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638175" y="2457450"/>
            <a:ext cx="66198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028700" y="256222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028700" y="284797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목표와 조건, 정정 내용 파악</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028700" y="33051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028700" y="360997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028700" y="39433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028700" y="4248150"/>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7477125" y="2647950"/>
            <a:ext cx="923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7496175" y="298132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8258175" y="29432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8258175" y="29813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7496175" y="383857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7496175" y="38004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7496175" y="38385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7477125" y="3933825"/>
            <a:ext cx="923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7477125" y="4162425"/>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8562975" y="2276475"/>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0096500" y="2686050"/>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00584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00965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8524875" y="30575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8524875" y="33623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0096500" y="3724275"/>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00584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00965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8496300" y="4105275"/>
            <a:ext cx="3181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400050" y="4724400"/>
            <a:ext cx="113823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438150" y="4848225"/>
            <a:ext cx="11306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457200" y="5286375"/>
            <a:ext cx="1219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1">
                <a:solidFill>
                  <a:srgbClr val="657079"/>
                </a:solidFill>
                <a:latin typeface="Apple SD Gothic Neo"/>
                <a:ea typeface="Apple SD Gothic Neo"/>
                <a:cs typeface="Apple SD Gothic Neo"/>
              </a:defRPr>
            </a:pPr>
            <a:r>
              <a:rPr sz="1425"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1828800" y="5219700"/>
            <a:ext cx="3676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“이 표로 보고서 만들어줘.</a:t>
            </a:r>
          </a:p>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5553075" y="5524500"/>
            <a:ext cx="361950"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5848350" y="54864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5848350" y="55245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6105525" y="52197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7810500" y="5219700"/>
            <a:ext cx="3676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6105525" y="559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7810500" y="559117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447675" y="6238875"/>
            <a:ext cx="112490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447675" y="6067425"/>
            <a:ext cx="11249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20262C"/>
                </a:solidFill>
                <a:latin typeface="Apple SD Gothic Neo"/>
                <a:ea typeface="Apple SD Gothic Neo"/>
                <a:cs typeface="Apple SD Gothic Neo"/>
              </a:defRPr>
            </a:pPr>
            <a:r>
              <a:rPr sz="1725"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447675"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00" b="0">
                <a:solidFill>
                  <a:srgbClr val="657079"/>
                </a:solidFill>
                <a:latin typeface="Apple SD Gothic Neo"/>
                <a:ea typeface="Apple SD Gothic Neo"/>
                <a:cs typeface="Apple SD Gothic Neo"/>
              </a:defRPr>
            </a:pPr>
            <a:r>
              <a:rPr sz="90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3</a:t>
            </a:r>
          </a:p>
        </p:txBody>
      </p:sp>
      <p:sp>
        <p:nvSpPr>
          <p:cNvPr id="1000" name="necessity-v6-divider-1">
            <a:extLst xmlns:a="http://schemas.openxmlformats.org/drawingml/2006/main">
              <a:ext uri="{FF2B5EF4-FFF2-40B4-BE49-F238E27FC236}">
                <a16:creationId xmlns:a16="http://schemas.microsoft.com/office/drawing/2014/main" id="{D8E1AA26-EB96-4741-818A-92B7FEB1C5EA}"/>
              </a:ext>
            </a:extLst>
          </p:cNvPr>
          <p:cNvSpPr>
            <a:spLocks xmlns:a="http://schemas.openxmlformats.org/drawingml/2006/main" noGrp="1"/>
          </p:cNvSpPr>
          <p:nvPr/>
        </p:nvSpPr>
        <p:spPr>
          <a:xfrm xmlns:a="http://schemas.openxmlformats.org/drawingml/2006/main">
            <a:off x="4057650" y="1028700"/>
            <a:ext cx="0" cy="4295775"/>
          </a:xfrm>
          <a:prstGeom xmlns:a="http://schemas.openxmlformats.org/drawingml/2006/main" prst="line">
            <a:avLst/>
          </a:prstGeom>
          <a:noFill xmlns:a="http://schemas.openxmlformats.org/drawingml/2006/main"/>
          <a:ln xmlns:a="http://schemas.openxmlformats.org/drawingml/2006/main" w="9525">
            <a:solidFill>
              <a:srgbClr val="BEC8D0"/>
            </a:solidFill>
            <a:prstDash val="solid"/>
          </a:ln>
        </p:spPr>
      </p:sp>
      <p:sp>
        <p:nvSpPr>
          <p:cNvPr id="1001" name="necessity-v6-divider-2">
            <a:extLst xmlns:a="http://schemas.openxmlformats.org/drawingml/2006/main">
              <a:ext uri="{FF2B5EF4-FFF2-40B4-BE49-F238E27FC236}">
                <a16:creationId xmlns:a16="http://schemas.microsoft.com/office/drawing/2014/main" id="{E8A18064-3943-4BD3-AA69-26C38F62B2BB}"/>
              </a:ext>
            </a:extLst>
          </p:cNvPr>
          <p:cNvSpPr>
            <a:spLocks xmlns:a="http://schemas.openxmlformats.org/drawingml/2006/main" noGrp="1"/>
          </p:cNvSpPr>
          <p:nvPr/>
        </p:nvSpPr>
        <p:spPr>
          <a:xfrm xmlns:a="http://schemas.openxmlformats.org/drawingml/2006/main">
            <a:off x="8124825" y="1028700"/>
            <a:ext cx="0" cy="4295775"/>
          </a:xfrm>
          <a:prstGeom xmlns:a="http://schemas.openxmlformats.org/drawingml/2006/main" prst="line">
            <a:avLst/>
          </a:prstGeom>
          <a:noFill xmlns:a="http://schemas.openxmlformats.org/drawingml/2006/main"/>
          <a:ln xmlns:a="http://schemas.openxmlformats.org/drawingml/2006/main" w="9525">
            <a:solidFill>
              <a:srgbClr val="BEC8D0"/>
            </a:solidFill>
            <a:prstDash val="solid"/>
          </a:ln>
        </p:spPr>
      </p:sp>
      <p:sp>
        <p:nvSpPr>
          <p:cNvPr id="1002" name="necessity-v6-heading-0">
            <a:extLst xmlns:a="http://schemas.openxmlformats.org/drawingml/2006/main">
              <a:ext uri="{FF2B5EF4-FFF2-40B4-BE49-F238E27FC236}">
                <a16:creationId xmlns:a16="http://schemas.microsoft.com/office/drawing/2014/main" id="{59B9EEEC-379D-4DC5-9C3B-7D450CA1BDAD}"/>
              </a:ext>
            </a:extLst>
          </p:cNvPr>
          <p:cNvSpPr>
            <a:spLocks xmlns:a="http://schemas.openxmlformats.org/drawingml/2006/main" noGrp="1"/>
          </p:cNvSpPr>
          <p:nvPr/>
        </p:nvSpPr>
        <p:spPr>
          <a:xfrm xmlns:a="http://schemas.openxmlformats.org/drawingml/2006/main">
            <a:off x="381000" y="1038225"/>
            <a:ext cx="3381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2264A"/>
                </a:solidFill>
                <a:latin typeface="Apple SD Gothic Neo"/>
                <a:ea typeface="Apple SD Gothic Neo"/>
                <a:cs typeface="Apple SD Gothic Neo"/>
              </a:defRPr>
            </a:pPr>
            <a:r>
              <a:rPr sz="2100" b="1">
                <a:solidFill>
                  <a:srgbClr val="12264A"/>
                </a:solidFill>
                <a:latin typeface="Apple SD Gothic Neo"/>
                <a:ea typeface="Apple SD Gothic Neo"/>
                <a:cs typeface="Apple SD Gothic Neo"/>
              </a:rPr>
              <a:t>사용자 의도에 맞는</a:t>
            </a:r>
          </a:p>
          <a:p xmlns:a="http://schemas.openxmlformats.org/drawingml/2006/main">
            <a:pPr algn="l">
              <a:defRPr sz="2100" b="1">
                <a:solidFill>
                  <a:srgbClr val="12264A"/>
                </a:solidFill>
                <a:latin typeface="Apple SD Gothic Neo"/>
                <a:ea typeface="Apple SD Gothic Neo"/>
                <a:cs typeface="Apple SD Gothic Neo"/>
              </a:defRPr>
            </a:pPr>
            <a:r>
              <a:rPr sz="2100" b="1">
                <a:solidFill>
                  <a:srgbClr val="12264A"/>
                </a:solidFill>
                <a:latin typeface="Apple SD Gothic Neo"/>
                <a:ea typeface="Apple SD Gothic Neo"/>
                <a:cs typeface="Apple SD Gothic Neo"/>
              </a:rPr>
              <a:t>정확한 요청 처리</a:t>
            </a:r>
          </a:p>
        </p:txBody>
      </p:sp>
      <p:sp>
        <p:nvSpPr>
          <p:cNvPr id="1003" name="necessity-v6-accent-0">
            <a:extLst xmlns:a="http://schemas.openxmlformats.org/drawingml/2006/main">
              <a:ext uri="{FF2B5EF4-FFF2-40B4-BE49-F238E27FC236}">
                <a16:creationId xmlns:a16="http://schemas.microsoft.com/office/drawing/2014/main" id="{BB618E87-B2FA-4722-8323-B0AAAA158633}"/>
              </a:ext>
            </a:extLst>
          </p:cNvPr>
          <p:cNvSpPr>
            <a:spLocks xmlns:a="http://schemas.openxmlformats.org/drawingml/2006/main" noGrp="1"/>
          </p:cNvSpPr>
          <p:nvPr/>
        </p:nvSpPr>
        <p:spPr>
          <a:xfrm xmlns:a="http://schemas.openxmlformats.org/drawingml/2006/main">
            <a:off x="381000" y="1743075"/>
            <a:ext cx="514350" cy="0"/>
          </a:xfrm>
          <a:prstGeom xmlns:a="http://schemas.openxmlformats.org/drawingml/2006/main" prst="line">
            <a:avLst/>
          </a:prstGeom>
          <a:noFill xmlns:a="http://schemas.openxmlformats.org/drawingml/2006/main"/>
          <a:ln xmlns:a="http://schemas.openxmlformats.org/drawingml/2006/main" w="28575">
            <a:solidFill>
              <a:srgbClr val="258FAF"/>
            </a:solidFill>
            <a:prstDash val="solid"/>
          </a:ln>
        </p:spPr>
      </p:sp>
      <p:sp>
        <p:nvSpPr>
          <p:cNvPr id="1004" name="necessity-v6-reason-0">
            <a:extLst xmlns:a="http://schemas.openxmlformats.org/drawingml/2006/main">
              <a:ext uri="{FF2B5EF4-FFF2-40B4-BE49-F238E27FC236}">
                <a16:creationId xmlns:a16="http://schemas.microsoft.com/office/drawing/2014/main" id="{F5C43950-7CEF-4A06-9616-C2FD046159D9}"/>
              </a:ext>
            </a:extLst>
          </p:cNvPr>
          <p:cNvSpPr>
            <a:spLocks xmlns:a="http://schemas.openxmlformats.org/drawingml/2006/main" noGrp="1"/>
          </p:cNvSpPr>
          <p:nvPr/>
        </p:nvSpPr>
        <p:spPr>
          <a:xfrm xmlns:a="http://schemas.openxmlformats.org/drawingml/2006/main">
            <a:off x="381000" y="1914525"/>
            <a:ext cx="3381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화면과 대화의 Context를 활용해</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요청 의미와 정정 내용을 정확히 반영</a:t>
            </a:r>
          </a:p>
        </p:txBody>
      </p:sp>
      <p:sp>
        <p:nvSpPr>
          <p:cNvPr id="1005" name="necessity-v6-heading-1">
            <a:extLst xmlns:a="http://schemas.openxmlformats.org/drawingml/2006/main">
              <a:ext uri="{FF2B5EF4-FFF2-40B4-BE49-F238E27FC236}">
                <a16:creationId xmlns:a16="http://schemas.microsoft.com/office/drawing/2014/main" id="{BDD0D374-273F-417B-A204-CAC19ACE342D}"/>
              </a:ext>
            </a:extLst>
          </p:cNvPr>
          <p:cNvSpPr>
            <a:spLocks xmlns:a="http://schemas.openxmlformats.org/drawingml/2006/main" noGrp="1"/>
          </p:cNvSpPr>
          <p:nvPr/>
        </p:nvSpPr>
        <p:spPr>
          <a:xfrm xmlns:a="http://schemas.openxmlformats.org/drawingml/2006/main">
            <a:off x="4343400" y="1038225"/>
            <a:ext cx="3381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2264A"/>
                </a:solidFill>
                <a:latin typeface="Apple SD Gothic Neo"/>
                <a:ea typeface="Apple SD Gothic Neo"/>
                <a:cs typeface="Apple SD Gothic Neo"/>
              </a:defRPr>
            </a:pPr>
            <a:r>
              <a:rPr sz="2100" b="1">
                <a:solidFill>
                  <a:srgbClr val="12264A"/>
                </a:solidFill>
                <a:latin typeface="Apple SD Gothic Neo"/>
                <a:ea typeface="Apple SD Gothic Neo"/>
                <a:cs typeface="Apple SD Gothic Neo"/>
              </a:rPr>
              <a:t>빠른 반응과</a:t>
            </a:r>
          </a:p>
          <a:p xmlns:a="http://schemas.openxmlformats.org/drawingml/2006/main">
            <a:pPr algn="l">
              <a:defRPr sz="2100" b="1">
                <a:solidFill>
                  <a:srgbClr val="12264A"/>
                </a:solidFill>
                <a:latin typeface="Apple SD Gothic Neo"/>
                <a:ea typeface="Apple SD Gothic Neo"/>
                <a:cs typeface="Apple SD Gothic Neo"/>
              </a:defRPr>
            </a:pPr>
            <a:r>
              <a:rPr sz="2100" b="1">
                <a:solidFill>
                  <a:srgbClr val="12264A"/>
                </a:solidFill>
                <a:latin typeface="Apple SD Gothic Neo"/>
                <a:ea typeface="Apple SD Gothic Neo"/>
                <a:cs typeface="Apple SD Gothic Neo"/>
              </a:rPr>
              <a:t>신속한 결과 전달</a:t>
            </a:r>
          </a:p>
        </p:txBody>
      </p:sp>
      <p:sp>
        <p:nvSpPr>
          <p:cNvPr id="1006" name="necessity-v6-accent-1">
            <a:extLst xmlns:a="http://schemas.openxmlformats.org/drawingml/2006/main">
              <a:ext uri="{FF2B5EF4-FFF2-40B4-BE49-F238E27FC236}">
                <a16:creationId xmlns:a16="http://schemas.microsoft.com/office/drawing/2014/main" id="{70F0CAF8-B158-495D-9DD1-66DD31DEF310}"/>
              </a:ext>
            </a:extLst>
          </p:cNvPr>
          <p:cNvSpPr>
            <a:spLocks xmlns:a="http://schemas.openxmlformats.org/drawingml/2006/main" noGrp="1"/>
          </p:cNvSpPr>
          <p:nvPr/>
        </p:nvSpPr>
        <p:spPr>
          <a:xfrm xmlns:a="http://schemas.openxmlformats.org/drawingml/2006/main">
            <a:off x="4343400" y="1743075"/>
            <a:ext cx="514350" cy="0"/>
          </a:xfrm>
          <a:prstGeom xmlns:a="http://schemas.openxmlformats.org/drawingml/2006/main" prst="line">
            <a:avLst/>
          </a:prstGeom>
          <a:noFill xmlns:a="http://schemas.openxmlformats.org/drawingml/2006/main"/>
          <a:ln xmlns:a="http://schemas.openxmlformats.org/drawingml/2006/main" w="28575">
            <a:solidFill>
              <a:srgbClr val="258FAF"/>
            </a:solidFill>
            <a:prstDash val="solid"/>
          </a:ln>
        </p:spPr>
      </p:sp>
      <p:sp>
        <p:nvSpPr>
          <p:cNvPr id="1007" name="necessity-v6-reason-1">
            <a:extLst xmlns:a="http://schemas.openxmlformats.org/drawingml/2006/main">
              <a:ext uri="{FF2B5EF4-FFF2-40B4-BE49-F238E27FC236}">
                <a16:creationId xmlns:a16="http://schemas.microsoft.com/office/drawing/2014/main" id="{DBE083A4-5549-4205-AAE5-5CDAB49E311F}"/>
              </a:ext>
            </a:extLst>
          </p:cNvPr>
          <p:cNvSpPr>
            <a:spLocks xmlns:a="http://schemas.openxmlformats.org/drawingml/2006/main" noGrp="1"/>
          </p:cNvSpPr>
          <p:nvPr/>
        </p:nvSpPr>
        <p:spPr>
          <a:xfrm xmlns:a="http://schemas.openxmlformats.org/drawingml/2006/main">
            <a:off x="4343400" y="1914525"/>
            <a:ext cx="3381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새 발화와 Agent의 질문, 결과가</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겹쳐도 이어지는 상호작용</a:t>
            </a:r>
          </a:p>
        </p:txBody>
      </p:sp>
      <p:sp>
        <p:nvSpPr>
          <p:cNvPr id="1008" name="necessity-v6-heading-2">
            <a:extLst xmlns:a="http://schemas.openxmlformats.org/drawingml/2006/main">
              <a:ext uri="{FF2B5EF4-FFF2-40B4-BE49-F238E27FC236}">
                <a16:creationId xmlns:a16="http://schemas.microsoft.com/office/drawing/2014/main" id="{DCF1B803-973B-4CF2-85E8-F0965D771ADF}"/>
              </a:ext>
            </a:extLst>
          </p:cNvPr>
          <p:cNvSpPr>
            <a:spLocks xmlns:a="http://schemas.openxmlformats.org/drawingml/2006/main" noGrp="1"/>
          </p:cNvSpPr>
          <p:nvPr/>
        </p:nvSpPr>
        <p:spPr>
          <a:xfrm xmlns:a="http://schemas.openxmlformats.org/drawingml/2006/main">
            <a:off x="8420100" y="1038225"/>
            <a:ext cx="3381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2264A"/>
                </a:solidFill>
                <a:latin typeface="Apple SD Gothic Neo"/>
                <a:ea typeface="Apple SD Gothic Neo"/>
                <a:cs typeface="Apple SD Gothic Neo"/>
              </a:defRPr>
            </a:pPr>
            <a:r>
              <a:rPr sz="2100" b="1">
                <a:solidFill>
                  <a:srgbClr val="12264A"/>
                </a:solidFill>
                <a:latin typeface="Apple SD Gothic Neo"/>
                <a:ea typeface="Apple SD Gothic Neo"/>
                <a:cs typeface="Apple SD Gothic Neo"/>
              </a:rPr>
              <a:t>Agent 기술 발전을</a:t>
            </a:r>
          </a:p>
          <a:p xmlns:a="http://schemas.openxmlformats.org/drawingml/2006/main">
            <a:pPr algn="l">
              <a:defRPr sz="2100" b="1">
                <a:solidFill>
                  <a:srgbClr val="12264A"/>
                </a:solidFill>
                <a:latin typeface="Apple SD Gothic Neo"/>
                <a:ea typeface="Apple SD Gothic Neo"/>
                <a:cs typeface="Apple SD Gothic Neo"/>
              </a:defRPr>
            </a:pPr>
            <a:r>
              <a:rPr sz="2100" b="1">
                <a:solidFill>
                  <a:srgbClr val="12264A"/>
                </a:solidFill>
                <a:latin typeface="Apple SD Gothic Neo"/>
                <a:ea typeface="Apple SD Gothic Neo"/>
                <a:cs typeface="Apple SD Gothic Neo"/>
              </a:rPr>
              <a:t>수용하는 제품 구조</a:t>
            </a:r>
          </a:p>
        </p:txBody>
      </p:sp>
      <p:sp>
        <p:nvSpPr>
          <p:cNvPr id="1009" name="necessity-v6-accent-2">
            <a:extLst xmlns:a="http://schemas.openxmlformats.org/drawingml/2006/main">
              <a:ext uri="{FF2B5EF4-FFF2-40B4-BE49-F238E27FC236}">
                <a16:creationId xmlns:a16="http://schemas.microsoft.com/office/drawing/2014/main" id="{5833B06E-69B8-4434-8754-5AD5DF84692D}"/>
              </a:ext>
            </a:extLst>
          </p:cNvPr>
          <p:cNvSpPr>
            <a:spLocks xmlns:a="http://schemas.openxmlformats.org/drawingml/2006/main" noGrp="1"/>
          </p:cNvSpPr>
          <p:nvPr/>
        </p:nvSpPr>
        <p:spPr>
          <a:xfrm xmlns:a="http://schemas.openxmlformats.org/drawingml/2006/main">
            <a:off x="8420100" y="1743075"/>
            <a:ext cx="514350" cy="0"/>
          </a:xfrm>
          <a:prstGeom xmlns:a="http://schemas.openxmlformats.org/drawingml/2006/main" prst="line">
            <a:avLst/>
          </a:prstGeom>
          <a:noFill xmlns:a="http://schemas.openxmlformats.org/drawingml/2006/main"/>
          <a:ln xmlns:a="http://schemas.openxmlformats.org/drawingml/2006/main" w="28575">
            <a:solidFill>
              <a:srgbClr val="258FAF"/>
            </a:solidFill>
            <a:prstDash val="solid"/>
          </a:ln>
        </p:spPr>
      </p:sp>
      <p:sp>
        <p:nvSpPr>
          <p:cNvPr id="1010" name="necessity-v6-reason-2">
            <a:extLst xmlns:a="http://schemas.openxmlformats.org/drawingml/2006/main">
              <a:ext uri="{FF2B5EF4-FFF2-40B4-BE49-F238E27FC236}">
                <a16:creationId xmlns:a16="http://schemas.microsoft.com/office/drawing/2014/main" id="{548620C5-40EA-4024-A152-FE38182ECEFD}"/>
              </a:ext>
            </a:extLst>
          </p:cNvPr>
          <p:cNvSpPr>
            <a:spLocks xmlns:a="http://schemas.openxmlformats.org/drawingml/2006/main" noGrp="1"/>
          </p:cNvSpPr>
          <p:nvPr/>
        </p:nvSpPr>
        <p:spPr>
          <a:xfrm xmlns:a="http://schemas.openxmlformats.org/drawingml/2006/main">
            <a:off x="8420100" y="1914525"/>
            <a:ext cx="3381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VIA 내부의 Agent 기술과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Downstream Agent의 변화를 함께 수용</a:t>
            </a:r>
          </a:p>
        </p:txBody>
      </p:sp>
      <p:sp>
        <p:nvSpPr>
          <p:cNvPr id="1011" name="necessity-v6-initial-turn">
            <a:extLst xmlns:a="http://schemas.openxmlformats.org/drawingml/2006/main">
              <a:ext uri="{FF2B5EF4-FFF2-40B4-BE49-F238E27FC236}">
                <a16:creationId xmlns:a16="http://schemas.microsoft.com/office/drawing/2014/main" id="{87C3B651-0768-45A6-B728-3D38BF0307F9}"/>
              </a:ext>
            </a:extLst>
          </p:cNvPr>
          <p:cNvSpPr>
            <a:spLocks xmlns:a="http://schemas.openxmlformats.org/drawingml/2006/main" noGrp="1"/>
          </p:cNvSpPr>
          <p:nvPr/>
        </p:nvSpPr>
        <p:spPr>
          <a:xfrm xmlns:a="http://schemas.openxmlformats.org/drawingml/2006/main">
            <a:off x="381000" y="2667000"/>
            <a:ext cx="338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“보고서는 PDF로, 메일은</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보고서 결론으로 초안만 만들어줘”</a:t>
            </a:r>
          </a:p>
        </p:txBody>
      </p:sp>
      <p:sp>
        <p:nvSpPr>
          <p:cNvPr id="1012" name="necessity-v6-correction-turn">
            <a:extLst xmlns:a="http://schemas.openxmlformats.org/drawingml/2006/main">
              <a:ext uri="{FF2B5EF4-FFF2-40B4-BE49-F238E27FC236}">
                <a16:creationId xmlns:a16="http://schemas.microsoft.com/office/drawing/2014/main" id="{D17C8FD7-9EC0-4D96-B6F1-3738E5AB1C40}"/>
              </a:ext>
            </a:extLst>
          </p:cNvPr>
          <p:cNvSpPr>
            <a:spLocks xmlns:a="http://schemas.openxmlformats.org/drawingml/2006/main" noGrp="1"/>
          </p:cNvSpPr>
          <p:nvPr/>
        </p:nvSpPr>
        <p:spPr>
          <a:xfrm xmlns:a="http://schemas.openxmlformats.org/drawingml/2006/main">
            <a:off x="381000" y="3267075"/>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“아니, 메일에는 이 표를 넣어줘”</a:t>
            </a:r>
          </a:p>
        </p:txBody>
      </p:sp>
      <p:sp>
        <p:nvSpPr>
          <p:cNvPr id="1013" name="necessity-v6-meaning-table-top">
            <a:extLst xmlns:a="http://schemas.openxmlformats.org/drawingml/2006/main">
              <a:ext uri="{FF2B5EF4-FFF2-40B4-BE49-F238E27FC236}">
                <a16:creationId xmlns:a16="http://schemas.microsoft.com/office/drawing/2014/main" id="{436F1B9C-220E-461B-8342-F4ECF0431150}"/>
              </a:ext>
            </a:extLst>
          </p:cNvPr>
          <p:cNvSpPr>
            <a:spLocks xmlns:a="http://schemas.openxmlformats.org/drawingml/2006/main" noGrp="1"/>
          </p:cNvSpPr>
          <p:nvPr/>
        </p:nvSpPr>
        <p:spPr>
          <a:xfrm xmlns:a="http://schemas.openxmlformats.org/drawingml/2006/main">
            <a:off x="381000" y="3695700"/>
            <a:ext cx="3381375" cy="0"/>
          </a:xfrm>
          <a:prstGeom xmlns:a="http://schemas.openxmlformats.org/drawingml/2006/main" prst="line">
            <a:avLst/>
          </a:prstGeom>
          <a:noFill xmlns:a="http://schemas.openxmlformats.org/drawingml/2006/main"/>
          <a:ln xmlns:a="http://schemas.openxmlformats.org/drawingml/2006/main" w="9525">
            <a:solidFill>
              <a:srgbClr val="BEC8D0"/>
            </a:solidFill>
            <a:prstDash val="solid"/>
          </a:ln>
        </p:spPr>
      </p:sp>
      <p:sp>
        <p:nvSpPr>
          <p:cNvPr id="1014" name="necessity-v6-meaning-label-0">
            <a:extLst xmlns:a="http://schemas.openxmlformats.org/drawingml/2006/main">
              <a:ext uri="{FF2B5EF4-FFF2-40B4-BE49-F238E27FC236}">
                <a16:creationId xmlns:a16="http://schemas.microsoft.com/office/drawing/2014/main" id="{924C8200-FA49-4125-B54B-6F223B1CED20}"/>
              </a:ext>
            </a:extLst>
          </p:cNvPr>
          <p:cNvSpPr>
            <a:spLocks xmlns:a="http://schemas.openxmlformats.org/drawingml/2006/main" noGrp="1"/>
          </p:cNvSpPr>
          <p:nvPr/>
        </p:nvSpPr>
        <p:spPr>
          <a:xfrm xmlns:a="http://schemas.openxmlformats.org/drawingml/2006/main">
            <a:off x="381000" y="3790950"/>
            <a:ext cx="1266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지칭 대상</a:t>
            </a:r>
          </a:p>
        </p:txBody>
      </p:sp>
      <p:sp>
        <p:nvSpPr>
          <p:cNvPr id="1015" name="necessity-v6-meaning-value-0">
            <a:extLst xmlns:a="http://schemas.openxmlformats.org/drawingml/2006/main">
              <a:ext uri="{FF2B5EF4-FFF2-40B4-BE49-F238E27FC236}">
                <a16:creationId xmlns:a16="http://schemas.microsoft.com/office/drawing/2014/main" id="{10420F53-3D61-4B35-A725-BD2D5B342CBA}"/>
              </a:ext>
            </a:extLst>
          </p:cNvPr>
          <p:cNvSpPr>
            <a:spLocks xmlns:a="http://schemas.openxmlformats.org/drawingml/2006/main" noGrp="1"/>
          </p:cNvSpPr>
          <p:nvPr/>
        </p:nvSpPr>
        <p:spPr>
          <a:xfrm xmlns:a="http://schemas.openxmlformats.org/drawingml/2006/main">
            <a:off x="1704975" y="379095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2264A"/>
                </a:solidFill>
                <a:latin typeface="Apple SD Gothic Neo"/>
                <a:ea typeface="Apple SD Gothic Neo"/>
                <a:cs typeface="Apple SD Gothic Neo"/>
              </a:defRPr>
            </a:pPr>
            <a:r>
              <a:rPr sz="1350" b="0">
                <a:solidFill>
                  <a:srgbClr val="12264A"/>
                </a:solidFill>
                <a:latin typeface="Apple SD Gothic Neo"/>
                <a:ea typeface="Apple SD Gothic Neo"/>
                <a:cs typeface="Apple SD Gothic Neo"/>
              </a:rPr>
              <a:t>선택한 표</a:t>
            </a:r>
          </a:p>
        </p:txBody>
      </p:sp>
      <p:sp>
        <p:nvSpPr>
          <p:cNvPr id="1016" name="necessity-v6-meaning-label-1">
            <a:extLst xmlns:a="http://schemas.openxmlformats.org/drawingml/2006/main">
              <a:ext uri="{FF2B5EF4-FFF2-40B4-BE49-F238E27FC236}">
                <a16:creationId xmlns:a16="http://schemas.microsoft.com/office/drawing/2014/main" id="{8E06E2F5-DC95-496D-9D79-A8E5F7A57653}"/>
              </a:ext>
            </a:extLst>
          </p:cNvPr>
          <p:cNvSpPr>
            <a:spLocks xmlns:a="http://schemas.openxmlformats.org/drawingml/2006/main" noGrp="1"/>
          </p:cNvSpPr>
          <p:nvPr/>
        </p:nvSpPr>
        <p:spPr>
          <a:xfrm xmlns:a="http://schemas.openxmlformats.org/drawingml/2006/main">
            <a:off x="381000" y="4038600"/>
            <a:ext cx="1266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대화/Task 연결</a:t>
            </a:r>
          </a:p>
        </p:txBody>
      </p:sp>
      <p:sp>
        <p:nvSpPr>
          <p:cNvPr id="1017" name="necessity-v6-meaning-value-1">
            <a:extLst xmlns:a="http://schemas.openxmlformats.org/drawingml/2006/main">
              <a:ext uri="{FF2B5EF4-FFF2-40B4-BE49-F238E27FC236}">
                <a16:creationId xmlns:a16="http://schemas.microsoft.com/office/drawing/2014/main" id="{6C84B627-EB8D-4C66-A4D6-670D9DA5E76E}"/>
              </a:ext>
            </a:extLst>
          </p:cNvPr>
          <p:cNvSpPr>
            <a:spLocks xmlns:a="http://schemas.openxmlformats.org/drawingml/2006/main" noGrp="1"/>
          </p:cNvSpPr>
          <p:nvPr/>
        </p:nvSpPr>
        <p:spPr>
          <a:xfrm xmlns:a="http://schemas.openxmlformats.org/drawingml/2006/main">
            <a:off x="1704975" y="403860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2264A"/>
                </a:solidFill>
                <a:latin typeface="Apple SD Gothic Neo"/>
                <a:ea typeface="Apple SD Gothic Neo"/>
                <a:cs typeface="Apple SD Gothic Neo"/>
              </a:defRPr>
            </a:pPr>
            <a:r>
              <a:rPr sz="1350" b="0">
                <a:solidFill>
                  <a:srgbClr val="12264A"/>
                </a:solidFill>
                <a:latin typeface="Apple SD Gothic Neo"/>
                <a:ea typeface="Apple SD Gothic Neo"/>
                <a:cs typeface="Apple SD Gothic Neo"/>
              </a:rPr>
              <a:t>기존 메일 Task</a:t>
            </a:r>
          </a:p>
        </p:txBody>
      </p:sp>
      <p:sp>
        <p:nvSpPr>
          <p:cNvPr id="1018" name="necessity-v6-meaning-label-2">
            <a:extLst xmlns:a="http://schemas.openxmlformats.org/drawingml/2006/main">
              <a:ext uri="{FF2B5EF4-FFF2-40B4-BE49-F238E27FC236}">
                <a16:creationId xmlns:a16="http://schemas.microsoft.com/office/drawing/2014/main" id="{75EF4859-4979-4580-AD57-BE248DCE5E60}"/>
              </a:ext>
            </a:extLst>
          </p:cNvPr>
          <p:cNvSpPr>
            <a:spLocks xmlns:a="http://schemas.openxmlformats.org/drawingml/2006/main" noGrp="1"/>
          </p:cNvSpPr>
          <p:nvPr/>
        </p:nvSpPr>
        <p:spPr>
          <a:xfrm xmlns:a="http://schemas.openxmlformats.org/drawingml/2006/main">
            <a:off x="381000" y="4286250"/>
            <a:ext cx="1266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정정 범위</a:t>
            </a:r>
          </a:p>
        </p:txBody>
      </p:sp>
      <p:sp>
        <p:nvSpPr>
          <p:cNvPr id="1019" name="necessity-v6-meaning-value-2">
            <a:extLst xmlns:a="http://schemas.openxmlformats.org/drawingml/2006/main">
              <a:ext uri="{FF2B5EF4-FFF2-40B4-BE49-F238E27FC236}">
                <a16:creationId xmlns:a16="http://schemas.microsoft.com/office/drawing/2014/main" id="{41709BA6-F194-4B6D-8811-45C6CB418F8A}"/>
              </a:ext>
            </a:extLst>
          </p:cNvPr>
          <p:cNvSpPr>
            <a:spLocks xmlns:a="http://schemas.openxmlformats.org/drawingml/2006/main" noGrp="1"/>
          </p:cNvSpPr>
          <p:nvPr/>
        </p:nvSpPr>
        <p:spPr>
          <a:xfrm xmlns:a="http://schemas.openxmlformats.org/drawingml/2006/main">
            <a:off x="1704975" y="428625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2264A"/>
                </a:solidFill>
                <a:latin typeface="Apple SD Gothic Neo"/>
                <a:ea typeface="Apple SD Gothic Neo"/>
                <a:cs typeface="Apple SD Gothic Neo"/>
              </a:defRPr>
            </a:pPr>
            <a:r>
              <a:rPr sz="1350" b="1">
                <a:solidFill>
                  <a:srgbClr val="12264A"/>
                </a:solidFill>
                <a:latin typeface="Apple SD Gothic Neo"/>
                <a:ea typeface="Apple SD Gothic Neo"/>
                <a:cs typeface="Apple SD Gothic Neo"/>
              </a:rPr>
              <a:t>메일 내용만 교체</a:t>
            </a:r>
          </a:p>
        </p:txBody>
      </p:sp>
      <p:sp>
        <p:nvSpPr>
          <p:cNvPr id="1020" name="necessity-v6-meaning-label-3">
            <a:extLst xmlns:a="http://schemas.openxmlformats.org/drawingml/2006/main">
              <a:ext uri="{FF2B5EF4-FFF2-40B4-BE49-F238E27FC236}">
                <a16:creationId xmlns:a16="http://schemas.microsoft.com/office/drawing/2014/main" id="{ACBC987A-3600-4695-B6C6-5FC68B2F8C30}"/>
              </a:ext>
            </a:extLst>
          </p:cNvPr>
          <p:cNvSpPr>
            <a:spLocks xmlns:a="http://schemas.openxmlformats.org/drawingml/2006/main" noGrp="1"/>
          </p:cNvSpPr>
          <p:nvPr/>
        </p:nvSpPr>
        <p:spPr>
          <a:xfrm xmlns:a="http://schemas.openxmlformats.org/drawingml/2006/main">
            <a:off x="381000" y="4533900"/>
            <a:ext cx="1266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유지할 조건</a:t>
            </a:r>
          </a:p>
        </p:txBody>
      </p:sp>
      <p:sp>
        <p:nvSpPr>
          <p:cNvPr id="1021" name="necessity-v6-meaning-value-3">
            <a:extLst xmlns:a="http://schemas.openxmlformats.org/drawingml/2006/main">
              <a:ext uri="{FF2B5EF4-FFF2-40B4-BE49-F238E27FC236}">
                <a16:creationId xmlns:a16="http://schemas.microsoft.com/office/drawing/2014/main" id="{A09654BC-AC57-4D7F-B3E0-99BB53B36496}"/>
              </a:ext>
            </a:extLst>
          </p:cNvPr>
          <p:cNvSpPr>
            <a:spLocks xmlns:a="http://schemas.openxmlformats.org/drawingml/2006/main" noGrp="1"/>
          </p:cNvSpPr>
          <p:nvPr/>
        </p:nvSpPr>
        <p:spPr>
          <a:xfrm xmlns:a="http://schemas.openxmlformats.org/drawingml/2006/main">
            <a:off x="1704975" y="453390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2264A"/>
                </a:solidFill>
                <a:latin typeface="Apple SD Gothic Neo"/>
                <a:ea typeface="Apple SD Gothic Neo"/>
                <a:cs typeface="Apple SD Gothic Neo"/>
              </a:defRPr>
            </a:pPr>
            <a:r>
              <a:rPr sz="1350" b="1">
                <a:solidFill>
                  <a:srgbClr val="12264A"/>
                </a:solidFill>
                <a:latin typeface="Apple SD Gothic Neo"/>
                <a:ea typeface="Apple SD Gothic Neo"/>
                <a:cs typeface="Apple SD Gothic Neo"/>
              </a:rPr>
              <a:t>보고서 PDF, 메일 초안</a:t>
            </a:r>
          </a:p>
        </p:txBody>
      </p:sp>
      <p:sp>
        <p:nvSpPr>
          <p:cNvPr id="1022" name="necessity-v6-input-event">
            <a:extLst xmlns:a="http://schemas.openxmlformats.org/drawingml/2006/main">
              <a:ext uri="{FF2B5EF4-FFF2-40B4-BE49-F238E27FC236}">
                <a16:creationId xmlns:a16="http://schemas.microsoft.com/office/drawing/2014/main" id="{5F7E3134-F7BF-4A27-942D-11F824FAF0BA}"/>
              </a:ext>
            </a:extLst>
          </p:cNvPr>
          <p:cNvSpPr>
            <a:spLocks xmlns:a="http://schemas.openxmlformats.org/drawingml/2006/main" noGrp="1"/>
          </p:cNvSpPr>
          <p:nvPr/>
        </p:nvSpPr>
        <p:spPr>
          <a:xfrm xmlns:a="http://schemas.openxmlformats.org/drawingml/2006/main">
            <a:off x="4343400" y="266700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사용자 입력</a:t>
            </a:r>
          </a:p>
        </p:txBody>
      </p:sp>
      <p:sp>
        <p:nvSpPr>
          <p:cNvPr id="1023" name="necessity-v6-result-event">
            <a:extLst xmlns:a="http://schemas.openxmlformats.org/drawingml/2006/main">
              <a:ext uri="{FF2B5EF4-FFF2-40B4-BE49-F238E27FC236}">
                <a16:creationId xmlns:a16="http://schemas.microsoft.com/office/drawing/2014/main" id="{FB60DEB5-508A-4A02-8191-4C500A2EF5DC}"/>
              </a:ext>
            </a:extLst>
          </p:cNvPr>
          <p:cNvSpPr>
            <a:spLocks xmlns:a="http://schemas.openxmlformats.org/drawingml/2006/main" noGrp="1"/>
          </p:cNvSpPr>
          <p:nvPr/>
        </p:nvSpPr>
        <p:spPr>
          <a:xfrm xmlns:a="http://schemas.openxmlformats.org/drawingml/2006/main">
            <a:off x="7029450" y="2667000"/>
            <a:ext cx="876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결과 전달</a:t>
            </a:r>
          </a:p>
        </p:txBody>
      </p:sp>
      <p:sp>
        <p:nvSpPr>
          <p:cNvPr id="1024" name="necessity-v6-via-before">
            <a:extLst xmlns:a="http://schemas.openxmlformats.org/drawingml/2006/main">
              <a:ext uri="{FF2B5EF4-FFF2-40B4-BE49-F238E27FC236}">
                <a16:creationId xmlns:a16="http://schemas.microsoft.com/office/drawing/2014/main" id="{5E5A6ED7-0F90-4888-8C7D-8BDB1A6543BF}"/>
              </a:ext>
            </a:extLst>
          </p:cNvPr>
          <p:cNvSpPr>
            <a:spLocks xmlns:a="http://schemas.openxmlformats.org/drawingml/2006/main" noGrp="1"/>
          </p:cNvSpPr>
          <p:nvPr/>
        </p:nvSpPr>
        <p:spPr>
          <a:xfrm xmlns:a="http://schemas.openxmlformats.org/drawingml/2006/main">
            <a:off x="4343400" y="3009900"/>
            <a:ext cx="914400" cy="533400"/>
          </a:xfrm>
          <a:prstGeom xmlns:a="http://schemas.openxmlformats.org/drawingml/2006/main" prst="rect">
            <a:avLst/>
          </a:prstGeom>
          <a:solidFill xmlns:a="http://schemas.openxmlformats.org/drawingml/2006/main">
            <a:srgbClr val="D8EAF1"/>
          </a:solidFill>
          <a:ln xmlns:a="http://schemas.openxmlformats.org/drawingml/2006/main" w="0">
            <a:noFill/>
            <a:prstDash val="solid"/>
          </a:ln>
        </p:spPr>
      </p:sp>
      <p:sp>
        <p:nvSpPr>
          <p:cNvPr id="1025" name="necessity-v6-external-wait">
            <a:extLst xmlns:a="http://schemas.openxmlformats.org/drawingml/2006/main">
              <a:ext uri="{FF2B5EF4-FFF2-40B4-BE49-F238E27FC236}">
                <a16:creationId xmlns:a16="http://schemas.microsoft.com/office/drawing/2014/main" id="{C74E2418-8D25-4D65-86A0-B8D9734C02D7}"/>
              </a:ext>
            </a:extLst>
          </p:cNvPr>
          <p:cNvSpPr>
            <a:spLocks xmlns:a="http://schemas.openxmlformats.org/drawingml/2006/main" noGrp="1"/>
          </p:cNvSpPr>
          <p:nvPr/>
        </p:nvSpPr>
        <p:spPr>
          <a:xfrm xmlns:a="http://schemas.openxmlformats.org/drawingml/2006/main">
            <a:off x="5334000" y="3009900"/>
            <a:ext cx="1323975" cy="533400"/>
          </a:xfrm>
          <a:prstGeom xmlns:a="http://schemas.openxmlformats.org/drawingml/2006/main" prst="rect">
            <a:avLst/>
          </a:prstGeom>
          <a:solidFill xmlns:a="http://schemas.openxmlformats.org/drawingml/2006/main">
            <a:srgbClr val="E8EBEE"/>
          </a:solidFill>
          <a:ln xmlns:a="http://schemas.openxmlformats.org/drawingml/2006/main" w="0">
            <a:noFill/>
            <a:prstDash val="solid"/>
          </a:ln>
        </p:spPr>
      </p:sp>
      <p:sp>
        <p:nvSpPr>
          <p:cNvPr id="1026" name="necessity-v6-via-after">
            <a:extLst xmlns:a="http://schemas.openxmlformats.org/drawingml/2006/main">
              <a:ext uri="{FF2B5EF4-FFF2-40B4-BE49-F238E27FC236}">
                <a16:creationId xmlns:a16="http://schemas.microsoft.com/office/drawing/2014/main" id="{F1EA774B-432D-4CAD-B641-CF98E66100FB}"/>
              </a:ext>
            </a:extLst>
          </p:cNvPr>
          <p:cNvSpPr>
            <a:spLocks xmlns:a="http://schemas.openxmlformats.org/drawingml/2006/main" noGrp="1"/>
          </p:cNvSpPr>
          <p:nvPr/>
        </p:nvSpPr>
        <p:spPr>
          <a:xfrm xmlns:a="http://schemas.openxmlformats.org/drawingml/2006/main">
            <a:off x="6734175" y="3009900"/>
            <a:ext cx="1171575" cy="533400"/>
          </a:xfrm>
          <a:prstGeom xmlns:a="http://schemas.openxmlformats.org/drawingml/2006/main" prst="rect">
            <a:avLst/>
          </a:prstGeom>
          <a:solidFill xmlns:a="http://schemas.openxmlformats.org/drawingml/2006/main">
            <a:srgbClr val="D8EAF1"/>
          </a:solidFill>
          <a:ln xmlns:a="http://schemas.openxmlformats.org/drawingml/2006/main" w="0">
            <a:noFill/>
            <a:prstDash val="solid"/>
          </a:ln>
        </p:spPr>
      </p:sp>
      <p:sp>
        <p:nvSpPr>
          <p:cNvPr id="1027" name="necessity-v6-via-before-label">
            <a:extLst xmlns:a="http://schemas.openxmlformats.org/drawingml/2006/main">
              <a:ext uri="{FF2B5EF4-FFF2-40B4-BE49-F238E27FC236}">
                <a16:creationId xmlns:a16="http://schemas.microsoft.com/office/drawing/2014/main" id="{33AF719A-8945-4A37-B9BC-FDECD09DBE67}"/>
              </a:ext>
            </a:extLst>
          </p:cNvPr>
          <p:cNvSpPr>
            <a:spLocks xmlns:a="http://schemas.openxmlformats.org/drawingml/2006/main" noGrp="1"/>
          </p:cNvSpPr>
          <p:nvPr/>
        </p:nvSpPr>
        <p:spPr>
          <a:xfrm xmlns:a="http://schemas.openxmlformats.org/drawingml/2006/main">
            <a:off x="4343400" y="3133725"/>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258FAF"/>
                </a:solidFill>
                <a:latin typeface="Apple SD Gothic Neo"/>
                <a:ea typeface="Apple SD Gothic Neo"/>
                <a:cs typeface="Apple SD Gothic Neo"/>
              </a:defRPr>
            </a:pPr>
            <a:r>
              <a:rPr sz="1650" b="1">
                <a:solidFill>
                  <a:srgbClr val="258FAF"/>
                </a:solidFill>
                <a:latin typeface="Apple SD Gothic Neo"/>
                <a:ea typeface="Apple SD Gothic Neo"/>
                <a:cs typeface="Apple SD Gothic Neo"/>
              </a:rPr>
              <a:t>VIA</a:t>
            </a:r>
          </a:p>
        </p:txBody>
      </p:sp>
      <p:sp>
        <p:nvSpPr>
          <p:cNvPr id="1028" name="necessity-v6-external-label">
            <a:extLst xmlns:a="http://schemas.openxmlformats.org/drawingml/2006/main">
              <a:ext uri="{FF2B5EF4-FFF2-40B4-BE49-F238E27FC236}">
                <a16:creationId xmlns:a16="http://schemas.microsoft.com/office/drawing/2014/main" id="{9724D40B-123C-4E9B-AC49-1BA34996330A}"/>
              </a:ext>
            </a:extLst>
          </p:cNvPr>
          <p:cNvSpPr>
            <a:spLocks xmlns:a="http://schemas.openxmlformats.org/drawingml/2006/main" noGrp="1"/>
          </p:cNvSpPr>
          <p:nvPr/>
        </p:nvSpPr>
        <p:spPr>
          <a:xfrm xmlns:a="http://schemas.openxmlformats.org/drawingml/2006/main">
            <a:off x="5334000" y="3067050"/>
            <a:ext cx="1323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Downstream</a:t>
            </a:r>
          </a:p>
          <a:p xmlns:a="http://schemas.openxmlformats.org/drawingml/2006/main">
            <a:pPr algn="ctr">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Agent</a:t>
            </a:r>
          </a:p>
        </p:txBody>
      </p:sp>
      <p:sp>
        <p:nvSpPr>
          <p:cNvPr id="1029" name="necessity-v6-via-after-label">
            <a:extLst xmlns:a="http://schemas.openxmlformats.org/drawingml/2006/main">
              <a:ext uri="{FF2B5EF4-FFF2-40B4-BE49-F238E27FC236}">
                <a16:creationId xmlns:a16="http://schemas.microsoft.com/office/drawing/2014/main" id="{75324FB3-8593-44BC-A382-23DFCF7B59B3}"/>
              </a:ext>
            </a:extLst>
          </p:cNvPr>
          <p:cNvSpPr>
            <a:spLocks xmlns:a="http://schemas.openxmlformats.org/drawingml/2006/main" noGrp="1"/>
          </p:cNvSpPr>
          <p:nvPr/>
        </p:nvSpPr>
        <p:spPr>
          <a:xfrm xmlns:a="http://schemas.openxmlformats.org/drawingml/2006/main">
            <a:off x="6734175" y="3133725"/>
            <a:ext cx="11715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258FAF"/>
                </a:solidFill>
                <a:latin typeface="Apple SD Gothic Neo"/>
                <a:ea typeface="Apple SD Gothic Neo"/>
                <a:cs typeface="Apple SD Gothic Neo"/>
              </a:defRPr>
            </a:pPr>
            <a:r>
              <a:rPr sz="1650" b="1">
                <a:solidFill>
                  <a:srgbClr val="258FAF"/>
                </a:solidFill>
                <a:latin typeface="Apple SD Gothic Neo"/>
                <a:ea typeface="Apple SD Gothic Neo"/>
                <a:cs typeface="Apple SD Gothic Neo"/>
              </a:rPr>
              <a:t>VIA</a:t>
            </a:r>
          </a:p>
        </p:txBody>
      </p:sp>
      <p:sp>
        <p:nvSpPr>
          <p:cNvPr id="1030" name="necessity-v6-reaction-marker">
            <a:extLst xmlns:a="http://schemas.openxmlformats.org/drawingml/2006/main">
              <a:ext uri="{FF2B5EF4-FFF2-40B4-BE49-F238E27FC236}">
                <a16:creationId xmlns:a16="http://schemas.microsoft.com/office/drawing/2014/main" id="{5E86921B-5B12-4AF3-99BA-F84EDC137DBC}"/>
              </a:ext>
            </a:extLst>
          </p:cNvPr>
          <p:cNvSpPr>
            <a:spLocks xmlns:a="http://schemas.openxmlformats.org/drawingml/2006/main" noGrp="1"/>
          </p:cNvSpPr>
          <p:nvPr/>
        </p:nvSpPr>
        <p:spPr>
          <a:xfrm xmlns:a="http://schemas.openxmlformats.org/drawingml/2006/main">
            <a:off x="4819650" y="3543300"/>
            <a:ext cx="0" cy="209550"/>
          </a:xfrm>
          <a:prstGeom xmlns:a="http://schemas.openxmlformats.org/drawingml/2006/main" prst="line">
            <a:avLst/>
          </a:prstGeom>
          <a:noFill xmlns:a="http://schemas.openxmlformats.org/drawingml/2006/main"/>
          <a:ln xmlns:a="http://schemas.openxmlformats.org/drawingml/2006/main" w="19050">
            <a:solidFill>
              <a:srgbClr val="258FAF"/>
            </a:solidFill>
            <a:prstDash val="solid"/>
          </a:ln>
        </p:spPr>
      </p:sp>
      <p:sp>
        <p:nvSpPr>
          <p:cNvPr id="1031" name="necessity-v6-first-reaction">
            <a:extLst xmlns:a="http://schemas.openxmlformats.org/drawingml/2006/main">
              <a:ext uri="{FF2B5EF4-FFF2-40B4-BE49-F238E27FC236}">
                <a16:creationId xmlns:a16="http://schemas.microsoft.com/office/drawing/2014/main" id="{8E8B7B03-0721-4444-B199-C9666D942279}"/>
              </a:ext>
            </a:extLst>
          </p:cNvPr>
          <p:cNvSpPr>
            <a:spLocks xmlns:a="http://schemas.openxmlformats.org/drawingml/2006/main" noGrp="1"/>
          </p:cNvSpPr>
          <p:nvPr/>
        </p:nvSpPr>
        <p:spPr>
          <a:xfrm xmlns:a="http://schemas.openxmlformats.org/drawingml/2006/main">
            <a:off x="4343400" y="3829050"/>
            <a:ext cx="1619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첫 유효 반응</a:t>
            </a:r>
          </a:p>
        </p:txBody>
      </p:sp>
      <p:sp>
        <p:nvSpPr>
          <p:cNvPr id="1032" name="necessity-v6-processing-before">
            <a:extLst xmlns:a="http://schemas.openxmlformats.org/drawingml/2006/main">
              <a:ext uri="{FF2B5EF4-FFF2-40B4-BE49-F238E27FC236}">
                <a16:creationId xmlns:a16="http://schemas.microsoft.com/office/drawing/2014/main" id="{86008901-121E-4052-99C1-40A4ADC8920F}"/>
              </a:ext>
            </a:extLst>
          </p:cNvPr>
          <p:cNvSpPr>
            <a:spLocks xmlns:a="http://schemas.openxmlformats.org/drawingml/2006/main" noGrp="1"/>
          </p:cNvSpPr>
          <p:nvPr/>
        </p:nvSpPr>
        <p:spPr>
          <a:xfrm xmlns:a="http://schemas.openxmlformats.org/drawingml/2006/main">
            <a:off x="4343400" y="4257675"/>
            <a:ext cx="914400" cy="0"/>
          </a:xfrm>
          <a:prstGeom xmlns:a="http://schemas.openxmlformats.org/drawingml/2006/main" prst="line">
            <a:avLst/>
          </a:prstGeom>
          <a:noFill xmlns:a="http://schemas.openxmlformats.org/drawingml/2006/main"/>
          <a:ln xmlns:a="http://schemas.openxmlformats.org/drawingml/2006/main" w="38100">
            <a:solidFill>
              <a:srgbClr val="258FAF"/>
            </a:solidFill>
            <a:prstDash val="solid"/>
          </a:ln>
        </p:spPr>
      </p:sp>
      <p:sp>
        <p:nvSpPr>
          <p:cNvPr id="1033" name="necessity-v6-processing-after">
            <a:extLst xmlns:a="http://schemas.openxmlformats.org/drawingml/2006/main">
              <a:ext uri="{FF2B5EF4-FFF2-40B4-BE49-F238E27FC236}">
                <a16:creationId xmlns:a16="http://schemas.microsoft.com/office/drawing/2014/main" id="{0D4BCBD1-BBFF-41D2-8B16-B0960B9A4AE8}"/>
              </a:ext>
            </a:extLst>
          </p:cNvPr>
          <p:cNvSpPr>
            <a:spLocks xmlns:a="http://schemas.openxmlformats.org/drawingml/2006/main" noGrp="1"/>
          </p:cNvSpPr>
          <p:nvPr/>
        </p:nvSpPr>
        <p:spPr>
          <a:xfrm xmlns:a="http://schemas.openxmlformats.org/drawingml/2006/main">
            <a:off x="6734175" y="4257675"/>
            <a:ext cx="1171575" cy="0"/>
          </a:xfrm>
          <a:prstGeom xmlns:a="http://schemas.openxmlformats.org/drawingml/2006/main" prst="line">
            <a:avLst/>
          </a:prstGeom>
          <a:noFill xmlns:a="http://schemas.openxmlformats.org/drawingml/2006/main"/>
          <a:ln xmlns:a="http://schemas.openxmlformats.org/drawingml/2006/main" w="38100">
            <a:solidFill>
              <a:srgbClr val="258FAF"/>
            </a:solidFill>
            <a:prstDash val="solid"/>
          </a:ln>
        </p:spPr>
      </p:sp>
      <p:sp>
        <p:nvSpPr>
          <p:cNvPr id="1034" name="necessity-v6-processing-total">
            <a:extLst xmlns:a="http://schemas.openxmlformats.org/drawingml/2006/main">
              <a:ext uri="{FF2B5EF4-FFF2-40B4-BE49-F238E27FC236}">
                <a16:creationId xmlns:a16="http://schemas.microsoft.com/office/drawing/2014/main" id="{32EC9156-32E5-4333-9DA3-2DFCADA9684C}"/>
              </a:ext>
            </a:extLst>
          </p:cNvPr>
          <p:cNvSpPr>
            <a:spLocks xmlns:a="http://schemas.openxmlformats.org/drawingml/2006/main" noGrp="1"/>
          </p:cNvSpPr>
          <p:nvPr/>
        </p:nvSpPr>
        <p:spPr>
          <a:xfrm xmlns:a="http://schemas.openxmlformats.org/drawingml/2006/main">
            <a:off x="4343400" y="4333875"/>
            <a:ext cx="3562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2264A"/>
                </a:solidFill>
                <a:latin typeface="Apple SD Gothic Neo"/>
                <a:ea typeface="Apple SD Gothic Neo"/>
                <a:cs typeface="Apple SD Gothic Neo"/>
              </a:defRPr>
            </a:pPr>
            <a:r>
              <a:rPr sz="1575" b="1">
                <a:solidFill>
                  <a:srgbClr val="12264A"/>
                </a:solidFill>
                <a:latin typeface="Apple SD Gothic Neo"/>
                <a:ea typeface="Apple SD Gothic Neo"/>
                <a:cs typeface="Apple SD Gothic Neo"/>
              </a:rPr>
              <a:t>결과 전달까지 VIA 처리시간 단축</a:t>
            </a:r>
          </a:p>
        </p:txBody>
      </p:sp>
      <p:sp>
        <p:nvSpPr>
          <p:cNvPr id="1035" name="necessity-v6-external-wait-excluded">
            <a:extLst xmlns:a="http://schemas.openxmlformats.org/drawingml/2006/main">
              <a:ext uri="{FF2B5EF4-FFF2-40B4-BE49-F238E27FC236}">
                <a16:creationId xmlns:a16="http://schemas.microsoft.com/office/drawing/2014/main" id="{064CF8D5-89AB-41E1-AA3D-7A0C2AB05932}"/>
              </a:ext>
            </a:extLst>
          </p:cNvPr>
          <p:cNvSpPr>
            <a:spLocks xmlns:a="http://schemas.openxmlformats.org/drawingml/2006/main" noGrp="1"/>
          </p:cNvSpPr>
          <p:nvPr/>
        </p:nvSpPr>
        <p:spPr>
          <a:xfrm xmlns:a="http://schemas.openxmlformats.org/drawingml/2006/main">
            <a:off x="4343400" y="4610100"/>
            <a:ext cx="3562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97681"/>
                </a:solidFill>
                <a:latin typeface="Apple SD Gothic Neo"/>
                <a:ea typeface="Apple SD Gothic Neo"/>
                <a:cs typeface="Apple SD Gothic Neo"/>
              </a:defRPr>
            </a:pPr>
            <a:r>
              <a:rPr sz="1275" b="0">
                <a:solidFill>
                  <a:srgbClr val="697681"/>
                </a:solidFill>
                <a:latin typeface="Apple SD Gothic Neo"/>
                <a:ea typeface="Apple SD Gothic Neo"/>
                <a:cs typeface="Apple SD Gothic Neo"/>
              </a:rPr>
              <a:t>외부 작업만 기다리는 시간은 제외</a:t>
            </a:r>
          </a:p>
        </p:txBody>
      </p:sp>
      <p:sp>
        <p:nvSpPr>
          <p:cNvPr id="1036" name="necessity-v6-internal-label">
            <a:extLst xmlns:a="http://schemas.openxmlformats.org/drawingml/2006/main">
              <a:ext uri="{FF2B5EF4-FFF2-40B4-BE49-F238E27FC236}">
                <a16:creationId xmlns:a16="http://schemas.microsoft.com/office/drawing/2014/main" id="{B83F88B1-B7C5-4B5F-8C62-3BC53DF762C6}"/>
              </a:ext>
            </a:extLst>
          </p:cNvPr>
          <p:cNvSpPr>
            <a:spLocks xmlns:a="http://schemas.openxmlformats.org/drawingml/2006/main" noGrp="1"/>
          </p:cNvSpPr>
          <p:nvPr/>
        </p:nvSpPr>
        <p:spPr>
          <a:xfrm xmlns:a="http://schemas.openxmlformats.org/drawingml/2006/main">
            <a:off x="8420100" y="26670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2264A"/>
                </a:solidFill>
                <a:latin typeface="Apple SD Gothic Neo"/>
                <a:ea typeface="Apple SD Gothic Neo"/>
                <a:cs typeface="Apple SD Gothic Neo"/>
              </a:defRPr>
            </a:pPr>
            <a:r>
              <a:rPr sz="1650" b="1">
                <a:solidFill>
                  <a:srgbClr val="12264A"/>
                </a:solidFill>
                <a:latin typeface="Apple SD Gothic Neo"/>
                <a:ea typeface="Apple SD Gothic Neo"/>
                <a:cs typeface="Apple SD Gothic Neo"/>
              </a:rPr>
              <a:t>VIA 내부</a:t>
            </a:r>
          </a:p>
        </p:txBody>
      </p:sp>
      <p:sp>
        <p:nvSpPr>
          <p:cNvPr id="1037" name="necessity-v6-internal-scope">
            <a:extLst xmlns:a="http://schemas.openxmlformats.org/drawingml/2006/main">
              <a:ext uri="{FF2B5EF4-FFF2-40B4-BE49-F238E27FC236}">
                <a16:creationId xmlns:a16="http://schemas.microsoft.com/office/drawing/2014/main" id="{33BA1A61-B331-4BE9-BA02-7625C2F21C5C}"/>
              </a:ext>
            </a:extLst>
          </p:cNvPr>
          <p:cNvSpPr>
            <a:spLocks xmlns:a="http://schemas.openxmlformats.org/drawingml/2006/main" noGrp="1"/>
          </p:cNvSpPr>
          <p:nvPr/>
        </p:nvSpPr>
        <p:spPr>
          <a:xfrm xmlns:a="http://schemas.openxmlformats.org/drawingml/2006/main">
            <a:off x="8420100" y="3028950"/>
            <a:ext cx="3333750" cy="866775"/>
          </a:xfrm>
          <a:prstGeom xmlns:a="http://schemas.openxmlformats.org/drawingml/2006/main" prst="rect">
            <a:avLst/>
          </a:prstGeom>
          <a:noFill xmlns:a="http://schemas.openxmlformats.org/drawingml/2006/main"/>
          <a:ln xmlns:a="http://schemas.openxmlformats.org/drawingml/2006/main" w="9525">
            <a:solidFill>
              <a:srgbClr val="BEC8D0"/>
            </a:solidFill>
            <a:prstDash val="solid"/>
          </a:ln>
        </p:spPr>
      </p:sp>
      <p:sp>
        <p:nvSpPr>
          <p:cNvPr id="1038" name="necessity-v6-model-area">
            <a:extLst xmlns:a="http://schemas.openxmlformats.org/drawingml/2006/main">
              <a:ext uri="{FF2B5EF4-FFF2-40B4-BE49-F238E27FC236}">
                <a16:creationId xmlns:a16="http://schemas.microsoft.com/office/drawing/2014/main" id="{09256EEF-CDF3-4691-ABE1-541AF32B0A59}"/>
              </a:ext>
            </a:extLst>
          </p:cNvPr>
          <p:cNvSpPr>
            <a:spLocks xmlns:a="http://schemas.openxmlformats.org/drawingml/2006/main" noGrp="1"/>
          </p:cNvSpPr>
          <p:nvPr/>
        </p:nvSpPr>
        <p:spPr>
          <a:xfrm xmlns:a="http://schemas.openxmlformats.org/drawingml/2006/main">
            <a:off x="8572500" y="3181350"/>
            <a:ext cx="1695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2264A"/>
                </a:solidFill>
                <a:latin typeface="Apple SD Gothic Neo"/>
                <a:ea typeface="Apple SD Gothic Neo"/>
                <a:cs typeface="Apple SD Gothic Neo"/>
              </a:defRPr>
            </a:pPr>
            <a:r>
              <a:rPr sz="1425" b="0">
                <a:solidFill>
                  <a:srgbClr val="12264A"/>
                </a:solidFill>
                <a:latin typeface="Apple SD Gothic Neo"/>
                <a:ea typeface="Apple SD Gothic Neo"/>
                <a:cs typeface="Apple SD Gothic Neo"/>
              </a:rPr>
              <a:t>모델과 Runtime</a:t>
            </a:r>
          </a:p>
        </p:txBody>
      </p:sp>
      <p:sp>
        <p:nvSpPr>
          <p:cNvPr id="1039" name="necessity-v6-interpretation-area">
            <a:extLst xmlns:a="http://schemas.openxmlformats.org/drawingml/2006/main">
              <a:ext uri="{FF2B5EF4-FFF2-40B4-BE49-F238E27FC236}">
                <a16:creationId xmlns:a16="http://schemas.microsoft.com/office/drawing/2014/main" id="{1F0BF886-C8F5-4DB3-BA20-D6FA6400A7C5}"/>
              </a:ext>
            </a:extLst>
          </p:cNvPr>
          <p:cNvSpPr>
            <a:spLocks xmlns:a="http://schemas.openxmlformats.org/drawingml/2006/main" noGrp="1"/>
          </p:cNvSpPr>
          <p:nvPr/>
        </p:nvSpPr>
        <p:spPr>
          <a:xfrm xmlns:a="http://schemas.openxmlformats.org/drawingml/2006/main">
            <a:off x="10382250" y="318135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2264A"/>
                </a:solidFill>
                <a:latin typeface="Apple SD Gothic Neo"/>
                <a:ea typeface="Apple SD Gothic Neo"/>
                <a:cs typeface="Apple SD Gothic Neo"/>
              </a:defRPr>
            </a:pPr>
            <a:r>
              <a:rPr sz="1425" b="0">
                <a:solidFill>
                  <a:srgbClr val="12264A"/>
                </a:solidFill>
                <a:latin typeface="Apple SD Gothic Neo"/>
                <a:ea typeface="Apple SD Gothic Neo"/>
                <a:cs typeface="Apple SD Gothic Neo"/>
              </a:rPr>
              <a:t>요청 이해</a:t>
            </a:r>
          </a:p>
        </p:txBody>
      </p:sp>
      <p:sp>
        <p:nvSpPr>
          <p:cNvPr id="1040" name="necessity-v6-context-area">
            <a:extLst xmlns:a="http://schemas.openxmlformats.org/drawingml/2006/main">
              <a:ext uri="{FF2B5EF4-FFF2-40B4-BE49-F238E27FC236}">
                <a16:creationId xmlns:a16="http://schemas.microsoft.com/office/drawing/2014/main" id="{AF446C30-2BF2-49AE-87AD-62B2D72BDC3B}"/>
              </a:ext>
            </a:extLst>
          </p:cNvPr>
          <p:cNvSpPr>
            <a:spLocks xmlns:a="http://schemas.openxmlformats.org/drawingml/2006/main" noGrp="1"/>
          </p:cNvSpPr>
          <p:nvPr/>
        </p:nvSpPr>
        <p:spPr>
          <a:xfrm xmlns:a="http://schemas.openxmlformats.org/drawingml/2006/main">
            <a:off x="8572500" y="3543300"/>
            <a:ext cx="1695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2264A"/>
                </a:solidFill>
                <a:latin typeface="Apple SD Gothic Neo"/>
                <a:ea typeface="Apple SD Gothic Neo"/>
                <a:cs typeface="Apple SD Gothic Neo"/>
              </a:defRPr>
            </a:pPr>
            <a:r>
              <a:rPr sz="1425" b="0">
                <a:solidFill>
                  <a:srgbClr val="12264A"/>
                </a:solidFill>
                <a:latin typeface="Apple SD Gothic Neo"/>
                <a:ea typeface="Apple SD Gothic Neo"/>
                <a:cs typeface="Apple SD Gothic Neo"/>
              </a:rPr>
              <a:t>기억과 Context</a:t>
            </a:r>
          </a:p>
        </p:txBody>
      </p:sp>
      <p:sp>
        <p:nvSpPr>
          <p:cNvPr id="1041" name="necessity-v6-interaction-area">
            <a:extLst xmlns:a="http://schemas.openxmlformats.org/drawingml/2006/main">
              <a:ext uri="{FF2B5EF4-FFF2-40B4-BE49-F238E27FC236}">
                <a16:creationId xmlns:a16="http://schemas.microsoft.com/office/drawing/2014/main" id="{457D9C93-AA2B-41DC-A600-5D5024686D41}"/>
              </a:ext>
            </a:extLst>
          </p:cNvPr>
          <p:cNvSpPr>
            <a:spLocks xmlns:a="http://schemas.openxmlformats.org/drawingml/2006/main" noGrp="1"/>
          </p:cNvSpPr>
          <p:nvPr/>
        </p:nvSpPr>
        <p:spPr>
          <a:xfrm xmlns:a="http://schemas.openxmlformats.org/drawingml/2006/main">
            <a:off x="10382250" y="35433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2264A"/>
                </a:solidFill>
                <a:latin typeface="Apple SD Gothic Neo"/>
                <a:ea typeface="Apple SD Gothic Neo"/>
                <a:cs typeface="Apple SD Gothic Neo"/>
              </a:defRPr>
            </a:pPr>
            <a:r>
              <a:rPr sz="1425" b="0">
                <a:solidFill>
                  <a:srgbClr val="12264A"/>
                </a:solidFill>
                <a:latin typeface="Apple SD Gothic Neo"/>
                <a:ea typeface="Apple SD Gothic Neo"/>
                <a:cs typeface="Apple SD Gothic Neo"/>
              </a:rPr>
              <a:t>연속 상호작용</a:t>
            </a:r>
          </a:p>
        </p:txBody>
      </p:sp>
      <p:sp>
        <p:nvSpPr>
          <p:cNvPr id="1042" name="necessity-v6-delegation-link">
            <a:extLst xmlns:a="http://schemas.openxmlformats.org/drawingml/2006/main">
              <a:ext uri="{FF2B5EF4-FFF2-40B4-BE49-F238E27FC236}">
                <a16:creationId xmlns:a16="http://schemas.microsoft.com/office/drawing/2014/main" id="{C9E43BF4-0186-49CB-94D2-5287384120CE}"/>
              </a:ext>
            </a:extLst>
          </p:cNvPr>
          <p:cNvSpPr>
            <a:spLocks xmlns:a="http://schemas.openxmlformats.org/drawingml/2006/main" noGrp="1"/>
          </p:cNvSpPr>
          <p:nvPr/>
        </p:nvSpPr>
        <p:spPr>
          <a:xfrm xmlns:a="http://schemas.openxmlformats.org/drawingml/2006/main">
            <a:off x="10086975" y="3895725"/>
            <a:ext cx="0" cy="266700"/>
          </a:xfrm>
          <a:prstGeom xmlns:a="http://schemas.openxmlformats.org/drawingml/2006/main" prst="line">
            <a:avLst/>
          </a:prstGeom>
          <a:noFill xmlns:a="http://schemas.openxmlformats.org/drawingml/2006/main"/>
          <a:ln xmlns:a="http://schemas.openxmlformats.org/drawingml/2006/main" w="14288">
            <a:solidFill>
              <a:srgbClr val="697681"/>
            </a:solidFill>
            <a:prstDash val="solid"/>
          </a:ln>
        </p:spPr>
      </p:sp>
      <p:sp>
        <p:nvSpPr>
          <p:cNvPr id="1043" name="necessity-v6-downstream-area">
            <a:extLst xmlns:a="http://schemas.openxmlformats.org/drawingml/2006/main">
              <a:ext uri="{FF2B5EF4-FFF2-40B4-BE49-F238E27FC236}">
                <a16:creationId xmlns:a16="http://schemas.microsoft.com/office/drawing/2014/main" id="{2FB7DF18-0122-4F4B-B00B-688799C64876}"/>
              </a:ext>
            </a:extLst>
          </p:cNvPr>
          <p:cNvSpPr>
            <a:spLocks xmlns:a="http://schemas.openxmlformats.org/drawingml/2006/main" noGrp="1"/>
          </p:cNvSpPr>
          <p:nvPr/>
        </p:nvSpPr>
        <p:spPr>
          <a:xfrm xmlns:a="http://schemas.openxmlformats.org/drawingml/2006/main">
            <a:off x="8420100" y="42386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12264A"/>
                </a:solidFill>
                <a:latin typeface="Apple SD Gothic Neo"/>
                <a:ea typeface="Apple SD Gothic Neo"/>
                <a:cs typeface="Apple SD Gothic Neo"/>
              </a:defRPr>
            </a:pPr>
            <a:r>
              <a:rPr sz="1650" b="1">
                <a:solidFill>
                  <a:srgbClr val="12264A"/>
                </a:solidFill>
                <a:latin typeface="Apple SD Gothic Neo"/>
                <a:ea typeface="Apple SD Gothic Neo"/>
                <a:cs typeface="Apple SD Gothic Neo"/>
              </a:rPr>
              <a:t>Downstream Agent</a:t>
            </a:r>
          </a:p>
        </p:txBody>
      </p:sp>
      <p:sp>
        <p:nvSpPr>
          <p:cNvPr id="1044" name="necessity-v6-qa-line-0">
            <a:extLst xmlns:a="http://schemas.openxmlformats.org/drawingml/2006/main">
              <a:ext uri="{FF2B5EF4-FFF2-40B4-BE49-F238E27FC236}">
                <a16:creationId xmlns:a16="http://schemas.microsoft.com/office/drawing/2014/main" id="{E60B5BF8-9E82-4908-B4C8-B42FB76CD39D}"/>
              </a:ext>
            </a:extLst>
          </p:cNvPr>
          <p:cNvSpPr>
            <a:spLocks xmlns:a="http://schemas.openxmlformats.org/drawingml/2006/main" noGrp="1"/>
          </p:cNvSpPr>
          <p:nvPr/>
        </p:nvSpPr>
        <p:spPr>
          <a:xfrm xmlns:a="http://schemas.openxmlformats.org/drawingml/2006/main">
            <a:off x="381000" y="4829175"/>
            <a:ext cx="3381375" cy="0"/>
          </a:xfrm>
          <a:prstGeom xmlns:a="http://schemas.openxmlformats.org/drawingml/2006/main" prst="line">
            <a:avLst/>
          </a:prstGeom>
          <a:noFill xmlns:a="http://schemas.openxmlformats.org/drawingml/2006/main"/>
          <a:ln xmlns:a="http://schemas.openxmlformats.org/drawingml/2006/main" w="9525">
            <a:solidFill>
              <a:srgbClr val="BEC8D0"/>
            </a:solidFill>
            <a:prstDash val="solid"/>
          </a:ln>
        </p:spPr>
      </p:sp>
      <p:sp>
        <p:nvSpPr>
          <p:cNvPr id="1045" name="necessity-v6-qa-line-1">
            <a:extLst xmlns:a="http://schemas.openxmlformats.org/drawingml/2006/main">
              <a:ext uri="{FF2B5EF4-FFF2-40B4-BE49-F238E27FC236}">
                <a16:creationId xmlns:a16="http://schemas.microsoft.com/office/drawing/2014/main" id="{47932143-FB53-46C0-8B9D-5D3A3BCB28C9}"/>
              </a:ext>
            </a:extLst>
          </p:cNvPr>
          <p:cNvSpPr>
            <a:spLocks xmlns:a="http://schemas.openxmlformats.org/drawingml/2006/main" noGrp="1"/>
          </p:cNvSpPr>
          <p:nvPr/>
        </p:nvSpPr>
        <p:spPr>
          <a:xfrm xmlns:a="http://schemas.openxmlformats.org/drawingml/2006/main">
            <a:off x="4343400" y="4829175"/>
            <a:ext cx="3562350" cy="0"/>
          </a:xfrm>
          <a:prstGeom xmlns:a="http://schemas.openxmlformats.org/drawingml/2006/main" prst="line">
            <a:avLst/>
          </a:prstGeom>
          <a:noFill xmlns:a="http://schemas.openxmlformats.org/drawingml/2006/main"/>
          <a:ln xmlns:a="http://schemas.openxmlformats.org/drawingml/2006/main" w="9525">
            <a:solidFill>
              <a:srgbClr val="BEC8D0"/>
            </a:solidFill>
            <a:prstDash val="solid"/>
          </a:ln>
        </p:spPr>
      </p:sp>
      <p:sp>
        <p:nvSpPr>
          <p:cNvPr id="1046" name="necessity-v6-qa-line-2">
            <a:extLst xmlns:a="http://schemas.openxmlformats.org/drawingml/2006/main">
              <a:ext uri="{FF2B5EF4-FFF2-40B4-BE49-F238E27FC236}">
                <a16:creationId xmlns:a16="http://schemas.microsoft.com/office/drawing/2014/main" id="{54A9BBE9-1FF0-4ACD-B32D-BF74E77F60FE}"/>
              </a:ext>
            </a:extLst>
          </p:cNvPr>
          <p:cNvSpPr>
            <a:spLocks xmlns:a="http://schemas.openxmlformats.org/drawingml/2006/main" noGrp="1"/>
          </p:cNvSpPr>
          <p:nvPr/>
        </p:nvSpPr>
        <p:spPr>
          <a:xfrm xmlns:a="http://schemas.openxmlformats.org/drawingml/2006/main">
            <a:off x="8420100" y="4829175"/>
            <a:ext cx="3333750" cy="0"/>
          </a:xfrm>
          <a:prstGeom xmlns:a="http://schemas.openxmlformats.org/drawingml/2006/main" prst="line">
            <a:avLst/>
          </a:prstGeom>
          <a:noFill xmlns:a="http://schemas.openxmlformats.org/drawingml/2006/main"/>
          <a:ln xmlns:a="http://schemas.openxmlformats.org/drawingml/2006/main" w="9525">
            <a:solidFill>
              <a:srgbClr val="BEC8D0"/>
            </a:solidFill>
            <a:prstDash val="solid"/>
          </a:ln>
        </p:spPr>
      </p:sp>
      <p:sp>
        <p:nvSpPr>
          <p:cNvPr id="1047" name="necessity-v6-qa-accuracy">
            <a:extLst xmlns:a="http://schemas.openxmlformats.org/drawingml/2006/main">
              <a:ext uri="{FF2B5EF4-FFF2-40B4-BE49-F238E27FC236}">
                <a16:creationId xmlns:a16="http://schemas.microsoft.com/office/drawing/2014/main" id="{94429088-71E1-4411-8B20-8E1C95086ABF}"/>
              </a:ext>
            </a:extLst>
          </p:cNvPr>
          <p:cNvSpPr>
            <a:spLocks xmlns:a="http://schemas.openxmlformats.org/drawingml/2006/main" noGrp="1"/>
          </p:cNvSpPr>
          <p:nvPr/>
        </p:nvSpPr>
        <p:spPr>
          <a:xfrm xmlns:a="http://schemas.openxmlformats.org/drawingml/2006/main">
            <a:off x="381000" y="4953000"/>
            <a:ext cx="3381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258FAF"/>
                </a:solidFill>
                <a:latin typeface="Apple SD Gothic Neo"/>
                <a:ea typeface="Apple SD Gothic Neo"/>
                <a:cs typeface="Apple SD Gothic Neo"/>
              </a:defRPr>
            </a:pPr>
            <a:r>
              <a:rPr sz="1800" b="1">
                <a:solidFill>
                  <a:srgbClr val="258FAF"/>
                </a:solidFill>
                <a:latin typeface="Apple SD Gothic Neo"/>
                <a:ea typeface="Apple SD Gothic Neo"/>
                <a:cs typeface="Apple SD Gothic Neo"/>
              </a:rPr>
              <a:t>V-01  기능 정확성</a:t>
            </a:r>
          </a:p>
        </p:txBody>
      </p:sp>
      <p:sp>
        <p:nvSpPr>
          <p:cNvPr id="1048" name="necessity-v6-qa-appropriateness-completeness">
            <a:extLst xmlns:a="http://schemas.openxmlformats.org/drawingml/2006/main">
              <a:ext uri="{FF2B5EF4-FFF2-40B4-BE49-F238E27FC236}">
                <a16:creationId xmlns:a16="http://schemas.microsoft.com/office/drawing/2014/main" id="{72B51D3D-C5ED-4E53-9FAE-B9FB30875906}"/>
              </a:ext>
            </a:extLst>
          </p:cNvPr>
          <p:cNvSpPr>
            <a:spLocks xmlns:a="http://schemas.openxmlformats.org/drawingml/2006/main" noGrp="1"/>
          </p:cNvSpPr>
          <p:nvPr/>
        </p:nvSpPr>
        <p:spPr>
          <a:xfrm xmlns:a="http://schemas.openxmlformats.org/drawingml/2006/main">
            <a:off x="381000" y="5314950"/>
            <a:ext cx="3381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97681"/>
                </a:solidFill>
                <a:latin typeface="Apple SD Gothic Neo"/>
                <a:ea typeface="Apple SD Gothic Neo"/>
                <a:cs typeface="Apple SD Gothic Neo"/>
              </a:defRPr>
            </a:pPr>
            <a:r>
              <a:rPr sz="1275" b="0">
                <a:solidFill>
                  <a:srgbClr val="697681"/>
                </a:solidFill>
                <a:latin typeface="Apple SD Gothic Neo"/>
                <a:ea typeface="Apple SD Gothic Neo"/>
                <a:cs typeface="Apple SD Gothic Neo"/>
              </a:rPr>
              <a:t>V-02 기능 적절성   V-03 기능 완전성</a:t>
            </a:r>
          </a:p>
        </p:txBody>
      </p:sp>
      <p:sp>
        <p:nvSpPr>
          <p:cNvPr id="1049" name="necessity-v6-qa-responsiveness">
            <a:extLst xmlns:a="http://schemas.openxmlformats.org/drawingml/2006/main">
              <a:ext uri="{FF2B5EF4-FFF2-40B4-BE49-F238E27FC236}">
                <a16:creationId xmlns:a16="http://schemas.microsoft.com/office/drawing/2014/main" id="{C49C8256-6A15-4FA2-80C6-E19D91CCFE73}"/>
              </a:ext>
            </a:extLst>
          </p:cNvPr>
          <p:cNvSpPr>
            <a:spLocks xmlns:a="http://schemas.openxmlformats.org/drawingml/2006/main" noGrp="1"/>
          </p:cNvSpPr>
          <p:nvPr/>
        </p:nvSpPr>
        <p:spPr>
          <a:xfrm xmlns:a="http://schemas.openxmlformats.org/drawingml/2006/main">
            <a:off x="4343400" y="4953000"/>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258FAF"/>
                </a:solidFill>
                <a:latin typeface="Apple SD Gothic Neo"/>
                <a:ea typeface="Apple SD Gothic Neo"/>
                <a:cs typeface="Apple SD Gothic Neo"/>
              </a:defRPr>
            </a:pPr>
            <a:r>
              <a:rPr sz="1800" b="1">
                <a:solidFill>
                  <a:srgbClr val="258FAF"/>
                </a:solidFill>
                <a:latin typeface="Apple SD Gothic Neo"/>
                <a:ea typeface="Apple SD Gothic Neo"/>
                <a:cs typeface="Apple SD Gothic Neo"/>
              </a:rPr>
              <a:t>V-04  응답 신속성</a:t>
            </a:r>
          </a:p>
        </p:txBody>
      </p:sp>
      <p:sp>
        <p:nvSpPr>
          <p:cNvPr id="1050" name="necessity-v6-qa-completion">
            <a:extLst xmlns:a="http://schemas.openxmlformats.org/drawingml/2006/main">
              <a:ext uri="{FF2B5EF4-FFF2-40B4-BE49-F238E27FC236}">
                <a16:creationId xmlns:a16="http://schemas.microsoft.com/office/drawing/2014/main" id="{6197FC86-D597-434A-A1C6-E73B2AA5CA80}"/>
              </a:ext>
            </a:extLst>
          </p:cNvPr>
          <p:cNvSpPr>
            <a:spLocks xmlns:a="http://schemas.openxmlformats.org/drawingml/2006/main" noGrp="1"/>
          </p:cNvSpPr>
          <p:nvPr/>
        </p:nvSpPr>
        <p:spPr>
          <a:xfrm xmlns:a="http://schemas.openxmlformats.org/drawingml/2006/main">
            <a:off x="4343400" y="5286375"/>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258FAF"/>
                </a:solidFill>
                <a:latin typeface="Apple SD Gothic Neo"/>
                <a:ea typeface="Apple SD Gothic Neo"/>
                <a:cs typeface="Apple SD Gothic Neo"/>
              </a:defRPr>
            </a:pPr>
            <a:r>
              <a:rPr sz="1800" b="1">
                <a:solidFill>
                  <a:srgbClr val="258FAF"/>
                </a:solidFill>
                <a:latin typeface="Apple SD Gothic Neo"/>
                <a:ea typeface="Apple SD Gothic Neo"/>
                <a:cs typeface="Apple SD Gothic Neo"/>
              </a:rPr>
              <a:t>V-05  요청 완료 신속성</a:t>
            </a:r>
          </a:p>
        </p:txBody>
      </p:sp>
      <p:sp>
        <p:nvSpPr>
          <p:cNvPr id="1051" name="necessity-v6-qa-modifiability">
            <a:extLst xmlns:a="http://schemas.openxmlformats.org/drawingml/2006/main">
              <a:ext uri="{FF2B5EF4-FFF2-40B4-BE49-F238E27FC236}">
                <a16:creationId xmlns:a16="http://schemas.microsoft.com/office/drawing/2014/main" id="{451B5D5D-4BC0-4D10-A2B8-6766867F4397}"/>
              </a:ext>
            </a:extLst>
          </p:cNvPr>
          <p:cNvSpPr>
            <a:spLocks xmlns:a="http://schemas.openxmlformats.org/drawingml/2006/main" noGrp="1"/>
          </p:cNvSpPr>
          <p:nvPr/>
        </p:nvSpPr>
        <p:spPr>
          <a:xfrm xmlns:a="http://schemas.openxmlformats.org/drawingml/2006/main">
            <a:off x="8420100" y="4953000"/>
            <a:ext cx="333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258FAF"/>
                </a:solidFill>
                <a:latin typeface="Apple SD Gothic Neo"/>
                <a:ea typeface="Apple SD Gothic Neo"/>
                <a:cs typeface="Apple SD Gothic Neo"/>
              </a:defRPr>
            </a:pPr>
            <a:r>
              <a:rPr sz="1800" b="1">
                <a:solidFill>
                  <a:srgbClr val="258FAF"/>
                </a:solidFill>
                <a:latin typeface="Apple SD Gothic Neo"/>
                <a:ea typeface="Apple SD Gothic Neo"/>
                <a:cs typeface="Apple SD Gothic Neo"/>
              </a:rPr>
              <a:t>V-08  변경 용이성</a:t>
            </a:r>
          </a:p>
        </p:txBody>
      </p:sp>
      <p:sp>
        <p:nvSpPr>
          <p:cNvPr id="1052" name="necessity-v6-localized-change">
            <a:extLst xmlns:a="http://schemas.openxmlformats.org/drawingml/2006/main">
              <a:ext uri="{FF2B5EF4-FFF2-40B4-BE49-F238E27FC236}">
                <a16:creationId xmlns:a16="http://schemas.microsoft.com/office/drawing/2014/main" id="{600B1488-7417-451E-9E26-DD3A4B5C1500}"/>
              </a:ext>
            </a:extLst>
          </p:cNvPr>
          <p:cNvSpPr>
            <a:spLocks xmlns:a="http://schemas.openxmlformats.org/drawingml/2006/main" noGrp="1"/>
          </p:cNvSpPr>
          <p:nvPr/>
        </p:nvSpPr>
        <p:spPr>
          <a:xfrm xmlns:a="http://schemas.openxmlformats.org/drawingml/2006/main">
            <a:off x="8420100" y="53149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97681"/>
                </a:solidFill>
                <a:latin typeface="Apple SD Gothic Neo"/>
                <a:ea typeface="Apple SD Gothic Neo"/>
                <a:cs typeface="Apple SD Gothic Neo"/>
              </a:defRPr>
            </a:pPr>
            <a:r>
              <a:rPr sz="1350" b="0">
                <a:solidFill>
                  <a:srgbClr val="697681"/>
                </a:solidFill>
                <a:latin typeface="Apple SD Gothic Neo"/>
                <a:ea typeface="Apple SD Gothic Neo"/>
                <a:cs typeface="Apple SD Gothic Neo"/>
              </a:rPr>
              <a:t>변경 영향을 필요한 설계 요소로 제한</a:t>
            </a:r>
          </a:p>
        </p:txBody>
      </p:sp>
      <p:sp>
        <p:nvSpPr>
          <p:cNvPr id="1053" name="necessity-v6-foundation-rule">
            <a:extLst xmlns:a="http://schemas.openxmlformats.org/drawingml/2006/main">
              <a:ext uri="{FF2B5EF4-FFF2-40B4-BE49-F238E27FC236}">
                <a16:creationId xmlns:a16="http://schemas.microsoft.com/office/drawing/2014/main" id="{F288657E-EBBA-401A-831D-E81466106750}"/>
              </a:ext>
            </a:extLst>
          </p:cNvPr>
          <p:cNvSpPr>
            <a:spLocks xmlns:a="http://schemas.openxmlformats.org/drawingml/2006/main" noGrp="1"/>
          </p:cNvSpPr>
          <p:nvPr/>
        </p:nvSpPr>
        <p:spPr>
          <a:xfrm xmlns:a="http://schemas.openxmlformats.org/drawingml/2006/main">
            <a:off x="381000" y="5791200"/>
            <a:ext cx="11372850" cy="0"/>
          </a:xfrm>
          <a:prstGeom xmlns:a="http://schemas.openxmlformats.org/drawingml/2006/main" prst="line">
            <a:avLst/>
          </a:prstGeom>
          <a:noFill xmlns:a="http://schemas.openxmlformats.org/drawingml/2006/main"/>
          <a:ln xmlns:a="http://schemas.openxmlformats.org/drawingml/2006/main" w="11430">
            <a:solidFill>
              <a:srgbClr val="BEC8D0"/>
            </a:solidFill>
            <a:prstDash val="solid"/>
          </a:ln>
        </p:spPr>
      </p:sp>
      <p:sp>
        <p:nvSpPr>
          <p:cNvPr id="1054" name="necessity-v6-foundation-title">
            <a:extLst xmlns:a="http://schemas.openxmlformats.org/drawingml/2006/main">
              <a:ext uri="{FF2B5EF4-FFF2-40B4-BE49-F238E27FC236}">
                <a16:creationId xmlns:a16="http://schemas.microsoft.com/office/drawing/2014/main" id="{48EE3908-6DF1-48ED-AF59-ED1443D6614E}"/>
              </a:ext>
            </a:extLst>
          </p:cNvPr>
          <p:cNvSpPr>
            <a:spLocks xmlns:a="http://schemas.openxmlformats.org/drawingml/2006/main" noGrp="1"/>
          </p:cNvSpPr>
          <p:nvPr/>
        </p:nvSpPr>
        <p:spPr>
          <a:xfrm xmlns:a="http://schemas.openxmlformats.org/drawingml/2006/main">
            <a:off x="381000" y="5905500"/>
            <a:ext cx="11372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2264A"/>
                </a:solidFill>
                <a:latin typeface="Apple SD Gothic Neo"/>
                <a:ea typeface="Apple SD Gothic Neo"/>
                <a:cs typeface="Apple SD Gothic Neo"/>
              </a:defRPr>
            </a:pPr>
            <a:r>
              <a:rPr sz="1575" b="1">
                <a:solidFill>
                  <a:srgbClr val="12264A"/>
                </a:solidFill>
                <a:latin typeface="Apple SD Gothic Neo"/>
                <a:ea typeface="Apple SD Gothic Neo"/>
                <a:cs typeface="Apple SD Gothic Neo"/>
              </a:rPr>
              <a:t>PC에서 지속적으로 사용하기 위한 공통 기반</a:t>
            </a:r>
          </a:p>
        </p:txBody>
      </p:sp>
      <p:sp>
        <p:nvSpPr>
          <p:cNvPr id="1055" name="necessity-v6-foundation-qa-0">
            <a:extLst xmlns:a="http://schemas.openxmlformats.org/drawingml/2006/main">
              <a:ext uri="{FF2B5EF4-FFF2-40B4-BE49-F238E27FC236}">
                <a16:creationId xmlns:a16="http://schemas.microsoft.com/office/drawing/2014/main" id="{34D4592C-599C-485E-8CCA-47494BAB680A}"/>
              </a:ext>
            </a:extLst>
          </p:cNvPr>
          <p:cNvSpPr>
            <a:spLocks xmlns:a="http://schemas.openxmlformats.org/drawingml/2006/main" noGrp="1"/>
          </p:cNvSpPr>
          <p:nvPr/>
        </p:nvSpPr>
        <p:spPr>
          <a:xfrm xmlns:a="http://schemas.openxmlformats.org/drawingml/2006/main">
            <a:off x="381000" y="6296025"/>
            <a:ext cx="2714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2264A"/>
                </a:solidFill>
                <a:latin typeface="Apple SD Gothic Neo"/>
                <a:ea typeface="Apple SD Gothic Neo"/>
                <a:cs typeface="Apple SD Gothic Neo"/>
              </a:defRPr>
            </a:pPr>
            <a:r>
              <a:rPr sz="1350" b="1">
                <a:solidFill>
                  <a:srgbClr val="12264A"/>
                </a:solidFill>
                <a:latin typeface="Apple SD Gothic Neo"/>
                <a:ea typeface="Apple SD Gothic Neo"/>
                <a:cs typeface="Apple SD Gothic Neo"/>
              </a:rPr>
              <a:t>V-06  메모리 효율성</a:t>
            </a:r>
          </a:p>
        </p:txBody>
      </p:sp>
      <p:sp>
        <p:nvSpPr>
          <p:cNvPr id="1056" name="necessity-v6-foundation-benefit-0">
            <a:extLst xmlns:a="http://schemas.openxmlformats.org/drawingml/2006/main">
              <a:ext uri="{FF2B5EF4-FFF2-40B4-BE49-F238E27FC236}">
                <a16:creationId xmlns:a16="http://schemas.microsoft.com/office/drawing/2014/main" id="{B7948CF4-BF8F-4AEC-BF6F-B2243E966EFA}"/>
              </a:ext>
            </a:extLst>
          </p:cNvPr>
          <p:cNvSpPr>
            <a:spLocks xmlns:a="http://schemas.openxmlformats.org/drawingml/2006/main" noGrp="1"/>
          </p:cNvSpPr>
          <p:nvPr/>
        </p:nvSpPr>
        <p:spPr>
          <a:xfrm xmlns:a="http://schemas.openxmlformats.org/drawingml/2006/main">
            <a:off x="381000" y="6543675"/>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97681"/>
                </a:solidFill>
                <a:latin typeface="Apple SD Gothic Neo"/>
                <a:ea typeface="Apple SD Gothic Neo"/>
                <a:cs typeface="Apple SD Gothic Neo"/>
              </a:defRPr>
            </a:pPr>
            <a:r>
              <a:rPr sz="1275" b="0">
                <a:solidFill>
                  <a:srgbClr val="697681"/>
                </a:solidFill>
                <a:latin typeface="Apple SD Gothic Neo"/>
                <a:ea typeface="Apple SD Gothic Neo"/>
                <a:cs typeface="Apple SD Gothic Neo"/>
              </a:rPr>
              <a:t>상시 실행 메모리 제한</a:t>
            </a:r>
          </a:p>
        </p:txBody>
      </p:sp>
      <p:sp>
        <p:nvSpPr>
          <p:cNvPr id="1057" name="necessity-v6-foundation-qa-1">
            <a:extLst xmlns:a="http://schemas.openxmlformats.org/drawingml/2006/main">
              <a:ext uri="{FF2B5EF4-FFF2-40B4-BE49-F238E27FC236}">
                <a16:creationId xmlns:a16="http://schemas.microsoft.com/office/drawing/2014/main" id="{14AFCC26-6A46-4BA3-823F-767743D3C77D}"/>
              </a:ext>
            </a:extLst>
          </p:cNvPr>
          <p:cNvSpPr>
            <a:spLocks xmlns:a="http://schemas.openxmlformats.org/drawingml/2006/main" noGrp="1"/>
          </p:cNvSpPr>
          <p:nvPr/>
        </p:nvSpPr>
        <p:spPr>
          <a:xfrm xmlns:a="http://schemas.openxmlformats.org/drawingml/2006/main">
            <a:off x="3305175" y="6296025"/>
            <a:ext cx="2714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2264A"/>
                </a:solidFill>
                <a:latin typeface="Apple SD Gothic Neo"/>
                <a:ea typeface="Apple SD Gothic Neo"/>
                <a:cs typeface="Apple SD Gothic Neo"/>
              </a:defRPr>
            </a:pPr>
            <a:r>
              <a:rPr sz="1350" b="1">
                <a:solidFill>
                  <a:srgbClr val="12264A"/>
                </a:solidFill>
                <a:latin typeface="Apple SD Gothic Neo"/>
                <a:ea typeface="Apple SD Gothic Neo"/>
                <a:cs typeface="Apple SD Gothic Neo"/>
              </a:rPr>
              <a:t>V-07  복구 용이성</a:t>
            </a:r>
          </a:p>
        </p:txBody>
      </p:sp>
      <p:sp>
        <p:nvSpPr>
          <p:cNvPr id="1058" name="necessity-v6-foundation-benefit-1">
            <a:extLst xmlns:a="http://schemas.openxmlformats.org/drawingml/2006/main">
              <a:ext uri="{FF2B5EF4-FFF2-40B4-BE49-F238E27FC236}">
                <a16:creationId xmlns:a16="http://schemas.microsoft.com/office/drawing/2014/main" id="{33B16661-B5C4-40BA-80EB-7B645337459E}"/>
              </a:ext>
            </a:extLst>
          </p:cNvPr>
          <p:cNvSpPr>
            <a:spLocks xmlns:a="http://schemas.openxmlformats.org/drawingml/2006/main" noGrp="1"/>
          </p:cNvSpPr>
          <p:nvPr/>
        </p:nvSpPr>
        <p:spPr>
          <a:xfrm xmlns:a="http://schemas.openxmlformats.org/drawingml/2006/main">
            <a:off x="3305175" y="6543675"/>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97681"/>
                </a:solidFill>
                <a:latin typeface="Apple SD Gothic Neo"/>
                <a:ea typeface="Apple SD Gothic Neo"/>
                <a:cs typeface="Apple SD Gothic Neo"/>
              </a:defRPr>
            </a:pPr>
            <a:r>
              <a:rPr sz="1275" b="0">
                <a:solidFill>
                  <a:srgbClr val="697681"/>
                </a:solidFill>
                <a:latin typeface="Apple SD Gothic Neo"/>
                <a:ea typeface="Apple SD Gothic Neo"/>
                <a:cs typeface="Apple SD Gothic Neo"/>
              </a:rPr>
              <a:t>올바른 처리 재개</a:t>
            </a:r>
          </a:p>
        </p:txBody>
      </p:sp>
      <p:sp>
        <p:nvSpPr>
          <p:cNvPr id="1059" name="necessity-v6-foundation-qa-2">
            <a:extLst xmlns:a="http://schemas.openxmlformats.org/drawingml/2006/main">
              <a:ext uri="{FF2B5EF4-FFF2-40B4-BE49-F238E27FC236}">
                <a16:creationId xmlns:a16="http://schemas.microsoft.com/office/drawing/2014/main" id="{8B20CED5-7FBB-4570-ABC9-DF13564260BA}"/>
              </a:ext>
            </a:extLst>
          </p:cNvPr>
          <p:cNvSpPr>
            <a:spLocks xmlns:a="http://schemas.openxmlformats.org/drawingml/2006/main" noGrp="1"/>
          </p:cNvSpPr>
          <p:nvPr/>
        </p:nvSpPr>
        <p:spPr>
          <a:xfrm xmlns:a="http://schemas.openxmlformats.org/drawingml/2006/main">
            <a:off x="6229350" y="6296025"/>
            <a:ext cx="2714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2264A"/>
                </a:solidFill>
                <a:latin typeface="Apple SD Gothic Neo"/>
                <a:ea typeface="Apple SD Gothic Neo"/>
                <a:cs typeface="Apple SD Gothic Neo"/>
              </a:defRPr>
            </a:pPr>
            <a:r>
              <a:rPr sz="1350" b="1">
                <a:solidFill>
                  <a:srgbClr val="12264A"/>
                </a:solidFill>
                <a:latin typeface="Apple SD Gothic Neo"/>
                <a:ea typeface="Apple SD Gothic Neo"/>
                <a:cs typeface="Apple SD Gothic Neo"/>
              </a:rPr>
              <a:t>V-09  분석 용이성</a:t>
            </a:r>
          </a:p>
        </p:txBody>
      </p:sp>
      <p:sp>
        <p:nvSpPr>
          <p:cNvPr id="1060" name="necessity-v6-foundation-benefit-2">
            <a:extLst xmlns:a="http://schemas.openxmlformats.org/drawingml/2006/main">
              <a:ext uri="{FF2B5EF4-FFF2-40B4-BE49-F238E27FC236}">
                <a16:creationId xmlns:a16="http://schemas.microsoft.com/office/drawing/2014/main" id="{E9A1DEA8-8AA6-4F6C-8904-3BC8EAAA8948}"/>
              </a:ext>
            </a:extLst>
          </p:cNvPr>
          <p:cNvSpPr>
            <a:spLocks xmlns:a="http://schemas.openxmlformats.org/drawingml/2006/main" noGrp="1"/>
          </p:cNvSpPr>
          <p:nvPr/>
        </p:nvSpPr>
        <p:spPr>
          <a:xfrm xmlns:a="http://schemas.openxmlformats.org/drawingml/2006/main">
            <a:off x="6229350" y="6543675"/>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97681"/>
                </a:solidFill>
                <a:latin typeface="Apple SD Gothic Neo"/>
                <a:ea typeface="Apple SD Gothic Neo"/>
                <a:cs typeface="Apple SD Gothic Neo"/>
              </a:defRPr>
            </a:pPr>
            <a:r>
              <a:rPr sz="1275" b="0">
                <a:solidFill>
                  <a:srgbClr val="697681"/>
                </a:solidFill>
                <a:latin typeface="Apple SD Gothic Neo"/>
                <a:ea typeface="Apple SD Gothic Neo"/>
                <a:cs typeface="Apple SD Gothic Neo"/>
              </a:rPr>
              <a:t>실행 기록으로 경위 확인</a:t>
            </a:r>
          </a:p>
        </p:txBody>
      </p:sp>
      <p:sp>
        <p:nvSpPr>
          <p:cNvPr id="1061" name="necessity-v6-foundation-qa-3">
            <a:extLst xmlns:a="http://schemas.openxmlformats.org/drawingml/2006/main">
              <a:ext uri="{FF2B5EF4-FFF2-40B4-BE49-F238E27FC236}">
                <a16:creationId xmlns:a16="http://schemas.microsoft.com/office/drawing/2014/main" id="{C433CACD-56BF-423C-8BB6-C33E385C0AD9}"/>
              </a:ext>
            </a:extLst>
          </p:cNvPr>
          <p:cNvSpPr>
            <a:spLocks xmlns:a="http://schemas.openxmlformats.org/drawingml/2006/main" noGrp="1"/>
          </p:cNvSpPr>
          <p:nvPr/>
        </p:nvSpPr>
        <p:spPr>
          <a:xfrm xmlns:a="http://schemas.openxmlformats.org/drawingml/2006/main">
            <a:off x="9153525" y="6296025"/>
            <a:ext cx="2714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2264A"/>
                </a:solidFill>
                <a:latin typeface="Apple SD Gothic Neo"/>
                <a:ea typeface="Apple SD Gothic Neo"/>
                <a:cs typeface="Apple SD Gothic Neo"/>
              </a:defRPr>
            </a:pPr>
            <a:r>
              <a:rPr sz="1350" b="1">
                <a:solidFill>
                  <a:srgbClr val="12264A"/>
                </a:solidFill>
                <a:latin typeface="Apple SD Gothic Neo"/>
                <a:ea typeface="Apple SD Gothic Neo"/>
                <a:cs typeface="Apple SD Gothic Neo"/>
              </a:rPr>
              <a:t>V-10  기밀성</a:t>
            </a:r>
          </a:p>
        </p:txBody>
      </p:sp>
      <p:sp>
        <p:nvSpPr>
          <p:cNvPr id="1062" name="necessity-v6-foundation-benefit-3">
            <a:extLst xmlns:a="http://schemas.openxmlformats.org/drawingml/2006/main">
              <a:ext uri="{FF2B5EF4-FFF2-40B4-BE49-F238E27FC236}">
                <a16:creationId xmlns:a16="http://schemas.microsoft.com/office/drawing/2014/main" id="{440775B8-0237-4B69-8E60-6EA27F0B2099}"/>
              </a:ext>
            </a:extLst>
          </p:cNvPr>
          <p:cNvSpPr>
            <a:spLocks xmlns:a="http://schemas.openxmlformats.org/drawingml/2006/main" noGrp="1"/>
          </p:cNvSpPr>
          <p:nvPr/>
        </p:nvSpPr>
        <p:spPr>
          <a:xfrm xmlns:a="http://schemas.openxmlformats.org/drawingml/2006/main">
            <a:off x="9153525" y="6543675"/>
            <a:ext cx="2714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97681"/>
                </a:solidFill>
                <a:latin typeface="Apple SD Gothic Neo"/>
                <a:ea typeface="Apple SD Gothic Neo"/>
                <a:cs typeface="Apple SD Gothic Neo"/>
              </a:defRPr>
            </a:pPr>
            <a:r>
              <a:rPr sz="1275" b="0">
                <a:solidFill>
                  <a:srgbClr val="697681"/>
                </a:solidFill>
                <a:latin typeface="Apple SD Gothic Neo"/>
                <a:ea typeface="Apple SD Gothic Neo"/>
                <a:cs typeface="Apple SD Gothic Neo"/>
              </a:rPr>
              <a:t>허용된 범위의 정보 사용</a:t>
            </a:r>
          </a:p>
        </p:txBody>
      </p:sp>
    </p:spTree>
    <p:extLst>
      <p:ext uri="{BB962C8B-B14F-4D97-AF65-F5344CB8AC3E}">
        <p14:creationId xmlns:p14="http://schemas.microsoft.com/office/powerpoint/2010/main" val="665895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2026-09-30T07:33:36.3210000Z</dcterms:created>
  <dcterms:modified xsi:type="dcterms:W3CDTF">2026-09-30T07:33:36.3210000Z</dcterms:modified>
</coreProperties>
</file>