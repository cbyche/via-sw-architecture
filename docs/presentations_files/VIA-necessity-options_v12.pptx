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a35f10603b14178" /><Relationship Type="http://schemas.openxmlformats.org/officeDocument/2006/relationships/extended-properties" Target="/docProps/app.xml" Id="R385b58ac6fc24de2" /><Relationship Type="http://schemas.openxmlformats.org/officeDocument/2006/relationships/officeDocument" Target="/ppt/presentation.xml" Id="Rc635e6b4606f4777" /></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0a23feb0e26e4d3c"/>
  </p:sldMasterIdLst>
  <p:notesMasterIdLst>
    <p:notesMasterId r:id="Rb16065be85764e02"/>
  </p:notesMasterIdLst>
  <p:sldIdLst>
    <p:sldId id="256" r:id="Rcb5d2a71227b4a0d"/>
    <p:sldId id="257" r:id="Rc3f43f234c08420b"/>
    <p:sldId id="258" r:id="R04bf4fbaf6824e17"/>
    <p:sldId id="259" r:id="Re11302b537d348eb"/>
    <p:sldId id="260" r:id="Reca5aba908ef4e20"/>
  </p:sldIdLst>
  <p:sldSz cx="18288000" cy="10287000"/>
  <p:notesSz cx="6858000" cy="9144000"/>
  <p:defaultTextStyle>
    <a:defPPr>
      <a:defRPr lang="ko-KR">
        <a:latin typeface="Calibri"/>
        <a:ea typeface="Calibri"/>
        <a:cs typeface="Calibri"/>
      </a:defRPr>
    </a:defPPr>
    <a:lvl1pPr>
      <a:defRPr lang="ko-KR">
        <a:latin typeface="Calibri"/>
        <a:ea typeface="Calibri"/>
        <a:cs typeface="Calibri"/>
      </a:defRPr>
    </a:lvl1pPr>
    <a:lvl2pPr>
      <a:defRPr lang="ko-KR">
        <a:latin typeface="Calibri"/>
        <a:ea typeface="Calibri"/>
        <a:cs typeface="Calibri"/>
      </a:defRPr>
    </a:lvl2pPr>
    <a:lvl3pPr>
      <a:defRPr lang="ko-KR">
        <a:latin typeface="Calibri"/>
        <a:ea typeface="Calibri"/>
        <a:cs typeface="Calibri"/>
      </a:defRPr>
    </a:lvl3pPr>
    <a:lvl4pPr>
      <a:defRPr lang="ko-KR">
        <a:latin typeface="Calibri"/>
        <a:ea typeface="Calibri"/>
        <a:cs typeface="Calibri"/>
      </a:defRPr>
    </a:lvl4pPr>
    <a:lvl5pPr>
      <a:defRPr lang="ko-KR">
        <a:latin typeface="Calibri"/>
        <a:ea typeface="Calibri"/>
        <a:cs typeface="Calibri"/>
      </a:defRPr>
    </a:lvl5pPr>
    <a:lvl6pPr>
      <a:defRPr lang="ko-KR">
        <a:latin typeface="Calibri"/>
        <a:ea typeface="Calibri"/>
        <a:cs typeface="Calibri"/>
      </a:defRPr>
    </a:lvl6pPr>
    <a:lvl7pPr>
      <a:defRPr lang="ko-KR">
        <a:latin typeface="Calibri"/>
        <a:ea typeface="Calibri"/>
        <a:cs typeface="Calibri"/>
      </a:defRPr>
    </a:lvl7pPr>
    <a:lvl8pPr>
      <a:defRPr lang="ko-KR">
        <a:latin typeface="Calibri"/>
        <a:ea typeface="Calibri"/>
        <a:cs typeface="Calibri"/>
      </a:defRPr>
    </a:lvl8pPr>
    <a:lvl9pPr>
      <a:defRPr lang="ko-KR">
        <a:latin typeface="Calibri"/>
        <a:ea typeface="Calibri"/>
        <a:cs typeface="Calibri"/>
      </a:defRPr>
    </a:lvl9pPr>
  </p:defaultTextStyle>
</p:presentation>
</file>

<file path=ppt/presProps.xml><?xml version="1.0" encoding="utf-8"?>
<p:presentationPr xmlns:ns2="http://schemas.microsoft.com/office/powerpoint/2012/main" xmlns:p="http://schemas.openxmlformats.org/presentationml/2006/main" xmlns:p14="http://schemas.microsoft.com/office/powerpoint/2010/main">
  <p:extLst>
    <p:ext uri="{E76CE94A-603C-4142-B9EB-6D1370010A27}">
      <p14:discardImageEditData val="0"/>
    </p:ext>
    <p:ext uri="{D31A062A-798A-4329-ABDD-BBA856620510}">
      <p14:defaultImageDpi val="32767"/>
    </p:ext>
    <p:ext uri="{FD5EFAAD-0ECE-453E-9831-46B23BE46B34}">
      <ns2: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82b66ae125f430e" /><Relationship Type="http://schemas.openxmlformats.org/officeDocument/2006/relationships/slideMaster" Target="/ppt/slideMasters/slideMaster1.xml" Id="R0a23feb0e26e4d3c" /><Relationship Type="http://schemas.openxmlformats.org/officeDocument/2006/relationships/notesMaster" Target="/ppt/notesMasters/notesMaster1.xml" Id="Rb16065be85764e02" /><Relationship Type="http://schemas.openxmlformats.org/officeDocument/2006/relationships/presProps" Target="/ppt/presProps.xml" Id="R526867f4c95d415f" /><Relationship Type="http://schemas.openxmlformats.org/officeDocument/2006/relationships/tableStyles" Target="/ppt/tableStyles.xml" Id="R58c80270cf414521" /><Relationship Type="http://schemas.openxmlformats.org/officeDocument/2006/relationships/slide" Target="/ppt/slides/slide1.xml" Id="Rcb5d2a71227b4a0d" /><Relationship Type="http://schemas.openxmlformats.org/officeDocument/2006/relationships/slide" Target="/ppt/slides/slide2.xml" Id="Rc3f43f234c08420b" /><Relationship Type="http://schemas.openxmlformats.org/officeDocument/2006/relationships/slide" Target="/ppt/slides/slide3.xml" Id="R04bf4fbaf6824e17" /><Relationship Type="http://schemas.openxmlformats.org/officeDocument/2006/relationships/slide" Target="/ppt/slides/slide4.xml" Id="Re11302b537d348eb" /><Relationship Type="http://schemas.openxmlformats.org/officeDocument/2006/relationships/slide" Target="/ppt/slides/slide5.xml" Id="Reca5aba908ef4e2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cea38424564535" /></Relationships>
</file>

<file path=ppt/notesMasters/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6c9650a583149e0" /><Relationship Type="http://schemas.openxmlformats.org/officeDocument/2006/relationships/notesMaster" Target="/ppt/notesMasters/notesMaster1.xml" Id="R5ae756b49d41421b" /></Relationships>
</file>

<file path=ppt/notesSlides/_rels/notesSlide2.xml.rels>&#65279;<?xml version="1.0" encoding="utf-8"?><Relationships xmlns="http://schemas.openxmlformats.org/package/2006/relationships"><Relationship Type="http://schemas.openxmlformats.org/officeDocument/2006/relationships/slide" Target="/ppt/slides/slide2.xml" Id="Rabd66a3a2ca245d3" /><Relationship Type="http://schemas.openxmlformats.org/officeDocument/2006/relationships/notesMaster" Target="/ppt/notesMasters/notesMaster1.xml" Id="Rb873a6c392844302" /></Relationships>
</file>

<file path=ppt/notesSlides/_rels/notesSlide3.xml.rels>&#65279;<?xml version="1.0" encoding="utf-8"?><Relationships xmlns="http://schemas.openxmlformats.org/package/2006/relationships"><Relationship Type="http://schemas.openxmlformats.org/officeDocument/2006/relationships/slide" Target="/ppt/slides/slide3.xml" Id="R5b726c52e77f4780" /><Relationship Type="http://schemas.openxmlformats.org/officeDocument/2006/relationships/notesMaster" Target="/ppt/notesMasters/notesMaster1.xml" Id="R35b7e357217d494c" /></Relationships>
</file>

<file path=ppt/notesSlides/_rels/notesSlide4.xml.rels>&#65279;<?xml version="1.0" encoding="utf-8"?><Relationships xmlns="http://schemas.openxmlformats.org/package/2006/relationships"><Relationship Type="http://schemas.openxmlformats.org/officeDocument/2006/relationships/slide" Target="/ppt/slides/slide4.xml" Id="Rff29148702e64fac" /><Relationship Type="http://schemas.openxmlformats.org/officeDocument/2006/relationships/notesMaster" Target="/ppt/notesMasters/notesMaster1.xml" Id="R2e6986f8b21047f5" /></Relationships>
</file>

<file path=ppt/notesSlides/_rels/notesSlide5.xml.rels>&#65279;<?xml version="1.0" encoding="utf-8"?><Relationships xmlns="http://schemas.openxmlformats.org/package/2006/relationships"><Relationship Type="http://schemas.openxmlformats.org/officeDocument/2006/relationships/slide" Target="/ppt/slides/slide5.xml" Id="Rc053716163014a82" /><Relationship Type="http://schemas.openxmlformats.org/officeDocument/2006/relationships/notesMaster" Target="/ppt/notesMasters/notesMaster1.xml" Id="Rf12284008e00410b"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과제 필요성 비교안 1: 3열 장면형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기준 파일: VIA-architecture-presentation_v11.pptx, 33장 중 필요성인 2장. 세 공통 필요성은 대화 경험 확보, 사용자 맥락의 정확한 이해, 지속적인 서비스 제공과 확장.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첫째, 사용자의 발화와 끼어들기 및 정정이 Downstream Agent의 질문이나 결과와 겹쳐도 대화 지속. 대화, 요청, 질문, 업무와 Agent 실행 관계 유지. FR1과 FR4에 해당.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둘째, 발화 당시의 화면 지칭과 포인터, 클릭, 선택 범위를 사용자의 말에 연결하고 관련 과거 대화와 업무 결과를 활용해 현재 요청 이해. FR2와 FR3에 해당. 화면과 발화의 시간상 근접만으로 의도 확정 불가.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셋째, 지속적인 모델 사용에 따른 비용과 화면 기록 및 대화 상태의 RAM 부담 관리. 모델과 Agent 변경에 따른 수정 범위 관리. 필요한 정확도와 응답성 유지가 공통 전제.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그림은 image_gen 내장 도구로 생성한 설명용 합성 일러스트. 실제 제품 스크린샷, 실측 자료나 확정된 SW/HW 배치가 아님. 화면 속 표, 아이콘과 연결은 기능 관계의 시각적 표현이며 특정 업무 사례나 데이터 수치를 뜻하지 않음. RAM, cloud token, plug는 메모리 사용, 모델 사용 비용과 연동 변경의 비유. 기록 보존 방식, 모든 화면의 원문 저장, 전용 RAM, 모델 배치나 하드웨어 교체를 요구하지 않음. 레이어 구성은 필요성을 나눈 시각적 관점이며 선택된 Architecture Component나 처리 단계가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사용자 합의 FR1~4 및 v11 과제 필요성, docs/presentations_files/functional-requirements-and-constraints.md.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 생성 지시문: docs/presentations_files/necessity-options-v12/prompts.json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생성 일자: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문구는 native PowerPoint 텍스트이며 일러스트는 PNG 자원. 선택 후 통합본에 반영할 검토용 다섯 대안으로, 확정 디자인이나 설계 대안 선정 아님.</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과제 필요성 비교안 2: PC 중심 통합형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기준 파일: VIA-architecture-presentation_v11.pptx, 33장 중 필요성인 2장. 세 공통 필요성은 대화 경험 확보, 사용자 맥락의 정확한 이해, 지속적인 서비스 제공과 확장.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첫째, 사용자의 발화와 끼어들기 및 정정이 Downstream Agent의 질문이나 결과와 겹쳐도 대화 지속. 대화, 요청, 질문, 업무와 Agent 실행 관계 유지. FR1과 FR4에 해당.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둘째, 발화 당시의 화면 지칭과 포인터, 클릭, 선택 범위를 사용자의 말에 연결하고 관련 과거 대화와 업무 결과를 활용해 현재 요청 이해. FR2와 FR3에 해당. 화면과 발화의 시간상 근접만으로 의도 확정 불가.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셋째, 지속적인 모델 사용에 따른 비용과 화면 기록 및 대화 상태의 RAM 부담 관리. 모델과 Agent 변경에 따른 수정 범위 관리. 필요한 정확도와 응답성 유지가 공통 전제.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그림은 image_gen 내장 도구로 생성한 설명용 합성 일러스트. 실제 제품 스크린샷, 실측 자료나 확정된 SW/HW 배치가 아님. 화면 속 표, 아이콘과 연결은 기능 관계의 시각적 표현이며 특정 업무 사례나 데이터 수치를 뜻하지 않음. RAM, cloud token, plug는 메모리 사용, 모델 사용 비용과 연동 변경의 비유. 기록 보존 방식, 모든 화면의 원문 저장, 전용 RAM, 모델 배치나 하드웨어 교체를 요구하지 않음. 레이어 구성은 필요성을 나눈 시각적 관점이며 선택된 Architecture Component나 처리 단계가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사용자 합의 FR1~4 및 v11 과제 필요성, docs/presentations_files/functional-requirements-and-constraints.md.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 생성 지시문: docs/presentations_files/necessity-options-v12/prompts.json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생성 일자: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문구는 native PowerPoint 텍스트이며 일러스트는 PNG 자원. 선택 후 통합본에 반영할 검토용 다섯 대안으로, 확정 디자인이나 설계 대안 선정 아님.</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과제 필요성 비교안 3: 가로 3단형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기준 파일: VIA-architecture-presentation_v11.pptx, 33장 중 필요성인 2장. 세 공통 필요성은 대화 경험 확보, 사용자 맥락의 정확한 이해, 지속적인 서비스 제공과 확장.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첫째, 사용자의 발화와 끼어들기 및 정정이 Downstream Agent의 질문이나 결과와 겹쳐도 대화 지속. 대화, 요청, 질문, 업무와 Agent 실행 관계 유지. FR1과 FR4에 해당.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둘째, 발화 당시의 화면 지칭과 포인터, 클릭, 선택 범위를 사용자의 말에 연결하고 관련 과거 대화와 업무 결과를 활용해 현재 요청 이해. FR2와 FR3에 해당. 화면과 발화의 시간상 근접만으로 의도 확정 불가.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셋째, 지속적인 모델 사용에 따른 비용과 화면 기록 및 대화 상태의 RAM 부담 관리. 모델과 Agent 변경에 따른 수정 범위 관리. 필요한 정확도와 응답성 유지가 공통 전제.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그림은 image_gen 내장 도구로 생성한 설명용 합성 일러스트. 실제 제품 스크린샷, 실측 자료나 확정된 SW/HW 배치가 아님. 화면 속 표, 아이콘과 연결은 기능 관계의 시각적 표현이며 특정 업무 사례나 데이터 수치를 뜻하지 않음. RAM, cloud token, plug는 메모리 사용, 모델 사용 비용과 연동 변경의 비유. 기록 보존 방식, 모든 화면의 원문 저장, 전용 RAM, 모델 배치나 하드웨어 교체를 요구하지 않음. 레이어 구성은 필요성을 나눈 시각적 관점이며 선택된 Architecture Component나 처리 단계가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사용자 합의 FR1~4 및 v11 과제 필요성, docs/presentations_files/functional-requirements-and-constraints.md.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 생성 지시문: docs/presentations_files/necessity-options-v12/prompts.json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생성 일자: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문구는 native PowerPoint 텍스트이며 일러스트는 PNG 자원. 선택 후 통합본에 반영할 검토용 다섯 대안으로, 확정 디자인이나 설계 대안 선정 아님.</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과제 필요성 비교안 4: 확대 장면형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기준 파일: VIA-architecture-presentation_v11.pptx, 33장 중 필요성인 2장. 세 공통 필요성은 대화 경험 확보, 사용자 맥락의 정확한 이해, 지속적인 서비스 제공과 확장.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첫째, 사용자의 발화와 끼어들기 및 정정이 Downstream Agent의 질문이나 결과와 겹쳐도 대화 지속. 대화, 요청, 질문, 업무와 Agent 실행 관계 유지. FR1과 FR4에 해당.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둘째, 발화 당시의 화면 지칭과 포인터, 클릭, 선택 범위를 사용자의 말에 연결하고 관련 과거 대화와 업무 결과를 활용해 현재 요청 이해. FR2와 FR3에 해당. 화면과 발화의 시간상 근접만으로 의도 확정 불가.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셋째, 지속적인 모델 사용에 따른 비용과 화면 기록 및 대화 상태의 RAM 부담 관리. 모델과 Agent 변경에 따른 수정 범위 관리. 필요한 정확도와 응답성 유지가 공통 전제.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그림은 image_gen 내장 도구로 생성한 설명용 합성 일러스트. 실제 제품 스크린샷, 실측 자료나 확정된 SW/HW 배치가 아님. 화면 속 표, 아이콘과 연결은 기능 관계의 시각적 표현이며 특정 업무 사례나 데이터 수치를 뜻하지 않음. RAM, cloud token, plug는 메모리 사용, 모델 사용 비용과 연동 변경의 비유. 기록 보존 방식, 모든 화면의 원문 저장, 전용 RAM, 모델 배치나 하드웨어 교체를 요구하지 않음. 레이어 구성은 필요성을 나눈 시각적 관점이며 선택된 Architecture Component나 처리 단계가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사용자 합의 FR1~4 및 v11 과제 필요성, docs/presentations_files/functional-requirements-and-constraints.md.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 생성 지시문: docs/presentations_files/necessity-options-v12/prompts.json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생성 일자: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문구는 native PowerPoint 텍스트이며 일러스트는 PNG 자원. 선택 후 통합본에 반영할 검토용 다섯 대안으로, 확정 디자인이나 설계 대안 선정 아님.</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과제 필요성 비교안 5: 정보 레이어형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기준 파일: VIA-architecture-presentation_v11.pptx, 33장 중 필요성인 2장. 세 공통 필요성은 대화 경험 확보, 사용자 맥락의 정확한 이해, 지속적인 서비스 제공과 확장.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첫째, 사용자의 발화와 끼어들기 및 정정이 Downstream Agent의 질문이나 결과와 겹쳐도 대화 지속. 대화, 요청, 질문, 업무와 Agent 실행 관계 유지. FR1과 FR4에 해당.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둘째, 발화 당시의 화면 지칭과 포인터, 클릭, 선택 범위를 사용자의 말에 연결하고 관련 과거 대화와 업무 결과를 활용해 현재 요청 이해. FR2와 FR3에 해당. 화면과 발화의 시간상 근접만으로 의도 확정 불가.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셋째, 지속적인 모델 사용에 따른 비용과 화면 기록 및 대화 상태의 RAM 부담 관리. 모델과 Agent 변경에 따른 수정 범위 관리. 필요한 정확도와 응답성 유지가 공통 전제.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그림은 image_gen 내장 도구로 생성한 설명용 합성 일러스트. 실제 제품 스크린샷, 실측 자료나 확정된 SW/HW 배치가 아님. 화면 속 표, 아이콘과 연결은 기능 관계의 시각적 표현이며 특정 업무 사례나 데이터 수치를 뜻하지 않음. RAM, cloud token, plug는 메모리 사용, 모델 사용 비용과 연동 변경의 비유. 기록 보존 방식, 모든 화면의 원문 저장, 전용 RAM, 모델 배치나 하드웨어 교체를 요구하지 않음. 레이어 구성은 필요성을 나눈 시각적 관점이며 선택된 Architecture Component나 처리 단계가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사용자 합의 FR1~4 및 v11 과제 필요성, docs/presentations_files/functional-requirements-and-constraints.md.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 생성 지시문: docs/presentations_files/necessity-options-v12/prompts.json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생성 일자: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문구는 native PowerPoint 텍스트이며 일러스트는 PNG 자원. 선택 후 통합본에 반영할 검토용 다섯 대안으로, 확정 디자인이나 설계 대안 선정 아님.</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6dbce2bdf1475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99c098a3158493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378a326bdae4db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bb6140979a04c2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bb52060758c4c5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0a43b5092834eaa" /></Relationships>
</file>

<file path=ppt/slideLayouts/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48A712B0-A0C9-479F-805B-5418E875306F}"/>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CDB9F2B1-3F51-4355-9B5B-FC4A5A8D07D4}"/>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1027CAC4-BD5D-4108-801A-2AC0FB7EF321}"/>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B6CF6E0E-37E3-4156-9BBA-B71AFD97F2D5}"/>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13068DDD-B920-4E1B-986D-6734FA00C359}"/>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694A0C0A-6653-46FC-955E-522771D6524E}"/>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5ECCA5AA-708D-4DAC-9AC5-85FD429DC9E1}"/>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D8967D31-464A-42B8-AB1B-548CDE91AF7C}"/>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6D6C73F5-AB3C-4281-9156-74C8A4BB873C}"/>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600218FB-BE10-42BF-A8DD-A222032B4F21}"/>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eabff0e5cbb4db6" /><Relationship Type="http://schemas.openxmlformats.org/officeDocument/2006/relationships/slideLayout" Target="/ppt/slideLayouts/slideLayout1.xml" Id="R19c39591a0774ce9" /><Relationship Type="http://schemas.openxmlformats.org/officeDocument/2006/relationships/slideLayout" Target="/ppt/slideLayouts/slideLayout2.xml" Id="R4aa364edf5704bc9" /><Relationship Type="http://schemas.openxmlformats.org/officeDocument/2006/relationships/slideLayout" Target="/ppt/slideLayouts/slideLayout3.xml" Id="Raff2df472f524232" /><Relationship Type="http://schemas.openxmlformats.org/officeDocument/2006/relationships/slideLayout" Target="/ppt/slideLayouts/slideLayout4.xml" Id="R26787d2ca2af491c" /><Relationship Type="http://schemas.openxmlformats.org/officeDocument/2006/relationships/slideLayout" Target="/ppt/slideLayouts/slideLayout5.xml" Id="Ra04b0067b07347d1" /><Relationship Type="http://schemas.openxmlformats.org/officeDocument/2006/relationships/slideLayout" Target="/ppt/slideLayouts/slideLayout6.xml" Id="R734ac99bdb804254" /></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19c39591a0774ce9"/>
    <p:sldLayoutId id="2147483650" r:id="R4aa364edf5704bc9"/>
    <p:sldLayoutId id="2147483651" r:id="Raff2df472f524232"/>
    <p:sldLayoutId id="2147483652" r:id="R26787d2ca2af491c"/>
    <p:sldLayoutId id="2147483653" r:id="Ra04b0067b07347d1"/>
    <p:sldLayoutId id="2147483654" r:id="R734ac99bdb804254"/>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0ea118a5d1a46e9" /><Relationship Type="http://schemas.openxmlformats.org/officeDocument/2006/relationships/image" Target="/ppt/media/image.png" Id="R5ad7b6b1d0014537" /><Relationship Type="http://schemas.openxmlformats.org/officeDocument/2006/relationships/notesSlide" Target="/ppt/notesSlides/notesSlide1.xml" Id="R314921d14874471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5e041388e3740c2" /><Relationship Type="http://schemas.openxmlformats.org/officeDocument/2006/relationships/image" Target="/ppt/media/image2.png" Id="Rc16be49d543649d9" /><Relationship Type="http://schemas.openxmlformats.org/officeDocument/2006/relationships/notesSlide" Target="/ppt/notesSlides/notesSlide2.xml" Id="R7c2dc3963626457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21501f57ff8436d" /><Relationship Type="http://schemas.openxmlformats.org/officeDocument/2006/relationships/image" Target="/ppt/media/image3.png" Id="R7df22c637c034867" /><Relationship Type="http://schemas.openxmlformats.org/officeDocument/2006/relationships/notesSlide" Target="/ppt/notesSlides/notesSlide3.xml" Id="R39ec32f52ad04c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5d5378e62b44412" /><Relationship Type="http://schemas.openxmlformats.org/officeDocument/2006/relationships/image" Target="/ppt/media/image4.png" Id="R105c8861f7e44a57" /><Relationship Type="http://schemas.openxmlformats.org/officeDocument/2006/relationships/notesSlide" Target="/ppt/notesSlides/notesSlide4.xml" Id="Raf6bb19645c1489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a699aa3cd074625" /><Relationship Type="http://schemas.openxmlformats.org/officeDocument/2006/relationships/image" Target="/ppt/media/image5.png" Id="R92201c070c724c1f" /><Relationship Type="http://schemas.openxmlformats.org/officeDocument/2006/relationships/notesSlide" Target="/ppt/notesSlides/notesSlide5.xml" Id="Ra0161cbf80fa4800" /></Relationships>
</file>

<file path=ppt/slides/slide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necessity-option-v12-1">
    <p:bg>
      <p:bgPr>
        <a:solidFill>
          <a:srgbClr val="FFFFFF"/>
        </a:solidFill>
      </p:bgPr>
    </p:bg>
    <p:spTree>
      <p:nvGrpSpPr>
        <p:cNvPr id="2" name=""/>
        <p:cNvGrpSpPr/>
        <p:nvPr/>
      </p:nvGrpSpPr>
      <p:grpSpPr>
        <a:xfrm/>
      </p:grpSpPr>
      <p:sp>
        <p:nvSpPr>
          <p:cNvPr id="3" name="heading-0">
            <a:extLst>
              <a:ext uri="{FF2B5EF4-FFF2-40B4-BE49-F238E27FC236}">
                <ns2:creationId id="{E94D6B73-2816-45B2-A4B3-BF8AF5D42055}"/>
              </a:ext>
            </a:extLst>
          </p:cNvPr>
          <p:cNvSpPr>
            <a:spLocks noGrp="1"/>
          </p:cNvSpPr>
          <p:nvPr/>
        </p:nvSpPr>
        <p:spPr>
          <a:xfrm>
            <a:off x="571500" y="1428750"/>
            <a:ext cx="5524500" cy="590550"/>
          </a:xfrm>
          <a:prstGeom prst="roundRect">
            <a:avLst>
              <a:gd name="adj" fmla="val 12903"/>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자연스러운 대화 경험 확보</a:t>
            </a:r>
            <a:endParaRPr lang="ko-KR">
              <a:latin typeface="Calibri"/>
              <a:ea typeface="Calibri"/>
              <a:cs typeface="Calibri"/>
            </a:endParaRPr>
          </a:p>
        </p:txBody>
      </p:sp>
      <p:sp>
        <p:nvSpPr>
          <p:cNvPr id="4" name="heading-1">
            <a:extLst>
              <a:ext uri="{FF2B5EF4-FFF2-40B4-BE49-F238E27FC236}">
                <ns2:creationId id="{5EABEBFC-83F7-4D00-877F-8CEC87A84C6B}"/>
              </a:ext>
            </a:extLst>
          </p:cNvPr>
          <p:cNvSpPr>
            <a:spLocks noGrp="1"/>
          </p:cNvSpPr>
          <p:nvPr/>
        </p:nvSpPr>
        <p:spPr>
          <a:xfrm>
            <a:off x="6381750" y="1428750"/>
            <a:ext cx="5524500" cy="590550"/>
          </a:xfrm>
          <a:prstGeom prst="roundRect">
            <a:avLst>
              <a:gd name="adj" fmla="val 12903"/>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사용자 맥락의 정확한 이해</a:t>
            </a:r>
            <a:endParaRPr lang="ko-KR">
              <a:latin typeface="Calibri"/>
              <a:ea typeface="Calibri"/>
              <a:cs typeface="Calibri"/>
            </a:endParaRPr>
          </a:p>
        </p:txBody>
      </p:sp>
      <p:sp>
        <p:nvSpPr>
          <p:cNvPr id="5" name="heading-2">
            <a:extLst>
              <a:ext uri="{FF2B5EF4-FFF2-40B4-BE49-F238E27FC236}">
                <ns2:creationId id="{CEE069C3-81F6-4E53-BC4D-2D12F5153B7A}"/>
              </a:ext>
            </a:extLst>
          </p:cNvPr>
          <p:cNvSpPr>
            <a:spLocks noGrp="1"/>
          </p:cNvSpPr>
          <p:nvPr/>
        </p:nvSpPr>
        <p:spPr>
          <a:xfrm>
            <a:off x="12192000" y="1428750"/>
            <a:ext cx="5524500" cy="590550"/>
          </a:xfrm>
          <a:prstGeom prst="roundRect">
            <a:avLst>
              <a:gd name="adj" fmla="val 12903"/>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지속적인 서비스 제공과 확장</a:t>
            </a:r>
            <a:endParaRPr lang="ko-KR">
              <a:latin typeface="Calibri"/>
              <a:ea typeface="Calibri"/>
              <a:cs typeface="Calibri"/>
            </a:endParaRPr>
          </a:p>
        </p:txBody>
      </p:sp>
      <p:sp>
        <p:nvSpPr>
          <p:cNvPr id="6" name="scene-subtitle-0">
            <a:extLst>
              <a:ext uri="{FF2B5EF4-FFF2-40B4-BE49-F238E27FC236}">
                <ns2:creationId id="{EA8256A9-DC7C-4637-84C6-F3EEA0DC807B}"/>
              </a:ext>
            </a:extLst>
          </p:cNvPr>
          <p:cNvSpPr>
            <a:spLocks noGrp="1"/>
          </p:cNvSpPr>
          <p:nvPr/>
        </p:nvSpPr>
        <p:spPr>
          <a:xfrm>
            <a:off x="666750" y="2219325"/>
            <a:ext cx="5334000" cy="381000"/>
          </a:xfrm>
          <a:prstGeom prst="rect">
            <a:avLst/>
          </a:prstGeom>
          <a:no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발화와 질문 및 결과의 중첩</a:t>
            </a:r>
            <a:endParaRPr lang="ko-KR">
              <a:latin typeface="Calibri"/>
              <a:ea typeface="Calibri"/>
              <a:cs typeface="Calibri"/>
            </a:endParaRPr>
          </a:p>
        </p:txBody>
      </p:sp>
      <p:sp>
        <p:nvSpPr>
          <p:cNvPr id="7" name="scene-subtitle-1">
            <a:extLst>
              <a:ext uri="{FF2B5EF4-FFF2-40B4-BE49-F238E27FC236}">
                <ns2:creationId id="{9EE5AE9B-5BFD-49C0-A476-6DD70F41C23F}"/>
              </a:ext>
            </a:extLst>
          </p:cNvPr>
          <p:cNvSpPr>
            <a:spLocks noGrp="1"/>
          </p:cNvSpPr>
          <p:nvPr/>
        </p:nvSpPr>
        <p:spPr>
          <a:xfrm>
            <a:off x="6477000" y="2219325"/>
            <a:ext cx="5334000" cy="381000"/>
          </a:xfrm>
          <a:prstGeom prst="rect">
            <a:avLst/>
          </a:prstGeom>
          <a:no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음성, 화면 지칭과 과거 근거의 결합</a:t>
            </a:r>
            <a:endParaRPr lang="ko-KR">
              <a:latin typeface="Calibri"/>
              <a:ea typeface="Calibri"/>
              <a:cs typeface="Calibri"/>
            </a:endParaRPr>
          </a:p>
        </p:txBody>
      </p:sp>
      <p:sp>
        <p:nvSpPr>
          <p:cNvPr id="8" name="scene-subtitle-2">
            <a:extLst>
              <a:ext uri="{FF2B5EF4-FFF2-40B4-BE49-F238E27FC236}">
                <ns2:creationId id="{EC6DA3B7-B40D-4091-84D7-FDC782D98492}"/>
              </a:ext>
            </a:extLst>
          </p:cNvPr>
          <p:cNvSpPr>
            <a:spLocks noGrp="1"/>
          </p:cNvSpPr>
          <p:nvPr/>
        </p:nvSpPr>
        <p:spPr>
          <a:xfrm>
            <a:off x="12287250" y="2219325"/>
            <a:ext cx="5334000" cy="381000"/>
          </a:xfrm>
          <a:prstGeom prst="rect">
            <a:avLst/>
          </a:prstGeom>
          <a:no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반복 처리, 기록 축적과 기술 변화</a:t>
            </a:r>
            <a:endParaRPr lang="ko-KR">
              <a:latin typeface="Calibri"/>
              <a:ea typeface="Calibri"/>
              <a:cs typeface="Calibri"/>
            </a:endParaRPr>
          </a:p>
        </p:txBody>
      </p:sp>
      <p:pic>
        <p:nvPicPr>
          <p:cNvPr id="9" name="">
            <a:extLst>
              <a:ext uri="{FF2B5EF4-FFF2-40B4-BE49-F238E27FC236}">
                <ns2:creationId id="{D91F27A7-A9A2-4574-A9D8-2F3405252D25}"/>
              </a:ext>
            </a:extLst>
          </p:cNvPr>
          <p:cNvPicPr>
            <a:picLocks noChangeAspect="1"/>
          </p:cNvPicPr>
          <p:nvPr/>
        </p:nvPicPr>
        <p:blipFill>
          <a:blip r:embed="R5ad7b6b1d0014537"/>
          <a:stretch/>
        </p:blipFill>
        <p:spPr>
          <a:xfrm>
            <a:off x="571500" y="2714625"/>
            <a:ext cx="17145000" cy="5715000"/>
          </a:xfrm>
          <a:prstGeom prst="rect">
            <a:avLst/>
          </a:prstGeom>
        </p:spPr>
      </p:pic>
      <p:sp>
        <p:nvSpPr>
          <p:cNvPr id="10" name="copy-0">
            <a:extLst>
              <a:ext uri="{FF2B5EF4-FFF2-40B4-BE49-F238E27FC236}">
                <ns2:creationId id="{6100D8E6-AF11-43CC-A66A-8E70777A4ACD}"/>
              </a:ext>
            </a:extLst>
          </p:cNvPr>
          <p:cNvSpPr>
            <a:spLocks noGrp="1"/>
          </p:cNvSpPr>
          <p:nvPr/>
        </p:nvSpPr>
        <p:spPr>
          <a:xfrm>
            <a:off x="714375" y="8658225"/>
            <a:ext cx="5238750" cy="1057275"/>
          </a:xfrm>
          <a:prstGeom prst="rect">
            <a:avLst/>
          </a:prstGeom>
          <a:noFill/>
          <a:ln w="0">
            <a:noFill/>
          </a:ln>
        </p:spPr>
        <p:txBody>
          <a:bodyPr wrap="none" lIns="0" tIns="0" rIns="0" bIns="0" anchor="ctr">
            <a:noAutofit/>
          </a:bodyPr>
          <a:lstStyle>
            <a:defPPr algn="ctr">
              <a:defRPr sz="2000" b="0" lang="ko-KR">
                <a:solidFill>
                  <a:srgbClr val="000000"/>
                </a:solidFill>
                <a:latin typeface="Calibri"/>
                <a:ea typeface="Calibri"/>
                <a:cs typeface="Calibri"/>
              </a:defRPr>
            </a:defP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끼어들기와 정정의 반영</a:t>
            </a:r>
            <a:endParaRPr lang="ko-KR">
              <a:latin typeface="Calibri"/>
              <a:ea typeface="Calibri"/>
              <a:cs typeface="Calibri"/>
            </a:endParaRPr>
          </a:p>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질문과 결과의 적절한 전달</a:t>
            </a:r>
            <a:endParaRPr lang="ko-KR">
              <a:latin typeface="Calibri"/>
              <a:ea typeface="Calibri"/>
              <a:cs typeface="Calibri"/>
            </a:endParaRPr>
          </a:p>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대화와 업무의 연결 유지</a:t>
            </a:r>
            <a:endParaRPr lang="ko-KR">
              <a:latin typeface="Calibri"/>
              <a:ea typeface="Calibri"/>
              <a:cs typeface="Calibri"/>
            </a:endParaRPr>
          </a:p>
        </p:txBody>
      </p:sp>
      <p:sp>
        <p:nvSpPr>
          <p:cNvPr id="11" name="copy-1">
            <a:extLst>
              <a:ext uri="{FF2B5EF4-FFF2-40B4-BE49-F238E27FC236}">
                <ns2:creationId id="{E761A450-07EA-408E-8C9C-258DA1AEE736}"/>
              </a:ext>
            </a:extLst>
          </p:cNvPr>
          <p:cNvSpPr>
            <a:spLocks noGrp="1"/>
          </p:cNvSpPr>
          <p:nvPr/>
        </p:nvSpPr>
        <p:spPr>
          <a:xfrm>
            <a:off x="6524625" y="8658225"/>
            <a:ext cx="5238750" cy="1057275"/>
          </a:xfrm>
          <a:prstGeom prst="rect">
            <a:avLst/>
          </a:prstGeom>
          <a:noFill/>
          <a:ln w="0">
            <a:noFill/>
          </a:ln>
        </p:spPr>
        <p:txBody>
          <a:bodyPr wrap="none" lIns="0" tIns="0" rIns="0" bIns="0" anchor="ctr">
            <a:noAutofit/>
          </a:bodyPr>
          <a:lstStyle>
            <a:defPPr algn="ctr">
              <a:defRPr sz="2000" b="0" lang="ko-KR">
                <a:solidFill>
                  <a:srgbClr val="000000"/>
                </a:solidFill>
                <a:latin typeface="Calibri"/>
                <a:ea typeface="Calibri"/>
                <a:cs typeface="Calibri"/>
              </a:defRPr>
            </a:defP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발화와 당시 화면의 연결</a:t>
            </a:r>
            <a:endParaRPr lang="ko-KR">
              <a:latin typeface="Calibri"/>
              <a:ea typeface="Calibri"/>
              <a:cs typeface="Calibri"/>
            </a:endParaRPr>
          </a:p>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과거 대화와 업무 이력 활용</a:t>
            </a:r>
            <a:endParaRPr lang="ko-KR">
              <a:latin typeface="Calibri"/>
              <a:ea typeface="Calibri"/>
              <a:cs typeface="Calibri"/>
            </a:endParaRPr>
          </a:p>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지칭 대상과 정정 범위의 식별</a:t>
            </a:r>
            <a:endParaRPr lang="ko-KR">
              <a:latin typeface="Calibri"/>
              <a:ea typeface="Calibri"/>
              <a:cs typeface="Calibri"/>
            </a:endParaRPr>
          </a:p>
        </p:txBody>
      </p:sp>
      <p:sp>
        <p:nvSpPr>
          <p:cNvPr id="12" name="copy-2">
            <a:extLst>
              <a:ext uri="{FF2B5EF4-FFF2-40B4-BE49-F238E27FC236}">
                <ns2:creationId id="{78BAD342-B728-4F8F-B409-F0E9BB33C1D2}"/>
              </a:ext>
            </a:extLst>
          </p:cNvPr>
          <p:cNvSpPr>
            <a:spLocks noGrp="1"/>
          </p:cNvSpPr>
          <p:nvPr/>
        </p:nvSpPr>
        <p:spPr>
          <a:xfrm>
            <a:off x="12334875" y="8658225"/>
            <a:ext cx="5238750" cy="1057275"/>
          </a:xfrm>
          <a:prstGeom prst="rect">
            <a:avLst/>
          </a:prstGeom>
          <a:noFill/>
          <a:ln w="0">
            <a:noFill/>
          </a:ln>
        </p:spPr>
        <p:txBody>
          <a:bodyPr wrap="none" lIns="0" tIns="0" rIns="0" bIns="0" anchor="ctr">
            <a:noAutofit/>
          </a:bodyPr>
          <a:lstStyle>
            <a:defPPr algn="ctr">
              <a:defRPr sz="2000" b="0" lang="ko-KR">
                <a:solidFill>
                  <a:srgbClr val="000000"/>
                </a:solidFill>
                <a:latin typeface="Calibri"/>
                <a:ea typeface="Calibri"/>
                <a:cs typeface="Calibri"/>
              </a:defRPr>
            </a:defP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사용 비용 관리</a:t>
            </a:r>
            <a:endParaRPr lang="ko-KR">
              <a:latin typeface="Calibri"/>
              <a:ea typeface="Calibri"/>
              <a:cs typeface="Calibri"/>
            </a:endParaRPr>
          </a:p>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화면 기록과 대화 상태의 RAM 관리</a:t>
            </a:r>
            <a:endParaRPr lang="ko-KR">
              <a:latin typeface="Calibri"/>
              <a:ea typeface="Calibri"/>
              <a:cs typeface="Calibri"/>
            </a:endParaRPr>
          </a:p>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및 Agent 변경 영향 최소화</a:t>
            </a:r>
            <a:endParaRPr lang="ko-KR">
              <a:latin typeface="Calibri"/>
              <a:ea typeface="Calibri"/>
              <a:cs typeface="Calibri"/>
            </a:endParaRPr>
          </a:p>
        </p:txBody>
      </p:sp>
      <p:sp>
        <p:nvSpPr>
          <p:cNvPr id="13" name="v6-header-title">
            <a:extLst>
              <a:ext uri="{FF2B5EF4-FFF2-40B4-BE49-F238E27FC236}">
                <ns2:creationId id="{0FD03E68-3227-4B61-9F4B-650A6CF284A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과제 필요성</a:t>
            </a:r>
            <a:endParaRPr lang="ko-KR">
              <a:latin typeface="Calibri"/>
              <a:ea typeface="Calibri"/>
              <a:cs typeface="Calibri"/>
            </a:endParaRPr>
          </a:p>
        </p:txBody>
      </p:sp>
      <p:sp>
        <p:nvSpPr>
          <p:cNvPr id="14" name="v6-header-rule">
            <a:extLst>
              <a:ext uri="{FF2B5EF4-FFF2-40B4-BE49-F238E27FC236}">
                <ns2:creationId id="{0B1EB211-BD2B-4FBD-A94D-98D67C2B6BAB}"/>
              </a:ext>
            </a:extLst>
          </p:cNvPr>
          <p:cNvSpPr>
            <a:spLocks noGrp="1"/>
          </p:cNvSpPr>
          <p:nvPr/>
        </p:nvSpPr>
        <p:spPr>
          <a:xfrm>
            <a:off x="495300" y="990600"/>
            <a:ext cx="17335500" cy="0"/>
          </a:xfrm>
          <a:prstGeom prst="line">
            <a:avLst/>
          </a:prstGeom>
          <a:noFill/>
          <a:ln w="19050">
            <a:solidFill>
              <a:srgbClr val="A6A6A6"/>
            </a:solidFill>
          </a:ln>
        </p:spPr>
      </p:sp>
      <p:sp>
        <p:nvSpPr>
          <p:cNvPr id="15" name="v6-header-stage-0">
            <a:extLst>
              <a:ext uri="{FF2B5EF4-FFF2-40B4-BE49-F238E27FC236}">
                <ns2:creationId id="{7FC695F8-E044-4C5D-85D0-ACF6260898B6}"/>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6" name="v6-header-stage-1">
            <a:extLst>
              <a:ext uri="{FF2B5EF4-FFF2-40B4-BE49-F238E27FC236}">
                <ns2:creationId id="{367A31A7-07B2-4DE2-8C38-FD8BA4C1552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7" name="v6-header-stage-2">
            <a:extLst>
              <a:ext uri="{FF2B5EF4-FFF2-40B4-BE49-F238E27FC236}">
                <ns2:creationId id="{2CBD9E48-DFB3-44B1-A7E8-5BF73BDAFA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8" name="v6-header-stage-3">
            <a:extLst>
              <a:ext uri="{FF2B5EF4-FFF2-40B4-BE49-F238E27FC236}">
                <ns2:creationId id="{EC76A86E-350D-464A-931D-C6BB21312E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9" name="v6-header-stage-4">
            <a:extLst>
              <a:ext uri="{FF2B5EF4-FFF2-40B4-BE49-F238E27FC236}">
                <ns2:creationId id="{C0746345-3919-4F2A-8BF6-FE959331908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20" name="v6-header-page">
            <a:extLst>
              <a:ext uri="{FF2B5EF4-FFF2-40B4-BE49-F238E27FC236}">
                <ns2:creationId id="{7E6D0068-28BB-4E17-A047-C442BFFCE190}"/>
              </a:ext>
            </a:extLst>
          </p:cNvPr>
          <p:cNvSpPr>
            <a:spLocks noGrp="1"/>
          </p:cNvSpPr>
          <p:nvPr/>
        </p:nvSpPr>
        <p:spPr>
          <a:xfrm>
            <a:off x="13811250" y="733425"/>
            <a:ext cx="40005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1안 / 5   3열 장면형</a:t>
            </a:r>
            <a:endParaRPr lang="ko-KR">
              <a:latin typeface="Calibri"/>
              <a:ea typeface="Calibri"/>
              <a:cs typeface="Calibri"/>
            </a:endParaRPr>
          </a:p>
        </p:txBody>
      </p:sp>
    </p:spTree>
    <p:extLst>
      <p:ext uri="{BB962C8B-B14F-4D97-AF65-F5344CB8AC3E}">
        <p14:creationId val="780492577"/>
      </p:ext>
    </p:extLst>
  </p:cSld>
</p:sld>
</file>

<file path=ppt/slides/slide2.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necessity-option-v12-2">
    <p:bg>
      <p:bgPr>
        <a:solidFill>
          <a:srgbClr val="FFFFFF"/>
        </a:solidFill>
      </p:bgPr>
    </p:bg>
    <p:spTree>
      <p:nvGrpSpPr>
        <p:cNvPr id="2" name=""/>
        <p:cNvGrpSpPr/>
        <p:nvPr/>
      </p:nvGrpSpPr>
      <p:grpSpPr>
        <a:xfrm/>
      </p:grpSpPr>
      <p:sp>
        <p:nvSpPr>
          <p:cNvPr id="3" name="integrated-heading">
            <a:extLst>
              <a:ext uri="{FF2B5EF4-FFF2-40B4-BE49-F238E27FC236}">
                <ns2:creationId id="{9697C112-79B5-4FF3-8F6F-E6700C340CC0}"/>
              </a:ext>
            </a:extLst>
          </p:cNvPr>
          <p:cNvSpPr>
            <a:spLocks noGrp="1"/>
          </p:cNvSpPr>
          <p:nvPr/>
        </p:nvSpPr>
        <p:spPr>
          <a:xfrm>
            <a:off x="571500" y="1381125"/>
            <a:ext cx="17145000" cy="609600"/>
          </a:xfrm>
          <a:prstGeom prst="rect">
            <a:avLst/>
          </a:prstGeom>
          <a:noFill/>
          <a:ln w="0">
            <a:noFill/>
          </a:ln>
        </p:spPr>
        <p:txBody>
          <a:bodyPr wrap="none" lIns="0" tIns="0" rIns="0" bIns="0" anchor="ctr">
            <a:noAutofit/>
          </a:bodyPr>
          <a:lstStyle>
            <a:defPPr algn="l">
              <a:defRPr sz="2900" b="1" lang="ko-KR">
                <a:solidFill>
                  <a:srgbClr val="000000"/>
                </a:solidFill>
                <a:latin typeface="Calibri"/>
                <a:ea typeface="Calibri"/>
                <a:cs typeface="Calibri"/>
              </a:defRPr>
            </a:defPPr>
          </a:lstStyle>
          <a:p>
            <a:pPr algn="l">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지속 대화, 맥락 이해와 효율적인 운영의 동시 확보</a:t>
            </a:r>
            <a:endParaRPr lang="ko-KR">
              <a:latin typeface="Calibri"/>
              <a:ea typeface="Calibri"/>
              <a:cs typeface="Calibri"/>
            </a:endParaRPr>
          </a:p>
        </p:txBody>
      </p:sp>
      <p:sp>
        <p:nvSpPr>
          <p:cNvPr id="4" name="role-user">
            <a:extLst>
              <a:ext uri="{FF2B5EF4-FFF2-40B4-BE49-F238E27FC236}">
                <ns2:creationId id="{FC712010-592E-4F5D-B0D0-E11439529E4E}"/>
              </a:ext>
            </a:extLst>
          </p:cNvPr>
          <p:cNvSpPr>
            <a:spLocks noGrp="1"/>
          </p:cNvSpPr>
          <p:nvPr/>
        </p:nvSpPr>
        <p:spPr>
          <a:xfrm>
            <a:off x="857250" y="2171700"/>
            <a:ext cx="2857500" cy="38100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사용자</a:t>
            </a:r>
            <a:endParaRPr lang="ko-KR">
              <a:latin typeface="Calibri"/>
              <a:ea typeface="Calibri"/>
              <a:cs typeface="Calibri"/>
            </a:endParaRPr>
          </a:p>
        </p:txBody>
      </p:sp>
      <p:sp>
        <p:nvSpPr>
          <p:cNvPr id="5" name="role-via">
            <a:extLst>
              <a:ext uri="{FF2B5EF4-FFF2-40B4-BE49-F238E27FC236}">
                <ns2:creationId id="{85BC4C42-0F71-4867-B8F1-AF3F289205D4}"/>
              </a:ext>
            </a:extLst>
          </p:cNvPr>
          <p:cNvSpPr>
            <a:spLocks noGrp="1"/>
          </p:cNvSpPr>
          <p:nvPr/>
        </p:nvSpPr>
        <p:spPr>
          <a:xfrm>
            <a:off x="8096250" y="2171700"/>
            <a:ext cx="4286250" cy="381000"/>
          </a:xfrm>
          <a:prstGeom prst="rect">
            <a:avLst/>
          </a:prstGeom>
          <a:noFill/>
          <a:ln w="0">
            <a:noFill/>
          </a:ln>
        </p:spPr>
        <p:txBody>
          <a:bodyPr wrap="none" lIns="0" tIns="0" rIns="0" bIns="0" anchor="ctr">
            <a:noAutofit/>
          </a:bodyPr>
          <a:lstStyle>
            <a:defPPr algn="ctr">
              <a:defRPr sz="2100" b="1" lang="ko-KR">
                <a:solidFill>
                  <a:srgbClr val="000000"/>
                </a:solidFill>
                <a:latin typeface="Calibri"/>
                <a:ea typeface="Calibri"/>
                <a:cs typeface="Calibri"/>
              </a:defRPr>
            </a:defP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VIA 사용자 접점</a:t>
            </a:r>
            <a:endParaRPr lang="ko-KR">
              <a:latin typeface="Calibri"/>
              <a:ea typeface="Calibri"/>
              <a:cs typeface="Calibri"/>
            </a:endParaRPr>
          </a:p>
        </p:txBody>
      </p:sp>
      <p:sp>
        <p:nvSpPr>
          <p:cNvPr id="6" name="role-agents">
            <a:extLst>
              <a:ext uri="{FF2B5EF4-FFF2-40B4-BE49-F238E27FC236}">
                <ns2:creationId id="{65479464-32CA-4264-A8D3-70A9375A8129}"/>
              </a:ext>
            </a:extLst>
          </p:cNvPr>
          <p:cNvSpPr>
            <a:spLocks noGrp="1"/>
          </p:cNvSpPr>
          <p:nvPr/>
        </p:nvSpPr>
        <p:spPr>
          <a:xfrm>
            <a:off x="14573250" y="2171700"/>
            <a:ext cx="3143250" cy="381000"/>
          </a:xfrm>
          <a:prstGeom prst="rect">
            <a:avLst/>
          </a:prstGeom>
          <a:noFill/>
          <a:ln w="0">
            <a:noFill/>
          </a:ln>
        </p:spPr>
        <p:txBody>
          <a:bodyPr wrap="none" lIns="0" tIns="0" rIns="0" bIns="0" anchor="ctr">
            <a:noAutofit/>
          </a:bodyPr>
          <a:lstStyle>
            <a:defPPr algn="r">
              <a:defRPr sz="2100" b="1" lang="ko-KR">
                <a:solidFill>
                  <a:srgbClr val="000000"/>
                </a:solidFill>
                <a:latin typeface="Calibri"/>
                <a:ea typeface="Calibri"/>
                <a:cs typeface="Calibri"/>
              </a:defRPr>
            </a:defPPr>
          </a:lstStyle>
          <a:p>
            <a:pPr algn="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Downstream Agent</a:t>
            </a:r>
            <a:endParaRPr lang="ko-KR">
              <a:latin typeface="Calibri"/>
              <a:ea typeface="Calibri"/>
              <a:cs typeface="Calibri"/>
            </a:endParaRPr>
          </a:p>
        </p:txBody>
      </p:sp>
      <p:pic>
        <p:nvPicPr>
          <p:cNvPr id="7" name="">
            <a:extLst>
              <a:ext uri="{FF2B5EF4-FFF2-40B4-BE49-F238E27FC236}">
                <ns2:creationId id="{B474A327-EEE4-4E81-A47A-D2DA70C93E2D}"/>
              </a:ext>
            </a:extLst>
          </p:cNvPr>
          <p:cNvPicPr>
            <a:picLocks noChangeAspect="1"/>
          </p:cNvPicPr>
          <p:nvPr/>
        </p:nvPicPr>
        <p:blipFill>
          <a:blip r:embed="Rc16be49d543649d9"/>
          <a:stretch/>
        </p:blipFill>
        <p:spPr>
          <a:xfrm>
            <a:off x="571500" y="2667000"/>
            <a:ext cx="17145000" cy="5715000"/>
          </a:xfrm>
          <a:prstGeom prst="rect">
            <a:avLst/>
          </a:prstGeom>
        </p:spPr>
      </p:pic>
      <p:sp>
        <p:nvSpPr>
          <p:cNvPr id="8" name="heading-0">
            <a:extLst>
              <a:ext uri="{FF2B5EF4-FFF2-40B4-BE49-F238E27FC236}">
                <ns2:creationId id="{84C2A2E7-D1A4-48D4-8EA9-0BB565A48941}"/>
              </a:ext>
            </a:extLst>
          </p:cNvPr>
          <p:cNvSpPr>
            <a:spLocks noGrp="1"/>
          </p:cNvSpPr>
          <p:nvPr/>
        </p:nvSpPr>
        <p:spPr>
          <a:xfrm>
            <a:off x="714375" y="8572500"/>
            <a:ext cx="5238750" cy="4000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자연스러운 대화 경험 확보</a:t>
            </a:r>
            <a:endParaRPr lang="ko-KR">
              <a:latin typeface="Calibri"/>
              <a:ea typeface="Calibri"/>
              <a:cs typeface="Calibri"/>
            </a:endParaRPr>
          </a:p>
        </p:txBody>
      </p:sp>
      <p:sp>
        <p:nvSpPr>
          <p:cNvPr id="9" name="copy-0">
            <a:extLst>
              <a:ext uri="{FF2B5EF4-FFF2-40B4-BE49-F238E27FC236}">
                <ns2:creationId id="{91E1D8C7-AA0A-4B3A-87E5-C2114CB00554}"/>
              </a:ext>
            </a:extLst>
          </p:cNvPr>
          <p:cNvSpPr>
            <a:spLocks noGrp="1"/>
          </p:cNvSpPr>
          <p:nvPr/>
        </p:nvSpPr>
        <p:spPr>
          <a:xfrm>
            <a:off x="714375" y="9077325"/>
            <a:ext cx="5238750" cy="714375"/>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끼어들기와 정정의 반영</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대화와 업무의 연결 유지</a:t>
            </a:r>
            <a:endParaRPr lang="ko-KR">
              <a:latin typeface="Calibri"/>
              <a:ea typeface="Calibri"/>
              <a:cs typeface="Calibri"/>
            </a:endParaRPr>
          </a:p>
        </p:txBody>
      </p:sp>
      <p:sp>
        <p:nvSpPr>
          <p:cNvPr id="10" name="heading-1">
            <a:extLst>
              <a:ext uri="{FF2B5EF4-FFF2-40B4-BE49-F238E27FC236}">
                <ns2:creationId id="{B7191495-A385-4B09-B0C3-394B9CE76591}"/>
              </a:ext>
            </a:extLst>
          </p:cNvPr>
          <p:cNvSpPr>
            <a:spLocks noGrp="1"/>
          </p:cNvSpPr>
          <p:nvPr/>
        </p:nvSpPr>
        <p:spPr>
          <a:xfrm>
            <a:off x="6524625" y="8572500"/>
            <a:ext cx="5238750" cy="4000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 맥락의 정확한 이해</a:t>
            </a:r>
            <a:endParaRPr lang="ko-KR">
              <a:latin typeface="Calibri"/>
              <a:ea typeface="Calibri"/>
              <a:cs typeface="Calibri"/>
            </a:endParaRPr>
          </a:p>
        </p:txBody>
      </p:sp>
      <p:sp>
        <p:nvSpPr>
          <p:cNvPr id="11" name="copy-1">
            <a:extLst>
              <a:ext uri="{FF2B5EF4-FFF2-40B4-BE49-F238E27FC236}">
                <ns2:creationId id="{95F2EDD9-D394-4988-B9F8-8EC62C35F55E}"/>
              </a:ext>
            </a:extLst>
          </p:cNvPr>
          <p:cNvSpPr>
            <a:spLocks noGrp="1"/>
          </p:cNvSpPr>
          <p:nvPr/>
        </p:nvSpPr>
        <p:spPr>
          <a:xfrm>
            <a:off x="6524625" y="9077325"/>
            <a:ext cx="5238750" cy="714375"/>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발화, 화면과 과거 이력의 연결</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지칭 대상과 정정 범위의 식별</a:t>
            </a:r>
            <a:endParaRPr lang="ko-KR">
              <a:latin typeface="Calibri"/>
              <a:ea typeface="Calibri"/>
              <a:cs typeface="Calibri"/>
            </a:endParaRPr>
          </a:p>
        </p:txBody>
      </p:sp>
      <p:sp>
        <p:nvSpPr>
          <p:cNvPr id="12" name="heading-2">
            <a:extLst>
              <a:ext uri="{FF2B5EF4-FFF2-40B4-BE49-F238E27FC236}">
                <ns2:creationId id="{4F15C35D-F09E-4D47-B26D-10A23EEE5DCC}"/>
              </a:ext>
            </a:extLst>
          </p:cNvPr>
          <p:cNvSpPr>
            <a:spLocks noGrp="1"/>
          </p:cNvSpPr>
          <p:nvPr/>
        </p:nvSpPr>
        <p:spPr>
          <a:xfrm>
            <a:off x="12334875" y="8572500"/>
            <a:ext cx="5238750" cy="4000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지속적인 서비스 제공과 확장</a:t>
            </a:r>
            <a:endParaRPr lang="ko-KR">
              <a:latin typeface="Calibri"/>
              <a:ea typeface="Calibri"/>
              <a:cs typeface="Calibri"/>
            </a:endParaRPr>
          </a:p>
        </p:txBody>
      </p:sp>
      <p:sp>
        <p:nvSpPr>
          <p:cNvPr id="13" name="copy-2">
            <a:extLst>
              <a:ext uri="{FF2B5EF4-FFF2-40B4-BE49-F238E27FC236}">
                <ns2:creationId id="{434EE193-7979-4C80-84DC-EB498374B155}"/>
              </a:ext>
            </a:extLst>
          </p:cNvPr>
          <p:cNvSpPr>
            <a:spLocks noGrp="1"/>
          </p:cNvSpPr>
          <p:nvPr/>
        </p:nvSpPr>
        <p:spPr>
          <a:xfrm>
            <a:off x="12334875" y="9077325"/>
            <a:ext cx="5238750" cy="714375"/>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비용과 RAM 사용 관리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및 Agent 변경 영향 최소화</a:t>
            </a:r>
            <a:endParaRPr lang="ko-KR">
              <a:latin typeface="Calibri"/>
              <a:ea typeface="Calibri"/>
              <a:cs typeface="Calibri"/>
            </a:endParaRPr>
          </a:p>
        </p:txBody>
      </p:sp>
      <p:sp>
        <p:nvSpPr>
          <p:cNvPr id="14" name="v6-header-title">
            <a:extLst>
              <a:ext uri="{FF2B5EF4-FFF2-40B4-BE49-F238E27FC236}">
                <ns2:creationId id="{0FD03E68-3227-4B61-9F4B-650A6CF284A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과제 필요성</a:t>
            </a:r>
            <a:endParaRPr lang="ko-KR">
              <a:latin typeface="Calibri"/>
              <a:ea typeface="Calibri"/>
              <a:cs typeface="Calibri"/>
            </a:endParaRPr>
          </a:p>
        </p:txBody>
      </p:sp>
      <p:sp>
        <p:nvSpPr>
          <p:cNvPr id="15" name="v6-header-rule">
            <a:extLst>
              <a:ext uri="{FF2B5EF4-FFF2-40B4-BE49-F238E27FC236}">
                <ns2:creationId id="{0B1EB211-BD2B-4FBD-A94D-98D67C2B6BAB}"/>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7FC695F8-E044-4C5D-85D0-ACF6260898B6}"/>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367A31A7-07B2-4DE2-8C38-FD8BA4C1552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2CBD9E48-DFB3-44B1-A7E8-5BF73BDAFA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EC76A86E-350D-464A-931D-C6BB21312E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C0746345-3919-4F2A-8BF6-FE959331908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21" name="v6-header-page">
            <a:extLst>
              <a:ext uri="{FF2B5EF4-FFF2-40B4-BE49-F238E27FC236}">
                <ns2:creationId id="{7E6D0068-28BB-4E17-A047-C442BFFCE190}"/>
              </a:ext>
            </a:extLst>
          </p:cNvPr>
          <p:cNvSpPr>
            <a:spLocks noGrp="1"/>
          </p:cNvSpPr>
          <p:nvPr/>
        </p:nvSpPr>
        <p:spPr>
          <a:xfrm>
            <a:off x="13811250" y="733425"/>
            <a:ext cx="40005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2안 / 5   PC 중심 통합형</a:t>
            </a:r>
            <a:endParaRPr lang="ko-KR">
              <a:latin typeface="Calibri"/>
              <a:ea typeface="Calibri"/>
              <a:cs typeface="Calibri"/>
            </a:endParaRPr>
          </a:p>
        </p:txBody>
      </p:sp>
    </p:spTree>
    <p:extLst>
      <p:ext uri="{BB962C8B-B14F-4D97-AF65-F5344CB8AC3E}">
        <p14:creationId val="1990056037"/>
      </p:ext>
    </p:extLst>
  </p:cSld>
</p:sld>
</file>

<file path=ppt/slides/slide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necessity-option-v12-3">
    <p:bg>
      <p:bgPr>
        <a:solidFill>
          <a:srgbClr val="FFFFFF"/>
        </a:solidFill>
      </p:bgPr>
    </p:bg>
    <p:spTree>
      <p:nvGrpSpPr>
        <p:cNvPr id="2" name=""/>
        <p:cNvGrpSpPr/>
        <p:nvPr/>
      </p:nvGrpSpPr>
      <p:grpSpPr>
        <a:xfrm/>
      </p:grpSpPr>
      <p:pic>
        <p:nvPicPr>
          <p:cNvPr id="3" name="">
            <a:extLst>
              <a:ext uri="{FF2B5EF4-FFF2-40B4-BE49-F238E27FC236}">
                <ns2:creationId id="{CC00EED5-6153-4821-A3B3-5AA6ADB4FE46}"/>
              </a:ext>
            </a:extLst>
          </p:cNvPr>
          <p:cNvPicPr>
            <a:picLocks noChangeAspect="1"/>
          </p:cNvPicPr>
          <p:nvPr/>
        </p:nvPicPr>
        <p:blipFill>
          <a:blip r:embed="R7df22c637c034867"/>
          <a:stretch/>
        </p:blipFill>
        <p:spPr>
          <a:xfrm>
            <a:off x="571500" y="1619250"/>
            <a:ext cx="11858625" cy="7905750"/>
          </a:xfrm>
          <a:prstGeom prst="rect">
            <a:avLst/>
          </a:prstGeom>
        </p:spPr>
      </p:pic>
      <p:sp>
        <p:nvSpPr>
          <p:cNvPr id="4" name="column-divider">
            <a:extLst>
              <a:ext uri="{FF2B5EF4-FFF2-40B4-BE49-F238E27FC236}">
                <ns2:creationId id="{3D0A6C02-5A90-4DBC-99B8-FD4A75D559DE}"/>
              </a:ext>
            </a:extLst>
          </p:cNvPr>
          <p:cNvSpPr>
            <a:spLocks noGrp="1"/>
          </p:cNvSpPr>
          <p:nvPr/>
        </p:nvSpPr>
        <p:spPr>
          <a:xfrm>
            <a:off x="12687300" y="1714500"/>
            <a:ext cx="19050" cy="7810500"/>
          </a:xfrm>
          <a:prstGeom prst="rect">
            <a:avLst/>
          </a:prstGeom>
          <a:solidFill>
            <a:srgbClr val="D4DBE4"/>
          </a:solidFill>
          <a:ln w="0">
            <a:noFill/>
          </a:ln>
        </p:spPr>
      </p:sp>
      <p:sp>
        <p:nvSpPr>
          <p:cNvPr id="5" name="heading-0">
            <a:extLst>
              <a:ext uri="{FF2B5EF4-FFF2-40B4-BE49-F238E27FC236}">
                <ns2:creationId id="{1179B3E0-7B17-4A3D-A1E7-4FC43EB18CA8}"/>
              </a:ext>
            </a:extLst>
          </p:cNvPr>
          <p:cNvSpPr>
            <a:spLocks noGrp="1"/>
          </p:cNvSpPr>
          <p:nvPr/>
        </p:nvSpPr>
        <p:spPr>
          <a:xfrm>
            <a:off x="13049250" y="1885950"/>
            <a:ext cx="4667250" cy="72390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자연스러운</a:t>
            </a:r>
            <a:endParaRPr lang="ko-KR">
              <a:latin typeface="Calibri"/>
              <a:ea typeface="Calibri"/>
              <a:cs typeface="Calibri"/>
            </a:endParaRPr>
          </a:p>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대화 경험 확보</a:t>
            </a:r>
            <a:endParaRPr lang="ko-KR">
              <a:latin typeface="Calibri"/>
              <a:ea typeface="Calibri"/>
              <a:cs typeface="Calibri"/>
            </a:endParaRPr>
          </a:p>
        </p:txBody>
      </p:sp>
      <p:sp>
        <p:nvSpPr>
          <p:cNvPr id="6" name="copy-0">
            <a:extLst>
              <a:ext uri="{FF2B5EF4-FFF2-40B4-BE49-F238E27FC236}">
                <ns2:creationId id="{0873B001-1CD4-4F07-891E-D49F7A807B26}"/>
              </a:ext>
            </a:extLst>
          </p:cNvPr>
          <p:cNvSpPr>
            <a:spLocks noGrp="1"/>
          </p:cNvSpPr>
          <p:nvPr/>
        </p:nvSpPr>
        <p:spPr>
          <a:xfrm>
            <a:off x="13049250" y="2809875"/>
            <a:ext cx="4667250" cy="1085850"/>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끼어들기와 정정의 반영</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질문과 결과의 적절한 전달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대화와 업무의 연결 유지</a:t>
            </a:r>
            <a:endParaRPr lang="ko-KR">
              <a:latin typeface="Calibri"/>
              <a:ea typeface="Calibri"/>
              <a:cs typeface="Calibri"/>
            </a:endParaRPr>
          </a:p>
        </p:txBody>
      </p:sp>
      <p:sp>
        <p:nvSpPr>
          <p:cNvPr id="7" name="heading-1">
            <a:extLst>
              <a:ext uri="{FF2B5EF4-FFF2-40B4-BE49-F238E27FC236}">
                <ns2:creationId id="{9EBF4E61-1DED-49C5-BB0D-9EF5C897DEBA}"/>
              </a:ext>
            </a:extLst>
          </p:cNvPr>
          <p:cNvSpPr>
            <a:spLocks noGrp="1"/>
          </p:cNvSpPr>
          <p:nvPr/>
        </p:nvSpPr>
        <p:spPr>
          <a:xfrm>
            <a:off x="13049250" y="4533900"/>
            <a:ext cx="4667250" cy="72390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사용자 맥락의</a:t>
            </a:r>
            <a:endParaRPr lang="ko-KR">
              <a:latin typeface="Calibri"/>
              <a:ea typeface="Calibri"/>
              <a:cs typeface="Calibri"/>
            </a:endParaRPr>
          </a:p>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정확한 이해</a:t>
            </a:r>
            <a:endParaRPr lang="ko-KR">
              <a:latin typeface="Calibri"/>
              <a:ea typeface="Calibri"/>
              <a:cs typeface="Calibri"/>
            </a:endParaRPr>
          </a:p>
        </p:txBody>
      </p:sp>
      <p:sp>
        <p:nvSpPr>
          <p:cNvPr id="8" name="copy-1">
            <a:extLst>
              <a:ext uri="{FF2B5EF4-FFF2-40B4-BE49-F238E27FC236}">
                <ns2:creationId id="{22160136-F88F-4476-A874-364FC04097FD}"/>
              </a:ext>
            </a:extLst>
          </p:cNvPr>
          <p:cNvSpPr>
            <a:spLocks noGrp="1"/>
          </p:cNvSpPr>
          <p:nvPr/>
        </p:nvSpPr>
        <p:spPr>
          <a:xfrm>
            <a:off x="13049250" y="5457825"/>
            <a:ext cx="4667250" cy="1085850"/>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발화와 당시 화면의 연결</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과거 대화와 업무 이력 활용</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지칭 대상과 정정 범위의 식별</a:t>
            </a:r>
            <a:endParaRPr lang="ko-KR">
              <a:latin typeface="Calibri"/>
              <a:ea typeface="Calibri"/>
              <a:cs typeface="Calibri"/>
            </a:endParaRPr>
          </a:p>
        </p:txBody>
      </p:sp>
      <p:sp>
        <p:nvSpPr>
          <p:cNvPr id="9" name="heading-2">
            <a:extLst>
              <a:ext uri="{FF2B5EF4-FFF2-40B4-BE49-F238E27FC236}">
                <ns2:creationId id="{69145AB1-C154-4224-8E2A-FA4313DF64B8}"/>
              </a:ext>
            </a:extLst>
          </p:cNvPr>
          <p:cNvSpPr>
            <a:spLocks noGrp="1"/>
          </p:cNvSpPr>
          <p:nvPr/>
        </p:nvSpPr>
        <p:spPr>
          <a:xfrm>
            <a:off x="13049250" y="7181850"/>
            <a:ext cx="4667250" cy="72390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지속적인 서비스</a:t>
            </a:r>
            <a:endParaRPr lang="ko-KR">
              <a:latin typeface="Calibri"/>
              <a:ea typeface="Calibri"/>
              <a:cs typeface="Calibri"/>
            </a:endParaRPr>
          </a:p>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제공과 확장</a:t>
            </a:r>
            <a:endParaRPr lang="ko-KR">
              <a:latin typeface="Calibri"/>
              <a:ea typeface="Calibri"/>
              <a:cs typeface="Calibri"/>
            </a:endParaRPr>
          </a:p>
        </p:txBody>
      </p:sp>
      <p:sp>
        <p:nvSpPr>
          <p:cNvPr id="10" name="copy-2">
            <a:extLst>
              <a:ext uri="{FF2B5EF4-FFF2-40B4-BE49-F238E27FC236}">
                <ns2:creationId id="{252C08D6-EBCC-4CF6-B6C8-A43E4303DEA9}"/>
              </a:ext>
            </a:extLst>
          </p:cNvPr>
          <p:cNvSpPr>
            <a:spLocks noGrp="1"/>
          </p:cNvSpPr>
          <p:nvPr/>
        </p:nvSpPr>
        <p:spPr>
          <a:xfrm>
            <a:off x="13049250" y="8105775"/>
            <a:ext cx="4667250" cy="1085850"/>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사용 비용 관리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화면 기록과 대화 상태의 RAM 관리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및 Agent 변경 영향 최소화</a:t>
            </a:r>
            <a:endParaRPr lang="ko-KR">
              <a:latin typeface="Calibri"/>
              <a:ea typeface="Calibri"/>
              <a:cs typeface="Calibri"/>
            </a:endParaRPr>
          </a:p>
        </p:txBody>
      </p:sp>
      <p:sp>
        <p:nvSpPr>
          <p:cNvPr id="11" name="v6-header-title">
            <a:extLst>
              <a:ext uri="{FF2B5EF4-FFF2-40B4-BE49-F238E27FC236}">
                <ns2:creationId id="{0FD03E68-3227-4B61-9F4B-650A6CF284A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과제 필요성</a:t>
            </a:r>
            <a:endParaRPr lang="ko-KR">
              <a:latin typeface="Calibri"/>
              <a:ea typeface="Calibri"/>
              <a:cs typeface="Calibri"/>
            </a:endParaRPr>
          </a:p>
        </p:txBody>
      </p:sp>
      <p:sp>
        <p:nvSpPr>
          <p:cNvPr id="12" name="v6-header-rule">
            <a:extLst>
              <a:ext uri="{FF2B5EF4-FFF2-40B4-BE49-F238E27FC236}">
                <ns2:creationId id="{0B1EB211-BD2B-4FBD-A94D-98D67C2B6BAB}"/>
              </a:ext>
            </a:extLst>
          </p:cNvPr>
          <p:cNvSpPr>
            <a:spLocks noGrp="1"/>
          </p:cNvSpPr>
          <p:nvPr/>
        </p:nvSpPr>
        <p:spPr>
          <a:xfrm>
            <a:off x="495300" y="990600"/>
            <a:ext cx="17335500" cy="0"/>
          </a:xfrm>
          <a:prstGeom prst="line">
            <a:avLst/>
          </a:prstGeom>
          <a:noFill/>
          <a:ln w="19050">
            <a:solidFill>
              <a:srgbClr val="A6A6A6"/>
            </a:solidFill>
          </a:ln>
        </p:spPr>
      </p:sp>
      <p:sp>
        <p:nvSpPr>
          <p:cNvPr id="13" name="v6-header-stage-0">
            <a:extLst>
              <a:ext uri="{FF2B5EF4-FFF2-40B4-BE49-F238E27FC236}">
                <ns2:creationId id="{7FC695F8-E044-4C5D-85D0-ACF6260898B6}"/>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4" name="v6-header-stage-1">
            <a:extLst>
              <a:ext uri="{FF2B5EF4-FFF2-40B4-BE49-F238E27FC236}">
                <ns2:creationId id="{367A31A7-07B2-4DE2-8C38-FD8BA4C1552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5" name="v6-header-stage-2">
            <a:extLst>
              <a:ext uri="{FF2B5EF4-FFF2-40B4-BE49-F238E27FC236}">
                <ns2:creationId id="{2CBD9E48-DFB3-44B1-A7E8-5BF73BDAFA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6" name="v6-header-stage-3">
            <a:extLst>
              <a:ext uri="{FF2B5EF4-FFF2-40B4-BE49-F238E27FC236}">
                <ns2:creationId id="{EC76A86E-350D-464A-931D-C6BB21312E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7" name="v6-header-stage-4">
            <a:extLst>
              <a:ext uri="{FF2B5EF4-FFF2-40B4-BE49-F238E27FC236}">
                <ns2:creationId id="{C0746345-3919-4F2A-8BF6-FE959331908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18" name="v6-header-page">
            <a:extLst>
              <a:ext uri="{FF2B5EF4-FFF2-40B4-BE49-F238E27FC236}">
                <ns2:creationId id="{7E6D0068-28BB-4E17-A047-C442BFFCE190}"/>
              </a:ext>
            </a:extLst>
          </p:cNvPr>
          <p:cNvSpPr>
            <a:spLocks noGrp="1"/>
          </p:cNvSpPr>
          <p:nvPr/>
        </p:nvSpPr>
        <p:spPr>
          <a:xfrm>
            <a:off x="13811250" y="733425"/>
            <a:ext cx="40005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3안 / 5   가로 3단형</a:t>
            </a:r>
            <a:endParaRPr lang="ko-KR">
              <a:latin typeface="Calibri"/>
              <a:ea typeface="Calibri"/>
              <a:cs typeface="Calibri"/>
            </a:endParaRPr>
          </a:p>
        </p:txBody>
      </p:sp>
    </p:spTree>
    <p:extLst>
      <p:ext uri="{BB962C8B-B14F-4D97-AF65-F5344CB8AC3E}">
        <p14:creationId val="1911138898"/>
      </p:ext>
    </p:extLst>
  </p:cSld>
</p:sld>
</file>

<file path=ppt/slides/slide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necessity-option-v12-4">
    <p:bg>
      <p:bgPr>
        <a:solidFill>
          <a:srgbClr val="FFFFFF"/>
        </a:solidFill>
      </p:bgPr>
    </p:bg>
    <p:spTree>
      <p:nvGrpSpPr>
        <p:cNvPr id="2" name=""/>
        <p:cNvGrpSpPr/>
        <p:nvPr/>
      </p:nvGrpSpPr>
      <p:grpSpPr>
        <a:xfrm/>
      </p:grpSpPr>
      <p:sp>
        <p:nvSpPr>
          <p:cNvPr id="3" name="heading-0">
            <a:extLst>
              <a:ext uri="{FF2B5EF4-FFF2-40B4-BE49-F238E27FC236}">
                <ns2:creationId id="{46A6DCB8-3B4F-4DC5-ACF0-06CAB8DF114E}"/>
              </a:ext>
            </a:extLst>
          </p:cNvPr>
          <p:cNvSpPr>
            <a:spLocks noGrp="1"/>
          </p:cNvSpPr>
          <p:nvPr/>
        </p:nvSpPr>
        <p:spPr>
          <a:xfrm>
            <a:off x="571500" y="1381125"/>
            <a:ext cx="5524500" cy="590550"/>
          </a:xfrm>
          <a:prstGeom prst="roundRect">
            <a:avLst>
              <a:gd name="adj" fmla="val 12903"/>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자연스러운 대화 경험 확보</a:t>
            </a:r>
            <a:endParaRPr lang="ko-KR">
              <a:latin typeface="Calibri"/>
              <a:ea typeface="Calibri"/>
              <a:cs typeface="Calibri"/>
            </a:endParaRPr>
          </a:p>
        </p:txBody>
      </p:sp>
      <p:sp>
        <p:nvSpPr>
          <p:cNvPr id="4" name="copy-0">
            <a:extLst>
              <a:ext uri="{FF2B5EF4-FFF2-40B4-BE49-F238E27FC236}">
                <ns2:creationId id="{5E59A2C9-8CEB-4F83-A484-307870D89514}"/>
              </a:ext>
            </a:extLst>
          </p:cNvPr>
          <p:cNvSpPr>
            <a:spLocks noGrp="1"/>
          </p:cNvSpPr>
          <p:nvPr/>
        </p:nvSpPr>
        <p:spPr>
          <a:xfrm>
            <a:off x="714375" y="2095500"/>
            <a:ext cx="5238750" cy="657225"/>
          </a:xfrm>
          <a:prstGeom prst="rect">
            <a:avLst/>
          </a:prstGeom>
          <a:noFill/>
          <a:ln w="0">
            <a:noFill/>
          </a:ln>
        </p:spPr>
        <p:txBody>
          <a:bodyPr wrap="none" lIns="0" tIns="0" rIns="0" bIns="0" anchor="ctr">
            <a:noAutofit/>
          </a:bodyPr>
          <a:lstStyle>
            <a:defPPr algn="ctr">
              <a:defRPr sz="1900" b="0" lang="ko-KR">
                <a:solidFill>
                  <a:srgbClr val="000000"/>
                </a:solidFill>
                <a:latin typeface="Calibri"/>
                <a:ea typeface="Calibri"/>
                <a:cs typeface="Calibri"/>
              </a:defRPr>
            </a:defP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끼어들기와 정정의 반영</a:t>
            </a:r>
            <a:endParaRPr lang="ko-KR">
              <a:latin typeface="Calibri"/>
              <a:ea typeface="Calibri"/>
              <a:cs typeface="Calibri"/>
            </a:endParaRPr>
          </a:p>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대화와 업무의 연결 유지</a:t>
            </a:r>
            <a:endParaRPr lang="ko-KR">
              <a:latin typeface="Calibri"/>
              <a:ea typeface="Calibri"/>
              <a:cs typeface="Calibri"/>
            </a:endParaRPr>
          </a:p>
        </p:txBody>
      </p:sp>
      <p:sp>
        <p:nvSpPr>
          <p:cNvPr id="5" name="heading-1">
            <a:extLst>
              <a:ext uri="{FF2B5EF4-FFF2-40B4-BE49-F238E27FC236}">
                <ns2:creationId id="{17576F92-7244-42E1-B09D-DAD57C4D6F62}"/>
              </a:ext>
            </a:extLst>
          </p:cNvPr>
          <p:cNvSpPr>
            <a:spLocks noGrp="1"/>
          </p:cNvSpPr>
          <p:nvPr/>
        </p:nvSpPr>
        <p:spPr>
          <a:xfrm>
            <a:off x="6381750" y="1381125"/>
            <a:ext cx="5524500" cy="590550"/>
          </a:xfrm>
          <a:prstGeom prst="roundRect">
            <a:avLst>
              <a:gd name="adj" fmla="val 12903"/>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사용자 맥락의 정확한 이해</a:t>
            </a:r>
            <a:endParaRPr lang="ko-KR">
              <a:latin typeface="Calibri"/>
              <a:ea typeface="Calibri"/>
              <a:cs typeface="Calibri"/>
            </a:endParaRPr>
          </a:p>
        </p:txBody>
      </p:sp>
      <p:sp>
        <p:nvSpPr>
          <p:cNvPr id="6" name="copy-1">
            <a:extLst>
              <a:ext uri="{FF2B5EF4-FFF2-40B4-BE49-F238E27FC236}">
                <ns2:creationId id="{0FDF0813-DC50-4766-8A76-BB862F6F7225}"/>
              </a:ext>
            </a:extLst>
          </p:cNvPr>
          <p:cNvSpPr>
            <a:spLocks noGrp="1"/>
          </p:cNvSpPr>
          <p:nvPr/>
        </p:nvSpPr>
        <p:spPr>
          <a:xfrm>
            <a:off x="6524625" y="2095500"/>
            <a:ext cx="5238750" cy="657225"/>
          </a:xfrm>
          <a:prstGeom prst="rect">
            <a:avLst/>
          </a:prstGeom>
          <a:noFill/>
          <a:ln w="0">
            <a:noFill/>
          </a:ln>
        </p:spPr>
        <p:txBody>
          <a:bodyPr wrap="none" lIns="0" tIns="0" rIns="0" bIns="0" anchor="ctr">
            <a:noAutofit/>
          </a:bodyPr>
          <a:lstStyle>
            <a:defPPr algn="ctr">
              <a:defRPr sz="1900" b="0" lang="ko-KR">
                <a:solidFill>
                  <a:srgbClr val="000000"/>
                </a:solidFill>
                <a:latin typeface="Calibri"/>
                <a:ea typeface="Calibri"/>
                <a:cs typeface="Calibri"/>
              </a:defRPr>
            </a:defP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발화, 화면과 과거 이력의 연결</a:t>
            </a:r>
            <a:endParaRPr lang="ko-KR">
              <a:latin typeface="Calibri"/>
              <a:ea typeface="Calibri"/>
              <a:cs typeface="Calibri"/>
            </a:endParaRPr>
          </a:p>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지칭 대상과 정정 범위의 식별</a:t>
            </a:r>
            <a:endParaRPr lang="ko-KR">
              <a:latin typeface="Calibri"/>
              <a:ea typeface="Calibri"/>
              <a:cs typeface="Calibri"/>
            </a:endParaRPr>
          </a:p>
        </p:txBody>
      </p:sp>
      <p:sp>
        <p:nvSpPr>
          <p:cNvPr id="7" name="heading-2">
            <a:extLst>
              <a:ext uri="{FF2B5EF4-FFF2-40B4-BE49-F238E27FC236}">
                <ns2:creationId id="{A2C0AEEA-B059-4A5A-8D75-02EB2DD608FA}"/>
              </a:ext>
            </a:extLst>
          </p:cNvPr>
          <p:cNvSpPr>
            <a:spLocks noGrp="1"/>
          </p:cNvSpPr>
          <p:nvPr/>
        </p:nvSpPr>
        <p:spPr>
          <a:xfrm>
            <a:off x="12192000" y="1381125"/>
            <a:ext cx="5524500" cy="590550"/>
          </a:xfrm>
          <a:prstGeom prst="roundRect">
            <a:avLst>
              <a:gd name="adj" fmla="val 12903"/>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지속적인 서비스 제공과 확장</a:t>
            </a:r>
            <a:endParaRPr lang="ko-KR">
              <a:latin typeface="Calibri"/>
              <a:ea typeface="Calibri"/>
              <a:cs typeface="Calibri"/>
            </a:endParaRPr>
          </a:p>
        </p:txBody>
      </p:sp>
      <p:sp>
        <p:nvSpPr>
          <p:cNvPr id="8" name="copy-2">
            <a:extLst>
              <a:ext uri="{FF2B5EF4-FFF2-40B4-BE49-F238E27FC236}">
                <ns2:creationId id="{8852C564-FD63-40CF-9E6F-59F0875F9386}"/>
              </a:ext>
            </a:extLst>
          </p:cNvPr>
          <p:cNvSpPr>
            <a:spLocks noGrp="1"/>
          </p:cNvSpPr>
          <p:nvPr/>
        </p:nvSpPr>
        <p:spPr>
          <a:xfrm>
            <a:off x="12334875" y="2095500"/>
            <a:ext cx="5238750" cy="657225"/>
          </a:xfrm>
          <a:prstGeom prst="rect">
            <a:avLst/>
          </a:prstGeom>
          <a:noFill/>
          <a:ln w="0">
            <a:noFill/>
          </a:ln>
        </p:spPr>
        <p:txBody>
          <a:bodyPr wrap="none" lIns="0" tIns="0" rIns="0" bIns="0" anchor="ctr">
            <a:noAutofit/>
          </a:bodyPr>
          <a:lstStyle>
            <a:defPPr algn="ctr">
              <a:defRPr sz="1900" b="0" lang="ko-KR">
                <a:solidFill>
                  <a:srgbClr val="000000"/>
                </a:solidFill>
                <a:latin typeface="Calibri"/>
                <a:ea typeface="Calibri"/>
                <a:cs typeface="Calibri"/>
              </a:defRPr>
            </a:defP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모델 비용과 RAM 사용 관리</a:t>
            </a:r>
            <a:endParaRPr lang="ko-KR">
              <a:latin typeface="Calibri"/>
              <a:ea typeface="Calibri"/>
              <a:cs typeface="Calibri"/>
            </a:endParaRPr>
          </a:p>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모델 및 Agent 변경 영향 최소화</a:t>
            </a:r>
            <a:endParaRPr lang="ko-KR">
              <a:latin typeface="Calibri"/>
              <a:ea typeface="Calibri"/>
              <a:cs typeface="Calibri"/>
            </a:endParaRPr>
          </a:p>
        </p:txBody>
      </p:sp>
      <p:pic>
        <p:nvPicPr>
          <p:cNvPr id="9" name="">
            <a:extLst>
              <a:ext uri="{FF2B5EF4-FFF2-40B4-BE49-F238E27FC236}">
                <ns2:creationId id="{09C2F328-8A76-4BBF-B5ED-D59E4E04594A}"/>
              </a:ext>
            </a:extLst>
          </p:cNvPr>
          <p:cNvPicPr>
            <a:picLocks noChangeAspect="1"/>
          </p:cNvPicPr>
          <p:nvPr/>
        </p:nvPicPr>
        <p:blipFill>
          <a:blip r:embed="R105c8861f7e44a57"/>
          <a:stretch/>
        </p:blipFill>
        <p:spPr>
          <a:xfrm>
            <a:off x="571500" y="2801243"/>
            <a:ext cx="17145000" cy="7313414"/>
          </a:xfrm>
          <a:prstGeom prst="rect">
            <a:avLst/>
          </a:prstGeom>
        </p:spPr>
      </p:pic>
      <p:sp>
        <p:nvSpPr>
          <p:cNvPr id="10" name="v6-header-title">
            <a:extLst>
              <a:ext uri="{FF2B5EF4-FFF2-40B4-BE49-F238E27FC236}">
                <ns2:creationId id="{0FD03E68-3227-4B61-9F4B-650A6CF284A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과제 필요성</a:t>
            </a:r>
            <a:endParaRPr lang="ko-KR">
              <a:latin typeface="Calibri"/>
              <a:ea typeface="Calibri"/>
              <a:cs typeface="Calibri"/>
            </a:endParaRPr>
          </a:p>
        </p:txBody>
      </p:sp>
      <p:sp>
        <p:nvSpPr>
          <p:cNvPr id="11" name="v6-header-rule">
            <a:extLst>
              <a:ext uri="{FF2B5EF4-FFF2-40B4-BE49-F238E27FC236}">
                <ns2:creationId id="{0B1EB211-BD2B-4FBD-A94D-98D67C2B6BAB}"/>
              </a:ext>
            </a:extLst>
          </p:cNvPr>
          <p:cNvSpPr>
            <a:spLocks noGrp="1"/>
          </p:cNvSpPr>
          <p:nvPr/>
        </p:nvSpPr>
        <p:spPr>
          <a:xfrm>
            <a:off x="495300" y="990600"/>
            <a:ext cx="17335500" cy="0"/>
          </a:xfrm>
          <a:prstGeom prst="line">
            <a:avLst/>
          </a:prstGeom>
          <a:noFill/>
          <a:ln w="19050">
            <a:solidFill>
              <a:srgbClr val="A6A6A6"/>
            </a:solidFill>
          </a:ln>
        </p:spPr>
      </p:sp>
      <p:sp>
        <p:nvSpPr>
          <p:cNvPr id="12" name="v6-header-stage-0">
            <a:extLst>
              <a:ext uri="{FF2B5EF4-FFF2-40B4-BE49-F238E27FC236}">
                <ns2:creationId id="{7FC695F8-E044-4C5D-85D0-ACF6260898B6}"/>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 name="v6-header-stage-1">
            <a:extLst>
              <a:ext uri="{FF2B5EF4-FFF2-40B4-BE49-F238E27FC236}">
                <ns2:creationId id="{367A31A7-07B2-4DE2-8C38-FD8BA4C1552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4" name="v6-header-stage-2">
            <a:extLst>
              <a:ext uri="{FF2B5EF4-FFF2-40B4-BE49-F238E27FC236}">
                <ns2:creationId id="{2CBD9E48-DFB3-44B1-A7E8-5BF73BDAFA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5" name="v6-header-stage-3">
            <a:extLst>
              <a:ext uri="{FF2B5EF4-FFF2-40B4-BE49-F238E27FC236}">
                <ns2:creationId id="{EC76A86E-350D-464A-931D-C6BB21312E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6" name="v6-header-stage-4">
            <a:extLst>
              <a:ext uri="{FF2B5EF4-FFF2-40B4-BE49-F238E27FC236}">
                <ns2:creationId id="{C0746345-3919-4F2A-8BF6-FE959331908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17" name="v6-header-page">
            <a:extLst>
              <a:ext uri="{FF2B5EF4-FFF2-40B4-BE49-F238E27FC236}">
                <ns2:creationId id="{7E6D0068-28BB-4E17-A047-C442BFFCE190}"/>
              </a:ext>
            </a:extLst>
          </p:cNvPr>
          <p:cNvSpPr>
            <a:spLocks noGrp="1"/>
          </p:cNvSpPr>
          <p:nvPr/>
        </p:nvSpPr>
        <p:spPr>
          <a:xfrm>
            <a:off x="13811250" y="733425"/>
            <a:ext cx="40005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4안 / 5   확대 장면형</a:t>
            </a:r>
            <a:endParaRPr lang="ko-KR">
              <a:latin typeface="Calibri"/>
              <a:ea typeface="Calibri"/>
              <a:cs typeface="Calibri"/>
            </a:endParaRPr>
          </a:p>
        </p:txBody>
      </p:sp>
    </p:spTree>
    <p:extLst>
      <p:ext uri="{BB962C8B-B14F-4D97-AF65-F5344CB8AC3E}">
        <p14:creationId val="237503506"/>
      </p:ext>
    </p:extLst>
  </p:cSld>
</p:sld>
</file>

<file path=ppt/slides/slide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necessity-option-v12-5">
    <p:bg>
      <p:bgPr>
        <a:solidFill>
          <a:srgbClr val="FFFFFF"/>
        </a:solidFill>
      </p:bgPr>
    </p:bg>
    <p:spTree>
      <p:nvGrpSpPr>
        <p:cNvPr id="2" name=""/>
        <p:cNvGrpSpPr/>
        <p:nvPr/>
      </p:nvGrpSpPr>
      <p:grpSpPr>
        <a:xfrm/>
      </p:grpSpPr>
      <p:pic>
        <p:nvPicPr>
          <p:cNvPr id="3" name="">
            <a:extLst>
              <a:ext uri="{FF2B5EF4-FFF2-40B4-BE49-F238E27FC236}">
                <ns2:creationId id="{8FD29C0E-99A2-46C5-A3BD-9A047B2C45DC}"/>
              </a:ext>
            </a:extLst>
          </p:cNvPr>
          <p:cNvPicPr>
            <a:picLocks noChangeAspect="1"/>
          </p:cNvPicPr>
          <p:nvPr/>
        </p:nvPicPr>
        <p:blipFill>
          <a:blip r:embed="R92201c070c724c1f"/>
          <a:stretch/>
        </p:blipFill>
        <p:spPr>
          <a:xfrm>
            <a:off x="428625" y="1619250"/>
            <a:ext cx="12144375" cy="8096250"/>
          </a:xfrm>
          <a:prstGeom prst="rect">
            <a:avLst/>
          </a:prstGeom>
        </p:spPr>
      </p:pic>
      <p:sp>
        <p:nvSpPr>
          <p:cNvPr id="4" name="viewpoint-number-0">
            <a:extLst>
              <a:ext uri="{FF2B5EF4-FFF2-40B4-BE49-F238E27FC236}">
                <ns2:creationId id="{1CF9EEEB-C94A-43D9-BEDD-4CD59E87A6B4}"/>
              </a:ext>
            </a:extLst>
          </p:cNvPr>
          <p:cNvSpPr>
            <a:spLocks noGrp="1"/>
          </p:cNvSpPr>
          <p:nvPr/>
        </p:nvSpPr>
        <p:spPr>
          <a:xfrm>
            <a:off x="13049250" y="2038350"/>
            <a:ext cx="619125" cy="476250"/>
          </a:xfrm>
          <a:prstGeom prst="rect">
            <a:avLst/>
          </a:prstGeom>
          <a:noFill/>
          <a:ln w="0">
            <a:noFill/>
          </a:ln>
        </p:spPr>
        <p:txBody>
          <a:bodyPr wrap="none" lIns="0" tIns="0" rIns="0" bIns="0" anchor="ctr">
            <a:noAutofit/>
          </a:bodyPr>
          <a:lstStyle>
            <a:defPPr algn="l">
              <a:defRPr sz="2400" b="1" lang="ko-KR">
                <a:solidFill>
                  <a:srgbClr val="082759"/>
                </a:solidFill>
                <a:latin typeface="Calibri"/>
                <a:ea typeface="Calibri"/>
                <a:cs typeface="Calibri"/>
              </a:defRPr>
            </a:defPPr>
          </a:lstStyle>
          <a:p>
            <a:pPr algn="l">
              <a:defRPr sz="2400" b="1" lang="ko-KR">
                <a:solidFill>
                  <a:srgbClr val="082759"/>
                </a:solidFill>
                <a:latin typeface="Calibri"/>
                <a:ea typeface="Calibri"/>
                <a:cs typeface="Calibri"/>
              </a:defRPr>
            </a:pPr>
            <a:r>
              <a:rPr sz="2400" b="1" lang="ko-KR">
                <a:solidFill>
                  <a:srgbClr val="082759"/>
                </a:solidFill>
                <a:latin typeface="Calibri"/>
                <a:ea typeface="Calibri"/>
                <a:cs typeface="Calibri"/>
              </a:rPr>
              <a:t>01</a:t>
            </a:r>
            <a:endParaRPr lang="ko-KR">
              <a:latin typeface="Calibri"/>
              <a:ea typeface="Calibri"/>
              <a:cs typeface="Calibri"/>
            </a:endParaRPr>
          </a:p>
        </p:txBody>
      </p:sp>
      <p:sp>
        <p:nvSpPr>
          <p:cNvPr id="5" name="heading-0">
            <a:extLst>
              <a:ext uri="{FF2B5EF4-FFF2-40B4-BE49-F238E27FC236}">
                <ns2:creationId id="{8FF1C0E0-FD81-47A9-B5AB-1EBCAC8A083F}"/>
              </a:ext>
            </a:extLst>
          </p:cNvPr>
          <p:cNvSpPr>
            <a:spLocks noGrp="1"/>
          </p:cNvSpPr>
          <p:nvPr/>
        </p:nvSpPr>
        <p:spPr>
          <a:xfrm>
            <a:off x="13716000" y="2038350"/>
            <a:ext cx="4000500" cy="47625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대화의 지속</a:t>
            </a:r>
            <a:endParaRPr lang="ko-KR">
              <a:latin typeface="Calibri"/>
              <a:ea typeface="Calibri"/>
              <a:cs typeface="Calibri"/>
            </a:endParaRPr>
          </a:p>
        </p:txBody>
      </p:sp>
      <p:sp>
        <p:nvSpPr>
          <p:cNvPr id="6" name="viewpoint-rule-0">
            <a:extLst>
              <a:ext uri="{FF2B5EF4-FFF2-40B4-BE49-F238E27FC236}">
                <ns2:creationId id="{DF62DEDC-558F-4E17-959D-0C03EB5E7B6B}"/>
              </a:ext>
            </a:extLst>
          </p:cNvPr>
          <p:cNvSpPr>
            <a:spLocks noGrp="1"/>
          </p:cNvSpPr>
          <p:nvPr/>
        </p:nvSpPr>
        <p:spPr>
          <a:xfrm>
            <a:off x="13049250" y="2705100"/>
            <a:ext cx="4667250" cy="19050"/>
          </a:xfrm>
          <a:prstGeom prst="rect">
            <a:avLst/>
          </a:prstGeom>
          <a:solidFill>
            <a:srgbClr val="D4DBE4"/>
          </a:solidFill>
          <a:ln w="0">
            <a:noFill/>
          </a:ln>
        </p:spPr>
      </p:sp>
      <p:sp>
        <p:nvSpPr>
          <p:cNvPr id="7" name="copy-0">
            <a:extLst>
              <a:ext uri="{FF2B5EF4-FFF2-40B4-BE49-F238E27FC236}">
                <ns2:creationId id="{C8E9401A-7272-48CE-BB25-7C642C0B6103}"/>
              </a:ext>
            </a:extLst>
          </p:cNvPr>
          <p:cNvSpPr>
            <a:spLocks noGrp="1"/>
          </p:cNvSpPr>
          <p:nvPr/>
        </p:nvSpPr>
        <p:spPr>
          <a:xfrm>
            <a:off x="13049250" y="2924175"/>
            <a:ext cx="4667250" cy="1114425"/>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끼어들기와 정정의 반영</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질문과 결과의 적절한 전달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대화와 업무의 연결 유지</a:t>
            </a:r>
            <a:endParaRPr lang="ko-KR">
              <a:latin typeface="Calibri"/>
              <a:ea typeface="Calibri"/>
              <a:cs typeface="Calibri"/>
            </a:endParaRPr>
          </a:p>
        </p:txBody>
      </p:sp>
      <p:sp>
        <p:nvSpPr>
          <p:cNvPr id="8" name="viewpoint-number-1">
            <a:extLst>
              <a:ext uri="{FF2B5EF4-FFF2-40B4-BE49-F238E27FC236}">
                <ns2:creationId id="{A9467C03-54A6-4741-8AF5-2C33AC021EE3}"/>
              </a:ext>
            </a:extLst>
          </p:cNvPr>
          <p:cNvSpPr>
            <a:spLocks noGrp="1"/>
          </p:cNvSpPr>
          <p:nvPr/>
        </p:nvSpPr>
        <p:spPr>
          <a:xfrm>
            <a:off x="13049250" y="4695825"/>
            <a:ext cx="619125" cy="476250"/>
          </a:xfrm>
          <a:prstGeom prst="rect">
            <a:avLst/>
          </a:prstGeom>
          <a:noFill/>
          <a:ln w="0">
            <a:noFill/>
          </a:ln>
        </p:spPr>
        <p:txBody>
          <a:bodyPr wrap="none" lIns="0" tIns="0" rIns="0" bIns="0" anchor="ctr">
            <a:noAutofit/>
          </a:bodyPr>
          <a:lstStyle>
            <a:defPPr algn="l">
              <a:defRPr sz="2400" b="1" lang="ko-KR">
                <a:solidFill>
                  <a:srgbClr val="082759"/>
                </a:solidFill>
                <a:latin typeface="Calibri"/>
                <a:ea typeface="Calibri"/>
                <a:cs typeface="Calibri"/>
              </a:defRPr>
            </a:defPPr>
          </a:lstStyle>
          <a:p>
            <a:pPr algn="l">
              <a:defRPr sz="2400" b="1" lang="ko-KR">
                <a:solidFill>
                  <a:srgbClr val="082759"/>
                </a:solidFill>
                <a:latin typeface="Calibri"/>
                <a:ea typeface="Calibri"/>
                <a:cs typeface="Calibri"/>
              </a:defRPr>
            </a:pPr>
            <a:r>
              <a:rPr sz="2400" b="1" lang="ko-KR">
                <a:solidFill>
                  <a:srgbClr val="082759"/>
                </a:solidFill>
                <a:latin typeface="Calibri"/>
                <a:ea typeface="Calibri"/>
                <a:cs typeface="Calibri"/>
              </a:rPr>
              <a:t>02</a:t>
            </a:r>
            <a:endParaRPr lang="ko-KR">
              <a:latin typeface="Calibri"/>
              <a:ea typeface="Calibri"/>
              <a:cs typeface="Calibri"/>
            </a:endParaRPr>
          </a:p>
        </p:txBody>
      </p:sp>
      <p:sp>
        <p:nvSpPr>
          <p:cNvPr id="9" name="heading-1">
            <a:extLst>
              <a:ext uri="{FF2B5EF4-FFF2-40B4-BE49-F238E27FC236}">
                <ns2:creationId id="{2BF851E6-64D8-43E5-AE6B-A3AADCB9EE29}"/>
              </a:ext>
            </a:extLst>
          </p:cNvPr>
          <p:cNvSpPr>
            <a:spLocks noGrp="1"/>
          </p:cNvSpPr>
          <p:nvPr/>
        </p:nvSpPr>
        <p:spPr>
          <a:xfrm>
            <a:off x="13716000" y="4695825"/>
            <a:ext cx="4000500" cy="47625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맥락의 이해</a:t>
            </a:r>
            <a:endParaRPr lang="ko-KR">
              <a:latin typeface="Calibri"/>
              <a:ea typeface="Calibri"/>
              <a:cs typeface="Calibri"/>
            </a:endParaRPr>
          </a:p>
        </p:txBody>
      </p:sp>
      <p:sp>
        <p:nvSpPr>
          <p:cNvPr id="10" name="viewpoint-rule-1">
            <a:extLst>
              <a:ext uri="{FF2B5EF4-FFF2-40B4-BE49-F238E27FC236}">
                <ns2:creationId id="{F88FCE94-F9D6-4B4F-9946-9C0CBA5046CC}"/>
              </a:ext>
            </a:extLst>
          </p:cNvPr>
          <p:cNvSpPr>
            <a:spLocks noGrp="1"/>
          </p:cNvSpPr>
          <p:nvPr/>
        </p:nvSpPr>
        <p:spPr>
          <a:xfrm>
            <a:off x="13049250" y="5362575"/>
            <a:ext cx="4667250" cy="19050"/>
          </a:xfrm>
          <a:prstGeom prst="rect">
            <a:avLst/>
          </a:prstGeom>
          <a:solidFill>
            <a:srgbClr val="D4DBE4"/>
          </a:solidFill>
          <a:ln w="0">
            <a:noFill/>
          </a:ln>
        </p:spPr>
      </p:sp>
      <p:sp>
        <p:nvSpPr>
          <p:cNvPr id="11" name="copy-1">
            <a:extLst>
              <a:ext uri="{FF2B5EF4-FFF2-40B4-BE49-F238E27FC236}">
                <ns2:creationId id="{00DA6CB6-07D6-482B-9BE7-FD0973B1D9E6}"/>
              </a:ext>
            </a:extLst>
          </p:cNvPr>
          <p:cNvSpPr>
            <a:spLocks noGrp="1"/>
          </p:cNvSpPr>
          <p:nvPr/>
        </p:nvSpPr>
        <p:spPr>
          <a:xfrm>
            <a:off x="13049250" y="5581650"/>
            <a:ext cx="4667250" cy="1114425"/>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발화와 당시 화면의 연결</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과거 대화와 업무 이력 활용</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지칭 대상과 정정 범위의 식별</a:t>
            </a:r>
            <a:endParaRPr lang="ko-KR">
              <a:latin typeface="Calibri"/>
              <a:ea typeface="Calibri"/>
              <a:cs typeface="Calibri"/>
            </a:endParaRPr>
          </a:p>
        </p:txBody>
      </p:sp>
      <p:sp>
        <p:nvSpPr>
          <p:cNvPr id="12" name="viewpoint-number-2">
            <a:extLst>
              <a:ext uri="{FF2B5EF4-FFF2-40B4-BE49-F238E27FC236}">
                <ns2:creationId id="{9CDF6FEB-8935-4839-BA85-D4A1363276C6}"/>
              </a:ext>
            </a:extLst>
          </p:cNvPr>
          <p:cNvSpPr>
            <a:spLocks noGrp="1"/>
          </p:cNvSpPr>
          <p:nvPr/>
        </p:nvSpPr>
        <p:spPr>
          <a:xfrm>
            <a:off x="13049250" y="7353300"/>
            <a:ext cx="619125" cy="476250"/>
          </a:xfrm>
          <a:prstGeom prst="rect">
            <a:avLst/>
          </a:prstGeom>
          <a:noFill/>
          <a:ln w="0">
            <a:noFill/>
          </a:ln>
        </p:spPr>
        <p:txBody>
          <a:bodyPr wrap="none" lIns="0" tIns="0" rIns="0" bIns="0" anchor="ctr">
            <a:noAutofit/>
          </a:bodyPr>
          <a:lstStyle>
            <a:defPPr algn="l">
              <a:defRPr sz="2400" b="1" lang="ko-KR">
                <a:solidFill>
                  <a:srgbClr val="082759"/>
                </a:solidFill>
                <a:latin typeface="Calibri"/>
                <a:ea typeface="Calibri"/>
                <a:cs typeface="Calibri"/>
              </a:defRPr>
            </a:defPPr>
          </a:lstStyle>
          <a:p>
            <a:pPr algn="l">
              <a:defRPr sz="2400" b="1" lang="ko-KR">
                <a:solidFill>
                  <a:srgbClr val="082759"/>
                </a:solidFill>
                <a:latin typeface="Calibri"/>
                <a:ea typeface="Calibri"/>
                <a:cs typeface="Calibri"/>
              </a:defRPr>
            </a:pPr>
            <a:r>
              <a:rPr sz="2400" b="1" lang="ko-KR">
                <a:solidFill>
                  <a:srgbClr val="082759"/>
                </a:solidFill>
                <a:latin typeface="Calibri"/>
                <a:ea typeface="Calibri"/>
                <a:cs typeface="Calibri"/>
              </a:rPr>
              <a:t>03</a:t>
            </a:r>
            <a:endParaRPr lang="ko-KR">
              <a:latin typeface="Calibri"/>
              <a:ea typeface="Calibri"/>
              <a:cs typeface="Calibri"/>
            </a:endParaRPr>
          </a:p>
        </p:txBody>
      </p:sp>
      <p:sp>
        <p:nvSpPr>
          <p:cNvPr id="13" name="heading-2">
            <a:extLst>
              <a:ext uri="{FF2B5EF4-FFF2-40B4-BE49-F238E27FC236}">
                <ns2:creationId id="{359B6AB4-BD56-47B3-8A48-4C24CE555D67}"/>
              </a:ext>
            </a:extLst>
          </p:cNvPr>
          <p:cNvSpPr>
            <a:spLocks noGrp="1"/>
          </p:cNvSpPr>
          <p:nvPr/>
        </p:nvSpPr>
        <p:spPr>
          <a:xfrm>
            <a:off x="13716000" y="7353300"/>
            <a:ext cx="4000500" cy="47625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운영 부담의 관리</a:t>
            </a:r>
            <a:endParaRPr lang="ko-KR">
              <a:latin typeface="Calibri"/>
              <a:ea typeface="Calibri"/>
              <a:cs typeface="Calibri"/>
            </a:endParaRPr>
          </a:p>
        </p:txBody>
      </p:sp>
      <p:sp>
        <p:nvSpPr>
          <p:cNvPr id="14" name="viewpoint-rule-2">
            <a:extLst>
              <a:ext uri="{FF2B5EF4-FFF2-40B4-BE49-F238E27FC236}">
                <ns2:creationId id="{D3541B1D-BA01-42A8-9006-BC8275E01443}"/>
              </a:ext>
            </a:extLst>
          </p:cNvPr>
          <p:cNvSpPr>
            <a:spLocks noGrp="1"/>
          </p:cNvSpPr>
          <p:nvPr/>
        </p:nvSpPr>
        <p:spPr>
          <a:xfrm>
            <a:off x="13049250" y="8020050"/>
            <a:ext cx="4667250" cy="19050"/>
          </a:xfrm>
          <a:prstGeom prst="rect">
            <a:avLst/>
          </a:prstGeom>
          <a:solidFill>
            <a:srgbClr val="D4DBE4"/>
          </a:solidFill>
          <a:ln w="0">
            <a:noFill/>
          </a:ln>
        </p:spPr>
      </p:sp>
      <p:sp>
        <p:nvSpPr>
          <p:cNvPr id="15" name="copy-2">
            <a:extLst>
              <a:ext uri="{FF2B5EF4-FFF2-40B4-BE49-F238E27FC236}">
                <ns2:creationId id="{1480C998-24E1-4689-98C2-62610800014B}"/>
              </a:ext>
            </a:extLst>
          </p:cNvPr>
          <p:cNvSpPr>
            <a:spLocks noGrp="1"/>
          </p:cNvSpPr>
          <p:nvPr/>
        </p:nvSpPr>
        <p:spPr>
          <a:xfrm>
            <a:off x="13049250" y="8239125"/>
            <a:ext cx="4667250" cy="1114425"/>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사용 비용 관리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화면 기록과 대화 상태의 RAM 관리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및 Agent 변경 영향 최소화</a:t>
            </a:r>
            <a:endParaRPr lang="ko-KR">
              <a:latin typeface="Calibri"/>
              <a:ea typeface="Calibri"/>
              <a:cs typeface="Calibri"/>
            </a:endParaRPr>
          </a:p>
        </p:txBody>
      </p:sp>
      <p:sp>
        <p:nvSpPr>
          <p:cNvPr id="16" name="v6-header-title">
            <a:extLst>
              <a:ext uri="{FF2B5EF4-FFF2-40B4-BE49-F238E27FC236}">
                <ns2:creationId id="{0FD03E68-3227-4B61-9F4B-650A6CF284A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과제 필요성</a:t>
            </a:r>
            <a:endParaRPr lang="ko-KR">
              <a:latin typeface="Calibri"/>
              <a:ea typeface="Calibri"/>
              <a:cs typeface="Calibri"/>
            </a:endParaRPr>
          </a:p>
        </p:txBody>
      </p:sp>
      <p:sp>
        <p:nvSpPr>
          <p:cNvPr id="17" name="v6-header-rule">
            <a:extLst>
              <a:ext uri="{FF2B5EF4-FFF2-40B4-BE49-F238E27FC236}">
                <ns2:creationId id="{0B1EB211-BD2B-4FBD-A94D-98D67C2B6BAB}"/>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7FC695F8-E044-4C5D-85D0-ACF6260898B6}"/>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367A31A7-07B2-4DE2-8C38-FD8BA4C1552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2CBD9E48-DFB3-44B1-A7E8-5BF73BDAFA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EC76A86E-350D-464A-931D-C6BB21312E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C0746345-3919-4F2A-8BF6-FE959331908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23" name="v6-header-page">
            <a:extLst>
              <a:ext uri="{FF2B5EF4-FFF2-40B4-BE49-F238E27FC236}">
                <ns2:creationId id="{7E6D0068-28BB-4E17-A047-C442BFFCE190}"/>
              </a:ext>
            </a:extLst>
          </p:cNvPr>
          <p:cNvSpPr>
            <a:spLocks noGrp="1"/>
          </p:cNvSpPr>
          <p:nvPr/>
        </p:nvSpPr>
        <p:spPr>
          <a:xfrm>
            <a:off x="13811250" y="733425"/>
            <a:ext cx="40005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5안 / 5   정보 레이어형</a:t>
            </a:r>
            <a:endParaRPr lang="ko-KR">
              <a:latin typeface="Calibri"/>
              <a:ea typeface="Calibri"/>
              <a:cs typeface="Calibri"/>
            </a:endParaRPr>
          </a:p>
        </p:txBody>
      </p:sp>
    </p:spTree>
    <p:extLst>
      <p:ext uri="{BB962C8B-B14F-4D97-AF65-F5344CB8AC3E}">
        <p14:creationId val="18555568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0</ns0:Slides>
  <ns0:Notes>0</ns0:Notes>
  <ns0:HiddenSlides>0</ns0:HiddenSlides>
  <ns0:SharedDoc>false</ns0:SharedDoc>
  <ns0:DocSecurity>0</ns0:DocSecurity>
</ns0:Properties>
</file>

<file path=docProps/core.xml><?xml version="1.0" encoding="utf-8"?>
<ns0:coreProperties xmlns:dc="http://purl.org/dc/elements/1.1/" xmlns:ns0="http://schemas.openxmlformats.org/package/2006/metadata/core-properties" xmlns:ns2="http://purl.org/dc/terms/" xmlns:xsi="http://www.w3.org/2001/XMLSchema-instance">
  <dc:creator>Walnut Exporter</dc:creator>
  <ns0:lastModifiedBy>Walnut Exporter</ns0:lastModifiedBy>
  <dc:title>Presentation</dc:title>
  <ns2:created xsi:type="dcterms:W3CDTF">2026-10-14T17:12:09.0140000Z</ns2:created>
  <ns2:modified xsi:type="dcterms:W3CDTF">2026-10-14T17:12:09.0140000Z</ns2:modified>
  <dc:language>ko-KR</dc:language>
</ns0:coreProperties>
</file>