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png" ContentType="image/png"/>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e004a03eb924e7e" /><Relationship Type="http://schemas.openxmlformats.org/officeDocument/2006/relationships/extended-properties" Target="/docProps/app.xml" Id="R64e31a4b3c1148a7" /><Relationship Type="http://schemas.openxmlformats.org/officeDocument/2006/relationships/officeDocument" Target="/ppt/presentation.xml" Id="R53bbc0bcb9d54c0b" /></Relationships>
</file>

<file path=ppt/presentation.xml><?xml version="1.0" encoding="utf-8"?>
<p:presentation xmlns:p="http://schemas.openxmlformats.org/presentationml/2006/main" xmlns:p14="http://schemas.microsoft.com/office/powerpoint/2010/main" xmlns:r="http://schemas.openxmlformats.org/officeDocument/2006/relationships">
  <p:sldMasterIdLst>
    <p:sldMasterId id="2147483648" r:id="R0c3c72e8465844a2"/>
  </p:sldMasterIdLst>
  <p:notesMasterIdLst>
    <p:notesMasterId r:id="R5ca85e813e954014"/>
  </p:notesMasterIdLst>
  <p:sldIdLst>
    <p:sldId id="266" r:id="RviaOverview"/>
    <p:sldId id="267" r:id="RviaV2Experience"/>
    <p:sldId id="256" r:id="Rd5bb284998304d72"/>
    <p:sldId id="257" r:id="R28e6acf7e558438e"/>
    <p:sldId id="268" r:id="RviaV4QA41"/>
    <p:sldId id="262" r:id="Re800c95b3ccc48b2"/>
    <p:sldId id="263" r:id="R0b939428bc6f4c75"/>
    <p:sldId id="269" r:id="RviaV4QA44"/>
    <p:sldId id="264" r:id="R96a9b5e32194401d"/>
    <p:sldId id="265" r:id="Rd4e355067edc4ce1"/>
    <p:sldId id="270" r:id="RviaV4QA45"/>
    <p:sldId id="258" r:id="R7e9e5d353de448df"/>
    <p:sldId id="259" r:id="R87d1a1c2c5fd4dbd"/>
    <p:sldId id="271" r:id="RviaV4QA42"/>
  </p:sldIdLst>
  <p:sldSz cx="18288000" cy="10287000"/>
  <p:notesSz cx="6858000" cy="9144000"/>
  <p:extLst>
    <p:ext uri="{521415D9-36F7-43E2-AB2F-B90AF26B5E84}">
      <p14:sectionLst>
        <p14:section name="본 발표" id="{82000001-0000-4000-8000-000000000001}">
          <p14:sldIdLst>
            <p14:sldId id="266"/>
            <p14:sldId id="267"/>
            <p14:sldId id="256"/>
            <p14:sldId id="257"/>
            <p14:sldId id="268"/>
            <p14:sldId id="262"/>
            <p14:sldId id="263"/>
            <p14:sldId id="269"/>
            <p14:sldId id="264"/>
            <p14:sldId id="265"/>
            <p14:sldId id="270"/>
            <p14:sldId id="258"/>
            <p14:sldId id="259"/>
            <p14:sldId id="271"/>
          </p14:sldIdLst>
        </p14:section>
      </p14:sectionLst>
    </p:ext>
  </p:ex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Relationships xmlns="http://schemas.openxmlformats.org/package/2006/relationships"><Relationship Type="http://schemas.openxmlformats.org/officeDocument/2006/relationships/theme" Target="/ppt/theme/theme1.xml" Id="R07dfdd6d08314bc3" /><Relationship Type="http://schemas.openxmlformats.org/officeDocument/2006/relationships/slideMaster" Target="/ppt/slideMasters/slideMaster1.xml" Id="R0c3c72e8465844a2" /><Relationship Type="http://schemas.openxmlformats.org/officeDocument/2006/relationships/notesMaster" Target="/ppt/notesMasters/notesMaster1.xml" Id="R5ca85e813e954014" /><Relationship Type="http://schemas.openxmlformats.org/officeDocument/2006/relationships/presProps" Target="/ppt/presProps.xml" Id="Rdbcc7842291b4826" /><Relationship Type="http://schemas.openxmlformats.org/officeDocument/2006/relationships/tableStyles" Target="/ppt/tableStyles.xml" Id="Rb850dac62b96484f" /><Relationship Type="http://schemas.openxmlformats.org/officeDocument/2006/relationships/slide" Target="/ppt/slides/slide1.xml" Id="Rd5bb284998304d72" /><Relationship Type="http://schemas.openxmlformats.org/officeDocument/2006/relationships/slide" Target="/ppt/slides/slide2.xml" Id="R28e6acf7e558438e" /><Relationship Type="http://schemas.openxmlformats.org/officeDocument/2006/relationships/slide" Target="/ppt/slides/slide3.xml" Id="R7e9e5d353de448df" /><Relationship Type="http://schemas.openxmlformats.org/officeDocument/2006/relationships/slide" Target="/ppt/slides/slide4.xml" Id="R87d1a1c2c5fd4dbd" /><Relationship Type="http://schemas.openxmlformats.org/officeDocument/2006/relationships/slide" Target="/ppt/slides/slide7.xml" Id="Re800c95b3ccc48b2" /><Relationship Type="http://schemas.openxmlformats.org/officeDocument/2006/relationships/slide" Target="/ppt/slides/slide8.xml" Id="R0b939428bc6f4c75" /><Relationship Type="http://schemas.openxmlformats.org/officeDocument/2006/relationships/slide" Target="/ppt/slides/slide9.xml" Id="R96a9b5e32194401d" /><Relationship Type="http://schemas.openxmlformats.org/officeDocument/2006/relationships/slide" Target="/ppt/slides/slide10.xml" Id="Rd4e355067edc4ce1" /><Relationship Type="http://schemas.openxmlformats.org/officeDocument/2006/relationships/slide" Target="/ppt/slides/slide11.xml" Id="RviaOverview" /><Relationship Id="RviaV2Experience" Type="http://schemas.openxmlformats.org/officeDocument/2006/relationships/slide" Target="/ppt/slides/slide12.xml" /><Relationship Type="http://schemas.openxmlformats.org/officeDocument/2006/relationships/slide" Target="/ppt/slides/slide13.xml" Id="RviaV4QA41" /><Relationship Type="http://schemas.openxmlformats.org/officeDocument/2006/relationships/slide" Target="/ppt/slides/slide14.xml" Id="RviaV4QA44" /><Relationship Type="http://schemas.openxmlformats.org/officeDocument/2006/relationships/slide" Target="/ppt/slides/slide15.xml" Id="RviaV4QA45" /><Relationship Type="http://schemas.openxmlformats.org/officeDocument/2006/relationships/slide" Target="/ppt/slides/slide16.xml" Id="RviaV4QA4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8e00c7f09bf478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8411b37618c4e8a" /><Relationship Type="http://schemas.openxmlformats.org/officeDocument/2006/relationships/notesMaster" Target="/ppt/notesMasters/notesMaster1.xml" Id="Rd94b16226d97425e" /></Relationships>
</file>

<file path=ppt/notesSlides/_rels/notesSlide2.xml.rels>&#65279;<?xml version="1.0" encoding="utf-8"?><Relationships xmlns="http://schemas.openxmlformats.org/package/2006/relationships"><Relationship Type="http://schemas.openxmlformats.org/officeDocument/2006/relationships/slide" Target="/ppt/slides/slide2.xml" Id="Rf5695a13ef524abb" /><Relationship Type="http://schemas.openxmlformats.org/officeDocument/2006/relationships/notesMaster" Target="/ppt/notesMasters/notesMaster1.xml" Id="Rf7dd7de0035d414d" /></Relationships>
</file>

<file path=ppt/notesSlides/_rels/notesSlide3.xml.rels>&#65279;<?xml version="1.0" encoding="utf-8"?><Relationships xmlns="http://schemas.openxmlformats.org/package/2006/relationships"><Relationship Type="http://schemas.openxmlformats.org/officeDocument/2006/relationships/slide" Target="/ppt/slides/slide3.xml" Id="R2930f09d8a244954" /><Relationship Type="http://schemas.openxmlformats.org/officeDocument/2006/relationships/notesMaster" Target="/ppt/notesMasters/notesMaster1.xml" Id="Rf3499972cade4e59" /></Relationships>
</file>

<file path=ppt/notesSlides/_rels/notesSlide4.xml.rels>&#65279;<?xml version="1.0" encoding="utf-8"?><Relationships xmlns="http://schemas.openxmlformats.org/package/2006/relationships"><Relationship Type="http://schemas.openxmlformats.org/officeDocument/2006/relationships/slide" Target="/ppt/slides/slide4.xml" Id="Rabea582a54c24c83" /><Relationship Type="http://schemas.openxmlformats.org/officeDocument/2006/relationships/notesMaster" Target="/ppt/notesMasters/notesMaster1.xml" Id="R24a2b618dbd7401b" /></Relationships>
</file>

<file path=ppt/notesSlides/_rels/notesSlide7.xml.rels>&#65279;<?xml version="1.0" encoding="utf-8"?><Relationships xmlns="http://schemas.openxmlformats.org/package/2006/relationships"><Relationship Type="http://schemas.openxmlformats.org/officeDocument/2006/relationships/slide" Target="/ppt/slides/slide7.xml" Id="R627a3ac7c4c14f76" /><Relationship Type="http://schemas.openxmlformats.org/officeDocument/2006/relationships/notesMaster" Target="/ppt/notesMasters/notesMaster1.xml" Id="Rad29ecd59eaa4ae4" /></Relationships>
</file>

<file path=ppt/notesSlides/_rels/notesSlide8.xml.rels>&#65279;<?xml version="1.0" encoding="utf-8"?><Relationships xmlns="http://schemas.openxmlformats.org/package/2006/relationships"><Relationship Type="http://schemas.openxmlformats.org/officeDocument/2006/relationships/slide" Target="/ppt/slides/slide8.xml" Id="R406046e19a934426" /><Relationship Type="http://schemas.openxmlformats.org/officeDocument/2006/relationships/notesMaster" Target="/ppt/notesMasters/notesMaster1.xml" Id="R39514067d3f64c00" /></Relationships>
</file>

<file path=ppt/notesSlides/_rels/notesSlide9.xml.rels>&#65279;<?xml version="1.0" encoding="utf-8"?><Relationships xmlns="http://schemas.openxmlformats.org/package/2006/relationships"><Relationship Type="http://schemas.openxmlformats.org/officeDocument/2006/relationships/slide" Target="/ppt/slides/slide9.xml" Id="R8b722c512a9c466b" /><Relationship Type="http://schemas.openxmlformats.org/officeDocument/2006/relationships/notesMaster" Target="/ppt/notesMasters/notesMaster1.xml" Id="R6877b8abd8454a7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a706b4d6e834580" /><Relationship Type="http://schemas.openxmlformats.org/officeDocument/2006/relationships/notesMaster" Target="/ppt/notesMasters/notesMaster1.xml" Id="R1a32d61983b14d1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125f551bf0c4525" /><Relationship Type="http://schemas.openxmlformats.org/officeDocument/2006/relationships/notesMaster" Target="/ppt/notesMasters/notesMaster1.xml" Id="R325333de39404226" /></Relationships>
</file>

<file path=ppt/notesSlides/_rels/notesSlide12.xml.rels><?xml version='1.0' encoding='utf-8'?>
<ns0:Relationships xmlns:ns0="http://schemas.openxmlformats.org/package/2006/relationships"><ns0:Relationship Type="http://schemas.openxmlformats.org/officeDocument/2006/relationships/slide" Target="/ppt/slides/slide12.xml" Id="Rc125f551bf0c4525" /><ns0:Relationship Type="http://schemas.openxmlformats.org/officeDocument/2006/relationships/notesMaster" Target="/ppt/notesMasters/notesMaster1.xml" Id="R325333de39404226" /></ns0:Relationships>
</file>

<file path=ppt/notesSlides/_rels/notesSlide13.xml.rels><?xml version='1.0' encoding='utf-8'?>
<Relationships xmlns="http://schemas.openxmlformats.org/package/2006/relationships"><Relationship Type="http://schemas.openxmlformats.org/officeDocument/2006/relationships/slide" Target="/ppt/slides/slide13.xml" Id="Rf5695a13ef524abb" /><Relationship Type="http://schemas.openxmlformats.org/officeDocument/2006/relationships/notesMaster" Target="/ppt/notesMasters/notesMaster1.xml" Id="Rf7dd7de0035d414d" /></Relationships>
</file>

<file path=ppt/notesSlides/_rels/notesSlide14.xml.rels><?xml version='1.0' encoding='utf-8'?>
<Relationships xmlns="http://schemas.openxmlformats.org/package/2006/relationships"><Relationship Type="http://schemas.openxmlformats.org/officeDocument/2006/relationships/slide" Target="/ppt/slides/slide14.xml" Id="R406046e19a934426" /><Relationship Type="http://schemas.openxmlformats.org/officeDocument/2006/relationships/notesMaster" Target="/ppt/notesMasters/notesMaster1.xml" Id="R39514067d3f64c00" /></Relationships>
</file>

<file path=ppt/notesSlides/_rels/notesSlide15.xml.rels><?xml version='1.0' encoding='utf-8'?>
<Relationships xmlns="http://schemas.openxmlformats.org/package/2006/relationships"><Relationship Type="http://schemas.openxmlformats.org/officeDocument/2006/relationships/slide" Target="/ppt/slides/slide15.xml" Id="Rfa706b4d6e834580" /><Relationship Type="http://schemas.openxmlformats.org/officeDocument/2006/relationships/notesMaster" Target="/ppt/notesMasters/notesMaster1.xml" Id="R1a32d61983b14d1a" /></Relationships>
</file>

<file path=ppt/notesSlides/_rels/notesSlide16.xml.rels><?xml version='1.0' encoding='utf-8'?>
<Relationships xmlns="http://schemas.openxmlformats.org/package/2006/relationships"><Relationship Type="http://schemas.openxmlformats.org/officeDocument/2006/relationships/slide" Target="/ppt/slides/slide16.xml" Id="Rabea582a54c24c83" /><Relationship Type="http://schemas.openxmlformats.org/officeDocument/2006/relationships/notesMaster" Target="/ppt/notesMasters/notesMaster1.xml" Id="R24a2b618dbd7401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p>
          <a:p xmlns:a="http://schemas.openxmlformats.org/drawingml/2006/main">
            <a:r>
              <a:t>DP41 근거: docs/architecture/12-decisions/decision-packages/04-41-request-resolution-control.md. 선택 표, 기존 보고서의 후보와 연결 업무는 조회/의미 판단의 결과다. 입력에 정답 Task를 사전 지정하지 않는다. 보고서를 수정한 결과로 메일 초안을 쓰는 연속 업무이며 별도 독립 메일이나 발송 요청이 아니다. 대상·순서·조건은 설명용 개념이지 B의 실제 고정 key field를 정의한 schema가 아니다. A는 모델이 제한된 조회와 다음 해석을 반복하고 최종 의미를 제안한다. B는 유한한 typed 표현에 따라 코드가 조회/조건부 의미 호출과 결합을 완성한다. B도 여러 모델 호출이 가능하다. 메일 초안 작성·보고서 편집은 업무 수행 Agent 책임이다. 이 페이지는 실행 연결(44), 과거 정보 공급(45), 대화/업무 상태 권한(42)을 다시 선택하지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04-41. VIA Request 이해의 모델 판단 반복과 코드 해결 반복</a:t>
            </a:r>
          </a:p>
          <a:p xmlns:a="http://schemas.openxmlformats.org/drawingml/2006/main">
            <a:r>
              <a:t>https://github.com/cbyche/via-sw-architecture/blob/main/docs/architecture/12-decisions/decision-packages/04-41-request-resolution-control.md</a:t>
            </a:r>
          </a:p>
          <a:p xmlns:a="http://schemas.openxmlformats.org/drawingml/2006/main">
            <a:r>
              <a:t>https://github.com/cbyche/via-sw-architecture/blob/main/docs/presentations_files/dp-comparison/dp41-comparison.svg</a:t>
            </a:r>
          </a:p>
          <a:p xmlns:a="http://schemas.openxmlformats.org/drawingml/2006/main">
            <a:r>
              <a:t>조건별 정성 비교 / 미선정 / 미측정</a:t>
            </a:r>
          </a:p>
          <a:p xmlns:a="http://schemas.openxmlformats.org/drawingml/2006/main">
            <a:r>
              <a:t>사용자 요청은 “이 표를 아까 보고서에 넣고, 메일은 보내지 말고 결과를 바탕으로 초안만 만들어.”이다. 결과는 표를 추가한 보고서의 결과이며 그것으로 메일 초안을 작성한다. Task1은 예산 보고서 업무, Task2는 실적 보고서 업무다. “어느 보고서인가요?”라는 질문을 실제 전달하고 사용자의 “예산 보고서” 답변을 해석한 뒤 Task1을 연결한다. 초기 입력에 정답 Task를 미리 넣지 않는다.</a:t>
            </a:r>
          </a:p>
          <a:p xmlns:a="http://schemas.openxmlformats.org/drawingml/2006/main">
            <a:r>
              <a:t>A는 모델이 조회 요청(ReadRequest)을 선택하고 조회 결과(EvidenceBundle)를 받아 재판단하여 전체 의미 제안(MeaningProposal)을 만든다. 모델 주도 해석 제어기는 클라우드 LLM을 호출하고 그 제안을 제한하여 실행하는 로컬 코드다. 모델의 다음 행동이 조회이면 도구 실행 후 근거를 받아 모델을 다시 호출한다. 이 순환은 필요한 만큼 반복하고 모델이 완성 의미나 확인 질문을 제안하면 검증 경로로 나간다. A도 정해진 형식의 출력, 부분 수정과 cache를 허용한다.</a:t>
            </a:r>
          </a:p>
          <a:p xmlns:a="http://schemas.openxmlformats.org/drawingml/2006/main">
            <a:r>
              <a:t>B는 모델이 요청 틀(RequestFrame)을 만들고 Request Interpreter 내부 Request Resolution Engine이 필요한 조회와 항목 해결, 전체 의미 결합을 결정한다. Engine은 항목 검사와 조회 결과 반영을 코드 루프로 반복한다. 조회 결과를 코드만으로 처리할 수 있으면 LLM을 호출하지 않는다. 항목 의미 해석이 필요하면 요청 구조화기를 통해 부분 모델 호출을 하고 그 결과를 같은 코드 루프에 돌려준다. 필요한 항목만 모델에 다시 해석시킬 수 있으므로 항상 한 번 호출로 끝나는 구조가 아니다. 전체 관계를 모델이 만들고 코드가 복사하는 경우는 순수 B가 아닌 혼합안이다. 코드로 연결했다고 의미가 항상 옳은 것은 아니다.</a:t>
            </a:r>
          </a:p>
          <a:p xmlns:a="http://schemas.openxmlformats.org/drawingml/2006/main">
            <a:r>
              <a:t>A Module의 조회 출력은 kind=READ, tool_calls의 name/arguments다. task_retrieve(query=보고서,limit=5), context_retrieve(selector=INPUT_SELECTION)를 모델이 선택하고, 추가 대화 근거가 필요하면 다음 차례에 interaction_retrieve(query=보고서,limit=5)를 선택할 수 있다. 모든 도구를 매번 호출하지 않는다. interaction_retrieve는 Context Manager의 대화/실제 전달 읽기 view이며 Interaction Manager 마이크 직접 조회가 아니다.</a:t>
            </a:r>
          </a:p>
          <a:p xmlns:a="http://schemas.openxmlformats.org/drawingml/2006/main">
            <a:r>
              <a:t>B Module 이름은 요청 구조화기다. 초기 출력 RequestFrame의 고정 key는 schema_version, input_ref, goals, references, relations, constraints, unparsed_spans다. 예시 schema_version=1은 형식 버전이며 자료 변경 번호와 다르다. Input1은 현재 발화다. G1은 보고서 수정 목표, G2는 메일 초안 목표이며 아직 실제 Task가 아니다. report/table은 미해결 참조다. Engine이 RECENT_TASK/INPUT_SELECTION을 각각 같은 조회 도구로 바꾸고, USE_RESULT(G1,G2)와 FORBID_ACTION(scope=[G2],action=SEND)를 결합한다. 보고서를 수정한 뒤 생기는 결과를 초안에 사용하는 것이지 과거 결과를 이미 새 결과로 취급하지 않는다.</a:t>
            </a:r>
          </a:p>
          <a:p xmlns:a="http://schemas.openxmlformats.org/drawingml/2006/main">
            <a:r>
              <a:t>형식은 docs/architecture/12-decisions/decision-packages/contracts/dp41-request-frame-v1.schema.json, 전체 JSON과 조건부 항목 반환은 같은 위치의 dp41-output-examples.json을 따른다. 추가 key/알 수 없는 op/잘못된 참조는 거부하며 미해석 구간을 성공으로 누락하지 않는다. source_text는 원문 대응이며 그 대응이 뜻의 정답을 보장하지 않는다. 그림은 전체 JSON의 필드값을 축약한다. schema/예시 일관성 검사는 실행 Engine 구현이나 LLM 성공률 검증이 아니다.</a:t>
            </a:r>
          </a:p>
          <a:p xmlns:a="http://schemas.openxmlformats.org/drawingml/2006/main">
            <a:r>
              <a:t>읽기 도구 실행기는 Context Manager와 Task Manager에 각각 직접 조회한다. 화면/대화 근거와 업무 후보, 출처와 조회한 자료의 변경 번호를 받는다. 문서형 도형은 교환 내용의 설명용 예시이며 Component, Module, 저장 상태 또는 확정 API schema가 아니다.</a:t>
            </a:r>
          </a:p>
          <a:p xmlns:a="http://schemas.openxmlformats.org/drawingml/2006/main">
            <a:r>
              <a:t>이 발표 그림은 사용자 발화 → Interaction Manager → Request Controller → Request Interpreter 시작 경로를 간략히 표시하고 요청 해석을 확대했다. 위쪽 Request Interpreter 경계 안에는 Module 간 연결과 교환 데이터만 표시한다. 아래쪽 별도 실행 순서도에는 동작과 반복/종료 분기를 표시한다. 두 그림 영역 사이에는 실행 연결선이 없고, 순서도의 사각형/마름모는 동작/분기이며 Component나 Module이 아니다. 반복은 완성 의미 제안, 확인 질문 대기, 실패, 취소 또는 한도 도달에서 종료한다. 확인 질문의 실제 전달과 답변 뒤 새 해석은 공통 후속 경로다. 공통 음성 처리 내부, Model Access adapter 내부, Policy Manager 권한, Request Controller 검증/저장/채택, State Store, Response Manager 출력과 실제 전달, Task Manager/Agent Gateway 위임은 전체 MAIN에 남아 있다. 발표에서 생략은 설계 삭제가 아니다. 임시 해석 상태는 Request Interpreter, 채택 의미/질문은 Request Controller, 실제 전달 원본은 Response Manager다. 입력/자료/업무/질문이 바뀌었는지와 권한을 검사하고 저장 성공 후 채택한다.</a:t>
            </a:r>
          </a:p>
          <a:p xmlns:a="http://schemas.openxmlformats.org/drawingml/2006/main">
            <a:r>
              <a:t>revision/version은 자료나 상태의 변경 번호다. v2는 두 번째 버전이며 최신임을 보증하지 않는다. 그림은 이를 조회 시점과 자료 변경 확인으로 풀어 썼다. 자료가 바뀌면 옛 해석을 그대로 채택하지 않는 검사는 유지한다.</a:t>
            </a:r>
          </a:p>
          <a:p xmlns:a="http://schemas.openxmlformats.org/drawingml/2006/main">
            <a:r>
              <a:t>도구 조회 자체는 모델 호출이 아니다. Context 의미 가공, 응답 구성, 음성/전사, 실패/재시도/폐기된 호출의 실제 사용량도 비용에 포함한다. 조건별 trade-off는 가설이며 품질 우열을 측정하지 않았다.</a:t>
            </a:r>
          </a:p>
          <a:p xmlns:a="http://schemas.openxmlformats.org/drawingml/2006/main">
            <a:r>
              <a:t>A에서 조회 결과는 모델에 제공할 해석 맥락으로 돌아간다. 그림에서 실제 클라우드 LLM으로 다시 올라가는 호출선과 다음 행동을 받는 반환선을 분리했다. 첫 모델 판단의 task_retrieve/context_retrieve와 그 조회 결과를 받은 다음 판단의 interaction_retrieve는 서로 다른 차례의 출력 예시다. 추가 조회 결과도 큰 반환 경로로 같은 맥락에 반영되어 모델이 다시 판단한다. 항상 정해진 도구를 정해진 횟수로 호출하는 구조를 뜻하지 않는다. 모호하면 확인 질문으로 현재 반복을 끝내며 실제 답변 이후에만 Task1을 확정한다. 로컬 해석 제어기는 호출과 도구 대응을 관리하고 클라우드 모델이 다음 행동과 전체 의미를 제안한다. B에서 조회 결과는 항목별 해결 상태로 돌아간다. Engine 내부 프레임 / 항목 검사기, 미해결 항목 처리기, 관계 결합기는 기존 Engine 책임을 펼친 코드 Module이며 독립 Component가 아니다. 검사기가 프레임과 부분 결과를 상태에 반영하고 해결 상태를 다시 검사한다. 필요한 항목만 구조화기를 통해 모델에 부분 해석을 요청한다. 자연어 정답을 코드가 추측하거나 전체 모델 판단을 복사하는 경로를 순수 B로 보지 않는다. 위쪽은 Module 협력 구조이고 아래 순서도는 설명용 동작과 분기다.</a:t>
            </a:r>
          </a:p>
          <a:p xmlns:a="http://schemas.openxmlformats.org/drawingml/2006/main">
            <a:r>
              <a:t>다음 주제로 연결</a:t>
            </a:r>
          </a:p>
          <a:p xmlns:a="http://schemas.openxmlformats.org/drawingml/2006/main">
            <a:r>
              <a:t>요청을 이해하는 중에도 새 입력과 업무 알림은 계속 들어옵니다. 다음으로, 겹친 사건과 여러 처리를 이어가는 실행 구조를 설명하겠습니다.</a:t>
            </a:r>
          </a:p>
          <a:p xmlns:a="http://schemas.openxmlformats.org/drawingml/2006/main">
            <a:r>
              <a:t>최신 QA 기준과 계산</a:t>
            </a:r>
          </a:p>
          <a:p xmlns:a="http://schemas.openxmlformats.org/drawingml/2006/main">
            <a:r>
              <a:t>ASR-QA-v6, 동일 P21 전체 5회. 후보 전체 원값/등급은 평가 전이며 0점으로 해석하지 않는다.</a:t>
            </a:r>
          </a:p>
          <a:p xmlns:a="http://schemas.openxmlformats.org/drawingml/2006/main">
            <a:r>
              <a:t>지역 call-plan과 메모리 예산은 CALCULATED_REFERENCE다. 지역 차이를 전체 평균/목표 충족/승자로 확대하지 않는다.</a:t>
            </a:r>
          </a:p>
          <a:p xmlns:a="http://schemas.openxmlformats.org/drawingml/2006/main">
            <a:r>
              <a:t>원문: docs/architecture/12-decisions/decision-packages/03-02-quality-attribute-definitions.md</a:t>
            </a:r>
          </a:p>
          <a:p xmlns:a="http://schemas.openxmlformats.org/drawingml/2006/main">
            <a:r>
              <a:t>계산: docs/architecture/12-decisions/decision-packages/03-02-poc-reference-calculations.json</a:t>
            </a:r>
          </a:p>
          <a:p xmlns:a="http://schemas.openxmlformats.org/drawingml/2006/main">
            <a:r>
              <a:t>공통 모델 배치: 로컬 VIA/로컬 VAD, 별도 클라우드 음성 모델과 의미 LLM. 04-40 공통 실행 계약을 따른다.</a:t>
            </a:r>
          </a:p>
          <a:p xmlns:a="http://schemas.openxmlformats.org/drawingml/2006/main">
            <a:r>
              <a:t>PoC 비용 reference: Qwen3-30B-A3B-Instruct-2507 Singapore/International non-thinking 및 gpt-realtime-2025-08-28. 제품 모델 선택을 뜻하지 않는다.</a:t>
            </a:r>
          </a:p>
          <a:p xmlns:a="http://schemas.openxmlformats.org/drawingml/2006/main">
            <a:r>
              <a:t>충분한 typed 근거에서만 A 2호출/B 1호출. B의 추가 해석 또는 A의 cache로 차이가 줄어든다.</a:t>
            </a:r>
          </a:p>
          <a:p xmlns:a="http://schemas.openxmlformats.org/drawingml/2006/main">
            <a:r>
              <a:t>활성화 사례: S2-01, S2-02, S2-03, S2-05, S3-02, S3-03, S4-01, S6-01, S6-02</a:t>
            </a:r>
          </a:p>
          <a:p xmlns:a="http://schemas.openxmlformats.org/drawingml/2006/main">
            <a:r>
              <a:t>지역 계산 S2-01: A 4.197초 / B 2.398초. 충분한 typed 근거와 2/1호출 가정이며 전체 평균은 아니다.</a:t>
            </a:r>
          </a:p>
          <a:p xmlns:a="http://schemas.openxmlformats.org/drawingml/2006/main">
            <a:r>
              <a:t>{"semantic_USD": "0.03472", "fresh_audio_USD": "0.24512", "voice_text_USD": "0.072", "subtotal_USD": "0.35184", "remaining_USD": "0.14816", "target_USD": "0.50", "evidence_level": "CALCULATED_REFERENCE_NOT_CANDIDATE_RESULT"}</a:t>
            </a:r>
          </a:p>
          <a:p xmlns:a="http://schemas.openxmlformats.org/drawingml/2006/main">
            <a:r>
              <a:t>신규 audio와 예산 Text만의 소계이며 이력 audio 재입력, 별도 전사/vision/helper, 재시도/폐기/배경 생산은 실제 청구로 추가한다.</a:t>
            </a:r>
          </a:p>
          <a:p xmlns:a="http://schemas.openxmlformats.org/drawingml/2006/main">
            <a:r>
              <a:t>62호출은 공통 예산 reference로 양안 호출수를 강제하지 않는다. 지역 과거 처리와 중복되면 교체하고 별도면 추가한다.</a:t>
            </a:r>
          </a:p>
          <a:p xmlns:a="http://schemas.openxmlformats.org/drawingml/2006/main">
            <a:r>
              <a:t>QA-01/05의 정답률과 실제 변경 단위는 새 입력/변경 patch 없이 생성하지 않는다. 모든 QA의 보호 조건은 별도 판정한다.</a:t>
            </a:r>
          </a:p>
          <a:p xmlns:a="http://schemas.openxmlformats.org/drawingml/2006/main">
            <a:r>
              <a:t>ASR-QA-01 요청 처리 정확성: 필수 정답 조건 충족률(%) = P21의 21개 × 5회 × C1~C6, 630조건. 목표 98% 이상, 정답 618/630 이상. 보호 조건 전체/S/C ≥95%, 필수 위반 0건.</a:t>
            </a:r>
          </a:p>
          <a:p xmlns:a="http://schemas.openxmlformats.org/drawingml/2006/main">
            <a:r>
              <a:t>A: 전체 의미 결합과 부분 갱신. B: 요청 틀의 표현 범위와 부분 결합. 후보값/등급 NOT_EVALUATED.</a:t>
            </a:r>
          </a:p>
          <a:p xmlns:a="http://schemas.openxmlformats.org/drawingml/2006/main">
            <a:r>
              <a:t>ASR-QA-02 상호작용 응답시간: 평균 유효 반응시간(초) = 전 21개 사례의 지정 반응 27개 × 5회, 135관측. 목표 1.0초 이하, 모든 local stop 0.1초 이하. 보호 조건 일반 ≥100/105 ≤2초; 집중 30/30 ≤5초; stop ≤0.1초.</a:t>
            </a:r>
          </a:p>
          <a:p xmlns:a="http://schemas.openxmlformats.org/drawingml/2006/main">
            <a:r>
              <a:t>A: 조회 후 재판단과 실제 첫 반응. B: 지원 항목의 코드 해결과 추가 해석. 후보값/등급 NOT_EVALUATED.</a:t>
            </a:r>
          </a:p>
          <a:p xmlns:a="http://schemas.openxmlformats.org/drawingml/2006/main">
            <a:r>
              <a:t>ASR-QA-03 VIA 요청 처리시간: 평균 VIA 귀속 사이클 시간(초) = 사용자 목표가 있는 19개 × 5회, 95관측. 목표 10초 이하. 보호 조건 ≥91/95 ≤15초, 미전달 0건.</a:t>
            </a:r>
          </a:p>
          <a:p xmlns:a="http://schemas.openxmlformats.org/drawingml/2006/main">
            <a:r>
              <a:t>A: 조회와 전체 판단의 반복 경로. B: 항목별 해결과 코드 결합 경로. 후보값/등급 NOT_EVALUATED.</a:t>
            </a:r>
          </a:p>
          <a:p xmlns:a="http://schemas.openxmlformats.org/drawingml/2006/main">
            <a:r>
              <a:t>ASR-QA-04 VIA 모델 사용 비용: P21 1묶음 평균 총 모델 비용(USD/P21) = 동일 활동 5회 총액의 평균. 목표 $0.50/P21 이하. 보호 조건 초기/재시도/폐기/배경/context 누락 없음.</a:t>
            </a:r>
          </a:p>
          <a:p xmlns:a="http://schemas.openxmlformats.org/drawingml/2006/main">
            <a:r>
              <a:t>A: 실제 재판단 token과 폐기 청구. B: 부분 해석 호출과 전체 청구. 후보값/등급 NOT_EVALUATED.</a:t>
            </a:r>
          </a:p>
          <a:p xmlns:a="http://schemas.openxmlformats.org/drawingml/2006/main">
            <a:r>
              <a:t>ASR-QA-05 VIA 변경 용이성: 평균 변경 기능 책임 단위 수(개/과제) = 6개 변경의 고유 수정 책임 수 합/6. 목표 평균 3개 이하, 과제별5개 이하. 보호 조건 과제별 ≤5개, 6개 완료/필수 회귀 충족.</a:t>
            </a:r>
          </a:p>
          <a:p xmlns:a="http://schemas.openxmlformats.org/drawingml/2006/main">
            <a:r>
              <a:t>A: 모델 지침과 검증의 실제 수정. B: 요청 틀과 Engine 규칙의 실제 수정. 후보값/등급 NOT_EVALUATED.</a:t>
            </a:r>
          </a:p>
          <a:p xmlns:a="http://schemas.openxmlformats.org/drawingml/2006/main">
            <a:r>
              <a:t>ASR-QA-06 로컬 VIA 메모리 사용량: 최대 전체 commit 메모리(MiB) = 동일 P21 5회 중 전체 process/고유 공유 allocation 동시 합 최대. 목표 4,096MiB(4GiB) 이하. 보호 조건 working-set ≤6GiB, 유휴 증가 ≤16MiB.</a:t>
            </a:r>
          </a:p>
          <a:p xmlns:a="http://schemas.openxmlformats.org/drawingml/2006/main">
            <a:r>
              <a:t>A: Context와 조회 buffer의 동시 할당. B: 요청 틀과 해결 상태의 동시 할당. 후보값/등급 NOT_EVALUATED.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p>
          <a:p xmlns:a="http://schemas.openxmlformats.org/drawingml/2006/main">
            <a:r>
              <a:t>DP42 근거: docs/architecture/12-decisions/decision-packages/04-42-lifecycle-ownership.md §1~3 및 main-figure review. 타임라인 길이는 설명용이며 시간·성능 측정 값이 아니다. 음성 연결 종료는 Conversation·Task 취소/삭제가 아니다. Conversation/Request/Task/Execution의 서로 다른 논리 수명은 양안 공통이다. 첫 Request 처리가 끝나는 것은 확인된 위임 접수 등 요청 처리의 종료이지 보고서 실행 완료가 아니다. 외부 Agent는 요청 처리와 음성 연결에 독립적으로 보고서 작성을 계속하고 결과를 VIA에 통지한다. 돌아온 사용자 정정은 새로운 Request이며 같은 보고서 업무에 연결되어 새 수정 실행을 만들 수 있다. 업무 이력의 연속 실선은 처음 작성 실행이 계속 살아있거나 완료 Task가 영원히 실행중이라는 뜻이 아니다. A는 모듈형 통합 Core의 대화/업무 상태 소유와 관련 로컬 변경의 공동 확정, B는 독립 대화/업무 서비스의 상태 권한과 commands/receipts/events 협력을 비교한다. 양안 모두 이 장면을 수행한다. 정상 장면의 정확성·응답성·호출비용에 B의 자동 이익을 주장하지 않으며 장애·업데이트를 대표 이익으로 쓰지 않는다. 조건부 독립 수명/장애 격리와 cross-service coordination 비용은 다음 비교에서 설명한다.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04-42. 대화와 Task 상태의 소유 및 확정</a:t>
            </a:r>
          </a:p>
          <a:p xmlns:a="http://schemas.openxmlformats.org/drawingml/2006/main">
            <a:r>
              <a:t>https://github.com/cbyche/via-sw-architecture/blob/main/docs/architecture/12-decisions/decision-packages/04-42-lifecycle-ownership.md</a:t>
            </a:r>
          </a:p>
          <a:p xmlns:a="http://schemas.openxmlformats.org/drawingml/2006/main">
            <a:r>
              <a:t>https://github.com/cbyche/via-sw-architecture/blob/main/docs/presentations_files/dp-comparison/dp42-comparison.svg</a:t>
            </a:r>
          </a:p>
          <a:p xmlns:a="http://schemas.openxmlformats.org/drawingml/2006/main">
            <a:r>
              <a:t>조건별 정성 비교 / 미선정 / 미측정. 같은 Conversation/Request/Task/Execution 논리 수명은 양안 공통이다. A는 모듈형 통합 Core이며 State Store 안 트랜잭션 관리자가 검증된 Request 질문 연결+Task 질문 답변+명령 준비를 공동 확정한다. B는 대화와 업무가 독립 상태 권위/실행 수명/State Store scope를 갖고 대화 의도 저장→업무 접수/원본+명령+접수결과 저장→AcceptanceReceipt의 대화 반영을 별도로 확정한다. ACCEPTED는 내부 접수이고 실제 외부 Agent 접수와 실제 사용자 전달은 별도 확인한다. Request Controller의 관계, Task Manager 업무/전송gate, Agent Gateway transmission, Response Manager 실제 전달 원장을 구별한다. 새 대화 처리기 Component나 Voice Runtime Component를 만들지 않는다. Input1/Request1/Task1/Question1/Command1/Publication1은 u2/R2/T1/Q1/K1/P1의 설명용 ID다.</a:t>
            </a:r>
          </a:p>
          <a:p xmlns:a="http://schemas.openxmlformats.org/drawingml/2006/main">
            <a:r>
              <a:t>고정 사례는 contracts/dp42-handoff-examples.json, 프로토콜 본문 §4.2다. B hold 요청 시각과 업무 gate의 적용 ACK 시각은 다르며 CAS가 먼저면 DISPATCHING/UNKNOWN과 실제 외부 상태 확인을 보존한다. hold가 먼저면 PENDING 명령을 차단하고 현재 의미 reconciliation 뒤 선택적 release한다. control_session/sequence/gate revision과 command ID+immutable payload, 늦은 ACK/유실/재시작을 구별한다. 모델/네트워크 호출은 transaction 밖이고 API 내부 접수로 외부 exactly-once를 보증하지 않는다.</a:t>
            </a:r>
          </a:p>
          <a:p xmlns:a="http://schemas.openxmlformats.org/drawingml/2006/main">
            <a:r>
              <a:t>모델 사용 비용은 같은 의미 판단을 고정하면 코드 인계가 추가 LLM 호출이 아니다. B 정상 사용 자동 정확성·응답성·변경 우위는 없다. 독립 업무 수명/저장 계약 변경 조건의 이익과 왕복/pending/heap/복구 비용을 같이 본다. 로컬 VIA/VAD/원본과 클라우드 음성·의미 의존성은 공통이다. 전체 MAIN과 집중 scene은 별도 source이며 기존 전체 그림을 대체하지 않는다. 문서/고정 예시 검사는 구현·모델·품질 측정의 증명이 아니다.</a:t>
            </a:r>
          </a:p>
          <a:p xmlns:a="http://schemas.openxmlformats.org/drawingml/2006/main">
            <a:r>
              <a:t>v3 위쪽 Conversation1/Request1/Task1/Execution1 막대는 양안의 공통 논리 수명이며 길이는 측정값이 아니다. 가운데 큰 살구색 실선/점선은 실행과 저장 확정의 경계이며 새 Component가 아니다. 아래 A의 두 owner 변경은 한 번에 확정하거나 모두 미반영된다. B는 의도 저장, Task 접수 저장, 대화 receipt 반영의 세 로컬 사실이다. Task 접수 후 외부 전송은 대화 receipt 반영을 기다리지 않고 가능하며 외부 Agent 접수/사용자 전달은 별도 확인한다. 7은 고정 Question1의 예상 질문 개정이며 형식 버전이 아니다. 여섯 ASR 표는 최신 03-02의 조건별 구조 영향이다.</a:t>
            </a:r>
          </a:p>
          <a:p xmlns:a="http://schemas.openxmlformats.org/drawingml/2006/main">
            <a:r>
              <a:t>최신 QA 기준과 계산</a:t>
            </a:r>
          </a:p>
          <a:p xmlns:a="http://schemas.openxmlformats.org/drawingml/2006/main">
            <a:r>
              <a:t>ASR-QA-v6, 동일 P21 전체 5회. 후보 전체 원값/등급은 평가 전이며 0점으로 해석하지 않는다.</a:t>
            </a:r>
          </a:p>
          <a:p xmlns:a="http://schemas.openxmlformats.org/drawingml/2006/main">
            <a:r>
              <a:t>지역 call-plan과 메모리 예산은 CALCULATED_REFERENCE다. 지역 차이를 전체 평균/목표 충족/승자로 확대하지 않는다.</a:t>
            </a:r>
          </a:p>
          <a:p xmlns:a="http://schemas.openxmlformats.org/drawingml/2006/main">
            <a:r>
              <a:t>원문: docs/architecture/12-decisions/decision-packages/03-02-quality-attribute-definitions.md</a:t>
            </a:r>
          </a:p>
          <a:p xmlns:a="http://schemas.openxmlformats.org/drawingml/2006/main">
            <a:r>
              <a:t>계산: docs/architecture/12-decisions/decision-packages/03-02-poc-reference-calculations.json</a:t>
            </a:r>
          </a:p>
          <a:p xmlns:a="http://schemas.openxmlformats.org/drawingml/2006/main">
            <a:r>
              <a:t>공통 모델 배치: 로컬 VIA/로컬 VAD, 별도 클라우드 음성 모델과 의미 LLM. 04-40 공통 실행 계약을 따른다.</a:t>
            </a:r>
          </a:p>
          <a:p xmlns:a="http://schemas.openxmlformats.org/drawingml/2006/main">
            <a:r>
              <a:t>PoC 비용 reference: Qwen3-30B-A3B-Instruct-2507 Singapore/International non-thinking 및 gpt-realtime-2025-08-28. 제품 모델 선택을 뜻하지 않는다.</a:t>
            </a:r>
          </a:p>
          <a:p xmlns:a="http://schemas.openxmlformats.org/drawingml/2006/main">
            <a:r>
              <a:t>독립 process만으로 정확성이나 모델 비용 이익을 부여하지 않는다. 정상 접수와 경합을 함께 본다.</a:t>
            </a:r>
          </a:p>
          <a:p xmlns:a="http://schemas.openxmlformats.org/drawingml/2006/main">
            <a:r>
              <a:t>활성화 사례: S6-04, S4-03, S5-01, S6-02, S5-03, S5-04</a:t>
            </a:r>
          </a:p>
          <a:p xmlns:a="http://schemas.openxmlformats.org/drawingml/2006/main">
            <a:r>
              <a:t>지역 계산 S6-04: 확정/접수 A 0.010초 / B 0.025초. 모델과 외부 접수는 공통이며 전체 평균은 아니다.</a:t>
            </a:r>
          </a:p>
          <a:p xmlns:a="http://schemas.openxmlformats.org/drawingml/2006/main">
            <a:r>
              <a:t>{"semantic_USD": "0.03472", "fresh_audio_USD": "0.24512", "voice_text_USD": "0.072", "subtotal_USD": "0.35184", "remaining_USD": "0.14816", "target_USD": "0.50", "evidence_level": "CALCULATED_REFERENCE_NOT_CANDIDATE_RESULT"}</a:t>
            </a:r>
          </a:p>
          <a:p xmlns:a="http://schemas.openxmlformats.org/drawingml/2006/main">
            <a:r>
              <a:t>신규 audio와 예산 Text만의 소계이며 이력 audio 재입력, 별도 전사/vision/helper, 재시도/폐기/배경 생산은 실제 청구로 추가한다.</a:t>
            </a:r>
          </a:p>
          <a:p xmlns:a="http://schemas.openxmlformats.org/drawingml/2006/main">
            <a:r>
              <a:t>62호출은 공통 예산 reference로 양안 호출수를 강제하지 않는다. 지역 과거 처리와 중복되면 교체하고 별도면 추가한다.</a:t>
            </a:r>
          </a:p>
          <a:p xmlns:a="http://schemas.openxmlformats.org/drawingml/2006/main">
            <a:r>
              <a:t>QA-01/05의 정답률과 실제 변경 단위는 새 입력/변경 patch 없이 생성하지 않는다. 모든 QA의 보호 조건은 별도 판정한다.</a:t>
            </a:r>
          </a:p>
          <a:p xmlns:a="http://schemas.openxmlformats.org/drawingml/2006/main">
            <a:r>
              <a:t>ASR-QA-01 요청 처리 정확성: 필수 정답 조건 충족률(%) = P21의 21개 × 5회 × C1~C6, 630조건. 목표 98% 이상, 정답 618/630 이상. 보호 조건 전체/S/C ≥95%, 필수 위반 0건.</a:t>
            </a:r>
          </a:p>
          <a:p xmlns:a="http://schemas.openxmlformats.org/drawingml/2006/main">
            <a:r>
              <a:t>A: 의미와 접수 및 현재성 검사. B: 동일 검사와 receipt의 올바른 반영. 후보값/등급 NOT_EVALUATED.</a:t>
            </a:r>
          </a:p>
          <a:p xmlns:a="http://schemas.openxmlformats.org/drawingml/2006/main">
            <a:r>
              <a:t>ASR-QA-02 상호작용 응답시간: 평균 유효 반응시간(초) = 전 21개 사례의 지정 반응 27개 × 5회, 135관측. 목표 1.0초 이하, 모든 local stop 0.1초 이하. 보호 조건 일반 ≥100/105 ≤2초; 집중 30/30 ≤5초; stop ≤0.1초.</a:t>
            </a:r>
          </a:p>
          <a:p xmlns:a="http://schemas.openxmlformats.org/drawingml/2006/main">
            <a:r>
              <a:t>A: 공동 commit과 대화 반영 대기. B: 독립 접수와 receipt 반영 대기. 후보값/등급 NOT_EVALUATED.</a:t>
            </a:r>
          </a:p>
          <a:p xmlns:a="http://schemas.openxmlformats.org/drawingml/2006/main">
            <a:r>
              <a:t>ASR-QA-03 VIA 요청 처리시간: 평균 VIA 귀속 사이클 시간(초) = 사용자 목표가 있는 19개 × 5회, 95관측. 목표 10초 이하. 보호 조건 ≥91/95 ≤15초, 미전달 0건.</a:t>
            </a:r>
          </a:p>
          <a:p xmlns:a="http://schemas.openxmlformats.org/drawingml/2006/main">
            <a:r>
              <a:t>A: 관련 상태의 공동 확정 경로. B: 인계와 reconciliation의 전체 경로. 후보값/등급 NOT_EVALUATED.</a:t>
            </a:r>
          </a:p>
          <a:p xmlns:a="http://schemas.openxmlformats.org/drawingml/2006/main">
            <a:r>
              <a:t>ASR-QA-04 VIA 모델 사용 비용: P21 1묶음 평균 총 모델 비용(USD/P21) = 동일 활동 5회 총액의 평균. 목표 $0.50/P21 이하. 보호 조건 초기/재시도/폐기/배경/context 누락 없음.</a:t>
            </a:r>
          </a:p>
          <a:p xmlns:a="http://schemas.openxmlformats.org/drawingml/2006/main">
            <a:r>
              <a:t>A: 코드 저장 외 실제 모델 청구. B: IPC 외 실제 모델 청구. 후보값/등급 NOT_EVALUATED.</a:t>
            </a:r>
          </a:p>
          <a:p xmlns:a="http://schemas.openxmlformats.org/drawingml/2006/main">
            <a:r>
              <a:t>ASR-QA-05 VIA 변경 용이성: 평균 변경 기능 책임 단위 수(개/과제) = 6개 변경의 고유 수정 책임 수 합/6. 목표 평균 3개 이하, 과제별5개 이하. 보호 조건 과제별 ≤5개, 6개 완료/필수 회귀 충족.</a:t>
            </a:r>
          </a:p>
          <a:p xmlns:a="http://schemas.openxmlformats.org/drawingml/2006/main">
            <a:r>
              <a:t>A: 공동 상태 계약의 실제 수정. B: 독립 인계 계약의 실제 수정. 후보값/등급 NOT_EVALUATED.</a:t>
            </a:r>
          </a:p>
          <a:p xmlns:a="http://schemas.openxmlformats.org/drawingml/2006/main">
            <a:r>
              <a:t>ASR-QA-06 로컬 VIA 메모리 사용량: 최대 전체 commit 메모리(MiB) = 동일 P21 5회 중 전체 process/고유 공유 allocation 동시 합 최대. 목표 4,096MiB(4GiB) 이하. 보호 조건 working-set ≤6GiB, 유휴 증가 ≤16MiB.</a:t>
            </a:r>
          </a:p>
          <a:p xmlns:a="http://schemas.openxmlformats.org/drawingml/2006/main">
            <a:r>
              <a:t>A: 통합 실행체의 상태와 대기열. B: 추가 process와 receipt 상태. 후보값/등급 NOT_EVALUATED.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p>
          <a:p xmlns:a="http://schemas.openxmlformats.org/drawingml/2006/main">
            <a:r>
              <a:t>DP44 근거: docs/architecture/12-decisions/decision-packages/04-44-continuous-interaction.md 배경 및 직접 다루는 네 종류의 사건. VIA는 보고서 설명을 직접 준비하고 Agent는 독립적인 회의 안내 메일 초안 업무를 수행한다. 그동안 새 표 설명 요청, 메일 수신자 질문, 이전 보고서 설명의 준비 완료가 겹친다. 중앙 삽화는 VIA라는 참여자이며 응답 준비가 별도 Component임을 뜻하지 않는다. 합류선은 사건들을 다뤄야 한다는 공통 요구이지 중앙 Dispatcher나 B의 join Module을 미리 선택한 구조가 아니다. 네 번째 사건인 실제 표시/재생/중단 receipt는 하단 후속 처리에 포함한다. 발화 시작 시 음성 중단과 지속 입력은 공통 기능이다. 발화 시작이 Task 취소는 아니며 응답 후보 준비가 사용자 전달 완료도 아니다. 기존 응답의 현재 유효성·권한·출력 차례를 확인하고 필요한 대기를 이어간다. 도착 순서가 고정 전달 우선순위를 정하지 않는다. A도 비동기이고 B도 협력이 필요하다. 비교는 중앙의 실행 명령·완료 회수·대기 관리와 연결된 단계의 입력/대기 상태·조건 충족 활성화다.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04-44. VIA 지속 입력과 Task 알림의 후속 실행 구조</a:t>
            </a:r>
          </a:p>
          <a:p xmlns:a="http://schemas.openxmlformats.org/drawingml/2006/main">
            <a:r>
              <a:t>https://github.com/cbyche/via-sw-architecture/blob/main/docs/architecture/12-decisions/decision-packages/04-44-continuous-interaction.md</a:t>
            </a:r>
          </a:p>
          <a:p xmlns:a="http://schemas.openxmlformats.org/drawingml/2006/main">
            <a:r>
              <a:t>https://github.com/cbyche/via-sw-architecture/blob/main/docs/presentations_files/dp-comparison/dp44-comparison.svg</a:t>
            </a:r>
          </a:p>
          <a:p xmlns:a="http://schemas.openxmlformats.org/drawingml/2006/main">
            <a:r>
              <a:t>조건별 정성 비교 / 미선정 / 미측정. 표는 최신 여섯 ASR의 조건부 영향이며 수치 점수 또는 우열 측정이 아니다.</a:t>
            </a:r>
          </a:p>
          <a:p xmlns:a="http://schemas.openxmlformats.org/drawingml/2006/main">
            <a:r>
              <a:t>같은 Input1 표 설명,Task1 메일의 Question1,Input0의 늦은 Candidate0에서 A는 중앙 continuation/완료 회수/재지시, B는 입력/알림 Stage의 Window와 Candidate+AdoptedMeaning+InputSettled+admission+source+과거 전달 snapshot Join을 비교한다. Job ID와 input generation을 고정하며 현재 확인 질문은 InputSettled를 기다리지 않는 별도 admission이다. 로컬 VAD·VIA 상태 권위,클라우드 음성/의미 모델은 양안 공통. dispatch/join/credit는 코드이며 같은 모델 job에서 자동 비용 우위는 없다. 42A 공동 확정/42B 업무 gate 확정과hold ack를 각각 연결한다. schema/JSON 예시는 docs/architecture/12-decisions/decision-packages/contracts/dp44-execution-examples.json이며 미구현/미측정 설계 검토안이다.</a:t>
            </a:r>
          </a:p>
          <a:p xmlns:a="http://schemas.openxmlformats.org/drawingml/2006/main">
            <a:r>
              <a:t>A 중앙 조정 방식: Request Controller 내부 Dialogue Dispatcher와 Dialogue Progress State. B 이벤트 흐름을 연결하는 방식: Request Controller 내부 Input Resolution Stage·Task Notice Stage와 Window, Response Manager 내부 Publication Join·Publication Window. 같은 정식 10개 Component와 원본 owner, 흰색/검정 공통 및 살구색/짙은 테두리 차이 표기.</a:t>
            </a:r>
          </a:p>
          <a:p xmlns:a="http://schemas.openxmlformats.org/drawingml/2006/main">
            <a:r>
              <a:t>Voice Runtime에는 Interaction Manager의 음성 입출력·즉시 중단 기능과 Model Access client가 배치된다. 동시 실행 수가 제한된 비동기 executor와 Blocking worker pool, Model Access 별도 scheduler를 사용한다. A 사건 대기열·비동기 작업·완료 반환은 실행 기반이, B 이벤트 채널·구독·단계별 수용량·취소 전달은 실행 라이브러리가 지원한다. 수치·우선순위·pool 크기는 미정이며 별도 Component·process·모델을 추가하지 않는다.</a:t>
            </a:r>
          </a:p>
          <a:p xmlns:a="http://schemas.openxmlformats.org/drawingml/2006/main">
            <a:r>
              <a:t>다음 주제로 연결</a:t>
            </a:r>
          </a:p>
          <a:p xmlns:a="http://schemas.openxmlformats.org/drawingml/2006/main">
            <a:r>
              <a:t>들어온 사건을 처리하는 데 더해, 현재 요청이 가리키는 과거 설명과 업무 결과를 연결해야 합니다. 다음으로, 여러 활동의 과거 맥락을 제공하는 방식을 설명하겠습니다.</a:t>
            </a:r>
          </a:p>
          <a:p xmlns:a="http://schemas.openxmlformats.org/drawingml/2006/main">
            <a:r>
              <a:t>최신 QA 기준과 계산</a:t>
            </a:r>
          </a:p>
          <a:p xmlns:a="http://schemas.openxmlformats.org/drawingml/2006/main">
            <a:r>
              <a:t>ASR-QA-v6, 동일 P21 전체 5회. 후보 전체 원값/등급은 평가 전이며 0점으로 해석하지 않는다.</a:t>
            </a:r>
          </a:p>
          <a:p xmlns:a="http://schemas.openxmlformats.org/drawingml/2006/main">
            <a:r>
              <a:t>지역 call-plan과 메모리 예산은 CALCULATED_REFERENCE다. 지역 차이를 전체 평균/목표 충족/승자로 확대하지 않는다.</a:t>
            </a:r>
          </a:p>
          <a:p xmlns:a="http://schemas.openxmlformats.org/drawingml/2006/main">
            <a:r>
              <a:t>원문: docs/architecture/12-decisions/decision-packages/03-02-quality-attribute-definitions.md</a:t>
            </a:r>
          </a:p>
          <a:p xmlns:a="http://schemas.openxmlformats.org/drawingml/2006/main">
            <a:r>
              <a:t>계산: docs/architecture/12-decisions/decision-packages/03-02-poc-reference-calculations.json</a:t>
            </a:r>
          </a:p>
          <a:p xmlns:a="http://schemas.openxmlformats.org/drawingml/2006/main">
            <a:r>
              <a:t>공통 모델 배치: 로컬 VIA/로컬 VAD, 별도 클라우드 음성 모델과 의미 LLM. 04-40 공통 실행 계약을 따른다.</a:t>
            </a:r>
          </a:p>
          <a:p xmlns:a="http://schemas.openxmlformats.org/drawingml/2006/main">
            <a:r>
              <a:t>PoC 비용 reference: Qwen3-30B-A3B-Instruct-2507 Singapore/International non-thinking 및 gpt-realtime-2025-08-28. 제품 모델 선택을 뜻하지 않는다.</a:t>
            </a:r>
          </a:p>
          <a:p xmlns:a="http://schemas.openxmlformats.org/drawingml/2006/main">
            <a:r>
              <a:t>양안의 async, 우선순위와 병렬 실행을 허용한다. S5-04의 실제 queue와 Join 경합을 확인한다.</a:t>
            </a:r>
          </a:p>
          <a:p xmlns:a="http://schemas.openxmlformats.org/drawingml/2006/main">
            <a:r>
              <a:t>활성화 사례: S3-02, S4-01, S4-02, S5-01, S5-02, S5-04</a:t>
            </a:r>
          </a:p>
          <a:p xmlns:a="http://schemas.openxmlformats.org/drawingml/2006/main">
            <a:r>
              <a:t>지역 계산 S5-04: 전이 6회 A 0.060초 / B 0.050초. 실제 queue와 음성 차례 비용은 별도다.</a:t>
            </a:r>
          </a:p>
          <a:p xmlns:a="http://schemas.openxmlformats.org/drawingml/2006/main">
            <a:r>
              <a:t>{"semantic_USD": "0.03472", "fresh_audio_USD": "0.24512", "voice_text_USD": "0.072", "subtotal_USD": "0.35184", "remaining_USD": "0.14816", "target_USD": "0.50", "evidence_level": "CALCULATED_REFERENCE_NOT_CANDIDATE_RESULT"}</a:t>
            </a:r>
          </a:p>
          <a:p xmlns:a="http://schemas.openxmlformats.org/drawingml/2006/main">
            <a:r>
              <a:t>신규 audio와 예산 Text만의 소계이며 이력 audio 재입력, 별도 전사/vision/helper, 재시도/폐기/배경 생산은 실제 청구로 추가한다.</a:t>
            </a:r>
          </a:p>
          <a:p xmlns:a="http://schemas.openxmlformats.org/drawingml/2006/main">
            <a:r>
              <a:t>62호출은 공통 예산 reference로 양안 호출수를 강제하지 않는다. 지역 과거 처리와 중복되면 교체하고 별도면 추가한다.</a:t>
            </a:r>
          </a:p>
          <a:p xmlns:a="http://schemas.openxmlformats.org/drawingml/2006/main">
            <a:r>
              <a:t>QA-01/05의 정답률과 실제 변경 단위는 새 입력/변경 patch 없이 생성하지 않는다. 모든 QA의 보호 조건은 별도 판정한다.</a:t>
            </a:r>
          </a:p>
          <a:p xmlns:a="http://schemas.openxmlformats.org/drawingml/2006/main">
            <a:r>
              <a:t>ASR-QA-01 요청 처리 정확성: 필수 정답 조건 충족률(%) = P21의 21개 × 5회 × C1~C6, 630조건. 목표 98% 이상, 정답 618/630 이상. 보호 조건 전체/S/C ≥95%, 필수 위반 0건.</a:t>
            </a:r>
          </a:p>
          <a:p xmlns:a="http://schemas.openxmlformats.org/drawingml/2006/main">
            <a:r>
              <a:t>A: 현재성 검사와 올바른 후속 지시. B: window와 Join의 현재성 검사. 후보값/등급 NOT_EVALUATED.</a:t>
            </a:r>
          </a:p>
          <a:p xmlns:a="http://schemas.openxmlformats.org/drawingml/2006/main">
            <a:r>
              <a:t>ASR-QA-02 상호작용 응답시간: 평균 유효 반응시간(초) = 전 21개 사례의 지정 반응 27개 × 5회, 135관측. 목표 1.0초 이하, 모든 local stop 0.1초 이하. 보호 조건 일반 ≥100/105 ≤2초; 집중 30/30 ≤5초; stop ≤0.1초.</a:t>
            </a:r>
          </a:p>
          <a:p xmlns:a="http://schemas.openxmlformats.org/drawingml/2006/main">
            <a:r>
              <a:t>A: 중앙 queue와 회수 대기. B: credit와 Stage 및 Join 대기. 후보값/등급 NOT_EVALUATED.</a:t>
            </a:r>
          </a:p>
          <a:p xmlns:a="http://schemas.openxmlformats.org/drawingml/2006/main">
            <a:r>
              <a:t>ASR-QA-03 VIA 요청 처리시간: 평균 VIA 귀속 사이클 시간(초) = 사용자 목표가 있는 19개 × 5회, 95관측. 목표 10초 이하. 보호 조건 ≥91/95 ≤15초, 미전달 0건.</a:t>
            </a:r>
          </a:p>
          <a:p xmlns:a="http://schemas.openxmlformats.org/drawingml/2006/main">
            <a:r>
              <a:t>A: 완료 회수와 다음 실행의 연결. B: Stage 활성화와 publication Join. 후보값/등급 NOT_EVALUATED.</a:t>
            </a:r>
          </a:p>
          <a:p xmlns:a="http://schemas.openxmlformats.org/drawingml/2006/main">
            <a:r>
              <a:t>ASR-QA-04 VIA 모델 사용 비용: P21 1묶음 평균 총 모델 비용(USD/P21) = 동일 활동 5회 총액의 평균. 목표 $0.50/P21 이하. 보호 조건 초기/재시도/폐기/배경/context 누락 없음.</a:t>
            </a:r>
          </a:p>
          <a:p xmlns:a="http://schemas.openxmlformats.org/drawingml/2006/main">
            <a:r>
              <a:t>A: 실제 호출과 retry 및 폐기 청구. B: 실제 호출과 retry 및 폐기 청구. 후보값/등급 NOT_EVALUATED.</a:t>
            </a:r>
          </a:p>
          <a:p xmlns:a="http://schemas.openxmlformats.org/drawingml/2006/main">
            <a:r>
              <a:t>ASR-QA-05 VIA 변경 용이성: 평균 변경 기능 책임 단위 수(개/과제) = 6개 변경의 고유 수정 책임 수 합/6. 목표 평균 3개 이하, 과제별5개 이하. 보호 조건 과제별 ≤5개, 6개 완료/필수 회귀 충족.</a:t>
            </a:r>
          </a:p>
          <a:p xmlns:a="http://schemas.openxmlformats.org/drawingml/2006/main">
            <a:r>
              <a:t>A: 후속 규칙과 사건 계약의 수정. B: 단계와 Join 계약의 실제 수정. 후보값/등급 NOT_EVALUATED.</a:t>
            </a:r>
          </a:p>
          <a:p xmlns:a="http://schemas.openxmlformats.org/drawingml/2006/main">
            <a:r>
              <a:t>ASR-QA-06 로컬 VIA 메모리 사용량: 최대 전체 commit 메모리(MiB) = 동일 P21 5회 중 전체 process/고유 공유 allocation 동시 합 최대. 목표 4,096MiB(4GiB) 이하. 보호 조건 working-set ≤6GiB, 유휴 증가 ≤16MiB.</a:t>
            </a:r>
          </a:p>
          <a:p xmlns:a="http://schemas.openxmlformats.org/drawingml/2006/main">
            <a:r>
              <a:t>A: 중앙 진행 상태와 실행 대기열. B: window와 credit 및 envelope copy. 후보값/등급 NOT_EVALUATED.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삽화는 builtin imagegen 생성 설명용 이미지이며 실제 제품 UI나 측정 결과가 아니다. 사용자/VIA/Agent 또는 사건/시간 구간은 설명용 참여자·데이터이며 Component·Module·process 경계를 선택하지 않는다. 제목·문구·데이터 흐름·타임라인은 native editable objects다. A/B는 미선정·미측정이며 이 배경은 양안의 공통 요구를 설명한다. Architecture 문서의 SVG/draw.io와 기존 원본 PPTX는 수정하지 않는다. 근거: 사용자 2026-10-10 발표자료 리뷰, docs/architecture/01-system-mission-and-boundary.md 및 docs/architecture/05-representative-use-cases.md. </a:t>
            </a:r>
          </a:p>
          <a:p xmlns:a="http://schemas.openxmlformats.org/drawingml/2006/main">
            <a:r>
              <a:t>DP45 근거: docs/architecture/12-decisions/decision-packages/04-45-memory-and-context.md §1, §3. 평가 기준은 VIA의 직접 응답이고 제품 비교·견적은 서로 다른 Agent의 확인된 업무 결과다. 같은 Agent에게 예전 보고서 스타일을 다시 위임하는 예시는 여기서 근거로 쓰지 않는다. VIA는 수신한 기록, 허용된 발췌·결과/버전 참조와 실제 전달 기록을 연결한다. 결과 참조가 전체 본문 보관을 뜻하지 않는다. 모든 Agent 내부 reasoning/tool 이력이나 전달받지 않은 자료를 알고 있다고 가정하지 않는다. 기준 적용과 새 제안서의 업무 판단·작성은 Agent 책임이다. 이 페이지의 세 기록은 관련 근거의 예시이지 특정 저장 구조를 선택하지 않는다. A도 summary/index/cache/부분 갱신을 허용한다. 비교는 요청 소비자가 원본 소유자 읽기를 조합하는 책임과 생산자가 공통 과거 관계를 생산·게시·폐기하는 지속 읽기 계약이다. B의 파생 기록이 현재 요청의 정답 의미나 위임 Task를 미리 확정하지 않는다. 원본·현재성·권한·누락 확인은 공통이다. 과거 기록을 장기 사용자 선호로 자동 승격하지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04-45. VIA 과거 정보의 Request별 구성과 공통 생산 및 조회</a:t>
            </a:r>
          </a:p>
          <a:p xmlns:a="http://schemas.openxmlformats.org/drawingml/2006/main">
            <a:r>
              <a:t>https://github.com/cbyche/via-sw-architecture/blob/main/docs/architecture/12-decisions/decision-packages/04-45-memory-and-context.md</a:t>
            </a:r>
          </a:p>
          <a:p xmlns:a="http://schemas.openxmlformats.org/drawingml/2006/main">
            <a:r>
              <a:t>https://github.com/cbyche/via-sw-architecture/blob/main/docs/presentations_files/dp-comparison/dp45-comparison.svg</a:t>
            </a:r>
          </a:p>
          <a:p xmlns:a="http://schemas.openxmlformats.org/drawingml/2006/main">
            <a:r>
              <a:t>조건별 정성 trade-off이며 최종 선정 또는 품질 측정이 아니다. 첫 요청, 반복 R24, 정정 직후와 표현 밖 새 관계를 구별한다.</a:t>
            </a:r>
          </a:p>
          <a:p xmlns:a="http://schemas.openxmlformats.org/drawingml/2006/main">
            <a:r>
              <a:t>공통 사례: C20/E20 VIA 직접 평가 기준 설명과 실제 전달 P20, C21/T21/D21@v2 제품 비교, C22/T22/D22@v1 견적. 현재 C23/R23의 제안서 작성 Task T23 연결은 현재 해석/채택의 결과다. VIA는 허용된 발췌와 참조를 연결하고, 평가 기준 적용과 제안서 작성은 Downstream Agent가 수행한다. 결과 참조는 본문 전체 보관을 뜻하지 않으며 Agent 내부 reasoning/모든 tool 기록은 전제하지 않는다.</a:t>
            </a:r>
          </a:p>
          <a:p xmlns:a="http://schemas.openxmlformats.org/drawingml/2006/main">
            <a:r>
              <a:t>A의 요약/index/cache/관계 cache/부분 갱신/병렬 조회와 기존 Agent 실행 맥락 재사용을 허용한다. B의 과거 관계는 검증/게시 범위만 읽고 원본 확인, 미게시/표현 미지원, 오류/갱신/삭제와 생산 비용을 유지한다. R23의 정답 관계를 미리 게시하지 않는다. 필요성과 사례 보완이며 최종 DP/A/B 선정 또는 새 사례의 품질 검증이 아니다. 45의 수치와 원형 점수는 조건별 정성 표로 교체했다.</a:t>
            </a:r>
          </a:p>
          <a:p xmlns:a="http://schemas.openxmlformats.org/drawingml/2006/main">
            <a:r>
              <a:t>A: Context Composer가 owner 읽기와 cache를 조합하여 직접 EvidenceBundle/receipt를 반환한다. Request Evidence Set은 요청 수명의 데이터다. B: 변경 알림, 실제 원본 읽기, 조건부 과거 의미 생산, 출처/권한/지원 종류 검증, 관계+coverage 게시, Evidence Reader의 게시 계약 소비를 나눈다. 미래 R23의 정답이나 T23 binding을 미리 생산하지 않는다.</a:t>
            </a:r>
          </a:p>
          <a:p xmlns:a="http://schemas.openxmlformats.org/drawingml/2006/main">
            <a:r>
              <a:t>NOT_COVERED는 지원 종류의 미생산으로 Publisher 생산 후 revision/상태를 반환하고 Reader가 Repository를 다시 읽는다. UNSUPPORTED_RELATION은 표현 변경 없이는 반복 생산으로 해결되지 않는다. NO_MATCH는 읽은 범위의 무일치다. DENIED/UNAVAILABLE도 분리한다. 현재 metadata 검사와 exact quote/조건/충돌 원문 확인은 남고, 원본 조합 우회는 명시적 B+다. 파생 오류 EvidenceDispute는 원본 revision 변화 없이도 차단/재검증한다. 삭제/철회 fence가 후속 정리보다 먼저이며 옛 job 게시를 거부한다.</a:t>
            </a:r>
          </a:p>
          <a:p xmlns:a="http://schemas.openxmlformats.org/drawingml/2006/main">
            <a:r>
              <a:t>첫 요청/정정 직후: B 생산/갱신 대기가 추가될 수 있다. 반복 조회: 유효 게시가 owner 교차 조합을 실제 대체하면 B 요청 경로가 줄지만 A warm 관계 cache가 같은 효과를 낼 수 있다. 새 관계/미묘한 부정/예외: A 원문 구성이 유연하나 검색 누락 가능, B 표현/추출 한계가 남는다. 정확성의 전체 우열을 고정하지 않는다.</a:t>
            </a:r>
          </a:p>
          <a:p xmlns:a="http://schemas.openxmlformats.org/drawingml/2006/main">
            <a:r>
              <a:t>전체 모델 호출: A cache 생산/유지+요청 구성/재검증, B 초기/갱신/backfill/미사용/실패 생산을 모두 포함한다. 현재 판단은 공통이고 명시 ID/위치 연결은 코드일 수 있다. 고정 우열 없음. Source 형식 변경은 adapter에 흡수할 수 있고, 관계 의미/schema 변경은 B producer/독자 호환/재생산, A cache 무효화도 함께 본다.</a:t>
            </a:r>
          </a:p>
          <a:p xmlns:a="http://schemas.openxmlformats.org/drawingml/2006/main">
            <a:r>
              <a:t>공식 Reference (본문 §9):</a:t>
            </a:r>
          </a:p>
          <a:p xmlns:a="http://schemas.openxmlformats.org/drawingml/2006/main">
            <a:r>
              <a:t>A https://docs.langchain.com/oss/python/deepagents/retrieval — 현재 질문의 원본 획득 선례. VIA Task/실제 전달/정정 계약 전체 구현 사례 아님.</a:t>
            </a:r>
          </a:p>
          <a:p xmlns:a="http://schemas.openxmlformats.org/drawingml/2006/main">
            <a:r>
              <a:t>B https://langchain-ai.github.io/langmem/background_quickstart/ 및 https://langchain-ai.github.io/langmem/reference/memory/ — 기억 생산/저장/소비 분리 선례. 자동 선호 추출을 VIA User Memory 정책으로 채택하지 않고 revision/coverage/삭제 fence는 VIA 별도 계약.</a:t>
            </a:r>
          </a:p>
          <a:p xmlns:a="http://schemas.openxmlformats.org/drawingml/2006/main">
            <a:r>
              <a:t>실행 https://langchain-ai.github.io/langmem/guides/delayed_processing/ — 대기 생산/재예약 선례. thread/지연값/배치를 채택하지 않는다.</a:t>
            </a:r>
          </a:p>
          <a:p xmlns:a="http://schemas.openxmlformats.org/drawingml/2006/main">
            <a:r>
              <a:t>연결 참고 https://docs.mem0.ai/platform/features/graph-memory — 공통 개체 연결 선례이며 typed 정정/대체/실제 전달 관계 구현 증거 아님. cloud/embedding/helper를 도입하지 않는다. 공식 사례는 VIA 성능 우위의 증거가 아니다.</a:t>
            </a:r>
          </a:p>
          <a:p xmlns:a="http://schemas.openxmlformats.org/drawingml/2006/main">
            <a:r>
              <a:t>2026-10-10: 고정 EvidenceQuery Query1(schema_version/query_id/request_ref/attempt_ref/input_revision/purpose/relation_kinds/source_ranges/original_required/budget_ref/policy_epoch), Bundle1/Receipt1와 파생 Record 예시는 contracts/dp45-evidence-examples.json이다. 현재 사례는 PARTIAL이며 E20[27,52)의 “가격이 같은 경우 유지보수 기간을 우선합니다.”만 실제 전달 P20 범위 안에서 발췌했다. Memory1 EXPLAINS_ITEM은 MODEL_DERIVED, Memory2/3 HAS_RESULT는 명시 참조 EXPLICIT이다. Coverage1[27,52), gap[0,27)은 기준 전체의 생산을 뜻하지 않는다. A가 반환한 원본 근거와 B가 반환한 공통 관계는 현재 요청의 의미/Task 정답이 아니다. B Reader는 원문과 현재 source/권한을 확인하며 원본 조합 우회는 B+다. 전체 MAIN/수명과 추가 집중 발표 scene은 별개 source이며 동일 owner/계약이다. 클라우드 의미/음성 의존성, 로컬 VIA/VAD/권위와 코드/조건부 의미 호출을 구별한다.</a:t>
            </a:r>
          </a:p>
          <a:p xmlns:a="http://schemas.openxmlformats.org/drawingml/2006/main">
            <a:r>
              <a:t>v3 집중 그림의 Task1 제품 조사 / Task2 견적은 기존 JSON T21/T22의 표시용 별칭이며 제품 결과/견적 결과는 D21 개정 2/D22 개정 1이다. 설명 원문/실제 전달은 E20/P20이며 원문 구간을 바꾸지 않았다. 원본 변경과 현재 Query의 서로 다른 시작점을 그렸으며 별도 순서도는 Architecture Module이 아니다. 여섯 ASR 표는 최신 03-02의 조건별 영향으로 고정 성능 우열이 아니다.</a:t>
            </a:r>
          </a:p>
          <a:p xmlns:a="http://schemas.openxmlformats.org/drawingml/2006/main">
            <a:r>
              <a:t>다음 주제로 연결</a:t>
            </a:r>
          </a:p>
          <a:p xmlns:a="http://schemas.openxmlformats.org/drawingml/2006/main">
            <a:r>
              <a:t>이 연결을 유지하려면 대화·요청·업무·실행의 상태를 각자의 수명에 맞게 관리해야 합니다. 마지막으로, 서로 다른 수명과 상태 관리 책임을 설명하겠습니다.</a:t>
            </a:r>
          </a:p>
          <a:p xmlns:a="http://schemas.openxmlformats.org/drawingml/2006/main">
            <a:r>
              <a:t>최신 QA 기준과 계산</a:t>
            </a:r>
          </a:p>
          <a:p xmlns:a="http://schemas.openxmlformats.org/drawingml/2006/main">
            <a:r>
              <a:t>ASR-QA-v6, 동일 P21 전체 5회. 후보 전체 원값/등급은 평가 전이며 0점으로 해석하지 않는다.</a:t>
            </a:r>
          </a:p>
          <a:p xmlns:a="http://schemas.openxmlformats.org/drawingml/2006/main">
            <a:r>
              <a:t>지역 call-plan과 메모리 예산은 CALCULATED_REFERENCE다. 지역 차이를 전체 평균/목표 충족/승자로 확대하지 않는다.</a:t>
            </a:r>
          </a:p>
          <a:p xmlns:a="http://schemas.openxmlformats.org/drawingml/2006/main">
            <a:r>
              <a:t>원문: docs/architecture/12-decisions/decision-packages/03-02-quality-attribute-definitions.md</a:t>
            </a:r>
          </a:p>
          <a:p xmlns:a="http://schemas.openxmlformats.org/drawingml/2006/main">
            <a:r>
              <a:t>계산: docs/architecture/12-decisions/decision-packages/03-02-poc-reference-calculations.json</a:t>
            </a:r>
          </a:p>
          <a:p xmlns:a="http://schemas.openxmlformats.org/drawingml/2006/main">
            <a:r>
              <a:t>공통 모델 배치: 로컬 VIA/로컬 VAD, 별도 클라우드 음성 모델과 의미 LLM. 04-40 공통 실행 계약을 따른다.</a:t>
            </a:r>
          </a:p>
          <a:p xmlns:a="http://schemas.openxmlformats.org/drawingml/2006/main">
            <a:r>
              <a:t>PoC 비용 reference: Qwen3-30B-A3B-Instruct-2507 Singapore/International non-thinking 및 gpt-realtime-2025-08-28. 제품 모델 선택을 뜻하지 않는다.</a:t>
            </a:r>
          </a:p>
          <a:p xmlns:a="http://schemas.openxmlformats.org/drawingml/2006/main">
            <a:r>
              <a:t>A의 유효 cache와 부분 갱신을 인정한다. B의 초기/미사용 생산과 backfill도 같은 P21에 포함한다.</a:t>
            </a:r>
          </a:p>
          <a:p xmlns:a="http://schemas.openxmlformats.org/drawingml/2006/main">
            <a:r>
              <a:t>활성화 사례: S2-02, S2-03, S2-04, S2-05, S6-01</a:t>
            </a:r>
          </a:p>
          <a:p xmlns:a="http://schemas.openxmlformats.org/drawingml/2006/main">
            <a:r>
              <a:t>과거 처리만 계산: A 3miss $0.00288, cache 1miss $0.00096 / B 4생산 $0.00608. 중복 청구는 제거한다.</a:t>
            </a:r>
          </a:p>
          <a:p xmlns:a="http://schemas.openxmlformats.org/drawingml/2006/main">
            <a:r>
              <a:t>{"semantic_USD": "0.03472", "fresh_audio_USD": "0.24512", "voice_text_USD": "0.072", "subtotal_USD": "0.35184", "remaining_USD": "0.14816", "target_USD": "0.50", "evidence_level": "CALCULATED_REFERENCE_NOT_CANDIDATE_RESULT"}</a:t>
            </a:r>
          </a:p>
          <a:p xmlns:a="http://schemas.openxmlformats.org/drawingml/2006/main">
            <a:r>
              <a:t>신규 audio와 예산 Text만의 소계이며 이력 audio 재입력, 별도 전사/vision/helper, 재시도/폐기/배경 생산은 실제 청구로 추가한다.</a:t>
            </a:r>
          </a:p>
          <a:p xmlns:a="http://schemas.openxmlformats.org/drawingml/2006/main">
            <a:r>
              <a:t>62호출은 공통 예산 reference로 양안 호출수를 강제하지 않는다. 지역 과거 처리와 중복되면 교체하고 별도면 추가한다.</a:t>
            </a:r>
          </a:p>
          <a:p xmlns:a="http://schemas.openxmlformats.org/drawingml/2006/main">
            <a:r>
              <a:t>QA-01/05의 정답률과 실제 변경 단위는 새 입력/변경 patch 없이 생성하지 않는다. 모든 QA의 보호 조건은 별도 판정한다.</a:t>
            </a:r>
          </a:p>
          <a:p xmlns:a="http://schemas.openxmlformats.org/drawingml/2006/main">
            <a:r>
              <a:t>ASR-QA-01 요청 처리 정확성: 필수 정답 조건 충족률(%) = P21의 21개 × 5회 × C1~C6, 630조건. 목표 98% 이상, 정답 618/630 이상. 보호 조건 전체/S/C ≥95%, 필수 위반 0건.</a:t>
            </a:r>
          </a:p>
          <a:p xmlns:a="http://schemas.openxmlformats.org/drawingml/2006/main">
            <a:r>
              <a:t>A: 원문과 유효 cache의 조건 보존. B: 게시 관계의 coverage와 예외 보존. 후보값/등급 NOT_EVALUATED.</a:t>
            </a:r>
          </a:p>
          <a:p xmlns:a="http://schemas.openxmlformats.org/drawingml/2006/main">
            <a:r>
              <a:t>ASR-QA-02 상호작용 응답시간: 평균 유효 반응시간(초) = 전 21개 사례의 지정 반응 27개 × 5회, 135관측. 목표 1.0초 이하, 모든 local stop 0.1초 이하. 보호 조건 일반 ≥100/105 ≤2초; 집중 30/30 ≤5초; stop ≤0.1초.</a:t>
            </a:r>
          </a:p>
          <a:p xmlns:a="http://schemas.openxmlformats.org/drawingml/2006/main">
            <a:r>
              <a:t>A: 최초 조합과 재사용 cache 대기. B: 준비된 조회와 미게시 backfill 대기. 후보값/등급 NOT_EVALUATED.</a:t>
            </a:r>
          </a:p>
          <a:p xmlns:a="http://schemas.openxmlformats.org/drawingml/2006/main">
            <a:r>
              <a:t>ASR-QA-03 VIA 요청 처리시간: 평균 VIA 귀속 사이클 시간(초) = 사용자 목표가 있는 19개 × 5회, 95관측. 목표 10초 이하. 보호 조건 ≥91/95 ≤15초, 미전달 0건.</a:t>
            </a:r>
          </a:p>
          <a:p xmlns:a="http://schemas.openxmlformats.org/drawingml/2006/main">
            <a:r>
              <a:t>A: 첫 사용과 반복 및 갱신 후 조합. B: 조회와 원문검증 및 동기 backfill. 후보값/등급 NOT_EVALUATED.</a:t>
            </a:r>
          </a:p>
          <a:p xmlns:a="http://schemas.openxmlformats.org/drawingml/2006/main">
            <a:r>
              <a:t>ASR-QA-04 VIA 모델 사용 비용: P21 1묶음 평균 총 모델 비용(USD/P21) = 동일 활동 5회 총액의 평균. 목표 $0.50/P21 이하. 보호 조건 초기/재시도/폐기/배경/context 누락 없음.</a:t>
            </a:r>
          </a:p>
          <a:p xmlns:a="http://schemas.openxmlformats.org/drawingml/2006/main">
            <a:r>
              <a:t>A: cache miss와 실제 추가 해석 청구. B: 초기와 미사용 갱신 및 철회 청구. 후보값/등급 NOT_EVALUATED.</a:t>
            </a:r>
          </a:p>
          <a:p xmlns:a="http://schemas.openxmlformats.org/drawingml/2006/main">
            <a:r>
              <a:t>ASR-QA-05 VIA 변경 용이성: 평균 변경 기능 책임 단위 수(개/과제) = 6개 변경의 고유 수정 책임 수 합/6. 목표 평균 3개 이하, 과제별5개 이하. 보호 조건 과제별 ≤5개, 6개 완료/필수 회귀 충족.</a:t>
            </a:r>
          </a:p>
          <a:p xmlns:a="http://schemas.openxmlformats.org/drawingml/2006/main">
            <a:r>
              <a:t>A: 조합과 cache의 철회 처리 수정. B: 생산자와 조회자의 철회 처리 수정. 후보값/등급 NOT_EVALUATED.</a:t>
            </a:r>
          </a:p>
          <a:p xmlns:a="http://schemas.openxmlformats.org/drawingml/2006/main">
            <a:r>
              <a:t>ASR-QA-06 로컬 VIA 메모리 사용량: 최대 전체 commit 메모리(MiB) = 동일 P21 5회 중 전체 process/고유 공유 allocation 동시 합 최대. 목표 4,096MiB(4GiB) 이하. 보호 조건 working-set ≤6GiB, 유휴 증가 ≤16MiB.</a:t>
            </a:r>
          </a:p>
          <a:p xmlns:a="http://schemas.openxmlformats.org/drawingml/2006/main">
            <a:r>
              <a:t>A: 원문 Context와 선택 cache. B: 관계 index와 생산 상태 및 원문. 후보값/등급 NOT_EVALUATED.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경험 1: VIA의 책임</a:t>
            </a:r>
          </a:p>
          <a:p xmlns:a="http://schemas.openxmlformats.org/drawingml/2006/main">
            <a:r>
              <a:t>화면에서 선택한 이번 달 매출 표와 접근이 허용된 지난달 보고서를 사용한다. VIA는 요청·대상·조건을 이해하여 업무 수행 Agent에 위임한다. Agent가 업무 수행 중 확인 질문을 보내면 VIA가 사용자에게 전달하고 답변을 원래 업무에 연결한다. 추가 조건 접수가 실제 Agent 적용 완료를 뜻하지 않으며 이 그림은 지연·실패 없는 설명용 장면이다. 보고서 작성·도메인 분석은 Downstream Agent 책임이다. 모든 사용자 응답은 Text로 남고 Voice 활성화 시 핵심을 음성으로 전달한다. 실선은 설명용 메시지, 세로 점선은 참여자의 지속 역할이며 Component/process 경계가 아니다.</a:t>
            </a:r>
          </a:p>
          <a:p xmlns:a="http://schemas.openxmlformats.org/drawingml/2006/main">
            <a:r>
              <a:t>근거: docs/architecture/01-system-mission-and-boundary.md §1.1~1.2, docs/architecture/05-representative-use-cases.md UC-03/05/06/08 및 §5.2. 사용자 2026-10-10 발표 리뷰.</a:t>
            </a:r>
          </a:p>
          <a:p xmlns:a="http://schemas.openxmlformats.org/drawingml/2006/main">
            <a:r>
              <a:t>삽화: builtin imagegen 생성 설명용 이미지이며 실제 제품 화면·측정 결과가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경험 2: 계속되는 입력과 비동기 업무 결과</a:t>
            </a:r>
          </a:p>
          <a:p xmlns:a="http://schemas.openxmlformats.org/drawingml/2006/main">
            <a:r>
              <a:t>보고서 작성과 내일 오후 3시 팀 회의 안내 메일 초안은 서로 독립적인 두 업무이며 보고서 결과에 의존하는 메일이 아니다. 메일 초안만 요청하며 발송 권한을 주지 않는다. 공급업체 견적 업무는 이 발화 전에 이미 맡긴 별도 업무다.</a:t>
            </a:r>
          </a:p>
          <a:p xmlns:a="http://schemas.openxmlformats.org/drawingml/2006/main">
            <a:r>
              <a:t>VIA가 두 업무의 위임을 진행하는 동안 사용자가 끼어들어 보고서만 국내 매출로 정정하고, 견적 Agent의 결과도 겹쳐 들어오는 설명용 장면이다. 발화 시작 시 음성 재생은 즉시 중단하고 계속 듣는다. 발화 중 견적 음성 알림을 재생하지 않는다. 견적 결과 수신을 결과 전달 완료로 간주하지 않는다. 국내 매출 정정은 보고서 업무에만 연결하고 회의 메일과 견적 업무에는 적용하지 않는다. 마지막 두 화살표는 해야 하는 연결을 표현하며 실제 병렬 수행·반환 순서 또는 Agent 적용 완료를 확정하지 않는다. 이 페이지는 구조 대안·우선순위 정책·성능 결과를 선택하지 않는다.</a:t>
            </a:r>
          </a:p>
          <a:p xmlns:a="http://schemas.openxmlformats.org/drawingml/2006/main">
            <a:r>
              <a:t>이 장면은 요청과 관계의 이해, 계속되는 실행 연결, 대화·업무 맥락의 유지, 서로 다른 업무 상태 추적이 필요한 이유를 소개한다. DP 번호와 세부 상태 schema는 다음 비교 페이지에서 다룬다.</a:t>
            </a:r>
          </a:p>
          <a:p xmlns:a="http://schemas.openxmlformats.org/drawingml/2006/main">
            <a:r>
              <a:t>근거: docs/architecture/05-representative-use-cases.md UC-09/10/11/13/14 및 §5.2. 사용자 2026-10-10 발표 리뷰.</a:t>
            </a:r>
          </a:p>
          <a:p xmlns:a="http://schemas.openxmlformats.org/drawingml/2006/main">
            <a:r>
              <a:t>삽화: builtin imagegen 생성 설명용 이미지이며 실제 제품 화면·측정 결과가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ASR-QA-v6, 동일 P21 전체 5회. 후보 전체 원값/등급은 평가 전이며 0점으로 해석하지 않는다.</a:t>
            </a:r>
          </a:p>
          <a:p xmlns:a="http://schemas.openxmlformats.org/drawingml/2006/main">
            <a:r>
              <a:t>지역 call-plan과 메모리 예산은 CALCULATED_REFERENCE다. 지역 차이를 전체 평균/목표 충족/승자로 확대하지 않는다.</a:t>
            </a:r>
          </a:p>
          <a:p xmlns:a="http://schemas.openxmlformats.org/drawingml/2006/main">
            <a:r>
              <a:t>원문: docs/architecture/12-decisions/decision-packages/03-02-quality-attribute-definitions.md</a:t>
            </a:r>
          </a:p>
          <a:p xmlns:a="http://schemas.openxmlformats.org/drawingml/2006/main">
            <a:r>
              <a:t>계산: docs/architecture/12-decisions/decision-packages/03-02-poc-reference-calculations.json</a:t>
            </a:r>
          </a:p>
          <a:p xmlns:a="http://schemas.openxmlformats.org/drawingml/2006/main">
            <a:r>
              <a:t>공통 모델 배치: 로컬 VIA/로컬 VAD, 별도 클라우드 음성 모델과 의미 LLM. 04-40 공통 실행 계약을 따른다.</a:t>
            </a:r>
          </a:p>
          <a:p xmlns:a="http://schemas.openxmlformats.org/drawingml/2006/main">
            <a:r>
              <a:t>PoC 비용 reference: Qwen3-30B-A3B-Instruct-2507 Singapore/International non-thinking 및 gpt-realtime-2025-08-28. 제품 모델 선택을 뜻하지 않는다.</a:t>
            </a:r>
          </a:p>
          <a:p xmlns:a="http://schemas.openxmlformats.org/drawingml/2006/main">
            <a:r>
              <a:t>충분한 typed 근거에서만 A 2호출/B 1호출. B의 추가 해석 또는 A의 cache로 차이가 줄어든다.</a:t>
            </a:r>
          </a:p>
          <a:p xmlns:a="http://schemas.openxmlformats.org/drawingml/2006/main">
            <a:r>
              <a:t>활성화 사례: S2-01, S2-02, S2-03, S2-05, S3-02, S3-03, S4-01, S6-01, S6-02</a:t>
            </a:r>
          </a:p>
          <a:p xmlns:a="http://schemas.openxmlformats.org/drawingml/2006/main">
            <a:r>
              <a:t>지역 계산 S2-01: A 4.197초 / B 2.398초. 충분한 typed 근거와 2/1호출 가정이며 전체 평균은 아니다.</a:t>
            </a:r>
          </a:p>
          <a:p xmlns:a="http://schemas.openxmlformats.org/drawingml/2006/main">
            <a:r>
              <a:t>{"semantic_USD": "0.03472", "fresh_audio_USD": "0.24512", "voice_text_USD": "0.072", "subtotal_USD": "0.35184", "remaining_USD": "0.14816", "target_USD": "0.50", "evidence_level": "CALCULATED_REFERENCE_NOT_CANDIDATE_RESULT"}</a:t>
            </a:r>
          </a:p>
          <a:p xmlns:a="http://schemas.openxmlformats.org/drawingml/2006/main">
            <a:r>
              <a:t>신규 audio와 예산 Text만의 소계이며 이력 audio 재입력, 별도 전사/vision/helper, 재시도/폐기/배경 생산은 실제 청구로 추가한다.</a:t>
            </a:r>
          </a:p>
          <a:p xmlns:a="http://schemas.openxmlformats.org/drawingml/2006/main">
            <a:r>
              <a:t>62호출은 공통 예산 reference로 양안 호출수를 강제하지 않는다. 지역 과거 처리와 중복되면 교체하고 별도면 추가한다.</a:t>
            </a:r>
          </a:p>
          <a:p xmlns:a="http://schemas.openxmlformats.org/drawingml/2006/main">
            <a:r>
              <a:t>QA-01/05의 정답률과 실제 변경 단위는 새 입력/변경 patch 없이 생성하지 않는다. 모든 QA의 보호 조건은 별도 판정한다.</a:t>
            </a:r>
          </a:p>
          <a:p xmlns:a="http://schemas.openxmlformats.org/drawingml/2006/main">
            <a:r>
              <a:t>ASR-QA-01 요청 처리 정확성: 필수 정답 조건 충족률(%) = P21의 21개 × 5회 × C1~C6, 630조건. 목표 98% 이상, 정답 618/630 이상. 보호 조건 전체/S/C ≥95%, 필수 위반 0건.</a:t>
            </a:r>
          </a:p>
          <a:p xmlns:a="http://schemas.openxmlformats.org/drawingml/2006/main">
            <a:r>
              <a:t>A: 전체 의미 결합과 부분 갱신. B: 요청 틀의 표현 범위와 부분 결합. 후보값/등급 NOT_EVALUATED.</a:t>
            </a:r>
          </a:p>
          <a:p xmlns:a="http://schemas.openxmlformats.org/drawingml/2006/main">
            <a:r>
              <a:t>ASR-QA-02 상호작용 응답시간: 평균 유효 반응시간(초) = 전 21개 사례의 지정 반응 27개 × 5회, 135관측. 목표 1.0초 이하, 모든 local stop 0.1초 이하. 보호 조건 일반 ≥100/105 ≤2초; 집중 30/30 ≤5초; stop ≤0.1초.</a:t>
            </a:r>
          </a:p>
          <a:p xmlns:a="http://schemas.openxmlformats.org/drawingml/2006/main">
            <a:r>
              <a:t>A: 조회 후 재판단과 실제 첫 반응. B: 지원 항목의 코드 해결과 추가 해석. 후보값/등급 NOT_EVALUATED.</a:t>
            </a:r>
          </a:p>
          <a:p xmlns:a="http://schemas.openxmlformats.org/drawingml/2006/main">
            <a:r>
              <a:t>ASR-QA-03 VIA 요청 처리시간: 평균 VIA 귀속 사이클 시간(초) = 사용자 목표가 있는 19개 × 5회, 95관측. 목표 10초 이하. 보호 조건 ≥91/95 ≤15초, 미전달 0건.</a:t>
            </a:r>
          </a:p>
          <a:p xmlns:a="http://schemas.openxmlformats.org/drawingml/2006/main">
            <a:r>
              <a:t>A: 조회와 전체 판단의 반복 경로. B: 항목별 해결과 코드 결합 경로. 후보값/등급 NOT_EVALUATED.</a:t>
            </a:r>
          </a:p>
          <a:p xmlns:a="http://schemas.openxmlformats.org/drawingml/2006/main">
            <a:r>
              <a:t>ASR-QA-04 VIA 모델 사용 비용: P21 1묶음 평균 총 모델 비용(USD/P21) = 동일 활동 5회 총액의 평균. 목표 $0.50/P21 이하. 보호 조건 초기/재시도/폐기/배경/context 누락 없음.</a:t>
            </a:r>
          </a:p>
          <a:p xmlns:a="http://schemas.openxmlformats.org/drawingml/2006/main">
            <a:r>
              <a:t>A: 실제 재판단 token과 폐기 청구. B: 부분 해석 호출과 전체 청구. 후보값/등급 NOT_EVALUATED.</a:t>
            </a:r>
          </a:p>
          <a:p xmlns:a="http://schemas.openxmlformats.org/drawingml/2006/main">
            <a:r>
              <a:t>ASR-QA-05 VIA 변경 용이성: 평균 변경 기능 책임 단위 수(개/과제) = 6개 변경의 고유 수정 책임 수 합/6. 목표 평균 3개 이하, 과제별5개 이하. 보호 조건 과제별 ≤5개, 6개 완료/필수 회귀 충족.</a:t>
            </a:r>
          </a:p>
          <a:p xmlns:a="http://schemas.openxmlformats.org/drawingml/2006/main">
            <a:r>
              <a:t>A: 모델 지침과 검증의 실제 수정. B: 요청 틀과 Engine 규칙의 실제 수정. 후보값/등급 NOT_EVALUATED.</a:t>
            </a:r>
          </a:p>
          <a:p xmlns:a="http://schemas.openxmlformats.org/drawingml/2006/main">
            <a:r>
              <a:t>ASR-QA-06 로컬 VIA 메모리 사용량: 최대 전체 commit 메모리(MiB) = 동일 P21 5회 중 전체 process/고유 공유 allocation 동시 합 최대. 목표 4,096MiB(4GiB) 이하. 보호 조건 working-set ≤6GiB, 유휴 증가 ≤16MiB.</a:t>
            </a:r>
          </a:p>
          <a:p xmlns:a="http://schemas.openxmlformats.org/drawingml/2006/main">
            <a:r>
              <a:t>A: Context와 조회 buffer의 동시 할당. B: 요청 틀과 해결 상태의 동시 할당. 후보값/등급 NOT_EVALUATED.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ASR-QA-v6, 동일 P21 전체 5회. 후보 전체 원값/등급은 평가 전이며 0점으로 해석하지 않는다.</a:t>
            </a:r>
          </a:p>
          <a:p xmlns:a="http://schemas.openxmlformats.org/drawingml/2006/main">
            <a:r>
              <a:t>지역 call-plan과 메모리 예산은 CALCULATED_REFERENCE다. 지역 차이를 전체 평균/목표 충족/승자로 확대하지 않는다.</a:t>
            </a:r>
          </a:p>
          <a:p xmlns:a="http://schemas.openxmlformats.org/drawingml/2006/main">
            <a:r>
              <a:t>원문: docs/architecture/12-decisions/decision-packages/03-02-quality-attribute-definitions.md</a:t>
            </a:r>
          </a:p>
          <a:p xmlns:a="http://schemas.openxmlformats.org/drawingml/2006/main">
            <a:r>
              <a:t>계산: docs/architecture/12-decisions/decision-packages/03-02-poc-reference-calculations.json</a:t>
            </a:r>
          </a:p>
          <a:p xmlns:a="http://schemas.openxmlformats.org/drawingml/2006/main">
            <a:r>
              <a:t>공통 모델 배치: 로컬 VIA/로컬 VAD, 별도 클라우드 음성 모델과 의미 LLM. 04-40 공통 실행 계약을 따른다.</a:t>
            </a:r>
          </a:p>
          <a:p xmlns:a="http://schemas.openxmlformats.org/drawingml/2006/main">
            <a:r>
              <a:t>PoC 비용 reference: Qwen3-30B-A3B-Instruct-2507 Singapore/International non-thinking 및 gpt-realtime-2025-08-28. 제품 모델 선택을 뜻하지 않는다.</a:t>
            </a:r>
          </a:p>
          <a:p xmlns:a="http://schemas.openxmlformats.org/drawingml/2006/main">
            <a:r>
              <a:t>양안의 async, 우선순위와 병렬 실행을 허용한다. S5-04의 실제 queue와 Join 경합을 확인한다.</a:t>
            </a:r>
          </a:p>
          <a:p xmlns:a="http://schemas.openxmlformats.org/drawingml/2006/main">
            <a:r>
              <a:t>활성화 사례: S3-02, S4-01, S4-02, S5-01, S5-02, S5-04</a:t>
            </a:r>
          </a:p>
          <a:p xmlns:a="http://schemas.openxmlformats.org/drawingml/2006/main">
            <a:r>
              <a:t>지역 계산 S5-04: 전이 6회 A 0.060초 / B 0.050초. 실제 queue와 음성 차례 비용은 별도다.</a:t>
            </a:r>
          </a:p>
          <a:p xmlns:a="http://schemas.openxmlformats.org/drawingml/2006/main">
            <a:r>
              <a:t>{"semantic_USD": "0.03472", "fresh_audio_USD": "0.24512", "voice_text_USD": "0.072", "subtotal_USD": "0.35184", "remaining_USD": "0.14816", "target_USD": "0.50", "evidence_level": "CALCULATED_REFERENCE_NOT_CANDIDATE_RESULT"}</a:t>
            </a:r>
          </a:p>
          <a:p xmlns:a="http://schemas.openxmlformats.org/drawingml/2006/main">
            <a:r>
              <a:t>신규 audio와 예산 Text만의 소계이며 이력 audio 재입력, 별도 전사/vision/helper, 재시도/폐기/배경 생산은 실제 청구로 추가한다.</a:t>
            </a:r>
          </a:p>
          <a:p xmlns:a="http://schemas.openxmlformats.org/drawingml/2006/main">
            <a:r>
              <a:t>62호출은 공통 예산 reference로 양안 호출수를 강제하지 않는다. 지역 과거 처리와 중복되면 교체하고 별도면 추가한다.</a:t>
            </a:r>
          </a:p>
          <a:p xmlns:a="http://schemas.openxmlformats.org/drawingml/2006/main">
            <a:r>
              <a:t>QA-01/05의 정답률과 실제 변경 단위는 새 입력/변경 patch 없이 생성하지 않는다. 모든 QA의 보호 조건은 별도 판정한다.</a:t>
            </a:r>
          </a:p>
          <a:p xmlns:a="http://schemas.openxmlformats.org/drawingml/2006/main">
            <a:r>
              <a:t>ASR-QA-01 요청 처리 정확성: 필수 정답 조건 충족률(%) = P21의 21개 × 5회 × C1~C6, 630조건. 목표 98% 이상, 정답 618/630 이상. 보호 조건 전체/S/C ≥95%, 필수 위반 0건.</a:t>
            </a:r>
          </a:p>
          <a:p xmlns:a="http://schemas.openxmlformats.org/drawingml/2006/main">
            <a:r>
              <a:t>A: 현재성 검사와 올바른 후속 지시. B: window와 Join의 현재성 검사. 후보값/등급 NOT_EVALUATED.</a:t>
            </a:r>
          </a:p>
          <a:p xmlns:a="http://schemas.openxmlformats.org/drawingml/2006/main">
            <a:r>
              <a:t>ASR-QA-02 상호작용 응답시간: 평균 유효 반응시간(초) = 전 21개 사례의 지정 반응 27개 × 5회, 135관측. 목표 1.0초 이하, 모든 local stop 0.1초 이하. 보호 조건 일반 ≥100/105 ≤2초; 집중 30/30 ≤5초; stop ≤0.1초.</a:t>
            </a:r>
          </a:p>
          <a:p xmlns:a="http://schemas.openxmlformats.org/drawingml/2006/main">
            <a:r>
              <a:t>A: 중앙 queue와 회수 대기. B: credit와 Stage 및 Join 대기. 후보값/등급 NOT_EVALUATED.</a:t>
            </a:r>
          </a:p>
          <a:p xmlns:a="http://schemas.openxmlformats.org/drawingml/2006/main">
            <a:r>
              <a:t>ASR-QA-03 VIA 요청 처리시간: 평균 VIA 귀속 사이클 시간(초) = 사용자 목표가 있는 19개 × 5회, 95관측. 목표 10초 이하. 보호 조건 ≥91/95 ≤15초, 미전달 0건.</a:t>
            </a:r>
          </a:p>
          <a:p xmlns:a="http://schemas.openxmlformats.org/drawingml/2006/main">
            <a:r>
              <a:t>A: 완료 회수와 다음 실행의 연결. B: Stage 활성화와 publication Join. 후보값/등급 NOT_EVALUATED.</a:t>
            </a:r>
          </a:p>
          <a:p xmlns:a="http://schemas.openxmlformats.org/drawingml/2006/main">
            <a:r>
              <a:t>ASR-QA-04 VIA 모델 사용 비용: P21 1묶음 평균 총 모델 비용(USD/P21) = 동일 활동 5회 총액의 평균. 목표 $0.50/P21 이하. 보호 조건 초기/재시도/폐기/배경/context 누락 없음.</a:t>
            </a:r>
          </a:p>
          <a:p xmlns:a="http://schemas.openxmlformats.org/drawingml/2006/main">
            <a:r>
              <a:t>A: 실제 호출과 retry 및 폐기 청구. B: 실제 호출과 retry 및 폐기 청구. 후보값/등급 NOT_EVALUATED.</a:t>
            </a:r>
          </a:p>
          <a:p xmlns:a="http://schemas.openxmlformats.org/drawingml/2006/main">
            <a:r>
              <a:t>ASR-QA-05 VIA 변경 용이성: 평균 변경 기능 책임 단위 수(개/과제) = 6개 변경의 고유 수정 책임 수 합/6. 목표 평균 3개 이하, 과제별5개 이하. 보호 조건 과제별 ≤5개, 6개 완료/필수 회귀 충족.</a:t>
            </a:r>
          </a:p>
          <a:p xmlns:a="http://schemas.openxmlformats.org/drawingml/2006/main">
            <a:r>
              <a:t>A: 후속 규칙과 사건 계약의 수정. B: 단계와 Join 계약의 실제 수정. 후보값/등급 NOT_EVALUATED.</a:t>
            </a:r>
          </a:p>
          <a:p xmlns:a="http://schemas.openxmlformats.org/drawingml/2006/main">
            <a:r>
              <a:t>ASR-QA-06 로컬 VIA 메모리 사용량: 최대 전체 commit 메모리(MiB) = 동일 P21 5회 중 전체 process/고유 공유 allocation 동시 합 최대. 목표 4,096MiB(4GiB) 이하. 보호 조건 working-set ≤6GiB, 유휴 증가 ≤16MiB.</a:t>
            </a:r>
          </a:p>
          <a:p xmlns:a="http://schemas.openxmlformats.org/drawingml/2006/main">
            <a:r>
              <a:t>A: 중앙 진행 상태와 실행 대기열. B: window와 credit 및 envelope copy. 후보값/등급 NOT_EVALUATED.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ASR-QA-v6, 동일 P21 전체 5회. 후보 전체 원값/등급은 평가 전이며 0점으로 해석하지 않는다.</a:t>
            </a:r>
          </a:p>
          <a:p xmlns:a="http://schemas.openxmlformats.org/drawingml/2006/main">
            <a:r>
              <a:t>지역 call-plan과 메모리 예산은 CALCULATED_REFERENCE다. 지역 차이를 전체 평균/목표 충족/승자로 확대하지 않는다.</a:t>
            </a:r>
          </a:p>
          <a:p xmlns:a="http://schemas.openxmlformats.org/drawingml/2006/main">
            <a:r>
              <a:t>원문: docs/architecture/12-decisions/decision-packages/03-02-quality-attribute-definitions.md</a:t>
            </a:r>
          </a:p>
          <a:p xmlns:a="http://schemas.openxmlformats.org/drawingml/2006/main">
            <a:r>
              <a:t>계산: docs/architecture/12-decisions/decision-packages/03-02-poc-reference-calculations.json</a:t>
            </a:r>
          </a:p>
          <a:p xmlns:a="http://schemas.openxmlformats.org/drawingml/2006/main">
            <a:r>
              <a:t>공통 모델 배치: 로컬 VIA/로컬 VAD, 별도 클라우드 음성 모델과 의미 LLM. 04-40 공통 실행 계약을 따른다.</a:t>
            </a:r>
          </a:p>
          <a:p xmlns:a="http://schemas.openxmlformats.org/drawingml/2006/main">
            <a:r>
              <a:t>PoC 비용 reference: Qwen3-30B-A3B-Instruct-2507 Singapore/International non-thinking 및 gpt-realtime-2025-08-28. 제품 모델 선택을 뜻하지 않는다.</a:t>
            </a:r>
          </a:p>
          <a:p xmlns:a="http://schemas.openxmlformats.org/drawingml/2006/main">
            <a:r>
              <a:t>A의 유효 cache와 부분 갱신을 인정한다. B의 초기/미사용 생산과 backfill도 같은 P21에 포함한다.</a:t>
            </a:r>
          </a:p>
          <a:p xmlns:a="http://schemas.openxmlformats.org/drawingml/2006/main">
            <a:r>
              <a:t>활성화 사례: S2-02, S2-03, S2-04, S2-05, S6-01</a:t>
            </a:r>
          </a:p>
          <a:p xmlns:a="http://schemas.openxmlformats.org/drawingml/2006/main">
            <a:r>
              <a:t>과거 처리만 계산: A 3miss $0.00288, cache 1miss $0.00096 / B 4생산 $0.00608. 중복 청구는 제거한다.</a:t>
            </a:r>
          </a:p>
          <a:p xmlns:a="http://schemas.openxmlformats.org/drawingml/2006/main">
            <a:r>
              <a:t>{"semantic_USD": "0.03472", "fresh_audio_USD": "0.24512", "voice_text_USD": "0.072", "subtotal_USD": "0.35184", "remaining_USD": "0.14816", "target_USD": "0.50", "evidence_level": "CALCULATED_REFERENCE_NOT_CANDIDATE_RESULT"}</a:t>
            </a:r>
          </a:p>
          <a:p xmlns:a="http://schemas.openxmlformats.org/drawingml/2006/main">
            <a:r>
              <a:t>신규 audio와 예산 Text만의 소계이며 이력 audio 재입력, 별도 전사/vision/helper, 재시도/폐기/배경 생산은 실제 청구로 추가한다.</a:t>
            </a:r>
          </a:p>
          <a:p xmlns:a="http://schemas.openxmlformats.org/drawingml/2006/main">
            <a:r>
              <a:t>62호출은 공통 예산 reference로 양안 호출수를 강제하지 않는다. 지역 과거 처리와 중복되면 교체하고 별도면 추가한다.</a:t>
            </a:r>
          </a:p>
          <a:p xmlns:a="http://schemas.openxmlformats.org/drawingml/2006/main">
            <a:r>
              <a:t>QA-01/05의 정답률과 실제 변경 단위는 새 입력/변경 patch 없이 생성하지 않는다. 모든 QA의 보호 조건은 별도 판정한다.</a:t>
            </a:r>
          </a:p>
          <a:p xmlns:a="http://schemas.openxmlformats.org/drawingml/2006/main">
            <a:r>
              <a:t>ASR-QA-01 요청 처리 정확성: 필수 정답 조건 충족률(%) = P21의 21개 × 5회 × C1~C6, 630조건. 목표 98% 이상, 정답 618/630 이상. 보호 조건 전체/S/C ≥95%, 필수 위반 0건.</a:t>
            </a:r>
          </a:p>
          <a:p xmlns:a="http://schemas.openxmlformats.org/drawingml/2006/main">
            <a:r>
              <a:t>A: 원문과 유효 cache의 조건 보존. B: 게시 관계의 coverage와 예외 보존. 후보값/등급 NOT_EVALUATED.</a:t>
            </a:r>
          </a:p>
          <a:p xmlns:a="http://schemas.openxmlformats.org/drawingml/2006/main">
            <a:r>
              <a:t>ASR-QA-02 상호작용 응답시간: 평균 유효 반응시간(초) = 전 21개 사례의 지정 반응 27개 × 5회, 135관측. 목표 1.0초 이하, 모든 local stop 0.1초 이하. 보호 조건 일반 ≥100/105 ≤2초; 집중 30/30 ≤5초; stop ≤0.1초.</a:t>
            </a:r>
          </a:p>
          <a:p xmlns:a="http://schemas.openxmlformats.org/drawingml/2006/main">
            <a:r>
              <a:t>A: 최초 조합과 재사용 cache 대기. B: 준비된 조회와 미게시 backfill 대기. 후보값/등급 NOT_EVALUATED.</a:t>
            </a:r>
          </a:p>
          <a:p xmlns:a="http://schemas.openxmlformats.org/drawingml/2006/main">
            <a:r>
              <a:t>ASR-QA-03 VIA 요청 처리시간: 평균 VIA 귀속 사이클 시간(초) = 사용자 목표가 있는 19개 × 5회, 95관측. 목표 10초 이하. 보호 조건 ≥91/95 ≤15초, 미전달 0건.</a:t>
            </a:r>
          </a:p>
          <a:p xmlns:a="http://schemas.openxmlformats.org/drawingml/2006/main">
            <a:r>
              <a:t>A: 첫 사용과 반복 및 갱신 후 조합. B: 조회와 원문검증 및 동기 backfill. 후보값/등급 NOT_EVALUATED.</a:t>
            </a:r>
          </a:p>
          <a:p xmlns:a="http://schemas.openxmlformats.org/drawingml/2006/main">
            <a:r>
              <a:t>ASR-QA-04 VIA 모델 사용 비용: P21 1묶음 평균 총 모델 비용(USD/P21) = 동일 활동 5회 총액의 평균. 목표 $0.50/P21 이하. 보호 조건 초기/재시도/폐기/배경/context 누락 없음.</a:t>
            </a:r>
          </a:p>
          <a:p xmlns:a="http://schemas.openxmlformats.org/drawingml/2006/main">
            <a:r>
              <a:t>A: cache miss와 실제 추가 해석 청구. B: 초기와 미사용 갱신 및 철회 청구. 후보값/등급 NOT_EVALUATED.</a:t>
            </a:r>
          </a:p>
          <a:p xmlns:a="http://schemas.openxmlformats.org/drawingml/2006/main">
            <a:r>
              <a:t>ASR-QA-05 VIA 변경 용이성: 평균 변경 기능 책임 단위 수(개/과제) = 6개 변경의 고유 수정 책임 수 합/6. 목표 평균 3개 이하, 과제별5개 이하. 보호 조건 과제별 ≤5개, 6개 완료/필수 회귀 충족.</a:t>
            </a:r>
          </a:p>
          <a:p xmlns:a="http://schemas.openxmlformats.org/drawingml/2006/main">
            <a:r>
              <a:t>A: 조합과 cache의 철회 처리 수정. B: 생산자와 조회자의 철회 처리 수정. 후보값/등급 NOT_EVALUATED.</a:t>
            </a:r>
          </a:p>
          <a:p xmlns:a="http://schemas.openxmlformats.org/drawingml/2006/main">
            <a:r>
              <a:t>ASR-QA-06 로컬 VIA 메모리 사용량: 최대 전체 commit 메모리(MiB) = 동일 P21 5회 중 전체 process/고유 공유 allocation 동시 합 최대. 목표 4,096MiB(4GiB) 이하. 보호 조건 working-set ≤6GiB, 유휴 증가 ≤16MiB.</a:t>
            </a:r>
          </a:p>
          <a:p xmlns:a="http://schemas.openxmlformats.org/drawingml/2006/main">
            <a:r>
              <a:t>A: 원문 Context와 선택 cache. B: 관계 index와 생산 상태 및 원문. 후보값/등급 NOT_EVALUATED.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ASR-QA-v6, 동일 P21 전체 5회. 후보 전체 원값/등급은 평가 전이며 0점으로 해석하지 않는다.</a:t>
            </a:r>
          </a:p>
          <a:p xmlns:a="http://schemas.openxmlformats.org/drawingml/2006/main">
            <a:r>
              <a:t>지역 call-plan과 메모리 예산은 CALCULATED_REFERENCE다. 지역 차이를 전체 평균/목표 충족/승자로 확대하지 않는다.</a:t>
            </a:r>
          </a:p>
          <a:p xmlns:a="http://schemas.openxmlformats.org/drawingml/2006/main">
            <a:r>
              <a:t>원문: docs/architecture/12-decisions/decision-packages/03-02-quality-attribute-definitions.md</a:t>
            </a:r>
          </a:p>
          <a:p xmlns:a="http://schemas.openxmlformats.org/drawingml/2006/main">
            <a:r>
              <a:t>계산: docs/architecture/12-decisions/decision-packages/03-02-poc-reference-calculations.json</a:t>
            </a:r>
          </a:p>
          <a:p xmlns:a="http://schemas.openxmlformats.org/drawingml/2006/main">
            <a:r>
              <a:t>공통 모델 배치: 로컬 VIA/로컬 VAD, 별도 클라우드 음성 모델과 의미 LLM. 04-40 공통 실행 계약을 따른다.</a:t>
            </a:r>
          </a:p>
          <a:p xmlns:a="http://schemas.openxmlformats.org/drawingml/2006/main">
            <a:r>
              <a:t>PoC 비용 reference: Qwen3-30B-A3B-Instruct-2507 Singapore/International non-thinking 및 gpt-realtime-2025-08-28. 제품 모델 선택을 뜻하지 않는다.</a:t>
            </a:r>
          </a:p>
          <a:p xmlns:a="http://schemas.openxmlformats.org/drawingml/2006/main">
            <a:r>
              <a:t>독립 process만으로 정확성이나 모델 비용 이익을 부여하지 않는다. 정상 접수와 경합을 함께 본다.</a:t>
            </a:r>
          </a:p>
          <a:p xmlns:a="http://schemas.openxmlformats.org/drawingml/2006/main">
            <a:r>
              <a:t>활성화 사례: S6-04, S4-03, S5-01, S6-02, S5-03, S5-04</a:t>
            </a:r>
          </a:p>
          <a:p xmlns:a="http://schemas.openxmlformats.org/drawingml/2006/main">
            <a:r>
              <a:t>지역 계산 S6-04: 확정/접수 A 0.010초 / B 0.025초. 모델과 외부 접수는 공통이며 전체 평균은 아니다.</a:t>
            </a:r>
          </a:p>
          <a:p xmlns:a="http://schemas.openxmlformats.org/drawingml/2006/main">
            <a:r>
              <a:t>{"semantic_USD": "0.03472", "fresh_audio_USD": "0.24512", "voice_text_USD": "0.072", "subtotal_USD": "0.35184", "remaining_USD": "0.14816", "target_USD": "0.50", "evidence_level": "CALCULATED_REFERENCE_NOT_CANDIDATE_RESULT"}</a:t>
            </a:r>
          </a:p>
          <a:p xmlns:a="http://schemas.openxmlformats.org/drawingml/2006/main">
            <a:r>
              <a:t>신규 audio와 예산 Text만의 소계이며 이력 audio 재입력, 별도 전사/vision/helper, 재시도/폐기/배경 생산은 실제 청구로 추가한다.</a:t>
            </a:r>
          </a:p>
          <a:p xmlns:a="http://schemas.openxmlformats.org/drawingml/2006/main">
            <a:r>
              <a:t>62호출은 공통 예산 reference로 양안 호출수를 강제하지 않는다. 지역 과거 처리와 중복되면 교체하고 별도면 추가한다.</a:t>
            </a:r>
          </a:p>
          <a:p xmlns:a="http://schemas.openxmlformats.org/drawingml/2006/main">
            <a:r>
              <a:t>QA-01/05의 정답률과 실제 변경 단위는 새 입력/변경 patch 없이 생성하지 않는다. 모든 QA의 보호 조건은 별도 판정한다.</a:t>
            </a:r>
          </a:p>
          <a:p xmlns:a="http://schemas.openxmlformats.org/drawingml/2006/main">
            <a:r>
              <a:t>ASR-QA-01 요청 처리 정확성: 필수 정답 조건 충족률(%) = P21의 21개 × 5회 × C1~C6, 630조건. 목표 98% 이상, 정답 618/630 이상. 보호 조건 전체/S/C ≥95%, 필수 위반 0건.</a:t>
            </a:r>
          </a:p>
          <a:p xmlns:a="http://schemas.openxmlformats.org/drawingml/2006/main">
            <a:r>
              <a:t>A: 의미와 접수 및 현재성 검사. B: 동일 검사와 receipt의 올바른 반영. 후보값/등급 NOT_EVALUATED.</a:t>
            </a:r>
          </a:p>
          <a:p xmlns:a="http://schemas.openxmlformats.org/drawingml/2006/main">
            <a:r>
              <a:t>ASR-QA-02 상호작용 응답시간: 평균 유효 반응시간(초) = 전 21개 사례의 지정 반응 27개 × 5회, 135관측. 목표 1.0초 이하, 모든 local stop 0.1초 이하. 보호 조건 일반 ≥100/105 ≤2초; 집중 30/30 ≤5초; stop ≤0.1초.</a:t>
            </a:r>
          </a:p>
          <a:p xmlns:a="http://schemas.openxmlformats.org/drawingml/2006/main">
            <a:r>
              <a:t>A: 공동 commit과 대화 반영 대기. B: 독립 접수와 receipt 반영 대기. 후보값/등급 NOT_EVALUATED.</a:t>
            </a:r>
          </a:p>
          <a:p xmlns:a="http://schemas.openxmlformats.org/drawingml/2006/main">
            <a:r>
              <a:t>ASR-QA-03 VIA 요청 처리시간: 평균 VIA 귀속 사이클 시간(초) = 사용자 목표가 있는 19개 × 5회, 95관측. 목표 10초 이하. 보호 조건 ≥91/95 ≤15초, 미전달 0건.</a:t>
            </a:r>
          </a:p>
          <a:p xmlns:a="http://schemas.openxmlformats.org/drawingml/2006/main">
            <a:r>
              <a:t>A: 관련 상태의 공동 확정 경로. B: 인계와 reconciliation의 전체 경로. 후보값/등급 NOT_EVALUATED.</a:t>
            </a:r>
          </a:p>
          <a:p xmlns:a="http://schemas.openxmlformats.org/drawingml/2006/main">
            <a:r>
              <a:t>ASR-QA-04 VIA 모델 사용 비용: P21 1묶음 평균 총 모델 비용(USD/P21) = 동일 활동 5회 총액의 평균. 목표 $0.50/P21 이하. 보호 조건 초기/재시도/폐기/배경/context 누락 없음.</a:t>
            </a:r>
          </a:p>
          <a:p xmlns:a="http://schemas.openxmlformats.org/drawingml/2006/main">
            <a:r>
              <a:t>A: 코드 저장 외 실제 모델 청구. B: IPC 외 실제 모델 청구. 후보값/등급 NOT_EVALUATED.</a:t>
            </a:r>
          </a:p>
          <a:p xmlns:a="http://schemas.openxmlformats.org/drawingml/2006/main">
            <a:r>
              <a:t>ASR-QA-05 VIA 변경 용이성: 평균 변경 기능 책임 단위 수(개/과제) = 6개 변경의 고유 수정 책임 수 합/6. 목표 평균 3개 이하, 과제별5개 이하. 보호 조건 과제별 ≤5개, 6개 완료/필수 회귀 충족.</a:t>
            </a:r>
          </a:p>
          <a:p xmlns:a="http://schemas.openxmlformats.org/drawingml/2006/main">
            <a:r>
              <a:t>A: 공동 상태 계약의 실제 수정. B: 독립 인계 계약의 실제 수정. 후보값/등급 NOT_EVALUATED.</a:t>
            </a:r>
          </a:p>
          <a:p xmlns:a="http://schemas.openxmlformats.org/drawingml/2006/main">
            <a:r>
              <a:t>ASR-QA-06 로컬 VIA 메모리 사용량: 최대 전체 commit 메모리(MiB) = 동일 P21 5회 중 전체 process/고유 공유 allocation 동시 합 최대. 목표 4,096MiB(4GiB) 이하. 보호 조건 working-set ≤6GiB, 유휴 증가 ≤16MiB.</a:t>
            </a:r>
          </a:p>
          <a:p xmlns:a="http://schemas.openxmlformats.org/drawingml/2006/main">
            <a:r>
              <a:t>A: 통합 실행체의 상태와 대기열. B: 추가 process와 receipt 상태. 후보값/등급 NOT_EVALUATED.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0f07e463daf47c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786413db9a24cbc" /><Relationship Type="http://schemas.openxmlformats.org/officeDocument/2006/relationships/slideLayout" Target="/ppt/slideLayouts/slideLayout1.xml" Id="R663e5bb2ae2c485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3e5bb2ae2c485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ns0:Relationships xmlns:ns0="http://schemas.openxmlformats.org/package/2006/relationships"><ns0:Relationship Type="http://schemas.openxmlformats.org/officeDocument/2006/relationships/slideLayout" Target="/ppt/slideLayouts/slideLayout1.xml" Id="R1f054bf24ee64584" /><ns0:Relationship Type="http://schemas.openxmlformats.org/officeDocument/2006/relationships/notesSlide" Target="/ppt/notesSlides/notesSlide1.xml" Id="R0fb64cd22d524375" /><ns0:Relationship Id="RviaBackgroundImage1" Type="http://schemas.openxmlformats.org/officeDocument/2006/relationships/image" Target="/ppt/media/via-v2-bg41-1.png" /><ns0:Relationship Id="RviaBackgroundImage2" Type="http://schemas.openxmlformats.org/officeDocument/2006/relationships/image" Target="/ppt/media/via-v2-bg41-2.png" /><ns0:Relationship Id="RviaBackgroundImage3" Type="http://schemas.openxmlformats.org/officeDocument/2006/relationships/image" Target="/ppt/media/via-v2-bg41-3.png" /></ns0: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56806d47c644c63" /><Relationship Type="http://schemas.openxmlformats.org/officeDocument/2006/relationships/notesSlide" Target="/ppt/notesSlides/notesSlide2.xml" Id="R704ed05a7b664af2" /></Relationships>
</file>

<file path=ppt/slides/_rels/slide3.xml.rels><?xml version='1.0' encoding='utf-8'?>
<ns0:Relationships xmlns:ns0="http://schemas.openxmlformats.org/package/2006/relationships"><ns0:Relationship Type="http://schemas.openxmlformats.org/officeDocument/2006/relationships/slideLayout" Target="/ppt/slideLayouts/slideLayout1.xml" Id="R4b5772cdc81b41b9" /><ns0:Relationship Type="http://schemas.openxmlformats.org/officeDocument/2006/relationships/notesSlide" Target="/ppt/notesSlides/notesSlide3.xml" Id="R22430df242ca4bf6" /><ns0:Relationship Id="RviaBackgroundImage1" Type="http://schemas.openxmlformats.org/officeDocument/2006/relationships/image" Target="/ppt/media/via-v2-bg42-1.png" /><ns0:Relationship Id="RviaBackgroundImage2" Type="http://schemas.openxmlformats.org/officeDocument/2006/relationships/image" Target="/ppt/media/via-v2-bg42-2.png" /><ns0:Relationship Id="RviaBackgroundImage3" Type="http://schemas.openxmlformats.org/officeDocument/2006/relationships/image" Target="/ppt/media/via-v2-bg42-3.png" /></ns0: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9c557a35e79434f" /><Relationship Type="http://schemas.openxmlformats.org/officeDocument/2006/relationships/notesSlide" Target="/ppt/notesSlides/notesSlide4.xml" Id="Rc06947a345af4d75" /></Relationships>
</file>

<file path=ppt/slides/_rels/slide7.xml.rels><?xml version='1.0' encoding='utf-8'?>
<ns0:Relationships xmlns:ns0="http://schemas.openxmlformats.org/package/2006/relationships"><ns0:Relationship Type="http://schemas.openxmlformats.org/officeDocument/2006/relationships/slideLayout" Target="/ppt/slideLayouts/slideLayout1.xml" Id="Rb9084e82e5dd4339" /><ns0:Relationship Type="http://schemas.openxmlformats.org/officeDocument/2006/relationships/notesSlide" Target="/ppt/notesSlides/notesSlide7.xml" Id="R73212bb7779f42af" /><ns0:Relationship Id="RviaBackgroundImage1" Type="http://schemas.openxmlformats.org/officeDocument/2006/relationships/image" Target="/ppt/media/via-v2-bg44-1.png" /><ns0:Relationship Id="RviaBackgroundImage2" Type="http://schemas.openxmlformats.org/officeDocument/2006/relationships/image" Target="/ppt/media/via-v2-bg44-2.png" /><ns0:Relationship Id="RviaBackgroundImage3" Type="http://schemas.openxmlformats.org/officeDocument/2006/relationships/image" Target="/ppt/media/via-v2-bg44-3.png" /></ns0: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e12008e1db1467f" /><Relationship Type="http://schemas.openxmlformats.org/officeDocument/2006/relationships/notesSlide" Target="/ppt/notesSlides/notesSlide8.xml" Id="R776926d34d01485a" /></Relationships>
</file>

<file path=ppt/slides/_rels/slide9.xml.rels><?xml version='1.0' encoding='utf-8'?>
<ns0:Relationships xmlns:ns0="http://schemas.openxmlformats.org/package/2006/relationships"><ns0:Relationship Type="http://schemas.openxmlformats.org/officeDocument/2006/relationships/slideLayout" Target="/ppt/slideLayouts/slideLayout1.xml" Id="Re9b73f500e104ec9" /><ns0:Relationship Type="http://schemas.openxmlformats.org/officeDocument/2006/relationships/notesSlide" Target="/ppt/notesSlides/notesSlide9.xml" Id="Reb3935ab28774dd7" /><ns0:Relationship Id="RviaBackgroundImage1" Type="http://schemas.openxmlformats.org/officeDocument/2006/relationships/image" Target="/ppt/media/via-v2-bg45-1.png" /><ns0:Relationship Id="RviaBackgroundImage2" Type="http://schemas.openxmlformats.org/officeDocument/2006/relationships/image" Target="/ppt/media/via-v2-bg45-2.png" /><ns0:Relationship Id="RviaBackgroundImage3" Type="http://schemas.openxmlformats.org/officeDocument/2006/relationships/image" Target="/ppt/media/via-v2-bg45-3.png" /></ns0: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66154affa0f4dd5" /><Relationship Type="http://schemas.openxmlformats.org/officeDocument/2006/relationships/notesSlide" Target="/ppt/notesSlides/notesSlide10.xml" Id="Rdf7f7506b1884c7e" /></Relationships>
</file>

<file path=ppt/slides/_rels/slide11.xml.rels><?xml version='1.0' encoding='utf-8'?>
<ns0:Relationships xmlns:ns0="http://schemas.openxmlformats.org/package/2006/relationships"><ns0:Relationship Type="http://schemas.openxmlformats.org/officeDocument/2006/relationships/slideLayout" Target="/ppt/slideLayouts/slideLayout1.xml" Id="R11502e4a4ab346a0" /><ns0:Relationship Type="http://schemas.openxmlformats.org/officeDocument/2006/relationships/notesSlide" Target="/ppt/notesSlides/notesSlide11.xml" Id="R59bf0a34ca3b4002" /><ns0:Relationship Id="RviaIntroImage1" Type="http://schemas.openxmlformats.org/officeDocument/2006/relationships/image" Target="/ppt/media/via-v2-intro-1-1.png" /><ns0:Relationship Id="RviaIntroImage2" Type="http://schemas.openxmlformats.org/officeDocument/2006/relationships/image" Target="/ppt/media/via-v2-intro-1-2.png" /><ns0:Relationship Id="RviaIntroImage3" Type="http://schemas.openxmlformats.org/officeDocument/2006/relationships/image" Target="/ppt/media/via-v2-intro-1-3.png" /></ns0:Relationships>
</file>

<file path=ppt/slides/_rels/slide12.xml.rels><?xml version='1.0' encoding='utf-8'?>
<ns0:Relationships xmlns:ns0="http://schemas.openxmlformats.org/package/2006/relationships"><ns0:Relationship Type="http://schemas.openxmlformats.org/officeDocument/2006/relationships/slideLayout" Target="/ppt/slideLayouts/slideLayout1.xml" Id="R11502e4a4ab346a0" /><ns0:Relationship Type="http://schemas.openxmlformats.org/officeDocument/2006/relationships/notesSlide" Target="/ppt/notesSlides/notesSlide12.xml" Id="R59bf0a34ca3b4002" /><ns0:Relationship Id="RviaIntroImage1" Type="http://schemas.openxmlformats.org/officeDocument/2006/relationships/image" Target="/ppt/media/via-v2-intro-2-1.png" /><ns0:Relationship Id="RviaIntroImage2" Type="http://schemas.openxmlformats.org/officeDocument/2006/relationships/image" Target="/ppt/media/via-v2-intro-2-2.png" /><ns0:Relationship Id="RviaIntroImage3" Type="http://schemas.openxmlformats.org/officeDocument/2006/relationships/image" Target="/ppt/media/via-v2-intro-2-3.png" /></ns0:Relationships>
</file>

<file path=ppt/slides/_rels/slide13.xml.rels><?xml version='1.0' encoding='utf-8'?>
<Relationships xmlns="http://schemas.openxmlformats.org/package/2006/relationships"><Relationship Type="http://schemas.openxmlformats.org/officeDocument/2006/relationships/slideLayout" Target="/ppt/slideLayouts/slideLayout1.xml" Id="Ra56806d47c644c63" /><Relationship Type="http://schemas.openxmlformats.org/officeDocument/2006/relationships/notesSlide" Target="/ppt/notesSlides/notesSlide13.xml" Id="R704ed05a7b664af2" /></Relationships>
</file>

<file path=ppt/slides/_rels/slide14.xml.rels><?xml version='1.0' encoding='utf-8'?>
<Relationships xmlns="http://schemas.openxmlformats.org/package/2006/relationships"><Relationship Type="http://schemas.openxmlformats.org/officeDocument/2006/relationships/slideLayout" Target="/ppt/slideLayouts/slideLayout1.xml" Id="R1e12008e1db1467f" /><Relationship Type="http://schemas.openxmlformats.org/officeDocument/2006/relationships/notesSlide" Target="/ppt/notesSlides/notesSlide14.xml" Id="R776926d34d01485a" /></Relationships>
</file>

<file path=ppt/slides/_rels/slide15.xml.rels><?xml version='1.0' encoding='utf-8'?>
<Relationships xmlns="http://schemas.openxmlformats.org/package/2006/relationships"><Relationship Type="http://schemas.openxmlformats.org/officeDocument/2006/relationships/slideLayout" Target="/ppt/slideLayouts/slideLayout1.xml" Id="Rf66154affa0f4dd5" /><Relationship Type="http://schemas.openxmlformats.org/officeDocument/2006/relationships/notesSlide" Target="/ppt/notesSlides/notesSlide15.xml" Id="Rdf7f7506b1884c7e" /></Relationships>
</file>

<file path=ppt/slides/_rels/slide16.xml.rels><?xml version='1.0' encoding='utf-8'?>
<Relationships xmlns="http://schemas.openxmlformats.org/package/2006/relationships"><Relationship Type="http://schemas.openxmlformats.org/officeDocument/2006/relationships/slideLayout" Target="/ppt/slideLayouts/slideLayout1.xml" Id="R79c557a35e79434f" /><Relationship Type="http://schemas.openxmlformats.org/officeDocument/2006/relationships/notesSlide" Target="/ppt/notesSlides/notesSlide16.xml" Id="Rc06947a345af4d75" /></Relationships>
</file>

<file path=ppt/slides/slide1.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p:grpSpPr>
      <p:sp>
        <p:nvSpPr>
          <p:cNvPr id="28" name="dp41-background / title / 1">
            <a:extLst>
              <a:ext uri="{FF2B5EF4-FFF2-40B4-BE49-F238E27FC236}">
                <ns2:creationId id="{8B992013-1FE2-4F9E-804A-32951F3BDB08}"/>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말 속의 지칭 대상과 조건을 찾아,</a:t>
            </a:r>
          </a:p>
        </p:txBody>
      </p:sp>
      <p:sp>
        <p:nvSpPr>
          <p:cNvPr id="2" name="dp41-background / title / 2">
            <a:extLst>
              <a:ext uri="{FF2B5EF4-FFF2-40B4-BE49-F238E27FC236}">
                <ns2:creationId id="{9D6A26AB-060B-42DB-91A1-FFB55DBF4846}"/>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위임할 Request를 완성하는 VIA</a:t>
            </a:r>
          </a:p>
        </p:txBody>
      </p:sp>
      <p:sp>
        <p:nvSpPr>
          <p:cNvPr id="3" name="dp41-background / request / 1">
            <a:extLst>
              <a:ext uri="{FF2B5EF4-FFF2-40B4-BE49-F238E27FC236}">
                <ns2:creationId id="{9B8C573C-6F22-4DDD-9221-5703930252F0}"/>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“이 표를 아까 보고서에 넣고,</a:t>
            </a:r>
          </a:p>
        </p:txBody>
      </p:sp>
      <p:sp>
        <p:nvSpPr>
          <p:cNvPr id="4" name="dp41-background / request / 2">
            <a:extLst>
              <a:ext uri="{FF2B5EF4-FFF2-40B4-BE49-F238E27FC236}">
                <ns2:creationId id="{6459E1C0-89D3-4B83-8FCF-3C436B15BC86}"/>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메일은 보내지 말고 보고서 결과로 메일 초안만 만들어줘.”</a:t>
            </a:r>
          </a:p>
        </p:txBody>
      </p:sp>
      <p:pic>
        <p:nvPicPr>
          <p:cNvPr id="32" name=""/>
          <p:cNvPicPr>
            <a:picLocks noChangeAspect="1"/>
          </p:cNvPicPr>
          <p:nvPr/>
        </p:nvPicPr>
        <p:blipFill>
          <a:blip r:embed="RviaBackgroundImage1"/>
          <a:srcRect l="0" t="13000" r="65000" b="15000"/>
          <a:stretch>
            <a:fillRect l="0" t="0" r="0" b="0"/>
          </a:stretch>
        </p:blipFill>
        <p:spPr>
          <a:xfrm>
            <a:off x="1238250" y="2971800"/>
            <a:ext cx="3810000" cy="2590800"/>
          </a:xfrm>
          <a:prstGeom prst="rect">
            <a:avLst/>
          </a:prstGeom>
        </p:spPr>
      </p:pic>
      <p:pic>
        <p:nvPicPr>
          <p:cNvPr id="33" name=""/>
          <p:cNvPicPr>
            <a:picLocks noChangeAspect="1"/>
          </p:cNvPicPr>
          <p:nvPr/>
        </p:nvPicPr>
        <p:blipFill>
          <a:blip r:embed="RviaBackgroundImage2"/>
          <a:srcRect l="37500" t="16000" r="37500" b="16000"/>
          <a:stretch>
            <a:fillRect l="0" t="0" r="0" b="0"/>
          </a:stretch>
        </p:blipFill>
        <p:spPr>
          <a:xfrm>
            <a:off x="7762875" y="2971800"/>
            <a:ext cx="2857500" cy="2590800"/>
          </a:xfrm>
          <a:prstGeom prst="rect">
            <a:avLst/>
          </a:prstGeom>
        </p:spPr>
      </p:pic>
      <p:pic>
        <p:nvPicPr>
          <p:cNvPr id="34" name=""/>
          <p:cNvPicPr>
            <a:picLocks noChangeAspect="1"/>
          </p:cNvPicPr>
          <p:nvPr/>
        </p:nvPicPr>
        <p:blipFill>
          <a:blip r:embed="RviaBackgroundImage3"/>
          <a:srcRect l="65500" t="8000" r="0" b="15000"/>
          <a:stretch>
            <a:fillRect l="0" t="0" r="0" b="0"/>
          </a:stretch>
        </p:blipFill>
        <p:spPr>
          <a:xfrm>
            <a:off x="13382625" y="2971800"/>
            <a:ext cx="3524250" cy="2590800"/>
          </a:xfrm>
          <a:prstGeom prst="rect">
            <a:avLst/>
          </a:prstGeom>
        </p:spPr>
      </p:pic>
      <p:sp>
        <p:nvSpPr>
          <p:cNvPr id="8" name="dp41-background / participant 0 / 1">
            <a:extLst>
              <a:ext uri="{FF2B5EF4-FFF2-40B4-BE49-F238E27FC236}">
                <ns2:creationId id="{6A8D78A8-E78A-4A55-AFA8-4C0A24C58D5E}"/>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발화 + 선택한 화면</a:t>
            </a:r>
          </a:p>
        </p:txBody>
      </p:sp>
      <p:sp>
        <p:nvSpPr>
          <p:cNvPr id="9" name="dp41-background / participant 1 / 1">
            <a:extLst>
              <a:ext uri="{FF2B5EF4-FFF2-40B4-BE49-F238E27FC236}">
                <ns2:creationId id="{7C8B603D-5354-41A6-8421-27A25A04D73A}"/>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550" b="1">
                <a:solidFill>
                  <a:srgbClr val="397C80"/>
                </a:solidFill>
                <a:latin typeface="Apple SD Gothic Neo"/>
                <a:ea typeface="Apple SD Gothic Neo"/>
                <a:cs typeface="Apple SD Gothic Neo"/>
              </a:defRPr>
            </a:pPr>
            <a:r>
              <a:rPr sz="2550" b="1">
                <a:solidFill>
                  <a:srgbClr val="397C80"/>
                </a:solidFill>
                <a:latin typeface="Apple SD Gothic Neo"/>
                <a:ea typeface="Apple SD Gothic Neo"/>
                <a:cs typeface="Apple SD Gothic Neo"/>
              </a:rPr>
              <a:t>VIA의 Request 이해</a:t>
            </a:r>
          </a:p>
        </p:txBody>
      </p:sp>
      <p:sp>
        <p:nvSpPr>
          <p:cNvPr id="10" name="dp41-background / participant 2 / 1">
            <a:extLst>
              <a:ext uri="{FF2B5EF4-FFF2-40B4-BE49-F238E27FC236}">
                <ns2:creationId id="{963A27B5-E2E8-4758-A34F-90416D1748AC}"/>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위임할 Task</a:t>
            </a:r>
          </a:p>
        </p:txBody>
      </p:sp>
      <p:sp>
        <p:nvSpPr>
          <p:cNvPr id="11" name="dp41-background / evidence-to-via">
            <a:extLst>
              <a:ext uri="{FF2B5EF4-FFF2-40B4-BE49-F238E27FC236}">
                <ns2:creationId id="{9884EF06-F6C8-4453-8325-788B3857F297}"/>
              </a:ext>
            </a:extLst>
          </p:cNvPr>
          <p:cNvSpPr>
            <a:spLocks noGrp="1"/>
          </p:cNvSpPr>
          <p:nvPr/>
        </p:nvSpPr>
        <p:spPr>
          <a:xfrm>
            <a:off x="5619750" y="6334125"/>
            <a:ext cx="1095375" cy="953"/>
          </a:xfrm>
          <a:custGeom>
            <a:pathLst>
              <a:path w="1095375" h="953">
                <a:moveTo>
                  <a:pt x="0" y="0"/>
                </a:moveTo>
                <a:lnTo>
                  <a:pt x="1095375" y="0"/>
                </a:lnTo>
              </a:path>
            </a:pathLst>
          </a:custGeom>
          <a:noFill/>
          <a:ln w="19050">
            <a:solidFill>
              <a:srgbClr val="397C80"/>
            </a:solidFill>
            <a:prstDash val="solid"/>
          </a:ln>
        </p:spPr>
      </p:sp>
      <p:sp>
        <p:nvSpPr>
          <p:cNvPr id="12" name="dp41-background / evidence-to-via / arrow">
            <a:extLst>
              <a:ext uri="{FF2B5EF4-FFF2-40B4-BE49-F238E27FC236}">
                <ns2:creationId id="{B7E5CE01-A17E-4C44-A8F7-426B5BDA7AB7}"/>
              </a:ext>
            </a:extLst>
          </p:cNvPr>
          <p:cNvSpPr>
            <a:spLocks noGrp="1"/>
          </p:cNvSpPr>
          <p:nvPr/>
        </p:nvSpPr>
        <p:spPr>
          <a:xfrm>
            <a:off x="6581775"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3" name="dp41-background / via-to-agent">
            <a:extLst>
              <a:ext uri="{FF2B5EF4-FFF2-40B4-BE49-F238E27FC236}">
                <ns2:creationId id="{B90F5799-79C9-4033-A5FB-A150C97801D9}"/>
              </a:ext>
            </a:extLst>
          </p:cNvPr>
          <p:cNvSpPr>
            <a:spLocks noGrp="1"/>
          </p:cNvSpPr>
          <p:nvPr/>
        </p:nvSpPr>
        <p:spPr>
          <a:xfrm>
            <a:off x="11668125" y="6334125"/>
            <a:ext cx="1095375" cy="953"/>
          </a:xfrm>
          <a:custGeom>
            <a:pathLst>
              <a:path w="1095375" h="953">
                <a:moveTo>
                  <a:pt x="0" y="0"/>
                </a:moveTo>
                <a:lnTo>
                  <a:pt x="1095375" y="0"/>
                </a:lnTo>
              </a:path>
            </a:pathLst>
          </a:custGeom>
          <a:noFill/>
          <a:ln w="19050">
            <a:solidFill>
              <a:srgbClr val="397C80"/>
            </a:solidFill>
            <a:prstDash val="solid"/>
          </a:ln>
        </p:spPr>
      </p:sp>
      <p:sp>
        <p:nvSpPr>
          <p:cNvPr id="14" name="dp41-background / via-to-agent / arrow">
            <a:extLst>
              <a:ext uri="{FF2B5EF4-FFF2-40B4-BE49-F238E27FC236}">
                <ns2:creationId id="{D54ECED9-23F8-4DED-8CA0-6C00437BC2B1}"/>
              </a:ext>
            </a:extLst>
          </p:cNvPr>
          <p:cNvSpPr>
            <a:spLocks noGrp="1"/>
          </p:cNvSpPr>
          <p:nvPr/>
        </p:nvSpPr>
        <p:spPr>
          <a:xfrm>
            <a:off x="12630150"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5" name="dp41-background / input / 1">
            <a:extLst>
              <a:ext uri="{FF2B5EF4-FFF2-40B4-BE49-F238E27FC236}">
                <ns2:creationId id="{A3C12132-9E41-40CA-829D-050735921EE4}"/>
              </a:ext>
            </a:extLst>
          </p:cNvPr>
          <p:cNvSpPr>
            <a:spLocks noGrp="1"/>
          </p:cNvSpPr>
          <p:nvPr/>
        </p:nvSpPr>
        <p:spPr>
          <a:xfrm>
            <a:off x="523875" y="6591300"/>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화면에서 선택한 표</a:t>
            </a:r>
          </a:p>
        </p:txBody>
      </p:sp>
      <p:sp>
        <p:nvSpPr>
          <p:cNvPr id="16" name="dp41-background / input / 2">
            <a:extLst>
              <a:ext uri="{FF2B5EF4-FFF2-40B4-BE49-F238E27FC236}">
                <ns2:creationId id="{948ABD54-A660-4EEF-97B6-2D27A450B96C}"/>
              </a:ext>
            </a:extLst>
          </p:cNvPr>
          <p:cNvSpPr>
            <a:spLocks noGrp="1"/>
          </p:cNvSpPr>
          <p:nvPr/>
        </p:nvSpPr>
        <p:spPr>
          <a:xfrm>
            <a:off x="523875" y="6936581"/>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대화에 남아 있는 보고서</a:t>
            </a:r>
          </a:p>
        </p:txBody>
      </p:sp>
      <p:sp>
        <p:nvSpPr>
          <p:cNvPr id="17" name="dp41-background / resolve / 1">
            <a:extLst>
              <a:ext uri="{FF2B5EF4-FFF2-40B4-BE49-F238E27FC236}">
                <ns2:creationId id="{4A540566-7CD1-4111-9E15-4D6F34CE64FC}"/>
              </a:ext>
            </a:extLst>
          </p:cNvPr>
          <p:cNvSpPr>
            <a:spLocks noGrp="1"/>
          </p:cNvSpPr>
          <p:nvPr/>
        </p:nvSpPr>
        <p:spPr>
          <a:xfrm>
            <a:off x="6572250" y="6591300"/>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지칭 대상: 어느 표, 어느 보고서?</a:t>
            </a:r>
          </a:p>
        </p:txBody>
      </p:sp>
      <p:sp>
        <p:nvSpPr>
          <p:cNvPr id="18" name="dp41-background / resolve / 2">
            <a:extLst>
              <a:ext uri="{FF2B5EF4-FFF2-40B4-BE49-F238E27FC236}">
                <ns2:creationId id="{1316676B-D77C-4A5A-A6BD-48CACDAE52D1}"/>
              </a:ext>
            </a:extLst>
          </p:cNvPr>
          <p:cNvSpPr>
            <a:spLocks noGrp="1"/>
          </p:cNvSpPr>
          <p:nvPr/>
        </p:nvSpPr>
        <p:spPr>
          <a:xfrm>
            <a:off x="6572250" y="6936581"/>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순서: 보고서 수정 → 메일 초안</a:t>
            </a:r>
          </a:p>
        </p:txBody>
      </p:sp>
      <p:sp>
        <p:nvSpPr>
          <p:cNvPr id="19" name="dp41-background / resolve / 3">
            <a:extLst>
              <a:ext uri="{FF2B5EF4-FFF2-40B4-BE49-F238E27FC236}">
                <ns2:creationId id="{EF73FAF7-AFB3-420E-8A3A-D171075890DA}"/>
              </a:ext>
            </a:extLst>
          </p:cNvPr>
          <p:cNvSpPr>
            <a:spLocks noGrp="1"/>
          </p:cNvSpPr>
          <p:nvPr/>
        </p:nvSpPr>
        <p:spPr>
          <a:xfrm>
            <a:off x="6572250" y="7281863"/>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조건: 메일 발송 금지</a:t>
            </a:r>
          </a:p>
        </p:txBody>
      </p:sp>
      <p:sp>
        <p:nvSpPr>
          <p:cNvPr id="20" name="dp41-background / delegate / 1">
            <a:extLst>
              <a:ext uri="{FF2B5EF4-FFF2-40B4-BE49-F238E27FC236}">
                <ns2:creationId id="{F91B79E8-ECE4-40F5-ABA0-A30E405618B1}"/>
              </a:ext>
            </a:extLst>
          </p:cNvPr>
          <p:cNvSpPr>
            <a:spLocks noGrp="1"/>
          </p:cNvSpPr>
          <p:nvPr/>
        </p:nvSpPr>
        <p:spPr>
          <a:xfrm>
            <a:off x="12525375" y="6591300"/>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보고서에 표 추가</a:t>
            </a:r>
          </a:p>
        </p:txBody>
      </p:sp>
      <p:sp>
        <p:nvSpPr>
          <p:cNvPr id="21" name="dp41-background / delegate / 2">
            <a:extLst>
              <a:ext uri="{FF2B5EF4-FFF2-40B4-BE49-F238E27FC236}">
                <ns2:creationId id="{B21F981E-4305-4347-9AB9-1AF5AB3F85DA}"/>
              </a:ext>
            </a:extLst>
          </p:cNvPr>
          <p:cNvSpPr>
            <a:spLocks noGrp="1"/>
          </p:cNvSpPr>
          <p:nvPr/>
        </p:nvSpPr>
        <p:spPr>
          <a:xfrm>
            <a:off x="12525375" y="6936581"/>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그 결과로 메일 초안 작성</a:t>
            </a:r>
          </a:p>
        </p:txBody>
      </p:sp>
      <p:sp>
        <p:nvSpPr>
          <p:cNvPr id="22" name="dp41-background / delegate / 3">
            <a:extLst>
              <a:ext uri="{FF2B5EF4-FFF2-40B4-BE49-F238E27FC236}">
                <ns2:creationId id="{922F5513-5CC5-440C-87B5-E41BB7428298}"/>
              </a:ext>
            </a:extLst>
          </p:cNvPr>
          <p:cNvSpPr>
            <a:spLocks noGrp="1"/>
          </p:cNvSpPr>
          <p:nvPr/>
        </p:nvSpPr>
        <p:spPr>
          <a:xfrm>
            <a:off x="12525375" y="7281863"/>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발송하지 않는 조건 유지</a:t>
            </a:r>
          </a:p>
        </p:txBody>
      </p:sp>
      <p:sp>
        <p:nvSpPr>
          <p:cNvPr id="23" name="dp41-background / clarify / 1">
            <a:extLst>
              <a:ext uri="{FF2B5EF4-FFF2-40B4-BE49-F238E27FC236}">
                <ns2:creationId id="{FDBA5D44-0AA3-4AF2-B5BF-2886DF4A1C95}"/>
              </a:ext>
            </a:extLst>
          </p:cNvPr>
          <p:cNvSpPr>
            <a:spLocks noGrp="1"/>
          </p:cNvSpPr>
          <p:nvPr/>
        </p:nvSpPr>
        <p:spPr>
          <a:xfrm>
            <a:off x="6048375" y="7686675"/>
            <a:ext cx="6286500" cy="321469"/>
          </a:xfrm>
          <a:prstGeom prst="rect">
            <a:avLst/>
          </a:prstGeom>
          <a:noFill/>
          <a:ln w="0">
            <a:noFill/>
          </a:ln>
        </p:spPr>
        <p:txBody>
          <a:bodyPr wrap="none" lIns="0" tIns="0" rIns="0" bIns="0" anchor="t">
            <a:noAutofit/>
          </a:bodyPr>
          <a:lstStyle/>
          <a:p>
            <a:pPr algn="ctr">
              <a:defRPr sz="1875" b="0">
                <a:solidFill>
                  <a:srgbClr val="66777D"/>
                </a:solidFill>
                <a:latin typeface="Apple SD Gothic Neo"/>
                <a:ea typeface="Apple SD Gothic Neo"/>
                <a:cs typeface="Apple SD Gothic Neo"/>
              </a:defRPr>
            </a:pPr>
            <a:r>
              <a:rPr sz="1875" b="0">
                <a:solidFill>
                  <a:srgbClr val="66777D"/>
                </a:solidFill>
                <a:latin typeface="Apple SD Gothic Neo"/>
                <a:ea typeface="Apple SD Gothic Neo"/>
                <a:cs typeface="Apple SD Gothic Neo"/>
              </a:rPr>
              <a:t>지칭 대상이 모호하면 VIA가 사용자에게 확인합니다</a:t>
            </a:r>
          </a:p>
        </p:txBody>
      </p:sp>
      <p:sp>
        <p:nvSpPr>
          <p:cNvPr id="24" name="dp41-background / user-benefit / 1">
            <a:extLst>
              <a:ext uri="{FF2B5EF4-FFF2-40B4-BE49-F238E27FC236}">
                <ns2:creationId id="{68C0064A-C418-4ED4-814C-108BF337440A}"/>
              </a:ext>
            </a:extLst>
          </p:cNvPr>
          <p:cNvSpPr>
            <a:spLocks noGrp="1"/>
          </p:cNvSpPr>
          <p:nvPr/>
        </p:nvSpPr>
        <p:spPr>
          <a:xfrm>
            <a:off x="904875" y="8267700"/>
            <a:ext cx="16478250" cy="372904"/>
          </a:xfrm>
          <a:prstGeom prst="rect">
            <a:avLst/>
          </a:prstGeom>
          <a:noFill/>
          <a:ln w="0">
            <a:noFill/>
          </a:ln>
        </p:spPr>
        <p:txBody>
          <a:bodyPr wrap="none" lIns="0" tIns="0" rIns="0" bIns="0" anchor="t">
            <a:noAutofit/>
          </a:bodyPr>
          <a:lstStyle/>
          <a:p>
            <a:pPr algn="ctr">
              <a:defRPr sz="2175" b="1">
                <a:solidFill>
                  <a:srgbClr val="202B30"/>
                </a:solidFill>
                <a:latin typeface="Apple SD Gothic Neo"/>
                <a:ea typeface="Apple SD Gothic Neo"/>
                <a:cs typeface="Apple SD Gothic Neo"/>
              </a:defRPr>
            </a:pPr>
            <a:r>
              <a:rPr sz="2175" b="1">
                <a:solidFill>
                  <a:srgbClr val="202B30"/>
                </a:solidFill>
                <a:latin typeface="Apple SD Gothic Neo"/>
                <a:ea typeface="Apple SD Gothic Neo"/>
                <a:cs typeface="Apple SD Gothic Neo"/>
              </a:rPr>
              <a:t>사용자는 파일명이나 Task 번호를 외우지 않아도, 지칭 대상과 순서, 조건을 함께 말할 수 있습니다</a:t>
            </a:r>
          </a:p>
        </p:txBody>
      </p:sp>
      <p:sp>
        <p:nvSpPr>
          <p:cNvPr id="25" name="dp41-background / challenge-divider">
            <a:extLst>
              <a:ext uri="{FF2B5EF4-FFF2-40B4-BE49-F238E27FC236}">
                <ns2:creationId id="{D316B416-9940-4FC9-8CF4-CAA93F4B6758}"/>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6" name="dp41-background / design-challenge / 1">
            <a:extLst>
              <a:ext uri="{FF2B5EF4-FFF2-40B4-BE49-F238E27FC236}">
                <ns2:creationId id="{D2E12FE2-A755-4B0F-A38C-D8CCEF692F53}"/>
              </a:ext>
            </a:extLst>
          </p:cNvPr>
          <p:cNvSpPr>
            <a:spLocks noGrp="1"/>
          </p:cNvSpPr>
          <p:nvPr/>
        </p:nvSpPr>
        <p:spPr>
          <a:xfrm>
            <a:off x="904875" y="915352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발화만으로 알 수 없는 정보를 찾아 확인하고,</a:t>
            </a:r>
          </a:p>
        </p:txBody>
      </p:sp>
      <p:sp>
        <p:nvSpPr>
          <p:cNvPr id="27" name="dp41-background / design-challenge / 2">
            <a:extLst>
              <a:ext uri="{FF2B5EF4-FFF2-40B4-BE49-F238E27FC236}">
                <ns2:creationId id="{00C51F96-0951-461F-93EF-326D9BE11D28}"/>
              </a:ext>
            </a:extLst>
          </p:cNvPr>
          <p:cNvSpPr>
            <a:spLocks noGrp="1"/>
          </p:cNvSpPr>
          <p:nvPr/>
        </p:nvSpPr>
        <p:spPr>
          <a:xfrm>
            <a:off x="904875" y="953452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조회 결과에 따라 추가 조회와 해석을 이어가며 Request를 완성하는 구조</a:t>
            </a:r>
          </a:p>
        </p:txBody>
      </p:sp>
    </p:spTree>
    <p:extLst>
      <p:ext uri="{BB962C8B-B14F-4D97-AF65-F5344CB8AC3E}">
        <p14:creationId val="7500159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6" name="dp41-comparison / n1">
            <a:extLst xmlns:a="http://schemas.openxmlformats.org/drawingml/2006/main">
              <a:ext uri="{FF2B5EF4-FFF2-40B4-BE49-F238E27FC236}">
                <a16:creationId xmlns:a16="http://schemas.microsoft.com/office/drawing/2014/main" id="{46B28C88-BA2E-45AD-9221-7A32E4CAD2AE}"/>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1-comparison / n2 / text 1">
            <a:extLst xmlns:a="http://schemas.openxmlformats.org/drawingml/2006/main">
              <a:ext uri="{FF2B5EF4-FFF2-40B4-BE49-F238E27FC236}">
                <a16:creationId xmlns:a16="http://schemas.microsoft.com/office/drawing/2014/main" id="{A71840D6-27F0-49AA-97B7-031BE15F8849}"/>
              </a:ext>
            </a:extLst>
          </p:cNvPr>
          <p:cNvSpPr>
            <a:spLocks xmlns:a="http://schemas.openxmlformats.org/drawingml/2006/main" noGrp="1"/>
          </p:cNvSpPr>
          <p:nvPr/>
        </p:nvSpPr>
        <p:spPr>
          <a:xfrm xmlns:a="http://schemas.openxmlformats.org/drawingml/2006/main">
            <a:off x="381000" y="209550"/>
            <a:ext cx="1238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DP 설계 비교</a:t>
            </a:r>
          </a:p>
        </p:txBody>
      </p:sp>
      <p:sp>
        <p:nvSpPr>
          <p:cNvPr id="3" name="dp41-comparison / n3 / text 1">
            <a:extLst xmlns:a="http://schemas.openxmlformats.org/drawingml/2006/main">
              <a:ext uri="{FF2B5EF4-FFF2-40B4-BE49-F238E27FC236}">
                <a16:creationId xmlns:a16="http://schemas.microsoft.com/office/drawing/2014/main" id="{4AFEFC50-A5A4-4D78-8E59-83E63AA00CFE}"/>
              </a:ext>
            </a:extLst>
          </p:cNvPr>
          <p:cNvSpPr>
            <a:spLocks xmlns:a="http://schemas.openxmlformats.org/drawingml/2006/main" noGrp="1"/>
          </p:cNvSpPr>
          <p:nvPr/>
        </p:nvSpPr>
        <p:spPr>
          <a:xfrm xmlns:a="http://schemas.openxmlformats.org/drawingml/2006/main">
            <a:off x="13620750" y="209550"/>
            <a:ext cx="4286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구조 비교 / 장단점 / QA Trade-off</a:t>
            </a:r>
          </a:p>
        </p:txBody>
      </p:sp>
      <p:sp>
        <p:nvSpPr>
          <p:cNvPr id="4" name="dp41-comparison / n4 / text 1">
            <a:extLst xmlns:a="http://schemas.openxmlformats.org/drawingml/2006/main">
              <a:ext uri="{FF2B5EF4-FFF2-40B4-BE49-F238E27FC236}">
                <a16:creationId xmlns:a16="http://schemas.microsoft.com/office/drawing/2014/main" id="{656BD057-373A-406D-8382-C77CCFB46245}"/>
              </a:ext>
            </a:extLst>
          </p:cNvPr>
          <p:cNvSpPr>
            <a:spLocks xmlns:a="http://schemas.openxmlformats.org/drawingml/2006/main" noGrp="1"/>
          </p:cNvSpPr>
          <p:nvPr/>
        </p:nvSpPr>
        <p:spPr>
          <a:xfrm xmlns:a="http://schemas.openxmlformats.org/drawingml/2006/main">
            <a:off x="381000" y="619125"/>
            <a:ext cx="17526000" cy="5386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b="1">
                <a:solidFill>
                  <a:srgbClr val="18232E"/>
                </a:solidFill>
                <a:latin typeface="Apple SD Gothic Neo"/>
                <a:ea typeface="Apple SD Gothic Neo"/>
                <a:cs typeface="Apple SD Gothic Neo"/>
              </a:defRPr>
            </a:pPr>
            <a:r>
              <a:rPr sz="2925" b="1">
                <a:solidFill>
                  <a:srgbClr val="18232E"/>
                </a:solidFill>
                <a:latin typeface="Apple SD Gothic Neo"/>
                <a:ea typeface="Apple SD Gothic Neo"/>
                <a:cs typeface="Apple SD Gothic Neo"/>
              </a:rPr>
              <a:t>04-41. VIA Request 이해의 모델 판단 반복과 코드 해결 반복</a:t>
            </a:r>
          </a:p>
        </p:txBody>
      </p:sp>
      <p:sp>
        <p:nvSpPr>
          <p:cNvPr id="5" name="dp41-comparison / n5 / path">
            <a:extLst xmlns:a="http://schemas.openxmlformats.org/drawingml/2006/main">
              <a:ext uri="{FF2B5EF4-FFF2-40B4-BE49-F238E27FC236}">
                <a16:creationId xmlns:a16="http://schemas.microsoft.com/office/drawing/2014/main" id="{C306E9B5-D8C7-46DC-883B-246FB1A114C9}"/>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6" name="dp41-comparison / n6 / text 1">
            <a:extLst xmlns:a="http://schemas.openxmlformats.org/drawingml/2006/main">
              <a:ext uri="{FF2B5EF4-FFF2-40B4-BE49-F238E27FC236}">
                <a16:creationId xmlns:a16="http://schemas.microsoft.com/office/drawing/2014/main" id="{EA45F1E1-195F-4B06-9ADD-88331AB013F5}"/>
              </a:ext>
            </a:extLst>
          </p:cNvPr>
          <p:cNvSpPr>
            <a:spLocks xmlns:a="http://schemas.openxmlformats.org/drawingml/2006/main" noGrp="1"/>
          </p:cNvSpPr>
          <p:nvPr/>
        </p:nvSpPr>
        <p:spPr>
          <a:xfrm xmlns:a="http://schemas.openxmlformats.org/drawingml/2006/main">
            <a:off x="381000" y="1333500"/>
            <a:ext cx="1752600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232E"/>
                </a:solidFill>
                <a:latin typeface="Apple SD Gothic Neo"/>
                <a:ea typeface="Apple SD Gothic Neo"/>
                <a:cs typeface="Apple SD Gothic Neo"/>
              </a:defRPr>
            </a:pPr>
            <a:r>
              <a:rPr sz="1725" b="0">
                <a:solidFill>
                  <a:srgbClr val="18232E"/>
                </a:solidFill>
                <a:latin typeface="Apple SD Gothic Neo"/>
                <a:ea typeface="Apple SD Gothic Neo"/>
                <a:cs typeface="Apple SD Gothic Neo"/>
              </a:rPr>
              <a:t>입력 Input1: “이 표를 아까 보고서에 넣고, 메일은 보내지 말고 결과를 바탕으로 초안만 만들어.”</a:t>
            </a:r>
          </a:p>
        </p:txBody>
      </p:sp>
      <p:sp>
        <p:nvSpPr>
          <p:cNvPr id="7" name="dp41-comparison / n7 / text 1">
            <a:extLst xmlns:a="http://schemas.openxmlformats.org/drawingml/2006/main">
              <a:ext uri="{FF2B5EF4-FFF2-40B4-BE49-F238E27FC236}">
                <a16:creationId xmlns:a16="http://schemas.microsoft.com/office/drawing/2014/main" id="{73435361-2972-4470-8183-3D93EB11931F}"/>
              </a:ext>
            </a:extLst>
          </p:cNvPr>
          <p:cNvSpPr>
            <a:spLocks xmlns:a="http://schemas.openxmlformats.org/drawingml/2006/main" noGrp="1"/>
          </p:cNvSpPr>
          <p:nvPr/>
        </p:nvSpPr>
        <p:spPr>
          <a:xfrm xmlns:a="http://schemas.openxmlformats.org/drawingml/2006/main">
            <a:off x="381000" y="1609725"/>
            <a:ext cx="175260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18232E"/>
                </a:solidFill>
                <a:latin typeface="Apple SD Gothic Neo"/>
                <a:ea typeface="Apple SD Gothic Neo"/>
                <a:cs typeface="Apple SD Gothic Neo"/>
              </a:defRPr>
            </a:pPr>
            <a:r>
              <a:rPr sz="1425" b="0">
                <a:solidFill>
                  <a:srgbClr val="18232E"/>
                </a:solidFill>
                <a:latin typeface="Apple SD Gothic Neo"/>
                <a:ea typeface="Apple SD Gothic Neo"/>
                <a:cs typeface="Apple SD Gothic Neo"/>
              </a:rPr>
              <a:t>Task1: 예산 보고서 / Task2: 실적 보고서 → “어느 보고서인가요?” → 사용자: “예산 보고서” / 결과: 수정된 보고서 → 메일 초안</a:t>
            </a:r>
          </a:p>
        </p:txBody>
      </p:sp>
      <p:sp>
        <p:nvSpPr>
          <p:cNvPr id="8" name="dp41-comparison / n8">
            <a:extLst xmlns:a="http://schemas.openxmlformats.org/drawingml/2006/main">
              <a:ext uri="{FF2B5EF4-FFF2-40B4-BE49-F238E27FC236}">
                <a16:creationId xmlns:a16="http://schemas.microsoft.com/office/drawing/2014/main" id="{298606F2-B0D4-44A2-B4D4-B4B035C21173}"/>
              </a:ext>
            </a:extLst>
          </p:cNvPr>
          <p:cNvSpPr>
            <a:spLocks xmlns:a="http://schemas.openxmlformats.org/drawingml/2006/main" noGrp="1"/>
          </p:cNvSpPr>
          <p:nvPr/>
        </p:nvSpPr>
        <p:spPr>
          <a:xfrm xmlns:a="http://schemas.openxmlformats.org/drawingml/2006/main">
            <a:off x="381000" y="1857375"/>
            <a:ext cx="17526000" cy="457200"/>
          </a:xfrm>
          <a:prstGeom xmlns:a="http://schemas.openxmlformats.org/drawingml/2006/main" prst="rect">
            <a:avLst/>
          </a:prstGeom>
          <a:solidFill xmlns:a="http://schemas.openxmlformats.org/drawingml/2006/main">
            <a:srgbClr val="D5E7C7"/>
          </a:solidFill>
          <a:ln xmlns:a="http://schemas.openxmlformats.org/drawingml/2006/main" w="16193">
            <a:solidFill>
              <a:srgbClr val="CDD6DE"/>
            </a:solidFill>
            <a:prstDash val="solid"/>
          </a:ln>
        </p:spPr>
      </p:sp>
      <p:sp>
        <p:nvSpPr>
          <p:cNvPr id="9" name="dp41-comparison / n9 / text 1">
            <a:extLst xmlns:a="http://schemas.openxmlformats.org/drawingml/2006/main">
              <a:ext uri="{FF2B5EF4-FFF2-40B4-BE49-F238E27FC236}">
                <a16:creationId xmlns:a16="http://schemas.microsoft.com/office/drawing/2014/main" id="{80B5CA3A-BFCA-40DD-98A9-E8FDBC8C3B20}"/>
              </a:ext>
            </a:extLst>
          </p:cNvPr>
          <p:cNvSpPr>
            <a:spLocks xmlns:a="http://schemas.openxmlformats.org/drawingml/2006/main" noGrp="1"/>
          </p:cNvSpPr>
          <p:nvPr/>
        </p:nvSpPr>
        <p:spPr>
          <a:xfrm xmlns:a="http://schemas.openxmlformats.org/drawingml/2006/main">
            <a:off x="390525" y="1990725"/>
            <a:ext cx="9334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18232E"/>
                </a:solidFill>
                <a:latin typeface="Apple SD Gothic Neo"/>
                <a:ea typeface="Apple SD Gothic Neo"/>
                <a:cs typeface="Apple SD Gothic Neo"/>
              </a:defRPr>
            </a:pPr>
            <a:r>
              <a:rPr sz="1425" b="1">
                <a:solidFill>
                  <a:srgbClr val="18232E"/>
                </a:solidFill>
                <a:latin typeface="Apple SD Gothic Neo"/>
                <a:ea typeface="Apple SD Gothic Neo"/>
                <a:cs typeface="Apple SD Gothic Neo"/>
              </a:rPr>
              <a:t>설계안</a:t>
            </a:r>
          </a:p>
        </p:txBody>
      </p:sp>
      <p:sp>
        <p:nvSpPr>
          <p:cNvPr id="10" name="dp41-comparison / n10 / text 1">
            <a:extLst xmlns:a="http://schemas.openxmlformats.org/drawingml/2006/main">
              <a:ext uri="{FF2B5EF4-FFF2-40B4-BE49-F238E27FC236}">
                <a16:creationId xmlns:a16="http://schemas.microsoft.com/office/drawing/2014/main" id="{BF1C60DA-B3C8-400E-9F54-6C7D1C3763C0}"/>
              </a:ext>
            </a:extLst>
          </p:cNvPr>
          <p:cNvSpPr>
            <a:spLocks xmlns:a="http://schemas.openxmlformats.org/drawingml/2006/main" noGrp="1"/>
          </p:cNvSpPr>
          <p:nvPr/>
        </p:nvSpPr>
        <p:spPr>
          <a:xfrm xmlns:a="http://schemas.openxmlformats.org/drawingml/2006/main">
            <a:off x="1485900" y="1952625"/>
            <a:ext cx="7981950" cy="3590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A 모델 주도 해석</a:t>
            </a:r>
          </a:p>
        </p:txBody>
      </p:sp>
      <p:sp>
        <p:nvSpPr>
          <p:cNvPr id="11" name="dp41-comparison / n11 / text 1">
            <a:extLst xmlns:a="http://schemas.openxmlformats.org/drawingml/2006/main">
              <a:ext uri="{FF2B5EF4-FFF2-40B4-BE49-F238E27FC236}">
                <a16:creationId xmlns:a16="http://schemas.microsoft.com/office/drawing/2014/main" id="{E894F28B-957E-44C4-B2BC-2A8DA70A8297}"/>
              </a:ext>
            </a:extLst>
          </p:cNvPr>
          <p:cNvSpPr>
            <a:spLocks xmlns:a="http://schemas.openxmlformats.org/drawingml/2006/main" noGrp="1"/>
          </p:cNvSpPr>
          <p:nvPr/>
        </p:nvSpPr>
        <p:spPr>
          <a:xfrm xmlns:a="http://schemas.openxmlformats.org/drawingml/2006/main">
            <a:off x="9772650" y="1952625"/>
            <a:ext cx="7981950" cy="3590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B 모델 요청 틀과 코드 주도 완성</a:t>
            </a:r>
          </a:p>
        </p:txBody>
      </p:sp>
      <p:sp>
        <p:nvSpPr>
          <p:cNvPr id="12" name="dp41-comparison / n12 / path">
            <a:extLst xmlns:a="http://schemas.openxmlformats.org/drawingml/2006/main">
              <a:ext uri="{FF2B5EF4-FFF2-40B4-BE49-F238E27FC236}">
                <a16:creationId xmlns:a16="http://schemas.microsoft.com/office/drawing/2014/main" id="{11D61C36-AA31-49E9-A30E-2597116BBFD8}"/>
              </a:ext>
            </a:extLst>
          </p:cNvPr>
          <p:cNvSpPr>
            <a:spLocks xmlns:a="http://schemas.openxmlformats.org/drawingml/2006/main" noGrp="1"/>
          </p:cNvSpPr>
          <p:nvPr/>
        </p:nvSpPr>
        <p:spPr>
          <a:xfrm xmlns:a="http://schemas.openxmlformats.org/drawingml/2006/main">
            <a:off x="9620250" y="1857375"/>
            <a:ext cx="953" cy="6448425"/>
          </a:xfrm>
          <a:custGeom xmlns:a="http://schemas.openxmlformats.org/drawingml/2006/main">
            <a:pathLst>
              <a:path w="953" h="6448425">
                <a:moveTo>
                  <a:pt x="0" y="0"/>
                </a:moveTo>
                <a:lnTo>
                  <a:pt x="0" y="6448425"/>
                </a:lnTo>
              </a:path>
            </a:pathLst>
          </a:custGeom>
          <a:noFill xmlns:a="http://schemas.openxmlformats.org/drawingml/2006/main"/>
          <a:ln xmlns:a="http://schemas.openxmlformats.org/drawingml/2006/main" w="19050">
            <a:solidFill>
              <a:srgbClr val="CDD6DE"/>
            </a:solidFill>
            <a:prstDash val="solid"/>
          </a:ln>
        </p:spPr>
      </p:sp>
      <p:sp>
        <p:nvSpPr>
          <p:cNvPr id="13" name="dp41-comparison / n13 / path">
            <a:extLst xmlns:a="http://schemas.openxmlformats.org/drawingml/2006/main">
              <a:ext uri="{FF2B5EF4-FFF2-40B4-BE49-F238E27FC236}">
                <a16:creationId xmlns:a16="http://schemas.microsoft.com/office/drawing/2014/main" id="{2628A453-97E5-4732-B5B4-274C1B538395}"/>
              </a:ext>
            </a:extLst>
          </p:cNvPr>
          <p:cNvSpPr>
            <a:spLocks xmlns:a="http://schemas.openxmlformats.org/drawingml/2006/main" noGrp="1"/>
          </p:cNvSpPr>
          <p:nvPr/>
        </p:nvSpPr>
        <p:spPr>
          <a:xfrm xmlns:a="http://schemas.openxmlformats.org/drawingml/2006/main">
            <a:off x="381000" y="83058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4" name="dp41-comparison / n14 / text 1">
            <a:extLst xmlns:a="http://schemas.openxmlformats.org/drawingml/2006/main">
              <a:ext uri="{FF2B5EF4-FFF2-40B4-BE49-F238E27FC236}">
                <a16:creationId xmlns:a16="http://schemas.microsoft.com/office/drawing/2014/main" id="{FD9E8158-4D60-4AF2-BE84-CFCD45A57D32}"/>
              </a:ext>
            </a:extLst>
          </p:cNvPr>
          <p:cNvSpPr>
            <a:spLocks xmlns:a="http://schemas.openxmlformats.org/drawingml/2006/main" noGrp="1"/>
          </p:cNvSpPr>
          <p:nvPr/>
        </p:nvSpPr>
        <p:spPr>
          <a:xfrm xmlns:a="http://schemas.openxmlformats.org/drawingml/2006/main">
            <a:off x="400050" y="8401050"/>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채택: Request Controller의 현재 입력과 정보, 권한 검사 및 저장 성공 후 응답 또는 Task 위임</a:t>
            </a:r>
          </a:p>
        </p:txBody>
      </p:sp>
      <p:sp>
        <p:nvSpPr>
          <p:cNvPr id="15" name="dp41-comparison / n15 / text 1">
            <a:extLst xmlns:a="http://schemas.openxmlformats.org/drawingml/2006/main">
              <a:ext uri="{FF2B5EF4-FFF2-40B4-BE49-F238E27FC236}">
                <a16:creationId xmlns:a16="http://schemas.microsoft.com/office/drawing/2014/main" id="{F52810BF-0544-4333-B5EE-2750A107E6A8}"/>
              </a:ext>
            </a:extLst>
          </p:cNvPr>
          <p:cNvSpPr>
            <a:spLocks xmlns:a="http://schemas.openxmlformats.org/drawingml/2006/main" noGrp="1"/>
          </p:cNvSpPr>
          <p:nvPr/>
        </p:nvSpPr>
        <p:spPr>
          <a:xfrm xmlns:a="http://schemas.openxmlformats.org/drawingml/2006/main">
            <a:off x="400050" y="8639175"/>
            <a:ext cx="17526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반복 종료: 의미 완성, 확인 질문 대기, 실패, 취소, 한도 도달 / 질문을 실제 전달하고 새 답변을 받은 뒤 해석 재개</a:t>
            </a:r>
          </a:p>
        </p:txBody>
      </p:sp>
      <p:sp>
        <p:nvSpPr>
          <p:cNvPr id="327" name="dp41-v5-summary / n1">
            <a:extLst xmlns:a="http://schemas.openxmlformats.org/drawingml/2006/main">
              <a:ext uri="{FF2B5EF4-FFF2-40B4-BE49-F238E27FC236}">
                <a16:creationId xmlns:a16="http://schemas.microsoft.com/office/drawing/2014/main" id="{7414EC7B-C8BA-4D86-AC39-A4F8FBA75312}"/>
              </a:ext>
            </a:extLst>
          </p:cNvPr>
          <p:cNvSpPr>
            <a:spLocks xmlns:a="http://schemas.openxmlformats.org/drawingml/2006/main" noGrp="1"/>
          </p:cNvSpPr>
          <p:nvPr/>
        </p:nvSpPr>
        <p:spPr>
          <a:xfrm xmlns:a="http://schemas.openxmlformats.org/drawingml/2006/main">
            <a:off x="381000" y="88963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28" name="dp41-v5-summary / n2">
            <a:extLst xmlns:a="http://schemas.openxmlformats.org/drawingml/2006/main">
              <a:ext uri="{FF2B5EF4-FFF2-40B4-BE49-F238E27FC236}">
                <a16:creationId xmlns:a16="http://schemas.microsoft.com/office/drawing/2014/main" id="{A4DB7634-B3E2-40B8-8D2C-1BFD223E2CE7}"/>
              </a:ext>
            </a:extLst>
          </p:cNvPr>
          <p:cNvSpPr>
            <a:spLocks xmlns:a="http://schemas.openxmlformats.org/drawingml/2006/main" noGrp="1"/>
          </p:cNvSpPr>
          <p:nvPr/>
        </p:nvSpPr>
        <p:spPr>
          <a:xfrm xmlns:a="http://schemas.openxmlformats.org/drawingml/2006/main">
            <a:off x="400050" y="8915400"/>
            <a:ext cx="23336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18232E"/>
                </a:solidFill>
                <a:latin typeface="Apple SD Gothic Neo"/>
                <a:ea typeface="Apple SD Gothic Neo"/>
                <a:cs typeface="Apple SD Gothic Neo"/>
              </a:defRPr>
            </a:pPr>
            <a:r>
              <a:rPr sz="1050" b="1">
                <a:solidFill>
                  <a:srgbClr val="18232E"/>
                </a:solidFill>
                <a:latin typeface="Apple SD Gothic Neo"/>
                <a:ea typeface="Apple SD Gothic Neo"/>
                <a:cs typeface="Apple SD Gothic Neo"/>
              </a:rPr>
              <a:t>요청 처리 정확성</a:t>
            </a:r>
          </a:p>
        </p:txBody>
      </p:sp>
      <p:sp>
        <p:nvSpPr>
          <p:cNvPr id="329" name="dp41-v5-summary / n3">
            <a:extLst xmlns:a="http://schemas.openxmlformats.org/drawingml/2006/main">
              <a:ext uri="{FF2B5EF4-FFF2-40B4-BE49-F238E27FC236}">
                <a16:creationId xmlns:a16="http://schemas.microsoft.com/office/drawing/2014/main" id="{233FD539-807C-4662-A690-5269D8D36A29}"/>
              </a:ext>
            </a:extLst>
          </p:cNvPr>
          <p:cNvSpPr>
            <a:spLocks xmlns:a="http://schemas.openxmlformats.org/drawingml/2006/main" noGrp="1"/>
          </p:cNvSpPr>
          <p:nvPr/>
        </p:nvSpPr>
        <p:spPr>
          <a:xfrm xmlns:a="http://schemas.openxmlformats.org/drawingml/2006/main">
            <a:off x="2857500" y="8915400"/>
            <a:ext cx="666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평가 전  [전체 의미 결합과 부분 갱신]</a:t>
            </a:r>
          </a:p>
        </p:txBody>
      </p:sp>
      <p:sp>
        <p:nvSpPr>
          <p:cNvPr id="330" name="dp41-v5-summary / n4">
            <a:extLst xmlns:a="http://schemas.openxmlformats.org/drawingml/2006/main">
              <a:ext uri="{FF2B5EF4-FFF2-40B4-BE49-F238E27FC236}">
                <a16:creationId xmlns:a16="http://schemas.microsoft.com/office/drawing/2014/main" id="{52B47FF9-B1BF-4213-8AB3-C19697147A7B}"/>
              </a:ext>
            </a:extLst>
          </p:cNvPr>
          <p:cNvSpPr>
            <a:spLocks xmlns:a="http://schemas.openxmlformats.org/drawingml/2006/main" noGrp="1"/>
          </p:cNvSpPr>
          <p:nvPr/>
        </p:nvSpPr>
        <p:spPr>
          <a:xfrm xmlns:a="http://schemas.openxmlformats.org/drawingml/2006/main">
            <a:off x="10001250" y="8915400"/>
            <a:ext cx="78581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평가 전  [요청 틀의 표현 범위와 부분 결합]</a:t>
            </a:r>
          </a:p>
        </p:txBody>
      </p:sp>
      <p:sp>
        <p:nvSpPr>
          <p:cNvPr id="331" name="dp41-v5-summary / n5">
            <a:extLst xmlns:a="http://schemas.openxmlformats.org/drawingml/2006/main">
              <a:ext uri="{FF2B5EF4-FFF2-40B4-BE49-F238E27FC236}">
                <a16:creationId xmlns:a16="http://schemas.microsoft.com/office/drawing/2014/main" id="{67247221-C18A-4488-841E-A254D3BDE5D1}"/>
              </a:ext>
            </a:extLst>
          </p:cNvPr>
          <p:cNvSpPr>
            <a:spLocks xmlns:a="http://schemas.openxmlformats.org/drawingml/2006/main" noGrp="1"/>
          </p:cNvSpPr>
          <p:nvPr/>
        </p:nvSpPr>
        <p:spPr>
          <a:xfrm xmlns:a="http://schemas.openxmlformats.org/drawingml/2006/main">
            <a:off x="381000" y="90773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32" name="dp41-v5-summary / n6">
            <a:extLst xmlns:a="http://schemas.openxmlformats.org/drawingml/2006/main">
              <a:ext uri="{FF2B5EF4-FFF2-40B4-BE49-F238E27FC236}">
                <a16:creationId xmlns:a16="http://schemas.microsoft.com/office/drawing/2014/main" id="{05F25425-2D54-4648-971F-532496016541}"/>
              </a:ext>
            </a:extLst>
          </p:cNvPr>
          <p:cNvSpPr>
            <a:spLocks xmlns:a="http://schemas.openxmlformats.org/drawingml/2006/main" noGrp="1"/>
          </p:cNvSpPr>
          <p:nvPr/>
        </p:nvSpPr>
        <p:spPr>
          <a:xfrm xmlns:a="http://schemas.openxmlformats.org/drawingml/2006/main">
            <a:off x="400050" y="9096375"/>
            <a:ext cx="23336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18232E"/>
                </a:solidFill>
                <a:latin typeface="Apple SD Gothic Neo"/>
                <a:ea typeface="Apple SD Gothic Neo"/>
                <a:cs typeface="Apple SD Gothic Neo"/>
              </a:defRPr>
            </a:pPr>
            <a:r>
              <a:rPr sz="1050" b="1">
                <a:solidFill>
                  <a:srgbClr val="18232E"/>
                </a:solidFill>
                <a:latin typeface="Apple SD Gothic Neo"/>
                <a:ea typeface="Apple SD Gothic Neo"/>
                <a:cs typeface="Apple SD Gothic Neo"/>
              </a:rPr>
              <a:t>상호작용 응답시간</a:t>
            </a:r>
          </a:p>
        </p:txBody>
      </p:sp>
      <p:sp>
        <p:nvSpPr>
          <p:cNvPr id="333" name="dp41-v5-summary / n7">
            <a:extLst xmlns:a="http://schemas.openxmlformats.org/drawingml/2006/main">
              <a:ext uri="{FF2B5EF4-FFF2-40B4-BE49-F238E27FC236}">
                <a16:creationId xmlns:a16="http://schemas.microsoft.com/office/drawing/2014/main" id="{C66726AF-9DC1-4569-A592-C78156D6B834}"/>
              </a:ext>
            </a:extLst>
          </p:cNvPr>
          <p:cNvSpPr>
            <a:spLocks xmlns:a="http://schemas.openxmlformats.org/drawingml/2006/main" noGrp="1"/>
          </p:cNvSpPr>
          <p:nvPr/>
        </p:nvSpPr>
        <p:spPr>
          <a:xfrm xmlns:a="http://schemas.openxmlformats.org/drawingml/2006/main">
            <a:off x="2857500" y="9096375"/>
            <a:ext cx="666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평가 전  [조회 후 재판단과 실제 첫 반응]</a:t>
            </a:r>
          </a:p>
        </p:txBody>
      </p:sp>
      <p:sp>
        <p:nvSpPr>
          <p:cNvPr id="334" name="dp41-v5-summary / n8">
            <a:extLst xmlns:a="http://schemas.openxmlformats.org/drawingml/2006/main">
              <a:ext uri="{FF2B5EF4-FFF2-40B4-BE49-F238E27FC236}">
                <a16:creationId xmlns:a16="http://schemas.microsoft.com/office/drawing/2014/main" id="{4A1D1B3B-6C38-497B-9560-D4AF26B09539}"/>
              </a:ext>
            </a:extLst>
          </p:cNvPr>
          <p:cNvSpPr>
            <a:spLocks xmlns:a="http://schemas.openxmlformats.org/drawingml/2006/main" noGrp="1"/>
          </p:cNvSpPr>
          <p:nvPr/>
        </p:nvSpPr>
        <p:spPr>
          <a:xfrm xmlns:a="http://schemas.openxmlformats.org/drawingml/2006/main">
            <a:off x="10001250" y="9096375"/>
            <a:ext cx="78581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평가 전  [지원 항목의 코드 해결과 추가 해석]</a:t>
            </a:r>
          </a:p>
        </p:txBody>
      </p:sp>
      <p:sp>
        <p:nvSpPr>
          <p:cNvPr id="335" name="dp41-v5-summary / n9">
            <a:extLst xmlns:a="http://schemas.openxmlformats.org/drawingml/2006/main">
              <a:ext uri="{FF2B5EF4-FFF2-40B4-BE49-F238E27FC236}">
                <a16:creationId xmlns:a16="http://schemas.microsoft.com/office/drawing/2014/main" id="{2018D30A-4648-45FD-B623-70CCFF6A2A65}"/>
              </a:ext>
            </a:extLst>
          </p:cNvPr>
          <p:cNvSpPr>
            <a:spLocks xmlns:a="http://schemas.openxmlformats.org/drawingml/2006/main" noGrp="1"/>
          </p:cNvSpPr>
          <p:nvPr/>
        </p:nvSpPr>
        <p:spPr>
          <a:xfrm xmlns:a="http://schemas.openxmlformats.org/drawingml/2006/main">
            <a:off x="381000" y="92583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36" name="dp41-v5-summary / n10">
            <a:extLst xmlns:a="http://schemas.openxmlformats.org/drawingml/2006/main">
              <a:ext uri="{FF2B5EF4-FFF2-40B4-BE49-F238E27FC236}">
                <a16:creationId xmlns:a16="http://schemas.microsoft.com/office/drawing/2014/main" id="{44B69062-40F0-43B8-94D9-C0CC59F4B3ED}"/>
              </a:ext>
            </a:extLst>
          </p:cNvPr>
          <p:cNvSpPr>
            <a:spLocks xmlns:a="http://schemas.openxmlformats.org/drawingml/2006/main" noGrp="1"/>
          </p:cNvSpPr>
          <p:nvPr/>
        </p:nvSpPr>
        <p:spPr>
          <a:xfrm xmlns:a="http://schemas.openxmlformats.org/drawingml/2006/main">
            <a:off x="400050" y="9277350"/>
            <a:ext cx="23336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18232E"/>
                </a:solidFill>
                <a:latin typeface="Apple SD Gothic Neo"/>
                <a:ea typeface="Apple SD Gothic Neo"/>
                <a:cs typeface="Apple SD Gothic Neo"/>
              </a:defRPr>
            </a:pPr>
            <a:r>
              <a:rPr sz="1050" b="1">
                <a:solidFill>
                  <a:srgbClr val="18232E"/>
                </a:solidFill>
                <a:latin typeface="Apple SD Gothic Neo"/>
                <a:ea typeface="Apple SD Gothic Neo"/>
                <a:cs typeface="Apple SD Gothic Neo"/>
              </a:rPr>
              <a:t>VIA 요청 처리시간</a:t>
            </a:r>
          </a:p>
        </p:txBody>
      </p:sp>
      <p:sp>
        <p:nvSpPr>
          <p:cNvPr id="337" name="dp41-v5-summary / n11">
            <a:extLst xmlns:a="http://schemas.openxmlformats.org/drawingml/2006/main">
              <a:ext uri="{FF2B5EF4-FFF2-40B4-BE49-F238E27FC236}">
                <a16:creationId xmlns:a16="http://schemas.microsoft.com/office/drawing/2014/main" id="{89073AD5-7A87-4D2A-B49B-E6E773979141}"/>
              </a:ext>
            </a:extLst>
          </p:cNvPr>
          <p:cNvSpPr>
            <a:spLocks xmlns:a="http://schemas.openxmlformats.org/drawingml/2006/main" noGrp="1"/>
          </p:cNvSpPr>
          <p:nvPr/>
        </p:nvSpPr>
        <p:spPr>
          <a:xfrm xmlns:a="http://schemas.openxmlformats.org/drawingml/2006/main">
            <a:off x="2857500" y="9277350"/>
            <a:ext cx="666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평가 전  [조회와 전체 판단의 반복 경로]</a:t>
            </a:r>
          </a:p>
        </p:txBody>
      </p:sp>
      <p:sp>
        <p:nvSpPr>
          <p:cNvPr id="338" name="dp41-v5-summary / n12">
            <a:extLst xmlns:a="http://schemas.openxmlformats.org/drawingml/2006/main">
              <a:ext uri="{FF2B5EF4-FFF2-40B4-BE49-F238E27FC236}">
                <a16:creationId xmlns:a16="http://schemas.microsoft.com/office/drawing/2014/main" id="{095495EC-F732-482B-8325-7B48973E5235}"/>
              </a:ext>
            </a:extLst>
          </p:cNvPr>
          <p:cNvSpPr>
            <a:spLocks xmlns:a="http://schemas.openxmlformats.org/drawingml/2006/main" noGrp="1"/>
          </p:cNvSpPr>
          <p:nvPr/>
        </p:nvSpPr>
        <p:spPr>
          <a:xfrm xmlns:a="http://schemas.openxmlformats.org/drawingml/2006/main">
            <a:off x="10001250" y="9277350"/>
            <a:ext cx="78581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평가 전  [항목별 해결과 코드 결합 경로]</a:t>
            </a:r>
          </a:p>
        </p:txBody>
      </p:sp>
      <p:sp>
        <p:nvSpPr>
          <p:cNvPr id="339" name="dp41-v5-summary / n13">
            <a:extLst xmlns:a="http://schemas.openxmlformats.org/drawingml/2006/main">
              <a:ext uri="{FF2B5EF4-FFF2-40B4-BE49-F238E27FC236}">
                <a16:creationId xmlns:a16="http://schemas.microsoft.com/office/drawing/2014/main" id="{6F8236F8-95CF-4075-99F6-078F559E174A}"/>
              </a:ext>
            </a:extLst>
          </p:cNvPr>
          <p:cNvSpPr>
            <a:spLocks xmlns:a="http://schemas.openxmlformats.org/drawingml/2006/main" noGrp="1"/>
          </p:cNvSpPr>
          <p:nvPr/>
        </p:nvSpPr>
        <p:spPr>
          <a:xfrm xmlns:a="http://schemas.openxmlformats.org/drawingml/2006/main">
            <a:off x="381000" y="94392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40" name="dp41-v5-summary / n14">
            <a:extLst xmlns:a="http://schemas.openxmlformats.org/drawingml/2006/main">
              <a:ext uri="{FF2B5EF4-FFF2-40B4-BE49-F238E27FC236}">
                <a16:creationId xmlns:a16="http://schemas.microsoft.com/office/drawing/2014/main" id="{14E46EFC-14D5-428E-B06E-9FAF0B4011EB}"/>
              </a:ext>
            </a:extLst>
          </p:cNvPr>
          <p:cNvSpPr>
            <a:spLocks xmlns:a="http://schemas.openxmlformats.org/drawingml/2006/main" noGrp="1"/>
          </p:cNvSpPr>
          <p:nvPr/>
        </p:nvSpPr>
        <p:spPr>
          <a:xfrm xmlns:a="http://schemas.openxmlformats.org/drawingml/2006/main">
            <a:off x="400050" y="9458325"/>
            <a:ext cx="23336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18232E"/>
                </a:solidFill>
                <a:latin typeface="Apple SD Gothic Neo"/>
                <a:ea typeface="Apple SD Gothic Neo"/>
                <a:cs typeface="Apple SD Gothic Neo"/>
              </a:defRPr>
            </a:pPr>
            <a:r>
              <a:rPr sz="1050" b="1">
                <a:solidFill>
                  <a:srgbClr val="18232E"/>
                </a:solidFill>
                <a:latin typeface="Apple SD Gothic Neo"/>
                <a:ea typeface="Apple SD Gothic Neo"/>
                <a:cs typeface="Apple SD Gothic Neo"/>
              </a:rPr>
              <a:t>VIA 모델 사용 비용</a:t>
            </a:r>
          </a:p>
        </p:txBody>
      </p:sp>
      <p:sp>
        <p:nvSpPr>
          <p:cNvPr id="341" name="dp41-v5-summary / n15">
            <a:extLst xmlns:a="http://schemas.openxmlformats.org/drawingml/2006/main">
              <a:ext uri="{FF2B5EF4-FFF2-40B4-BE49-F238E27FC236}">
                <a16:creationId xmlns:a16="http://schemas.microsoft.com/office/drawing/2014/main" id="{A0DD44C8-A1D4-41D7-A118-F8BC30C608B5}"/>
              </a:ext>
            </a:extLst>
          </p:cNvPr>
          <p:cNvSpPr>
            <a:spLocks xmlns:a="http://schemas.openxmlformats.org/drawingml/2006/main" noGrp="1"/>
          </p:cNvSpPr>
          <p:nvPr/>
        </p:nvSpPr>
        <p:spPr>
          <a:xfrm xmlns:a="http://schemas.openxmlformats.org/drawingml/2006/main">
            <a:off x="2857500" y="9458325"/>
            <a:ext cx="666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평가 전  [실제 재판단 token과 폐기 청구]</a:t>
            </a:r>
          </a:p>
        </p:txBody>
      </p:sp>
      <p:sp>
        <p:nvSpPr>
          <p:cNvPr id="342" name="dp41-v5-summary / n16">
            <a:extLst xmlns:a="http://schemas.openxmlformats.org/drawingml/2006/main">
              <a:ext uri="{FF2B5EF4-FFF2-40B4-BE49-F238E27FC236}">
                <a16:creationId xmlns:a16="http://schemas.microsoft.com/office/drawing/2014/main" id="{96CFC62A-BB57-4A35-9355-2FEA0184901D}"/>
              </a:ext>
            </a:extLst>
          </p:cNvPr>
          <p:cNvSpPr>
            <a:spLocks xmlns:a="http://schemas.openxmlformats.org/drawingml/2006/main" noGrp="1"/>
          </p:cNvSpPr>
          <p:nvPr/>
        </p:nvSpPr>
        <p:spPr>
          <a:xfrm xmlns:a="http://schemas.openxmlformats.org/drawingml/2006/main">
            <a:off x="10001250" y="9458325"/>
            <a:ext cx="78581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평가 전  [부분 해석 호출과 전체 청구]</a:t>
            </a:r>
          </a:p>
        </p:txBody>
      </p:sp>
      <p:sp>
        <p:nvSpPr>
          <p:cNvPr id="343" name="dp41-v5-summary / n17">
            <a:extLst xmlns:a="http://schemas.openxmlformats.org/drawingml/2006/main">
              <a:ext uri="{FF2B5EF4-FFF2-40B4-BE49-F238E27FC236}">
                <a16:creationId xmlns:a16="http://schemas.microsoft.com/office/drawing/2014/main" id="{FF341B01-3BDC-486E-AF62-51B33CE20AD2}"/>
              </a:ext>
            </a:extLst>
          </p:cNvPr>
          <p:cNvSpPr>
            <a:spLocks xmlns:a="http://schemas.openxmlformats.org/drawingml/2006/main" noGrp="1"/>
          </p:cNvSpPr>
          <p:nvPr/>
        </p:nvSpPr>
        <p:spPr>
          <a:xfrm xmlns:a="http://schemas.openxmlformats.org/drawingml/2006/main">
            <a:off x="381000" y="96202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44" name="dp41-v5-summary / n18">
            <a:extLst xmlns:a="http://schemas.openxmlformats.org/drawingml/2006/main">
              <a:ext uri="{FF2B5EF4-FFF2-40B4-BE49-F238E27FC236}">
                <a16:creationId xmlns:a16="http://schemas.microsoft.com/office/drawing/2014/main" id="{D8BAE903-5EFA-4F93-A3FA-A813176B8252}"/>
              </a:ext>
            </a:extLst>
          </p:cNvPr>
          <p:cNvSpPr>
            <a:spLocks xmlns:a="http://schemas.openxmlformats.org/drawingml/2006/main" noGrp="1"/>
          </p:cNvSpPr>
          <p:nvPr/>
        </p:nvSpPr>
        <p:spPr>
          <a:xfrm xmlns:a="http://schemas.openxmlformats.org/drawingml/2006/main">
            <a:off x="400050" y="9639300"/>
            <a:ext cx="23336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18232E"/>
                </a:solidFill>
                <a:latin typeface="Apple SD Gothic Neo"/>
                <a:ea typeface="Apple SD Gothic Neo"/>
                <a:cs typeface="Apple SD Gothic Neo"/>
              </a:defRPr>
            </a:pPr>
            <a:r>
              <a:rPr sz="1050" b="1">
                <a:solidFill>
                  <a:srgbClr val="18232E"/>
                </a:solidFill>
                <a:latin typeface="Apple SD Gothic Neo"/>
                <a:ea typeface="Apple SD Gothic Neo"/>
                <a:cs typeface="Apple SD Gothic Neo"/>
              </a:rPr>
              <a:t>VIA 변경 용이성</a:t>
            </a:r>
          </a:p>
        </p:txBody>
      </p:sp>
      <p:sp>
        <p:nvSpPr>
          <p:cNvPr id="345" name="dp41-v5-summary / n19">
            <a:extLst xmlns:a="http://schemas.openxmlformats.org/drawingml/2006/main">
              <a:ext uri="{FF2B5EF4-FFF2-40B4-BE49-F238E27FC236}">
                <a16:creationId xmlns:a16="http://schemas.microsoft.com/office/drawing/2014/main" id="{A4533103-B8DE-4354-ADBF-7A1C1FB210C4}"/>
              </a:ext>
            </a:extLst>
          </p:cNvPr>
          <p:cNvSpPr>
            <a:spLocks xmlns:a="http://schemas.openxmlformats.org/drawingml/2006/main" noGrp="1"/>
          </p:cNvSpPr>
          <p:nvPr/>
        </p:nvSpPr>
        <p:spPr>
          <a:xfrm xmlns:a="http://schemas.openxmlformats.org/drawingml/2006/main">
            <a:off x="2857500" y="9639300"/>
            <a:ext cx="666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평가 전  [모델 지침과 검증의 실제 수정]</a:t>
            </a:r>
          </a:p>
        </p:txBody>
      </p:sp>
      <p:sp>
        <p:nvSpPr>
          <p:cNvPr id="346" name="dp41-v5-summary / n20">
            <a:extLst xmlns:a="http://schemas.openxmlformats.org/drawingml/2006/main">
              <a:ext uri="{FF2B5EF4-FFF2-40B4-BE49-F238E27FC236}">
                <a16:creationId xmlns:a16="http://schemas.microsoft.com/office/drawing/2014/main" id="{15052016-0147-4004-A47A-1655E361E2CB}"/>
              </a:ext>
            </a:extLst>
          </p:cNvPr>
          <p:cNvSpPr>
            <a:spLocks xmlns:a="http://schemas.openxmlformats.org/drawingml/2006/main" noGrp="1"/>
          </p:cNvSpPr>
          <p:nvPr/>
        </p:nvSpPr>
        <p:spPr>
          <a:xfrm xmlns:a="http://schemas.openxmlformats.org/drawingml/2006/main">
            <a:off x="10001250" y="9639300"/>
            <a:ext cx="78581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평가 전  [요청 틀과 Engine 규칙의 실제 수정]</a:t>
            </a:r>
          </a:p>
        </p:txBody>
      </p:sp>
      <p:sp>
        <p:nvSpPr>
          <p:cNvPr id="347" name="dp41-v5-summary / n21">
            <a:extLst xmlns:a="http://schemas.openxmlformats.org/drawingml/2006/main">
              <a:ext uri="{FF2B5EF4-FFF2-40B4-BE49-F238E27FC236}">
                <a16:creationId xmlns:a16="http://schemas.microsoft.com/office/drawing/2014/main" id="{B9A4086D-04B9-447E-BEED-7C0A68671038}"/>
              </a:ext>
            </a:extLst>
          </p:cNvPr>
          <p:cNvSpPr>
            <a:spLocks xmlns:a="http://schemas.openxmlformats.org/drawingml/2006/main" noGrp="1"/>
          </p:cNvSpPr>
          <p:nvPr/>
        </p:nvSpPr>
        <p:spPr>
          <a:xfrm xmlns:a="http://schemas.openxmlformats.org/drawingml/2006/main">
            <a:off x="381000" y="98012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48" name="dp41-v5-summary / n22">
            <a:extLst xmlns:a="http://schemas.openxmlformats.org/drawingml/2006/main">
              <a:ext uri="{FF2B5EF4-FFF2-40B4-BE49-F238E27FC236}">
                <a16:creationId xmlns:a16="http://schemas.microsoft.com/office/drawing/2014/main" id="{9AF8AF99-2CBC-4DC8-AC8F-CF4427D1FA7B}"/>
              </a:ext>
            </a:extLst>
          </p:cNvPr>
          <p:cNvSpPr>
            <a:spLocks xmlns:a="http://schemas.openxmlformats.org/drawingml/2006/main" noGrp="1"/>
          </p:cNvSpPr>
          <p:nvPr/>
        </p:nvSpPr>
        <p:spPr>
          <a:xfrm xmlns:a="http://schemas.openxmlformats.org/drawingml/2006/main">
            <a:off x="400050" y="9820275"/>
            <a:ext cx="23336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1">
                <a:solidFill>
                  <a:srgbClr val="18232E"/>
                </a:solidFill>
                <a:latin typeface="Apple SD Gothic Neo"/>
                <a:ea typeface="Apple SD Gothic Neo"/>
                <a:cs typeface="Apple SD Gothic Neo"/>
              </a:defRPr>
            </a:pPr>
            <a:r>
              <a:rPr sz="1050" b="1">
                <a:solidFill>
                  <a:srgbClr val="18232E"/>
                </a:solidFill>
                <a:latin typeface="Apple SD Gothic Neo"/>
                <a:ea typeface="Apple SD Gothic Neo"/>
                <a:cs typeface="Apple SD Gothic Neo"/>
              </a:rPr>
              <a:t>로컬 VIA 메모리 사용량</a:t>
            </a:r>
          </a:p>
        </p:txBody>
      </p:sp>
      <p:sp>
        <p:nvSpPr>
          <p:cNvPr id="349" name="dp41-v5-summary / n23">
            <a:extLst xmlns:a="http://schemas.openxmlformats.org/drawingml/2006/main">
              <a:ext uri="{FF2B5EF4-FFF2-40B4-BE49-F238E27FC236}">
                <a16:creationId xmlns:a16="http://schemas.microsoft.com/office/drawing/2014/main" id="{C1A2DE82-7603-4DC6-8E82-A79D5541020A}"/>
              </a:ext>
            </a:extLst>
          </p:cNvPr>
          <p:cNvSpPr>
            <a:spLocks xmlns:a="http://schemas.openxmlformats.org/drawingml/2006/main" noGrp="1"/>
          </p:cNvSpPr>
          <p:nvPr/>
        </p:nvSpPr>
        <p:spPr>
          <a:xfrm xmlns:a="http://schemas.openxmlformats.org/drawingml/2006/main">
            <a:off x="2857500" y="9820275"/>
            <a:ext cx="6667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예산 1,792MiB  [Context와 조회 buffer의 동시 할당]</a:t>
            </a:r>
          </a:p>
        </p:txBody>
      </p:sp>
      <p:sp>
        <p:nvSpPr>
          <p:cNvPr id="350" name="dp41-v5-summary / n24">
            <a:extLst xmlns:a="http://schemas.openxmlformats.org/drawingml/2006/main">
              <a:ext uri="{FF2B5EF4-FFF2-40B4-BE49-F238E27FC236}">
                <a16:creationId xmlns:a16="http://schemas.microsoft.com/office/drawing/2014/main" id="{E6F68C1E-6BA3-4359-86AE-91A3C2856852}"/>
              </a:ext>
            </a:extLst>
          </p:cNvPr>
          <p:cNvSpPr>
            <a:spLocks xmlns:a="http://schemas.openxmlformats.org/drawingml/2006/main" noGrp="1"/>
          </p:cNvSpPr>
          <p:nvPr/>
        </p:nvSpPr>
        <p:spPr>
          <a:xfrm xmlns:a="http://schemas.openxmlformats.org/drawingml/2006/main">
            <a:off x="10001250" y="9820275"/>
            <a:ext cx="78581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18232E"/>
                </a:solidFill>
                <a:latin typeface="Apple SD Gothic Neo"/>
                <a:ea typeface="Apple SD Gothic Neo"/>
                <a:cs typeface="Apple SD Gothic Neo"/>
              </a:defRPr>
            </a:pPr>
            <a:r>
              <a:rPr sz="1050" b="0">
                <a:solidFill>
                  <a:srgbClr val="18232E"/>
                </a:solidFill>
                <a:latin typeface="Apple SD Gothic Neo"/>
                <a:ea typeface="Apple SD Gothic Neo"/>
                <a:cs typeface="Apple SD Gothic Neo"/>
              </a:rPr>
              <a:t>예산 1,760MiB  [요청 틀과 해결 상태의 동시 할당]</a:t>
            </a:r>
          </a:p>
        </p:txBody>
      </p:sp>
      <p:sp>
        <p:nvSpPr>
          <p:cNvPr id="351" name="dp41-v5-summary / n25">
            <a:extLst xmlns:a="http://schemas.openxmlformats.org/drawingml/2006/main">
              <a:ext uri="{FF2B5EF4-FFF2-40B4-BE49-F238E27FC236}">
                <a16:creationId xmlns:a16="http://schemas.microsoft.com/office/drawing/2014/main" id="{2F46DB74-E42B-4B95-8EFE-3361D15ABE47}"/>
              </a:ext>
            </a:extLst>
          </p:cNvPr>
          <p:cNvSpPr>
            <a:spLocks xmlns:a="http://schemas.openxmlformats.org/drawingml/2006/main" noGrp="1"/>
          </p:cNvSpPr>
          <p:nvPr/>
        </p:nvSpPr>
        <p:spPr>
          <a:xfrm xmlns:a="http://schemas.openxmlformats.org/drawingml/2006/main">
            <a:off x="381000" y="10029825"/>
            <a:ext cx="17526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5F6B77"/>
                </a:solidFill>
                <a:latin typeface="Apple SD Gothic Neo"/>
                <a:ea typeface="Apple SD Gothic Neo"/>
                <a:cs typeface="Apple SD Gothic Neo"/>
              </a:defRPr>
            </a:pPr>
            <a:r>
              <a:rPr sz="1050" b="0">
                <a:solidFill>
                  <a:srgbClr val="5F6B77"/>
                </a:solidFill>
                <a:latin typeface="Apple SD Gothic Neo"/>
                <a:ea typeface="Apple SD Gothic Neo"/>
                <a:cs typeface="Apple SD Gothic Neo"/>
              </a:rPr>
              <a:t>ASR-QA-v6 / P21 기준 / 미실측은 0점이 아님 / 메모리는 예산 가정 / 지역 계산은 다음 장</a:t>
            </a:r>
          </a:p>
        </p:txBody>
      </p:sp>
      <p:sp>
        <p:nvSpPr>
          <p:cNvPr id="33" name="dp41-comparison / n33">
            <a:extLst xmlns:a="http://schemas.openxmlformats.org/drawingml/2006/main">
              <a:ext uri="{FF2B5EF4-FFF2-40B4-BE49-F238E27FC236}">
                <a16:creationId xmlns:a16="http://schemas.microsoft.com/office/drawing/2014/main" id="{8094D5CE-C823-415C-8B62-3745C97B2ABA}"/>
              </a:ext>
            </a:extLst>
          </p:cNvPr>
          <p:cNvSpPr>
            <a:spLocks xmlns:a="http://schemas.openxmlformats.org/drawingml/2006/main" noGrp="1"/>
          </p:cNvSpPr>
          <p:nvPr/>
        </p:nvSpPr>
        <p:spPr>
          <a:xfrm xmlns:a="http://schemas.openxmlformats.org/drawingml/2006/main">
            <a:off x="447675" y="3257550"/>
            <a:ext cx="819150" cy="50006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34" name="dp41-comparison / n34 / text 1">
            <a:extLst xmlns:a="http://schemas.openxmlformats.org/drawingml/2006/main">
              <a:ext uri="{FF2B5EF4-FFF2-40B4-BE49-F238E27FC236}">
                <a16:creationId xmlns:a16="http://schemas.microsoft.com/office/drawing/2014/main" id="{044931FA-E06A-4C2E-BB38-1334EE8CD71E}"/>
              </a:ext>
            </a:extLst>
          </p:cNvPr>
          <p:cNvSpPr>
            <a:spLocks xmlns:a="http://schemas.openxmlformats.org/drawingml/2006/main" noGrp="1"/>
          </p:cNvSpPr>
          <p:nvPr/>
        </p:nvSpPr>
        <p:spPr>
          <a:xfrm xmlns:a="http://schemas.openxmlformats.org/drawingml/2006/main">
            <a:off x="466725" y="3343275"/>
            <a:ext cx="781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Legend</a:t>
            </a:r>
          </a:p>
        </p:txBody>
      </p:sp>
      <p:sp>
        <p:nvSpPr>
          <p:cNvPr id="35" name="dp41-comparison / n35">
            <a:extLst xmlns:a="http://schemas.openxmlformats.org/drawingml/2006/main">
              <a:ext uri="{FF2B5EF4-FFF2-40B4-BE49-F238E27FC236}">
                <a16:creationId xmlns:a16="http://schemas.microsoft.com/office/drawing/2014/main" id="{2DDDB9B4-A7C8-4779-A6C9-EB47D2677788}"/>
              </a:ext>
            </a:extLst>
          </p:cNvPr>
          <p:cNvSpPr>
            <a:spLocks xmlns:a="http://schemas.openxmlformats.org/drawingml/2006/main" noGrp="1"/>
          </p:cNvSpPr>
          <p:nvPr/>
        </p:nvSpPr>
        <p:spPr>
          <a:xfrm xmlns:a="http://schemas.openxmlformats.org/drawingml/2006/main">
            <a:off x="504825" y="3609975"/>
            <a:ext cx="7048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36" name="dp41-comparison / n36 / text 1">
            <a:extLst xmlns:a="http://schemas.openxmlformats.org/drawingml/2006/main">
              <a:ext uri="{FF2B5EF4-FFF2-40B4-BE49-F238E27FC236}">
                <a16:creationId xmlns:a16="http://schemas.microsoft.com/office/drawing/2014/main" id="{74EB7C2A-BEC5-405C-90A9-888CA10074F1}"/>
              </a:ext>
            </a:extLst>
          </p:cNvPr>
          <p:cNvSpPr>
            <a:spLocks xmlns:a="http://schemas.openxmlformats.org/drawingml/2006/main" noGrp="1"/>
          </p:cNvSpPr>
          <p:nvPr/>
        </p:nvSpPr>
        <p:spPr>
          <a:xfrm xmlns:a="http://schemas.openxmlformats.org/drawingml/2006/main">
            <a:off x="590550" y="367665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Component</a:t>
            </a:r>
          </a:p>
        </p:txBody>
      </p:sp>
      <p:sp>
        <p:nvSpPr>
          <p:cNvPr id="37" name="dp41-comparison / n37 / text 1">
            <a:extLst xmlns:a="http://schemas.openxmlformats.org/drawingml/2006/main">
              <a:ext uri="{FF2B5EF4-FFF2-40B4-BE49-F238E27FC236}">
                <a16:creationId xmlns:a16="http://schemas.microsoft.com/office/drawing/2014/main" id="{43FEE6A4-0B52-46EF-927B-3200F5382FDD}"/>
              </a:ext>
            </a:extLst>
          </p:cNvPr>
          <p:cNvSpPr>
            <a:spLocks xmlns:a="http://schemas.openxmlformats.org/drawingml/2006/main" noGrp="1"/>
          </p:cNvSpPr>
          <p:nvPr/>
        </p:nvSpPr>
        <p:spPr>
          <a:xfrm xmlns:a="http://schemas.openxmlformats.org/drawingml/2006/main">
            <a:off x="514350" y="389572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논리 책임</a:t>
            </a:r>
          </a:p>
        </p:txBody>
      </p:sp>
      <p:sp>
        <p:nvSpPr>
          <p:cNvPr id="38" name="dp41-comparison / n38">
            <a:extLst xmlns:a="http://schemas.openxmlformats.org/drawingml/2006/main">
              <a:ext uri="{FF2B5EF4-FFF2-40B4-BE49-F238E27FC236}">
                <a16:creationId xmlns:a16="http://schemas.microsoft.com/office/drawing/2014/main" id="{F04C860E-9291-447A-8B55-4CC8DFBF76E7}"/>
              </a:ext>
            </a:extLst>
          </p:cNvPr>
          <p:cNvSpPr>
            <a:spLocks xmlns:a="http://schemas.openxmlformats.org/drawingml/2006/main" noGrp="1"/>
          </p:cNvSpPr>
          <p:nvPr/>
        </p:nvSpPr>
        <p:spPr>
          <a:xfrm xmlns:a="http://schemas.openxmlformats.org/drawingml/2006/main">
            <a:off x="504825" y="4171950"/>
            <a:ext cx="704850" cy="257175"/>
          </a:xfrm>
          <a:prstGeom xmlns:a="http://schemas.openxmlformats.org/drawingml/2006/main" prst="roundRect">
            <a:avLst>
              <a:gd name="adj" fmla="val 29630"/>
            </a:avLst>
          </a:prstGeom>
          <a:solidFill xmlns:a="http://schemas.openxmlformats.org/drawingml/2006/main">
            <a:srgbClr val="FFFFFF"/>
          </a:solidFill>
          <a:ln xmlns:a="http://schemas.openxmlformats.org/drawingml/2006/main" w="9525">
            <a:solidFill>
              <a:srgbClr val="000000"/>
            </a:solidFill>
            <a:prstDash val="solid"/>
          </a:ln>
        </p:spPr>
      </p:sp>
      <p:sp>
        <p:nvSpPr>
          <p:cNvPr id="39" name="dp41-comparison / n39 / text 1">
            <a:extLst xmlns:a="http://schemas.openxmlformats.org/drawingml/2006/main">
              <a:ext uri="{FF2B5EF4-FFF2-40B4-BE49-F238E27FC236}">
                <a16:creationId xmlns:a16="http://schemas.microsoft.com/office/drawing/2014/main" id="{C6F806C1-AAC7-474A-BE7E-B62589B56DFA}"/>
              </a:ext>
            </a:extLst>
          </p:cNvPr>
          <p:cNvSpPr>
            <a:spLocks xmlns:a="http://schemas.openxmlformats.org/drawingml/2006/main" noGrp="1"/>
          </p:cNvSpPr>
          <p:nvPr/>
        </p:nvSpPr>
        <p:spPr>
          <a:xfrm xmlns:a="http://schemas.openxmlformats.org/drawingml/2006/main">
            <a:off x="590550" y="4238625"/>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40" name="dp41-comparison / n40 / text 1">
            <a:extLst xmlns:a="http://schemas.openxmlformats.org/drawingml/2006/main">
              <a:ext uri="{FF2B5EF4-FFF2-40B4-BE49-F238E27FC236}">
                <a16:creationId xmlns:a16="http://schemas.microsoft.com/office/drawing/2014/main" id="{66D0DBE6-0033-48AA-885E-4C8BCC006A83}"/>
              </a:ext>
            </a:extLst>
          </p:cNvPr>
          <p:cNvSpPr>
            <a:spLocks xmlns:a="http://schemas.openxmlformats.org/drawingml/2006/main" noGrp="1"/>
          </p:cNvSpPr>
          <p:nvPr/>
        </p:nvSpPr>
        <p:spPr>
          <a:xfrm xmlns:a="http://schemas.openxmlformats.org/drawingml/2006/main">
            <a:off x="514350" y="4457700"/>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내부 구현</a:t>
            </a:r>
          </a:p>
        </p:txBody>
      </p:sp>
      <p:sp>
        <p:nvSpPr>
          <p:cNvPr id="41" name="dp41-comparison / n41">
            <a:extLst xmlns:a="http://schemas.openxmlformats.org/drawingml/2006/main">
              <a:ext uri="{FF2B5EF4-FFF2-40B4-BE49-F238E27FC236}">
                <a16:creationId xmlns:a16="http://schemas.microsoft.com/office/drawing/2014/main" id="{489AEC08-A147-490A-A72E-35A320D69C14}"/>
              </a:ext>
            </a:extLst>
          </p:cNvPr>
          <p:cNvSpPr>
            <a:spLocks xmlns:a="http://schemas.openxmlformats.org/drawingml/2006/main" noGrp="1"/>
          </p:cNvSpPr>
          <p:nvPr/>
        </p:nvSpPr>
        <p:spPr>
          <a:xfrm xmlns:a="http://schemas.openxmlformats.org/drawingml/2006/main">
            <a:off x="504825" y="4733925"/>
            <a:ext cx="704850" cy="257175"/>
          </a:xfrm>
          <a:custGeom xmlns:a="http://schemas.openxmlformats.org/drawingml/2006/main">
            <a:pathLst>
              <a:path w="704850" h="257175">
                <a:moveTo>
                  <a:pt x="0" y="0"/>
                </a:moveTo>
                <a:lnTo>
                  <a:pt x="533400" y="0"/>
                </a:lnTo>
                <a:lnTo>
                  <a:pt x="704850" y="171450"/>
                </a:lnTo>
                <a:lnTo>
                  <a:pt x="704850" y="257175"/>
                </a:lnTo>
                <a:lnTo>
                  <a:pt x="0" y="2571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42" name="dp41-comparison / n41 / fold">
            <a:extLst xmlns:a="http://schemas.openxmlformats.org/drawingml/2006/main">
              <a:ext uri="{FF2B5EF4-FFF2-40B4-BE49-F238E27FC236}">
                <a16:creationId xmlns:a16="http://schemas.microsoft.com/office/drawing/2014/main" id="{7308B8DB-CE6C-47DA-B136-235330CB0DFB}"/>
              </a:ext>
            </a:extLst>
          </p:cNvPr>
          <p:cNvSpPr>
            <a:spLocks xmlns:a="http://schemas.openxmlformats.org/drawingml/2006/main" noGrp="1"/>
          </p:cNvSpPr>
          <p:nvPr/>
        </p:nvSpPr>
        <p:spPr>
          <a:xfrm xmlns:a="http://schemas.openxmlformats.org/drawingml/2006/main">
            <a:off x="1038225" y="47339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43" name="dp41-comparison / n42 / text 1">
            <a:extLst xmlns:a="http://schemas.openxmlformats.org/drawingml/2006/main">
              <a:ext uri="{FF2B5EF4-FFF2-40B4-BE49-F238E27FC236}">
                <a16:creationId xmlns:a16="http://schemas.microsoft.com/office/drawing/2014/main" id="{1EE18145-7510-4DF8-B45E-F0D44EF36451}"/>
              </a:ext>
            </a:extLst>
          </p:cNvPr>
          <p:cNvSpPr>
            <a:spLocks xmlns:a="http://schemas.openxmlformats.org/drawingml/2006/main" noGrp="1"/>
          </p:cNvSpPr>
          <p:nvPr/>
        </p:nvSpPr>
        <p:spPr>
          <a:xfrm xmlns:a="http://schemas.openxmlformats.org/drawingml/2006/main">
            <a:off x="523875" y="4800600"/>
            <a:ext cx="666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Data</a:t>
            </a:r>
          </a:p>
        </p:txBody>
      </p:sp>
      <p:sp>
        <p:nvSpPr>
          <p:cNvPr id="44" name="dp41-comparison / n43 / text 1">
            <a:extLst xmlns:a="http://schemas.openxmlformats.org/drawingml/2006/main">
              <a:ext uri="{FF2B5EF4-FFF2-40B4-BE49-F238E27FC236}">
                <a16:creationId xmlns:a16="http://schemas.microsoft.com/office/drawing/2014/main" id="{82CF1234-3E56-451C-9378-09DA64F17CA4}"/>
              </a:ext>
            </a:extLst>
          </p:cNvPr>
          <p:cNvSpPr>
            <a:spLocks xmlns:a="http://schemas.openxmlformats.org/drawingml/2006/main" noGrp="1"/>
          </p:cNvSpPr>
          <p:nvPr/>
        </p:nvSpPr>
        <p:spPr>
          <a:xfrm xmlns:a="http://schemas.openxmlformats.org/drawingml/2006/main">
            <a:off x="514350" y="501967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교환 예시</a:t>
            </a:r>
          </a:p>
        </p:txBody>
      </p:sp>
      <p:sp>
        <p:nvSpPr>
          <p:cNvPr id="45" name="dp41-comparison / n44">
            <a:extLst xmlns:a="http://schemas.openxmlformats.org/drawingml/2006/main">
              <a:ext uri="{FF2B5EF4-FFF2-40B4-BE49-F238E27FC236}">
                <a16:creationId xmlns:a16="http://schemas.microsoft.com/office/drawing/2014/main" id="{863C60EB-4620-41FF-BBCC-3C48CFE98703}"/>
              </a:ext>
            </a:extLst>
          </p:cNvPr>
          <p:cNvSpPr>
            <a:spLocks xmlns:a="http://schemas.openxmlformats.org/drawingml/2006/main" noGrp="1"/>
          </p:cNvSpPr>
          <p:nvPr/>
        </p:nvSpPr>
        <p:spPr>
          <a:xfrm xmlns:a="http://schemas.openxmlformats.org/drawingml/2006/main">
            <a:off x="504825" y="5286375"/>
            <a:ext cx="704850" cy="257175"/>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46" name="dp41-comparison / n45 / text 1">
            <a:extLst xmlns:a="http://schemas.openxmlformats.org/drawingml/2006/main">
              <a:ext uri="{FF2B5EF4-FFF2-40B4-BE49-F238E27FC236}">
                <a16:creationId xmlns:a16="http://schemas.microsoft.com/office/drawing/2014/main" id="{A1C4AABF-7287-4D91-B12F-E0AF8689B8DB}"/>
              </a:ext>
            </a:extLst>
          </p:cNvPr>
          <p:cNvSpPr>
            <a:spLocks xmlns:a="http://schemas.openxmlformats.org/drawingml/2006/main" noGrp="1"/>
          </p:cNvSpPr>
          <p:nvPr/>
        </p:nvSpPr>
        <p:spPr>
          <a:xfrm xmlns:a="http://schemas.openxmlformats.org/drawingml/2006/main">
            <a:off x="590550" y="535305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LLM</a:t>
            </a:r>
          </a:p>
        </p:txBody>
      </p:sp>
      <p:sp>
        <p:nvSpPr>
          <p:cNvPr id="47" name="dp41-comparison / n46 / text 1">
            <a:extLst xmlns:a="http://schemas.openxmlformats.org/drawingml/2006/main">
              <a:ext uri="{FF2B5EF4-FFF2-40B4-BE49-F238E27FC236}">
                <a16:creationId xmlns:a16="http://schemas.microsoft.com/office/drawing/2014/main" id="{CC15AAC1-0425-44F3-A5E3-E605BE762CEF}"/>
              </a:ext>
            </a:extLst>
          </p:cNvPr>
          <p:cNvSpPr>
            <a:spLocks xmlns:a="http://schemas.openxmlformats.org/drawingml/2006/main" noGrp="1"/>
          </p:cNvSpPr>
          <p:nvPr/>
        </p:nvSpPr>
        <p:spPr>
          <a:xfrm xmlns:a="http://schemas.openxmlformats.org/drawingml/2006/main">
            <a:off x="514350" y="557212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외부 모델</a:t>
            </a:r>
          </a:p>
        </p:txBody>
      </p:sp>
      <p:sp>
        <p:nvSpPr>
          <p:cNvPr id="48" name="dp41-comparison / n47">
            <a:extLst xmlns:a="http://schemas.openxmlformats.org/drawingml/2006/main">
              <a:ext uri="{FF2B5EF4-FFF2-40B4-BE49-F238E27FC236}">
                <a16:creationId xmlns:a16="http://schemas.microsoft.com/office/drawing/2014/main" id="{2C8B6DD8-0D1B-408D-9875-B9C3C18E3393}"/>
              </a:ext>
            </a:extLst>
          </p:cNvPr>
          <p:cNvSpPr>
            <a:spLocks xmlns:a="http://schemas.openxmlformats.org/drawingml/2006/main" noGrp="1"/>
          </p:cNvSpPr>
          <p:nvPr/>
        </p:nvSpPr>
        <p:spPr>
          <a:xfrm xmlns:a="http://schemas.openxmlformats.org/drawingml/2006/main">
            <a:off x="504825" y="5848350"/>
            <a:ext cx="704850" cy="257175"/>
          </a:xfrm>
          <a:prstGeom xmlns:a="http://schemas.openxmlformats.org/drawingml/2006/main" prst="roundRect">
            <a:avLst>
              <a:gd name="adj" fmla="val 29630"/>
            </a:avLst>
          </a:prstGeom>
          <a:solidFill xmlns:a="http://schemas.openxmlformats.org/drawingml/2006/main">
            <a:srgbClr val="FFF0DD"/>
          </a:solidFill>
          <a:ln xmlns:a="http://schemas.openxmlformats.org/drawingml/2006/main" w="9525">
            <a:solidFill>
              <a:srgbClr val="B8753F"/>
            </a:solidFill>
            <a:prstDash val="solid"/>
          </a:ln>
        </p:spPr>
      </p:sp>
      <p:sp>
        <p:nvSpPr>
          <p:cNvPr id="49" name="dp41-comparison / n48 / text 1">
            <a:extLst xmlns:a="http://schemas.openxmlformats.org/drawingml/2006/main">
              <a:ext uri="{FF2B5EF4-FFF2-40B4-BE49-F238E27FC236}">
                <a16:creationId xmlns:a16="http://schemas.microsoft.com/office/drawing/2014/main" id="{0B2A1213-5273-4EBA-AC54-FF64D1F092DE}"/>
              </a:ext>
            </a:extLst>
          </p:cNvPr>
          <p:cNvSpPr>
            <a:spLocks xmlns:a="http://schemas.openxmlformats.org/drawingml/2006/main" noGrp="1"/>
          </p:cNvSpPr>
          <p:nvPr/>
        </p:nvSpPr>
        <p:spPr>
          <a:xfrm xmlns:a="http://schemas.openxmlformats.org/drawingml/2006/main">
            <a:off x="590550" y="5915025"/>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50" name="dp41-comparison / n49 / text 1">
            <a:extLst xmlns:a="http://schemas.openxmlformats.org/drawingml/2006/main">
              <a:ext uri="{FF2B5EF4-FFF2-40B4-BE49-F238E27FC236}">
                <a16:creationId xmlns:a16="http://schemas.microsoft.com/office/drawing/2014/main" id="{60FDA3C8-7259-4783-9CCA-2AEB85DBF54C}"/>
              </a:ext>
            </a:extLst>
          </p:cNvPr>
          <p:cNvSpPr>
            <a:spLocks xmlns:a="http://schemas.openxmlformats.org/drawingml/2006/main" noGrp="1"/>
          </p:cNvSpPr>
          <p:nvPr/>
        </p:nvSpPr>
        <p:spPr>
          <a:xfrm xmlns:a="http://schemas.openxmlformats.org/drawingml/2006/main">
            <a:off x="514350" y="6134100"/>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차이: 살구색</a:t>
            </a:r>
          </a:p>
        </p:txBody>
      </p:sp>
      <p:sp>
        <p:nvSpPr>
          <p:cNvPr id="51" name="dp41-comparison / n50">
            <a:extLst xmlns:a="http://schemas.openxmlformats.org/drawingml/2006/main">
              <a:ext uri="{FF2B5EF4-FFF2-40B4-BE49-F238E27FC236}">
                <a16:creationId xmlns:a16="http://schemas.microsoft.com/office/drawing/2014/main" id="{FDD6D880-0B48-453A-8AE5-D7523C7C7BDF}"/>
              </a:ext>
            </a:extLst>
          </p:cNvPr>
          <p:cNvSpPr>
            <a:spLocks xmlns:a="http://schemas.openxmlformats.org/drawingml/2006/main" noGrp="1"/>
          </p:cNvSpPr>
          <p:nvPr/>
        </p:nvSpPr>
        <p:spPr>
          <a:xfrm xmlns:a="http://schemas.openxmlformats.org/drawingml/2006/main">
            <a:off x="504825" y="6362700"/>
            <a:ext cx="704850" cy="25717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52" name="dp41-comparison / n51 / text 1">
            <a:extLst xmlns:a="http://schemas.openxmlformats.org/drawingml/2006/main">
              <a:ext uri="{FF2B5EF4-FFF2-40B4-BE49-F238E27FC236}">
                <a16:creationId xmlns:a16="http://schemas.microsoft.com/office/drawing/2014/main" id="{B764225E-F120-41FA-91AA-229D24B4154F}"/>
              </a:ext>
            </a:extLst>
          </p:cNvPr>
          <p:cNvSpPr>
            <a:spLocks xmlns:a="http://schemas.openxmlformats.org/drawingml/2006/main" noGrp="1"/>
          </p:cNvSpPr>
          <p:nvPr/>
        </p:nvSpPr>
        <p:spPr>
          <a:xfrm xmlns:a="http://schemas.openxmlformats.org/drawingml/2006/main">
            <a:off x="590550" y="647700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18232E"/>
                </a:solidFill>
                <a:latin typeface="Apple SD Gothic Neo"/>
                <a:ea typeface="Apple SD Gothic Neo"/>
                <a:cs typeface="Apple SD Gothic Neo"/>
              </a:defRPr>
            </a:pPr>
            <a:r>
              <a:rPr sz="750" b="0">
                <a:solidFill>
                  <a:srgbClr val="18232E"/>
                </a:solidFill>
                <a:latin typeface="Apple SD Gothic Neo"/>
                <a:ea typeface="Apple SD Gothic Neo"/>
                <a:cs typeface="Apple SD Gothic Neo"/>
              </a:rPr>
              <a:t>State</a:t>
            </a:r>
          </a:p>
        </p:txBody>
      </p:sp>
      <p:sp>
        <p:nvSpPr>
          <p:cNvPr id="53" name="dp41-comparison / n52 / text 1">
            <a:extLst xmlns:a="http://schemas.openxmlformats.org/drawingml/2006/main">
              <a:ext uri="{FF2B5EF4-FFF2-40B4-BE49-F238E27FC236}">
                <a16:creationId xmlns:a16="http://schemas.microsoft.com/office/drawing/2014/main" id="{B4D91C8B-E559-41CB-BAC4-2FCBF60E1143}"/>
              </a:ext>
            </a:extLst>
          </p:cNvPr>
          <p:cNvSpPr>
            <a:spLocks xmlns:a="http://schemas.openxmlformats.org/drawingml/2006/main" noGrp="1"/>
          </p:cNvSpPr>
          <p:nvPr/>
        </p:nvSpPr>
        <p:spPr>
          <a:xfrm xmlns:a="http://schemas.openxmlformats.org/drawingml/2006/main">
            <a:off x="514350" y="665797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소유 상태</a:t>
            </a:r>
          </a:p>
        </p:txBody>
      </p:sp>
      <p:sp>
        <p:nvSpPr>
          <p:cNvPr id="54" name="dp41-comparison / n53 / path">
            <a:extLst xmlns:a="http://schemas.openxmlformats.org/drawingml/2006/main">
              <a:ext uri="{FF2B5EF4-FFF2-40B4-BE49-F238E27FC236}">
                <a16:creationId xmlns:a16="http://schemas.microsoft.com/office/drawing/2014/main" id="{35AB1C5B-7914-4168-A34C-3F16994351F2}"/>
              </a:ext>
            </a:extLst>
          </p:cNvPr>
          <p:cNvSpPr>
            <a:spLocks xmlns:a="http://schemas.openxmlformats.org/drawingml/2006/main" noGrp="1"/>
          </p:cNvSpPr>
          <p:nvPr/>
        </p:nvSpPr>
        <p:spPr>
          <a:xfrm xmlns:a="http://schemas.openxmlformats.org/drawingml/2006/main">
            <a:off x="514350" y="6934200"/>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solid"/>
          </a:ln>
        </p:spPr>
      </p:sp>
      <p:sp>
        <p:nvSpPr>
          <p:cNvPr id="55" name="dp41-comparison / n53 / arrow">
            <a:extLst xmlns:a="http://schemas.openxmlformats.org/drawingml/2006/main">
              <a:ext uri="{FF2B5EF4-FFF2-40B4-BE49-F238E27FC236}">
                <a16:creationId xmlns:a16="http://schemas.microsoft.com/office/drawing/2014/main" id="{4707C8DC-0579-4F3F-B55D-053B265FAE78}"/>
              </a:ext>
            </a:extLst>
          </p:cNvPr>
          <p:cNvSpPr>
            <a:spLocks xmlns:a="http://schemas.openxmlformats.org/drawingml/2006/main" noGrp="1"/>
          </p:cNvSpPr>
          <p:nvPr/>
        </p:nvSpPr>
        <p:spPr>
          <a:xfrm xmlns:a="http://schemas.openxmlformats.org/drawingml/2006/main">
            <a:off x="837819" y="690067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56" name="dp41-comparison / n54 / text 1">
            <a:extLst xmlns:a="http://schemas.openxmlformats.org/drawingml/2006/main">
              <a:ext uri="{FF2B5EF4-FFF2-40B4-BE49-F238E27FC236}">
                <a16:creationId xmlns:a16="http://schemas.microsoft.com/office/drawing/2014/main" id="{01B39486-519A-4F6C-BCB9-97BB59A4F962}"/>
              </a:ext>
            </a:extLst>
          </p:cNvPr>
          <p:cNvSpPr>
            <a:spLocks xmlns:a="http://schemas.openxmlformats.org/drawingml/2006/main" noGrp="1"/>
          </p:cNvSpPr>
          <p:nvPr/>
        </p:nvSpPr>
        <p:spPr>
          <a:xfrm xmlns:a="http://schemas.openxmlformats.org/drawingml/2006/main">
            <a:off x="962025" y="6867525"/>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요청</a:t>
            </a:r>
          </a:p>
        </p:txBody>
      </p:sp>
      <p:sp>
        <p:nvSpPr>
          <p:cNvPr id="57" name="dp41-comparison / n55 / path">
            <a:extLst xmlns:a="http://schemas.openxmlformats.org/drawingml/2006/main">
              <a:ext uri="{FF2B5EF4-FFF2-40B4-BE49-F238E27FC236}">
                <a16:creationId xmlns:a16="http://schemas.microsoft.com/office/drawing/2014/main" id="{5FCB3381-9F82-4B76-9196-FCAE38AB7ED8}"/>
              </a:ext>
            </a:extLst>
          </p:cNvPr>
          <p:cNvSpPr>
            <a:spLocks xmlns:a="http://schemas.openxmlformats.org/drawingml/2006/main" noGrp="1"/>
          </p:cNvSpPr>
          <p:nvPr/>
        </p:nvSpPr>
        <p:spPr>
          <a:xfrm xmlns:a="http://schemas.openxmlformats.org/drawingml/2006/main">
            <a:off x="514350" y="7134225"/>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dash"/>
          </a:ln>
        </p:spPr>
      </p:sp>
      <p:sp>
        <p:nvSpPr>
          <p:cNvPr id="58" name="dp41-comparison / n55 / arrow">
            <a:extLst xmlns:a="http://schemas.openxmlformats.org/drawingml/2006/main">
              <a:ext uri="{FF2B5EF4-FFF2-40B4-BE49-F238E27FC236}">
                <a16:creationId xmlns:a16="http://schemas.microsoft.com/office/drawing/2014/main" id="{7C36DC3B-12F0-4CDE-A0DC-006E0D902BEB}"/>
              </a:ext>
            </a:extLst>
          </p:cNvPr>
          <p:cNvSpPr>
            <a:spLocks xmlns:a="http://schemas.openxmlformats.org/drawingml/2006/main" noGrp="1"/>
          </p:cNvSpPr>
          <p:nvPr/>
        </p:nvSpPr>
        <p:spPr>
          <a:xfrm xmlns:a="http://schemas.openxmlformats.org/drawingml/2006/main">
            <a:off x="837819" y="71006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59" name="dp41-comparison / n56 / text 1">
            <a:extLst xmlns:a="http://schemas.openxmlformats.org/drawingml/2006/main">
              <a:ext uri="{FF2B5EF4-FFF2-40B4-BE49-F238E27FC236}">
                <a16:creationId xmlns:a16="http://schemas.microsoft.com/office/drawing/2014/main" id="{94D9E694-98CB-4F62-BC4A-EF29E9CE2FC6}"/>
              </a:ext>
            </a:extLst>
          </p:cNvPr>
          <p:cNvSpPr>
            <a:spLocks xmlns:a="http://schemas.openxmlformats.org/drawingml/2006/main" noGrp="1"/>
          </p:cNvSpPr>
          <p:nvPr/>
        </p:nvSpPr>
        <p:spPr>
          <a:xfrm xmlns:a="http://schemas.openxmlformats.org/drawingml/2006/main">
            <a:off x="962025" y="7067550"/>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반환</a:t>
            </a:r>
          </a:p>
        </p:txBody>
      </p:sp>
      <p:sp>
        <p:nvSpPr>
          <p:cNvPr id="60" name="dp41-comparison / n57 / text 1">
            <a:extLst xmlns:a="http://schemas.openxmlformats.org/drawingml/2006/main">
              <a:ext uri="{FF2B5EF4-FFF2-40B4-BE49-F238E27FC236}">
                <a16:creationId xmlns:a16="http://schemas.microsoft.com/office/drawing/2014/main" id="{238AB59B-866E-4887-AFC7-E28DA0242274}"/>
              </a:ext>
            </a:extLst>
          </p:cNvPr>
          <p:cNvSpPr>
            <a:spLocks xmlns:a="http://schemas.openxmlformats.org/drawingml/2006/main" noGrp="1"/>
          </p:cNvSpPr>
          <p:nvPr/>
        </p:nvSpPr>
        <p:spPr>
          <a:xfrm xmlns:a="http://schemas.openxmlformats.org/drawingml/2006/main">
            <a:off x="514350" y="7381875"/>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아래: 순서도</a:t>
            </a:r>
          </a:p>
        </p:txBody>
      </p:sp>
      <p:sp>
        <p:nvSpPr>
          <p:cNvPr id="61" name="dp41-comparison / n58">
            <a:extLst xmlns:a="http://schemas.openxmlformats.org/drawingml/2006/main">
              <a:ext uri="{FF2B5EF4-FFF2-40B4-BE49-F238E27FC236}">
                <a16:creationId xmlns:a16="http://schemas.microsoft.com/office/drawing/2014/main" id="{989FC831-98F1-45EF-8EA9-EA3D2FF866BF}"/>
              </a:ext>
            </a:extLst>
          </p:cNvPr>
          <p:cNvSpPr>
            <a:spLocks xmlns:a="http://schemas.openxmlformats.org/drawingml/2006/main" noGrp="1"/>
          </p:cNvSpPr>
          <p:nvPr/>
        </p:nvSpPr>
        <p:spPr>
          <a:xfrm xmlns:a="http://schemas.openxmlformats.org/drawingml/2006/main">
            <a:off x="504825" y="7591425"/>
            <a:ext cx="285750" cy="1714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62" name="dp41-comparison / n59 / text 1">
            <a:extLst xmlns:a="http://schemas.openxmlformats.org/drawingml/2006/main">
              <a:ext uri="{FF2B5EF4-FFF2-40B4-BE49-F238E27FC236}">
                <a16:creationId xmlns:a16="http://schemas.microsoft.com/office/drawing/2014/main" id="{80B773DD-2FDD-45E4-A809-3BD156413230}"/>
              </a:ext>
            </a:extLst>
          </p:cNvPr>
          <p:cNvSpPr>
            <a:spLocks xmlns:a="http://schemas.openxmlformats.org/drawingml/2006/main" noGrp="1"/>
          </p:cNvSpPr>
          <p:nvPr/>
        </p:nvSpPr>
        <p:spPr>
          <a:xfrm xmlns:a="http://schemas.openxmlformats.org/drawingml/2006/main">
            <a:off x="590550" y="7615238"/>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63" name="dp41-comparison / n60 / text 1">
            <a:extLst xmlns:a="http://schemas.openxmlformats.org/drawingml/2006/main">
              <a:ext uri="{FF2B5EF4-FFF2-40B4-BE49-F238E27FC236}">
                <a16:creationId xmlns:a16="http://schemas.microsoft.com/office/drawing/2014/main" id="{A4FDCB96-0E91-4F9E-99AA-07905E43CEDC}"/>
              </a:ext>
            </a:extLst>
          </p:cNvPr>
          <p:cNvSpPr>
            <a:spLocks xmlns:a="http://schemas.openxmlformats.org/drawingml/2006/main" noGrp="1"/>
          </p:cNvSpPr>
          <p:nvPr/>
        </p:nvSpPr>
        <p:spPr>
          <a:xfrm xmlns:a="http://schemas.openxmlformats.org/drawingml/2006/main">
            <a:off x="847725" y="7620000"/>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동작</a:t>
            </a:r>
          </a:p>
        </p:txBody>
      </p:sp>
      <p:sp>
        <p:nvSpPr>
          <p:cNvPr id="64" name="dp41-comparison / n61">
            <a:extLst xmlns:a="http://schemas.openxmlformats.org/drawingml/2006/main">
              <a:ext uri="{FF2B5EF4-FFF2-40B4-BE49-F238E27FC236}">
                <a16:creationId xmlns:a16="http://schemas.microsoft.com/office/drawing/2014/main" id="{1D24E1BF-18EA-4F87-96FF-8005D98B0A4B}"/>
              </a:ext>
            </a:extLst>
          </p:cNvPr>
          <p:cNvSpPr>
            <a:spLocks xmlns:a="http://schemas.openxmlformats.org/drawingml/2006/main" noGrp="1"/>
          </p:cNvSpPr>
          <p:nvPr/>
        </p:nvSpPr>
        <p:spPr>
          <a:xfrm xmlns:a="http://schemas.openxmlformats.org/drawingml/2006/main">
            <a:off x="504825" y="7905750"/>
            <a:ext cx="285750" cy="171450"/>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65" name="dp41-comparison / n62 / text 1">
            <a:extLst xmlns:a="http://schemas.openxmlformats.org/drawingml/2006/main">
              <a:ext uri="{FF2B5EF4-FFF2-40B4-BE49-F238E27FC236}">
                <a16:creationId xmlns:a16="http://schemas.microsoft.com/office/drawing/2014/main" id="{B87062EE-A82A-49DE-8552-7D833EE8053A}"/>
              </a:ext>
            </a:extLst>
          </p:cNvPr>
          <p:cNvSpPr>
            <a:spLocks xmlns:a="http://schemas.openxmlformats.org/drawingml/2006/main" noGrp="1"/>
          </p:cNvSpPr>
          <p:nvPr/>
        </p:nvSpPr>
        <p:spPr>
          <a:xfrm xmlns:a="http://schemas.openxmlformats.org/drawingml/2006/main">
            <a:off x="590550" y="7929563"/>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66" name="dp41-comparison / n63 / text 1">
            <a:extLst xmlns:a="http://schemas.openxmlformats.org/drawingml/2006/main">
              <a:ext uri="{FF2B5EF4-FFF2-40B4-BE49-F238E27FC236}">
                <a16:creationId xmlns:a16="http://schemas.microsoft.com/office/drawing/2014/main" id="{E02D0505-9AEE-4167-A643-6C3EBDBB4DBC}"/>
              </a:ext>
            </a:extLst>
          </p:cNvPr>
          <p:cNvSpPr>
            <a:spLocks xmlns:a="http://schemas.openxmlformats.org/drawingml/2006/main" noGrp="1"/>
          </p:cNvSpPr>
          <p:nvPr/>
        </p:nvSpPr>
        <p:spPr>
          <a:xfrm xmlns:a="http://schemas.openxmlformats.org/drawingml/2006/main">
            <a:off x="847725" y="7934325"/>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분기</a:t>
            </a:r>
          </a:p>
        </p:txBody>
      </p:sp>
      <p:sp>
        <p:nvSpPr>
          <p:cNvPr id="67" name="dp41-comparison / n66">
            <a:extLst xmlns:a="http://schemas.openxmlformats.org/drawingml/2006/main">
              <a:ext uri="{FF2B5EF4-FFF2-40B4-BE49-F238E27FC236}">
                <a16:creationId xmlns:a16="http://schemas.microsoft.com/office/drawing/2014/main" id="{B56BF005-35C6-4AE2-901F-83A529B17B95}"/>
              </a:ext>
            </a:extLst>
          </p:cNvPr>
          <p:cNvSpPr>
            <a:spLocks xmlns:a="http://schemas.openxmlformats.org/drawingml/2006/main" noGrp="1"/>
          </p:cNvSpPr>
          <p:nvPr/>
        </p:nvSpPr>
        <p:spPr>
          <a:xfrm xmlns:a="http://schemas.openxmlformats.org/drawingml/2006/main">
            <a:off x="3333750" y="2409825"/>
            <a:ext cx="228600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68" name="dp41-comparison / n67 / text 1">
            <a:extLst xmlns:a="http://schemas.openxmlformats.org/drawingml/2006/main">
              <a:ext uri="{FF2B5EF4-FFF2-40B4-BE49-F238E27FC236}">
                <a16:creationId xmlns:a16="http://schemas.microsoft.com/office/drawing/2014/main" id="{5A5F2C49-C2DF-4018-AB4E-04B36EC7896C}"/>
              </a:ext>
            </a:extLst>
          </p:cNvPr>
          <p:cNvSpPr>
            <a:spLocks xmlns:a="http://schemas.openxmlformats.org/drawingml/2006/main" noGrp="1"/>
          </p:cNvSpPr>
          <p:nvPr/>
        </p:nvSpPr>
        <p:spPr>
          <a:xfrm xmlns:a="http://schemas.openxmlformats.org/drawingml/2006/main">
            <a:off x="3419475" y="2465070"/>
            <a:ext cx="21145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69" name="dp41-comparison / n68">
            <a:extLst xmlns:a="http://schemas.openxmlformats.org/drawingml/2006/main">
              <a:ext uri="{FF2B5EF4-FFF2-40B4-BE49-F238E27FC236}">
                <a16:creationId xmlns:a16="http://schemas.microsoft.com/office/drawing/2014/main" id="{AA1016BB-FF9B-4379-8A21-3E35681CAF88}"/>
              </a:ext>
            </a:extLst>
          </p:cNvPr>
          <p:cNvSpPr>
            <a:spLocks xmlns:a="http://schemas.openxmlformats.org/drawingml/2006/main" noGrp="1"/>
          </p:cNvSpPr>
          <p:nvPr/>
        </p:nvSpPr>
        <p:spPr>
          <a:xfrm xmlns:a="http://schemas.openxmlformats.org/drawingml/2006/main">
            <a:off x="6048375" y="2409825"/>
            <a:ext cx="238125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0" name="dp41-comparison / n69 / text 1">
            <a:extLst xmlns:a="http://schemas.openxmlformats.org/drawingml/2006/main">
              <a:ext uri="{FF2B5EF4-FFF2-40B4-BE49-F238E27FC236}">
                <a16:creationId xmlns:a16="http://schemas.microsoft.com/office/drawing/2014/main" id="{9773782A-CA11-4988-AB92-A6705E4FBFD2}"/>
              </a:ext>
            </a:extLst>
          </p:cNvPr>
          <p:cNvSpPr>
            <a:spLocks xmlns:a="http://schemas.openxmlformats.org/drawingml/2006/main" noGrp="1"/>
          </p:cNvSpPr>
          <p:nvPr/>
        </p:nvSpPr>
        <p:spPr>
          <a:xfrm xmlns:a="http://schemas.openxmlformats.org/drawingml/2006/main">
            <a:off x="6134100" y="2465070"/>
            <a:ext cx="22098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Request Controller</a:t>
            </a:r>
          </a:p>
        </p:txBody>
      </p:sp>
      <p:sp>
        <p:nvSpPr>
          <p:cNvPr id="71" name="dp41-comparison / n70 / path">
            <a:extLst xmlns:a="http://schemas.openxmlformats.org/drawingml/2006/main">
              <a:ext uri="{FF2B5EF4-FFF2-40B4-BE49-F238E27FC236}">
                <a16:creationId xmlns:a16="http://schemas.microsoft.com/office/drawing/2014/main" id="{6CF11858-EA85-4315-82BF-07142065EF9E}"/>
              </a:ext>
            </a:extLst>
          </p:cNvPr>
          <p:cNvSpPr>
            <a:spLocks xmlns:a="http://schemas.openxmlformats.org/drawingml/2006/main" noGrp="1"/>
          </p:cNvSpPr>
          <p:nvPr/>
        </p:nvSpPr>
        <p:spPr>
          <a:xfrm xmlns:a="http://schemas.openxmlformats.org/drawingml/2006/main">
            <a:off x="3000375" y="2576513"/>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000000"/>
            </a:solidFill>
            <a:prstDash val="solid"/>
          </a:ln>
        </p:spPr>
      </p:sp>
      <p:sp>
        <p:nvSpPr>
          <p:cNvPr id="72" name="dp41-comparison / n70 / arrow">
            <a:extLst xmlns:a="http://schemas.openxmlformats.org/drawingml/2006/main">
              <a:ext uri="{FF2B5EF4-FFF2-40B4-BE49-F238E27FC236}">
                <a16:creationId xmlns:a16="http://schemas.microsoft.com/office/drawing/2014/main" id="{D99AEA64-BF63-4E4E-A1A5-7E9811E777C2}"/>
              </a:ext>
            </a:extLst>
          </p:cNvPr>
          <p:cNvSpPr>
            <a:spLocks xmlns:a="http://schemas.openxmlformats.org/drawingml/2006/main" noGrp="1"/>
          </p:cNvSpPr>
          <p:nvPr/>
        </p:nvSpPr>
        <p:spPr>
          <a:xfrm xmlns:a="http://schemas.openxmlformats.org/drawingml/2006/main">
            <a:off x="3266694" y="25429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73" name="dp41-comparison / n71 / path">
            <a:extLst xmlns:a="http://schemas.openxmlformats.org/drawingml/2006/main">
              <a:ext uri="{FF2B5EF4-FFF2-40B4-BE49-F238E27FC236}">
                <a16:creationId xmlns:a16="http://schemas.microsoft.com/office/drawing/2014/main" id="{8467E036-900F-43F0-ADF8-0FF4F73BF0C0}"/>
              </a:ext>
            </a:extLst>
          </p:cNvPr>
          <p:cNvSpPr>
            <a:spLocks xmlns:a="http://schemas.openxmlformats.org/drawingml/2006/main" noGrp="1"/>
          </p:cNvSpPr>
          <p:nvPr/>
        </p:nvSpPr>
        <p:spPr>
          <a:xfrm xmlns:a="http://schemas.openxmlformats.org/drawingml/2006/main">
            <a:off x="5619750" y="25765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000000"/>
            </a:solidFill>
            <a:prstDash val="solid"/>
          </a:ln>
        </p:spPr>
      </p:sp>
      <p:sp>
        <p:nvSpPr>
          <p:cNvPr id="74" name="dp41-comparison / n71 / arrow">
            <a:extLst xmlns:a="http://schemas.openxmlformats.org/drawingml/2006/main">
              <a:ext uri="{FF2B5EF4-FFF2-40B4-BE49-F238E27FC236}">
                <a16:creationId xmlns:a16="http://schemas.microsoft.com/office/drawing/2014/main" id="{09C4496F-D82D-4BDA-A682-BEA34790C321}"/>
              </a:ext>
            </a:extLst>
          </p:cNvPr>
          <p:cNvSpPr>
            <a:spLocks xmlns:a="http://schemas.openxmlformats.org/drawingml/2006/main" noGrp="1"/>
          </p:cNvSpPr>
          <p:nvPr/>
        </p:nvSpPr>
        <p:spPr>
          <a:xfrm xmlns:a="http://schemas.openxmlformats.org/drawingml/2006/main">
            <a:off x="5981319" y="25429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75" name="dp41-comparison / n72">
            <a:extLst xmlns:a="http://schemas.openxmlformats.org/drawingml/2006/main">
              <a:ext uri="{FF2B5EF4-FFF2-40B4-BE49-F238E27FC236}">
                <a16:creationId xmlns:a16="http://schemas.microsoft.com/office/drawing/2014/main" id="{0B581E73-90AB-4EF9-A8D0-BEAF3E0291F3}"/>
              </a:ext>
            </a:extLst>
          </p:cNvPr>
          <p:cNvSpPr>
            <a:spLocks xmlns:a="http://schemas.openxmlformats.org/drawingml/2006/main" noGrp="1"/>
          </p:cNvSpPr>
          <p:nvPr/>
        </p:nvSpPr>
        <p:spPr>
          <a:xfrm xmlns:a="http://schemas.openxmlformats.org/drawingml/2006/main">
            <a:off x="1666875" y="2886075"/>
            <a:ext cx="2524125" cy="304800"/>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76" name="dp41-comparison / n73 / text 1">
            <a:extLst xmlns:a="http://schemas.openxmlformats.org/drawingml/2006/main">
              <a:ext uri="{FF2B5EF4-FFF2-40B4-BE49-F238E27FC236}">
                <a16:creationId xmlns:a16="http://schemas.microsoft.com/office/drawing/2014/main" id="{83028FBE-4561-432E-8972-F30FC20A9033}"/>
              </a:ext>
            </a:extLst>
          </p:cNvPr>
          <p:cNvSpPr>
            <a:spLocks xmlns:a="http://schemas.openxmlformats.org/drawingml/2006/main" noGrp="1"/>
          </p:cNvSpPr>
          <p:nvPr/>
        </p:nvSpPr>
        <p:spPr>
          <a:xfrm xmlns:a="http://schemas.openxmlformats.org/drawingml/2006/main">
            <a:off x="1752600" y="2914650"/>
            <a:ext cx="2352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1">
                <a:solidFill>
                  <a:srgbClr val="000000"/>
                </a:solidFill>
                <a:latin typeface="Apple SD Gothic Neo"/>
                <a:ea typeface="Apple SD Gothic Neo"/>
                <a:cs typeface="Apple SD Gothic Neo"/>
              </a:defRPr>
            </a:pPr>
            <a:r>
              <a:rPr sz="1500" b="1">
                <a:solidFill>
                  <a:srgbClr val="000000"/>
                </a:solidFill>
                <a:latin typeface="Apple SD Gothic Neo"/>
                <a:ea typeface="Apple SD Gothic Neo"/>
                <a:cs typeface="Apple SD Gothic Neo"/>
              </a:rPr>
              <a:t>클라우드 LLM</a:t>
            </a:r>
          </a:p>
        </p:txBody>
      </p:sp>
      <p:sp>
        <p:nvSpPr>
          <p:cNvPr id="77" name="dp41-comparison / n78">
            <a:extLst xmlns:a="http://schemas.openxmlformats.org/drawingml/2006/main">
              <a:ext uri="{FF2B5EF4-FFF2-40B4-BE49-F238E27FC236}">
                <a16:creationId xmlns:a16="http://schemas.microsoft.com/office/drawing/2014/main" id="{77E9EA80-722B-433E-B9F5-4FFA7DDF337B}"/>
              </a:ext>
            </a:extLst>
          </p:cNvPr>
          <p:cNvSpPr>
            <a:spLocks xmlns:a="http://schemas.openxmlformats.org/drawingml/2006/main" noGrp="1"/>
          </p:cNvSpPr>
          <p:nvPr/>
        </p:nvSpPr>
        <p:spPr>
          <a:xfrm xmlns:a="http://schemas.openxmlformats.org/drawingml/2006/main">
            <a:off x="1476375" y="3619500"/>
            <a:ext cx="7953375" cy="28575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8" name="dp41-comparison / n79 / text 1">
            <a:extLst xmlns:a="http://schemas.openxmlformats.org/drawingml/2006/main">
              <a:ext uri="{FF2B5EF4-FFF2-40B4-BE49-F238E27FC236}">
                <a16:creationId xmlns:a16="http://schemas.microsoft.com/office/drawing/2014/main" id="{AFBAA44A-FD7D-4FD8-89E0-A6505FF0CE7F}"/>
              </a:ext>
            </a:extLst>
          </p:cNvPr>
          <p:cNvSpPr>
            <a:spLocks xmlns:a="http://schemas.openxmlformats.org/drawingml/2006/main" noGrp="1"/>
          </p:cNvSpPr>
          <p:nvPr/>
        </p:nvSpPr>
        <p:spPr>
          <a:xfrm xmlns:a="http://schemas.openxmlformats.org/drawingml/2006/main">
            <a:off x="4667250" y="3714750"/>
            <a:ext cx="770572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Interpreter</a:t>
            </a:r>
          </a:p>
        </p:txBody>
      </p:sp>
      <p:sp>
        <p:nvSpPr>
          <p:cNvPr id="79" name="dp41-comparison / n82">
            <a:extLst xmlns:a="http://schemas.openxmlformats.org/drawingml/2006/main">
              <a:ext uri="{FF2B5EF4-FFF2-40B4-BE49-F238E27FC236}">
                <a16:creationId xmlns:a16="http://schemas.microsoft.com/office/drawing/2014/main" id="{03B442A5-CA3E-43E9-95AE-355248693EDF}"/>
              </a:ext>
            </a:extLst>
          </p:cNvPr>
          <p:cNvSpPr>
            <a:spLocks xmlns:a="http://schemas.openxmlformats.org/drawingml/2006/main" noGrp="1"/>
          </p:cNvSpPr>
          <p:nvPr/>
        </p:nvSpPr>
        <p:spPr>
          <a:xfrm xmlns:a="http://schemas.openxmlformats.org/drawingml/2006/main">
            <a:off x="1666875" y="4019550"/>
            <a:ext cx="2524125" cy="381000"/>
          </a:xfrm>
          <a:prstGeom xmlns:a="http://schemas.openxmlformats.org/drawingml/2006/main" prst="roundRect">
            <a:avLst>
              <a:gd name="adj" fmla="val 20000"/>
            </a:avLst>
          </a:prstGeom>
          <a:solidFill xmlns:a="http://schemas.openxmlformats.org/drawingml/2006/main">
            <a:srgbClr val="FFF0DD"/>
          </a:solidFill>
          <a:ln xmlns:a="http://schemas.openxmlformats.org/drawingml/2006/main" w="17145">
            <a:solidFill>
              <a:srgbClr val="B8753F"/>
            </a:solidFill>
            <a:prstDash val="solid"/>
          </a:ln>
        </p:spPr>
      </p:sp>
      <p:sp>
        <p:nvSpPr>
          <p:cNvPr id="80" name="dp41-comparison / n83 / text 1">
            <a:extLst xmlns:a="http://schemas.openxmlformats.org/drawingml/2006/main">
              <a:ext uri="{FF2B5EF4-FFF2-40B4-BE49-F238E27FC236}">
                <a16:creationId xmlns:a16="http://schemas.microsoft.com/office/drawing/2014/main" id="{90EC1F9D-1A74-4D78-856D-4F6AE192F819}"/>
              </a:ext>
            </a:extLst>
          </p:cNvPr>
          <p:cNvSpPr>
            <a:spLocks xmlns:a="http://schemas.openxmlformats.org/drawingml/2006/main" noGrp="1"/>
          </p:cNvSpPr>
          <p:nvPr/>
        </p:nvSpPr>
        <p:spPr>
          <a:xfrm xmlns:a="http://schemas.openxmlformats.org/drawingml/2006/main">
            <a:off x="1752600" y="4098608"/>
            <a:ext cx="235267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모델 주도 해석 제어기</a:t>
            </a:r>
          </a:p>
        </p:txBody>
      </p:sp>
      <p:sp>
        <p:nvSpPr>
          <p:cNvPr id="81" name="dp41-comparison / n86">
            <a:extLst xmlns:a="http://schemas.openxmlformats.org/drawingml/2006/main">
              <a:ext uri="{FF2B5EF4-FFF2-40B4-BE49-F238E27FC236}">
                <a16:creationId xmlns:a16="http://schemas.microsoft.com/office/drawing/2014/main" id="{E7C4831B-0281-4076-B54C-D38F5FCF8DD9}"/>
              </a:ext>
            </a:extLst>
          </p:cNvPr>
          <p:cNvSpPr>
            <a:spLocks xmlns:a="http://schemas.openxmlformats.org/drawingml/2006/main" noGrp="1"/>
          </p:cNvSpPr>
          <p:nvPr/>
        </p:nvSpPr>
        <p:spPr>
          <a:xfrm xmlns:a="http://schemas.openxmlformats.org/drawingml/2006/main">
            <a:off x="6762750" y="4019550"/>
            <a:ext cx="2238375" cy="3810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82" name="dp41-comparison / n87 / text 1">
            <a:extLst xmlns:a="http://schemas.openxmlformats.org/drawingml/2006/main">
              <a:ext uri="{FF2B5EF4-FFF2-40B4-BE49-F238E27FC236}">
                <a16:creationId xmlns:a16="http://schemas.microsoft.com/office/drawing/2014/main" id="{0204BFDD-318D-42A1-9078-43A7E1961F3D}"/>
              </a:ext>
            </a:extLst>
          </p:cNvPr>
          <p:cNvSpPr>
            <a:spLocks xmlns:a="http://schemas.openxmlformats.org/drawingml/2006/main" noGrp="1"/>
          </p:cNvSpPr>
          <p:nvPr/>
        </p:nvSpPr>
        <p:spPr>
          <a:xfrm xmlns:a="http://schemas.openxmlformats.org/drawingml/2006/main">
            <a:off x="6848475" y="4104799"/>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읽기 도구 실행기</a:t>
            </a:r>
          </a:p>
        </p:txBody>
      </p:sp>
      <p:sp>
        <p:nvSpPr>
          <p:cNvPr id="83" name="dp41-comparison / n88">
            <a:extLst xmlns:a="http://schemas.openxmlformats.org/drawingml/2006/main">
              <a:ext uri="{FF2B5EF4-FFF2-40B4-BE49-F238E27FC236}">
                <a16:creationId xmlns:a16="http://schemas.microsoft.com/office/drawing/2014/main" id="{07086B55-AC6E-484E-BD22-D2898A2AE49E}"/>
              </a:ext>
            </a:extLst>
          </p:cNvPr>
          <p:cNvSpPr>
            <a:spLocks xmlns:a="http://schemas.openxmlformats.org/drawingml/2006/main" noGrp="1"/>
          </p:cNvSpPr>
          <p:nvPr/>
        </p:nvSpPr>
        <p:spPr>
          <a:xfrm xmlns:a="http://schemas.openxmlformats.org/drawingml/2006/main">
            <a:off x="1666875" y="4981575"/>
            <a:ext cx="2524125" cy="52387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84" name="dp41-comparison / n89 / text 1">
            <a:extLst xmlns:a="http://schemas.openxmlformats.org/drawingml/2006/main">
              <a:ext uri="{FF2B5EF4-FFF2-40B4-BE49-F238E27FC236}">
                <a16:creationId xmlns:a16="http://schemas.microsoft.com/office/drawing/2014/main" id="{BD992A1E-04D6-46EA-92BD-CE7F2941A609}"/>
              </a:ext>
            </a:extLst>
          </p:cNvPr>
          <p:cNvSpPr>
            <a:spLocks xmlns:a="http://schemas.openxmlformats.org/drawingml/2006/main" noGrp="1"/>
          </p:cNvSpPr>
          <p:nvPr/>
        </p:nvSpPr>
        <p:spPr>
          <a:xfrm xmlns:a="http://schemas.openxmlformats.org/drawingml/2006/main">
            <a:off x="1752600" y="5143500"/>
            <a:ext cx="235267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모델에 제공할 해석 맥락</a:t>
            </a:r>
          </a:p>
        </p:txBody>
      </p:sp>
      <p:sp>
        <p:nvSpPr>
          <p:cNvPr id="85" name="dp41-comparison / n92 / path">
            <a:extLst xmlns:a="http://schemas.openxmlformats.org/drawingml/2006/main">
              <a:ext uri="{FF2B5EF4-FFF2-40B4-BE49-F238E27FC236}">
                <a16:creationId xmlns:a16="http://schemas.microsoft.com/office/drawing/2014/main" id="{559D5B10-6D6C-4EFB-B96D-726E73E7E6CB}"/>
              </a:ext>
            </a:extLst>
          </p:cNvPr>
          <p:cNvSpPr>
            <a:spLocks xmlns:a="http://schemas.openxmlformats.org/drawingml/2006/main" noGrp="1"/>
          </p:cNvSpPr>
          <p:nvPr/>
        </p:nvSpPr>
        <p:spPr>
          <a:xfrm xmlns:a="http://schemas.openxmlformats.org/drawingml/2006/main">
            <a:off x="1976438" y="3190875"/>
            <a:ext cx="953" cy="828675"/>
          </a:xfrm>
          <a:custGeom xmlns:a="http://schemas.openxmlformats.org/drawingml/2006/main">
            <a:pathLst>
              <a:path w="953" h="828675">
                <a:moveTo>
                  <a:pt x="0" y="828675"/>
                </a:moveTo>
                <a:lnTo>
                  <a:pt x="0" y="0"/>
                </a:lnTo>
              </a:path>
            </a:pathLst>
          </a:custGeom>
          <a:noFill xmlns:a="http://schemas.openxmlformats.org/drawingml/2006/main"/>
          <a:ln xmlns:a="http://schemas.openxmlformats.org/drawingml/2006/main" w="10478">
            <a:solidFill>
              <a:srgbClr val="B8753F"/>
            </a:solidFill>
            <a:prstDash val="solid"/>
          </a:ln>
        </p:spPr>
      </p:sp>
      <p:sp>
        <p:nvSpPr>
          <p:cNvPr id="86" name="dp41-comparison / n92 / arrow">
            <a:extLst xmlns:a="http://schemas.openxmlformats.org/drawingml/2006/main">
              <a:ext uri="{FF2B5EF4-FFF2-40B4-BE49-F238E27FC236}">
                <a16:creationId xmlns:a16="http://schemas.microsoft.com/office/drawing/2014/main" id="{1A6AB238-6339-4799-894A-D0C6C3443058}"/>
              </a:ext>
            </a:extLst>
          </p:cNvPr>
          <p:cNvSpPr>
            <a:spLocks xmlns:a="http://schemas.openxmlformats.org/drawingml/2006/main" noGrp="1"/>
          </p:cNvSpPr>
          <p:nvPr/>
        </p:nvSpPr>
        <p:spPr>
          <a:xfrm xmlns:a="http://schemas.openxmlformats.org/drawingml/2006/main">
            <a:off x="1942910" y="319087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87" name="dp41-comparison / n93 / path">
            <a:extLst xmlns:a="http://schemas.openxmlformats.org/drawingml/2006/main">
              <a:ext uri="{FF2B5EF4-FFF2-40B4-BE49-F238E27FC236}">
                <a16:creationId xmlns:a16="http://schemas.microsoft.com/office/drawing/2014/main" id="{1FB98B68-E212-4613-BFEE-D91879A1674C}"/>
              </a:ext>
            </a:extLst>
          </p:cNvPr>
          <p:cNvSpPr>
            <a:spLocks xmlns:a="http://schemas.openxmlformats.org/drawingml/2006/main" noGrp="1"/>
          </p:cNvSpPr>
          <p:nvPr/>
        </p:nvSpPr>
        <p:spPr>
          <a:xfrm xmlns:a="http://schemas.openxmlformats.org/drawingml/2006/main">
            <a:off x="3976688" y="3190875"/>
            <a:ext cx="953" cy="828675"/>
          </a:xfrm>
          <a:custGeom xmlns:a="http://schemas.openxmlformats.org/drawingml/2006/main">
            <a:pathLst>
              <a:path w="953" h="828675">
                <a:moveTo>
                  <a:pt x="0" y="0"/>
                </a:moveTo>
                <a:lnTo>
                  <a:pt x="0" y="828675"/>
                </a:lnTo>
              </a:path>
            </a:pathLst>
          </a:custGeom>
          <a:noFill xmlns:a="http://schemas.openxmlformats.org/drawingml/2006/main"/>
          <a:ln xmlns:a="http://schemas.openxmlformats.org/drawingml/2006/main" w="10478">
            <a:solidFill>
              <a:srgbClr val="B8753F"/>
            </a:solidFill>
            <a:prstDash val="dash"/>
          </a:ln>
        </p:spPr>
      </p:sp>
      <p:sp>
        <p:nvSpPr>
          <p:cNvPr id="88" name="dp41-comparison / n93 / arrow">
            <a:extLst xmlns:a="http://schemas.openxmlformats.org/drawingml/2006/main">
              <a:ext uri="{FF2B5EF4-FFF2-40B4-BE49-F238E27FC236}">
                <a16:creationId xmlns:a16="http://schemas.microsoft.com/office/drawing/2014/main" id="{7858DFB3-95BA-4488-B8A2-83D54344E886}"/>
              </a:ext>
            </a:extLst>
          </p:cNvPr>
          <p:cNvSpPr>
            <a:spLocks xmlns:a="http://schemas.openxmlformats.org/drawingml/2006/main" noGrp="1"/>
          </p:cNvSpPr>
          <p:nvPr/>
        </p:nvSpPr>
        <p:spPr>
          <a:xfrm xmlns:a="http://schemas.openxmlformats.org/drawingml/2006/main">
            <a:off x="3943160" y="39524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89" name="dp41-comparison / n98 / path">
            <a:extLst xmlns:a="http://schemas.openxmlformats.org/drawingml/2006/main">
              <a:ext uri="{FF2B5EF4-FFF2-40B4-BE49-F238E27FC236}">
                <a16:creationId xmlns:a16="http://schemas.microsoft.com/office/drawing/2014/main" id="{268D2F80-F77C-44E4-8204-6533198B836E}"/>
              </a:ext>
            </a:extLst>
          </p:cNvPr>
          <p:cNvSpPr>
            <a:spLocks xmlns:a="http://schemas.openxmlformats.org/drawingml/2006/main" noGrp="1"/>
          </p:cNvSpPr>
          <p:nvPr/>
        </p:nvSpPr>
        <p:spPr>
          <a:xfrm xmlns:a="http://schemas.openxmlformats.org/drawingml/2006/main">
            <a:off x="4191000" y="4210050"/>
            <a:ext cx="2571750" cy="953"/>
          </a:xfrm>
          <a:custGeom xmlns:a="http://schemas.openxmlformats.org/drawingml/2006/main">
            <a:pathLst>
              <a:path w="2571750" h="953">
                <a:moveTo>
                  <a:pt x="0" y="0"/>
                </a:moveTo>
                <a:lnTo>
                  <a:pt x="2571750" y="0"/>
                </a:lnTo>
              </a:path>
            </a:pathLst>
          </a:custGeom>
          <a:noFill xmlns:a="http://schemas.openxmlformats.org/drawingml/2006/main"/>
          <a:ln xmlns:a="http://schemas.openxmlformats.org/drawingml/2006/main" w="10478">
            <a:solidFill>
              <a:srgbClr val="B8753F"/>
            </a:solidFill>
            <a:prstDash val="solid"/>
          </a:ln>
        </p:spPr>
      </p:sp>
      <p:sp>
        <p:nvSpPr>
          <p:cNvPr id="90" name="dp41-comparison / n98 / arrow">
            <a:extLst xmlns:a="http://schemas.openxmlformats.org/drawingml/2006/main">
              <a:ext uri="{FF2B5EF4-FFF2-40B4-BE49-F238E27FC236}">
                <a16:creationId xmlns:a16="http://schemas.microsoft.com/office/drawing/2014/main" id="{883BE918-5276-40BE-91A7-43057E1F6BAA}"/>
              </a:ext>
            </a:extLst>
          </p:cNvPr>
          <p:cNvSpPr>
            <a:spLocks xmlns:a="http://schemas.openxmlformats.org/drawingml/2006/main" noGrp="1"/>
          </p:cNvSpPr>
          <p:nvPr/>
        </p:nvSpPr>
        <p:spPr>
          <a:xfrm xmlns:a="http://schemas.openxmlformats.org/drawingml/2006/main">
            <a:off x="6695694" y="41765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91" name="dp41-comparison / n101 / path">
            <a:extLst xmlns:a="http://schemas.openxmlformats.org/drawingml/2006/main">
              <a:ext uri="{FF2B5EF4-FFF2-40B4-BE49-F238E27FC236}">
                <a16:creationId xmlns:a16="http://schemas.microsoft.com/office/drawing/2014/main" id="{5D7274DA-FD3D-4E79-9ED0-B9D22C69275C}"/>
              </a:ext>
            </a:extLst>
          </p:cNvPr>
          <p:cNvSpPr>
            <a:spLocks xmlns:a="http://schemas.openxmlformats.org/drawingml/2006/main" noGrp="1"/>
          </p:cNvSpPr>
          <p:nvPr/>
        </p:nvSpPr>
        <p:spPr>
          <a:xfrm xmlns:a="http://schemas.openxmlformats.org/drawingml/2006/main">
            <a:off x="4191000" y="4210050"/>
            <a:ext cx="5000625" cy="1609725"/>
          </a:xfrm>
          <a:custGeom xmlns:a="http://schemas.openxmlformats.org/drawingml/2006/main">
            <a:pathLst>
              <a:path w="5000625" h="1609725">
                <a:moveTo>
                  <a:pt x="4810125" y="0"/>
                </a:moveTo>
                <a:lnTo>
                  <a:pt x="5000625" y="0"/>
                </a:lnTo>
                <a:lnTo>
                  <a:pt x="5000625" y="1609725"/>
                </a:lnTo>
                <a:lnTo>
                  <a:pt x="238125" y="1609725"/>
                </a:lnTo>
                <a:lnTo>
                  <a:pt x="238125" y="1033463"/>
                </a:lnTo>
                <a:lnTo>
                  <a:pt x="0" y="1033463"/>
                </a:lnTo>
              </a:path>
            </a:pathLst>
          </a:custGeom>
          <a:noFill xmlns:a="http://schemas.openxmlformats.org/drawingml/2006/main"/>
          <a:ln xmlns:a="http://schemas.openxmlformats.org/drawingml/2006/main" w="10478">
            <a:solidFill>
              <a:srgbClr val="B8753F"/>
            </a:solidFill>
            <a:prstDash val="dash"/>
          </a:ln>
        </p:spPr>
      </p:sp>
      <p:sp>
        <p:nvSpPr>
          <p:cNvPr id="92" name="dp41-comparison / n101 / arrow">
            <a:extLst xmlns:a="http://schemas.openxmlformats.org/drawingml/2006/main">
              <a:ext uri="{FF2B5EF4-FFF2-40B4-BE49-F238E27FC236}">
                <a16:creationId xmlns:a16="http://schemas.microsoft.com/office/drawing/2014/main" id="{F062C26B-62CC-4897-BB25-F5D824405CD8}"/>
              </a:ext>
            </a:extLst>
          </p:cNvPr>
          <p:cNvSpPr>
            <a:spLocks xmlns:a="http://schemas.openxmlformats.org/drawingml/2006/main" noGrp="1"/>
          </p:cNvSpPr>
          <p:nvPr/>
        </p:nvSpPr>
        <p:spPr>
          <a:xfrm xmlns:a="http://schemas.openxmlformats.org/drawingml/2006/main">
            <a:off x="4191000" y="5209985"/>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93" name="dp41-comparison / n104 / path">
            <a:extLst xmlns:a="http://schemas.openxmlformats.org/drawingml/2006/main">
              <a:ext uri="{FF2B5EF4-FFF2-40B4-BE49-F238E27FC236}">
                <a16:creationId xmlns:a16="http://schemas.microsoft.com/office/drawing/2014/main" id="{9CA15973-6558-440E-8356-6C0E9E819126}"/>
              </a:ext>
            </a:extLst>
          </p:cNvPr>
          <p:cNvSpPr>
            <a:spLocks xmlns:a="http://schemas.openxmlformats.org/drawingml/2006/main" noGrp="1"/>
          </p:cNvSpPr>
          <p:nvPr/>
        </p:nvSpPr>
        <p:spPr>
          <a:xfrm xmlns:a="http://schemas.openxmlformats.org/drawingml/2006/main">
            <a:off x="3976688" y="4400550"/>
            <a:ext cx="953" cy="581025"/>
          </a:xfrm>
          <a:custGeom xmlns:a="http://schemas.openxmlformats.org/drawingml/2006/main">
            <a:pathLst>
              <a:path w="953" h="581025">
                <a:moveTo>
                  <a:pt x="0" y="581025"/>
                </a:moveTo>
                <a:lnTo>
                  <a:pt x="0" y="0"/>
                </a:lnTo>
              </a:path>
            </a:pathLst>
          </a:custGeom>
          <a:noFill xmlns:a="http://schemas.openxmlformats.org/drawingml/2006/main"/>
          <a:ln xmlns:a="http://schemas.openxmlformats.org/drawingml/2006/main" w="10478">
            <a:solidFill>
              <a:srgbClr val="B8753F"/>
            </a:solidFill>
            <a:prstDash val="solid"/>
          </a:ln>
        </p:spPr>
      </p:sp>
      <p:sp>
        <p:nvSpPr>
          <p:cNvPr id="94" name="dp41-comparison / n104 / arrow">
            <a:extLst xmlns:a="http://schemas.openxmlformats.org/drawingml/2006/main">
              <a:ext uri="{FF2B5EF4-FFF2-40B4-BE49-F238E27FC236}">
                <a16:creationId xmlns:a16="http://schemas.microsoft.com/office/drawing/2014/main" id="{F8208B11-EB84-4E85-8D64-2A5157582C9E}"/>
              </a:ext>
            </a:extLst>
          </p:cNvPr>
          <p:cNvSpPr>
            <a:spLocks xmlns:a="http://schemas.openxmlformats.org/drawingml/2006/main" noGrp="1"/>
          </p:cNvSpPr>
          <p:nvPr/>
        </p:nvSpPr>
        <p:spPr>
          <a:xfrm xmlns:a="http://schemas.openxmlformats.org/drawingml/2006/main">
            <a:off x="3943160" y="440055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95" name="dp41-comparison / n113">
            <a:extLst xmlns:a="http://schemas.openxmlformats.org/drawingml/2006/main">
              <a:ext uri="{FF2B5EF4-FFF2-40B4-BE49-F238E27FC236}">
                <a16:creationId xmlns:a16="http://schemas.microsoft.com/office/drawing/2014/main" id="{A5683A4B-6324-4811-9F58-0E48FBF118A1}"/>
              </a:ext>
            </a:extLst>
          </p:cNvPr>
          <p:cNvSpPr>
            <a:spLocks xmlns:a="http://schemas.openxmlformats.org/drawingml/2006/main" noGrp="1"/>
          </p:cNvSpPr>
          <p:nvPr/>
        </p:nvSpPr>
        <p:spPr>
          <a:xfrm xmlns:a="http://schemas.openxmlformats.org/drawingml/2006/main">
            <a:off x="6762750" y="6019800"/>
            <a:ext cx="2238375" cy="3048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000000"/>
            </a:solidFill>
            <a:prstDash val="solid"/>
          </a:ln>
        </p:spPr>
      </p:sp>
      <p:sp>
        <p:nvSpPr>
          <p:cNvPr id="96" name="dp41-comparison / n114 / text 1">
            <a:extLst xmlns:a="http://schemas.openxmlformats.org/drawingml/2006/main">
              <a:ext uri="{FF2B5EF4-FFF2-40B4-BE49-F238E27FC236}">
                <a16:creationId xmlns:a16="http://schemas.microsoft.com/office/drawing/2014/main" id="{55088958-8AF0-48D0-ADF2-2223EC7209BA}"/>
              </a:ext>
            </a:extLst>
          </p:cNvPr>
          <p:cNvSpPr>
            <a:spLocks xmlns:a="http://schemas.openxmlformats.org/drawingml/2006/main" noGrp="1"/>
          </p:cNvSpPr>
          <p:nvPr/>
        </p:nvSpPr>
        <p:spPr>
          <a:xfrm xmlns:a="http://schemas.openxmlformats.org/drawingml/2006/main">
            <a:off x="6848475" y="6066949"/>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의미 제안 검증기</a:t>
            </a:r>
          </a:p>
        </p:txBody>
      </p:sp>
      <p:sp>
        <p:nvSpPr>
          <p:cNvPr id="97" name="dp41-comparison / n115 / path">
            <a:extLst xmlns:a="http://schemas.openxmlformats.org/drawingml/2006/main">
              <a:ext uri="{FF2B5EF4-FFF2-40B4-BE49-F238E27FC236}">
                <a16:creationId xmlns:a16="http://schemas.microsoft.com/office/drawing/2014/main" id="{BC878E8E-3D9C-4A34-A344-909745777063}"/>
              </a:ext>
            </a:extLst>
          </p:cNvPr>
          <p:cNvSpPr>
            <a:spLocks xmlns:a="http://schemas.openxmlformats.org/drawingml/2006/main" noGrp="1"/>
          </p:cNvSpPr>
          <p:nvPr/>
        </p:nvSpPr>
        <p:spPr>
          <a:xfrm xmlns:a="http://schemas.openxmlformats.org/drawingml/2006/main">
            <a:off x="4191000" y="4324350"/>
            <a:ext cx="5095875" cy="1847850"/>
          </a:xfrm>
          <a:custGeom xmlns:a="http://schemas.openxmlformats.org/drawingml/2006/main">
            <a:pathLst>
              <a:path w="5095875" h="1847850">
                <a:moveTo>
                  <a:pt x="0" y="0"/>
                </a:moveTo>
                <a:lnTo>
                  <a:pt x="5095875" y="0"/>
                </a:lnTo>
                <a:lnTo>
                  <a:pt x="5095875" y="1847850"/>
                </a:lnTo>
                <a:lnTo>
                  <a:pt x="4810125" y="1847850"/>
                </a:lnTo>
              </a:path>
            </a:pathLst>
          </a:custGeom>
          <a:noFill xmlns:a="http://schemas.openxmlformats.org/drawingml/2006/main"/>
          <a:ln xmlns:a="http://schemas.openxmlformats.org/drawingml/2006/main" w="10478">
            <a:solidFill>
              <a:srgbClr val="000000"/>
            </a:solidFill>
            <a:prstDash val="solid"/>
          </a:ln>
        </p:spPr>
      </p:sp>
      <p:sp>
        <p:nvSpPr>
          <p:cNvPr id="98" name="dp41-comparison / n115 / arrow">
            <a:extLst xmlns:a="http://schemas.openxmlformats.org/drawingml/2006/main">
              <a:ext uri="{FF2B5EF4-FFF2-40B4-BE49-F238E27FC236}">
                <a16:creationId xmlns:a16="http://schemas.microsoft.com/office/drawing/2014/main" id="{4B2340CC-6A06-4C24-A786-CE3756289947}"/>
              </a:ext>
            </a:extLst>
          </p:cNvPr>
          <p:cNvSpPr>
            <a:spLocks xmlns:a="http://schemas.openxmlformats.org/drawingml/2006/main" noGrp="1"/>
          </p:cNvSpPr>
          <p:nvPr/>
        </p:nvSpPr>
        <p:spPr>
          <a:xfrm xmlns:a="http://schemas.openxmlformats.org/drawingml/2006/main">
            <a:off x="9001125" y="61386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99" name="dp41-comparison / n120 / path">
            <a:extLst xmlns:a="http://schemas.openxmlformats.org/drawingml/2006/main">
              <a:ext uri="{FF2B5EF4-FFF2-40B4-BE49-F238E27FC236}">
                <a16:creationId xmlns:a16="http://schemas.microsoft.com/office/drawing/2014/main" id="{C919AEB2-3F9F-42EF-A476-A5F2F1A1B3BC}"/>
              </a:ext>
            </a:extLst>
          </p:cNvPr>
          <p:cNvSpPr>
            <a:spLocks xmlns:a="http://schemas.openxmlformats.org/drawingml/2006/main" noGrp="1"/>
          </p:cNvSpPr>
          <p:nvPr/>
        </p:nvSpPr>
        <p:spPr>
          <a:xfrm xmlns:a="http://schemas.openxmlformats.org/drawingml/2006/main">
            <a:off x="4071938" y="2743200"/>
            <a:ext cx="5281613" cy="1276350"/>
          </a:xfrm>
          <a:custGeom xmlns:a="http://schemas.openxmlformats.org/drawingml/2006/main">
            <a:pathLst>
              <a:path w="5281613" h="1276350">
                <a:moveTo>
                  <a:pt x="3167063" y="0"/>
                </a:moveTo>
                <a:lnTo>
                  <a:pt x="3167063" y="76200"/>
                </a:lnTo>
                <a:lnTo>
                  <a:pt x="5281613" y="76200"/>
                </a:lnTo>
                <a:lnTo>
                  <a:pt x="5281613" y="828675"/>
                </a:lnTo>
                <a:lnTo>
                  <a:pt x="261938" y="828675"/>
                </a:lnTo>
                <a:lnTo>
                  <a:pt x="261938" y="1200150"/>
                </a:lnTo>
                <a:lnTo>
                  <a:pt x="0" y="1200150"/>
                </a:lnTo>
                <a:lnTo>
                  <a:pt x="0" y="1276350"/>
                </a:lnTo>
              </a:path>
            </a:pathLst>
          </a:custGeom>
          <a:noFill xmlns:a="http://schemas.openxmlformats.org/drawingml/2006/main"/>
          <a:ln xmlns:a="http://schemas.openxmlformats.org/drawingml/2006/main" w="10478">
            <a:solidFill>
              <a:srgbClr val="000000"/>
            </a:solidFill>
            <a:prstDash val="solid"/>
          </a:ln>
        </p:spPr>
      </p:sp>
      <p:sp>
        <p:nvSpPr>
          <p:cNvPr id="100" name="dp41-comparison / n120 / arrow">
            <a:extLst xmlns:a="http://schemas.openxmlformats.org/drawingml/2006/main">
              <a:ext uri="{FF2B5EF4-FFF2-40B4-BE49-F238E27FC236}">
                <a16:creationId xmlns:a16="http://schemas.microsoft.com/office/drawing/2014/main" id="{13E2A579-BDC8-42AE-AB96-A8DB1805FFA1}"/>
              </a:ext>
            </a:extLst>
          </p:cNvPr>
          <p:cNvSpPr>
            <a:spLocks xmlns:a="http://schemas.openxmlformats.org/drawingml/2006/main" noGrp="1"/>
          </p:cNvSpPr>
          <p:nvPr/>
        </p:nvSpPr>
        <p:spPr>
          <a:xfrm xmlns:a="http://schemas.openxmlformats.org/drawingml/2006/main">
            <a:off x="4038410" y="39524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01" name="dp41-comparison / n121">
            <a:extLst xmlns:a="http://schemas.openxmlformats.org/drawingml/2006/main">
              <a:ext uri="{FF2B5EF4-FFF2-40B4-BE49-F238E27FC236}">
                <a16:creationId xmlns:a16="http://schemas.microsoft.com/office/drawing/2014/main" id="{61F563A9-8E00-492F-98C2-A68C42969033}"/>
              </a:ext>
            </a:extLst>
          </p:cNvPr>
          <p:cNvSpPr>
            <a:spLocks xmlns:a="http://schemas.openxmlformats.org/drawingml/2006/main" noGrp="1"/>
          </p:cNvSpPr>
          <p:nvPr/>
        </p:nvSpPr>
        <p:spPr>
          <a:xfrm xmlns:a="http://schemas.openxmlformats.org/drawingml/2006/main">
            <a:off x="4362450" y="66484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02" name="dp41-comparison / n122 / text 1">
            <a:extLst xmlns:a="http://schemas.openxmlformats.org/drawingml/2006/main">
              <a:ext uri="{FF2B5EF4-FFF2-40B4-BE49-F238E27FC236}">
                <a16:creationId xmlns:a16="http://schemas.microsoft.com/office/drawing/2014/main" id="{07DAD939-D955-4D5E-A976-2F3B2CAEA0CC}"/>
              </a:ext>
            </a:extLst>
          </p:cNvPr>
          <p:cNvSpPr>
            <a:spLocks xmlns:a="http://schemas.openxmlformats.org/drawingml/2006/main" noGrp="1"/>
          </p:cNvSpPr>
          <p:nvPr/>
        </p:nvSpPr>
        <p:spPr>
          <a:xfrm xmlns:a="http://schemas.openxmlformats.org/drawingml/2006/main">
            <a:off x="4448175" y="6671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Context Manager</a:t>
            </a:r>
          </a:p>
        </p:txBody>
      </p:sp>
      <p:sp>
        <p:nvSpPr>
          <p:cNvPr id="103" name="dp41-comparison / n123 / path">
            <a:extLst xmlns:a="http://schemas.openxmlformats.org/drawingml/2006/main">
              <a:ext uri="{FF2B5EF4-FFF2-40B4-BE49-F238E27FC236}">
                <a16:creationId xmlns:a16="http://schemas.microsoft.com/office/drawing/2014/main" id="{9D056350-C4C2-4FDA-8895-BE63F6BC45AE}"/>
              </a:ext>
            </a:extLst>
          </p:cNvPr>
          <p:cNvSpPr>
            <a:spLocks xmlns:a="http://schemas.openxmlformats.org/drawingml/2006/main" noGrp="1"/>
          </p:cNvSpPr>
          <p:nvPr/>
        </p:nvSpPr>
        <p:spPr>
          <a:xfrm xmlns:a="http://schemas.openxmlformats.org/drawingml/2006/main">
            <a:off x="5457825" y="4143375"/>
            <a:ext cx="4010025" cy="2505075"/>
          </a:xfrm>
          <a:custGeom xmlns:a="http://schemas.openxmlformats.org/drawingml/2006/main">
            <a:pathLst>
              <a:path w="4010025" h="2505075">
                <a:moveTo>
                  <a:pt x="3543300" y="0"/>
                </a:moveTo>
                <a:lnTo>
                  <a:pt x="4010025" y="0"/>
                </a:lnTo>
                <a:lnTo>
                  <a:pt x="4010025" y="2400300"/>
                </a:lnTo>
                <a:lnTo>
                  <a:pt x="0" y="2400300"/>
                </a:lnTo>
                <a:lnTo>
                  <a:pt x="0" y="2505075"/>
                </a:lnTo>
              </a:path>
            </a:pathLst>
          </a:custGeom>
          <a:noFill xmlns:a="http://schemas.openxmlformats.org/drawingml/2006/main"/>
          <a:ln xmlns:a="http://schemas.openxmlformats.org/drawingml/2006/main" w="10478">
            <a:solidFill>
              <a:srgbClr val="000000"/>
            </a:solidFill>
            <a:prstDash val="solid"/>
          </a:ln>
        </p:spPr>
      </p:sp>
      <p:sp>
        <p:nvSpPr>
          <p:cNvPr id="104" name="dp41-comparison / n123 / arrow">
            <a:extLst xmlns:a="http://schemas.openxmlformats.org/drawingml/2006/main">
              <a:ext uri="{FF2B5EF4-FFF2-40B4-BE49-F238E27FC236}">
                <a16:creationId xmlns:a16="http://schemas.microsoft.com/office/drawing/2014/main" id="{02B33E67-6F66-4D16-A793-F2C2F797AEBC}"/>
              </a:ext>
            </a:extLst>
          </p:cNvPr>
          <p:cNvSpPr>
            <a:spLocks xmlns:a="http://schemas.openxmlformats.org/drawingml/2006/main" noGrp="1"/>
          </p:cNvSpPr>
          <p:nvPr/>
        </p:nvSpPr>
        <p:spPr>
          <a:xfrm xmlns:a="http://schemas.openxmlformats.org/drawingml/2006/main">
            <a:off x="5424297" y="65813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05" name="dp41-comparison / n124 / path">
            <a:extLst xmlns:a="http://schemas.openxmlformats.org/drawingml/2006/main">
              <a:ext uri="{FF2B5EF4-FFF2-40B4-BE49-F238E27FC236}">
                <a16:creationId xmlns:a16="http://schemas.microsoft.com/office/drawing/2014/main" id="{439075C7-6387-4305-B8C1-D52A4F18022C}"/>
              </a:ext>
            </a:extLst>
          </p:cNvPr>
          <p:cNvSpPr>
            <a:spLocks xmlns:a="http://schemas.openxmlformats.org/drawingml/2006/main" noGrp="1"/>
          </p:cNvSpPr>
          <p:nvPr/>
        </p:nvSpPr>
        <p:spPr>
          <a:xfrm xmlns:a="http://schemas.openxmlformats.org/drawingml/2006/main">
            <a:off x="5543550" y="4286250"/>
            <a:ext cx="3848100" cy="2362200"/>
          </a:xfrm>
          <a:custGeom xmlns:a="http://schemas.openxmlformats.org/drawingml/2006/main">
            <a:pathLst>
              <a:path w="3848100" h="2362200">
                <a:moveTo>
                  <a:pt x="0" y="2362200"/>
                </a:moveTo>
                <a:lnTo>
                  <a:pt x="0" y="2305050"/>
                </a:lnTo>
                <a:lnTo>
                  <a:pt x="3848100" y="2305050"/>
                </a:lnTo>
                <a:lnTo>
                  <a:pt x="3848100" y="0"/>
                </a:lnTo>
                <a:lnTo>
                  <a:pt x="3457575" y="0"/>
                </a:lnTo>
              </a:path>
            </a:pathLst>
          </a:custGeom>
          <a:noFill xmlns:a="http://schemas.openxmlformats.org/drawingml/2006/main"/>
          <a:ln xmlns:a="http://schemas.openxmlformats.org/drawingml/2006/main" w="10478">
            <a:solidFill>
              <a:srgbClr val="000000"/>
            </a:solidFill>
            <a:prstDash val="dash"/>
          </a:ln>
        </p:spPr>
      </p:sp>
      <p:sp>
        <p:nvSpPr>
          <p:cNvPr id="106" name="dp41-comparison / n124 / arrow">
            <a:extLst xmlns:a="http://schemas.openxmlformats.org/drawingml/2006/main">
              <a:ext uri="{FF2B5EF4-FFF2-40B4-BE49-F238E27FC236}">
                <a16:creationId xmlns:a16="http://schemas.microsoft.com/office/drawing/2014/main" id="{8474D630-4014-4AA9-8209-DE5457B3C01E}"/>
              </a:ext>
            </a:extLst>
          </p:cNvPr>
          <p:cNvSpPr>
            <a:spLocks xmlns:a="http://schemas.openxmlformats.org/drawingml/2006/main" noGrp="1"/>
          </p:cNvSpPr>
          <p:nvPr/>
        </p:nvSpPr>
        <p:spPr>
          <a:xfrm xmlns:a="http://schemas.openxmlformats.org/drawingml/2006/main">
            <a:off x="9001125" y="425272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07" name="dp41-comparison / n125">
            <a:extLst xmlns:a="http://schemas.openxmlformats.org/drawingml/2006/main">
              <a:ext uri="{FF2B5EF4-FFF2-40B4-BE49-F238E27FC236}">
                <a16:creationId xmlns:a16="http://schemas.microsoft.com/office/drawing/2014/main" id="{8DCF1B6E-0F96-4F9F-8AEC-C90E790E6C05}"/>
              </a:ext>
            </a:extLst>
          </p:cNvPr>
          <p:cNvSpPr>
            <a:spLocks xmlns:a="http://schemas.openxmlformats.org/drawingml/2006/main" noGrp="1"/>
          </p:cNvSpPr>
          <p:nvPr/>
        </p:nvSpPr>
        <p:spPr>
          <a:xfrm xmlns:a="http://schemas.openxmlformats.org/drawingml/2006/main">
            <a:off x="7096125" y="66484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08" name="dp41-comparison / n126 / text 1">
            <a:extLst xmlns:a="http://schemas.openxmlformats.org/drawingml/2006/main">
              <a:ext uri="{FF2B5EF4-FFF2-40B4-BE49-F238E27FC236}">
                <a16:creationId xmlns:a16="http://schemas.microsoft.com/office/drawing/2014/main" id="{8DCC4788-CFDD-4891-9EFD-D1CA035EDA20}"/>
              </a:ext>
            </a:extLst>
          </p:cNvPr>
          <p:cNvSpPr>
            <a:spLocks xmlns:a="http://schemas.openxmlformats.org/drawingml/2006/main" noGrp="1"/>
          </p:cNvSpPr>
          <p:nvPr/>
        </p:nvSpPr>
        <p:spPr>
          <a:xfrm xmlns:a="http://schemas.openxmlformats.org/drawingml/2006/main">
            <a:off x="7181850" y="6671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Task Manager</a:t>
            </a:r>
          </a:p>
        </p:txBody>
      </p:sp>
      <p:sp>
        <p:nvSpPr>
          <p:cNvPr id="109" name="dp41-comparison / n127 / path">
            <a:extLst xmlns:a="http://schemas.openxmlformats.org/drawingml/2006/main">
              <a:ext uri="{FF2B5EF4-FFF2-40B4-BE49-F238E27FC236}">
                <a16:creationId xmlns:a16="http://schemas.microsoft.com/office/drawing/2014/main" id="{5662C839-6DA3-4AA3-BD93-96250B0B3F42}"/>
              </a:ext>
            </a:extLst>
          </p:cNvPr>
          <p:cNvSpPr>
            <a:spLocks xmlns:a="http://schemas.openxmlformats.org/drawingml/2006/main" noGrp="1"/>
          </p:cNvSpPr>
          <p:nvPr/>
        </p:nvSpPr>
        <p:spPr>
          <a:xfrm xmlns:a="http://schemas.openxmlformats.org/drawingml/2006/main">
            <a:off x="8191500" y="4143375"/>
            <a:ext cx="1276350" cy="2505075"/>
          </a:xfrm>
          <a:custGeom xmlns:a="http://schemas.openxmlformats.org/drawingml/2006/main">
            <a:pathLst>
              <a:path w="1276350" h="2505075">
                <a:moveTo>
                  <a:pt x="809625" y="0"/>
                </a:moveTo>
                <a:lnTo>
                  <a:pt x="1276350" y="0"/>
                </a:lnTo>
                <a:lnTo>
                  <a:pt x="1276350" y="2400300"/>
                </a:lnTo>
                <a:lnTo>
                  <a:pt x="0" y="2400300"/>
                </a:lnTo>
                <a:lnTo>
                  <a:pt x="0" y="2505075"/>
                </a:lnTo>
              </a:path>
            </a:pathLst>
          </a:custGeom>
          <a:noFill xmlns:a="http://schemas.openxmlformats.org/drawingml/2006/main"/>
          <a:ln xmlns:a="http://schemas.openxmlformats.org/drawingml/2006/main" w="10478">
            <a:solidFill>
              <a:srgbClr val="000000"/>
            </a:solidFill>
            <a:prstDash val="solid"/>
          </a:ln>
        </p:spPr>
      </p:sp>
      <p:sp>
        <p:nvSpPr>
          <p:cNvPr id="110" name="dp41-comparison / n127 / arrow">
            <a:extLst xmlns:a="http://schemas.openxmlformats.org/drawingml/2006/main">
              <a:ext uri="{FF2B5EF4-FFF2-40B4-BE49-F238E27FC236}">
                <a16:creationId xmlns:a16="http://schemas.microsoft.com/office/drawing/2014/main" id="{F1707B11-7F33-4C00-B5D3-8F7A93F1E6AE}"/>
              </a:ext>
            </a:extLst>
          </p:cNvPr>
          <p:cNvSpPr>
            <a:spLocks xmlns:a="http://schemas.openxmlformats.org/drawingml/2006/main" noGrp="1"/>
          </p:cNvSpPr>
          <p:nvPr/>
        </p:nvSpPr>
        <p:spPr>
          <a:xfrm xmlns:a="http://schemas.openxmlformats.org/drawingml/2006/main">
            <a:off x="8157972" y="65813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11" name="dp41-comparison / n128 / path">
            <a:extLst xmlns:a="http://schemas.openxmlformats.org/drawingml/2006/main">
              <a:ext uri="{FF2B5EF4-FFF2-40B4-BE49-F238E27FC236}">
                <a16:creationId xmlns:a16="http://schemas.microsoft.com/office/drawing/2014/main" id="{387ACA3D-59B1-47D0-ABAA-20A0EB62245B}"/>
              </a:ext>
            </a:extLst>
          </p:cNvPr>
          <p:cNvSpPr>
            <a:spLocks xmlns:a="http://schemas.openxmlformats.org/drawingml/2006/main" noGrp="1"/>
          </p:cNvSpPr>
          <p:nvPr/>
        </p:nvSpPr>
        <p:spPr>
          <a:xfrm xmlns:a="http://schemas.openxmlformats.org/drawingml/2006/main">
            <a:off x="8277225" y="4286250"/>
            <a:ext cx="1114425" cy="2362200"/>
          </a:xfrm>
          <a:custGeom xmlns:a="http://schemas.openxmlformats.org/drawingml/2006/main">
            <a:pathLst>
              <a:path w="1114425" h="2362200">
                <a:moveTo>
                  <a:pt x="0" y="2362200"/>
                </a:moveTo>
                <a:lnTo>
                  <a:pt x="0" y="2305050"/>
                </a:lnTo>
                <a:lnTo>
                  <a:pt x="1114425" y="2305050"/>
                </a:lnTo>
                <a:lnTo>
                  <a:pt x="1114425" y="0"/>
                </a:lnTo>
                <a:lnTo>
                  <a:pt x="723900" y="0"/>
                </a:lnTo>
              </a:path>
            </a:pathLst>
          </a:custGeom>
          <a:noFill xmlns:a="http://schemas.openxmlformats.org/drawingml/2006/main"/>
          <a:ln xmlns:a="http://schemas.openxmlformats.org/drawingml/2006/main" w="10478">
            <a:solidFill>
              <a:srgbClr val="000000"/>
            </a:solidFill>
            <a:prstDash val="dash"/>
          </a:ln>
        </p:spPr>
      </p:sp>
      <p:sp>
        <p:nvSpPr>
          <p:cNvPr id="112" name="dp41-comparison / n128 / arrow">
            <a:extLst xmlns:a="http://schemas.openxmlformats.org/drawingml/2006/main">
              <a:ext uri="{FF2B5EF4-FFF2-40B4-BE49-F238E27FC236}">
                <a16:creationId xmlns:a16="http://schemas.microsoft.com/office/drawing/2014/main" id="{610A05F6-4128-4329-ACC7-1DB434F28EE8}"/>
              </a:ext>
            </a:extLst>
          </p:cNvPr>
          <p:cNvSpPr>
            <a:spLocks xmlns:a="http://schemas.openxmlformats.org/drawingml/2006/main" noGrp="1"/>
          </p:cNvSpPr>
          <p:nvPr/>
        </p:nvSpPr>
        <p:spPr>
          <a:xfrm xmlns:a="http://schemas.openxmlformats.org/drawingml/2006/main">
            <a:off x="9001125" y="425272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13" name="dp41-comparison / n131 / path">
            <a:extLst xmlns:a="http://schemas.openxmlformats.org/drawingml/2006/main">
              <a:ext uri="{FF2B5EF4-FFF2-40B4-BE49-F238E27FC236}">
                <a16:creationId xmlns:a16="http://schemas.microsoft.com/office/drawing/2014/main" id="{8C1D765F-D376-4414-94A5-5CCA69B1FA14}"/>
              </a:ext>
            </a:extLst>
          </p:cNvPr>
          <p:cNvSpPr>
            <a:spLocks xmlns:a="http://schemas.openxmlformats.org/drawingml/2006/main" noGrp="1"/>
          </p:cNvSpPr>
          <p:nvPr/>
        </p:nvSpPr>
        <p:spPr>
          <a:xfrm xmlns:a="http://schemas.openxmlformats.org/drawingml/2006/main">
            <a:off x="1476375" y="7067550"/>
            <a:ext cx="7953375" cy="953"/>
          </a:xfrm>
          <a:custGeom xmlns:a="http://schemas.openxmlformats.org/drawingml/2006/main">
            <a:pathLst>
              <a:path w="7953375" h="953">
                <a:moveTo>
                  <a:pt x="0" y="0"/>
                </a:moveTo>
                <a:lnTo>
                  <a:pt x="7953375" y="0"/>
                </a:lnTo>
              </a:path>
            </a:pathLst>
          </a:custGeom>
          <a:noFill xmlns:a="http://schemas.openxmlformats.org/drawingml/2006/main"/>
          <a:ln xmlns:a="http://schemas.openxmlformats.org/drawingml/2006/main" w="10478">
            <a:solidFill>
              <a:srgbClr val="000000"/>
            </a:solidFill>
            <a:prstDash val="solid"/>
          </a:ln>
        </p:spPr>
      </p:sp>
      <p:sp>
        <p:nvSpPr>
          <p:cNvPr id="114" name="dp41-comparison / n134">
            <a:extLst xmlns:a="http://schemas.openxmlformats.org/drawingml/2006/main">
              <a:ext uri="{FF2B5EF4-FFF2-40B4-BE49-F238E27FC236}">
                <a16:creationId xmlns:a16="http://schemas.microsoft.com/office/drawing/2014/main" id="{77D5D840-FCEB-4477-A07B-F6938C147016}"/>
              </a:ext>
            </a:extLst>
          </p:cNvPr>
          <p:cNvSpPr>
            <a:spLocks xmlns:a="http://schemas.openxmlformats.org/drawingml/2006/main" noGrp="1"/>
          </p:cNvSpPr>
          <p:nvPr/>
        </p:nvSpPr>
        <p:spPr>
          <a:xfrm xmlns:a="http://schemas.openxmlformats.org/drawingml/2006/main">
            <a:off x="1666875" y="7362825"/>
            <a:ext cx="17145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5" name="dp41-comparison / n135 / text 1">
            <a:extLst xmlns:a="http://schemas.openxmlformats.org/drawingml/2006/main">
              <a:ext uri="{FF2B5EF4-FFF2-40B4-BE49-F238E27FC236}">
                <a16:creationId xmlns:a16="http://schemas.microsoft.com/office/drawing/2014/main" id="{C1C7EF68-3A26-4EA4-8DDD-E79B8E1865F5}"/>
              </a:ext>
            </a:extLst>
          </p:cNvPr>
          <p:cNvSpPr>
            <a:spLocks xmlns:a="http://schemas.openxmlformats.org/drawingml/2006/main" noGrp="1"/>
          </p:cNvSpPr>
          <p:nvPr/>
        </p:nvSpPr>
        <p:spPr>
          <a:xfrm xmlns:a="http://schemas.openxmlformats.org/drawingml/2006/main">
            <a:off x="1752600" y="7403306"/>
            <a:ext cx="1543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모델: 다음 행동 판단</a:t>
            </a:r>
          </a:p>
        </p:txBody>
      </p:sp>
      <p:sp>
        <p:nvSpPr>
          <p:cNvPr id="116" name="dp41-comparison / n136">
            <a:extLst xmlns:a="http://schemas.openxmlformats.org/drawingml/2006/main">
              <a:ext uri="{FF2B5EF4-FFF2-40B4-BE49-F238E27FC236}">
                <a16:creationId xmlns:a16="http://schemas.microsoft.com/office/drawing/2014/main" id="{E3741AB9-09A6-409C-892C-2493A6AD4A53}"/>
              </a:ext>
            </a:extLst>
          </p:cNvPr>
          <p:cNvSpPr>
            <a:spLocks xmlns:a="http://schemas.openxmlformats.org/drawingml/2006/main" noGrp="1"/>
          </p:cNvSpPr>
          <p:nvPr/>
        </p:nvSpPr>
        <p:spPr>
          <a:xfrm xmlns:a="http://schemas.openxmlformats.org/drawingml/2006/main">
            <a:off x="4048125" y="7296150"/>
            <a:ext cx="1428750" cy="400050"/>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117" name="dp41-comparison / n137 / text 1">
            <a:extLst xmlns:a="http://schemas.openxmlformats.org/drawingml/2006/main">
              <a:ext uri="{FF2B5EF4-FFF2-40B4-BE49-F238E27FC236}">
                <a16:creationId xmlns:a16="http://schemas.microsoft.com/office/drawing/2014/main" id="{87869321-EDBF-4B74-91AD-F31DDF0A8460}"/>
              </a:ext>
            </a:extLst>
          </p:cNvPr>
          <p:cNvSpPr>
            <a:spLocks xmlns:a="http://schemas.openxmlformats.org/drawingml/2006/main" noGrp="1"/>
          </p:cNvSpPr>
          <p:nvPr/>
        </p:nvSpPr>
        <p:spPr>
          <a:xfrm xmlns:a="http://schemas.openxmlformats.org/drawingml/2006/main">
            <a:off x="4133850" y="7403306"/>
            <a:ext cx="1257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다음 행동?</a:t>
            </a:r>
          </a:p>
        </p:txBody>
      </p:sp>
      <p:sp>
        <p:nvSpPr>
          <p:cNvPr id="118" name="dp41-comparison / n138">
            <a:extLst xmlns:a="http://schemas.openxmlformats.org/drawingml/2006/main">
              <a:ext uri="{FF2B5EF4-FFF2-40B4-BE49-F238E27FC236}">
                <a16:creationId xmlns:a16="http://schemas.microsoft.com/office/drawing/2014/main" id="{C1DEB268-D3EA-426A-8085-BFAD0BA718EA}"/>
              </a:ext>
            </a:extLst>
          </p:cNvPr>
          <p:cNvSpPr>
            <a:spLocks xmlns:a="http://schemas.openxmlformats.org/drawingml/2006/main" noGrp="1"/>
          </p:cNvSpPr>
          <p:nvPr/>
        </p:nvSpPr>
        <p:spPr>
          <a:xfrm xmlns:a="http://schemas.openxmlformats.org/drawingml/2006/main">
            <a:off x="6429375" y="7362825"/>
            <a:ext cx="20955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9" name="dp41-comparison / n139 / text 1">
            <a:extLst xmlns:a="http://schemas.openxmlformats.org/drawingml/2006/main">
              <a:ext uri="{FF2B5EF4-FFF2-40B4-BE49-F238E27FC236}">
                <a16:creationId xmlns:a16="http://schemas.microsoft.com/office/drawing/2014/main" id="{1B088D2A-D406-4013-ABB1-AFC58AC18CB4}"/>
              </a:ext>
            </a:extLst>
          </p:cNvPr>
          <p:cNvSpPr>
            <a:spLocks xmlns:a="http://schemas.openxmlformats.org/drawingml/2006/main" noGrp="1"/>
          </p:cNvSpPr>
          <p:nvPr/>
        </p:nvSpPr>
        <p:spPr>
          <a:xfrm xmlns:a="http://schemas.openxmlformats.org/drawingml/2006/main">
            <a:off x="6515100" y="7403306"/>
            <a:ext cx="1924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도구: 지정한 자료 조회</a:t>
            </a:r>
          </a:p>
        </p:txBody>
      </p:sp>
      <p:sp>
        <p:nvSpPr>
          <p:cNvPr id="120" name="dp41-comparison / n140">
            <a:extLst xmlns:a="http://schemas.openxmlformats.org/drawingml/2006/main">
              <a:ext uri="{FF2B5EF4-FFF2-40B4-BE49-F238E27FC236}">
                <a16:creationId xmlns:a16="http://schemas.microsoft.com/office/drawing/2014/main" id="{9B138D3D-EF92-4267-B900-ED27A7AF5B1B}"/>
              </a:ext>
            </a:extLst>
          </p:cNvPr>
          <p:cNvSpPr>
            <a:spLocks xmlns:a="http://schemas.openxmlformats.org/drawingml/2006/main" noGrp="1"/>
          </p:cNvSpPr>
          <p:nvPr/>
        </p:nvSpPr>
        <p:spPr>
          <a:xfrm xmlns:a="http://schemas.openxmlformats.org/drawingml/2006/main">
            <a:off x="6953250" y="7953375"/>
            <a:ext cx="2238375" cy="2762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1" name="dp41-comparison / n141 / text 1">
            <a:extLst xmlns:a="http://schemas.openxmlformats.org/drawingml/2006/main">
              <a:ext uri="{FF2B5EF4-FFF2-40B4-BE49-F238E27FC236}">
                <a16:creationId xmlns:a16="http://schemas.microsoft.com/office/drawing/2014/main" id="{8EAF1228-E5FA-4A76-826F-CF19BA9C102F}"/>
              </a:ext>
            </a:extLst>
          </p:cNvPr>
          <p:cNvSpPr>
            <a:spLocks xmlns:a="http://schemas.openxmlformats.org/drawingml/2006/main" noGrp="1"/>
          </p:cNvSpPr>
          <p:nvPr/>
        </p:nvSpPr>
        <p:spPr>
          <a:xfrm xmlns:a="http://schemas.openxmlformats.org/drawingml/2006/main">
            <a:off x="7038975" y="7998619"/>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모델: 의미 / 질문 제안</a:t>
            </a:r>
          </a:p>
        </p:txBody>
      </p:sp>
      <p:sp>
        <p:nvSpPr>
          <p:cNvPr id="122" name="dp41-comparison / n142 / path">
            <a:extLst xmlns:a="http://schemas.openxmlformats.org/drawingml/2006/main">
              <a:ext uri="{FF2B5EF4-FFF2-40B4-BE49-F238E27FC236}">
                <a16:creationId xmlns:a16="http://schemas.microsoft.com/office/drawing/2014/main" id="{597B22AD-1C23-402C-926C-9500CFE34A07}"/>
              </a:ext>
            </a:extLst>
          </p:cNvPr>
          <p:cNvSpPr>
            <a:spLocks xmlns:a="http://schemas.openxmlformats.org/drawingml/2006/main" noGrp="1"/>
          </p:cNvSpPr>
          <p:nvPr/>
        </p:nvSpPr>
        <p:spPr>
          <a:xfrm xmlns:a="http://schemas.openxmlformats.org/drawingml/2006/main">
            <a:off x="3381375" y="7496175"/>
            <a:ext cx="666750" cy="953"/>
          </a:xfrm>
          <a:custGeom xmlns:a="http://schemas.openxmlformats.org/drawingml/2006/main">
            <a:pathLst>
              <a:path w="666750" h="953">
                <a:moveTo>
                  <a:pt x="0" y="0"/>
                </a:moveTo>
                <a:lnTo>
                  <a:pt x="666750" y="0"/>
                </a:lnTo>
              </a:path>
            </a:pathLst>
          </a:custGeom>
          <a:noFill xmlns:a="http://schemas.openxmlformats.org/drawingml/2006/main"/>
          <a:ln xmlns:a="http://schemas.openxmlformats.org/drawingml/2006/main" w="10478">
            <a:solidFill>
              <a:srgbClr val="000000"/>
            </a:solidFill>
            <a:prstDash val="solid"/>
          </a:ln>
        </p:spPr>
      </p:sp>
      <p:sp>
        <p:nvSpPr>
          <p:cNvPr id="123" name="dp41-comparison / n142 / arrow">
            <a:extLst xmlns:a="http://schemas.openxmlformats.org/drawingml/2006/main">
              <a:ext uri="{FF2B5EF4-FFF2-40B4-BE49-F238E27FC236}">
                <a16:creationId xmlns:a16="http://schemas.microsoft.com/office/drawing/2014/main" id="{03856A93-F2F1-4B73-A409-AF7C18992FDE}"/>
              </a:ext>
            </a:extLst>
          </p:cNvPr>
          <p:cNvSpPr>
            <a:spLocks xmlns:a="http://schemas.openxmlformats.org/drawingml/2006/main" noGrp="1"/>
          </p:cNvSpPr>
          <p:nvPr/>
        </p:nvSpPr>
        <p:spPr>
          <a:xfrm xmlns:a="http://schemas.openxmlformats.org/drawingml/2006/main">
            <a:off x="3981069" y="7462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24" name="dp41-comparison / n143 / path">
            <a:extLst xmlns:a="http://schemas.openxmlformats.org/drawingml/2006/main">
              <a:ext uri="{FF2B5EF4-FFF2-40B4-BE49-F238E27FC236}">
                <a16:creationId xmlns:a16="http://schemas.microsoft.com/office/drawing/2014/main" id="{E2FBC27F-4F1A-4BDE-8625-2D41FF134E70}"/>
              </a:ext>
            </a:extLst>
          </p:cNvPr>
          <p:cNvSpPr>
            <a:spLocks xmlns:a="http://schemas.openxmlformats.org/drawingml/2006/main" noGrp="1"/>
          </p:cNvSpPr>
          <p:nvPr/>
        </p:nvSpPr>
        <p:spPr>
          <a:xfrm xmlns:a="http://schemas.openxmlformats.org/drawingml/2006/main">
            <a:off x="5476875" y="7496175"/>
            <a:ext cx="952500" cy="953"/>
          </a:xfrm>
          <a:custGeom xmlns:a="http://schemas.openxmlformats.org/drawingml/2006/main">
            <a:pathLst>
              <a:path w="952500" h="953">
                <a:moveTo>
                  <a:pt x="0" y="0"/>
                </a:moveTo>
                <a:lnTo>
                  <a:pt x="952500" y="0"/>
                </a:lnTo>
              </a:path>
            </a:pathLst>
          </a:custGeom>
          <a:noFill xmlns:a="http://schemas.openxmlformats.org/drawingml/2006/main"/>
          <a:ln xmlns:a="http://schemas.openxmlformats.org/drawingml/2006/main" w="10478">
            <a:solidFill>
              <a:srgbClr val="000000"/>
            </a:solidFill>
            <a:prstDash val="solid"/>
          </a:ln>
        </p:spPr>
      </p:sp>
      <p:sp>
        <p:nvSpPr>
          <p:cNvPr id="125" name="dp41-comparison / n143 / arrow">
            <a:extLst xmlns:a="http://schemas.openxmlformats.org/drawingml/2006/main">
              <a:ext uri="{FF2B5EF4-FFF2-40B4-BE49-F238E27FC236}">
                <a16:creationId xmlns:a16="http://schemas.microsoft.com/office/drawing/2014/main" id="{9F842904-827F-467E-8D2F-E1190BC31AC8}"/>
              </a:ext>
            </a:extLst>
          </p:cNvPr>
          <p:cNvSpPr>
            <a:spLocks xmlns:a="http://schemas.openxmlformats.org/drawingml/2006/main" noGrp="1"/>
          </p:cNvSpPr>
          <p:nvPr/>
        </p:nvSpPr>
        <p:spPr>
          <a:xfrm xmlns:a="http://schemas.openxmlformats.org/drawingml/2006/main">
            <a:off x="6362319" y="7462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26" name="dp41-comparison / n146 / path">
            <a:extLst xmlns:a="http://schemas.openxmlformats.org/drawingml/2006/main">
              <a:ext uri="{FF2B5EF4-FFF2-40B4-BE49-F238E27FC236}">
                <a16:creationId xmlns:a16="http://schemas.microsoft.com/office/drawing/2014/main" id="{A53EB285-4815-4FD5-ADF8-12E4D7919FAF}"/>
              </a:ext>
            </a:extLst>
          </p:cNvPr>
          <p:cNvSpPr>
            <a:spLocks xmlns:a="http://schemas.openxmlformats.org/drawingml/2006/main" noGrp="1"/>
          </p:cNvSpPr>
          <p:nvPr/>
        </p:nvSpPr>
        <p:spPr>
          <a:xfrm xmlns:a="http://schemas.openxmlformats.org/drawingml/2006/main">
            <a:off x="2524125" y="7629525"/>
            <a:ext cx="4953000" cy="152400"/>
          </a:xfrm>
          <a:custGeom xmlns:a="http://schemas.openxmlformats.org/drawingml/2006/main">
            <a:pathLst>
              <a:path w="4953000" h="152400">
                <a:moveTo>
                  <a:pt x="4953000" y="0"/>
                </a:moveTo>
                <a:lnTo>
                  <a:pt x="4953000" y="152400"/>
                </a:lnTo>
                <a:lnTo>
                  <a:pt x="0" y="152400"/>
                </a:lnTo>
                <a:lnTo>
                  <a:pt x="0" y="0"/>
                </a:lnTo>
              </a:path>
            </a:pathLst>
          </a:custGeom>
          <a:noFill xmlns:a="http://schemas.openxmlformats.org/drawingml/2006/main"/>
          <a:ln xmlns:a="http://schemas.openxmlformats.org/drawingml/2006/main" w="10478">
            <a:solidFill>
              <a:srgbClr val="000000"/>
            </a:solidFill>
            <a:prstDash val="solid"/>
          </a:ln>
        </p:spPr>
      </p:sp>
      <p:sp>
        <p:nvSpPr>
          <p:cNvPr id="127" name="dp41-comparison / n146 / arrow">
            <a:extLst xmlns:a="http://schemas.openxmlformats.org/drawingml/2006/main">
              <a:ext uri="{FF2B5EF4-FFF2-40B4-BE49-F238E27FC236}">
                <a16:creationId xmlns:a16="http://schemas.microsoft.com/office/drawing/2014/main" id="{7438F550-F988-4801-92D7-269A45971C41}"/>
              </a:ext>
            </a:extLst>
          </p:cNvPr>
          <p:cNvSpPr>
            <a:spLocks xmlns:a="http://schemas.openxmlformats.org/drawingml/2006/main" noGrp="1"/>
          </p:cNvSpPr>
          <p:nvPr/>
        </p:nvSpPr>
        <p:spPr>
          <a:xfrm xmlns:a="http://schemas.openxmlformats.org/drawingml/2006/main">
            <a:off x="2490597" y="76295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128" name="dp41-comparison / n149 / path">
            <a:extLst xmlns:a="http://schemas.openxmlformats.org/drawingml/2006/main">
              <a:ext uri="{FF2B5EF4-FFF2-40B4-BE49-F238E27FC236}">
                <a16:creationId xmlns:a16="http://schemas.microsoft.com/office/drawing/2014/main" id="{99DDDECC-115F-4169-81FD-FA9AE4DCD29A}"/>
              </a:ext>
            </a:extLst>
          </p:cNvPr>
          <p:cNvSpPr>
            <a:spLocks xmlns:a="http://schemas.openxmlformats.org/drawingml/2006/main" noGrp="1"/>
          </p:cNvSpPr>
          <p:nvPr/>
        </p:nvSpPr>
        <p:spPr>
          <a:xfrm xmlns:a="http://schemas.openxmlformats.org/drawingml/2006/main">
            <a:off x="4762500" y="7696200"/>
            <a:ext cx="2190750" cy="395288"/>
          </a:xfrm>
          <a:custGeom xmlns:a="http://schemas.openxmlformats.org/drawingml/2006/main">
            <a:pathLst>
              <a:path w="2190750" h="395288">
                <a:moveTo>
                  <a:pt x="0" y="0"/>
                </a:moveTo>
                <a:lnTo>
                  <a:pt x="0" y="395288"/>
                </a:lnTo>
                <a:lnTo>
                  <a:pt x="2190750" y="395288"/>
                </a:lnTo>
              </a:path>
            </a:pathLst>
          </a:custGeom>
          <a:noFill xmlns:a="http://schemas.openxmlformats.org/drawingml/2006/main"/>
          <a:ln xmlns:a="http://schemas.openxmlformats.org/drawingml/2006/main" w="10478">
            <a:solidFill>
              <a:srgbClr val="000000"/>
            </a:solidFill>
            <a:prstDash val="solid"/>
          </a:ln>
        </p:spPr>
      </p:sp>
      <p:sp>
        <p:nvSpPr>
          <p:cNvPr id="129" name="dp41-comparison / n149 / arrow">
            <a:extLst xmlns:a="http://schemas.openxmlformats.org/drawingml/2006/main">
              <a:ext uri="{FF2B5EF4-FFF2-40B4-BE49-F238E27FC236}">
                <a16:creationId xmlns:a16="http://schemas.microsoft.com/office/drawing/2014/main" id="{0BB4A9FD-608E-44DE-BEC5-F30BD0DE004C}"/>
              </a:ext>
            </a:extLst>
          </p:cNvPr>
          <p:cNvSpPr>
            <a:spLocks xmlns:a="http://schemas.openxmlformats.org/drawingml/2006/main" noGrp="1"/>
          </p:cNvSpPr>
          <p:nvPr/>
        </p:nvSpPr>
        <p:spPr>
          <a:xfrm xmlns:a="http://schemas.openxmlformats.org/drawingml/2006/main">
            <a:off x="6886194" y="805796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30" name="dp41-comparison / n64">
            <a:extLst xmlns:a="http://schemas.openxmlformats.org/drawingml/2006/main">
              <a:ext uri="{FF2B5EF4-FFF2-40B4-BE49-F238E27FC236}">
                <a16:creationId xmlns:a16="http://schemas.microsoft.com/office/drawing/2014/main" id="{D779FDF0-ED26-47BA-A77C-2785ED767825}"/>
              </a:ext>
            </a:extLst>
          </p:cNvPr>
          <p:cNvSpPr>
            <a:spLocks xmlns:a="http://schemas.openxmlformats.org/drawingml/2006/main" noGrp="1"/>
          </p:cNvSpPr>
          <p:nvPr/>
        </p:nvSpPr>
        <p:spPr>
          <a:xfrm xmlns:a="http://schemas.openxmlformats.org/drawingml/2006/main">
            <a:off x="1571625" y="2409825"/>
            <a:ext cx="1428750" cy="333375"/>
          </a:xfrm>
          <a:custGeom xmlns:a="http://schemas.openxmlformats.org/drawingml/2006/main">
            <a:pathLst>
              <a:path w="1428750" h="333375">
                <a:moveTo>
                  <a:pt x="0" y="0"/>
                </a:moveTo>
                <a:lnTo>
                  <a:pt x="1257300" y="0"/>
                </a:lnTo>
                <a:lnTo>
                  <a:pt x="1428750" y="171450"/>
                </a:lnTo>
                <a:lnTo>
                  <a:pt x="1428750" y="333375"/>
                </a:lnTo>
                <a:lnTo>
                  <a:pt x="0" y="3333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31" name="dp41-comparison / n64 / fold">
            <a:extLst xmlns:a="http://schemas.openxmlformats.org/drawingml/2006/main">
              <a:ext uri="{FF2B5EF4-FFF2-40B4-BE49-F238E27FC236}">
                <a16:creationId xmlns:a16="http://schemas.microsoft.com/office/drawing/2014/main" id="{13E42500-9E01-4670-A317-87B406F30915}"/>
              </a:ext>
            </a:extLst>
          </p:cNvPr>
          <p:cNvSpPr>
            <a:spLocks xmlns:a="http://schemas.openxmlformats.org/drawingml/2006/main" noGrp="1"/>
          </p:cNvSpPr>
          <p:nvPr/>
        </p:nvSpPr>
        <p:spPr>
          <a:xfrm xmlns:a="http://schemas.openxmlformats.org/drawingml/2006/main">
            <a:off x="2828925" y="24098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32" name="dp41-comparison / n65 / text 1">
            <a:extLst xmlns:a="http://schemas.openxmlformats.org/drawingml/2006/main">
              <a:ext uri="{FF2B5EF4-FFF2-40B4-BE49-F238E27FC236}">
                <a16:creationId xmlns:a16="http://schemas.microsoft.com/office/drawing/2014/main" id="{0FE2A948-5C73-4F9B-8E20-0F96B910355C}"/>
              </a:ext>
            </a:extLst>
          </p:cNvPr>
          <p:cNvSpPr>
            <a:spLocks xmlns:a="http://schemas.openxmlformats.org/drawingml/2006/main" noGrp="1"/>
          </p:cNvSpPr>
          <p:nvPr/>
        </p:nvSpPr>
        <p:spPr>
          <a:xfrm xmlns:a="http://schemas.openxmlformats.org/drawingml/2006/main">
            <a:off x="1666875" y="2466975"/>
            <a:ext cx="11620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000000"/>
                </a:solidFill>
                <a:latin typeface="Apple SD Gothic Neo"/>
                <a:ea typeface="Apple SD Gothic Neo"/>
                <a:cs typeface="Apple SD Gothic Neo"/>
              </a:defRPr>
            </a:pPr>
            <a:r>
              <a:rPr sz="1200" b="0">
                <a:solidFill>
                  <a:srgbClr val="000000"/>
                </a:solidFill>
                <a:latin typeface="Apple SD Gothic Neo"/>
                <a:ea typeface="Apple SD Gothic Neo"/>
                <a:cs typeface="Apple SD Gothic Neo"/>
              </a:rPr>
              <a:t>사용자 발화</a:t>
            </a:r>
          </a:p>
        </p:txBody>
      </p:sp>
      <p:sp>
        <p:nvSpPr>
          <p:cNvPr id="133" name="dp41-comparison / n74">
            <a:extLst xmlns:a="http://schemas.openxmlformats.org/drawingml/2006/main">
              <a:ext uri="{FF2B5EF4-FFF2-40B4-BE49-F238E27FC236}">
                <a16:creationId xmlns:a16="http://schemas.microsoft.com/office/drawing/2014/main" id="{26A39678-1D34-4300-A50F-037318A2D8C9}"/>
              </a:ext>
            </a:extLst>
          </p:cNvPr>
          <p:cNvSpPr>
            <a:spLocks xmlns:a="http://schemas.openxmlformats.org/drawingml/2006/main" noGrp="1"/>
          </p:cNvSpPr>
          <p:nvPr/>
        </p:nvSpPr>
        <p:spPr>
          <a:xfrm xmlns:a="http://schemas.openxmlformats.org/drawingml/2006/main">
            <a:off x="4505325" y="2943225"/>
            <a:ext cx="3050477"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4" name="dp41-comparison / n75 / text 1">
            <a:extLst xmlns:a="http://schemas.openxmlformats.org/drawingml/2006/main">
              <a:ext uri="{FF2B5EF4-FFF2-40B4-BE49-F238E27FC236}">
                <a16:creationId xmlns:a16="http://schemas.microsoft.com/office/drawing/2014/main" id="{3B5CA446-008C-4AE8-9001-DF2360D92C81}"/>
              </a:ext>
            </a:extLst>
          </p:cNvPr>
          <p:cNvSpPr>
            <a:spLocks xmlns:a="http://schemas.openxmlformats.org/drawingml/2006/main" noGrp="1"/>
          </p:cNvSpPr>
          <p:nvPr/>
        </p:nvSpPr>
        <p:spPr>
          <a:xfrm xmlns:a="http://schemas.openxmlformats.org/drawingml/2006/main">
            <a:off x="4524375" y="2952750"/>
            <a:ext cx="46672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Model Access 경유 / 조회 결과마다 모델 재판단</a:t>
            </a:r>
          </a:p>
        </p:txBody>
      </p:sp>
      <p:sp>
        <p:nvSpPr>
          <p:cNvPr id="135" name="dp41-comparison / n76">
            <a:extLst xmlns:a="http://schemas.openxmlformats.org/drawingml/2006/main">
              <a:ext uri="{FF2B5EF4-FFF2-40B4-BE49-F238E27FC236}">
                <a16:creationId xmlns:a16="http://schemas.microsoft.com/office/drawing/2014/main" id="{E982A62A-7C04-47F1-99FF-ECA251A07417}"/>
              </a:ext>
            </a:extLst>
          </p:cNvPr>
          <p:cNvSpPr>
            <a:spLocks xmlns:a="http://schemas.openxmlformats.org/drawingml/2006/main" noGrp="1"/>
          </p:cNvSpPr>
          <p:nvPr/>
        </p:nvSpPr>
        <p:spPr>
          <a:xfrm xmlns:a="http://schemas.openxmlformats.org/drawingml/2006/main">
            <a:off x="4648200" y="3314700"/>
            <a:ext cx="3272028" cy="22479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6" name="dp41-comparison / n77 / text 1">
            <a:extLst xmlns:a="http://schemas.openxmlformats.org/drawingml/2006/main">
              <a:ext uri="{FF2B5EF4-FFF2-40B4-BE49-F238E27FC236}">
                <a16:creationId xmlns:a16="http://schemas.microsoft.com/office/drawing/2014/main" id="{FC454F16-F91B-4341-BC9B-4A4E798134B4}"/>
              </a:ext>
            </a:extLst>
          </p:cNvPr>
          <p:cNvSpPr>
            <a:spLocks xmlns:a="http://schemas.openxmlformats.org/drawingml/2006/main" noGrp="1"/>
          </p:cNvSpPr>
          <p:nvPr/>
        </p:nvSpPr>
        <p:spPr>
          <a:xfrm xmlns:a="http://schemas.openxmlformats.org/drawingml/2006/main">
            <a:off x="4667250" y="3324225"/>
            <a:ext cx="45720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000000"/>
                </a:solidFill>
                <a:latin typeface="Apple SD Gothic Neo"/>
                <a:ea typeface="Apple SD Gothic Neo"/>
                <a:cs typeface="Apple SD Gothic Neo"/>
              </a:defRPr>
            </a:pPr>
            <a:r>
              <a:rPr sz="1350" b="0">
                <a:solidFill>
                  <a:srgbClr val="000000"/>
                </a:solidFill>
                <a:latin typeface="Apple SD Gothic Neo"/>
                <a:ea typeface="Apple SD Gothic Neo"/>
                <a:cs typeface="Apple SD Gothic Neo"/>
              </a:rPr>
              <a:t>A: 모델이 결과를 보고 다음 조회 선택</a:t>
            </a:r>
          </a:p>
        </p:txBody>
      </p:sp>
      <p:sp>
        <p:nvSpPr>
          <p:cNvPr id="137" name="dp41-comparison / n80">
            <a:extLst xmlns:a="http://schemas.openxmlformats.org/drawingml/2006/main">
              <a:ext uri="{FF2B5EF4-FFF2-40B4-BE49-F238E27FC236}">
                <a16:creationId xmlns:a16="http://schemas.microsoft.com/office/drawing/2014/main" id="{6584029A-B0E7-4B06-AB22-EFBF3160C0F3}"/>
              </a:ext>
            </a:extLst>
          </p:cNvPr>
          <p:cNvSpPr>
            <a:spLocks xmlns:a="http://schemas.openxmlformats.org/drawingml/2006/main" noGrp="1"/>
          </p:cNvSpPr>
          <p:nvPr/>
        </p:nvSpPr>
        <p:spPr>
          <a:xfrm xmlns:a="http://schemas.openxmlformats.org/drawingml/2006/main">
            <a:off x="7505700" y="3114675"/>
            <a:ext cx="730568"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8" name="dp41-comparison / n81 / text 1">
            <a:extLst xmlns:a="http://schemas.openxmlformats.org/drawingml/2006/main">
              <a:ext uri="{FF2B5EF4-FFF2-40B4-BE49-F238E27FC236}">
                <a16:creationId xmlns:a16="http://schemas.microsoft.com/office/drawing/2014/main" id="{13CEADB9-2FDD-4DAF-9147-349E2970B5A1}"/>
              </a:ext>
            </a:extLst>
          </p:cNvPr>
          <p:cNvSpPr>
            <a:spLocks xmlns:a="http://schemas.openxmlformats.org/drawingml/2006/main" noGrp="1"/>
          </p:cNvSpPr>
          <p:nvPr/>
        </p:nvSpPr>
        <p:spPr>
          <a:xfrm xmlns:a="http://schemas.openxmlformats.org/drawingml/2006/main">
            <a:off x="7524750" y="3124200"/>
            <a:ext cx="17621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해석 시작</a:t>
            </a:r>
          </a:p>
        </p:txBody>
      </p:sp>
      <p:sp>
        <p:nvSpPr>
          <p:cNvPr id="139" name="dp41-comparison / n84">
            <a:extLst xmlns:a="http://schemas.openxmlformats.org/drawingml/2006/main">
              <a:ext uri="{FF2B5EF4-FFF2-40B4-BE49-F238E27FC236}">
                <a16:creationId xmlns:a16="http://schemas.microsoft.com/office/drawing/2014/main" id="{D8FFE8C1-3912-4BD5-847C-099FC29EE2C9}"/>
              </a:ext>
            </a:extLst>
          </p:cNvPr>
          <p:cNvSpPr>
            <a:spLocks xmlns:a="http://schemas.openxmlformats.org/drawingml/2006/main" noGrp="1"/>
          </p:cNvSpPr>
          <p:nvPr/>
        </p:nvSpPr>
        <p:spPr>
          <a:xfrm xmlns:a="http://schemas.openxmlformats.org/drawingml/2006/main">
            <a:off x="1647825" y="4429125"/>
            <a:ext cx="1911858"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0" name="dp41-comparison / n85 / text 1">
            <a:extLst xmlns:a="http://schemas.openxmlformats.org/drawingml/2006/main">
              <a:ext uri="{FF2B5EF4-FFF2-40B4-BE49-F238E27FC236}">
                <a16:creationId xmlns:a16="http://schemas.microsoft.com/office/drawing/2014/main" id="{63944F3E-FD9A-463E-8BD4-9D3269E50512}"/>
              </a:ext>
            </a:extLst>
          </p:cNvPr>
          <p:cNvSpPr>
            <a:spLocks xmlns:a="http://schemas.openxmlformats.org/drawingml/2006/main" noGrp="1"/>
          </p:cNvSpPr>
          <p:nvPr/>
        </p:nvSpPr>
        <p:spPr>
          <a:xfrm xmlns:a="http://schemas.openxmlformats.org/drawingml/2006/main">
            <a:off x="1666875" y="4438650"/>
            <a:ext cx="26670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코드: 모델 호출, 도구 결과 대응</a:t>
            </a:r>
          </a:p>
        </p:txBody>
      </p:sp>
      <p:sp>
        <p:nvSpPr>
          <p:cNvPr id="141" name="dp41-comparison / n90">
            <a:extLst xmlns:a="http://schemas.openxmlformats.org/drawingml/2006/main">
              <a:ext uri="{FF2B5EF4-FFF2-40B4-BE49-F238E27FC236}">
                <a16:creationId xmlns:a16="http://schemas.microsoft.com/office/drawing/2014/main" id="{4F5BBE5E-708C-41CA-B10A-7B684567D5F4}"/>
              </a:ext>
            </a:extLst>
          </p:cNvPr>
          <p:cNvSpPr>
            <a:spLocks xmlns:a="http://schemas.openxmlformats.org/drawingml/2006/main" noGrp="1"/>
          </p:cNvSpPr>
          <p:nvPr/>
        </p:nvSpPr>
        <p:spPr>
          <a:xfrm xmlns:a="http://schemas.openxmlformats.org/drawingml/2006/main">
            <a:off x="1647825" y="5534025"/>
            <a:ext cx="2150745"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2" name="dp41-comparison / n91 / text 1">
            <a:extLst xmlns:a="http://schemas.openxmlformats.org/drawingml/2006/main">
              <a:ext uri="{FF2B5EF4-FFF2-40B4-BE49-F238E27FC236}">
                <a16:creationId xmlns:a16="http://schemas.microsoft.com/office/drawing/2014/main" id="{D4349217-5459-4C33-BA1F-30059CCA4DDF}"/>
              </a:ext>
            </a:extLst>
          </p:cNvPr>
          <p:cNvSpPr>
            <a:spLocks xmlns:a="http://schemas.openxmlformats.org/drawingml/2006/main" noGrp="1"/>
          </p:cNvSpPr>
          <p:nvPr/>
        </p:nvSpPr>
        <p:spPr>
          <a:xfrm xmlns:a="http://schemas.openxmlformats.org/drawingml/2006/main">
            <a:off x="1666875" y="5543550"/>
            <a:ext cx="2524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발화, 조회 결과, 이전 조건 / 임시 상태</a:t>
            </a:r>
          </a:p>
        </p:txBody>
      </p:sp>
      <p:sp>
        <p:nvSpPr>
          <p:cNvPr id="143" name="dp41-comparison / n94">
            <a:extLst xmlns:a="http://schemas.openxmlformats.org/drawingml/2006/main">
              <a:ext uri="{FF2B5EF4-FFF2-40B4-BE49-F238E27FC236}">
                <a16:creationId xmlns:a16="http://schemas.microsoft.com/office/drawing/2014/main" id="{B792C8B9-3B34-481A-82CA-2A40EDAD7769}"/>
              </a:ext>
            </a:extLst>
          </p:cNvPr>
          <p:cNvSpPr>
            <a:spLocks xmlns:a="http://schemas.openxmlformats.org/drawingml/2006/main" noGrp="1"/>
          </p:cNvSpPr>
          <p:nvPr/>
        </p:nvSpPr>
        <p:spPr>
          <a:xfrm xmlns:a="http://schemas.openxmlformats.org/drawingml/2006/main">
            <a:off x="2076450" y="3324225"/>
            <a:ext cx="1484376"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4" name="dp41-comparison / n95 / text 1">
            <a:extLst xmlns:a="http://schemas.openxmlformats.org/drawingml/2006/main">
              <a:ext uri="{FF2B5EF4-FFF2-40B4-BE49-F238E27FC236}">
                <a16:creationId xmlns:a16="http://schemas.microsoft.com/office/drawing/2014/main" id="{C113BCC3-238E-4705-AAA6-75F4DB0E4624}"/>
              </a:ext>
            </a:extLst>
          </p:cNvPr>
          <p:cNvSpPr>
            <a:spLocks xmlns:a="http://schemas.openxmlformats.org/drawingml/2006/main" noGrp="1"/>
          </p:cNvSpPr>
          <p:nvPr/>
        </p:nvSpPr>
        <p:spPr>
          <a:xfrm xmlns:a="http://schemas.openxmlformats.org/drawingml/2006/main">
            <a:off x="2095500" y="3333750"/>
            <a:ext cx="1733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① 결과와 원문으로 재호출</a:t>
            </a:r>
          </a:p>
        </p:txBody>
      </p:sp>
      <p:sp>
        <p:nvSpPr>
          <p:cNvPr id="145" name="dp41-comparison / n96">
            <a:extLst xmlns:a="http://schemas.openxmlformats.org/drawingml/2006/main">
              <a:ext uri="{FF2B5EF4-FFF2-40B4-BE49-F238E27FC236}">
                <a16:creationId xmlns:a16="http://schemas.microsoft.com/office/drawing/2014/main" id="{C7005650-BD8D-4D79-AD90-E68B64759D80}"/>
              </a:ext>
            </a:extLst>
          </p:cNvPr>
          <p:cNvSpPr>
            <a:spLocks xmlns:a="http://schemas.openxmlformats.org/drawingml/2006/main" noGrp="1"/>
          </p:cNvSpPr>
          <p:nvPr/>
        </p:nvSpPr>
        <p:spPr>
          <a:xfrm xmlns:a="http://schemas.openxmlformats.org/drawingml/2006/main">
            <a:off x="2076450" y="3495675"/>
            <a:ext cx="1670875"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6" name="dp41-comparison / n97 / text 1">
            <a:extLst xmlns:a="http://schemas.openxmlformats.org/drawingml/2006/main">
              <a:ext uri="{FF2B5EF4-FFF2-40B4-BE49-F238E27FC236}">
                <a16:creationId xmlns:a16="http://schemas.microsoft.com/office/drawing/2014/main" id="{670DC8ED-0ABB-44C7-9654-D1AF13FF3561}"/>
              </a:ext>
            </a:extLst>
          </p:cNvPr>
          <p:cNvSpPr>
            <a:spLocks xmlns:a="http://schemas.openxmlformats.org/drawingml/2006/main" noGrp="1"/>
          </p:cNvSpPr>
          <p:nvPr/>
        </p:nvSpPr>
        <p:spPr>
          <a:xfrm xmlns:a="http://schemas.openxmlformats.org/drawingml/2006/main">
            <a:off x="2095500" y="3505200"/>
            <a:ext cx="17335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모델: 조회 / 질문 / 의미 선택</a:t>
            </a:r>
          </a:p>
        </p:txBody>
      </p:sp>
      <p:sp>
        <p:nvSpPr>
          <p:cNvPr id="147" name="dp41-comparison / n99">
            <a:extLst xmlns:a="http://schemas.openxmlformats.org/drawingml/2006/main">
              <a:ext uri="{FF2B5EF4-FFF2-40B4-BE49-F238E27FC236}">
                <a16:creationId xmlns:a16="http://schemas.microsoft.com/office/drawing/2014/main" id="{A74A6FE6-E5CE-4245-A57B-4C0FA0A530C2}"/>
              </a:ext>
            </a:extLst>
          </p:cNvPr>
          <p:cNvSpPr>
            <a:spLocks xmlns:a="http://schemas.openxmlformats.org/drawingml/2006/main" noGrp="1"/>
          </p:cNvSpPr>
          <p:nvPr/>
        </p:nvSpPr>
        <p:spPr>
          <a:xfrm xmlns:a="http://schemas.openxmlformats.org/drawingml/2006/main">
            <a:off x="4457700" y="4086225"/>
            <a:ext cx="1452372"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8" name="dp41-comparison / n100 / text 1">
            <a:extLst xmlns:a="http://schemas.openxmlformats.org/drawingml/2006/main">
              <a:ext uri="{FF2B5EF4-FFF2-40B4-BE49-F238E27FC236}">
                <a16:creationId xmlns:a16="http://schemas.microsoft.com/office/drawing/2014/main" id="{45384195-8DED-4C15-AD52-B56398B66B41}"/>
              </a:ext>
            </a:extLst>
          </p:cNvPr>
          <p:cNvSpPr>
            <a:spLocks xmlns:a="http://schemas.openxmlformats.org/drawingml/2006/main" noGrp="1"/>
          </p:cNvSpPr>
          <p:nvPr/>
        </p:nvSpPr>
        <p:spPr>
          <a:xfrm xmlns:a="http://schemas.openxmlformats.org/drawingml/2006/main">
            <a:off x="4476750" y="4095750"/>
            <a:ext cx="20955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② 모델이 선택한 조회</a:t>
            </a:r>
          </a:p>
        </p:txBody>
      </p:sp>
      <p:sp>
        <p:nvSpPr>
          <p:cNvPr id="149" name="dp41-comparison / n102">
            <a:extLst xmlns:a="http://schemas.openxmlformats.org/drawingml/2006/main">
              <a:ext uri="{FF2B5EF4-FFF2-40B4-BE49-F238E27FC236}">
                <a16:creationId xmlns:a16="http://schemas.microsoft.com/office/drawing/2014/main" id="{2B0659B1-A08D-456F-8FEB-59E3DDF29778}"/>
              </a:ext>
            </a:extLst>
          </p:cNvPr>
          <p:cNvSpPr>
            <a:spLocks xmlns:a="http://schemas.openxmlformats.org/drawingml/2006/main" noGrp="1"/>
          </p:cNvSpPr>
          <p:nvPr/>
        </p:nvSpPr>
        <p:spPr>
          <a:xfrm xmlns:a="http://schemas.openxmlformats.org/drawingml/2006/main">
            <a:off x="4648200" y="4429125"/>
            <a:ext cx="27965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0" name="dp41-comparison / n103 / text 1">
            <a:extLst xmlns:a="http://schemas.openxmlformats.org/drawingml/2006/main">
              <a:ext uri="{FF2B5EF4-FFF2-40B4-BE49-F238E27FC236}">
                <a16:creationId xmlns:a16="http://schemas.microsoft.com/office/drawing/2014/main" id="{58103444-678A-421E-8A22-180B68630829}"/>
              </a:ext>
            </a:extLst>
          </p:cNvPr>
          <p:cNvSpPr>
            <a:spLocks xmlns:a="http://schemas.openxmlformats.org/drawingml/2006/main" noGrp="1"/>
          </p:cNvSpPr>
          <p:nvPr/>
        </p:nvSpPr>
        <p:spPr>
          <a:xfrm xmlns:a="http://schemas.openxmlformats.org/drawingml/2006/main">
            <a:off x="4667250" y="4438650"/>
            <a:ext cx="43338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모델 출력 예시 / 다음 조회는 결과를 본 뒤 선택</a:t>
            </a:r>
          </a:p>
        </p:txBody>
      </p:sp>
      <p:sp>
        <p:nvSpPr>
          <p:cNvPr id="151" name="dp41-comparison / n105">
            <a:extLst xmlns:a="http://schemas.openxmlformats.org/drawingml/2006/main">
              <a:ext uri="{FF2B5EF4-FFF2-40B4-BE49-F238E27FC236}">
                <a16:creationId xmlns:a16="http://schemas.microsoft.com/office/drawing/2014/main" id="{60DA81D4-012E-417B-BF6D-91DD2214FD8B}"/>
              </a:ext>
            </a:extLst>
          </p:cNvPr>
          <p:cNvSpPr>
            <a:spLocks xmlns:a="http://schemas.openxmlformats.org/drawingml/2006/main" noGrp="1"/>
          </p:cNvSpPr>
          <p:nvPr/>
        </p:nvSpPr>
        <p:spPr>
          <a:xfrm xmlns:a="http://schemas.openxmlformats.org/drawingml/2006/main">
            <a:off x="1647825" y="4724400"/>
            <a:ext cx="1911858"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2" name="dp41-comparison / n106 / text 1">
            <a:extLst xmlns:a="http://schemas.openxmlformats.org/drawingml/2006/main">
              <a:ext uri="{FF2B5EF4-FFF2-40B4-BE49-F238E27FC236}">
                <a16:creationId xmlns:a16="http://schemas.microsoft.com/office/drawing/2014/main" id="{25D07E9A-E8B3-4C35-9656-32DC55FE4755}"/>
              </a:ext>
            </a:extLst>
          </p:cNvPr>
          <p:cNvSpPr>
            <a:spLocks xmlns:a="http://schemas.openxmlformats.org/drawingml/2006/main" noGrp="1"/>
          </p:cNvSpPr>
          <p:nvPr/>
        </p:nvSpPr>
        <p:spPr>
          <a:xfrm xmlns:a="http://schemas.openxmlformats.org/drawingml/2006/main">
            <a:off x="1666875" y="4733925"/>
            <a:ext cx="2209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③ 결과 반영 후 같은 모델 재호출</a:t>
            </a:r>
          </a:p>
        </p:txBody>
      </p:sp>
      <p:sp>
        <p:nvSpPr>
          <p:cNvPr id="153" name="dp41-comparison / n107">
            <a:extLst xmlns:a="http://schemas.openxmlformats.org/drawingml/2006/main">
              <a:ext uri="{FF2B5EF4-FFF2-40B4-BE49-F238E27FC236}">
                <a16:creationId xmlns:a16="http://schemas.microsoft.com/office/drawing/2014/main" id="{478BE98B-C3C2-490D-99E8-C43C4A5900AC}"/>
              </a:ext>
            </a:extLst>
          </p:cNvPr>
          <p:cNvSpPr>
            <a:spLocks xmlns:a="http://schemas.openxmlformats.org/drawingml/2006/main" noGrp="1"/>
          </p:cNvSpPr>
          <p:nvPr/>
        </p:nvSpPr>
        <p:spPr>
          <a:xfrm xmlns:a="http://schemas.openxmlformats.org/drawingml/2006/main">
            <a:off x="4667250" y="4610100"/>
            <a:ext cx="4333875" cy="495300"/>
          </a:xfrm>
          <a:custGeom xmlns:a="http://schemas.openxmlformats.org/drawingml/2006/main">
            <a:pathLst>
              <a:path w="4333875" h="495300">
                <a:moveTo>
                  <a:pt x="0" y="0"/>
                </a:moveTo>
                <a:lnTo>
                  <a:pt x="4162425" y="0"/>
                </a:lnTo>
                <a:lnTo>
                  <a:pt x="4333875" y="171450"/>
                </a:lnTo>
                <a:lnTo>
                  <a:pt x="4333875" y="495300"/>
                </a:lnTo>
                <a:lnTo>
                  <a:pt x="0" y="4953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54" name="dp41-comparison / n107 / fold">
            <a:extLst xmlns:a="http://schemas.openxmlformats.org/drawingml/2006/main">
              <a:ext uri="{FF2B5EF4-FFF2-40B4-BE49-F238E27FC236}">
                <a16:creationId xmlns:a16="http://schemas.microsoft.com/office/drawing/2014/main" id="{F4E3A4E7-E783-4B2D-88D2-5CF2B0C14DCC}"/>
              </a:ext>
            </a:extLst>
          </p:cNvPr>
          <p:cNvSpPr>
            <a:spLocks xmlns:a="http://schemas.openxmlformats.org/drawingml/2006/main" noGrp="1"/>
          </p:cNvSpPr>
          <p:nvPr/>
        </p:nvSpPr>
        <p:spPr>
          <a:xfrm xmlns:a="http://schemas.openxmlformats.org/drawingml/2006/main">
            <a:off x="8829675" y="461010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55" name="dp41-comparison / n108 / text 1">
            <a:extLst xmlns:a="http://schemas.openxmlformats.org/drawingml/2006/main">
              <a:ext uri="{FF2B5EF4-FFF2-40B4-BE49-F238E27FC236}">
                <a16:creationId xmlns:a16="http://schemas.microsoft.com/office/drawing/2014/main" id="{2CF62E91-8FF7-48FF-BA74-0798C158E541}"/>
              </a:ext>
            </a:extLst>
          </p:cNvPr>
          <p:cNvSpPr>
            <a:spLocks xmlns:a="http://schemas.openxmlformats.org/drawingml/2006/main" noGrp="1"/>
          </p:cNvSpPr>
          <p:nvPr/>
        </p:nvSpPr>
        <p:spPr>
          <a:xfrm xmlns:a="http://schemas.openxmlformats.org/drawingml/2006/main">
            <a:off x="4762500" y="4667250"/>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첫 모델 판단: 보고서와 표 조회</a:t>
            </a:r>
          </a:p>
        </p:txBody>
      </p:sp>
      <p:sp>
        <p:nvSpPr>
          <p:cNvPr id="156" name="dp41-comparison / n108 / text 2">
            <a:extLst xmlns:a="http://schemas.openxmlformats.org/drawingml/2006/main">
              <a:ext uri="{FF2B5EF4-FFF2-40B4-BE49-F238E27FC236}">
                <a16:creationId xmlns:a16="http://schemas.microsoft.com/office/drawing/2014/main" id="{FE913794-0D72-466C-A092-3C417D61065C}"/>
              </a:ext>
            </a:extLst>
          </p:cNvPr>
          <p:cNvSpPr>
            <a:spLocks xmlns:a="http://schemas.openxmlformats.org/drawingml/2006/main" noGrp="1"/>
          </p:cNvSpPr>
          <p:nvPr/>
        </p:nvSpPr>
        <p:spPr>
          <a:xfrm xmlns:a="http://schemas.openxmlformats.org/drawingml/2006/main">
            <a:off x="4762500" y="4792980"/>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task_retrieve(query="보고서", limit=5)</a:t>
            </a:r>
          </a:p>
        </p:txBody>
      </p:sp>
      <p:sp>
        <p:nvSpPr>
          <p:cNvPr id="157" name="dp41-comparison / n108 / text 3">
            <a:extLst xmlns:a="http://schemas.openxmlformats.org/drawingml/2006/main">
              <a:ext uri="{FF2B5EF4-FFF2-40B4-BE49-F238E27FC236}">
                <a16:creationId xmlns:a16="http://schemas.microsoft.com/office/drawing/2014/main" id="{EB905423-3A1B-4100-ADB9-F2FB94C61A85}"/>
              </a:ext>
            </a:extLst>
          </p:cNvPr>
          <p:cNvSpPr>
            <a:spLocks xmlns:a="http://schemas.openxmlformats.org/drawingml/2006/main" noGrp="1"/>
          </p:cNvSpPr>
          <p:nvPr/>
        </p:nvSpPr>
        <p:spPr>
          <a:xfrm xmlns:a="http://schemas.openxmlformats.org/drawingml/2006/main">
            <a:off x="4762500" y="4918710"/>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context_retrieve(selector="INPUT_SELECTION")</a:t>
            </a:r>
          </a:p>
        </p:txBody>
      </p:sp>
      <p:sp>
        <p:nvSpPr>
          <p:cNvPr id="158" name="dp41-comparison / n109">
            <a:extLst xmlns:a="http://schemas.openxmlformats.org/drawingml/2006/main">
              <a:ext uri="{FF2B5EF4-FFF2-40B4-BE49-F238E27FC236}">
                <a16:creationId xmlns:a16="http://schemas.microsoft.com/office/drawing/2014/main" id="{B1F7D61D-3A32-4E5A-BF29-D26DEDA7A489}"/>
              </a:ext>
            </a:extLst>
          </p:cNvPr>
          <p:cNvSpPr>
            <a:spLocks xmlns:a="http://schemas.openxmlformats.org/drawingml/2006/main" noGrp="1"/>
          </p:cNvSpPr>
          <p:nvPr/>
        </p:nvSpPr>
        <p:spPr>
          <a:xfrm xmlns:a="http://schemas.openxmlformats.org/drawingml/2006/main">
            <a:off x="4648200" y="5114925"/>
            <a:ext cx="3420618"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9" name="dp41-comparison / n110 / text 1">
            <a:extLst xmlns:a="http://schemas.openxmlformats.org/drawingml/2006/main">
              <a:ext uri="{FF2B5EF4-FFF2-40B4-BE49-F238E27FC236}">
                <a16:creationId xmlns:a16="http://schemas.microsoft.com/office/drawing/2014/main" id="{32399D79-5B60-44B1-9A9B-99ADECFED226}"/>
              </a:ext>
            </a:extLst>
          </p:cNvPr>
          <p:cNvSpPr>
            <a:spLocks xmlns:a="http://schemas.openxmlformats.org/drawingml/2006/main" noGrp="1"/>
          </p:cNvSpPr>
          <p:nvPr/>
        </p:nvSpPr>
        <p:spPr>
          <a:xfrm xmlns:a="http://schemas.openxmlformats.org/drawingml/2006/main">
            <a:off x="4667250" y="5124450"/>
            <a:ext cx="43338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조회 결과: Task1 예산 보고서 / Task2 실적 보고서 / 선택한 표</a:t>
            </a:r>
          </a:p>
        </p:txBody>
      </p:sp>
      <p:sp>
        <p:nvSpPr>
          <p:cNvPr id="160" name="dp41-comparison / n111">
            <a:extLst xmlns:a="http://schemas.openxmlformats.org/drawingml/2006/main">
              <a:ext uri="{FF2B5EF4-FFF2-40B4-BE49-F238E27FC236}">
                <a16:creationId xmlns:a16="http://schemas.microsoft.com/office/drawing/2014/main" id="{7C8868B8-90CF-4016-ACA9-BEC5F05A3899}"/>
              </a:ext>
            </a:extLst>
          </p:cNvPr>
          <p:cNvSpPr>
            <a:spLocks xmlns:a="http://schemas.openxmlformats.org/drawingml/2006/main" noGrp="1"/>
          </p:cNvSpPr>
          <p:nvPr/>
        </p:nvSpPr>
        <p:spPr>
          <a:xfrm xmlns:a="http://schemas.openxmlformats.org/drawingml/2006/main">
            <a:off x="4667250" y="5286375"/>
            <a:ext cx="4333875" cy="495300"/>
          </a:xfrm>
          <a:custGeom xmlns:a="http://schemas.openxmlformats.org/drawingml/2006/main">
            <a:pathLst>
              <a:path w="4333875" h="495300">
                <a:moveTo>
                  <a:pt x="0" y="0"/>
                </a:moveTo>
                <a:lnTo>
                  <a:pt x="4162425" y="0"/>
                </a:lnTo>
                <a:lnTo>
                  <a:pt x="4333875" y="171450"/>
                </a:lnTo>
                <a:lnTo>
                  <a:pt x="4333875" y="495300"/>
                </a:lnTo>
                <a:lnTo>
                  <a:pt x="0" y="4953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61" name="dp41-comparison / n111 / fold">
            <a:extLst xmlns:a="http://schemas.openxmlformats.org/drawingml/2006/main">
              <a:ext uri="{FF2B5EF4-FFF2-40B4-BE49-F238E27FC236}">
                <a16:creationId xmlns:a16="http://schemas.microsoft.com/office/drawing/2014/main" id="{56387C3F-EF8A-4863-9F82-ABF32A036A85}"/>
              </a:ext>
            </a:extLst>
          </p:cNvPr>
          <p:cNvSpPr>
            <a:spLocks xmlns:a="http://schemas.openxmlformats.org/drawingml/2006/main" noGrp="1"/>
          </p:cNvSpPr>
          <p:nvPr/>
        </p:nvSpPr>
        <p:spPr>
          <a:xfrm xmlns:a="http://schemas.openxmlformats.org/drawingml/2006/main">
            <a:off x="8829675" y="528637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62" name="dp41-comparison / n112 / text 1">
            <a:extLst xmlns:a="http://schemas.openxmlformats.org/drawingml/2006/main">
              <a:ext uri="{FF2B5EF4-FFF2-40B4-BE49-F238E27FC236}">
                <a16:creationId xmlns:a16="http://schemas.microsoft.com/office/drawing/2014/main" id="{92F065E8-F31E-4DFE-8B46-4056EFBD03ED}"/>
              </a:ext>
            </a:extLst>
          </p:cNvPr>
          <p:cNvSpPr>
            <a:spLocks xmlns:a="http://schemas.openxmlformats.org/drawingml/2006/main" noGrp="1"/>
          </p:cNvSpPr>
          <p:nvPr/>
        </p:nvSpPr>
        <p:spPr>
          <a:xfrm xmlns:a="http://schemas.openxmlformats.org/drawingml/2006/main">
            <a:off x="4762500" y="5343525"/>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결과를 받은 다음 모델 판단: 추가 대화 조회</a:t>
            </a:r>
          </a:p>
        </p:txBody>
      </p:sp>
      <p:sp>
        <p:nvSpPr>
          <p:cNvPr id="163" name="dp41-comparison / n112 / text 2">
            <a:extLst xmlns:a="http://schemas.openxmlformats.org/drawingml/2006/main">
              <a:ext uri="{FF2B5EF4-FFF2-40B4-BE49-F238E27FC236}">
                <a16:creationId xmlns:a16="http://schemas.microsoft.com/office/drawing/2014/main" id="{DE98E08F-4A48-43DB-A279-E520E7B32448}"/>
              </a:ext>
            </a:extLst>
          </p:cNvPr>
          <p:cNvSpPr>
            <a:spLocks xmlns:a="http://schemas.openxmlformats.org/drawingml/2006/main" noGrp="1"/>
          </p:cNvSpPr>
          <p:nvPr/>
        </p:nvSpPr>
        <p:spPr>
          <a:xfrm xmlns:a="http://schemas.openxmlformats.org/drawingml/2006/main">
            <a:off x="4762500" y="5469255"/>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interaction_retrieve(query="보고서", limit=5)</a:t>
            </a:r>
          </a:p>
        </p:txBody>
      </p:sp>
      <p:sp>
        <p:nvSpPr>
          <p:cNvPr id="164" name="dp41-comparison / n112 / text 3">
            <a:extLst xmlns:a="http://schemas.openxmlformats.org/drawingml/2006/main">
              <a:ext uri="{FF2B5EF4-FFF2-40B4-BE49-F238E27FC236}">
                <a16:creationId xmlns:a16="http://schemas.microsoft.com/office/drawing/2014/main" id="{720E6724-73D8-44BC-93D9-647B8B36143B}"/>
              </a:ext>
            </a:extLst>
          </p:cNvPr>
          <p:cNvSpPr>
            <a:spLocks xmlns:a="http://schemas.openxmlformats.org/drawingml/2006/main" noGrp="1"/>
          </p:cNvSpPr>
          <p:nvPr/>
        </p:nvSpPr>
        <p:spPr>
          <a:xfrm xmlns:a="http://schemas.openxmlformats.org/drawingml/2006/main">
            <a:off x="4762500" y="5594985"/>
            <a:ext cx="40671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추가 결과도 같은 맥락으로 반환 / 모델 재판단</a:t>
            </a:r>
          </a:p>
        </p:txBody>
      </p:sp>
      <p:sp>
        <p:nvSpPr>
          <p:cNvPr id="165" name="dp41-comparison / n116">
            <a:extLst xmlns:a="http://schemas.openxmlformats.org/drawingml/2006/main">
              <a:ext uri="{FF2B5EF4-FFF2-40B4-BE49-F238E27FC236}">
                <a16:creationId xmlns:a16="http://schemas.microsoft.com/office/drawing/2014/main" id="{41275EEE-478F-4D2F-B287-C7049AC7CF7D}"/>
              </a:ext>
            </a:extLst>
          </p:cNvPr>
          <p:cNvSpPr>
            <a:spLocks xmlns:a="http://schemas.openxmlformats.org/drawingml/2006/main" noGrp="1"/>
          </p:cNvSpPr>
          <p:nvPr/>
        </p:nvSpPr>
        <p:spPr>
          <a:xfrm xmlns:a="http://schemas.openxmlformats.org/drawingml/2006/main">
            <a:off x="1666875" y="5829300"/>
            <a:ext cx="4667250" cy="495300"/>
          </a:xfrm>
          <a:custGeom xmlns:a="http://schemas.openxmlformats.org/drawingml/2006/main">
            <a:pathLst>
              <a:path w="4667250" h="495300">
                <a:moveTo>
                  <a:pt x="0" y="0"/>
                </a:moveTo>
                <a:lnTo>
                  <a:pt x="4495800" y="0"/>
                </a:lnTo>
                <a:lnTo>
                  <a:pt x="4667250" y="171450"/>
                </a:lnTo>
                <a:lnTo>
                  <a:pt x="4667250" y="495300"/>
                </a:lnTo>
                <a:lnTo>
                  <a:pt x="0" y="4953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66" name="dp41-comparison / n116 / fold">
            <a:extLst xmlns:a="http://schemas.openxmlformats.org/drawingml/2006/main">
              <a:ext uri="{FF2B5EF4-FFF2-40B4-BE49-F238E27FC236}">
                <a16:creationId xmlns:a16="http://schemas.microsoft.com/office/drawing/2014/main" id="{39FF5580-7045-4F6F-ACB4-2ABB97A3658F}"/>
              </a:ext>
            </a:extLst>
          </p:cNvPr>
          <p:cNvSpPr>
            <a:spLocks xmlns:a="http://schemas.openxmlformats.org/drawingml/2006/main" noGrp="1"/>
          </p:cNvSpPr>
          <p:nvPr/>
        </p:nvSpPr>
        <p:spPr>
          <a:xfrm xmlns:a="http://schemas.openxmlformats.org/drawingml/2006/main">
            <a:off x="6162675" y="582930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67" name="dp41-comparison / n117 / text 1">
            <a:extLst xmlns:a="http://schemas.openxmlformats.org/drawingml/2006/main">
              <a:ext uri="{FF2B5EF4-FFF2-40B4-BE49-F238E27FC236}">
                <a16:creationId xmlns:a16="http://schemas.microsoft.com/office/drawing/2014/main" id="{763D39D6-F44E-48BA-BDF2-716529F1B7DE}"/>
              </a:ext>
            </a:extLst>
          </p:cNvPr>
          <p:cNvSpPr>
            <a:spLocks xmlns:a="http://schemas.openxmlformats.org/drawingml/2006/main" noGrp="1"/>
          </p:cNvSpPr>
          <p:nvPr/>
        </p:nvSpPr>
        <p:spPr>
          <a:xfrm xmlns:a="http://schemas.openxmlformats.org/drawingml/2006/main">
            <a:off x="1762125" y="5886450"/>
            <a:ext cx="4400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⑤ 모델이 만든 MeaningProposal (사용자 확인 뒤)</a:t>
            </a:r>
          </a:p>
        </p:txBody>
      </p:sp>
      <p:sp>
        <p:nvSpPr>
          <p:cNvPr id="168" name="dp41-comparison / n117 / text 2">
            <a:extLst xmlns:a="http://schemas.openxmlformats.org/drawingml/2006/main">
              <a:ext uri="{FF2B5EF4-FFF2-40B4-BE49-F238E27FC236}">
                <a16:creationId xmlns:a16="http://schemas.microsoft.com/office/drawing/2014/main" id="{517FB26C-796F-4785-8BB7-C8C863F6E8A8}"/>
              </a:ext>
            </a:extLst>
          </p:cNvPr>
          <p:cNvSpPr>
            <a:spLocks xmlns:a="http://schemas.openxmlformats.org/drawingml/2006/main" noGrp="1"/>
          </p:cNvSpPr>
          <p:nvPr/>
        </p:nvSpPr>
        <p:spPr>
          <a:xfrm xmlns:a="http://schemas.openxmlformats.org/drawingml/2006/main">
            <a:off x="1762125" y="6023610"/>
            <a:ext cx="4400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Task1 보고서 + 표 / 보고서 결과로 메일 초안 / SEND 금지</a:t>
            </a:r>
          </a:p>
        </p:txBody>
      </p:sp>
      <p:sp>
        <p:nvSpPr>
          <p:cNvPr id="169" name="dp41-comparison / n118">
            <a:extLst xmlns:a="http://schemas.openxmlformats.org/drawingml/2006/main">
              <a:ext uri="{FF2B5EF4-FFF2-40B4-BE49-F238E27FC236}">
                <a16:creationId xmlns:a16="http://schemas.microsoft.com/office/drawing/2014/main" id="{5B1EC566-E6EB-4866-B7E7-ED04AC1FC577}"/>
              </a:ext>
            </a:extLst>
          </p:cNvPr>
          <p:cNvSpPr>
            <a:spLocks xmlns:a="http://schemas.openxmlformats.org/drawingml/2006/main" noGrp="1"/>
          </p:cNvSpPr>
          <p:nvPr/>
        </p:nvSpPr>
        <p:spPr>
          <a:xfrm xmlns:a="http://schemas.openxmlformats.org/drawingml/2006/main">
            <a:off x="6743700" y="5838825"/>
            <a:ext cx="161696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0" name="dp41-comparison / n119 / text 1">
            <a:extLst xmlns:a="http://schemas.openxmlformats.org/drawingml/2006/main">
              <a:ext uri="{FF2B5EF4-FFF2-40B4-BE49-F238E27FC236}">
                <a16:creationId xmlns:a16="http://schemas.microsoft.com/office/drawing/2014/main" id="{8B51314F-0275-4A75-9E78-D6A695A861BC}"/>
              </a:ext>
            </a:extLst>
          </p:cNvPr>
          <p:cNvSpPr>
            <a:spLocks xmlns:a="http://schemas.openxmlformats.org/drawingml/2006/main" noGrp="1"/>
          </p:cNvSpPr>
          <p:nvPr/>
        </p:nvSpPr>
        <p:spPr>
          <a:xfrm xmlns:a="http://schemas.openxmlformats.org/drawingml/2006/main">
            <a:off x="6762750" y="5848350"/>
            <a:ext cx="22383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④ 의미 또는 확인 질문 제안</a:t>
            </a:r>
          </a:p>
        </p:txBody>
      </p:sp>
      <p:sp>
        <p:nvSpPr>
          <p:cNvPr id="171" name="dp41-comparison / n129">
            <a:extLst xmlns:a="http://schemas.openxmlformats.org/drawingml/2006/main">
              <a:ext uri="{FF2B5EF4-FFF2-40B4-BE49-F238E27FC236}">
                <a16:creationId xmlns:a16="http://schemas.microsoft.com/office/drawing/2014/main" id="{51B57A36-EDFD-4310-86F1-CC6F2815EF0F}"/>
              </a:ext>
            </a:extLst>
          </p:cNvPr>
          <p:cNvSpPr>
            <a:spLocks xmlns:a="http://schemas.openxmlformats.org/drawingml/2006/main" noGrp="1"/>
          </p:cNvSpPr>
          <p:nvPr/>
        </p:nvSpPr>
        <p:spPr>
          <a:xfrm xmlns:a="http://schemas.openxmlformats.org/drawingml/2006/main">
            <a:off x="1647825" y="6657975"/>
            <a:ext cx="2213610"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2" name="dp41-comparison / n130 / text 1">
            <a:extLst xmlns:a="http://schemas.openxmlformats.org/drawingml/2006/main">
              <a:ext uri="{FF2B5EF4-FFF2-40B4-BE49-F238E27FC236}">
                <a16:creationId xmlns:a16="http://schemas.microsoft.com/office/drawing/2014/main" id="{C562E14A-7014-426C-991D-92DF7A3CA043}"/>
              </a:ext>
            </a:extLst>
          </p:cNvPr>
          <p:cNvSpPr>
            <a:spLocks xmlns:a="http://schemas.openxmlformats.org/drawingml/2006/main" noGrp="1"/>
          </p:cNvSpPr>
          <p:nvPr/>
        </p:nvSpPr>
        <p:spPr>
          <a:xfrm xmlns:a="http://schemas.openxmlformats.org/drawingml/2006/main">
            <a:off x="1666875" y="6667500"/>
            <a:ext cx="25717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정보 / 대화 / Task 기록 조회</a:t>
            </a:r>
          </a:p>
        </p:txBody>
      </p:sp>
      <p:sp>
        <p:nvSpPr>
          <p:cNvPr id="173" name="dp41-comparison / n132">
            <a:extLst xmlns:a="http://schemas.openxmlformats.org/drawingml/2006/main">
              <a:ext uri="{FF2B5EF4-FFF2-40B4-BE49-F238E27FC236}">
                <a16:creationId xmlns:a16="http://schemas.microsoft.com/office/drawing/2014/main" id="{5FF11C83-2AED-4398-8612-D4AF62356A30}"/>
              </a:ext>
            </a:extLst>
          </p:cNvPr>
          <p:cNvSpPr>
            <a:spLocks xmlns:a="http://schemas.openxmlformats.org/drawingml/2006/main" noGrp="1"/>
          </p:cNvSpPr>
          <p:nvPr/>
        </p:nvSpPr>
        <p:spPr>
          <a:xfrm xmlns:a="http://schemas.openxmlformats.org/drawingml/2006/main">
            <a:off x="1647825" y="7086600"/>
            <a:ext cx="24845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4" name="dp41-comparison / n133 / text 1">
            <a:extLst xmlns:a="http://schemas.openxmlformats.org/drawingml/2006/main">
              <a:ext uri="{FF2B5EF4-FFF2-40B4-BE49-F238E27FC236}">
                <a16:creationId xmlns:a16="http://schemas.microsoft.com/office/drawing/2014/main" id="{2C406C39-03B6-41E0-A488-B93CCFD2BB0E}"/>
              </a:ext>
            </a:extLst>
          </p:cNvPr>
          <p:cNvSpPr>
            <a:spLocks xmlns:a="http://schemas.openxmlformats.org/drawingml/2006/main" noGrp="1"/>
          </p:cNvSpPr>
          <p:nvPr/>
        </p:nvSpPr>
        <p:spPr>
          <a:xfrm xmlns:a="http://schemas.openxmlformats.org/drawingml/2006/main">
            <a:off x="1666875" y="7096125"/>
            <a:ext cx="7620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반복 제어와 종료 조건</a:t>
            </a:r>
          </a:p>
        </p:txBody>
      </p:sp>
      <p:sp>
        <p:nvSpPr>
          <p:cNvPr id="175" name="dp41-comparison / n144">
            <a:extLst xmlns:a="http://schemas.openxmlformats.org/drawingml/2006/main">
              <a:ext uri="{FF2B5EF4-FFF2-40B4-BE49-F238E27FC236}">
                <a16:creationId xmlns:a16="http://schemas.microsoft.com/office/drawing/2014/main" id="{953DFD12-498A-486C-ACE8-76D7239CB0B4}"/>
              </a:ext>
            </a:extLst>
          </p:cNvPr>
          <p:cNvSpPr>
            <a:spLocks xmlns:a="http://schemas.openxmlformats.org/drawingml/2006/main" noGrp="1"/>
          </p:cNvSpPr>
          <p:nvPr/>
        </p:nvSpPr>
        <p:spPr>
          <a:xfrm xmlns:a="http://schemas.openxmlformats.org/drawingml/2006/main">
            <a:off x="5600700" y="7324725"/>
            <a:ext cx="342900"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6" name="dp41-comparison / n145 / text 1">
            <a:extLst xmlns:a="http://schemas.openxmlformats.org/drawingml/2006/main">
              <a:ext uri="{FF2B5EF4-FFF2-40B4-BE49-F238E27FC236}">
                <a16:creationId xmlns:a16="http://schemas.microsoft.com/office/drawing/2014/main" id="{93BEFF3A-8CB6-4F3C-BFCF-44D67209C1E6}"/>
              </a:ext>
            </a:extLst>
          </p:cNvPr>
          <p:cNvSpPr>
            <a:spLocks xmlns:a="http://schemas.openxmlformats.org/drawingml/2006/main" noGrp="1"/>
          </p:cNvSpPr>
          <p:nvPr/>
        </p:nvSpPr>
        <p:spPr>
          <a:xfrm xmlns:a="http://schemas.openxmlformats.org/drawingml/2006/main">
            <a:off x="5619750" y="7334250"/>
            <a:ext cx="666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조회</a:t>
            </a:r>
          </a:p>
        </p:txBody>
      </p:sp>
      <p:sp>
        <p:nvSpPr>
          <p:cNvPr id="177" name="dp41-comparison / n147">
            <a:extLst xmlns:a="http://schemas.openxmlformats.org/drawingml/2006/main">
              <a:ext uri="{FF2B5EF4-FFF2-40B4-BE49-F238E27FC236}">
                <a16:creationId xmlns:a16="http://schemas.microsoft.com/office/drawing/2014/main" id="{F05B06C8-3A4A-4186-87B2-6A0D29FEFA9D}"/>
              </a:ext>
            </a:extLst>
          </p:cNvPr>
          <p:cNvSpPr>
            <a:spLocks xmlns:a="http://schemas.openxmlformats.org/drawingml/2006/main" noGrp="1"/>
          </p:cNvSpPr>
          <p:nvPr/>
        </p:nvSpPr>
        <p:spPr>
          <a:xfrm xmlns:a="http://schemas.openxmlformats.org/drawingml/2006/main">
            <a:off x="2962275" y="7591425"/>
            <a:ext cx="27512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8" name="dp41-comparison / n148 / text 1">
            <a:extLst xmlns:a="http://schemas.openxmlformats.org/drawingml/2006/main">
              <a:ext uri="{FF2B5EF4-FFF2-40B4-BE49-F238E27FC236}">
                <a16:creationId xmlns:a16="http://schemas.microsoft.com/office/drawing/2014/main" id="{32887A6C-7752-4AD9-A509-E4239D949BDA}"/>
              </a:ext>
            </a:extLst>
          </p:cNvPr>
          <p:cNvSpPr>
            <a:spLocks xmlns:a="http://schemas.openxmlformats.org/drawingml/2006/main" noGrp="1"/>
          </p:cNvSpPr>
          <p:nvPr/>
        </p:nvSpPr>
        <p:spPr>
          <a:xfrm xmlns:a="http://schemas.openxmlformats.org/drawingml/2006/main">
            <a:off x="2981325" y="7600950"/>
            <a:ext cx="3810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조회 결과로 모델 재호출 / 필요하면 반복</a:t>
            </a:r>
          </a:p>
        </p:txBody>
      </p:sp>
      <p:sp>
        <p:nvSpPr>
          <p:cNvPr id="179" name="dp41-comparison / n150">
            <a:extLst xmlns:a="http://schemas.openxmlformats.org/drawingml/2006/main">
              <a:ext uri="{FF2B5EF4-FFF2-40B4-BE49-F238E27FC236}">
                <a16:creationId xmlns:a16="http://schemas.microsoft.com/office/drawing/2014/main" id="{B2BAA180-2E8E-4105-BBB4-4038F52A28F8}"/>
              </a:ext>
            </a:extLst>
          </p:cNvPr>
          <p:cNvSpPr>
            <a:spLocks xmlns:a="http://schemas.openxmlformats.org/drawingml/2006/main" noGrp="1"/>
          </p:cNvSpPr>
          <p:nvPr/>
        </p:nvSpPr>
        <p:spPr>
          <a:xfrm xmlns:a="http://schemas.openxmlformats.org/drawingml/2006/main">
            <a:off x="4933950" y="7905750"/>
            <a:ext cx="1425893"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80" name="dp41-comparison / n151 / text 1">
            <a:extLst xmlns:a="http://schemas.openxmlformats.org/drawingml/2006/main">
              <a:ext uri="{FF2B5EF4-FFF2-40B4-BE49-F238E27FC236}">
                <a16:creationId xmlns:a16="http://schemas.microsoft.com/office/drawing/2014/main" id="{AF971DBB-9A76-4010-8165-B58E35780A86}"/>
              </a:ext>
            </a:extLst>
          </p:cNvPr>
          <p:cNvSpPr>
            <a:spLocks xmlns:a="http://schemas.openxmlformats.org/drawingml/2006/main" noGrp="1"/>
          </p:cNvSpPr>
          <p:nvPr/>
        </p:nvSpPr>
        <p:spPr>
          <a:xfrm xmlns:a="http://schemas.openxmlformats.org/drawingml/2006/main">
            <a:off x="4953000" y="7915275"/>
            <a:ext cx="19050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완성 / 확인 질문 필요</a:t>
            </a:r>
          </a:p>
        </p:txBody>
      </p:sp>
      <p:sp>
        <p:nvSpPr>
          <p:cNvPr id="181" name="dp41-comparison / n154">
            <a:extLst xmlns:a="http://schemas.openxmlformats.org/drawingml/2006/main">
              <a:ext uri="{FF2B5EF4-FFF2-40B4-BE49-F238E27FC236}">
                <a16:creationId xmlns:a16="http://schemas.microsoft.com/office/drawing/2014/main" id="{E97D4A76-6401-4DED-A8E2-4F533AC947AC}"/>
              </a:ext>
            </a:extLst>
          </p:cNvPr>
          <p:cNvSpPr>
            <a:spLocks xmlns:a="http://schemas.openxmlformats.org/drawingml/2006/main" noGrp="1"/>
          </p:cNvSpPr>
          <p:nvPr/>
        </p:nvSpPr>
        <p:spPr>
          <a:xfrm xmlns:a="http://schemas.openxmlformats.org/drawingml/2006/main">
            <a:off x="11620500" y="2409825"/>
            <a:ext cx="228600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2" name="dp41-comparison / n155 / text 1">
            <a:extLst xmlns:a="http://schemas.openxmlformats.org/drawingml/2006/main">
              <a:ext uri="{FF2B5EF4-FFF2-40B4-BE49-F238E27FC236}">
                <a16:creationId xmlns:a16="http://schemas.microsoft.com/office/drawing/2014/main" id="{9BE98FF9-BEB5-48A3-8733-FFCF4AA3E7F1}"/>
              </a:ext>
            </a:extLst>
          </p:cNvPr>
          <p:cNvSpPr>
            <a:spLocks xmlns:a="http://schemas.openxmlformats.org/drawingml/2006/main" noGrp="1"/>
          </p:cNvSpPr>
          <p:nvPr/>
        </p:nvSpPr>
        <p:spPr>
          <a:xfrm xmlns:a="http://schemas.openxmlformats.org/drawingml/2006/main">
            <a:off x="11706225" y="2465070"/>
            <a:ext cx="21145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183" name="dp41-comparison / n156">
            <a:extLst xmlns:a="http://schemas.openxmlformats.org/drawingml/2006/main">
              <a:ext uri="{FF2B5EF4-FFF2-40B4-BE49-F238E27FC236}">
                <a16:creationId xmlns:a16="http://schemas.microsoft.com/office/drawing/2014/main" id="{E1DC9232-A414-4157-9A93-8308DFC4A9AC}"/>
              </a:ext>
            </a:extLst>
          </p:cNvPr>
          <p:cNvSpPr>
            <a:spLocks xmlns:a="http://schemas.openxmlformats.org/drawingml/2006/main" noGrp="1"/>
          </p:cNvSpPr>
          <p:nvPr/>
        </p:nvSpPr>
        <p:spPr>
          <a:xfrm xmlns:a="http://schemas.openxmlformats.org/drawingml/2006/main">
            <a:off x="14335125" y="2409825"/>
            <a:ext cx="2381250" cy="3333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4" name="dp41-comparison / n157 / text 1">
            <a:extLst xmlns:a="http://schemas.openxmlformats.org/drawingml/2006/main">
              <a:ext uri="{FF2B5EF4-FFF2-40B4-BE49-F238E27FC236}">
                <a16:creationId xmlns:a16="http://schemas.microsoft.com/office/drawing/2014/main" id="{173A468F-697A-431B-A6B9-3B9A4C1C926D}"/>
              </a:ext>
            </a:extLst>
          </p:cNvPr>
          <p:cNvSpPr>
            <a:spLocks xmlns:a="http://schemas.openxmlformats.org/drawingml/2006/main" noGrp="1"/>
          </p:cNvSpPr>
          <p:nvPr/>
        </p:nvSpPr>
        <p:spPr>
          <a:xfrm xmlns:a="http://schemas.openxmlformats.org/drawingml/2006/main">
            <a:off x="14420850" y="2465070"/>
            <a:ext cx="22098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Request Controller</a:t>
            </a:r>
          </a:p>
        </p:txBody>
      </p:sp>
      <p:sp>
        <p:nvSpPr>
          <p:cNvPr id="185" name="dp41-comparison / n158 / path">
            <a:extLst xmlns:a="http://schemas.openxmlformats.org/drawingml/2006/main">
              <a:ext uri="{FF2B5EF4-FFF2-40B4-BE49-F238E27FC236}">
                <a16:creationId xmlns:a16="http://schemas.microsoft.com/office/drawing/2014/main" id="{31FDF2F7-F5AD-4907-A4E1-23D01AAF705F}"/>
              </a:ext>
            </a:extLst>
          </p:cNvPr>
          <p:cNvSpPr>
            <a:spLocks xmlns:a="http://schemas.openxmlformats.org/drawingml/2006/main" noGrp="1"/>
          </p:cNvSpPr>
          <p:nvPr/>
        </p:nvSpPr>
        <p:spPr>
          <a:xfrm xmlns:a="http://schemas.openxmlformats.org/drawingml/2006/main">
            <a:off x="11287125" y="2576513"/>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000000"/>
            </a:solidFill>
            <a:prstDash val="solid"/>
          </a:ln>
        </p:spPr>
      </p:sp>
      <p:sp>
        <p:nvSpPr>
          <p:cNvPr id="186" name="dp41-comparison / n158 / arrow">
            <a:extLst xmlns:a="http://schemas.openxmlformats.org/drawingml/2006/main">
              <a:ext uri="{FF2B5EF4-FFF2-40B4-BE49-F238E27FC236}">
                <a16:creationId xmlns:a16="http://schemas.microsoft.com/office/drawing/2014/main" id="{98AC6666-3C9F-44ED-AF82-F5BACDB9986C}"/>
              </a:ext>
            </a:extLst>
          </p:cNvPr>
          <p:cNvSpPr>
            <a:spLocks xmlns:a="http://schemas.openxmlformats.org/drawingml/2006/main" noGrp="1"/>
          </p:cNvSpPr>
          <p:nvPr/>
        </p:nvSpPr>
        <p:spPr>
          <a:xfrm xmlns:a="http://schemas.openxmlformats.org/drawingml/2006/main">
            <a:off x="11553444" y="25429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87" name="dp41-comparison / n159 / path">
            <a:extLst xmlns:a="http://schemas.openxmlformats.org/drawingml/2006/main">
              <a:ext uri="{FF2B5EF4-FFF2-40B4-BE49-F238E27FC236}">
                <a16:creationId xmlns:a16="http://schemas.microsoft.com/office/drawing/2014/main" id="{AA80BFE1-F876-45B1-A761-66D94D170AB1}"/>
              </a:ext>
            </a:extLst>
          </p:cNvPr>
          <p:cNvSpPr>
            <a:spLocks xmlns:a="http://schemas.openxmlformats.org/drawingml/2006/main" noGrp="1"/>
          </p:cNvSpPr>
          <p:nvPr/>
        </p:nvSpPr>
        <p:spPr>
          <a:xfrm xmlns:a="http://schemas.openxmlformats.org/drawingml/2006/main">
            <a:off x="13906500" y="25765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000000"/>
            </a:solidFill>
            <a:prstDash val="solid"/>
          </a:ln>
        </p:spPr>
      </p:sp>
      <p:sp>
        <p:nvSpPr>
          <p:cNvPr id="188" name="dp41-comparison / n159 / arrow">
            <a:extLst xmlns:a="http://schemas.openxmlformats.org/drawingml/2006/main">
              <a:ext uri="{FF2B5EF4-FFF2-40B4-BE49-F238E27FC236}">
                <a16:creationId xmlns:a16="http://schemas.microsoft.com/office/drawing/2014/main" id="{FC3949EB-D10D-4505-A1FE-C91C7DF1896A}"/>
              </a:ext>
            </a:extLst>
          </p:cNvPr>
          <p:cNvSpPr>
            <a:spLocks xmlns:a="http://schemas.openxmlformats.org/drawingml/2006/main" noGrp="1"/>
          </p:cNvSpPr>
          <p:nvPr/>
        </p:nvSpPr>
        <p:spPr>
          <a:xfrm xmlns:a="http://schemas.openxmlformats.org/drawingml/2006/main">
            <a:off x="14268069" y="25429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89" name="dp41-comparison / n160">
            <a:extLst xmlns:a="http://schemas.openxmlformats.org/drawingml/2006/main">
              <a:ext uri="{FF2B5EF4-FFF2-40B4-BE49-F238E27FC236}">
                <a16:creationId xmlns:a16="http://schemas.microsoft.com/office/drawing/2014/main" id="{6D91B687-535F-4870-984E-BDA4D7667293}"/>
              </a:ext>
            </a:extLst>
          </p:cNvPr>
          <p:cNvSpPr>
            <a:spLocks xmlns:a="http://schemas.openxmlformats.org/drawingml/2006/main" noGrp="1"/>
          </p:cNvSpPr>
          <p:nvPr/>
        </p:nvSpPr>
        <p:spPr>
          <a:xfrm xmlns:a="http://schemas.openxmlformats.org/drawingml/2006/main">
            <a:off x="9953625" y="2886075"/>
            <a:ext cx="2524125" cy="304800"/>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190" name="dp41-comparison / n161 / text 1">
            <a:extLst xmlns:a="http://schemas.openxmlformats.org/drawingml/2006/main">
              <a:ext uri="{FF2B5EF4-FFF2-40B4-BE49-F238E27FC236}">
                <a16:creationId xmlns:a16="http://schemas.microsoft.com/office/drawing/2014/main" id="{91D70039-1B30-49B0-AB53-D58A258A9BA2}"/>
              </a:ext>
            </a:extLst>
          </p:cNvPr>
          <p:cNvSpPr>
            <a:spLocks xmlns:a="http://schemas.openxmlformats.org/drawingml/2006/main" noGrp="1"/>
          </p:cNvSpPr>
          <p:nvPr/>
        </p:nvSpPr>
        <p:spPr>
          <a:xfrm xmlns:a="http://schemas.openxmlformats.org/drawingml/2006/main">
            <a:off x="10039350" y="2914650"/>
            <a:ext cx="2352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1">
                <a:solidFill>
                  <a:srgbClr val="000000"/>
                </a:solidFill>
                <a:latin typeface="Apple SD Gothic Neo"/>
                <a:ea typeface="Apple SD Gothic Neo"/>
                <a:cs typeface="Apple SD Gothic Neo"/>
              </a:defRPr>
            </a:pPr>
            <a:r>
              <a:rPr sz="1500" b="1">
                <a:solidFill>
                  <a:srgbClr val="000000"/>
                </a:solidFill>
                <a:latin typeface="Apple SD Gothic Neo"/>
                <a:ea typeface="Apple SD Gothic Neo"/>
                <a:cs typeface="Apple SD Gothic Neo"/>
              </a:rPr>
              <a:t>클라우드 LLM</a:t>
            </a:r>
          </a:p>
        </p:txBody>
      </p:sp>
      <p:sp>
        <p:nvSpPr>
          <p:cNvPr id="191" name="dp41-comparison / n166">
            <a:extLst xmlns:a="http://schemas.openxmlformats.org/drawingml/2006/main">
              <a:ext uri="{FF2B5EF4-FFF2-40B4-BE49-F238E27FC236}">
                <a16:creationId xmlns:a16="http://schemas.microsoft.com/office/drawing/2014/main" id="{FE0DC5EE-CEDF-43B7-8983-39622DA66959}"/>
              </a:ext>
            </a:extLst>
          </p:cNvPr>
          <p:cNvSpPr>
            <a:spLocks xmlns:a="http://schemas.openxmlformats.org/drawingml/2006/main" noGrp="1"/>
          </p:cNvSpPr>
          <p:nvPr/>
        </p:nvSpPr>
        <p:spPr>
          <a:xfrm xmlns:a="http://schemas.openxmlformats.org/drawingml/2006/main">
            <a:off x="9763125" y="3619500"/>
            <a:ext cx="7953375" cy="28575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92" name="dp41-comparison / n167 / text 1">
            <a:extLst xmlns:a="http://schemas.openxmlformats.org/drawingml/2006/main">
              <a:ext uri="{FF2B5EF4-FFF2-40B4-BE49-F238E27FC236}">
                <a16:creationId xmlns:a16="http://schemas.microsoft.com/office/drawing/2014/main" id="{0065CF58-1431-469E-AD40-08955E277299}"/>
              </a:ext>
            </a:extLst>
          </p:cNvPr>
          <p:cNvSpPr>
            <a:spLocks xmlns:a="http://schemas.openxmlformats.org/drawingml/2006/main" noGrp="1"/>
          </p:cNvSpPr>
          <p:nvPr/>
        </p:nvSpPr>
        <p:spPr>
          <a:xfrm xmlns:a="http://schemas.openxmlformats.org/drawingml/2006/main">
            <a:off x="9886950" y="3714750"/>
            <a:ext cx="770572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Interpreter</a:t>
            </a:r>
          </a:p>
        </p:txBody>
      </p:sp>
      <p:sp>
        <p:nvSpPr>
          <p:cNvPr id="193" name="dp41-comparison / n170">
            <a:extLst xmlns:a="http://schemas.openxmlformats.org/drawingml/2006/main">
              <a:ext uri="{FF2B5EF4-FFF2-40B4-BE49-F238E27FC236}">
                <a16:creationId xmlns:a16="http://schemas.microsoft.com/office/drawing/2014/main" id="{257E0BFB-EE88-4D4E-A3D7-C5EE8FF89D09}"/>
              </a:ext>
            </a:extLst>
          </p:cNvPr>
          <p:cNvSpPr>
            <a:spLocks xmlns:a="http://schemas.openxmlformats.org/drawingml/2006/main" noGrp="1"/>
          </p:cNvSpPr>
          <p:nvPr/>
        </p:nvSpPr>
        <p:spPr>
          <a:xfrm xmlns:a="http://schemas.openxmlformats.org/drawingml/2006/main">
            <a:off x="9953625" y="4019550"/>
            <a:ext cx="2333625" cy="381000"/>
          </a:xfrm>
          <a:prstGeom xmlns:a="http://schemas.openxmlformats.org/drawingml/2006/main" prst="roundRect">
            <a:avLst>
              <a:gd name="adj" fmla="val 20000"/>
            </a:avLst>
          </a:prstGeom>
          <a:solidFill xmlns:a="http://schemas.openxmlformats.org/drawingml/2006/main">
            <a:srgbClr val="FFF0DD"/>
          </a:solidFill>
          <a:ln xmlns:a="http://schemas.openxmlformats.org/drawingml/2006/main" w="17145">
            <a:solidFill>
              <a:srgbClr val="B8753F"/>
            </a:solidFill>
            <a:prstDash val="solid"/>
          </a:ln>
        </p:spPr>
      </p:sp>
      <p:sp>
        <p:nvSpPr>
          <p:cNvPr id="194" name="dp41-comparison / n171 / text 1">
            <a:extLst xmlns:a="http://schemas.openxmlformats.org/drawingml/2006/main">
              <a:ext uri="{FF2B5EF4-FFF2-40B4-BE49-F238E27FC236}">
                <a16:creationId xmlns:a16="http://schemas.microsoft.com/office/drawing/2014/main" id="{D14B2AE7-2AB0-4673-B98C-2A5F407FA882}"/>
              </a:ext>
            </a:extLst>
          </p:cNvPr>
          <p:cNvSpPr>
            <a:spLocks xmlns:a="http://schemas.openxmlformats.org/drawingml/2006/main" noGrp="1"/>
          </p:cNvSpPr>
          <p:nvPr/>
        </p:nvSpPr>
        <p:spPr>
          <a:xfrm xmlns:a="http://schemas.openxmlformats.org/drawingml/2006/main">
            <a:off x="10039350" y="4098608"/>
            <a:ext cx="216217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요청 구조화기</a:t>
            </a:r>
          </a:p>
        </p:txBody>
      </p:sp>
      <p:sp>
        <p:nvSpPr>
          <p:cNvPr id="195" name="dp41-comparison / n172 / path">
            <a:extLst xmlns:a="http://schemas.openxmlformats.org/drawingml/2006/main">
              <a:ext uri="{FF2B5EF4-FFF2-40B4-BE49-F238E27FC236}">
                <a16:creationId xmlns:a16="http://schemas.microsoft.com/office/drawing/2014/main" id="{1BF49D78-AB47-44EE-9358-81D870F5C950}"/>
              </a:ext>
            </a:extLst>
          </p:cNvPr>
          <p:cNvSpPr>
            <a:spLocks xmlns:a="http://schemas.openxmlformats.org/drawingml/2006/main" noGrp="1"/>
          </p:cNvSpPr>
          <p:nvPr/>
        </p:nvSpPr>
        <p:spPr>
          <a:xfrm xmlns:a="http://schemas.openxmlformats.org/drawingml/2006/main">
            <a:off x="9810750" y="3038475"/>
            <a:ext cx="142875" cy="1171575"/>
          </a:xfrm>
          <a:custGeom xmlns:a="http://schemas.openxmlformats.org/drawingml/2006/main">
            <a:pathLst>
              <a:path w="142875" h="1171575">
                <a:moveTo>
                  <a:pt x="142875" y="1171575"/>
                </a:moveTo>
                <a:lnTo>
                  <a:pt x="0" y="1171575"/>
                </a:lnTo>
                <a:lnTo>
                  <a:pt x="0" y="0"/>
                </a:lnTo>
                <a:lnTo>
                  <a:pt x="142875" y="0"/>
                </a:lnTo>
              </a:path>
            </a:pathLst>
          </a:custGeom>
          <a:noFill xmlns:a="http://schemas.openxmlformats.org/drawingml/2006/main"/>
          <a:ln xmlns:a="http://schemas.openxmlformats.org/drawingml/2006/main" w="10478">
            <a:solidFill>
              <a:srgbClr val="000000"/>
            </a:solidFill>
            <a:prstDash val="solid"/>
          </a:ln>
        </p:spPr>
      </p:sp>
      <p:sp>
        <p:nvSpPr>
          <p:cNvPr id="196" name="dp41-comparison / n172 / arrow">
            <a:extLst xmlns:a="http://schemas.openxmlformats.org/drawingml/2006/main">
              <a:ext uri="{FF2B5EF4-FFF2-40B4-BE49-F238E27FC236}">
                <a16:creationId xmlns:a16="http://schemas.microsoft.com/office/drawing/2014/main" id="{B7F91D1F-9D16-480F-9384-316F9DB0BCBB}"/>
              </a:ext>
            </a:extLst>
          </p:cNvPr>
          <p:cNvSpPr>
            <a:spLocks xmlns:a="http://schemas.openxmlformats.org/drawingml/2006/main" noGrp="1"/>
          </p:cNvSpPr>
          <p:nvPr/>
        </p:nvSpPr>
        <p:spPr>
          <a:xfrm xmlns:a="http://schemas.openxmlformats.org/drawingml/2006/main">
            <a:off x="9886569" y="30049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97" name="dp41-comparison / n173 / path">
            <a:extLst xmlns:a="http://schemas.openxmlformats.org/drawingml/2006/main">
              <a:ext uri="{FF2B5EF4-FFF2-40B4-BE49-F238E27FC236}">
                <a16:creationId xmlns:a16="http://schemas.microsoft.com/office/drawing/2014/main" id="{06424E00-38C0-4A8A-A4F6-102C75D2B7D6}"/>
              </a:ext>
            </a:extLst>
          </p:cNvPr>
          <p:cNvSpPr>
            <a:spLocks xmlns:a="http://schemas.openxmlformats.org/drawingml/2006/main" noGrp="1"/>
          </p:cNvSpPr>
          <p:nvPr/>
        </p:nvSpPr>
        <p:spPr>
          <a:xfrm xmlns:a="http://schemas.openxmlformats.org/drawingml/2006/main">
            <a:off x="9715500" y="3038475"/>
            <a:ext cx="238125" cy="1266825"/>
          </a:xfrm>
          <a:custGeom xmlns:a="http://schemas.openxmlformats.org/drawingml/2006/main">
            <a:pathLst>
              <a:path w="238125" h="1266825">
                <a:moveTo>
                  <a:pt x="238125" y="0"/>
                </a:moveTo>
                <a:lnTo>
                  <a:pt x="0" y="0"/>
                </a:lnTo>
                <a:lnTo>
                  <a:pt x="0" y="1266825"/>
                </a:lnTo>
                <a:lnTo>
                  <a:pt x="238125" y="1266825"/>
                </a:lnTo>
              </a:path>
            </a:pathLst>
          </a:custGeom>
          <a:noFill xmlns:a="http://schemas.openxmlformats.org/drawingml/2006/main"/>
          <a:ln xmlns:a="http://schemas.openxmlformats.org/drawingml/2006/main" w="10478">
            <a:solidFill>
              <a:srgbClr val="000000"/>
            </a:solidFill>
            <a:prstDash val="dash"/>
          </a:ln>
        </p:spPr>
      </p:sp>
      <p:sp>
        <p:nvSpPr>
          <p:cNvPr id="198" name="dp41-comparison / n173 / arrow">
            <a:extLst xmlns:a="http://schemas.openxmlformats.org/drawingml/2006/main">
              <a:ext uri="{FF2B5EF4-FFF2-40B4-BE49-F238E27FC236}">
                <a16:creationId xmlns:a16="http://schemas.microsoft.com/office/drawing/2014/main" id="{CFD4D3F7-850E-41E4-9D22-E683D5F86FFB}"/>
              </a:ext>
            </a:extLst>
          </p:cNvPr>
          <p:cNvSpPr>
            <a:spLocks xmlns:a="http://schemas.openxmlformats.org/drawingml/2006/main" noGrp="1"/>
          </p:cNvSpPr>
          <p:nvPr/>
        </p:nvSpPr>
        <p:spPr>
          <a:xfrm xmlns:a="http://schemas.openxmlformats.org/drawingml/2006/main">
            <a:off x="9886569" y="427177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99" name="dp41-comparison / n174">
            <a:extLst xmlns:a="http://schemas.openxmlformats.org/drawingml/2006/main">
              <a:ext uri="{FF2B5EF4-FFF2-40B4-BE49-F238E27FC236}">
                <a16:creationId xmlns:a16="http://schemas.microsoft.com/office/drawing/2014/main" id="{E31AD0A9-CD7F-462F-9945-092C5060E156}"/>
              </a:ext>
            </a:extLst>
          </p:cNvPr>
          <p:cNvSpPr>
            <a:spLocks xmlns:a="http://schemas.openxmlformats.org/drawingml/2006/main" noGrp="1"/>
          </p:cNvSpPr>
          <p:nvPr/>
        </p:nvSpPr>
        <p:spPr>
          <a:xfrm xmlns:a="http://schemas.openxmlformats.org/drawingml/2006/main">
            <a:off x="12858750" y="3943350"/>
            <a:ext cx="4476750" cy="1857375"/>
          </a:xfrm>
          <a:prstGeom xmlns:a="http://schemas.openxmlformats.org/drawingml/2006/main" prst="roundRect">
            <a:avLst>
              <a:gd name="adj" fmla="val 4103"/>
            </a:avLst>
          </a:prstGeom>
          <a:solidFill xmlns:a="http://schemas.openxmlformats.org/drawingml/2006/main">
            <a:srgbClr val="FFFFFF"/>
          </a:solidFill>
          <a:ln xmlns:a="http://schemas.openxmlformats.org/drawingml/2006/main" w="24765">
            <a:solidFill>
              <a:srgbClr val="B8753F"/>
            </a:solidFill>
            <a:prstDash val="solid"/>
          </a:ln>
        </p:spPr>
      </p:sp>
      <p:sp>
        <p:nvSpPr>
          <p:cNvPr id="200" name="dp41-comparison / n175 / text 1">
            <a:extLst xmlns:a="http://schemas.openxmlformats.org/drawingml/2006/main">
              <a:ext uri="{FF2B5EF4-FFF2-40B4-BE49-F238E27FC236}">
                <a16:creationId xmlns:a16="http://schemas.microsoft.com/office/drawing/2014/main" id="{8AB8D465-4B07-49F8-9B68-A58E16B7D5EC}"/>
              </a:ext>
            </a:extLst>
          </p:cNvPr>
          <p:cNvSpPr>
            <a:spLocks xmlns:a="http://schemas.openxmlformats.org/drawingml/2006/main" noGrp="1"/>
          </p:cNvSpPr>
          <p:nvPr/>
        </p:nvSpPr>
        <p:spPr>
          <a:xfrm xmlns:a="http://schemas.openxmlformats.org/drawingml/2006/main">
            <a:off x="12982575" y="4038600"/>
            <a:ext cx="42291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Request Resolution Engine</a:t>
            </a:r>
          </a:p>
        </p:txBody>
      </p:sp>
      <p:sp>
        <p:nvSpPr>
          <p:cNvPr id="201" name="dp41-comparison / n176">
            <a:extLst xmlns:a="http://schemas.openxmlformats.org/drawingml/2006/main">
              <a:ext uri="{FF2B5EF4-FFF2-40B4-BE49-F238E27FC236}">
                <a16:creationId xmlns:a16="http://schemas.microsoft.com/office/drawing/2014/main" id="{A7C44B0C-512C-4E84-B625-67CC4E7838B5}"/>
              </a:ext>
            </a:extLst>
          </p:cNvPr>
          <p:cNvSpPr>
            <a:spLocks xmlns:a="http://schemas.openxmlformats.org/drawingml/2006/main" noGrp="1"/>
          </p:cNvSpPr>
          <p:nvPr/>
        </p:nvSpPr>
        <p:spPr>
          <a:xfrm xmlns:a="http://schemas.openxmlformats.org/drawingml/2006/main">
            <a:off x="13049250" y="4286250"/>
            <a:ext cx="1809750" cy="323850"/>
          </a:xfrm>
          <a:prstGeom xmlns:a="http://schemas.openxmlformats.org/drawingml/2006/main" prst="roundRect">
            <a:avLst>
              <a:gd name="adj" fmla="val 23529"/>
            </a:avLst>
          </a:prstGeom>
          <a:solidFill xmlns:a="http://schemas.openxmlformats.org/drawingml/2006/main">
            <a:srgbClr val="FFF0DD"/>
          </a:solidFill>
          <a:ln xmlns:a="http://schemas.openxmlformats.org/drawingml/2006/main" w="17145">
            <a:solidFill>
              <a:srgbClr val="B8753F"/>
            </a:solidFill>
            <a:prstDash val="solid"/>
          </a:ln>
        </p:spPr>
      </p:sp>
      <p:sp>
        <p:nvSpPr>
          <p:cNvPr id="202" name="dp41-comparison / n177 / text 1">
            <a:extLst xmlns:a="http://schemas.openxmlformats.org/drawingml/2006/main">
              <a:ext uri="{FF2B5EF4-FFF2-40B4-BE49-F238E27FC236}">
                <a16:creationId xmlns:a16="http://schemas.microsoft.com/office/drawing/2014/main" id="{A24059BA-359C-45A4-8CB7-FB389523B9B6}"/>
              </a:ext>
            </a:extLst>
          </p:cNvPr>
          <p:cNvSpPr>
            <a:spLocks xmlns:a="http://schemas.openxmlformats.org/drawingml/2006/main" noGrp="1"/>
          </p:cNvSpPr>
          <p:nvPr/>
        </p:nvSpPr>
        <p:spPr>
          <a:xfrm xmlns:a="http://schemas.openxmlformats.org/drawingml/2006/main">
            <a:off x="13134975" y="4355306"/>
            <a:ext cx="1638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프레임 / 항목 검사기</a:t>
            </a:r>
          </a:p>
        </p:txBody>
      </p:sp>
      <p:sp>
        <p:nvSpPr>
          <p:cNvPr id="203" name="dp41-comparison / n178">
            <a:extLst xmlns:a="http://schemas.openxmlformats.org/drawingml/2006/main">
              <a:ext uri="{FF2B5EF4-FFF2-40B4-BE49-F238E27FC236}">
                <a16:creationId xmlns:a16="http://schemas.microsoft.com/office/drawing/2014/main" id="{6914D8AB-C02F-49A6-8592-8D88CBD8D4AD}"/>
              </a:ext>
            </a:extLst>
          </p:cNvPr>
          <p:cNvSpPr>
            <a:spLocks xmlns:a="http://schemas.openxmlformats.org/drawingml/2006/main" noGrp="1"/>
          </p:cNvSpPr>
          <p:nvPr/>
        </p:nvSpPr>
        <p:spPr>
          <a:xfrm xmlns:a="http://schemas.openxmlformats.org/drawingml/2006/main">
            <a:off x="15097125" y="4286250"/>
            <a:ext cx="2047875" cy="323850"/>
          </a:xfrm>
          <a:prstGeom xmlns:a="http://schemas.openxmlformats.org/drawingml/2006/main" prst="roundRect">
            <a:avLst>
              <a:gd name="adj" fmla="val 23529"/>
            </a:avLst>
          </a:prstGeom>
          <a:solidFill xmlns:a="http://schemas.openxmlformats.org/drawingml/2006/main">
            <a:srgbClr val="FFF0DD"/>
          </a:solidFill>
          <a:ln xmlns:a="http://schemas.openxmlformats.org/drawingml/2006/main" w="17145">
            <a:solidFill>
              <a:srgbClr val="B8753F"/>
            </a:solidFill>
            <a:prstDash val="solid"/>
          </a:ln>
        </p:spPr>
      </p:sp>
      <p:sp>
        <p:nvSpPr>
          <p:cNvPr id="204" name="dp41-comparison / n179 / text 1">
            <a:extLst xmlns:a="http://schemas.openxmlformats.org/drawingml/2006/main">
              <a:ext uri="{FF2B5EF4-FFF2-40B4-BE49-F238E27FC236}">
                <a16:creationId xmlns:a16="http://schemas.microsoft.com/office/drawing/2014/main" id="{0D158688-469F-49D3-863B-269641F29AA2}"/>
              </a:ext>
            </a:extLst>
          </p:cNvPr>
          <p:cNvSpPr>
            <a:spLocks xmlns:a="http://schemas.openxmlformats.org/drawingml/2006/main" noGrp="1"/>
          </p:cNvSpPr>
          <p:nvPr/>
        </p:nvSpPr>
        <p:spPr>
          <a:xfrm xmlns:a="http://schemas.openxmlformats.org/drawingml/2006/main">
            <a:off x="15182850" y="4349115"/>
            <a:ext cx="18764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미해결 항목 처리기</a:t>
            </a:r>
          </a:p>
        </p:txBody>
      </p:sp>
      <p:sp>
        <p:nvSpPr>
          <p:cNvPr id="205" name="dp41-comparison / n180">
            <a:extLst xmlns:a="http://schemas.openxmlformats.org/drawingml/2006/main">
              <a:ext uri="{FF2B5EF4-FFF2-40B4-BE49-F238E27FC236}">
                <a16:creationId xmlns:a16="http://schemas.microsoft.com/office/drawing/2014/main" id="{67E62E97-8ABD-412B-839F-8F468233B355}"/>
              </a:ext>
            </a:extLst>
          </p:cNvPr>
          <p:cNvSpPr>
            <a:spLocks xmlns:a="http://schemas.openxmlformats.org/drawingml/2006/main" noGrp="1"/>
          </p:cNvSpPr>
          <p:nvPr/>
        </p:nvSpPr>
        <p:spPr>
          <a:xfrm xmlns:a="http://schemas.openxmlformats.org/drawingml/2006/main">
            <a:off x="13049250" y="4914900"/>
            <a:ext cx="1809750" cy="50482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206" name="dp41-comparison / n181 / text 1">
            <a:extLst xmlns:a="http://schemas.openxmlformats.org/drawingml/2006/main">
              <a:ext uri="{FF2B5EF4-FFF2-40B4-BE49-F238E27FC236}">
                <a16:creationId xmlns:a16="http://schemas.microsoft.com/office/drawing/2014/main" id="{5FCB6FF3-6AD4-4801-887A-9BCAB5DAFE0B}"/>
              </a:ext>
            </a:extLst>
          </p:cNvPr>
          <p:cNvSpPr>
            <a:spLocks xmlns:a="http://schemas.openxmlformats.org/drawingml/2006/main" noGrp="1"/>
          </p:cNvSpPr>
          <p:nvPr/>
        </p:nvSpPr>
        <p:spPr>
          <a:xfrm xmlns:a="http://schemas.openxmlformats.org/drawingml/2006/main">
            <a:off x="13134975" y="5076825"/>
            <a:ext cx="16383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항목별 해결 상태</a:t>
            </a:r>
          </a:p>
        </p:txBody>
      </p:sp>
      <p:sp>
        <p:nvSpPr>
          <p:cNvPr id="207" name="dp41-comparison / n182">
            <a:extLst xmlns:a="http://schemas.openxmlformats.org/drawingml/2006/main">
              <a:ext uri="{FF2B5EF4-FFF2-40B4-BE49-F238E27FC236}">
                <a16:creationId xmlns:a16="http://schemas.microsoft.com/office/drawing/2014/main" id="{C1A1A1B3-1E06-4B74-965E-B4A2509A8890}"/>
              </a:ext>
            </a:extLst>
          </p:cNvPr>
          <p:cNvSpPr>
            <a:spLocks xmlns:a="http://schemas.openxmlformats.org/drawingml/2006/main" noGrp="1"/>
          </p:cNvSpPr>
          <p:nvPr/>
        </p:nvSpPr>
        <p:spPr>
          <a:xfrm xmlns:a="http://schemas.openxmlformats.org/drawingml/2006/main">
            <a:off x="15097125" y="5172075"/>
            <a:ext cx="2047875" cy="323850"/>
          </a:xfrm>
          <a:prstGeom xmlns:a="http://schemas.openxmlformats.org/drawingml/2006/main" prst="roundRect">
            <a:avLst>
              <a:gd name="adj" fmla="val 23529"/>
            </a:avLst>
          </a:prstGeom>
          <a:solidFill xmlns:a="http://schemas.openxmlformats.org/drawingml/2006/main">
            <a:srgbClr val="FFF0DD"/>
          </a:solidFill>
          <a:ln xmlns:a="http://schemas.openxmlformats.org/drawingml/2006/main" w="17145">
            <a:solidFill>
              <a:srgbClr val="B8753F"/>
            </a:solidFill>
            <a:prstDash val="solid"/>
          </a:ln>
        </p:spPr>
      </p:sp>
      <p:sp>
        <p:nvSpPr>
          <p:cNvPr id="208" name="dp41-comparison / n183 / text 1">
            <a:extLst xmlns:a="http://schemas.openxmlformats.org/drawingml/2006/main">
              <a:ext uri="{FF2B5EF4-FFF2-40B4-BE49-F238E27FC236}">
                <a16:creationId xmlns:a16="http://schemas.microsoft.com/office/drawing/2014/main" id="{0CEAEE07-6904-4C5A-A081-86654BB78A95}"/>
              </a:ext>
            </a:extLst>
          </p:cNvPr>
          <p:cNvSpPr>
            <a:spLocks xmlns:a="http://schemas.openxmlformats.org/drawingml/2006/main" noGrp="1"/>
          </p:cNvSpPr>
          <p:nvPr/>
        </p:nvSpPr>
        <p:spPr>
          <a:xfrm xmlns:a="http://schemas.openxmlformats.org/drawingml/2006/main">
            <a:off x="15182850" y="5234940"/>
            <a:ext cx="18764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관계 결합기</a:t>
            </a:r>
          </a:p>
        </p:txBody>
      </p:sp>
      <p:sp>
        <p:nvSpPr>
          <p:cNvPr id="209" name="dp41-comparison / n184">
            <a:extLst xmlns:a="http://schemas.openxmlformats.org/drawingml/2006/main">
              <a:ext uri="{FF2B5EF4-FFF2-40B4-BE49-F238E27FC236}">
                <a16:creationId xmlns:a16="http://schemas.microsoft.com/office/drawing/2014/main" id="{3363A96A-F8EE-4E49-9B77-73C756ED876C}"/>
              </a:ext>
            </a:extLst>
          </p:cNvPr>
          <p:cNvSpPr>
            <a:spLocks xmlns:a="http://schemas.openxmlformats.org/drawingml/2006/main" noGrp="1"/>
          </p:cNvSpPr>
          <p:nvPr/>
        </p:nvSpPr>
        <p:spPr>
          <a:xfrm xmlns:a="http://schemas.openxmlformats.org/drawingml/2006/main">
            <a:off x="15097125" y="6019800"/>
            <a:ext cx="2047875" cy="3048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000000"/>
            </a:solidFill>
            <a:prstDash val="solid"/>
          </a:ln>
        </p:spPr>
      </p:sp>
      <p:sp>
        <p:nvSpPr>
          <p:cNvPr id="210" name="dp41-comparison / n185 / text 1">
            <a:extLst xmlns:a="http://schemas.openxmlformats.org/drawingml/2006/main">
              <a:ext uri="{FF2B5EF4-FFF2-40B4-BE49-F238E27FC236}">
                <a16:creationId xmlns:a16="http://schemas.microsoft.com/office/drawing/2014/main" id="{706C027B-A51A-497B-9969-B30A22A39366}"/>
              </a:ext>
            </a:extLst>
          </p:cNvPr>
          <p:cNvSpPr>
            <a:spLocks xmlns:a="http://schemas.openxmlformats.org/drawingml/2006/main" noGrp="1"/>
          </p:cNvSpPr>
          <p:nvPr/>
        </p:nvSpPr>
        <p:spPr>
          <a:xfrm xmlns:a="http://schemas.openxmlformats.org/drawingml/2006/main">
            <a:off x="15182850" y="6073140"/>
            <a:ext cx="18764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읽기 도구 실행기</a:t>
            </a:r>
          </a:p>
        </p:txBody>
      </p:sp>
      <p:sp>
        <p:nvSpPr>
          <p:cNvPr id="211" name="dp41-comparison / n186">
            <a:extLst xmlns:a="http://schemas.openxmlformats.org/drawingml/2006/main">
              <a:ext uri="{FF2B5EF4-FFF2-40B4-BE49-F238E27FC236}">
                <a16:creationId xmlns:a16="http://schemas.microsoft.com/office/drawing/2014/main" id="{FC41BF9C-CAAD-4759-9B9B-AA8E9CF667A7}"/>
              </a:ext>
            </a:extLst>
          </p:cNvPr>
          <p:cNvSpPr>
            <a:spLocks xmlns:a="http://schemas.openxmlformats.org/drawingml/2006/main" noGrp="1"/>
          </p:cNvSpPr>
          <p:nvPr/>
        </p:nvSpPr>
        <p:spPr>
          <a:xfrm xmlns:a="http://schemas.openxmlformats.org/drawingml/2006/main">
            <a:off x="12715875" y="6019800"/>
            <a:ext cx="2047875" cy="3048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000000"/>
            </a:solidFill>
            <a:prstDash val="solid"/>
          </a:ln>
        </p:spPr>
      </p:sp>
      <p:sp>
        <p:nvSpPr>
          <p:cNvPr id="212" name="dp41-comparison / n187 / text 1">
            <a:extLst xmlns:a="http://schemas.openxmlformats.org/drawingml/2006/main">
              <a:ext uri="{FF2B5EF4-FFF2-40B4-BE49-F238E27FC236}">
                <a16:creationId xmlns:a16="http://schemas.microsoft.com/office/drawing/2014/main" id="{922D2379-AA66-455C-B99F-2E322C386435}"/>
              </a:ext>
            </a:extLst>
          </p:cNvPr>
          <p:cNvSpPr>
            <a:spLocks xmlns:a="http://schemas.openxmlformats.org/drawingml/2006/main" noGrp="1"/>
          </p:cNvSpPr>
          <p:nvPr/>
        </p:nvSpPr>
        <p:spPr>
          <a:xfrm xmlns:a="http://schemas.openxmlformats.org/drawingml/2006/main">
            <a:off x="12801600" y="6073140"/>
            <a:ext cx="187642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의미 제안 검증기</a:t>
            </a:r>
          </a:p>
        </p:txBody>
      </p:sp>
      <p:sp>
        <p:nvSpPr>
          <p:cNvPr id="213" name="dp41-comparison / n188 / path">
            <a:extLst xmlns:a="http://schemas.openxmlformats.org/drawingml/2006/main">
              <a:ext uri="{FF2B5EF4-FFF2-40B4-BE49-F238E27FC236}">
                <a16:creationId xmlns:a16="http://schemas.microsoft.com/office/drawing/2014/main" id="{E4DC6731-219A-4C7D-AD5A-CD395813C519}"/>
              </a:ext>
            </a:extLst>
          </p:cNvPr>
          <p:cNvSpPr>
            <a:spLocks xmlns:a="http://schemas.openxmlformats.org/drawingml/2006/main" noGrp="1"/>
          </p:cNvSpPr>
          <p:nvPr/>
        </p:nvSpPr>
        <p:spPr>
          <a:xfrm xmlns:a="http://schemas.openxmlformats.org/drawingml/2006/main">
            <a:off x="12287250" y="4162425"/>
            <a:ext cx="762000" cy="285750"/>
          </a:xfrm>
          <a:custGeom xmlns:a="http://schemas.openxmlformats.org/drawingml/2006/main">
            <a:pathLst>
              <a:path w="762000" h="285750">
                <a:moveTo>
                  <a:pt x="0" y="0"/>
                </a:moveTo>
                <a:lnTo>
                  <a:pt x="333375" y="0"/>
                </a:lnTo>
                <a:lnTo>
                  <a:pt x="333375" y="285750"/>
                </a:lnTo>
                <a:lnTo>
                  <a:pt x="762000" y="285750"/>
                </a:lnTo>
              </a:path>
            </a:pathLst>
          </a:custGeom>
          <a:noFill xmlns:a="http://schemas.openxmlformats.org/drawingml/2006/main"/>
          <a:ln xmlns:a="http://schemas.openxmlformats.org/drawingml/2006/main" w="10478">
            <a:solidFill>
              <a:srgbClr val="000000"/>
            </a:solidFill>
            <a:prstDash val="solid"/>
          </a:ln>
        </p:spPr>
      </p:sp>
      <p:sp>
        <p:nvSpPr>
          <p:cNvPr id="214" name="dp41-comparison / n188 / arrow">
            <a:extLst xmlns:a="http://schemas.openxmlformats.org/drawingml/2006/main">
              <a:ext uri="{FF2B5EF4-FFF2-40B4-BE49-F238E27FC236}">
                <a16:creationId xmlns:a16="http://schemas.microsoft.com/office/drawing/2014/main" id="{A7FA58F5-C37C-41BD-A291-82F7393AF977}"/>
              </a:ext>
            </a:extLst>
          </p:cNvPr>
          <p:cNvSpPr>
            <a:spLocks xmlns:a="http://schemas.openxmlformats.org/drawingml/2006/main" noGrp="1"/>
          </p:cNvSpPr>
          <p:nvPr/>
        </p:nvSpPr>
        <p:spPr>
          <a:xfrm xmlns:a="http://schemas.openxmlformats.org/drawingml/2006/main">
            <a:off x="12982194" y="4414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15" name="dp41-comparison / n189 / path">
            <a:extLst xmlns:a="http://schemas.openxmlformats.org/drawingml/2006/main">
              <a:ext uri="{FF2B5EF4-FFF2-40B4-BE49-F238E27FC236}">
                <a16:creationId xmlns:a16="http://schemas.microsoft.com/office/drawing/2014/main" id="{9835367E-FC50-406A-A458-169F8955D7F4}"/>
              </a:ext>
            </a:extLst>
          </p:cNvPr>
          <p:cNvSpPr>
            <a:spLocks xmlns:a="http://schemas.openxmlformats.org/drawingml/2006/main" noGrp="1"/>
          </p:cNvSpPr>
          <p:nvPr/>
        </p:nvSpPr>
        <p:spPr>
          <a:xfrm xmlns:a="http://schemas.openxmlformats.org/drawingml/2006/main">
            <a:off x="14859000" y="4448175"/>
            <a:ext cx="238125" cy="953"/>
          </a:xfrm>
          <a:custGeom xmlns:a="http://schemas.openxmlformats.org/drawingml/2006/main">
            <a:pathLst>
              <a:path w="238125" h="953">
                <a:moveTo>
                  <a:pt x="0" y="0"/>
                </a:moveTo>
                <a:lnTo>
                  <a:pt x="238125" y="0"/>
                </a:lnTo>
              </a:path>
            </a:pathLst>
          </a:custGeom>
          <a:noFill xmlns:a="http://schemas.openxmlformats.org/drawingml/2006/main"/>
          <a:ln xmlns:a="http://schemas.openxmlformats.org/drawingml/2006/main" w="10478">
            <a:solidFill>
              <a:srgbClr val="B8753F"/>
            </a:solidFill>
            <a:prstDash val="solid"/>
          </a:ln>
        </p:spPr>
      </p:sp>
      <p:sp>
        <p:nvSpPr>
          <p:cNvPr id="216" name="dp41-comparison / n189 / arrow">
            <a:extLst xmlns:a="http://schemas.openxmlformats.org/drawingml/2006/main">
              <a:ext uri="{FF2B5EF4-FFF2-40B4-BE49-F238E27FC236}">
                <a16:creationId xmlns:a16="http://schemas.microsoft.com/office/drawing/2014/main" id="{6AF64307-8BDB-4047-B47A-80DA45C2F5C4}"/>
              </a:ext>
            </a:extLst>
          </p:cNvPr>
          <p:cNvSpPr>
            <a:spLocks xmlns:a="http://schemas.openxmlformats.org/drawingml/2006/main" noGrp="1"/>
          </p:cNvSpPr>
          <p:nvPr/>
        </p:nvSpPr>
        <p:spPr>
          <a:xfrm xmlns:a="http://schemas.openxmlformats.org/drawingml/2006/main">
            <a:off x="15030069" y="4414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17" name="dp41-comparison / n190 / path">
            <a:extLst xmlns:a="http://schemas.openxmlformats.org/drawingml/2006/main">
              <a:ext uri="{FF2B5EF4-FFF2-40B4-BE49-F238E27FC236}">
                <a16:creationId xmlns:a16="http://schemas.microsoft.com/office/drawing/2014/main" id="{34625C49-A6CD-4D48-AD51-151DB249CC11}"/>
              </a:ext>
            </a:extLst>
          </p:cNvPr>
          <p:cNvSpPr>
            <a:spLocks xmlns:a="http://schemas.openxmlformats.org/drawingml/2006/main" noGrp="1"/>
          </p:cNvSpPr>
          <p:nvPr/>
        </p:nvSpPr>
        <p:spPr>
          <a:xfrm xmlns:a="http://schemas.openxmlformats.org/drawingml/2006/main">
            <a:off x="17145000" y="4448175"/>
            <a:ext cx="428625" cy="1724025"/>
          </a:xfrm>
          <a:custGeom xmlns:a="http://schemas.openxmlformats.org/drawingml/2006/main">
            <a:pathLst>
              <a:path w="428625" h="1724025">
                <a:moveTo>
                  <a:pt x="0" y="0"/>
                </a:moveTo>
                <a:lnTo>
                  <a:pt x="428625" y="0"/>
                </a:lnTo>
                <a:lnTo>
                  <a:pt x="428625" y="1724025"/>
                </a:lnTo>
                <a:lnTo>
                  <a:pt x="0" y="1724025"/>
                </a:lnTo>
              </a:path>
            </a:pathLst>
          </a:custGeom>
          <a:noFill xmlns:a="http://schemas.openxmlformats.org/drawingml/2006/main"/>
          <a:ln xmlns:a="http://schemas.openxmlformats.org/drawingml/2006/main" w="10478">
            <a:solidFill>
              <a:srgbClr val="B8753F"/>
            </a:solidFill>
            <a:prstDash val="solid"/>
          </a:ln>
        </p:spPr>
      </p:sp>
      <p:sp>
        <p:nvSpPr>
          <p:cNvPr id="218" name="dp41-comparison / n190 / arrow">
            <a:extLst xmlns:a="http://schemas.openxmlformats.org/drawingml/2006/main">
              <a:ext uri="{FF2B5EF4-FFF2-40B4-BE49-F238E27FC236}">
                <a16:creationId xmlns:a16="http://schemas.microsoft.com/office/drawing/2014/main" id="{AC131683-B0DE-4147-899C-6DB42C0DC693}"/>
              </a:ext>
            </a:extLst>
          </p:cNvPr>
          <p:cNvSpPr>
            <a:spLocks xmlns:a="http://schemas.openxmlformats.org/drawingml/2006/main" noGrp="1"/>
          </p:cNvSpPr>
          <p:nvPr/>
        </p:nvSpPr>
        <p:spPr>
          <a:xfrm xmlns:a="http://schemas.openxmlformats.org/drawingml/2006/main">
            <a:off x="17145000" y="61386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219" name="dp41-comparison / n195 / path">
            <a:extLst xmlns:a="http://schemas.openxmlformats.org/drawingml/2006/main">
              <a:ext uri="{FF2B5EF4-FFF2-40B4-BE49-F238E27FC236}">
                <a16:creationId xmlns:a16="http://schemas.microsoft.com/office/drawing/2014/main" id="{276DA3F2-3C1F-4AB5-AEDC-A5FE56FF67EE}"/>
              </a:ext>
            </a:extLst>
          </p:cNvPr>
          <p:cNvSpPr>
            <a:spLocks xmlns:a="http://schemas.openxmlformats.org/drawingml/2006/main" noGrp="1"/>
          </p:cNvSpPr>
          <p:nvPr/>
        </p:nvSpPr>
        <p:spPr>
          <a:xfrm xmlns:a="http://schemas.openxmlformats.org/drawingml/2006/main">
            <a:off x="12573000" y="5167313"/>
            <a:ext cx="2524125" cy="1281113"/>
          </a:xfrm>
          <a:custGeom xmlns:a="http://schemas.openxmlformats.org/drawingml/2006/main">
            <a:pathLst>
              <a:path w="2524125" h="1281113">
                <a:moveTo>
                  <a:pt x="2524125" y="1004888"/>
                </a:moveTo>
                <a:lnTo>
                  <a:pt x="2362200" y="1004888"/>
                </a:lnTo>
                <a:lnTo>
                  <a:pt x="2362200" y="1281113"/>
                </a:lnTo>
                <a:lnTo>
                  <a:pt x="0" y="1281113"/>
                </a:lnTo>
                <a:lnTo>
                  <a:pt x="0" y="0"/>
                </a:lnTo>
                <a:lnTo>
                  <a:pt x="476250" y="0"/>
                </a:lnTo>
              </a:path>
            </a:pathLst>
          </a:custGeom>
          <a:noFill xmlns:a="http://schemas.openxmlformats.org/drawingml/2006/main"/>
          <a:ln xmlns:a="http://schemas.openxmlformats.org/drawingml/2006/main" w="10478">
            <a:solidFill>
              <a:srgbClr val="B8753F"/>
            </a:solidFill>
            <a:prstDash val="dash"/>
          </a:ln>
        </p:spPr>
      </p:sp>
      <p:sp>
        <p:nvSpPr>
          <p:cNvPr id="220" name="dp41-comparison / n195 / arrow">
            <a:extLst xmlns:a="http://schemas.openxmlformats.org/drawingml/2006/main">
              <a:ext uri="{FF2B5EF4-FFF2-40B4-BE49-F238E27FC236}">
                <a16:creationId xmlns:a16="http://schemas.microsoft.com/office/drawing/2014/main" id="{57D64A3A-A7C8-4667-ACFC-AA3C5D4E3F2B}"/>
              </a:ext>
            </a:extLst>
          </p:cNvPr>
          <p:cNvSpPr>
            <a:spLocks xmlns:a="http://schemas.openxmlformats.org/drawingml/2006/main" noGrp="1"/>
          </p:cNvSpPr>
          <p:nvPr/>
        </p:nvSpPr>
        <p:spPr>
          <a:xfrm xmlns:a="http://schemas.openxmlformats.org/drawingml/2006/main">
            <a:off x="12982194" y="51337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1" name="dp41-comparison / n196 / text 1">
            <a:extLst xmlns:a="http://schemas.openxmlformats.org/drawingml/2006/main">
              <a:ext uri="{FF2B5EF4-FFF2-40B4-BE49-F238E27FC236}">
                <a16:creationId xmlns:a16="http://schemas.microsoft.com/office/drawing/2014/main" id="{1E74DBAE-DEE0-4451-9C48-ED0289604B69}"/>
              </a:ext>
            </a:extLst>
          </p:cNvPr>
          <p:cNvSpPr>
            <a:spLocks xmlns:a="http://schemas.openxmlformats.org/drawingml/2006/main" noGrp="1"/>
          </p:cNvSpPr>
          <p:nvPr/>
        </p:nvSpPr>
        <p:spPr>
          <a:xfrm xmlns:a="http://schemas.openxmlformats.org/drawingml/2006/main">
            <a:off x="15097125" y="6362700"/>
            <a:ext cx="23336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③ 조회 결과를 해결 상태에 반영</a:t>
            </a:r>
          </a:p>
        </p:txBody>
      </p:sp>
      <p:sp>
        <p:nvSpPr>
          <p:cNvPr id="222" name="dp41-comparison / n197 / path">
            <a:extLst xmlns:a="http://schemas.openxmlformats.org/drawingml/2006/main">
              <a:ext uri="{FF2B5EF4-FFF2-40B4-BE49-F238E27FC236}">
                <a16:creationId xmlns:a16="http://schemas.microsoft.com/office/drawing/2014/main" id="{F36F4548-B153-4E83-A027-BB4B10A9BFE0}"/>
              </a:ext>
            </a:extLst>
          </p:cNvPr>
          <p:cNvSpPr>
            <a:spLocks xmlns:a="http://schemas.openxmlformats.org/drawingml/2006/main" noGrp="1"/>
          </p:cNvSpPr>
          <p:nvPr/>
        </p:nvSpPr>
        <p:spPr>
          <a:xfrm xmlns:a="http://schemas.openxmlformats.org/drawingml/2006/main">
            <a:off x="13716000" y="4610100"/>
            <a:ext cx="953" cy="304800"/>
          </a:xfrm>
          <a:custGeom xmlns:a="http://schemas.openxmlformats.org/drawingml/2006/main">
            <a:pathLst>
              <a:path w="953" h="304800">
                <a:moveTo>
                  <a:pt x="0" y="0"/>
                </a:moveTo>
                <a:lnTo>
                  <a:pt x="0" y="304800"/>
                </a:lnTo>
              </a:path>
            </a:pathLst>
          </a:custGeom>
          <a:noFill xmlns:a="http://schemas.openxmlformats.org/drawingml/2006/main"/>
          <a:ln xmlns:a="http://schemas.openxmlformats.org/drawingml/2006/main" w="10478">
            <a:solidFill>
              <a:srgbClr val="B8753F"/>
            </a:solidFill>
            <a:prstDash val="solid"/>
          </a:ln>
        </p:spPr>
      </p:sp>
      <p:sp>
        <p:nvSpPr>
          <p:cNvPr id="223" name="dp41-comparison / n197 / arrow">
            <a:extLst xmlns:a="http://schemas.openxmlformats.org/drawingml/2006/main">
              <a:ext uri="{FF2B5EF4-FFF2-40B4-BE49-F238E27FC236}">
                <a16:creationId xmlns:a16="http://schemas.microsoft.com/office/drawing/2014/main" id="{D69BF9E3-C965-443C-BEF6-8A49B5C8FFBD}"/>
              </a:ext>
            </a:extLst>
          </p:cNvPr>
          <p:cNvSpPr>
            <a:spLocks xmlns:a="http://schemas.openxmlformats.org/drawingml/2006/main" noGrp="1"/>
          </p:cNvSpPr>
          <p:nvPr/>
        </p:nvSpPr>
        <p:spPr>
          <a:xfrm xmlns:a="http://schemas.openxmlformats.org/drawingml/2006/main">
            <a:off x="13682472" y="48478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24" name="dp41-comparison / n198 / path">
            <a:extLst xmlns:a="http://schemas.openxmlformats.org/drawingml/2006/main">
              <a:ext uri="{FF2B5EF4-FFF2-40B4-BE49-F238E27FC236}">
                <a16:creationId xmlns:a16="http://schemas.microsoft.com/office/drawing/2014/main" id="{FD868A5D-500D-42C7-8F1C-ADD8C6664AC2}"/>
              </a:ext>
            </a:extLst>
          </p:cNvPr>
          <p:cNvSpPr>
            <a:spLocks xmlns:a="http://schemas.openxmlformats.org/drawingml/2006/main" noGrp="1"/>
          </p:cNvSpPr>
          <p:nvPr/>
        </p:nvSpPr>
        <p:spPr>
          <a:xfrm xmlns:a="http://schemas.openxmlformats.org/drawingml/2006/main">
            <a:off x="14192250" y="4610100"/>
            <a:ext cx="953" cy="304800"/>
          </a:xfrm>
          <a:custGeom xmlns:a="http://schemas.openxmlformats.org/drawingml/2006/main">
            <a:pathLst>
              <a:path w="953" h="304800">
                <a:moveTo>
                  <a:pt x="0" y="304800"/>
                </a:moveTo>
                <a:lnTo>
                  <a:pt x="0" y="0"/>
                </a:lnTo>
              </a:path>
            </a:pathLst>
          </a:custGeom>
          <a:noFill xmlns:a="http://schemas.openxmlformats.org/drawingml/2006/main"/>
          <a:ln xmlns:a="http://schemas.openxmlformats.org/drawingml/2006/main" w="10478">
            <a:solidFill>
              <a:srgbClr val="B8753F"/>
            </a:solidFill>
            <a:prstDash val="solid"/>
          </a:ln>
        </p:spPr>
      </p:sp>
      <p:sp>
        <p:nvSpPr>
          <p:cNvPr id="225" name="dp41-comparison / n198 / arrow">
            <a:extLst xmlns:a="http://schemas.openxmlformats.org/drawingml/2006/main">
              <a:ext uri="{FF2B5EF4-FFF2-40B4-BE49-F238E27FC236}">
                <a16:creationId xmlns:a16="http://schemas.microsoft.com/office/drawing/2014/main" id="{90AA2258-3889-4E48-93B3-F162855936BF}"/>
              </a:ext>
            </a:extLst>
          </p:cNvPr>
          <p:cNvSpPr>
            <a:spLocks xmlns:a="http://schemas.openxmlformats.org/drawingml/2006/main" noGrp="1"/>
          </p:cNvSpPr>
          <p:nvPr/>
        </p:nvSpPr>
        <p:spPr>
          <a:xfrm xmlns:a="http://schemas.openxmlformats.org/drawingml/2006/main">
            <a:off x="14158722" y="461010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226" name="dp41-comparison / n201 / path">
            <a:extLst xmlns:a="http://schemas.openxmlformats.org/drawingml/2006/main">
              <a:ext uri="{FF2B5EF4-FFF2-40B4-BE49-F238E27FC236}">
                <a16:creationId xmlns:a16="http://schemas.microsoft.com/office/drawing/2014/main" id="{D8E25140-4782-4E17-81EC-FD62D534C235}"/>
              </a:ext>
            </a:extLst>
          </p:cNvPr>
          <p:cNvSpPr>
            <a:spLocks xmlns:a="http://schemas.openxmlformats.org/drawingml/2006/main" noGrp="1"/>
          </p:cNvSpPr>
          <p:nvPr/>
        </p:nvSpPr>
        <p:spPr>
          <a:xfrm xmlns:a="http://schemas.openxmlformats.org/drawingml/2006/main">
            <a:off x="14859000" y="5167313"/>
            <a:ext cx="238125" cy="166688"/>
          </a:xfrm>
          <a:custGeom xmlns:a="http://schemas.openxmlformats.org/drawingml/2006/main">
            <a:pathLst>
              <a:path w="238125" h="166688">
                <a:moveTo>
                  <a:pt x="0" y="0"/>
                </a:moveTo>
                <a:lnTo>
                  <a:pt x="114300" y="0"/>
                </a:lnTo>
                <a:lnTo>
                  <a:pt x="114300" y="166688"/>
                </a:lnTo>
                <a:lnTo>
                  <a:pt x="238125" y="166688"/>
                </a:lnTo>
              </a:path>
            </a:pathLst>
          </a:custGeom>
          <a:noFill xmlns:a="http://schemas.openxmlformats.org/drawingml/2006/main"/>
          <a:ln xmlns:a="http://schemas.openxmlformats.org/drawingml/2006/main" w="10478">
            <a:solidFill>
              <a:srgbClr val="B8753F"/>
            </a:solidFill>
            <a:prstDash val="solid"/>
          </a:ln>
        </p:spPr>
      </p:sp>
      <p:sp>
        <p:nvSpPr>
          <p:cNvPr id="227" name="dp41-comparison / n201 / arrow">
            <a:extLst xmlns:a="http://schemas.openxmlformats.org/drawingml/2006/main">
              <a:ext uri="{FF2B5EF4-FFF2-40B4-BE49-F238E27FC236}">
                <a16:creationId xmlns:a16="http://schemas.microsoft.com/office/drawing/2014/main" id="{2E1B8FD5-3D46-4385-B468-611781882607}"/>
              </a:ext>
            </a:extLst>
          </p:cNvPr>
          <p:cNvSpPr>
            <a:spLocks xmlns:a="http://schemas.openxmlformats.org/drawingml/2006/main" noGrp="1"/>
          </p:cNvSpPr>
          <p:nvPr/>
        </p:nvSpPr>
        <p:spPr>
          <a:xfrm xmlns:a="http://schemas.openxmlformats.org/drawingml/2006/main">
            <a:off x="15030069" y="530047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8" name="dp41-comparison / n204 / path">
            <a:extLst xmlns:a="http://schemas.openxmlformats.org/drawingml/2006/main">
              <a:ext uri="{FF2B5EF4-FFF2-40B4-BE49-F238E27FC236}">
                <a16:creationId xmlns:a16="http://schemas.microsoft.com/office/drawing/2014/main" id="{4502DD10-6E7A-4E3F-816D-F868AEA61DB9}"/>
              </a:ext>
            </a:extLst>
          </p:cNvPr>
          <p:cNvSpPr>
            <a:spLocks xmlns:a="http://schemas.openxmlformats.org/drawingml/2006/main" noGrp="1"/>
          </p:cNvSpPr>
          <p:nvPr/>
        </p:nvSpPr>
        <p:spPr>
          <a:xfrm xmlns:a="http://schemas.openxmlformats.org/drawingml/2006/main">
            <a:off x="13739813" y="5495925"/>
            <a:ext cx="2381250" cy="523875"/>
          </a:xfrm>
          <a:custGeom xmlns:a="http://schemas.openxmlformats.org/drawingml/2006/main">
            <a:pathLst>
              <a:path w="2381250" h="523875">
                <a:moveTo>
                  <a:pt x="2381250" y="0"/>
                </a:moveTo>
                <a:lnTo>
                  <a:pt x="2381250" y="428625"/>
                </a:lnTo>
                <a:lnTo>
                  <a:pt x="0" y="428625"/>
                </a:lnTo>
                <a:lnTo>
                  <a:pt x="0" y="523875"/>
                </a:lnTo>
              </a:path>
            </a:pathLst>
          </a:custGeom>
          <a:noFill xmlns:a="http://schemas.openxmlformats.org/drawingml/2006/main"/>
          <a:ln xmlns:a="http://schemas.openxmlformats.org/drawingml/2006/main" w="10478">
            <a:solidFill>
              <a:srgbClr val="B8753F"/>
            </a:solidFill>
            <a:prstDash val="solid"/>
          </a:ln>
        </p:spPr>
      </p:sp>
      <p:sp>
        <p:nvSpPr>
          <p:cNvPr id="229" name="dp41-comparison / n204 / arrow">
            <a:extLst xmlns:a="http://schemas.openxmlformats.org/drawingml/2006/main">
              <a:ext uri="{FF2B5EF4-FFF2-40B4-BE49-F238E27FC236}">
                <a16:creationId xmlns:a16="http://schemas.microsoft.com/office/drawing/2014/main" id="{F85A848F-863E-43CA-923D-343EFB72F541}"/>
              </a:ext>
            </a:extLst>
          </p:cNvPr>
          <p:cNvSpPr>
            <a:spLocks xmlns:a="http://schemas.openxmlformats.org/drawingml/2006/main" noGrp="1"/>
          </p:cNvSpPr>
          <p:nvPr/>
        </p:nvSpPr>
        <p:spPr>
          <a:xfrm xmlns:a="http://schemas.openxmlformats.org/drawingml/2006/main">
            <a:off x="13706285" y="59527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30" name="dp41-comparison / n207 / path">
            <a:extLst xmlns:a="http://schemas.openxmlformats.org/drawingml/2006/main">
              <a:ext uri="{FF2B5EF4-FFF2-40B4-BE49-F238E27FC236}">
                <a16:creationId xmlns:a16="http://schemas.microsoft.com/office/drawing/2014/main" id="{3A535FB7-A10C-4597-9A69-D4FED3E93F14}"/>
              </a:ext>
            </a:extLst>
          </p:cNvPr>
          <p:cNvSpPr>
            <a:spLocks xmlns:a="http://schemas.openxmlformats.org/drawingml/2006/main" noGrp="1"/>
          </p:cNvSpPr>
          <p:nvPr/>
        </p:nvSpPr>
        <p:spPr>
          <a:xfrm xmlns:a="http://schemas.openxmlformats.org/drawingml/2006/main">
            <a:off x="12287250" y="3857625"/>
            <a:ext cx="5219700" cy="590550"/>
          </a:xfrm>
          <a:custGeom xmlns:a="http://schemas.openxmlformats.org/drawingml/2006/main">
            <a:pathLst>
              <a:path w="5219700" h="590550">
                <a:moveTo>
                  <a:pt x="4857750" y="590550"/>
                </a:moveTo>
                <a:lnTo>
                  <a:pt x="5219700" y="590550"/>
                </a:lnTo>
                <a:lnTo>
                  <a:pt x="5219700" y="0"/>
                </a:lnTo>
                <a:lnTo>
                  <a:pt x="190500" y="0"/>
                </a:lnTo>
                <a:lnTo>
                  <a:pt x="190500" y="447675"/>
                </a:lnTo>
                <a:lnTo>
                  <a:pt x="0" y="447675"/>
                </a:lnTo>
              </a:path>
            </a:pathLst>
          </a:custGeom>
          <a:noFill xmlns:a="http://schemas.openxmlformats.org/drawingml/2006/main"/>
          <a:ln xmlns:a="http://schemas.openxmlformats.org/drawingml/2006/main" w="10478">
            <a:solidFill>
              <a:srgbClr val="000000"/>
            </a:solidFill>
            <a:prstDash val="solid"/>
          </a:ln>
        </p:spPr>
      </p:sp>
      <p:sp>
        <p:nvSpPr>
          <p:cNvPr id="231" name="dp41-comparison / n207 / arrow">
            <a:extLst xmlns:a="http://schemas.openxmlformats.org/drawingml/2006/main">
              <a:ext uri="{FF2B5EF4-FFF2-40B4-BE49-F238E27FC236}">
                <a16:creationId xmlns:a16="http://schemas.microsoft.com/office/drawing/2014/main" id="{D5A7BF88-CCDB-4F96-ADBB-9733C59B021A}"/>
              </a:ext>
            </a:extLst>
          </p:cNvPr>
          <p:cNvSpPr>
            <a:spLocks xmlns:a="http://schemas.openxmlformats.org/drawingml/2006/main" noGrp="1"/>
          </p:cNvSpPr>
          <p:nvPr/>
        </p:nvSpPr>
        <p:spPr>
          <a:xfrm xmlns:a="http://schemas.openxmlformats.org/drawingml/2006/main">
            <a:off x="12287250" y="42717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32" name="dp41-comparison / n216 / path">
            <a:extLst xmlns:a="http://schemas.openxmlformats.org/drawingml/2006/main">
              <a:ext uri="{FF2B5EF4-FFF2-40B4-BE49-F238E27FC236}">
                <a16:creationId xmlns:a16="http://schemas.microsoft.com/office/drawing/2014/main" id="{661BCBD3-8906-4150-A945-DBE01D6135B6}"/>
              </a:ext>
            </a:extLst>
          </p:cNvPr>
          <p:cNvSpPr>
            <a:spLocks xmlns:a="http://schemas.openxmlformats.org/drawingml/2006/main" noGrp="1"/>
          </p:cNvSpPr>
          <p:nvPr/>
        </p:nvSpPr>
        <p:spPr>
          <a:xfrm xmlns:a="http://schemas.openxmlformats.org/drawingml/2006/main">
            <a:off x="12168188" y="2743200"/>
            <a:ext cx="5472113" cy="1276350"/>
          </a:xfrm>
          <a:custGeom xmlns:a="http://schemas.openxmlformats.org/drawingml/2006/main">
            <a:pathLst>
              <a:path w="5472113" h="1276350">
                <a:moveTo>
                  <a:pt x="3357563" y="0"/>
                </a:moveTo>
                <a:lnTo>
                  <a:pt x="3357563" y="76200"/>
                </a:lnTo>
                <a:lnTo>
                  <a:pt x="5472113" y="76200"/>
                </a:lnTo>
                <a:lnTo>
                  <a:pt x="5472113" y="828675"/>
                </a:lnTo>
                <a:lnTo>
                  <a:pt x="452438" y="828675"/>
                </a:lnTo>
                <a:lnTo>
                  <a:pt x="452438" y="1200150"/>
                </a:lnTo>
                <a:lnTo>
                  <a:pt x="0" y="1200150"/>
                </a:lnTo>
                <a:lnTo>
                  <a:pt x="0" y="1276350"/>
                </a:lnTo>
              </a:path>
            </a:pathLst>
          </a:custGeom>
          <a:noFill xmlns:a="http://schemas.openxmlformats.org/drawingml/2006/main"/>
          <a:ln xmlns:a="http://schemas.openxmlformats.org/drawingml/2006/main" w="10478">
            <a:solidFill>
              <a:srgbClr val="000000"/>
            </a:solidFill>
            <a:prstDash val="solid"/>
          </a:ln>
        </p:spPr>
      </p:sp>
      <p:sp>
        <p:nvSpPr>
          <p:cNvPr id="233" name="dp41-comparison / n216 / arrow">
            <a:extLst xmlns:a="http://schemas.openxmlformats.org/drawingml/2006/main">
              <a:ext uri="{FF2B5EF4-FFF2-40B4-BE49-F238E27FC236}">
                <a16:creationId xmlns:a16="http://schemas.microsoft.com/office/drawing/2014/main" id="{26FE966C-956F-44EC-94C9-6F1732FD98E9}"/>
              </a:ext>
            </a:extLst>
          </p:cNvPr>
          <p:cNvSpPr>
            <a:spLocks xmlns:a="http://schemas.openxmlformats.org/drawingml/2006/main" noGrp="1"/>
          </p:cNvSpPr>
          <p:nvPr/>
        </p:nvSpPr>
        <p:spPr>
          <a:xfrm xmlns:a="http://schemas.openxmlformats.org/drawingml/2006/main">
            <a:off x="12134660" y="39524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34" name="dp41-comparison / n217">
            <a:extLst xmlns:a="http://schemas.openxmlformats.org/drawingml/2006/main">
              <a:ext uri="{FF2B5EF4-FFF2-40B4-BE49-F238E27FC236}">
                <a16:creationId xmlns:a16="http://schemas.microsoft.com/office/drawing/2014/main" id="{3D9DCF0C-5246-4934-8FBA-504F68AECF1C}"/>
              </a:ext>
            </a:extLst>
          </p:cNvPr>
          <p:cNvSpPr>
            <a:spLocks xmlns:a="http://schemas.openxmlformats.org/drawingml/2006/main" noGrp="1"/>
          </p:cNvSpPr>
          <p:nvPr/>
        </p:nvSpPr>
        <p:spPr>
          <a:xfrm xmlns:a="http://schemas.openxmlformats.org/drawingml/2006/main">
            <a:off x="12649200" y="66484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35" name="dp41-comparison / n218 / text 1">
            <a:extLst xmlns:a="http://schemas.openxmlformats.org/drawingml/2006/main">
              <a:ext uri="{FF2B5EF4-FFF2-40B4-BE49-F238E27FC236}">
                <a16:creationId xmlns:a16="http://schemas.microsoft.com/office/drawing/2014/main" id="{DA4A5A53-02EA-4436-9BC4-1EFA7AE2C86A}"/>
              </a:ext>
            </a:extLst>
          </p:cNvPr>
          <p:cNvSpPr>
            <a:spLocks xmlns:a="http://schemas.openxmlformats.org/drawingml/2006/main" noGrp="1"/>
          </p:cNvSpPr>
          <p:nvPr/>
        </p:nvSpPr>
        <p:spPr>
          <a:xfrm xmlns:a="http://schemas.openxmlformats.org/drawingml/2006/main">
            <a:off x="12734925" y="6671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Context Manager</a:t>
            </a:r>
          </a:p>
        </p:txBody>
      </p:sp>
      <p:sp>
        <p:nvSpPr>
          <p:cNvPr id="236" name="dp41-comparison / n219 / path">
            <a:extLst xmlns:a="http://schemas.openxmlformats.org/drawingml/2006/main">
              <a:ext uri="{FF2B5EF4-FFF2-40B4-BE49-F238E27FC236}">
                <a16:creationId xmlns:a16="http://schemas.microsoft.com/office/drawing/2014/main" id="{62B72B2E-4563-4CF5-8CC6-8D7B0E7EA04E}"/>
              </a:ext>
            </a:extLst>
          </p:cNvPr>
          <p:cNvSpPr>
            <a:spLocks xmlns:a="http://schemas.openxmlformats.org/drawingml/2006/main" noGrp="1"/>
          </p:cNvSpPr>
          <p:nvPr/>
        </p:nvSpPr>
        <p:spPr>
          <a:xfrm xmlns:a="http://schemas.openxmlformats.org/drawingml/2006/main">
            <a:off x="13744575" y="6105525"/>
            <a:ext cx="4010025" cy="542925"/>
          </a:xfrm>
          <a:custGeom xmlns:a="http://schemas.openxmlformats.org/drawingml/2006/main">
            <a:pathLst>
              <a:path w="4010025" h="542925">
                <a:moveTo>
                  <a:pt x="3400425" y="0"/>
                </a:moveTo>
                <a:lnTo>
                  <a:pt x="4010025" y="0"/>
                </a:lnTo>
                <a:lnTo>
                  <a:pt x="4010025" y="438150"/>
                </a:lnTo>
                <a:lnTo>
                  <a:pt x="0" y="438150"/>
                </a:lnTo>
                <a:lnTo>
                  <a:pt x="0" y="542925"/>
                </a:lnTo>
              </a:path>
            </a:pathLst>
          </a:custGeom>
          <a:noFill xmlns:a="http://schemas.openxmlformats.org/drawingml/2006/main"/>
          <a:ln xmlns:a="http://schemas.openxmlformats.org/drawingml/2006/main" w="10478">
            <a:solidFill>
              <a:srgbClr val="000000"/>
            </a:solidFill>
            <a:prstDash val="solid"/>
          </a:ln>
        </p:spPr>
      </p:sp>
      <p:sp>
        <p:nvSpPr>
          <p:cNvPr id="237" name="dp41-comparison / n219 / arrow">
            <a:extLst xmlns:a="http://schemas.openxmlformats.org/drawingml/2006/main">
              <a:ext uri="{FF2B5EF4-FFF2-40B4-BE49-F238E27FC236}">
                <a16:creationId xmlns:a16="http://schemas.microsoft.com/office/drawing/2014/main" id="{99A11440-F007-4084-8977-222BF897727B}"/>
              </a:ext>
            </a:extLst>
          </p:cNvPr>
          <p:cNvSpPr>
            <a:spLocks xmlns:a="http://schemas.openxmlformats.org/drawingml/2006/main" noGrp="1"/>
          </p:cNvSpPr>
          <p:nvPr/>
        </p:nvSpPr>
        <p:spPr>
          <a:xfrm xmlns:a="http://schemas.openxmlformats.org/drawingml/2006/main">
            <a:off x="13711047" y="65813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38" name="dp41-comparison / n220 / path">
            <a:extLst xmlns:a="http://schemas.openxmlformats.org/drawingml/2006/main">
              <a:ext uri="{FF2B5EF4-FFF2-40B4-BE49-F238E27FC236}">
                <a16:creationId xmlns:a16="http://schemas.microsoft.com/office/drawing/2014/main" id="{29AC7DAD-0790-4709-A7DE-74B394B1AC84}"/>
              </a:ext>
            </a:extLst>
          </p:cNvPr>
          <p:cNvSpPr>
            <a:spLocks xmlns:a="http://schemas.openxmlformats.org/drawingml/2006/main" noGrp="1"/>
          </p:cNvSpPr>
          <p:nvPr/>
        </p:nvSpPr>
        <p:spPr>
          <a:xfrm xmlns:a="http://schemas.openxmlformats.org/drawingml/2006/main">
            <a:off x="13830300" y="6248400"/>
            <a:ext cx="3848100" cy="400050"/>
          </a:xfrm>
          <a:custGeom xmlns:a="http://schemas.openxmlformats.org/drawingml/2006/main">
            <a:pathLst>
              <a:path w="3848100" h="400050">
                <a:moveTo>
                  <a:pt x="0" y="400050"/>
                </a:moveTo>
                <a:lnTo>
                  <a:pt x="0" y="342900"/>
                </a:lnTo>
                <a:lnTo>
                  <a:pt x="3848100" y="342900"/>
                </a:lnTo>
                <a:lnTo>
                  <a:pt x="3848100" y="0"/>
                </a:lnTo>
                <a:lnTo>
                  <a:pt x="3314700" y="0"/>
                </a:lnTo>
              </a:path>
            </a:pathLst>
          </a:custGeom>
          <a:noFill xmlns:a="http://schemas.openxmlformats.org/drawingml/2006/main"/>
          <a:ln xmlns:a="http://schemas.openxmlformats.org/drawingml/2006/main" w="10478">
            <a:solidFill>
              <a:srgbClr val="000000"/>
            </a:solidFill>
            <a:prstDash val="dash"/>
          </a:ln>
        </p:spPr>
      </p:sp>
      <p:sp>
        <p:nvSpPr>
          <p:cNvPr id="239" name="dp41-comparison / n220 / arrow">
            <a:extLst xmlns:a="http://schemas.openxmlformats.org/drawingml/2006/main">
              <a:ext uri="{FF2B5EF4-FFF2-40B4-BE49-F238E27FC236}">
                <a16:creationId xmlns:a16="http://schemas.microsoft.com/office/drawing/2014/main" id="{FCA9F086-D60D-4DF8-9EF0-74E4E6279F76}"/>
              </a:ext>
            </a:extLst>
          </p:cNvPr>
          <p:cNvSpPr>
            <a:spLocks xmlns:a="http://schemas.openxmlformats.org/drawingml/2006/main" noGrp="1"/>
          </p:cNvSpPr>
          <p:nvPr/>
        </p:nvSpPr>
        <p:spPr>
          <a:xfrm xmlns:a="http://schemas.openxmlformats.org/drawingml/2006/main">
            <a:off x="17145000" y="62148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40" name="dp41-comparison / n221">
            <a:extLst xmlns:a="http://schemas.openxmlformats.org/drawingml/2006/main">
              <a:ext uri="{FF2B5EF4-FFF2-40B4-BE49-F238E27FC236}">
                <a16:creationId xmlns:a16="http://schemas.microsoft.com/office/drawing/2014/main" id="{4C48A42D-8663-4984-8366-AEB72B5BEBB0}"/>
              </a:ext>
            </a:extLst>
          </p:cNvPr>
          <p:cNvSpPr>
            <a:spLocks xmlns:a="http://schemas.openxmlformats.org/drawingml/2006/main" noGrp="1"/>
          </p:cNvSpPr>
          <p:nvPr/>
        </p:nvSpPr>
        <p:spPr>
          <a:xfrm xmlns:a="http://schemas.openxmlformats.org/drawingml/2006/main">
            <a:off x="15382875" y="66484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41" name="dp41-comparison / n222 / text 1">
            <a:extLst xmlns:a="http://schemas.openxmlformats.org/drawingml/2006/main">
              <a:ext uri="{FF2B5EF4-FFF2-40B4-BE49-F238E27FC236}">
                <a16:creationId xmlns:a16="http://schemas.microsoft.com/office/drawing/2014/main" id="{DB67D77D-083C-49B6-B47F-A5CEAFC4FFFA}"/>
              </a:ext>
            </a:extLst>
          </p:cNvPr>
          <p:cNvSpPr>
            <a:spLocks xmlns:a="http://schemas.openxmlformats.org/drawingml/2006/main" noGrp="1"/>
          </p:cNvSpPr>
          <p:nvPr/>
        </p:nvSpPr>
        <p:spPr>
          <a:xfrm xmlns:a="http://schemas.openxmlformats.org/drawingml/2006/main">
            <a:off x="15468600" y="6671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Task Manager</a:t>
            </a:r>
          </a:p>
        </p:txBody>
      </p:sp>
      <p:sp>
        <p:nvSpPr>
          <p:cNvPr id="242" name="dp41-comparison / n223 / path">
            <a:extLst xmlns:a="http://schemas.openxmlformats.org/drawingml/2006/main">
              <a:ext uri="{FF2B5EF4-FFF2-40B4-BE49-F238E27FC236}">
                <a16:creationId xmlns:a16="http://schemas.microsoft.com/office/drawing/2014/main" id="{A187C130-70CD-4EC7-A802-CF132FA09A6C}"/>
              </a:ext>
            </a:extLst>
          </p:cNvPr>
          <p:cNvSpPr>
            <a:spLocks xmlns:a="http://schemas.openxmlformats.org/drawingml/2006/main" noGrp="1"/>
          </p:cNvSpPr>
          <p:nvPr/>
        </p:nvSpPr>
        <p:spPr>
          <a:xfrm xmlns:a="http://schemas.openxmlformats.org/drawingml/2006/main">
            <a:off x="16478250" y="6105525"/>
            <a:ext cx="1276350" cy="542925"/>
          </a:xfrm>
          <a:custGeom xmlns:a="http://schemas.openxmlformats.org/drawingml/2006/main">
            <a:pathLst>
              <a:path w="1276350" h="542925">
                <a:moveTo>
                  <a:pt x="666750" y="0"/>
                </a:moveTo>
                <a:lnTo>
                  <a:pt x="1276350" y="0"/>
                </a:lnTo>
                <a:lnTo>
                  <a:pt x="1276350" y="438150"/>
                </a:lnTo>
                <a:lnTo>
                  <a:pt x="0" y="438150"/>
                </a:lnTo>
                <a:lnTo>
                  <a:pt x="0" y="542925"/>
                </a:lnTo>
              </a:path>
            </a:pathLst>
          </a:custGeom>
          <a:noFill xmlns:a="http://schemas.openxmlformats.org/drawingml/2006/main"/>
          <a:ln xmlns:a="http://schemas.openxmlformats.org/drawingml/2006/main" w="10478">
            <a:solidFill>
              <a:srgbClr val="000000"/>
            </a:solidFill>
            <a:prstDash val="solid"/>
          </a:ln>
        </p:spPr>
      </p:sp>
      <p:sp>
        <p:nvSpPr>
          <p:cNvPr id="243" name="dp41-comparison / n223 / arrow">
            <a:extLst xmlns:a="http://schemas.openxmlformats.org/drawingml/2006/main">
              <a:ext uri="{FF2B5EF4-FFF2-40B4-BE49-F238E27FC236}">
                <a16:creationId xmlns:a16="http://schemas.microsoft.com/office/drawing/2014/main" id="{4CB4E792-5968-4512-AE29-F6D4B6891710}"/>
              </a:ext>
            </a:extLst>
          </p:cNvPr>
          <p:cNvSpPr>
            <a:spLocks xmlns:a="http://schemas.openxmlformats.org/drawingml/2006/main" noGrp="1"/>
          </p:cNvSpPr>
          <p:nvPr/>
        </p:nvSpPr>
        <p:spPr>
          <a:xfrm xmlns:a="http://schemas.openxmlformats.org/drawingml/2006/main">
            <a:off x="16444722" y="65813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44" name="dp41-comparison / n224 / path">
            <a:extLst xmlns:a="http://schemas.openxmlformats.org/drawingml/2006/main">
              <a:ext uri="{FF2B5EF4-FFF2-40B4-BE49-F238E27FC236}">
                <a16:creationId xmlns:a16="http://schemas.microsoft.com/office/drawing/2014/main" id="{B6730A7E-14AA-4EAD-932E-B24A2F36E5E7}"/>
              </a:ext>
            </a:extLst>
          </p:cNvPr>
          <p:cNvSpPr>
            <a:spLocks xmlns:a="http://schemas.openxmlformats.org/drawingml/2006/main" noGrp="1"/>
          </p:cNvSpPr>
          <p:nvPr/>
        </p:nvSpPr>
        <p:spPr>
          <a:xfrm xmlns:a="http://schemas.openxmlformats.org/drawingml/2006/main">
            <a:off x="16563975" y="6248400"/>
            <a:ext cx="1114425" cy="400050"/>
          </a:xfrm>
          <a:custGeom xmlns:a="http://schemas.openxmlformats.org/drawingml/2006/main">
            <a:pathLst>
              <a:path w="1114425" h="400050">
                <a:moveTo>
                  <a:pt x="0" y="400050"/>
                </a:moveTo>
                <a:lnTo>
                  <a:pt x="0" y="342900"/>
                </a:lnTo>
                <a:lnTo>
                  <a:pt x="1114425" y="342900"/>
                </a:lnTo>
                <a:lnTo>
                  <a:pt x="1114425" y="0"/>
                </a:lnTo>
                <a:lnTo>
                  <a:pt x="581025" y="0"/>
                </a:lnTo>
              </a:path>
            </a:pathLst>
          </a:custGeom>
          <a:noFill xmlns:a="http://schemas.openxmlformats.org/drawingml/2006/main"/>
          <a:ln xmlns:a="http://schemas.openxmlformats.org/drawingml/2006/main" w="10478">
            <a:solidFill>
              <a:srgbClr val="000000"/>
            </a:solidFill>
            <a:prstDash val="dash"/>
          </a:ln>
        </p:spPr>
      </p:sp>
      <p:sp>
        <p:nvSpPr>
          <p:cNvPr id="245" name="dp41-comparison / n224 / arrow">
            <a:extLst xmlns:a="http://schemas.openxmlformats.org/drawingml/2006/main">
              <a:ext uri="{FF2B5EF4-FFF2-40B4-BE49-F238E27FC236}">
                <a16:creationId xmlns:a16="http://schemas.microsoft.com/office/drawing/2014/main" id="{A3CFD3A8-818F-4C8D-81C0-9F0917DE86B2}"/>
              </a:ext>
            </a:extLst>
          </p:cNvPr>
          <p:cNvSpPr>
            <a:spLocks xmlns:a="http://schemas.openxmlformats.org/drawingml/2006/main" noGrp="1"/>
          </p:cNvSpPr>
          <p:nvPr/>
        </p:nvSpPr>
        <p:spPr>
          <a:xfrm xmlns:a="http://schemas.openxmlformats.org/drawingml/2006/main">
            <a:off x="17145000" y="62148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46" name="dp41-comparison / n227 / path">
            <a:extLst xmlns:a="http://schemas.openxmlformats.org/drawingml/2006/main">
              <a:ext uri="{FF2B5EF4-FFF2-40B4-BE49-F238E27FC236}">
                <a16:creationId xmlns:a16="http://schemas.microsoft.com/office/drawing/2014/main" id="{2D9FE99B-A878-4894-8D83-FF7C4D508294}"/>
              </a:ext>
            </a:extLst>
          </p:cNvPr>
          <p:cNvSpPr>
            <a:spLocks xmlns:a="http://schemas.openxmlformats.org/drawingml/2006/main" noGrp="1"/>
          </p:cNvSpPr>
          <p:nvPr/>
        </p:nvSpPr>
        <p:spPr>
          <a:xfrm xmlns:a="http://schemas.openxmlformats.org/drawingml/2006/main">
            <a:off x="9763125" y="7067550"/>
            <a:ext cx="7953375" cy="953"/>
          </a:xfrm>
          <a:custGeom xmlns:a="http://schemas.openxmlformats.org/drawingml/2006/main">
            <a:pathLst>
              <a:path w="7953375" h="953">
                <a:moveTo>
                  <a:pt x="0" y="0"/>
                </a:moveTo>
                <a:lnTo>
                  <a:pt x="7953375" y="0"/>
                </a:lnTo>
              </a:path>
            </a:pathLst>
          </a:custGeom>
          <a:noFill xmlns:a="http://schemas.openxmlformats.org/drawingml/2006/main"/>
          <a:ln xmlns:a="http://schemas.openxmlformats.org/drawingml/2006/main" w="10478">
            <a:solidFill>
              <a:srgbClr val="000000"/>
            </a:solidFill>
            <a:prstDash val="solid"/>
          </a:ln>
        </p:spPr>
      </p:sp>
      <p:sp>
        <p:nvSpPr>
          <p:cNvPr id="247" name="dp41-comparison / n230">
            <a:extLst xmlns:a="http://schemas.openxmlformats.org/drawingml/2006/main">
              <a:ext uri="{FF2B5EF4-FFF2-40B4-BE49-F238E27FC236}">
                <a16:creationId xmlns:a16="http://schemas.microsoft.com/office/drawing/2014/main" id="{3367DBC4-3CCC-42AE-B4DF-7946AC92940A}"/>
              </a:ext>
            </a:extLst>
          </p:cNvPr>
          <p:cNvSpPr>
            <a:spLocks xmlns:a="http://schemas.openxmlformats.org/drawingml/2006/main" noGrp="1"/>
          </p:cNvSpPr>
          <p:nvPr/>
        </p:nvSpPr>
        <p:spPr>
          <a:xfrm xmlns:a="http://schemas.openxmlformats.org/drawingml/2006/main">
            <a:off x="9858375" y="7362825"/>
            <a:ext cx="161925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48" name="dp41-comparison / n231 / text 1">
            <a:extLst xmlns:a="http://schemas.openxmlformats.org/drawingml/2006/main">
              <a:ext uri="{FF2B5EF4-FFF2-40B4-BE49-F238E27FC236}">
                <a16:creationId xmlns:a16="http://schemas.microsoft.com/office/drawing/2014/main" id="{827C0F7E-6D43-4984-A52A-3F942A8DA582}"/>
              </a:ext>
            </a:extLst>
          </p:cNvPr>
          <p:cNvSpPr>
            <a:spLocks xmlns:a="http://schemas.openxmlformats.org/drawingml/2006/main" noGrp="1"/>
          </p:cNvSpPr>
          <p:nvPr/>
        </p:nvSpPr>
        <p:spPr>
          <a:xfrm xmlns:a="http://schemas.openxmlformats.org/drawingml/2006/main">
            <a:off x="9944100" y="7403306"/>
            <a:ext cx="14478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모델: RequestFrame</a:t>
            </a:r>
          </a:p>
        </p:txBody>
      </p:sp>
      <p:sp>
        <p:nvSpPr>
          <p:cNvPr id="249" name="dp41-comparison / n232">
            <a:extLst xmlns:a="http://schemas.openxmlformats.org/drawingml/2006/main">
              <a:ext uri="{FF2B5EF4-FFF2-40B4-BE49-F238E27FC236}">
                <a16:creationId xmlns:a16="http://schemas.microsoft.com/office/drawing/2014/main" id="{13F82E66-5501-42BF-9C31-8F521E824A9D}"/>
              </a:ext>
            </a:extLst>
          </p:cNvPr>
          <p:cNvSpPr>
            <a:spLocks xmlns:a="http://schemas.openxmlformats.org/drawingml/2006/main" noGrp="1"/>
          </p:cNvSpPr>
          <p:nvPr/>
        </p:nvSpPr>
        <p:spPr>
          <a:xfrm xmlns:a="http://schemas.openxmlformats.org/drawingml/2006/main">
            <a:off x="11906250" y="7362825"/>
            <a:ext cx="1476375"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0" name="dp41-comparison / n233 / text 1">
            <a:extLst xmlns:a="http://schemas.openxmlformats.org/drawingml/2006/main">
              <a:ext uri="{FF2B5EF4-FFF2-40B4-BE49-F238E27FC236}">
                <a16:creationId xmlns:a16="http://schemas.microsoft.com/office/drawing/2014/main" id="{F6636BE9-FDF3-4966-9635-67491C7EABB1}"/>
              </a:ext>
            </a:extLst>
          </p:cNvPr>
          <p:cNvSpPr>
            <a:spLocks xmlns:a="http://schemas.openxmlformats.org/drawingml/2006/main" noGrp="1"/>
          </p:cNvSpPr>
          <p:nvPr/>
        </p:nvSpPr>
        <p:spPr>
          <a:xfrm xmlns:a="http://schemas.openxmlformats.org/drawingml/2006/main">
            <a:off x="11991975" y="7403306"/>
            <a:ext cx="1304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코드: 항목 검사</a:t>
            </a:r>
          </a:p>
        </p:txBody>
      </p:sp>
      <p:sp>
        <p:nvSpPr>
          <p:cNvPr id="251" name="dp41-comparison / n234">
            <a:extLst xmlns:a="http://schemas.openxmlformats.org/drawingml/2006/main">
              <a:ext uri="{FF2B5EF4-FFF2-40B4-BE49-F238E27FC236}">
                <a16:creationId xmlns:a16="http://schemas.microsoft.com/office/drawing/2014/main" id="{544AD173-E075-4654-85DF-64198445135F}"/>
              </a:ext>
            </a:extLst>
          </p:cNvPr>
          <p:cNvSpPr>
            <a:spLocks xmlns:a="http://schemas.openxmlformats.org/drawingml/2006/main" noGrp="1"/>
          </p:cNvSpPr>
          <p:nvPr/>
        </p:nvSpPr>
        <p:spPr>
          <a:xfrm xmlns:a="http://schemas.openxmlformats.org/drawingml/2006/main">
            <a:off x="13811250" y="7296150"/>
            <a:ext cx="1333500" cy="400050"/>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252" name="dp41-comparison / n235 / text 1">
            <a:extLst xmlns:a="http://schemas.openxmlformats.org/drawingml/2006/main">
              <a:ext uri="{FF2B5EF4-FFF2-40B4-BE49-F238E27FC236}">
                <a16:creationId xmlns:a16="http://schemas.microsoft.com/office/drawing/2014/main" id="{10FB74D3-FC81-42BC-921B-652CEE71F284}"/>
              </a:ext>
            </a:extLst>
          </p:cNvPr>
          <p:cNvSpPr>
            <a:spLocks xmlns:a="http://schemas.openxmlformats.org/drawingml/2006/main" noGrp="1"/>
          </p:cNvSpPr>
          <p:nvPr/>
        </p:nvSpPr>
        <p:spPr>
          <a:xfrm xmlns:a="http://schemas.openxmlformats.org/drawingml/2006/main">
            <a:off x="13896975" y="7403306"/>
            <a:ext cx="1162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다음 처리?</a:t>
            </a:r>
          </a:p>
        </p:txBody>
      </p:sp>
      <p:sp>
        <p:nvSpPr>
          <p:cNvPr id="253" name="dp41-comparison / n236">
            <a:extLst xmlns:a="http://schemas.openxmlformats.org/drawingml/2006/main">
              <a:ext uri="{FF2B5EF4-FFF2-40B4-BE49-F238E27FC236}">
                <a16:creationId xmlns:a16="http://schemas.microsoft.com/office/drawing/2014/main" id="{EFBEE240-4E36-49F0-B498-8A6B1082E9CF}"/>
              </a:ext>
            </a:extLst>
          </p:cNvPr>
          <p:cNvSpPr>
            <a:spLocks xmlns:a="http://schemas.openxmlformats.org/drawingml/2006/main" noGrp="1"/>
          </p:cNvSpPr>
          <p:nvPr/>
        </p:nvSpPr>
        <p:spPr>
          <a:xfrm xmlns:a="http://schemas.openxmlformats.org/drawingml/2006/main">
            <a:off x="15811500" y="7362825"/>
            <a:ext cx="1714500" cy="266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4" name="dp41-comparison / n237 / text 1">
            <a:extLst xmlns:a="http://schemas.openxmlformats.org/drawingml/2006/main">
              <a:ext uri="{FF2B5EF4-FFF2-40B4-BE49-F238E27FC236}">
                <a16:creationId xmlns:a16="http://schemas.microsoft.com/office/drawing/2014/main" id="{E9980A0D-DDF9-46EC-A531-1D9AA382F9DE}"/>
              </a:ext>
            </a:extLst>
          </p:cNvPr>
          <p:cNvSpPr>
            <a:spLocks xmlns:a="http://schemas.openxmlformats.org/drawingml/2006/main" noGrp="1"/>
          </p:cNvSpPr>
          <p:nvPr/>
        </p:nvSpPr>
        <p:spPr>
          <a:xfrm xmlns:a="http://schemas.openxmlformats.org/drawingml/2006/main">
            <a:off x="15897225" y="7403306"/>
            <a:ext cx="1543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도구: 자료 조회</a:t>
            </a:r>
          </a:p>
        </p:txBody>
      </p:sp>
      <p:sp>
        <p:nvSpPr>
          <p:cNvPr id="255" name="dp41-comparison / n238">
            <a:extLst xmlns:a="http://schemas.openxmlformats.org/drawingml/2006/main">
              <a:ext uri="{FF2B5EF4-FFF2-40B4-BE49-F238E27FC236}">
                <a16:creationId xmlns:a16="http://schemas.microsoft.com/office/drawing/2014/main" id="{429DE821-FA46-444C-B853-5DE83F2DA83A}"/>
              </a:ext>
            </a:extLst>
          </p:cNvPr>
          <p:cNvSpPr>
            <a:spLocks xmlns:a="http://schemas.openxmlformats.org/drawingml/2006/main" noGrp="1"/>
          </p:cNvSpPr>
          <p:nvPr/>
        </p:nvSpPr>
        <p:spPr>
          <a:xfrm xmlns:a="http://schemas.openxmlformats.org/drawingml/2006/main">
            <a:off x="9953625" y="7953375"/>
            <a:ext cx="2095500" cy="2762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6" name="dp41-comparison / n239 / text 1">
            <a:extLst xmlns:a="http://schemas.openxmlformats.org/drawingml/2006/main">
              <a:ext uri="{FF2B5EF4-FFF2-40B4-BE49-F238E27FC236}">
                <a16:creationId xmlns:a16="http://schemas.microsoft.com/office/drawing/2014/main" id="{AA0BD0E7-1F78-41E1-849A-F7CDC8E70813}"/>
              </a:ext>
            </a:extLst>
          </p:cNvPr>
          <p:cNvSpPr>
            <a:spLocks xmlns:a="http://schemas.openxmlformats.org/drawingml/2006/main" noGrp="1"/>
          </p:cNvSpPr>
          <p:nvPr/>
        </p:nvSpPr>
        <p:spPr>
          <a:xfrm xmlns:a="http://schemas.openxmlformats.org/drawingml/2006/main">
            <a:off x="10039350" y="7998619"/>
            <a:ext cx="1924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모델: 특정 항목 해석</a:t>
            </a:r>
          </a:p>
        </p:txBody>
      </p:sp>
      <p:sp>
        <p:nvSpPr>
          <p:cNvPr id="257" name="dp41-comparison / n240">
            <a:extLst xmlns:a="http://schemas.openxmlformats.org/drawingml/2006/main">
              <a:ext uri="{FF2B5EF4-FFF2-40B4-BE49-F238E27FC236}">
                <a16:creationId xmlns:a16="http://schemas.microsoft.com/office/drawing/2014/main" id="{6BEA25A5-F55E-4E76-AEC4-B66BF4AA733A}"/>
              </a:ext>
            </a:extLst>
          </p:cNvPr>
          <p:cNvSpPr>
            <a:spLocks xmlns:a="http://schemas.openxmlformats.org/drawingml/2006/main" noGrp="1"/>
          </p:cNvSpPr>
          <p:nvPr/>
        </p:nvSpPr>
        <p:spPr>
          <a:xfrm xmlns:a="http://schemas.openxmlformats.org/drawingml/2006/main">
            <a:off x="15621000" y="7953375"/>
            <a:ext cx="1905000" cy="2762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8" name="dp41-comparison / n241 / text 1">
            <a:extLst xmlns:a="http://schemas.openxmlformats.org/drawingml/2006/main">
              <a:ext uri="{FF2B5EF4-FFF2-40B4-BE49-F238E27FC236}">
                <a16:creationId xmlns:a16="http://schemas.microsoft.com/office/drawing/2014/main" id="{33AE1346-2759-4ED0-8BDB-85FFB0B2939A}"/>
              </a:ext>
            </a:extLst>
          </p:cNvPr>
          <p:cNvSpPr>
            <a:spLocks xmlns:a="http://schemas.openxmlformats.org/drawingml/2006/main" noGrp="1"/>
          </p:cNvSpPr>
          <p:nvPr/>
        </p:nvSpPr>
        <p:spPr>
          <a:xfrm xmlns:a="http://schemas.openxmlformats.org/drawingml/2006/main">
            <a:off x="15706725" y="7998619"/>
            <a:ext cx="17335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코드: 의미 / 질문 제안</a:t>
            </a:r>
          </a:p>
        </p:txBody>
      </p:sp>
      <p:sp>
        <p:nvSpPr>
          <p:cNvPr id="259" name="dp41-comparison / n242 / path">
            <a:extLst xmlns:a="http://schemas.openxmlformats.org/drawingml/2006/main">
              <a:ext uri="{FF2B5EF4-FFF2-40B4-BE49-F238E27FC236}">
                <a16:creationId xmlns:a16="http://schemas.microsoft.com/office/drawing/2014/main" id="{BC57F9A0-77BE-42A8-8776-7F56B093DF3D}"/>
              </a:ext>
            </a:extLst>
          </p:cNvPr>
          <p:cNvSpPr>
            <a:spLocks xmlns:a="http://schemas.openxmlformats.org/drawingml/2006/main" noGrp="1"/>
          </p:cNvSpPr>
          <p:nvPr/>
        </p:nvSpPr>
        <p:spPr>
          <a:xfrm xmlns:a="http://schemas.openxmlformats.org/drawingml/2006/main">
            <a:off x="11477625" y="7496175"/>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000000"/>
            </a:solidFill>
            <a:prstDash val="solid"/>
          </a:ln>
        </p:spPr>
      </p:sp>
      <p:sp>
        <p:nvSpPr>
          <p:cNvPr id="260" name="dp41-comparison / n242 / arrow">
            <a:extLst xmlns:a="http://schemas.openxmlformats.org/drawingml/2006/main">
              <a:ext uri="{FF2B5EF4-FFF2-40B4-BE49-F238E27FC236}">
                <a16:creationId xmlns:a16="http://schemas.microsoft.com/office/drawing/2014/main" id="{C0B99890-C111-479A-9721-EFE3543E7DDE}"/>
              </a:ext>
            </a:extLst>
          </p:cNvPr>
          <p:cNvSpPr>
            <a:spLocks xmlns:a="http://schemas.openxmlformats.org/drawingml/2006/main" noGrp="1"/>
          </p:cNvSpPr>
          <p:nvPr/>
        </p:nvSpPr>
        <p:spPr>
          <a:xfrm xmlns:a="http://schemas.openxmlformats.org/drawingml/2006/main">
            <a:off x="11839194" y="7462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61" name="dp41-comparison / n243 / path">
            <a:extLst xmlns:a="http://schemas.openxmlformats.org/drawingml/2006/main">
              <a:ext uri="{FF2B5EF4-FFF2-40B4-BE49-F238E27FC236}">
                <a16:creationId xmlns:a16="http://schemas.microsoft.com/office/drawing/2014/main" id="{AB59670D-174A-461A-A5C6-7577DF49384F}"/>
              </a:ext>
            </a:extLst>
          </p:cNvPr>
          <p:cNvSpPr>
            <a:spLocks xmlns:a="http://schemas.openxmlformats.org/drawingml/2006/main" noGrp="1"/>
          </p:cNvSpPr>
          <p:nvPr/>
        </p:nvSpPr>
        <p:spPr>
          <a:xfrm xmlns:a="http://schemas.openxmlformats.org/drawingml/2006/main">
            <a:off x="13382625" y="7496175"/>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000000"/>
            </a:solidFill>
            <a:prstDash val="solid"/>
          </a:ln>
        </p:spPr>
      </p:sp>
      <p:sp>
        <p:nvSpPr>
          <p:cNvPr id="262" name="dp41-comparison / n243 / arrow">
            <a:extLst xmlns:a="http://schemas.openxmlformats.org/drawingml/2006/main">
              <a:ext uri="{FF2B5EF4-FFF2-40B4-BE49-F238E27FC236}">
                <a16:creationId xmlns:a16="http://schemas.microsoft.com/office/drawing/2014/main" id="{1EAB2E92-4ADE-4263-A383-9C44200F4428}"/>
              </a:ext>
            </a:extLst>
          </p:cNvPr>
          <p:cNvSpPr>
            <a:spLocks xmlns:a="http://schemas.openxmlformats.org/drawingml/2006/main" noGrp="1"/>
          </p:cNvSpPr>
          <p:nvPr/>
        </p:nvSpPr>
        <p:spPr>
          <a:xfrm xmlns:a="http://schemas.openxmlformats.org/drawingml/2006/main">
            <a:off x="13744194" y="7462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63" name="dp41-comparison / n244 / path">
            <a:extLst xmlns:a="http://schemas.openxmlformats.org/drawingml/2006/main">
              <a:ext uri="{FF2B5EF4-FFF2-40B4-BE49-F238E27FC236}">
                <a16:creationId xmlns:a16="http://schemas.microsoft.com/office/drawing/2014/main" id="{1A27E50F-B521-4374-A21D-9BCCB07430E1}"/>
              </a:ext>
            </a:extLst>
          </p:cNvPr>
          <p:cNvSpPr>
            <a:spLocks xmlns:a="http://schemas.openxmlformats.org/drawingml/2006/main" noGrp="1"/>
          </p:cNvSpPr>
          <p:nvPr/>
        </p:nvSpPr>
        <p:spPr>
          <a:xfrm xmlns:a="http://schemas.openxmlformats.org/drawingml/2006/main">
            <a:off x="15144750" y="7496175"/>
            <a:ext cx="666750" cy="953"/>
          </a:xfrm>
          <a:custGeom xmlns:a="http://schemas.openxmlformats.org/drawingml/2006/main">
            <a:pathLst>
              <a:path w="666750" h="953">
                <a:moveTo>
                  <a:pt x="0" y="0"/>
                </a:moveTo>
                <a:lnTo>
                  <a:pt x="666750" y="0"/>
                </a:lnTo>
              </a:path>
            </a:pathLst>
          </a:custGeom>
          <a:noFill xmlns:a="http://schemas.openxmlformats.org/drawingml/2006/main"/>
          <a:ln xmlns:a="http://schemas.openxmlformats.org/drawingml/2006/main" w="10478">
            <a:solidFill>
              <a:srgbClr val="000000"/>
            </a:solidFill>
            <a:prstDash val="solid"/>
          </a:ln>
        </p:spPr>
      </p:sp>
      <p:sp>
        <p:nvSpPr>
          <p:cNvPr id="264" name="dp41-comparison / n244 / arrow">
            <a:extLst xmlns:a="http://schemas.openxmlformats.org/drawingml/2006/main">
              <a:ext uri="{FF2B5EF4-FFF2-40B4-BE49-F238E27FC236}">
                <a16:creationId xmlns:a16="http://schemas.microsoft.com/office/drawing/2014/main" id="{7F8B2CE0-3A70-4B52-834B-005DAD316ECB}"/>
              </a:ext>
            </a:extLst>
          </p:cNvPr>
          <p:cNvSpPr>
            <a:spLocks xmlns:a="http://schemas.openxmlformats.org/drawingml/2006/main" noGrp="1"/>
          </p:cNvSpPr>
          <p:nvPr/>
        </p:nvSpPr>
        <p:spPr>
          <a:xfrm xmlns:a="http://schemas.openxmlformats.org/drawingml/2006/main">
            <a:off x="15744444" y="74626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65" name="dp41-comparison / n247 / path">
            <a:extLst xmlns:a="http://schemas.openxmlformats.org/drawingml/2006/main">
              <a:ext uri="{FF2B5EF4-FFF2-40B4-BE49-F238E27FC236}">
                <a16:creationId xmlns:a16="http://schemas.microsoft.com/office/drawing/2014/main" id="{762ADE31-9636-43ED-A754-418345DDACF6}"/>
              </a:ext>
            </a:extLst>
          </p:cNvPr>
          <p:cNvSpPr>
            <a:spLocks xmlns:a="http://schemas.openxmlformats.org/drawingml/2006/main" noGrp="1"/>
          </p:cNvSpPr>
          <p:nvPr/>
        </p:nvSpPr>
        <p:spPr>
          <a:xfrm xmlns:a="http://schemas.openxmlformats.org/drawingml/2006/main">
            <a:off x="12644438" y="7629525"/>
            <a:ext cx="4024313" cy="152400"/>
          </a:xfrm>
          <a:custGeom xmlns:a="http://schemas.openxmlformats.org/drawingml/2006/main">
            <a:pathLst>
              <a:path w="4024313" h="152400">
                <a:moveTo>
                  <a:pt x="4024313" y="0"/>
                </a:moveTo>
                <a:lnTo>
                  <a:pt x="4024313" y="152400"/>
                </a:lnTo>
                <a:lnTo>
                  <a:pt x="0" y="152400"/>
                </a:lnTo>
                <a:lnTo>
                  <a:pt x="0" y="0"/>
                </a:lnTo>
              </a:path>
            </a:pathLst>
          </a:custGeom>
          <a:noFill xmlns:a="http://schemas.openxmlformats.org/drawingml/2006/main"/>
          <a:ln xmlns:a="http://schemas.openxmlformats.org/drawingml/2006/main" w="10478">
            <a:solidFill>
              <a:srgbClr val="000000"/>
            </a:solidFill>
            <a:prstDash val="solid"/>
          </a:ln>
        </p:spPr>
      </p:sp>
      <p:sp>
        <p:nvSpPr>
          <p:cNvPr id="266" name="dp41-comparison / n247 / arrow">
            <a:extLst xmlns:a="http://schemas.openxmlformats.org/drawingml/2006/main">
              <a:ext uri="{FF2B5EF4-FFF2-40B4-BE49-F238E27FC236}">
                <a16:creationId xmlns:a16="http://schemas.microsoft.com/office/drawing/2014/main" id="{71257CE4-EB72-4A77-B4A8-B3BC40D262D1}"/>
              </a:ext>
            </a:extLst>
          </p:cNvPr>
          <p:cNvSpPr>
            <a:spLocks xmlns:a="http://schemas.openxmlformats.org/drawingml/2006/main" noGrp="1"/>
          </p:cNvSpPr>
          <p:nvPr/>
        </p:nvSpPr>
        <p:spPr>
          <a:xfrm xmlns:a="http://schemas.openxmlformats.org/drawingml/2006/main">
            <a:off x="12610910" y="76295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267" name="dp41-comparison / n250 / path">
            <a:extLst xmlns:a="http://schemas.openxmlformats.org/drawingml/2006/main">
              <a:ext uri="{FF2B5EF4-FFF2-40B4-BE49-F238E27FC236}">
                <a16:creationId xmlns:a16="http://schemas.microsoft.com/office/drawing/2014/main" id="{10393DAA-E656-4FBD-90B1-E0EF2360FE4E}"/>
              </a:ext>
            </a:extLst>
          </p:cNvPr>
          <p:cNvSpPr>
            <a:spLocks xmlns:a="http://schemas.openxmlformats.org/drawingml/2006/main" noGrp="1"/>
          </p:cNvSpPr>
          <p:nvPr/>
        </p:nvSpPr>
        <p:spPr>
          <a:xfrm xmlns:a="http://schemas.openxmlformats.org/drawingml/2006/main">
            <a:off x="12049125" y="7696200"/>
            <a:ext cx="2428875" cy="395288"/>
          </a:xfrm>
          <a:custGeom xmlns:a="http://schemas.openxmlformats.org/drawingml/2006/main">
            <a:pathLst>
              <a:path w="2428875" h="395288">
                <a:moveTo>
                  <a:pt x="2428875" y="0"/>
                </a:moveTo>
                <a:lnTo>
                  <a:pt x="2428875" y="190500"/>
                </a:lnTo>
                <a:lnTo>
                  <a:pt x="142875" y="190500"/>
                </a:lnTo>
                <a:lnTo>
                  <a:pt x="142875" y="395288"/>
                </a:lnTo>
                <a:lnTo>
                  <a:pt x="0" y="395288"/>
                </a:lnTo>
              </a:path>
            </a:pathLst>
          </a:custGeom>
          <a:noFill xmlns:a="http://schemas.openxmlformats.org/drawingml/2006/main"/>
          <a:ln xmlns:a="http://schemas.openxmlformats.org/drawingml/2006/main" w="10478">
            <a:solidFill>
              <a:srgbClr val="000000"/>
            </a:solidFill>
            <a:prstDash val="solid"/>
          </a:ln>
        </p:spPr>
      </p:sp>
      <p:sp>
        <p:nvSpPr>
          <p:cNvPr id="268" name="dp41-comparison / n250 / arrow">
            <a:extLst xmlns:a="http://schemas.openxmlformats.org/drawingml/2006/main">
              <a:ext uri="{FF2B5EF4-FFF2-40B4-BE49-F238E27FC236}">
                <a16:creationId xmlns:a16="http://schemas.microsoft.com/office/drawing/2014/main" id="{A029CD37-677B-4B36-A000-6DBE8B0CE116}"/>
              </a:ext>
            </a:extLst>
          </p:cNvPr>
          <p:cNvSpPr>
            <a:spLocks xmlns:a="http://schemas.openxmlformats.org/drawingml/2006/main" noGrp="1"/>
          </p:cNvSpPr>
          <p:nvPr/>
        </p:nvSpPr>
        <p:spPr>
          <a:xfrm xmlns:a="http://schemas.openxmlformats.org/drawingml/2006/main">
            <a:off x="12049125" y="8057960"/>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69" name="dp41-comparison / n253 / path">
            <a:extLst xmlns:a="http://schemas.openxmlformats.org/drawingml/2006/main">
              <a:ext uri="{FF2B5EF4-FFF2-40B4-BE49-F238E27FC236}">
                <a16:creationId xmlns:a16="http://schemas.microsoft.com/office/drawing/2014/main" id="{CD8C94EA-5C8C-4917-857F-3665981408FB}"/>
              </a:ext>
            </a:extLst>
          </p:cNvPr>
          <p:cNvSpPr>
            <a:spLocks xmlns:a="http://schemas.openxmlformats.org/drawingml/2006/main" noGrp="1"/>
          </p:cNvSpPr>
          <p:nvPr/>
        </p:nvSpPr>
        <p:spPr>
          <a:xfrm xmlns:a="http://schemas.openxmlformats.org/drawingml/2006/main">
            <a:off x="11001375" y="7781925"/>
            <a:ext cx="1643063" cy="171450"/>
          </a:xfrm>
          <a:custGeom xmlns:a="http://schemas.openxmlformats.org/drawingml/2006/main">
            <a:pathLst>
              <a:path w="1643063" h="171450">
                <a:moveTo>
                  <a:pt x="0" y="171450"/>
                </a:moveTo>
                <a:lnTo>
                  <a:pt x="0" y="76200"/>
                </a:lnTo>
                <a:lnTo>
                  <a:pt x="1643063" y="76200"/>
                </a:lnTo>
                <a:lnTo>
                  <a:pt x="1643063" y="0"/>
                </a:lnTo>
              </a:path>
            </a:pathLst>
          </a:custGeom>
          <a:noFill xmlns:a="http://schemas.openxmlformats.org/drawingml/2006/main"/>
          <a:ln xmlns:a="http://schemas.openxmlformats.org/drawingml/2006/main" w="10478">
            <a:solidFill>
              <a:srgbClr val="000000"/>
            </a:solidFill>
            <a:prstDash val="solid"/>
          </a:ln>
        </p:spPr>
      </p:sp>
      <p:sp>
        <p:nvSpPr>
          <p:cNvPr id="270" name="dp41-comparison / n256 / path">
            <a:extLst xmlns:a="http://schemas.openxmlformats.org/drawingml/2006/main">
              <a:ext uri="{FF2B5EF4-FFF2-40B4-BE49-F238E27FC236}">
                <a16:creationId xmlns:a16="http://schemas.microsoft.com/office/drawing/2014/main" id="{F59F18D2-4B15-4E9C-A7AF-927ABFE55079}"/>
              </a:ext>
            </a:extLst>
          </p:cNvPr>
          <p:cNvSpPr>
            <a:spLocks xmlns:a="http://schemas.openxmlformats.org/drawingml/2006/main" noGrp="1"/>
          </p:cNvSpPr>
          <p:nvPr/>
        </p:nvSpPr>
        <p:spPr>
          <a:xfrm xmlns:a="http://schemas.openxmlformats.org/drawingml/2006/main">
            <a:off x="14478000" y="7696200"/>
            <a:ext cx="1143000" cy="395288"/>
          </a:xfrm>
          <a:custGeom xmlns:a="http://schemas.openxmlformats.org/drawingml/2006/main">
            <a:pathLst>
              <a:path w="1143000" h="395288">
                <a:moveTo>
                  <a:pt x="0" y="0"/>
                </a:moveTo>
                <a:lnTo>
                  <a:pt x="0" y="395288"/>
                </a:lnTo>
                <a:lnTo>
                  <a:pt x="1143000" y="395288"/>
                </a:lnTo>
              </a:path>
            </a:pathLst>
          </a:custGeom>
          <a:noFill xmlns:a="http://schemas.openxmlformats.org/drawingml/2006/main"/>
          <a:ln xmlns:a="http://schemas.openxmlformats.org/drawingml/2006/main" w="10478">
            <a:solidFill>
              <a:srgbClr val="000000"/>
            </a:solidFill>
            <a:prstDash val="solid"/>
          </a:ln>
        </p:spPr>
      </p:sp>
      <p:sp>
        <p:nvSpPr>
          <p:cNvPr id="271" name="dp41-comparison / n256 / arrow">
            <a:extLst xmlns:a="http://schemas.openxmlformats.org/drawingml/2006/main">
              <a:ext uri="{FF2B5EF4-FFF2-40B4-BE49-F238E27FC236}">
                <a16:creationId xmlns:a16="http://schemas.microsoft.com/office/drawing/2014/main" id="{8BC2422E-4D4E-4682-B257-D115CFC77388}"/>
              </a:ext>
            </a:extLst>
          </p:cNvPr>
          <p:cNvSpPr>
            <a:spLocks xmlns:a="http://schemas.openxmlformats.org/drawingml/2006/main" noGrp="1"/>
          </p:cNvSpPr>
          <p:nvPr/>
        </p:nvSpPr>
        <p:spPr>
          <a:xfrm xmlns:a="http://schemas.openxmlformats.org/drawingml/2006/main">
            <a:off x="15553944" y="805796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72" name="dp41-comparison / n152">
            <a:extLst xmlns:a="http://schemas.openxmlformats.org/drawingml/2006/main">
              <a:ext uri="{FF2B5EF4-FFF2-40B4-BE49-F238E27FC236}">
                <a16:creationId xmlns:a16="http://schemas.microsoft.com/office/drawing/2014/main" id="{82A9612D-6750-43E8-9D23-13B050A6DD97}"/>
              </a:ext>
            </a:extLst>
          </p:cNvPr>
          <p:cNvSpPr>
            <a:spLocks xmlns:a="http://schemas.openxmlformats.org/drawingml/2006/main" noGrp="1"/>
          </p:cNvSpPr>
          <p:nvPr/>
        </p:nvSpPr>
        <p:spPr>
          <a:xfrm xmlns:a="http://schemas.openxmlformats.org/drawingml/2006/main">
            <a:off x="9858375" y="2409825"/>
            <a:ext cx="1428750" cy="333375"/>
          </a:xfrm>
          <a:custGeom xmlns:a="http://schemas.openxmlformats.org/drawingml/2006/main">
            <a:pathLst>
              <a:path w="1428750" h="333375">
                <a:moveTo>
                  <a:pt x="0" y="0"/>
                </a:moveTo>
                <a:lnTo>
                  <a:pt x="1257300" y="0"/>
                </a:lnTo>
                <a:lnTo>
                  <a:pt x="1428750" y="171450"/>
                </a:lnTo>
                <a:lnTo>
                  <a:pt x="1428750" y="333375"/>
                </a:lnTo>
                <a:lnTo>
                  <a:pt x="0" y="3333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73" name="dp41-comparison / n152 / fold">
            <a:extLst xmlns:a="http://schemas.openxmlformats.org/drawingml/2006/main">
              <a:ext uri="{FF2B5EF4-FFF2-40B4-BE49-F238E27FC236}">
                <a16:creationId xmlns:a16="http://schemas.microsoft.com/office/drawing/2014/main" id="{08BC54D0-E0BC-4E9C-92EC-7820C445B8FE}"/>
              </a:ext>
            </a:extLst>
          </p:cNvPr>
          <p:cNvSpPr>
            <a:spLocks xmlns:a="http://schemas.openxmlformats.org/drawingml/2006/main" noGrp="1"/>
          </p:cNvSpPr>
          <p:nvPr/>
        </p:nvSpPr>
        <p:spPr>
          <a:xfrm xmlns:a="http://schemas.openxmlformats.org/drawingml/2006/main">
            <a:off x="11115675" y="24098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74" name="dp41-comparison / n153 / text 1">
            <a:extLst xmlns:a="http://schemas.openxmlformats.org/drawingml/2006/main">
              <a:ext uri="{FF2B5EF4-FFF2-40B4-BE49-F238E27FC236}">
                <a16:creationId xmlns:a16="http://schemas.microsoft.com/office/drawing/2014/main" id="{74A8991F-E903-4210-8003-868950298FDA}"/>
              </a:ext>
            </a:extLst>
          </p:cNvPr>
          <p:cNvSpPr>
            <a:spLocks xmlns:a="http://schemas.openxmlformats.org/drawingml/2006/main" noGrp="1"/>
          </p:cNvSpPr>
          <p:nvPr/>
        </p:nvSpPr>
        <p:spPr>
          <a:xfrm xmlns:a="http://schemas.openxmlformats.org/drawingml/2006/main">
            <a:off x="9953625" y="2466975"/>
            <a:ext cx="11620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000000"/>
                </a:solidFill>
                <a:latin typeface="Apple SD Gothic Neo"/>
                <a:ea typeface="Apple SD Gothic Neo"/>
                <a:cs typeface="Apple SD Gothic Neo"/>
              </a:defRPr>
            </a:pPr>
            <a:r>
              <a:rPr sz="1200" b="0">
                <a:solidFill>
                  <a:srgbClr val="000000"/>
                </a:solidFill>
                <a:latin typeface="Apple SD Gothic Neo"/>
                <a:ea typeface="Apple SD Gothic Neo"/>
                <a:cs typeface="Apple SD Gothic Neo"/>
              </a:rPr>
              <a:t>사용자 발화</a:t>
            </a:r>
          </a:p>
        </p:txBody>
      </p:sp>
      <p:sp>
        <p:nvSpPr>
          <p:cNvPr id="275" name="dp41-comparison / n162">
            <a:extLst xmlns:a="http://schemas.openxmlformats.org/drawingml/2006/main">
              <a:ext uri="{FF2B5EF4-FFF2-40B4-BE49-F238E27FC236}">
                <a16:creationId xmlns:a16="http://schemas.microsoft.com/office/drawing/2014/main" id="{912C6565-7ABF-450C-A487-CF00B4C32A8C}"/>
              </a:ext>
            </a:extLst>
          </p:cNvPr>
          <p:cNvSpPr>
            <a:spLocks xmlns:a="http://schemas.openxmlformats.org/drawingml/2006/main" noGrp="1"/>
          </p:cNvSpPr>
          <p:nvPr/>
        </p:nvSpPr>
        <p:spPr>
          <a:xfrm xmlns:a="http://schemas.openxmlformats.org/drawingml/2006/main">
            <a:off x="12792075" y="2943225"/>
            <a:ext cx="3369945"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6" name="dp41-comparison / n163 / text 1">
            <a:extLst xmlns:a="http://schemas.openxmlformats.org/drawingml/2006/main">
              <a:ext uri="{FF2B5EF4-FFF2-40B4-BE49-F238E27FC236}">
                <a16:creationId xmlns:a16="http://schemas.microsoft.com/office/drawing/2014/main" id="{C5FCC27E-C8B2-4CCA-8070-485E3E0086B3}"/>
              </a:ext>
            </a:extLst>
          </p:cNvPr>
          <p:cNvSpPr>
            <a:spLocks xmlns:a="http://schemas.openxmlformats.org/drawingml/2006/main" noGrp="1"/>
          </p:cNvSpPr>
          <p:nvPr/>
        </p:nvSpPr>
        <p:spPr>
          <a:xfrm xmlns:a="http://schemas.openxmlformats.org/drawingml/2006/main">
            <a:off x="12811125" y="2952750"/>
            <a:ext cx="46672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Model Access 경유 / 초기 프레임과 조건부 부분 해석</a:t>
            </a:r>
          </a:p>
        </p:txBody>
      </p:sp>
      <p:sp>
        <p:nvSpPr>
          <p:cNvPr id="277" name="dp41-comparison / n164">
            <a:extLst xmlns:a="http://schemas.openxmlformats.org/drawingml/2006/main">
              <a:ext uri="{FF2B5EF4-FFF2-40B4-BE49-F238E27FC236}">
                <a16:creationId xmlns:a16="http://schemas.microsoft.com/office/drawing/2014/main" id="{846FCEB3-13D8-4B66-86DC-A96BD4993811}"/>
              </a:ext>
            </a:extLst>
          </p:cNvPr>
          <p:cNvSpPr>
            <a:spLocks xmlns:a="http://schemas.openxmlformats.org/drawingml/2006/main" noGrp="1"/>
          </p:cNvSpPr>
          <p:nvPr/>
        </p:nvSpPr>
        <p:spPr>
          <a:xfrm xmlns:a="http://schemas.openxmlformats.org/drawingml/2006/main">
            <a:off x="9934575" y="3314700"/>
            <a:ext cx="5299139" cy="23622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8" name="dp41-comparison / n165 / text 1">
            <a:extLst xmlns:a="http://schemas.openxmlformats.org/drawingml/2006/main">
              <a:ext uri="{FF2B5EF4-FFF2-40B4-BE49-F238E27FC236}">
                <a16:creationId xmlns:a16="http://schemas.microsoft.com/office/drawing/2014/main" id="{F9858383-DF50-4CC8-82BD-D41E56E22F74}"/>
              </a:ext>
            </a:extLst>
          </p:cNvPr>
          <p:cNvSpPr>
            <a:spLocks xmlns:a="http://schemas.openxmlformats.org/drawingml/2006/main" noGrp="1"/>
          </p:cNvSpPr>
          <p:nvPr/>
        </p:nvSpPr>
        <p:spPr>
          <a:xfrm xmlns:a="http://schemas.openxmlformats.org/drawingml/2006/main">
            <a:off x="9953625" y="3324225"/>
            <a:ext cx="76200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000000"/>
                </a:solidFill>
                <a:latin typeface="Apple SD Gothic Neo"/>
                <a:ea typeface="Apple SD Gothic Neo"/>
                <a:cs typeface="Apple SD Gothic Neo"/>
              </a:defRPr>
            </a:pPr>
            <a:r>
              <a:rPr sz="1425" b="0">
                <a:solidFill>
                  <a:srgbClr val="000000"/>
                </a:solidFill>
                <a:latin typeface="Apple SD Gothic Neo"/>
                <a:ea typeface="Apple SD Gothic Neo"/>
                <a:cs typeface="Apple SD Gothic Neo"/>
              </a:rPr>
              <a:t>B: 항목별 해결 상태를 보고 Engine 코드가 다음 처리 결정</a:t>
            </a:r>
          </a:p>
        </p:txBody>
      </p:sp>
      <p:sp>
        <p:nvSpPr>
          <p:cNvPr id="279" name="dp41-comparison / n168">
            <a:extLst xmlns:a="http://schemas.openxmlformats.org/drawingml/2006/main">
              <a:ext uri="{FF2B5EF4-FFF2-40B4-BE49-F238E27FC236}">
                <a16:creationId xmlns:a16="http://schemas.microsoft.com/office/drawing/2014/main" id="{98C3C31F-DFBF-4A5D-8784-921A0139CBD1}"/>
              </a:ext>
            </a:extLst>
          </p:cNvPr>
          <p:cNvSpPr>
            <a:spLocks xmlns:a="http://schemas.openxmlformats.org/drawingml/2006/main" noGrp="1"/>
          </p:cNvSpPr>
          <p:nvPr/>
        </p:nvSpPr>
        <p:spPr>
          <a:xfrm xmlns:a="http://schemas.openxmlformats.org/drawingml/2006/main">
            <a:off x="15792450" y="3324225"/>
            <a:ext cx="730568"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0" name="dp41-comparison / n169 / text 1">
            <a:extLst xmlns:a="http://schemas.openxmlformats.org/drawingml/2006/main">
              <a:ext uri="{FF2B5EF4-FFF2-40B4-BE49-F238E27FC236}">
                <a16:creationId xmlns:a16="http://schemas.microsoft.com/office/drawing/2014/main" id="{7872F595-B444-4C71-8317-FBA6E516F1EE}"/>
              </a:ext>
            </a:extLst>
          </p:cNvPr>
          <p:cNvSpPr>
            <a:spLocks xmlns:a="http://schemas.openxmlformats.org/drawingml/2006/main" noGrp="1"/>
          </p:cNvSpPr>
          <p:nvPr/>
        </p:nvSpPr>
        <p:spPr>
          <a:xfrm xmlns:a="http://schemas.openxmlformats.org/drawingml/2006/main">
            <a:off x="15811500" y="3333750"/>
            <a:ext cx="17621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해석 시작</a:t>
            </a:r>
          </a:p>
        </p:txBody>
      </p:sp>
      <p:sp>
        <p:nvSpPr>
          <p:cNvPr id="281" name="dp41-comparison / n191">
            <a:extLst xmlns:a="http://schemas.openxmlformats.org/drawingml/2006/main">
              <a:ext uri="{FF2B5EF4-FFF2-40B4-BE49-F238E27FC236}">
                <a16:creationId xmlns:a16="http://schemas.microsoft.com/office/drawing/2014/main" id="{555E68DC-7852-4702-B2F0-13E8BB2485C6}"/>
              </a:ext>
            </a:extLst>
          </p:cNvPr>
          <p:cNvSpPr>
            <a:spLocks xmlns:a="http://schemas.openxmlformats.org/drawingml/2006/main" noGrp="1"/>
          </p:cNvSpPr>
          <p:nvPr/>
        </p:nvSpPr>
        <p:spPr>
          <a:xfrm xmlns:a="http://schemas.openxmlformats.org/drawingml/2006/main">
            <a:off x="15078075" y="4657725"/>
            <a:ext cx="1255776"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2" name="dp41-comparison / n192 / text 1">
            <a:extLst xmlns:a="http://schemas.openxmlformats.org/drawingml/2006/main">
              <a:ext uri="{FF2B5EF4-FFF2-40B4-BE49-F238E27FC236}">
                <a16:creationId xmlns:a16="http://schemas.microsoft.com/office/drawing/2014/main" id="{EC2D2EA6-395B-4B78-BB9B-7554A234E3E3}"/>
              </a:ext>
            </a:extLst>
          </p:cNvPr>
          <p:cNvSpPr>
            <a:spLocks xmlns:a="http://schemas.openxmlformats.org/drawingml/2006/main" noGrp="1"/>
          </p:cNvSpPr>
          <p:nvPr/>
        </p:nvSpPr>
        <p:spPr>
          <a:xfrm xmlns:a="http://schemas.openxmlformats.org/drawingml/2006/main">
            <a:off x="15097125" y="4667250"/>
            <a:ext cx="22860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② 코드가 선택한 조회</a:t>
            </a:r>
          </a:p>
        </p:txBody>
      </p:sp>
      <p:sp>
        <p:nvSpPr>
          <p:cNvPr id="283" name="dp41-comparison / n193">
            <a:extLst xmlns:a="http://schemas.openxmlformats.org/drawingml/2006/main">
              <a:ext uri="{FF2B5EF4-FFF2-40B4-BE49-F238E27FC236}">
                <a16:creationId xmlns:a16="http://schemas.microsoft.com/office/drawing/2014/main" id="{7880BF7F-F6EA-4200-AC85-5FFC7BAFC6CA}"/>
              </a:ext>
            </a:extLst>
          </p:cNvPr>
          <p:cNvSpPr>
            <a:spLocks xmlns:a="http://schemas.openxmlformats.org/drawingml/2006/main" noGrp="1"/>
          </p:cNvSpPr>
          <p:nvPr/>
        </p:nvSpPr>
        <p:spPr>
          <a:xfrm xmlns:a="http://schemas.openxmlformats.org/drawingml/2006/main">
            <a:off x="15078075" y="4791075"/>
            <a:ext cx="1844040"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4" name="dp41-comparison / n194 / text 1">
            <a:extLst xmlns:a="http://schemas.openxmlformats.org/drawingml/2006/main">
              <a:ext uri="{FF2B5EF4-FFF2-40B4-BE49-F238E27FC236}">
                <a16:creationId xmlns:a16="http://schemas.microsoft.com/office/drawing/2014/main" id="{95F46752-FBC0-48CE-A193-98CEB164AA61}"/>
              </a:ext>
            </a:extLst>
          </p:cNvPr>
          <p:cNvSpPr>
            <a:spLocks xmlns:a="http://schemas.openxmlformats.org/drawingml/2006/main" noGrp="1"/>
          </p:cNvSpPr>
          <p:nvPr/>
        </p:nvSpPr>
        <p:spPr>
          <a:xfrm xmlns:a="http://schemas.openxmlformats.org/drawingml/2006/main">
            <a:off x="15097125" y="4800600"/>
            <a:ext cx="2238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task_retrieve / context_retrieve</a:t>
            </a:r>
          </a:p>
        </p:txBody>
      </p:sp>
      <p:sp>
        <p:nvSpPr>
          <p:cNvPr id="285" name="dp41-comparison / n199">
            <a:extLst xmlns:a="http://schemas.openxmlformats.org/drawingml/2006/main">
              <a:ext uri="{FF2B5EF4-FFF2-40B4-BE49-F238E27FC236}">
                <a16:creationId xmlns:a16="http://schemas.microsoft.com/office/drawing/2014/main" id="{86BEA2A1-FA7C-47DE-AADC-761679B59526}"/>
              </a:ext>
            </a:extLst>
          </p:cNvPr>
          <p:cNvSpPr>
            <a:spLocks xmlns:a="http://schemas.openxmlformats.org/drawingml/2006/main" noGrp="1"/>
          </p:cNvSpPr>
          <p:nvPr/>
        </p:nvSpPr>
        <p:spPr>
          <a:xfrm xmlns:a="http://schemas.openxmlformats.org/drawingml/2006/main">
            <a:off x="15078075" y="4933950"/>
            <a:ext cx="1427798"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6" name="dp41-comparison / n200 / text 1">
            <a:extLst xmlns:a="http://schemas.openxmlformats.org/drawingml/2006/main">
              <a:ext uri="{FF2B5EF4-FFF2-40B4-BE49-F238E27FC236}">
                <a16:creationId xmlns:a16="http://schemas.microsoft.com/office/drawing/2014/main" id="{5E2C3E61-179D-4217-B6FB-88DE675BC48A}"/>
              </a:ext>
            </a:extLst>
          </p:cNvPr>
          <p:cNvSpPr>
            <a:spLocks xmlns:a="http://schemas.openxmlformats.org/drawingml/2006/main" noGrp="1"/>
          </p:cNvSpPr>
          <p:nvPr/>
        </p:nvSpPr>
        <p:spPr>
          <a:xfrm xmlns:a="http://schemas.openxmlformats.org/drawingml/2006/main">
            <a:off x="15097125" y="4943475"/>
            <a:ext cx="22383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④ 해결 상태로 코드 재검사</a:t>
            </a:r>
          </a:p>
        </p:txBody>
      </p:sp>
      <p:sp>
        <p:nvSpPr>
          <p:cNvPr id="287" name="dp41-comparison / n202">
            <a:extLst xmlns:a="http://schemas.openxmlformats.org/drawingml/2006/main">
              <a:ext uri="{FF2B5EF4-FFF2-40B4-BE49-F238E27FC236}">
                <a16:creationId xmlns:a16="http://schemas.microsoft.com/office/drawing/2014/main" id="{2EBEC9CD-6518-41D4-9FEA-AE2409370316}"/>
              </a:ext>
            </a:extLst>
          </p:cNvPr>
          <p:cNvSpPr>
            <a:spLocks xmlns:a="http://schemas.openxmlformats.org/drawingml/2006/main" noGrp="1"/>
          </p:cNvSpPr>
          <p:nvPr/>
        </p:nvSpPr>
        <p:spPr>
          <a:xfrm xmlns:a="http://schemas.openxmlformats.org/drawingml/2006/main">
            <a:off x="12992100" y="5486400"/>
            <a:ext cx="1697355" cy="2476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8" name="dp41-comparison / n203 / text 1">
            <a:extLst xmlns:a="http://schemas.openxmlformats.org/drawingml/2006/main">
              <a:ext uri="{FF2B5EF4-FFF2-40B4-BE49-F238E27FC236}">
                <a16:creationId xmlns:a16="http://schemas.microsoft.com/office/drawing/2014/main" id="{A494F995-C979-409F-AAC3-19F5134FF60F}"/>
              </a:ext>
            </a:extLst>
          </p:cNvPr>
          <p:cNvSpPr>
            <a:spLocks xmlns:a="http://schemas.openxmlformats.org/drawingml/2006/main" noGrp="1"/>
          </p:cNvSpPr>
          <p:nvPr/>
        </p:nvSpPr>
        <p:spPr>
          <a:xfrm xmlns:a="http://schemas.openxmlformats.org/drawingml/2006/main">
            <a:off x="13011150" y="5495925"/>
            <a:ext cx="19050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report: 두 후보 → 확인 뒤 Task1</a:t>
            </a:r>
          </a:p>
        </p:txBody>
      </p:sp>
      <p:sp>
        <p:nvSpPr>
          <p:cNvPr id="289" name="dp41-comparison / n203 / text 2">
            <a:extLst xmlns:a="http://schemas.openxmlformats.org/drawingml/2006/main">
              <a:ext uri="{FF2B5EF4-FFF2-40B4-BE49-F238E27FC236}">
                <a16:creationId xmlns:a16="http://schemas.microsoft.com/office/drawing/2014/main" id="{707A18D3-5EE7-4B21-B029-347846EA9BBB}"/>
              </a:ext>
            </a:extLst>
          </p:cNvPr>
          <p:cNvSpPr>
            <a:spLocks xmlns:a="http://schemas.openxmlformats.org/drawingml/2006/main" noGrp="1"/>
          </p:cNvSpPr>
          <p:nvPr/>
        </p:nvSpPr>
        <p:spPr>
          <a:xfrm xmlns:a="http://schemas.openxmlformats.org/drawingml/2006/main">
            <a:off x="13011150" y="5610225"/>
            <a:ext cx="19050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table: 선택한 표 연결</a:t>
            </a:r>
          </a:p>
        </p:txBody>
      </p:sp>
      <p:sp>
        <p:nvSpPr>
          <p:cNvPr id="290" name="dp41-comparison / n205">
            <a:extLst xmlns:a="http://schemas.openxmlformats.org/drawingml/2006/main">
              <a:ext uri="{FF2B5EF4-FFF2-40B4-BE49-F238E27FC236}">
                <a16:creationId xmlns:a16="http://schemas.microsoft.com/office/drawing/2014/main" id="{9087F84D-B9A7-461A-861F-2DF20F4A9038}"/>
              </a:ext>
            </a:extLst>
          </p:cNvPr>
          <p:cNvSpPr>
            <a:spLocks xmlns:a="http://schemas.openxmlformats.org/drawingml/2006/main" noGrp="1"/>
          </p:cNvSpPr>
          <p:nvPr/>
        </p:nvSpPr>
        <p:spPr>
          <a:xfrm xmlns:a="http://schemas.openxmlformats.org/drawingml/2006/main">
            <a:off x="15078075" y="5543550"/>
            <a:ext cx="1698117"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1" name="dp41-comparison / n206 / text 1">
            <a:extLst xmlns:a="http://schemas.openxmlformats.org/drawingml/2006/main">
              <a:ext uri="{FF2B5EF4-FFF2-40B4-BE49-F238E27FC236}">
                <a16:creationId xmlns:a16="http://schemas.microsoft.com/office/drawing/2014/main" id="{5ADF5512-B0E9-4A19-968D-0510F9478CF5}"/>
              </a:ext>
            </a:extLst>
          </p:cNvPr>
          <p:cNvSpPr>
            <a:spLocks xmlns:a="http://schemas.openxmlformats.org/drawingml/2006/main" noGrp="1"/>
          </p:cNvSpPr>
          <p:nvPr/>
        </p:nvSpPr>
        <p:spPr>
          <a:xfrm xmlns:a="http://schemas.openxmlformats.org/drawingml/2006/main">
            <a:off x="15097125" y="5553075"/>
            <a:ext cx="2190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⑤ 지원 연산으로 전체 의미 구성</a:t>
            </a:r>
          </a:p>
        </p:txBody>
      </p:sp>
      <p:sp>
        <p:nvSpPr>
          <p:cNvPr id="292" name="dp41-comparison / n208">
            <a:extLst xmlns:a="http://schemas.openxmlformats.org/drawingml/2006/main">
              <a:ext uri="{FF2B5EF4-FFF2-40B4-BE49-F238E27FC236}">
                <a16:creationId xmlns:a16="http://schemas.microsoft.com/office/drawing/2014/main" id="{8F78AEE1-0D7E-427D-B94E-3D98B3A38A04}"/>
              </a:ext>
            </a:extLst>
          </p:cNvPr>
          <p:cNvSpPr>
            <a:spLocks xmlns:a="http://schemas.openxmlformats.org/drawingml/2006/main" noGrp="1"/>
          </p:cNvSpPr>
          <p:nvPr/>
        </p:nvSpPr>
        <p:spPr>
          <a:xfrm xmlns:a="http://schemas.openxmlformats.org/drawingml/2006/main">
            <a:off x="9934575" y="4438650"/>
            <a:ext cx="2073212"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3" name="dp41-comparison / n209 / text 1">
            <a:extLst xmlns:a="http://schemas.openxmlformats.org/drawingml/2006/main">
              <a:ext uri="{FF2B5EF4-FFF2-40B4-BE49-F238E27FC236}">
                <a16:creationId xmlns:a16="http://schemas.microsoft.com/office/drawing/2014/main" id="{4A11462B-3E6E-431E-AF56-D89C4D9E9A7C}"/>
              </a:ext>
            </a:extLst>
          </p:cNvPr>
          <p:cNvSpPr>
            <a:spLocks xmlns:a="http://schemas.openxmlformats.org/drawingml/2006/main" noGrp="1"/>
          </p:cNvSpPr>
          <p:nvPr/>
        </p:nvSpPr>
        <p:spPr>
          <a:xfrm xmlns:a="http://schemas.openxmlformats.org/drawingml/2006/main">
            <a:off x="9953625" y="4448175"/>
            <a:ext cx="2524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필요 시: 특정 항목만 모델에 해석 요청</a:t>
            </a:r>
          </a:p>
        </p:txBody>
      </p:sp>
      <p:sp>
        <p:nvSpPr>
          <p:cNvPr id="294" name="dp41-comparison / n210">
            <a:extLst xmlns:a="http://schemas.openxmlformats.org/drawingml/2006/main">
              <a:ext uri="{FF2B5EF4-FFF2-40B4-BE49-F238E27FC236}">
                <a16:creationId xmlns:a16="http://schemas.microsoft.com/office/drawing/2014/main" id="{6D7DEA3C-D9C6-4027-AFF4-77827A40CF8F}"/>
              </a:ext>
            </a:extLst>
          </p:cNvPr>
          <p:cNvSpPr>
            <a:spLocks xmlns:a="http://schemas.openxmlformats.org/drawingml/2006/main" noGrp="1"/>
          </p:cNvSpPr>
          <p:nvPr/>
        </p:nvSpPr>
        <p:spPr>
          <a:xfrm xmlns:a="http://schemas.openxmlformats.org/drawingml/2006/main">
            <a:off x="9953625" y="4667250"/>
            <a:ext cx="2333625" cy="1143000"/>
          </a:xfrm>
          <a:custGeom xmlns:a="http://schemas.openxmlformats.org/drawingml/2006/main">
            <a:pathLst>
              <a:path w="2333625" h="1143000">
                <a:moveTo>
                  <a:pt x="0" y="0"/>
                </a:moveTo>
                <a:lnTo>
                  <a:pt x="2162175" y="0"/>
                </a:lnTo>
                <a:lnTo>
                  <a:pt x="2333625" y="171450"/>
                </a:lnTo>
                <a:lnTo>
                  <a:pt x="2333625" y="1143000"/>
                </a:lnTo>
                <a:lnTo>
                  <a:pt x="0" y="11430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95" name="dp41-comparison / n210 / fold">
            <a:extLst xmlns:a="http://schemas.openxmlformats.org/drawingml/2006/main">
              <a:ext uri="{FF2B5EF4-FFF2-40B4-BE49-F238E27FC236}">
                <a16:creationId xmlns:a16="http://schemas.microsoft.com/office/drawing/2014/main" id="{57E599AB-EC40-40FC-98E9-9CEE205E765E}"/>
              </a:ext>
            </a:extLst>
          </p:cNvPr>
          <p:cNvSpPr>
            <a:spLocks xmlns:a="http://schemas.openxmlformats.org/drawingml/2006/main" noGrp="1"/>
          </p:cNvSpPr>
          <p:nvPr/>
        </p:nvSpPr>
        <p:spPr>
          <a:xfrm xmlns:a="http://schemas.openxmlformats.org/drawingml/2006/main">
            <a:off x="12115800" y="4667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96" name="dp41-comparison / n211 / text 1">
            <a:extLst xmlns:a="http://schemas.openxmlformats.org/drawingml/2006/main">
              <a:ext uri="{FF2B5EF4-FFF2-40B4-BE49-F238E27FC236}">
                <a16:creationId xmlns:a16="http://schemas.microsoft.com/office/drawing/2014/main" id="{6F02B23F-D171-4EEE-AC75-7B40BAEE6FAC}"/>
              </a:ext>
            </a:extLst>
          </p:cNvPr>
          <p:cNvSpPr>
            <a:spLocks xmlns:a="http://schemas.openxmlformats.org/drawingml/2006/main" noGrp="1"/>
          </p:cNvSpPr>
          <p:nvPr/>
        </p:nvSpPr>
        <p:spPr>
          <a:xfrm xmlns:a="http://schemas.openxmlformats.org/drawingml/2006/main">
            <a:off x="10048875" y="47244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모델 출력: RequestFrame (필드 축약)</a:t>
            </a:r>
          </a:p>
        </p:txBody>
      </p:sp>
      <p:sp>
        <p:nvSpPr>
          <p:cNvPr id="297" name="dp41-comparison / n211 / text 2">
            <a:extLst xmlns:a="http://schemas.openxmlformats.org/drawingml/2006/main">
              <a:ext uri="{FF2B5EF4-FFF2-40B4-BE49-F238E27FC236}">
                <a16:creationId xmlns:a16="http://schemas.microsoft.com/office/drawing/2014/main" id="{80FC639D-A181-4563-9F5C-BE3DA06F928F}"/>
              </a:ext>
            </a:extLst>
          </p:cNvPr>
          <p:cNvSpPr>
            <a:spLocks xmlns:a="http://schemas.openxmlformats.org/drawingml/2006/main" noGrp="1"/>
          </p:cNvSpPr>
          <p:nvPr/>
        </p:nvSpPr>
        <p:spPr>
          <a:xfrm xmlns:a="http://schemas.openxmlformats.org/drawingml/2006/main">
            <a:off x="10048875" y="48387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schema_version:1 / input_ref:Input1</a:t>
            </a:r>
          </a:p>
        </p:txBody>
      </p:sp>
      <p:sp>
        <p:nvSpPr>
          <p:cNvPr id="298" name="dp41-comparison / n211 / text 3">
            <a:extLst xmlns:a="http://schemas.openxmlformats.org/drawingml/2006/main">
              <a:ext uri="{FF2B5EF4-FFF2-40B4-BE49-F238E27FC236}">
                <a16:creationId xmlns:a16="http://schemas.microsoft.com/office/drawing/2014/main" id="{2B82C2E3-8D0B-4161-9D23-47455965A2CF}"/>
              </a:ext>
            </a:extLst>
          </p:cNvPr>
          <p:cNvSpPr>
            <a:spLocks xmlns:a="http://schemas.openxmlformats.org/drawingml/2006/main" noGrp="1"/>
          </p:cNvSpPr>
          <p:nvPr/>
        </p:nvSpPr>
        <p:spPr>
          <a:xfrm xmlns:a="http://schemas.openxmlformats.org/drawingml/2006/main">
            <a:off x="10048875" y="49530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goals: G1=UPDATE_TASK(report,table)</a:t>
            </a:r>
          </a:p>
        </p:txBody>
      </p:sp>
      <p:sp>
        <p:nvSpPr>
          <p:cNvPr id="299" name="dp41-comparison / n211 / text 4">
            <a:extLst xmlns:a="http://schemas.openxmlformats.org/drawingml/2006/main">
              <a:ext uri="{FF2B5EF4-FFF2-40B4-BE49-F238E27FC236}">
                <a16:creationId xmlns:a16="http://schemas.microsoft.com/office/drawing/2014/main" id="{FEA47A3D-3F05-4CA7-91A3-9F255A85D9B9}"/>
              </a:ext>
            </a:extLst>
          </p:cNvPr>
          <p:cNvSpPr>
            <a:spLocks xmlns:a="http://schemas.openxmlformats.org/drawingml/2006/main" noGrp="1"/>
          </p:cNvSpPr>
          <p:nvPr/>
        </p:nvSpPr>
        <p:spPr>
          <a:xfrm xmlns:a="http://schemas.openxmlformats.org/drawingml/2006/main">
            <a:off x="10048875" y="50673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  G2=NEW_TASK(메일 초안)</a:t>
            </a:r>
          </a:p>
        </p:txBody>
      </p:sp>
      <p:sp>
        <p:nvSpPr>
          <p:cNvPr id="300" name="dp41-comparison / n211 / text 5">
            <a:extLst xmlns:a="http://schemas.openxmlformats.org/drawingml/2006/main">
              <a:ext uri="{FF2B5EF4-FFF2-40B4-BE49-F238E27FC236}">
                <a16:creationId xmlns:a16="http://schemas.microsoft.com/office/drawing/2014/main" id="{6F7A0B14-F21A-4F1D-A09A-2E451E3CFDE7}"/>
              </a:ext>
            </a:extLst>
          </p:cNvPr>
          <p:cNvSpPr>
            <a:spLocks xmlns:a="http://schemas.openxmlformats.org/drawingml/2006/main" noGrp="1"/>
          </p:cNvSpPr>
          <p:nvPr/>
        </p:nvSpPr>
        <p:spPr>
          <a:xfrm xmlns:a="http://schemas.openxmlformats.org/drawingml/2006/main">
            <a:off x="10048875" y="51816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references: report=RECENT_TASK("보고서")</a:t>
            </a:r>
          </a:p>
        </p:txBody>
      </p:sp>
      <p:sp>
        <p:nvSpPr>
          <p:cNvPr id="301" name="dp41-comparison / n211 / text 6">
            <a:extLst xmlns:a="http://schemas.openxmlformats.org/drawingml/2006/main">
              <a:ext uri="{FF2B5EF4-FFF2-40B4-BE49-F238E27FC236}">
                <a16:creationId xmlns:a16="http://schemas.microsoft.com/office/drawing/2014/main" id="{FC7836D9-C420-4ACE-B748-A648FF36C294}"/>
              </a:ext>
            </a:extLst>
          </p:cNvPr>
          <p:cNvSpPr>
            <a:spLocks xmlns:a="http://schemas.openxmlformats.org/drawingml/2006/main" noGrp="1"/>
          </p:cNvSpPr>
          <p:nvPr/>
        </p:nvSpPr>
        <p:spPr>
          <a:xfrm xmlns:a="http://schemas.openxmlformats.org/drawingml/2006/main">
            <a:off x="10048875" y="52959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  table=INPUT_SELECTION</a:t>
            </a:r>
          </a:p>
        </p:txBody>
      </p:sp>
      <p:sp>
        <p:nvSpPr>
          <p:cNvPr id="302" name="dp41-comparison / n211 / text 7">
            <a:extLst xmlns:a="http://schemas.openxmlformats.org/drawingml/2006/main">
              <a:ext uri="{FF2B5EF4-FFF2-40B4-BE49-F238E27FC236}">
                <a16:creationId xmlns:a16="http://schemas.microsoft.com/office/drawing/2014/main" id="{6B5A658E-3D90-43D6-9035-F5DBFAC09D80}"/>
              </a:ext>
            </a:extLst>
          </p:cNvPr>
          <p:cNvSpPr>
            <a:spLocks xmlns:a="http://schemas.openxmlformats.org/drawingml/2006/main" noGrp="1"/>
          </p:cNvSpPr>
          <p:nvPr/>
        </p:nvSpPr>
        <p:spPr>
          <a:xfrm xmlns:a="http://schemas.openxmlformats.org/drawingml/2006/main">
            <a:off x="10048875" y="54102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relations: USE_RESULT(G1 → G2)</a:t>
            </a:r>
          </a:p>
        </p:txBody>
      </p:sp>
      <p:sp>
        <p:nvSpPr>
          <p:cNvPr id="303" name="dp41-comparison / n211 / text 8">
            <a:extLst xmlns:a="http://schemas.openxmlformats.org/drawingml/2006/main">
              <a:ext uri="{FF2B5EF4-FFF2-40B4-BE49-F238E27FC236}">
                <a16:creationId xmlns:a16="http://schemas.microsoft.com/office/drawing/2014/main" id="{BD817E87-92AD-43D5-B58E-3FCF31BE1FFA}"/>
              </a:ext>
            </a:extLst>
          </p:cNvPr>
          <p:cNvSpPr>
            <a:spLocks xmlns:a="http://schemas.openxmlformats.org/drawingml/2006/main" noGrp="1"/>
          </p:cNvSpPr>
          <p:nvPr/>
        </p:nvSpPr>
        <p:spPr>
          <a:xfrm xmlns:a="http://schemas.openxmlformats.org/drawingml/2006/main">
            <a:off x="10048875" y="55245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constraints: FORBID_ACTION(G2, SEND)</a:t>
            </a:r>
          </a:p>
        </p:txBody>
      </p:sp>
      <p:sp>
        <p:nvSpPr>
          <p:cNvPr id="304" name="dp41-comparison / n211 / text 9">
            <a:extLst xmlns:a="http://schemas.openxmlformats.org/drawingml/2006/main">
              <a:ext uri="{FF2B5EF4-FFF2-40B4-BE49-F238E27FC236}">
                <a16:creationId xmlns:a16="http://schemas.microsoft.com/office/drawing/2014/main" id="{D7B3A514-4315-48A6-8576-850F9B7CA4FB}"/>
              </a:ext>
            </a:extLst>
          </p:cNvPr>
          <p:cNvSpPr>
            <a:spLocks xmlns:a="http://schemas.openxmlformats.org/drawingml/2006/main" noGrp="1"/>
          </p:cNvSpPr>
          <p:nvPr/>
        </p:nvSpPr>
        <p:spPr>
          <a:xfrm xmlns:a="http://schemas.openxmlformats.org/drawingml/2006/main">
            <a:off x="10048875" y="5638800"/>
            <a:ext cx="20669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unparsed_spans:[] / 실제 Task는 미확정</a:t>
            </a:r>
          </a:p>
        </p:txBody>
      </p:sp>
      <p:sp>
        <p:nvSpPr>
          <p:cNvPr id="305" name="dp41-comparison / n212">
            <a:extLst xmlns:a="http://schemas.openxmlformats.org/drawingml/2006/main">
              <a:ext uri="{FF2B5EF4-FFF2-40B4-BE49-F238E27FC236}">
                <a16:creationId xmlns:a16="http://schemas.microsoft.com/office/drawing/2014/main" id="{52AE07F1-7BA1-44F5-B1AB-F0CE258030EF}"/>
              </a:ext>
            </a:extLst>
          </p:cNvPr>
          <p:cNvSpPr>
            <a:spLocks xmlns:a="http://schemas.openxmlformats.org/drawingml/2006/main" noGrp="1"/>
          </p:cNvSpPr>
          <p:nvPr/>
        </p:nvSpPr>
        <p:spPr>
          <a:xfrm xmlns:a="http://schemas.openxmlformats.org/drawingml/2006/main">
            <a:off x="9953625" y="5848350"/>
            <a:ext cx="2333625" cy="495300"/>
          </a:xfrm>
          <a:custGeom xmlns:a="http://schemas.openxmlformats.org/drawingml/2006/main">
            <a:pathLst>
              <a:path w="2333625" h="495300">
                <a:moveTo>
                  <a:pt x="0" y="0"/>
                </a:moveTo>
                <a:lnTo>
                  <a:pt x="2162175" y="0"/>
                </a:lnTo>
                <a:lnTo>
                  <a:pt x="2333625" y="171450"/>
                </a:lnTo>
                <a:lnTo>
                  <a:pt x="2333625" y="495300"/>
                </a:lnTo>
                <a:lnTo>
                  <a:pt x="0" y="4953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306" name="dp41-comparison / n212 / fold">
            <a:extLst xmlns:a="http://schemas.openxmlformats.org/drawingml/2006/main">
              <a:ext uri="{FF2B5EF4-FFF2-40B4-BE49-F238E27FC236}">
                <a16:creationId xmlns:a16="http://schemas.microsoft.com/office/drawing/2014/main" id="{0AB0CD08-943D-4297-807F-DC74FD6649C6}"/>
              </a:ext>
            </a:extLst>
          </p:cNvPr>
          <p:cNvSpPr>
            <a:spLocks xmlns:a="http://schemas.openxmlformats.org/drawingml/2006/main" noGrp="1"/>
          </p:cNvSpPr>
          <p:nvPr/>
        </p:nvSpPr>
        <p:spPr>
          <a:xfrm xmlns:a="http://schemas.openxmlformats.org/drawingml/2006/main">
            <a:off x="12115800" y="58483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307" name="dp41-comparison / n213 / text 1">
            <a:extLst xmlns:a="http://schemas.openxmlformats.org/drawingml/2006/main">
              <a:ext uri="{FF2B5EF4-FFF2-40B4-BE49-F238E27FC236}">
                <a16:creationId xmlns:a16="http://schemas.microsoft.com/office/drawing/2014/main" id="{17D88FFD-A149-445C-BA15-EB3A5C3D2728}"/>
              </a:ext>
            </a:extLst>
          </p:cNvPr>
          <p:cNvSpPr>
            <a:spLocks xmlns:a="http://schemas.openxmlformats.org/drawingml/2006/main" noGrp="1"/>
          </p:cNvSpPr>
          <p:nvPr/>
        </p:nvSpPr>
        <p:spPr>
          <a:xfrm xmlns:a="http://schemas.openxmlformats.org/drawingml/2006/main">
            <a:off x="10048875" y="5905500"/>
            <a:ext cx="20669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코드가 만든 MeaningProposal</a:t>
            </a:r>
          </a:p>
        </p:txBody>
      </p:sp>
      <p:sp>
        <p:nvSpPr>
          <p:cNvPr id="308" name="dp41-comparison / n213 / text 2">
            <a:extLst xmlns:a="http://schemas.openxmlformats.org/drawingml/2006/main">
              <a:ext uri="{FF2B5EF4-FFF2-40B4-BE49-F238E27FC236}">
                <a16:creationId xmlns:a16="http://schemas.microsoft.com/office/drawing/2014/main" id="{4B7D7E99-4374-4AA3-BC8C-3B6CF8EB3D77}"/>
              </a:ext>
            </a:extLst>
          </p:cNvPr>
          <p:cNvSpPr>
            <a:spLocks xmlns:a="http://schemas.openxmlformats.org/drawingml/2006/main" noGrp="1"/>
          </p:cNvSpPr>
          <p:nvPr/>
        </p:nvSpPr>
        <p:spPr>
          <a:xfrm xmlns:a="http://schemas.openxmlformats.org/drawingml/2006/main">
            <a:off x="10048875" y="6031230"/>
            <a:ext cx="20669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확인 뒤 Task1 + 표 / 결과로 초안</a:t>
            </a:r>
          </a:p>
        </p:txBody>
      </p:sp>
      <p:sp>
        <p:nvSpPr>
          <p:cNvPr id="309" name="dp41-comparison / n213 / text 3">
            <a:extLst xmlns:a="http://schemas.openxmlformats.org/drawingml/2006/main">
              <a:ext uri="{FF2B5EF4-FFF2-40B4-BE49-F238E27FC236}">
                <a16:creationId xmlns:a16="http://schemas.microsoft.com/office/drawing/2014/main" id="{26E6F3F8-41FB-4567-8D37-7DC070310AAD}"/>
              </a:ext>
            </a:extLst>
          </p:cNvPr>
          <p:cNvSpPr>
            <a:spLocks xmlns:a="http://schemas.openxmlformats.org/drawingml/2006/main" noGrp="1"/>
          </p:cNvSpPr>
          <p:nvPr/>
        </p:nvSpPr>
        <p:spPr>
          <a:xfrm xmlns:a="http://schemas.openxmlformats.org/drawingml/2006/main">
            <a:off x="10048875" y="6156960"/>
            <a:ext cx="20669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전송 금지 유지</a:t>
            </a:r>
          </a:p>
        </p:txBody>
      </p:sp>
      <p:sp>
        <p:nvSpPr>
          <p:cNvPr id="310" name="dp41-comparison / n214">
            <a:extLst xmlns:a="http://schemas.openxmlformats.org/drawingml/2006/main">
              <a:ext uri="{FF2B5EF4-FFF2-40B4-BE49-F238E27FC236}">
                <a16:creationId xmlns:a16="http://schemas.microsoft.com/office/drawing/2014/main" id="{528E2FB5-CBB8-4E00-9972-6B4BBF19F373}"/>
              </a:ext>
            </a:extLst>
          </p:cNvPr>
          <p:cNvSpPr>
            <a:spLocks xmlns:a="http://schemas.openxmlformats.org/drawingml/2006/main" noGrp="1"/>
          </p:cNvSpPr>
          <p:nvPr/>
        </p:nvSpPr>
        <p:spPr>
          <a:xfrm xmlns:a="http://schemas.openxmlformats.org/drawingml/2006/main">
            <a:off x="12887325" y="3648075"/>
            <a:ext cx="2619566"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1" name="dp41-comparison / n215 / text 1">
            <a:extLst xmlns:a="http://schemas.openxmlformats.org/drawingml/2006/main">
              <a:ext uri="{FF2B5EF4-FFF2-40B4-BE49-F238E27FC236}">
                <a16:creationId xmlns:a16="http://schemas.microsoft.com/office/drawing/2014/main" id="{F496B6D1-4322-41EC-8EE3-F479127D2A2F}"/>
              </a:ext>
            </a:extLst>
          </p:cNvPr>
          <p:cNvSpPr>
            <a:spLocks xmlns:a="http://schemas.openxmlformats.org/drawingml/2006/main" noGrp="1"/>
          </p:cNvSpPr>
          <p:nvPr/>
        </p:nvSpPr>
        <p:spPr>
          <a:xfrm xmlns:a="http://schemas.openxmlformats.org/drawingml/2006/main">
            <a:off x="12906375" y="3657600"/>
            <a:ext cx="45720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다음 처리 결정과 전체 결합: Engine 코드</a:t>
            </a:r>
          </a:p>
        </p:txBody>
      </p:sp>
      <p:sp>
        <p:nvSpPr>
          <p:cNvPr id="312" name="dp41-comparison / n225">
            <a:extLst xmlns:a="http://schemas.openxmlformats.org/drawingml/2006/main">
              <a:ext uri="{FF2B5EF4-FFF2-40B4-BE49-F238E27FC236}">
                <a16:creationId xmlns:a16="http://schemas.microsoft.com/office/drawing/2014/main" id="{64398EB5-48F2-47C2-850C-DC18D8B8CD44}"/>
              </a:ext>
            </a:extLst>
          </p:cNvPr>
          <p:cNvSpPr>
            <a:spLocks xmlns:a="http://schemas.openxmlformats.org/drawingml/2006/main" noGrp="1"/>
          </p:cNvSpPr>
          <p:nvPr/>
        </p:nvSpPr>
        <p:spPr>
          <a:xfrm xmlns:a="http://schemas.openxmlformats.org/drawingml/2006/main">
            <a:off x="9934575" y="6657975"/>
            <a:ext cx="2213610"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3" name="dp41-comparison / n226 / text 1">
            <a:extLst xmlns:a="http://schemas.openxmlformats.org/drawingml/2006/main">
              <a:ext uri="{FF2B5EF4-FFF2-40B4-BE49-F238E27FC236}">
                <a16:creationId xmlns:a16="http://schemas.microsoft.com/office/drawing/2014/main" id="{182F2778-25F9-4FA4-91DC-89ACB90E51E7}"/>
              </a:ext>
            </a:extLst>
          </p:cNvPr>
          <p:cNvSpPr>
            <a:spLocks xmlns:a="http://schemas.openxmlformats.org/drawingml/2006/main" noGrp="1"/>
          </p:cNvSpPr>
          <p:nvPr/>
        </p:nvSpPr>
        <p:spPr>
          <a:xfrm xmlns:a="http://schemas.openxmlformats.org/drawingml/2006/main">
            <a:off x="9953625" y="6667500"/>
            <a:ext cx="25717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정보 / 대화 / Task 기록 조회</a:t>
            </a:r>
          </a:p>
        </p:txBody>
      </p:sp>
      <p:sp>
        <p:nvSpPr>
          <p:cNvPr id="314" name="dp41-comparison / n228">
            <a:extLst xmlns:a="http://schemas.openxmlformats.org/drawingml/2006/main">
              <a:ext uri="{FF2B5EF4-FFF2-40B4-BE49-F238E27FC236}">
                <a16:creationId xmlns:a16="http://schemas.microsoft.com/office/drawing/2014/main" id="{A61C8FBE-15EE-4A38-B9CF-238C86CB0E8C}"/>
              </a:ext>
            </a:extLst>
          </p:cNvPr>
          <p:cNvSpPr>
            <a:spLocks xmlns:a="http://schemas.openxmlformats.org/drawingml/2006/main" noGrp="1"/>
          </p:cNvSpPr>
          <p:nvPr/>
        </p:nvSpPr>
        <p:spPr>
          <a:xfrm xmlns:a="http://schemas.openxmlformats.org/drawingml/2006/main">
            <a:off x="9934575" y="7086600"/>
            <a:ext cx="24845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5" name="dp41-comparison / n229 / text 1">
            <a:extLst xmlns:a="http://schemas.openxmlformats.org/drawingml/2006/main">
              <a:ext uri="{FF2B5EF4-FFF2-40B4-BE49-F238E27FC236}">
                <a16:creationId xmlns:a16="http://schemas.microsoft.com/office/drawing/2014/main" id="{21D8141A-E644-47F1-A86B-7A85C6CFCB40}"/>
              </a:ext>
            </a:extLst>
          </p:cNvPr>
          <p:cNvSpPr>
            <a:spLocks xmlns:a="http://schemas.openxmlformats.org/drawingml/2006/main" noGrp="1"/>
          </p:cNvSpPr>
          <p:nvPr/>
        </p:nvSpPr>
        <p:spPr>
          <a:xfrm xmlns:a="http://schemas.openxmlformats.org/drawingml/2006/main">
            <a:off x="9953625" y="7096125"/>
            <a:ext cx="7620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반복 제어와 종료 조건</a:t>
            </a:r>
          </a:p>
        </p:txBody>
      </p:sp>
      <p:sp>
        <p:nvSpPr>
          <p:cNvPr id="316" name="dp41-comparison / n245">
            <a:extLst xmlns:a="http://schemas.openxmlformats.org/drawingml/2006/main">
              <a:ext uri="{FF2B5EF4-FFF2-40B4-BE49-F238E27FC236}">
                <a16:creationId xmlns:a16="http://schemas.microsoft.com/office/drawing/2014/main" id="{722F67C3-7A2A-4594-BA8E-F4E546A2860F}"/>
              </a:ext>
            </a:extLst>
          </p:cNvPr>
          <p:cNvSpPr>
            <a:spLocks xmlns:a="http://schemas.openxmlformats.org/drawingml/2006/main" noGrp="1"/>
          </p:cNvSpPr>
          <p:nvPr/>
        </p:nvSpPr>
        <p:spPr>
          <a:xfrm xmlns:a="http://schemas.openxmlformats.org/drawingml/2006/main">
            <a:off x="15230475" y="7324725"/>
            <a:ext cx="323850"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7" name="dp41-comparison / n246 / text 1">
            <a:extLst xmlns:a="http://schemas.openxmlformats.org/drawingml/2006/main">
              <a:ext uri="{FF2B5EF4-FFF2-40B4-BE49-F238E27FC236}">
                <a16:creationId xmlns:a16="http://schemas.microsoft.com/office/drawing/2014/main" id="{FB828649-B9CD-4641-B6A0-AF35587AB50E}"/>
              </a:ext>
            </a:extLst>
          </p:cNvPr>
          <p:cNvSpPr>
            <a:spLocks xmlns:a="http://schemas.openxmlformats.org/drawingml/2006/main" noGrp="1"/>
          </p:cNvSpPr>
          <p:nvPr/>
        </p:nvSpPr>
        <p:spPr>
          <a:xfrm xmlns:a="http://schemas.openxmlformats.org/drawingml/2006/main">
            <a:off x="15249525" y="7334250"/>
            <a:ext cx="5238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조회</a:t>
            </a:r>
          </a:p>
        </p:txBody>
      </p:sp>
      <p:sp>
        <p:nvSpPr>
          <p:cNvPr id="318" name="dp41-comparison / n248">
            <a:extLst xmlns:a="http://schemas.openxmlformats.org/drawingml/2006/main">
              <a:ext uri="{FF2B5EF4-FFF2-40B4-BE49-F238E27FC236}">
                <a16:creationId xmlns:a16="http://schemas.microsoft.com/office/drawing/2014/main" id="{B6EA957A-8E88-4C44-9FDB-A339C2990D52}"/>
              </a:ext>
            </a:extLst>
          </p:cNvPr>
          <p:cNvSpPr>
            <a:spLocks xmlns:a="http://schemas.openxmlformats.org/drawingml/2006/main" noGrp="1"/>
          </p:cNvSpPr>
          <p:nvPr/>
        </p:nvSpPr>
        <p:spPr>
          <a:xfrm xmlns:a="http://schemas.openxmlformats.org/drawingml/2006/main">
            <a:off x="15316200" y="7791450"/>
            <a:ext cx="1921193"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9" name="dp41-comparison / n249 / text 1">
            <a:extLst xmlns:a="http://schemas.openxmlformats.org/drawingml/2006/main">
              <a:ext uri="{FF2B5EF4-FFF2-40B4-BE49-F238E27FC236}">
                <a16:creationId xmlns:a16="http://schemas.microsoft.com/office/drawing/2014/main" id="{70BE6585-F385-4E05-A840-307A1F1A3704}"/>
              </a:ext>
            </a:extLst>
          </p:cNvPr>
          <p:cNvSpPr>
            <a:spLocks xmlns:a="http://schemas.openxmlformats.org/drawingml/2006/main" noGrp="1"/>
          </p:cNvSpPr>
          <p:nvPr/>
        </p:nvSpPr>
        <p:spPr>
          <a:xfrm xmlns:a="http://schemas.openxmlformats.org/drawingml/2006/main">
            <a:off x="15335250" y="7800975"/>
            <a:ext cx="20955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해결 상태 갱신 후 코드 재검사</a:t>
            </a:r>
          </a:p>
        </p:txBody>
      </p:sp>
      <p:sp>
        <p:nvSpPr>
          <p:cNvPr id="320" name="dp41-comparison / n251">
            <a:extLst xmlns:a="http://schemas.openxmlformats.org/drawingml/2006/main">
              <a:ext uri="{FF2B5EF4-FFF2-40B4-BE49-F238E27FC236}">
                <a16:creationId xmlns:a16="http://schemas.microsoft.com/office/drawing/2014/main" id="{7328F4E7-7136-4D09-82FD-10F46A37731D}"/>
              </a:ext>
            </a:extLst>
          </p:cNvPr>
          <p:cNvSpPr>
            <a:spLocks xmlns:a="http://schemas.openxmlformats.org/drawingml/2006/main" noGrp="1"/>
          </p:cNvSpPr>
          <p:nvPr/>
        </p:nvSpPr>
        <p:spPr>
          <a:xfrm xmlns:a="http://schemas.openxmlformats.org/drawingml/2006/main">
            <a:off x="12325350" y="7905750"/>
            <a:ext cx="1529906"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21" name="dp41-comparison / n252 / text 1">
            <a:extLst xmlns:a="http://schemas.openxmlformats.org/drawingml/2006/main">
              <a:ext uri="{FF2B5EF4-FFF2-40B4-BE49-F238E27FC236}">
                <a16:creationId xmlns:a16="http://schemas.microsoft.com/office/drawing/2014/main" id="{EEA7609B-D74D-46F7-8FF1-444F1F686E1A}"/>
              </a:ext>
            </a:extLst>
          </p:cNvPr>
          <p:cNvSpPr>
            <a:spLocks xmlns:a="http://schemas.openxmlformats.org/drawingml/2006/main" noGrp="1"/>
          </p:cNvSpPr>
          <p:nvPr/>
        </p:nvSpPr>
        <p:spPr>
          <a:xfrm xmlns:a="http://schemas.openxmlformats.org/drawingml/2006/main">
            <a:off x="12344400" y="7915275"/>
            <a:ext cx="21145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의미 해석이 필요한 항목</a:t>
            </a:r>
          </a:p>
        </p:txBody>
      </p:sp>
      <p:sp>
        <p:nvSpPr>
          <p:cNvPr id="322" name="dp41-comparison / n254">
            <a:extLst xmlns:a="http://schemas.openxmlformats.org/drawingml/2006/main">
              <a:ext uri="{FF2B5EF4-FFF2-40B4-BE49-F238E27FC236}">
                <a16:creationId xmlns:a16="http://schemas.microsoft.com/office/drawing/2014/main" id="{6DB34A17-60ED-4963-8351-84CB686D7CA6}"/>
              </a:ext>
            </a:extLst>
          </p:cNvPr>
          <p:cNvSpPr>
            <a:spLocks xmlns:a="http://schemas.openxmlformats.org/drawingml/2006/main" noGrp="1"/>
          </p:cNvSpPr>
          <p:nvPr/>
        </p:nvSpPr>
        <p:spPr>
          <a:xfrm xmlns:a="http://schemas.openxmlformats.org/drawingml/2006/main">
            <a:off x="9934575" y="7667625"/>
            <a:ext cx="1529906"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23" name="dp41-comparison / n255 / text 1">
            <a:extLst xmlns:a="http://schemas.openxmlformats.org/drawingml/2006/main">
              <a:ext uri="{FF2B5EF4-FFF2-40B4-BE49-F238E27FC236}">
                <a16:creationId xmlns:a16="http://schemas.microsoft.com/office/drawing/2014/main" id="{8FC791C4-B8CB-4586-B858-97A2E254BEE5}"/>
              </a:ext>
            </a:extLst>
          </p:cNvPr>
          <p:cNvSpPr>
            <a:spLocks xmlns:a="http://schemas.openxmlformats.org/drawingml/2006/main" noGrp="1"/>
          </p:cNvSpPr>
          <p:nvPr/>
        </p:nvSpPr>
        <p:spPr>
          <a:xfrm xmlns:a="http://schemas.openxmlformats.org/drawingml/2006/main">
            <a:off x="9953625" y="7677150"/>
            <a:ext cx="23812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부분 결과를 코드에 반환</a:t>
            </a:r>
          </a:p>
        </p:txBody>
      </p:sp>
      <p:sp>
        <p:nvSpPr>
          <p:cNvPr id="324" name="dp41-comparison / n257">
            <a:extLst xmlns:a="http://schemas.openxmlformats.org/drawingml/2006/main">
              <a:ext uri="{FF2B5EF4-FFF2-40B4-BE49-F238E27FC236}">
                <a16:creationId xmlns:a16="http://schemas.microsoft.com/office/drawing/2014/main" id="{3965BB6B-0DF8-4BAA-BFF3-A39B0312C9C1}"/>
              </a:ext>
            </a:extLst>
          </p:cNvPr>
          <p:cNvSpPr>
            <a:spLocks xmlns:a="http://schemas.openxmlformats.org/drawingml/2006/main" noGrp="1"/>
          </p:cNvSpPr>
          <p:nvPr/>
        </p:nvSpPr>
        <p:spPr>
          <a:xfrm xmlns:a="http://schemas.openxmlformats.org/drawingml/2006/main">
            <a:off x="14573250" y="7905750"/>
            <a:ext cx="51244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25" name="dp41-comparison / n258 / text 1">
            <a:extLst xmlns:a="http://schemas.openxmlformats.org/drawingml/2006/main">
              <a:ext uri="{FF2B5EF4-FFF2-40B4-BE49-F238E27FC236}">
                <a16:creationId xmlns:a16="http://schemas.microsoft.com/office/drawing/2014/main" id="{C967DE76-77D4-4C84-AEE3-809ACDBDEC0E}"/>
              </a:ext>
            </a:extLst>
          </p:cNvPr>
          <p:cNvSpPr>
            <a:spLocks xmlns:a="http://schemas.openxmlformats.org/drawingml/2006/main" noGrp="1"/>
          </p:cNvSpPr>
          <p:nvPr/>
        </p:nvSpPr>
        <p:spPr>
          <a:xfrm xmlns:a="http://schemas.openxmlformats.org/drawingml/2006/main">
            <a:off x="14592300" y="7915275"/>
            <a:ext cx="6858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완성/질문</a:t>
            </a:r>
          </a:p>
        </p:txBody>
      </p:sp>
    </p:spTree>
    <p:extLst>
      <p:ext uri="{BB962C8B-B14F-4D97-AF65-F5344CB8AC3E}">
        <p14:creationId xmlns:p14="http://schemas.microsoft.com/office/powerpoint/2010/main" val="1614029304"/>
      </p:ext>
    </p:extLst>
  </p:cSld>
</p:sld>
</file>

<file path=ppt/slides/slide3.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p:grpSpPr>
      <p:sp>
        <p:nvSpPr>
          <p:cNvPr id="38" name="dp42-background / title / 1">
            <a:extLst>
              <a:ext uri="{FF2B5EF4-FFF2-40B4-BE49-F238E27FC236}">
                <ns2:creationId id="{37FDAAFD-5B0F-4220-94DC-2117D8CD4784}"/>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대화와 Task는</a:t>
            </a:r>
          </a:p>
        </p:txBody>
      </p:sp>
      <p:sp>
        <p:nvSpPr>
          <p:cNvPr id="2" name="dp42-background / title / 2">
            <a:extLst>
              <a:ext uri="{FF2B5EF4-FFF2-40B4-BE49-F238E27FC236}">
                <ns2:creationId id="{B729F88A-755D-40E6-BCA0-D6B6892F2370}"/>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서로 다른 시점에 시작하고 끝납니다</a:t>
            </a:r>
          </a:p>
        </p:txBody>
      </p:sp>
      <p:sp>
        <p:nvSpPr>
          <p:cNvPr id="3" name="dp42-background / request / 1">
            <a:extLst>
              <a:ext uri="{FF2B5EF4-FFF2-40B4-BE49-F238E27FC236}">
                <ns2:creationId id="{CDF1DC0F-302E-4441-A059-4FC4D42AC1D2}"/>
              </a:ext>
            </a:extLst>
          </p:cNvPr>
          <p:cNvSpPr>
            <a:spLocks noGrp="1"/>
          </p:cNvSpPr>
          <p:nvPr/>
        </p:nvSpPr>
        <p:spPr>
          <a:xfrm>
            <a:off x="904875" y="1962150"/>
            <a:ext cx="16573500" cy="437198"/>
          </a:xfrm>
          <a:prstGeom prst="rect">
            <a:avLst/>
          </a:prstGeom>
          <a:noFill/>
          <a:ln w="0">
            <a:noFill/>
          </a:ln>
        </p:spPr>
        <p:txBody>
          <a:bodyPr wrap="none" lIns="0" tIns="0" rIns="0" bIns="0" anchor="t">
            <a:noAutofit/>
          </a:bodyPr>
          <a:lstStyle/>
          <a:p>
            <a:pPr algn="l">
              <a:defRPr sz="2550" b="1">
                <a:solidFill>
                  <a:srgbClr val="397C80"/>
                </a:solidFill>
                <a:latin typeface="Apple SD Gothic Neo"/>
                <a:ea typeface="Apple SD Gothic Neo"/>
                <a:cs typeface="Apple SD Gothic Neo"/>
              </a:defRPr>
            </a:pPr>
            <a:r>
              <a:rPr sz="2550" b="1">
                <a:solidFill>
                  <a:srgbClr val="397C80"/>
                </a:solidFill>
                <a:latin typeface="Apple SD Gothic Neo"/>
                <a:ea typeface="Apple SD Gothic Neo"/>
                <a:cs typeface="Apple SD Gothic Neo"/>
              </a:rPr>
              <a:t>보고서를 맡기고 → 음성 연결을 잠시 끊고 → 다시 돌아와 결론을 수정</a:t>
            </a:r>
          </a:p>
        </p:txBody>
      </p:sp>
      <p:pic>
        <p:nvPicPr>
          <p:cNvPr id="41" name=""/>
          <p:cNvPicPr>
            <a:picLocks noChangeAspect="1"/>
          </p:cNvPicPr>
          <p:nvPr/>
        </p:nvPicPr>
        <p:blipFill>
          <a:blip r:embed="RviaBackgroundImage1"/>
          <a:srcRect l="0" t="9000" r="67000" b="12000"/>
          <a:stretch>
            <a:fillRect l="0" t="0" r="0" b="0"/>
          </a:stretch>
        </p:blipFill>
        <p:spPr>
          <a:xfrm>
            <a:off x="1595438" y="2590800"/>
            <a:ext cx="3095625" cy="2381250"/>
          </a:xfrm>
          <a:prstGeom prst="rect">
            <a:avLst/>
          </a:prstGeom>
        </p:spPr>
      </p:pic>
      <p:pic>
        <p:nvPicPr>
          <p:cNvPr id="42" name=""/>
          <p:cNvPicPr>
            <a:picLocks noChangeAspect="1"/>
          </p:cNvPicPr>
          <p:nvPr/>
        </p:nvPicPr>
        <p:blipFill>
          <a:blip r:embed="RviaBackgroundImage2"/>
          <a:srcRect l="34500" t="13000" r="34500" b="16000"/>
          <a:stretch>
            <a:fillRect l="0" t="0" r="0" b="0"/>
          </a:stretch>
        </p:blipFill>
        <p:spPr>
          <a:xfrm>
            <a:off x="7572375" y="2590800"/>
            <a:ext cx="3238500" cy="2381250"/>
          </a:xfrm>
          <a:prstGeom prst="rect">
            <a:avLst/>
          </a:prstGeom>
        </p:spPr>
      </p:pic>
      <p:pic>
        <p:nvPicPr>
          <p:cNvPr id="43" name=""/>
          <p:cNvPicPr>
            <a:picLocks noChangeAspect="1"/>
          </p:cNvPicPr>
          <p:nvPr/>
        </p:nvPicPr>
        <p:blipFill>
          <a:blip r:embed="RviaBackgroundImage3"/>
          <a:srcRect l="67000" t="9000" r="0" b="12000"/>
          <a:stretch>
            <a:fillRect l="0" t="0" r="0" b="0"/>
          </a:stretch>
        </p:blipFill>
        <p:spPr>
          <a:xfrm>
            <a:off x="13596938" y="2590800"/>
            <a:ext cx="3095625" cy="2381250"/>
          </a:xfrm>
          <a:prstGeom prst="rect">
            <a:avLst/>
          </a:prstGeom>
        </p:spPr>
      </p:pic>
      <p:sp>
        <p:nvSpPr>
          <p:cNvPr id="7" name="dp42-background / participant 0 / 1">
            <a:extLst>
              <a:ext uri="{FF2B5EF4-FFF2-40B4-BE49-F238E27FC236}">
                <ns2:creationId id="{E23FA07F-A0F8-41B8-BC39-3CBDBCFEB8D3}"/>
              </a:ext>
            </a:extLst>
          </p:cNvPr>
          <p:cNvSpPr>
            <a:spLocks noGrp="1"/>
          </p:cNvSpPr>
          <p:nvPr/>
        </p:nvSpPr>
        <p:spPr>
          <a:xfrm>
            <a:off x="523875" y="51625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보고서 작성 Request</a:t>
            </a:r>
          </a:p>
        </p:txBody>
      </p:sp>
      <p:sp>
        <p:nvSpPr>
          <p:cNvPr id="8" name="dp42-background / participant 1 / 1">
            <a:extLst>
              <a:ext uri="{FF2B5EF4-FFF2-40B4-BE49-F238E27FC236}">
                <ns2:creationId id="{3C137E82-836D-48C8-8885-9E4C5C736BA1}"/>
              </a:ext>
            </a:extLst>
          </p:cNvPr>
          <p:cNvSpPr>
            <a:spLocks noGrp="1"/>
          </p:cNvSpPr>
          <p:nvPr/>
        </p:nvSpPr>
        <p:spPr>
          <a:xfrm>
            <a:off x="6572250" y="5162550"/>
            <a:ext cx="5238750" cy="437198"/>
          </a:xfrm>
          <a:prstGeom prst="rect">
            <a:avLst/>
          </a:prstGeom>
          <a:noFill/>
          <a:ln w="0">
            <a:noFill/>
          </a:ln>
        </p:spPr>
        <p:txBody>
          <a:bodyPr wrap="none" lIns="0" tIns="0" rIns="0" bIns="0" anchor="t">
            <a:noAutofit/>
          </a:bodyPr>
          <a:lstStyle/>
          <a:p>
            <a:pPr algn="ctr">
              <a:defRPr sz="2550" b="1">
                <a:solidFill>
                  <a:srgbClr val="397C80"/>
                </a:solidFill>
                <a:latin typeface="Apple SD Gothic Neo"/>
                <a:ea typeface="Apple SD Gothic Neo"/>
                <a:cs typeface="Apple SD Gothic Neo"/>
              </a:defRPr>
            </a:pPr>
            <a:r>
              <a:rPr sz="2550" b="1">
                <a:solidFill>
                  <a:srgbClr val="397C80"/>
                </a:solidFill>
                <a:latin typeface="Apple SD Gothic Neo"/>
                <a:ea typeface="Apple SD Gothic Neo"/>
                <a:cs typeface="Apple SD Gothic Neo"/>
              </a:rPr>
              <a:t>음성 연결을 잠시 종료</a:t>
            </a:r>
          </a:p>
        </p:txBody>
      </p:sp>
      <p:sp>
        <p:nvSpPr>
          <p:cNvPr id="9" name="dp42-background / participant 2 / 1">
            <a:extLst>
              <a:ext uri="{FF2B5EF4-FFF2-40B4-BE49-F238E27FC236}">
                <ns2:creationId id="{B4D1ED03-78CF-4BB1-AE8A-8B8343BA433D}"/>
              </a:ext>
            </a:extLst>
          </p:cNvPr>
          <p:cNvSpPr>
            <a:spLocks noGrp="1"/>
          </p:cNvSpPr>
          <p:nvPr/>
        </p:nvSpPr>
        <p:spPr>
          <a:xfrm>
            <a:off x="12525375" y="51625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완료된 보고서 수정 Request</a:t>
            </a:r>
          </a:p>
        </p:txBody>
      </p:sp>
      <p:sp>
        <p:nvSpPr>
          <p:cNvPr id="10" name="dp42-background / first-request / 1">
            <a:extLst>
              <a:ext uri="{FF2B5EF4-FFF2-40B4-BE49-F238E27FC236}">
                <ns2:creationId id="{48CAFF01-D417-4537-A981-6759C27960BB}"/>
              </a:ext>
            </a:extLst>
          </p:cNvPr>
          <p:cNvSpPr>
            <a:spLocks noGrp="1"/>
          </p:cNvSpPr>
          <p:nvPr/>
        </p:nvSpPr>
        <p:spPr>
          <a:xfrm>
            <a:off x="523875" y="5667375"/>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“이 자료로 보고서를 만들어줘.”</a:t>
            </a:r>
          </a:p>
        </p:txBody>
      </p:sp>
      <p:sp>
        <p:nvSpPr>
          <p:cNvPr id="11" name="dp42-background / connection-ended / 1">
            <a:extLst>
              <a:ext uri="{FF2B5EF4-FFF2-40B4-BE49-F238E27FC236}">
                <ns2:creationId id="{B75E7FEB-E06C-4D09-BCF9-4CF00BA10F0E}"/>
              </a:ext>
            </a:extLst>
          </p:cNvPr>
          <p:cNvSpPr>
            <a:spLocks noGrp="1"/>
          </p:cNvSpPr>
          <p:nvPr/>
        </p:nvSpPr>
        <p:spPr>
          <a:xfrm>
            <a:off x="6572250" y="5667375"/>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보고서 Task는 계속 진행</a:t>
            </a:r>
          </a:p>
        </p:txBody>
      </p:sp>
      <p:sp>
        <p:nvSpPr>
          <p:cNvPr id="12" name="dp42-background / revision / 1">
            <a:extLst>
              <a:ext uri="{FF2B5EF4-FFF2-40B4-BE49-F238E27FC236}">
                <ns2:creationId id="{F54A4FA4-65ED-4B70-A9C7-5B28E2C29516}"/>
              </a:ext>
            </a:extLst>
          </p:cNvPr>
          <p:cNvSpPr>
            <a:spLocks noGrp="1"/>
          </p:cNvSpPr>
          <p:nvPr/>
        </p:nvSpPr>
        <p:spPr>
          <a:xfrm>
            <a:off x="12525375" y="5667375"/>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“결론 부분만 짧게 바꿔줘.”</a:t>
            </a:r>
          </a:p>
        </p:txBody>
      </p:sp>
      <p:sp>
        <p:nvSpPr>
          <p:cNvPr id="13" name="dp42-background / row 음성 연결 / 1">
            <a:extLst>
              <a:ext uri="{FF2B5EF4-FFF2-40B4-BE49-F238E27FC236}">
                <ns2:creationId id="{72CFC0F1-CCF1-4977-A1FA-BB554657F4A8}"/>
              </a:ext>
            </a:extLst>
          </p:cNvPr>
          <p:cNvSpPr>
            <a:spLocks noGrp="1"/>
          </p:cNvSpPr>
          <p:nvPr/>
        </p:nvSpPr>
        <p:spPr>
          <a:xfrm>
            <a:off x="809625" y="6562725"/>
            <a:ext cx="3190875" cy="360045"/>
          </a:xfrm>
          <a:prstGeom prst="rect">
            <a:avLst/>
          </a:prstGeom>
          <a:noFill/>
          <a:ln w="0">
            <a:noFill/>
          </a:ln>
        </p:spPr>
        <p:txBody>
          <a:bodyPr wrap="none" lIns="0" tIns="0" rIns="0" bIns="0" anchor="t">
            <a:noAutofit/>
          </a:bodyPr>
          <a:lstStyle/>
          <a:p>
            <a:pPr algn="l">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음성 연결</a:t>
            </a:r>
          </a:p>
        </p:txBody>
      </p:sp>
      <p:sp>
        <p:nvSpPr>
          <p:cNvPr id="14" name="dp42-background / baseline 음성 연결">
            <a:extLst>
              <a:ext uri="{FF2B5EF4-FFF2-40B4-BE49-F238E27FC236}">
                <ns2:creationId id="{1F283908-EA79-41BE-A3B7-1DB45E9DD809}"/>
              </a:ext>
            </a:extLst>
          </p:cNvPr>
          <p:cNvSpPr>
            <a:spLocks noGrp="1"/>
          </p:cNvSpPr>
          <p:nvPr/>
        </p:nvSpPr>
        <p:spPr>
          <a:xfrm>
            <a:off x="4429125" y="6724650"/>
            <a:ext cx="12620625" cy="953"/>
          </a:xfrm>
          <a:custGeom>
            <a:pathLst>
              <a:path w="12620625" h="953">
                <a:moveTo>
                  <a:pt x="0" y="0"/>
                </a:moveTo>
                <a:lnTo>
                  <a:pt x="12620625" y="0"/>
                </a:lnTo>
              </a:path>
            </a:pathLst>
          </a:custGeom>
          <a:noFill/>
          <a:ln w="10478">
            <a:solidFill>
              <a:srgbClr val="CDD7DA"/>
            </a:solidFill>
            <a:prstDash val="dash"/>
          </a:ln>
        </p:spPr>
      </p:sp>
      <p:sp>
        <p:nvSpPr>
          <p:cNvPr id="15" name="dp42-background / row 개별 요청 처리 / 1">
            <a:extLst>
              <a:ext uri="{FF2B5EF4-FFF2-40B4-BE49-F238E27FC236}">
                <ns2:creationId id="{629B7755-69AF-4522-9F41-7ED3F572645E}"/>
              </a:ext>
            </a:extLst>
          </p:cNvPr>
          <p:cNvSpPr>
            <a:spLocks noGrp="1"/>
          </p:cNvSpPr>
          <p:nvPr/>
        </p:nvSpPr>
        <p:spPr>
          <a:xfrm>
            <a:off x="809625" y="7105650"/>
            <a:ext cx="3190875" cy="360045"/>
          </a:xfrm>
          <a:prstGeom prst="rect">
            <a:avLst/>
          </a:prstGeom>
          <a:noFill/>
          <a:ln w="0">
            <a:noFill/>
          </a:ln>
        </p:spPr>
        <p:txBody>
          <a:bodyPr wrap="none" lIns="0" tIns="0" rIns="0" bIns="0" anchor="t">
            <a:noAutofit/>
          </a:bodyPr>
          <a:lstStyle/>
          <a:p>
            <a:pPr algn="l">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개별 Request 처리</a:t>
            </a:r>
          </a:p>
        </p:txBody>
      </p:sp>
      <p:sp>
        <p:nvSpPr>
          <p:cNvPr id="16" name="dp42-background / baseline 개별 요청 처리">
            <a:extLst>
              <a:ext uri="{FF2B5EF4-FFF2-40B4-BE49-F238E27FC236}">
                <ns2:creationId id="{DBFACE34-3706-4EDF-A3F1-1DA38040E0FB}"/>
              </a:ext>
            </a:extLst>
          </p:cNvPr>
          <p:cNvSpPr>
            <a:spLocks noGrp="1"/>
          </p:cNvSpPr>
          <p:nvPr/>
        </p:nvSpPr>
        <p:spPr>
          <a:xfrm>
            <a:off x="4429125" y="7267575"/>
            <a:ext cx="12620625" cy="953"/>
          </a:xfrm>
          <a:custGeom>
            <a:pathLst>
              <a:path w="12620625" h="953">
                <a:moveTo>
                  <a:pt x="0" y="0"/>
                </a:moveTo>
                <a:lnTo>
                  <a:pt x="12620625" y="0"/>
                </a:lnTo>
              </a:path>
            </a:pathLst>
          </a:custGeom>
          <a:noFill/>
          <a:ln w="10478">
            <a:solidFill>
              <a:srgbClr val="CDD7DA"/>
            </a:solidFill>
            <a:prstDash val="dash"/>
          </a:ln>
        </p:spPr>
      </p:sp>
      <p:sp>
        <p:nvSpPr>
          <p:cNvPr id="17" name="dp42-background / row 보고서 업무 이력 / 1">
            <a:extLst>
              <a:ext uri="{FF2B5EF4-FFF2-40B4-BE49-F238E27FC236}">
                <ns2:creationId id="{F04B502D-7A5A-4997-A93D-8DACCA2CD748}"/>
              </a:ext>
            </a:extLst>
          </p:cNvPr>
          <p:cNvSpPr>
            <a:spLocks noGrp="1"/>
          </p:cNvSpPr>
          <p:nvPr/>
        </p:nvSpPr>
        <p:spPr>
          <a:xfrm>
            <a:off x="809625" y="7648575"/>
            <a:ext cx="3190875" cy="360045"/>
          </a:xfrm>
          <a:prstGeom prst="rect">
            <a:avLst/>
          </a:prstGeom>
          <a:noFill/>
          <a:ln w="0">
            <a:noFill/>
          </a:ln>
        </p:spPr>
        <p:txBody>
          <a:bodyPr wrap="none" lIns="0" tIns="0" rIns="0" bIns="0" anchor="t">
            <a:noAutofit/>
          </a:bodyPr>
          <a:lstStyle/>
          <a:p>
            <a:pPr algn="l">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보고서 Task 이력</a:t>
            </a:r>
          </a:p>
        </p:txBody>
      </p:sp>
      <p:sp>
        <p:nvSpPr>
          <p:cNvPr id="18" name="dp42-background / baseline 보고서 업무 이력">
            <a:extLst>
              <a:ext uri="{FF2B5EF4-FFF2-40B4-BE49-F238E27FC236}">
                <ns2:creationId id="{48EB61FD-3000-479A-87C0-BB7466DAFB99}"/>
              </a:ext>
            </a:extLst>
          </p:cNvPr>
          <p:cNvSpPr>
            <a:spLocks noGrp="1"/>
          </p:cNvSpPr>
          <p:nvPr/>
        </p:nvSpPr>
        <p:spPr>
          <a:xfrm>
            <a:off x="4429125" y="7810500"/>
            <a:ext cx="12620625" cy="953"/>
          </a:xfrm>
          <a:custGeom>
            <a:pathLst>
              <a:path w="12620625" h="953">
                <a:moveTo>
                  <a:pt x="0" y="0"/>
                </a:moveTo>
                <a:lnTo>
                  <a:pt x="12620625" y="0"/>
                </a:lnTo>
              </a:path>
            </a:pathLst>
          </a:custGeom>
          <a:noFill/>
          <a:ln w="10478">
            <a:solidFill>
              <a:srgbClr val="CDD7DA"/>
            </a:solidFill>
            <a:prstDash val="dash"/>
          </a:ln>
        </p:spPr>
      </p:sp>
      <p:sp>
        <p:nvSpPr>
          <p:cNvPr id="19" name="dp42-background / row Agent의 실제 실행 / 1">
            <a:extLst>
              <a:ext uri="{FF2B5EF4-FFF2-40B4-BE49-F238E27FC236}">
                <ns2:creationId id="{4BB2548F-E530-4B88-823C-14AF4CC9F93A}"/>
              </a:ext>
            </a:extLst>
          </p:cNvPr>
          <p:cNvSpPr>
            <a:spLocks noGrp="1"/>
          </p:cNvSpPr>
          <p:nvPr/>
        </p:nvSpPr>
        <p:spPr>
          <a:xfrm>
            <a:off x="809625" y="8191500"/>
            <a:ext cx="3190875" cy="360045"/>
          </a:xfrm>
          <a:prstGeom prst="rect">
            <a:avLst/>
          </a:prstGeom>
          <a:noFill/>
          <a:ln w="0">
            <a:noFill/>
          </a:ln>
        </p:spPr>
        <p:txBody>
          <a:bodyPr wrap="none" lIns="0" tIns="0" rIns="0" bIns="0" anchor="t">
            <a:noAutofit/>
          </a:bodyPr>
          <a:lstStyle/>
          <a:p>
            <a:pPr algn="l">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Agent의 실제 실행</a:t>
            </a:r>
          </a:p>
        </p:txBody>
      </p:sp>
      <p:sp>
        <p:nvSpPr>
          <p:cNvPr id="20" name="dp42-background / baseline Agent의 실제 실행">
            <a:extLst>
              <a:ext uri="{FF2B5EF4-FFF2-40B4-BE49-F238E27FC236}">
                <ns2:creationId id="{8BCA3FC4-337A-4EB7-8772-5201166DB6EC}"/>
              </a:ext>
            </a:extLst>
          </p:cNvPr>
          <p:cNvSpPr>
            <a:spLocks noGrp="1"/>
          </p:cNvSpPr>
          <p:nvPr/>
        </p:nvSpPr>
        <p:spPr>
          <a:xfrm>
            <a:off x="4429125" y="8353425"/>
            <a:ext cx="12620625" cy="953"/>
          </a:xfrm>
          <a:custGeom>
            <a:pathLst>
              <a:path w="12620625" h="953">
                <a:moveTo>
                  <a:pt x="0" y="0"/>
                </a:moveTo>
                <a:lnTo>
                  <a:pt x="12620625" y="0"/>
                </a:lnTo>
              </a:path>
            </a:pathLst>
          </a:custGeom>
          <a:noFill/>
          <a:ln w="10478">
            <a:solidFill>
              <a:srgbClr val="CDD7DA"/>
            </a:solidFill>
            <a:prstDash val="dash"/>
          </a:ln>
        </p:spPr>
      </p:sp>
      <p:sp>
        <p:nvSpPr>
          <p:cNvPr id="21" name="dp42-background / voice-first">
            <a:extLst>
              <a:ext uri="{FF2B5EF4-FFF2-40B4-BE49-F238E27FC236}">
                <ns2:creationId id="{185B9781-6D9F-4EA7-B0F1-F8127EF0966A}"/>
              </a:ext>
            </a:extLst>
          </p:cNvPr>
          <p:cNvSpPr>
            <a:spLocks noGrp="1"/>
          </p:cNvSpPr>
          <p:nvPr/>
        </p:nvSpPr>
        <p:spPr>
          <a:xfrm>
            <a:off x="4429125" y="6724650"/>
            <a:ext cx="2381250" cy="953"/>
          </a:xfrm>
          <a:custGeom>
            <a:pathLst>
              <a:path w="2381250" h="953">
                <a:moveTo>
                  <a:pt x="0" y="0"/>
                </a:moveTo>
                <a:lnTo>
                  <a:pt x="2381250" y="0"/>
                </a:lnTo>
              </a:path>
            </a:pathLst>
          </a:custGeom>
          <a:noFill/>
          <a:ln w="38100">
            <a:solidFill>
              <a:srgbClr val="397C80"/>
            </a:solidFill>
            <a:prstDash val="solid"/>
          </a:ln>
        </p:spPr>
      </p:sp>
      <p:sp>
        <p:nvSpPr>
          <p:cNvPr id="22" name="dp42-background / voice-return">
            <a:extLst>
              <a:ext uri="{FF2B5EF4-FFF2-40B4-BE49-F238E27FC236}">
                <ns2:creationId id="{AA752ACB-7B8E-4BB6-B88B-1E3A24685620}"/>
              </a:ext>
            </a:extLst>
          </p:cNvPr>
          <p:cNvSpPr>
            <a:spLocks noGrp="1"/>
          </p:cNvSpPr>
          <p:nvPr/>
        </p:nvSpPr>
        <p:spPr>
          <a:xfrm>
            <a:off x="13001625" y="6724650"/>
            <a:ext cx="4048125" cy="953"/>
          </a:xfrm>
          <a:custGeom>
            <a:pathLst>
              <a:path w="4048125" h="953">
                <a:moveTo>
                  <a:pt x="0" y="0"/>
                </a:moveTo>
                <a:lnTo>
                  <a:pt x="4048125" y="0"/>
                </a:lnTo>
              </a:path>
            </a:pathLst>
          </a:custGeom>
          <a:noFill/>
          <a:ln w="38100">
            <a:solidFill>
              <a:srgbClr val="397C80"/>
            </a:solidFill>
            <a:prstDash val="solid"/>
          </a:ln>
        </p:spPr>
      </p:sp>
      <p:sp>
        <p:nvSpPr>
          <p:cNvPr id="23" name="dp42-background / voice-off / 1">
            <a:extLst>
              <a:ext uri="{FF2B5EF4-FFF2-40B4-BE49-F238E27FC236}">
                <ns2:creationId id="{8FF0E6F2-B30A-4686-9EFC-026062A722AC}"/>
              </a:ext>
            </a:extLst>
          </p:cNvPr>
          <p:cNvSpPr>
            <a:spLocks noGrp="1"/>
          </p:cNvSpPr>
          <p:nvPr/>
        </p:nvSpPr>
        <p:spPr>
          <a:xfrm>
            <a:off x="8191500" y="6467475"/>
            <a:ext cx="3095625" cy="308610"/>
          </a:xfrm>
          <a:prstGeom prst="rect">
            <a:avLst/>
          </a:prstGeom>
          <a:noFill/>
          <a:ln w="0">
            <a:noFill/>
          </a:ln>
        </p:spPr>
        <p:txBody>
          <a:bodyPr wrap="none" lIns="0" tIns="0" rIns="0" bIns="0" anchor="t">
            <a:noAutofit/>
          </a:bodyPr>
          <a:lstStyle/>
          <a:p>
            <a:pPr algn="ctr">
              <a:defRPr sz="1800" b="0">
                <a:solidFill>
                  <a:srgbClr val="66777D"/>
                </a:solidFill>
                <a:latin typeface="Apple SD Gothic Neo"/>
                <a:ea typeface="Apple SD Gothic Neo"/>
                <a:cs typeface="Apple SD Gothic Neo"/>
              </a:defRPr>
            </a:pPr>
            <a:r>
              <a:rPr sz="1800" b="0">
                <a:solidFill>
                  <a:srgbClr val="66777D"/>
                </a:solidFill>
                <a:latin typeface="Apple SD Gothic Neo"/>
                <a:ea typeface="Apple SD Gothic Neo"/>
                <a:cs typeface="Apple SD Gothic Neo"/>
              </a:rPr>
              <a:t>연결 없음</a:t>
            </a:r>
          </a:p>
        </p:txBody>
      </p:sp>
      <p:sp>
        <p:nvSpPr>
          <p:cNvPr id="24" name="dp42-background / request-one">
            <a:extLst>
              <a:ext uri="{FF2B5EF4-FFF2-40B4-BE49-F238E27FC236}">
                <ns2:creationId id="{29DECE25-56B8-4564-A4C0-277601D3FE37}"/>
              </a:ext>
            </a:extLst>
          </p:cNvPr>
          <p:cNvSpPr>
            <a:spLocks noGrp="1"/>
          </p:cNvSpPr>
          <p:nvPr/>
        </p:nvSpPr>
        <p:spPr>
          <a:xfrm>
            <a:off x="4429125" y="7267575"/>
            <a:ext cx="1762125" cy="953"/>
          </a:xfrm>
          <a:custGeom>
            <a:pathLst>
              <a:path w="1762125" h="953">
                <a:moveTo>
                  <a:pt x="0" y="0"/>
                </a:moveTo>
                <a:lnTo>
                  <a:pt x="1762125" y="0"/>
                </a:lnTo>
              </a:path>
            </a:pathLst>
          </a:custGeom>
          <a:noFill/>
          <a:ln w="38100">
            <a:solidFill>
              <a:srgbClr val="397C80"/>
            </a:solidFill>
            <a:prstDash val="solid"/>
          </a:ln>
        </p:spPr>
      </p:sp>
      <p:sp>
        <p:nvSpPr>
          <p:cNvPr id="25" name="dp42-background / request-two">
            <a:extLst>
              <a:ext uri="{FF2B5EF4-FFF2-40B4-BE49-F238E27FC236}">
                <ns2:creationId id="{28789A24-B964-4B25-8179-18C52FAC046B}"/>
              </a:ext>
            </a:extLst>
          </p:cNvPr>
          <p:cNvSpPr>
            <a:spLocks noGrp="1"/>
          </p:cNvSpPr>
          <p:nvPr/>
        </p:nvSpPr>
        <p:spPr>
          <a:xfrm>
            <a:off x="13001625" y="7267575"/>
            <a:ext cx="2714625" cy="953"/>
          </a:xfrm>
          <a:custGeom>
            <a:pathLst>
              <a:path w="2714625" h="953">
                <a:moveTo>
                  <a:pt x="0" y="0"/>
                </a:moveTo>
                <a:lnTo>
                  <a:pt x="2714625" y="0"/>
                </a:lnTo>
              </a:path>
            </a:pathLst>
          </a:custGeom>
          <a:noFill/>
          <a:ln w="38100">
            <a:solidFill>
              <a:srgbClr val="397C80"/>
            </a:solidFill>
            <a:prstDash val="solid"/>
          </a:ln>
        </p:spPr>
      </p:sp>
      <p:sp>
        <p:nvSpPr>
          <p:cNvPr id="26" name="dp42-background / request-one-label / 1">
            <a:extLst>
              <a:ext uri="{FF2B5EF4-FFF2-40B4-BE49-F238E27FC236}">
                <ns2:creationId id="{D56CC3AF-4140-4237-9685-2EB0128D30CE}"/>
              </a:ext>
            </a:extLst>
          </p:cNvPr>
          <p:cNvSpPr>
            <a:spLocks noGrp="1"/>
          </p:cNvSpPr>
          <p:nvPr/>
        </p:nvSpPr>
        <p:spPr>
          <a:xfrm>
            <a:off x="4381500" y="7000875"/>
            <a:ext cx="1905000" cy="295751"/>
          </a:xfrm>
          <a:prstGeom prst="rect">
            <a:avLst/>
          </a:prstGeom>
          <a:noFill/>
          <a:ln w="0">
            <a:noFill/>
          </a:ln>
        </p:spPr>
        <p:txBody>
          <a:bodyPr wrap="none" lIns="0" tIns="0" rIns="0" bIns="0" anchor="t">
            <a:noAutofit/>
          </a:bodyPr>
          <a:lstStyle/>
          <a:p>
            <a:pPr algn="ctr">
              <a:defRPr sz="1725" b="0">
                <a:solidFill>
                  <a:srgbClr val="397C80"/>
                </a:solidFill>
                <a:latin typeface="Apple SD Gothic Neo"/>
                <a:ea typeface="Apple SD Gothic Neo"/>
                <a:cs typeface="Apple SD Gothic Neo"/>
              </a:defRPr>
            </a:pPr>
            <a:r>
              <a:rPr sz="1725" b="0">
                <a:solidFill>
                  <a:srgbClr val="397C80"/>
                </a:solidFill>
                <a:latin typeface="Apple SD Gothic Neo"/>
                <a:ea typeface="Apple SD Gothic Neo"/>
                <a:cs typeface="Apple SD Gothic Neo"/>
              </a:rPr>
              <a:t>위임 Request 처리</a:t>
            </a:r>
          </a:p>
        </p:txBody>
      </p:sp>
      <p:sp>
        <p:nvSpPr>
          <p:cNvPr id="27" name="dp42-background / request-two-label / 1">
            <a:extLst>
              <a:ext uri="{FF2B5EF4-FFF2-40B4-BE49-F238E27FC236}">
                <ns2:creationId id="{407A0982-4447-4681-960D-BF8B0E065C25}"/>
              </a:ext>
            </a:extLst>
          </p:cNvPr>
          <p:cNvSpPr>
            <a:spLocks noGrp="1"/>
          </p:cNvSpPr>
          <p:nvPr/>
        </p:nvSpPr>
        <p:spPr>
          <a:xfrm>
            <a:off x="13001625" y="7000875"/>
            <a:ext cx="2714625" cy="295751"/>
          </a:xfrm>
          <a:prstGeom prst="rect">
            <a:avLst/>
          </a:prstGeom>
          <a:noFill/>
          <a:ln w="0">
            <a:noFill/>
          </a:ln>
        </p:spPr>
        <p:txBody>
          <a:bodyPr wrap="none" lIns="0" tIns="0" rIns="0" bIns="0" anchor="t">
            <a:noAutofit/>
          </a:bodyPr>
          <a:lstStyle/>
          <a:p>
            <a:pPr algn="ctr">
              <a:defRPr sz="1725" b="0">
                <a:solidFill>
                  <a:srgbClr val="397C80"/>
                </a:solidFill>
                <a:latin typeface="Apple SD Gothic Neo"/>
                <a:ea typeface="Apple SD Gothic Neo"/>
                <a:cs typeface="Apple SD Gothic Neo"/>
              </a:defRPr>
            </a:pPr>
            <a:r>
              <a:rPr sz="1725" b="0">
                <a:solidFill>
                  <a:srgbClr val="397C80"/>
                </a:solidFill>
                <a:latin typeface="Apple SD Gothic Neo"/>
                <a:ea typeface="Apple SD Gothic Neo"/>
                <a:cs typeface="Apple SD Gothic Neo"/>
              </a:rPr>
              <a:t>수정 Request 처리</a:t>
            </a:r>
          </a:p>
        </p:txBody>
      </p:sp>
      <p:sp>
        <p:nvSpPr>
          <p:cNvPr id="28" name="dp42-background / task-history">
            <a:extLst>
              <a:ext uri="{FF2B5EF4-FFF2-40B4-BE49-F238E27FC236}">
                <ns2:creationId id="{E75DC90F-DAF2-4C8E-BE54-DE7D7D06ED0B}"/>
              </a:ext>
            </a:extLst>
          </p:cNvPr>
          <p:cNvSpPr>
            <a:spLocks noGrp="1"/>
          </p:cNvSpPr>
          <p:nvPr/>
        </p:nvSpPr>
        <p:spPr>
          <a:xfrm>
            <a:off x="4429125" y="7810500"/>
            <a:ext cx="12620625" cy="953"/>
          </a:xfrm>
          <a:custGeom>
            <a:pathLst>
              <a:path w="12620625" h="953">
                <a:moveTo>
                  <a:pt x="0" y="0"/>
                </a:moveTo>
                <a:lnTo>
                  <a:pt x="12620625" y="0"/>
                </a:lnTo>
              </a:path>
            </a:pathLst>
          </a:custGeom>
          <a:noFill/>
          <a:ln w="38100">
            <a:solidFill>
              <a:srgbClr val="397C80"/>
            </a:solidFill>
            <a:prstDash val="solid"/>
          </a:ln>
        </p:spPr>
      </p:sp>
      <p:sp>
        <p:nvSpPr>
          <p:cNvPr id="29" name="dp42-background / task-record / 1">
            <a:extLst>
              <a:ext uri="{FF2B5EF4-FFF2-40B4-BE49-F238E27FC236}">
                <ns2:creationId id="{BAC2511F-35A9-41BA-B9F2-8AD4B897DB31}"/>
              </a:ext>
            </a:extLst>
          </p:cNvPr>
          <p:cNvSpPr>
            <a:spLocks noGrp="1"/>
          </p:cNvSpPr>
          <p:nvPr/>
        </p:nvSpPr>
        <p:spPr>
          <a:xfrm>
            <a:off x="6953250" y="7543800"/>
            <a:ext cx="8953500" cy="308610"/>
          </a:xfrm>
          <a:prstGeom prst="rect">
            <a:avLst/>
          </a:prstGeom>
          <a:noFill/>
          <a:ln w="0">
            <a:noFill/>
          </a:ln>
        </p:spPr>
        <p:txBody>
          <a:bodyPr wrap="none" lIns="0" tIns="0" rIns="0" bIns="0" anchor="t">
            <a:noAutofit/>
          </a:bodyPr>
          <a:lstStyle/>
          <a:p>
            <a:pPr algn="ctr">
              <a:defRPr sz="1800" b="0">
                <a:solidFill>
                  <a:srgbClr val="397C80"/>
                </a:solidFill>
                <a:latin typeface="Apple SD Gothic Neo"/>
                <a:ea typeface="Apple SD Gothic Neo"/>
                <a:cs typeface="Apple SD Gothic Neo"/>
              </a:defRPr>
            </a:pPr>
            <a:r>
              <a:rPr sz="1800" b="0">
                <a:solidFill>
                  <a:srgbClr val="397C80"/>
                </a:solidFill>
                <a:latin typeface="Apple SD Gothic Neo"/>
                <a:ea typeface="Apple SD Gothic Neo"/>
                <a:cs typeface="Apple SD Gothic Neo"/>
              </a:rPr>
              <a:t>같은 보고서의 Task, 결과, 정정 이력을 유지</a:t>
            </a:r>
          </a:p>
        </p:txBody>
      </p:sp>
      <p:sp>
        <p:nvSpPr>
          <p:cNvPr id="30" name="dp42-background / write-execution">
            <a:extLst>
              <a:ext uri="{FF2B5EF4-FFF2-40B4-BE49-F238E27FC236}">
                <ns2:creationId id="{99304BD3-6851-4624-BD63-C82F9D964B16}"/>
              </a:ext>
            </a:extLst>
          </p:cNvPr>
          <p:cNvSpPr>
            <a:spLocks noGrp="1"/>
          </p:cNvSpPr>
          <p:nvPr/>
        </p:nvSpPr>
        <p:spPr>
          <a:xfrm>
            <a:off x="5286375" y="8353425"/>
            <a:ext cx="5429250" cy="953"/>
          </a:xfrm>
          <a:custGeom>
            <a:pathLst>
              <a:path w="5429250" h="953">
                <a:moveTo>
                  <a:pt x="0" y="0"/>
                </a:moveTo>
                <a:lnTo>
                  <a:pt x="5429250" y="0"/>
                </a:lnTo>
              </a:path>
            </a:pathLst>
          </a:custGeom>
          <a:noFill/>
          <a:ln w="38100">
            <a:solidFill>
              <a:srgbClr val="A56237"/>
            </a:solidFill>
            <a:prstDash val="solid"/>
          </a:ln>
        </p:spPr>
      </p:sp>
      <p:sp>
        <p:nvSpPr>
          <p:cNvPr id="31" name="dp42-background / revise-execution">
            <a:extLst>
              <a:ext uri="{FF2B5EF4-FFF2-40B4-BE49-F238E27FC236}">
                <ns2:creationId id="{3A618855-E9BE-4EB6-8DEF-463319E47E75}"/>
              </a:ext>
            </a:extLst>
          </p:cNvPr>
          <p:cNvSpPr>
            <a:spLocks noGrp="1"/>
          </p:cNvSpPr>
          <p:nvPr/>
        </p:nvSpPr>
        <p:spPr>
          <a:xfrm>
            <a:off x="14097000" y="8353425"/>
            <a:ext cx="2952750" cy="953"/>
          </a:xfrm>
          <a:custGeom>
            <a:pathLst>
              <a:path w="2952750" h="953">
                <a:moveTo>
                  <a:pt x="0" y="0"/>
                </a:moveTo>
                <a:lnTo>
                  <a:pt x="2952750" y="0"/>
                </a:lnTo>
              </a:path>
            </a:pathLst>
          </a:custGeom>
          <a:noFill/>
          <a:ln w="38100">
            <a:solidFill>
              <a:srgbClr val="A56237"/>
            </a:solidFill>
            <a:prstDash val="solid"/>
          </a:ln>
        </p:spPr>
      </p:sp>
      <p:sp>
        <p:nvSpPr>
          <p:cNvPr id="32" name="dp42-background / write-label / 1">
            <a:extLst>
              <a:ext uri="{FF2B5EF4-FFF2-40B4-BE49-F238E27FC236}">
                <ns2:creationId id="{B2F26442-1B03-4AF0-80A8-072F9280AE38}"/>
              </a:ext>
            </a:extLst>
          </p:cNvPr>
          <p:cNvSpPr>
            <a:spLocks noGrp="1"/>
          </p:cNvSpPr>
          <p:nvPr/>
        </p:nvSpPr>
        <p:spPr>
          <a:xfrm>
            <a:off x="6191250" y="8086725"/>
            <a:ext cx="3810000" cy="308610"/>
          </a:xfrm>
          <a:prstGeom prst="rect">
            <a:avLst/>
          </a:prstGeom>
          <a:noFill/>
          <a:ln w="0">
            <a:noFill/>
          </a:ln>
        </p:spPr>
        <p:txBody>
          <a:bodyPr wrap="none" lIns="0" tIns="0" rIns="0" bIns="0" anchor="t">
            <a:noAutofit/>
          </a:bodyPr>
          <a:lstStyle/>
          <a:p>
            <a:pPr algn="ctr">
              <a:defRPr sz="1800" b="0">
                <a:solidFill>
                  <a:srgbClr val="A56237"/>
                </a:solidFill>
                <a:latin typeface="Apple SD Gothic Neo"/>
                <a:ea typeface="Apple SD Gothic Neo"/>
                <a:cs typeface="Apple SD Gothic Neo"/>
              </a:defRPr>
            </a:pPr>
            <a:r>
              <a:rPr sz="1800" b="0">
                <a:solidFill>
                  <a:srgbClr val="A56237"/>
                </a:solidFill>
                <a:latin typeface="Apple SD Gothic Neo"/>
                <a:ea typeface="Apple SD Gothic Neo"/>
                <a:cs typeface="Apple SD Gothic Neo"/>
              </a:rPr>
              <a:t>보고서 작성 실행</a:t>
            </a:r>
          </a:p>
        </p:txBody>
      </p:sp>
      <p:sp>
        <p:nvSpPr>
          <p:cNvPr id="33" name="dp42-background / revise-label / 1">
            <a:extLst>
              <a:ext uri="{FF2B5EF4-FFF2-40B4-BE49-F238E27FC236}">
                <ns2:creationId id="{F7F7B9F8-E098-4522-BBBE-6268DEBD874F}"/>
              </a:ext>
            </a:extLst>
          </p:cNvPr>
          <p:cNvSpPr>
            <a:spLocks noGrp="1"/>
          </p:cNvSpPr>
          <p:nvPr/>
        </p:nvSpPr>
        <p:spPr>
          <a:xfrm>
            <a:off x="14097000" y="8086725"/>
            <a:ext cx="2952750" cy="308610"/>
          </a:xfrm>
          <a:prstGeom prst="rect">
            <a:avLst/>
          </a:prstGeom>
          <a:noFill/>
          <a:ln w="0">
            <a:noFill/>
          </a:ln>
        </p:spPr>
        <p:txBody>
          <a:bodyPr wrap="none" lIns="0" tIns="0" rIns="0" bIns="0" anchor="t">
            <a:noAutofit/>
          </a:bodyPr>
          <a:lstStyle/>
          <a:p>
            <a:pPr algn="ctr">
              <a:defRPr sz="1800" b="0">
                <a:solidFill>
                  <a:srgbClr val="A56237"/>
                </a:solidFill>
                <a:latin typeface="Apple SD Gothic Neo"/>
                <a:ea typeface="Apple SD Gothic Neo"/>
                <a:cs typeface="Apple SD Gothic Neo"/>
              </a:defRPr>
            </a:pPr>
            <a:r>
              <a:rPr sz="1800" b="0">
                <a:solidFill>
                  <a:srgbClr val="A56237"/>
                </a:solidFill>
                <a:latin typeface="Apple SD Gothic Neo"/>
                <a:ea typeface="Apple SD Gothic Neo"/>
                <a:cs typeface="Apple SD Gothic Neo"/>
              </a:rPr>
              <a:t>보고서 수정 실행</a:t>
            </a:r>
          </a:p>
        </p:txBody>
      </p:sp>
      <p:sp>
        <p:nvSpPr>
          <p:cNvPr id="34" name="dp42-background / user-benefit / 1">
            <a:extLst>
              <a:ext uri="{FF2B5EF4-FFF2-40B4-BE49-F238E27FC236}">
                <ns2:creationId id="{B26FCDF5-539B-4C14-94B4-44C3E94202AE}"/>
              </a:ext>
            </a:extLst>
          </p:cNvPr>
          <p:cNvSpPr>
            <a:spLocks noGrp="1"/>
          </p:cNvSpPr>
          <p:nvPr/>
        </p:nvSpPr>
        <p:spPr>
          <a:xfrm>
            <a:off x="904875" y="8696325"/>
            <a:ext cx="16478250" cy="372904"/>
          </a:xfrm>
          <a:prstGeom prst="rect">
            <a:avLst/>
          </a:prstGeom>
          <a:noFill/>
          <a:ln w="0">
            <a:noFill/>
          </a:ln>
        </p:spPr>
        <p:txBody>
          <a:bodyPr wrap="none" lIns="0" tIns="0" rIns="0" bIns="0" anchor="t">
            <a:noAutofit/>
          </a:bodyPr>
          <a:lstStyle/>
          <a:p>
            <a:pPr algn="ctr">
              <a:defRPr sz="2175" b="1">
                <a:solidFill>
                  <a:srgbClr val="202B30"/>
                </a:solidFill>
                <a:latin typeface="Apple SD Gothic Neo"/>
                <a:ea typeface="Apple SD Gothic Neo"/>
                <a:cs typeface="Apple SD Gothic Neo"/>
              </a:defRPr>
            </a:pPr>
            <a:r>
              <a:rPr sz="2175" b="1">
                <a:solidFill>
                  <a:srgbClr val="202B30"/>
                </a:solidFill>
                <a:latin typeface="Apple SD Gothic Neo"/>
                <a:ea typeface="Apple SD Gothic Neo"/>
                <a:cs typeface="Apple SD Gothic Neo"/>
              </a:rPr>
              <a:t>사용자는 다시 돌아와, 이미 맡긴 보고서의 결과를 확인하고 수정을 이어갑니다</a:t>
            </a:r>
          </a:p>
        </p:txBody>
      </p:sp>
      <p:sp>
        <p:nvSpPr>
          <p:cNvPr id="35" name="dp42-background / challenge-divider">
            <a:extLst>
              <a:ext uri="{FF2B5EF4-FFF2-40B4-BE49-F238E27FC236}">
                <ns2:creationId id="{E295A05B-2760-4895-B257-600CE5EF53D7}"/>
              </a:ext>
            </a:extLst>
          </p:cNvPr>
          <p:cNvSpPr>
            <a:spLocks noGrp="1"/>
          </p:cNvSpPr>
          <p:nvPr/>
        </p:nvSpPr>
        <p:spPr>
          <a:xfrm>
            <a:off x="904875" y="9077325"/>
            <a:ext cx="16478250" cy="953"/>
          </a:xfrm>
          <a:custGeom>
            <a:pathLst>
              <a:path w="16478250" h="953">
                <a:moveTo>
                  <a:pt x="0" y="0"/>
                </a:moveTo>
                <a:lnTo>
                  <a:pt x="16478250" y="0"/>
                </a:lnTo>
              </a:path>
            </a:pathLst>
          </a:custGeom>
          <a:noFill/>
          <a:ln w="12383">
            <a:solidFill>
              <a:srgbClr val="CDD7DA"/>
            </a:solidFill>
            <a:prstDash val="solid"/>
          </a:ln>
        </p:spPr>
      </p:sp>
      <p:sp>
        <p:nvSpPr>
          <p:cNvPr id="36" name="dp42-background / design-challenge / 1">
            <a:extLst>
              <a:ext uri="{FF2B5EF4-FFF2-40B4-BE49-F238E27FC236}">
                <ns2:creationId id="{01316599-B2F3-48F8-B411-3A7BFC759EFF}"/>
              </a:ext>
            </a:extLst>
          </p:cNvPr>
          <p:cNvSpPr>
            <a:spLocks noGrp="1"/>
          </p:cNvSpPr>
          <p:nvPr/>
        </p:nvSpPr>
        <p:spPr>
          <a:xfrm>
            <a:off x="904875" y="928687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대화 연결과 Request 처리가 끝나도 Task의 진행 상태와 결과 기록을 유지하고,</a:t>
            </a:r>
          </a:p>
        </p:txBody>
      </p:sp>
      <p:sp>
        <p:nvSpPr>
          <p:cNvPr id="37" name="dp42-background / design-challenge / 2">
            <a:extLst>
              <a:ext uri="{FF2B5EF4-FFF2-40B4-BE49-F238E27FC236}">
                <ns2:creationId id="{0D2213E5-A8E3-43CE-9870-9AEDDEF51C76}"/>
              </a:ext>
            </a:extLst>
          </p:cNvPr>
          <p:cNvSpPr>
            <a:spLocks noGrp="1"/>
          </p:cNvSpPr>
          <p:nvPr/>
        </p:nvSpPr>
        <p:spPr>
          <a:xfrm>
            <a:off x="904875" y="966787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서로 다른 수명을 가진 상태와 연결 관계를 일관되게 관리하는 구조</a:t>
            </a:r>
          </a:p>
        </p:txBody>
      </p:sp>
    </p:spTree>
    <p:extLst>
      <p:ext uri="{BB962C8B-B14F-4D97-AF65-F5344CB8AC3E}">
        <p14:creationId val="204463024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4" name="dp42-comparison / n1">
            <a:extLst xmlns:a="http://schemas.openxmlformats.org/drawingml/2006/main">
              <a:ext uri="{FF2B5EF4-FFF2-40B4-BE49-F238E27FC236}">
                <a16:creationId xmlns:a16="http://schemas.microsoft.com/office/drawing/2014/main" id="{3E4FCF4B-90EB-4D52-9CDE-C617568DEA6A}"/>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2-comparison / n2 / text 1">
            <a:extLst xmlns:a="http://schemas.openxmlformats.org/drawingml/2006/main">
              <a:ext uri="{FF2B5EF4-FFF2-40B4-BE49-F238E27FC236}">
                <a16:creationId xmlns:a16="http://schemas.microsoft.com/office/drawing/2014/main" id="{2A56A83B-BCFF-4929-87D0-8FDDA5D890E3}"/>
              </a:ext>
            </a:extLst>
          </p:cNvPr>
          <p:cNvSpPr>
            <a:spLocks xmlns:a="http://schemas.openxmlformats.org/drawingml/2006/main" noGrp="1"/>
          </p:cNvSpPr>
          <p:nvPr/>
        </p:nvSpPr>
        <p:spPr>
          <a:xfrm xmlns:a="http://schemas.openxmlformats.org/drawingml/2006/main">
            <a:off x="381000" y="209550"/>
            <a:ext cx="1238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DP 설계 비교</a:t>
            </a:r>
          </a:p>
        </p:txBody>
      </p:sp>
      <p:sp>
        <p:nvSpPr>
          <p:cNvPr id="3" name="dp42-comparison / n3 / text 1">
            <a:extLst xmlns:a="http://schemas.openxmlformats.org/drawingml/2006/main">
              <a:ext uri="{FF2B5EF4-FFF2-40B4-BE49-F238E27FC236}">
                <a16:creationId xmlns:a16="http://schemas.microsoft.com/office/drawing/2014/main" id="{DF3ED12C-2CF9-40E7-9AAC-A6C996374737}"/>
              </a:ext>
            </a:extLst>
          </p:cNvPr>
          <p:cNvSpPr>
            <a:spLocks xmlns:a="http://schemas.openxmlformats.org/drawingml/2006/main" noGrp="1"/>
          </p:cNvSpPr>
          <p:nvPr/>
        </p:nvSpPr>
        <p:spPr>
          <a:xfrm xmlns:a="http://schemas.openxmlformats.org/drawingml/2006/main">
            <a:off x="13620750" y="209550"/>
            <a:ext cx="4286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구조 비교 / 장단점 / QA Trade-off</a:t>
            </a:r>
          </a:p>
        </p:txBody>
      </p:sp>
      <p:sp>
        <p:nvSpPr>
          <p:cNvPr id="4" name="dp42-comparison / n4 / text 1">
            <a:extLst xmlns:a="http://schemas.openxmlformats.org/drawingml/2006/main">
              <a:ext uri="{FF2B5EF4-FFF2-40B4-BE49-F238E27FC236}">
                <a16:creationId xmlns:a16="http://schemas.microsoft.com/office/drawing/2014/main" id="{C95D87CA-E0D7-43A8-B913-3986710D2FED}"/>
              </a:ext>
            </a:extLst>
          </p:cNvPr>
          <p:cNvSpPr>
            <a:spLocks xmlns:a="http://schemas.openxmlformats.org/drawingml/2006/main" noGrp="1"/>
          </p:cNvSpPr>
          <p:nvPr/>
        </p:nvSpPr>
        <p:spPr>
          <a:xfrm xmlns:a="http://schemas.openxmlformats.org/drawingml/2006/main">
            <a:off x="381000" y="619125"/>
            <a:ext cx="17526000" cy="5386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b="1">
                <a:solidFill>
                  <a:srgbClr val="18232E"/>
                </a:solidFill>
                <a:latin typeface="Apple SD Gothic Neo"/>
                <a:ea typeface="Apple SD Gothic Neo"/>
                <a:cs typeface="Apple SD Gothic Neo"/>
              </a:defRPr>
            </a:pPr>
            <a:r>
              <a:rPr sz="2925" b="1">
                <a:solidFill>
                  <a:srgbClr val="18232E"/>
                </a:solidFill>
                <a:latin typeface="Apple SD Gothic Neo"/>
                <a:ea typeface="Apple SD Gothic Neo"/>
                <a:cs typeface="Apple SD Gothic Neo"/>
              </a:rPr>
              <a:t>04-42. 대화와 Task 상태의 소유 및 확정</a:t>
            </a:r>
          </a:p>
        </p:txBody>
      </p:sp>
      <p:sp>
        <p:nvSpPr>
          <p:cNvPr id="5" name="dp42-comparison / n5 / path">
            <a:extLst xmlns:a="http://schemas.openxmlformats.org/drawingml/2006/main">
              <a:ext uri="{FF2B5EF4-FFF2-40B4-BE49-F238E27FC236}">
                <a16:creationId xmlns:a16="http://schemas.microsoft.com/office/drawing/2014/main" id="{268A1F89-A207-4757-A7C6-BE2F4ECA8A4E}"/>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6" name="dp42-comparison / n6 / text 1">
            <a:extLst xmlns:a="http://schemas.openxmlformats.org/drawingml/2006/main">
              <a:ext uri="{FF2B5EF4-FFF2-40B4-BE49-F238E27FC236}">
                <a16:creationId xmlns:a16="http://schemas.microsoft.com/office/drawing/2014/main" id="{4342C25F-36CA-4DEF-8BC9-334F46D419E9}"/>
              </a:ext>
            </a:extLst>
          </p:cNvPr>
          <p:cNvSpPr>
            <a:spLocks xmlns:a="http://schemas.openxmlformats.org/drawingml/2006/main" noGrp="1"/>
          </p:cNvSpPr>
          <p:nvPr/>
        </p:nvSpPr>
        <p:spPr>
          <a:xfrm xmlns:a="http://schemas.openxmlformats.org/drawingml/2006/main">
            <a:off x="381000" y="1333500"/>
            <a:ext cx="17526000" cy="3038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8232E"/>
                </a:solidFill>
                <a:latin typeface="Apple SD Gothic Neo"/>
                <a:ea typeface="Apple SD Gothic Neo"/>
                <a:cs typeface="Apple SD Gothic Neo"/>
              </a:defRPr>
            </a:pPr>
            <a:r>
              <a:rPr sz="1650" b="0">
                <a:solidFill>
                  <a:srgbClr val="18232E"/>
                </a:solidFill>
                <a:latin typeface="Apple SD Gothic Neo"/>
                <a:ea typeface="Apple SD Gothic Neo"/>
                <a:cs typeface="Apple SD Gothic Neo"/>
              </a:rPr>
              <a:t>보고서 기간 질문을 실제 제시 → “응, 상반기로 해줘” → 내부 접수 / 외부 전달 확인</a:t>
            </a:r>
          </a:p>
        </p:txBody>
      </p:sp>
      <p:sp>
        <p:nvSpPr>
          <p:cNvPr id="7" name="dp42-comparison / n7 / text 1">
            <a:extLst xmlns:a="http://schemas.openxmlformats.org/drawingml/2006/main">
              <a:ext uri="{FF2B5EF4-FFF2-40B4-BE49-F238E27FC236}">
                <a16:creationId xmlns:a16="http://schemas.microsoft.com/office/drawing/2014/main" id="{979DB739-58E7-47BD-B95D-67A3DBEEBB4C}"/>
              </a:ext>
            </a:extLst>
          </p:cNvPr>
          <p:cNvSpPr>
            <a:spLocks xmlns:a="http://schemas.openxmlformats.org/drawingml/2006/main" noGrp="1"/>
          </p:cNvSpPr>
          <p:nvPr/>
        </p:nvSpPr>
        <p:spPr>
          <a:xfrm xmlns:a="http://schemas.openxmlformats.org/drawingml/2006/main">
            <a:off x="381000" y="1628775"/>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별도 Conversation / Request / Task / Execution 수명 / 로컬 VAD와 지속 입력 / 클라우드 모델 / 같은 의미 판단</a:t>
            </a:r>
          </a:p>
        </p:txBody>
      </p:sp>
      <p:sp>
        <p:nvSpPr>
          <p:cNvPr id="8" name="dp42-comparison / n8">
            <a:extLst xmlns:a="http://schemas.openxmlformats.org/drawingml/2006/main">
              <a:ext uri="{FF2B5EF4-FFF2-40B4-BE49-F238E27FC236}">
                <a16:creationId xmlns:a16="http://schemas.microsoft.com/office/drawing/2014/main" id="{7F01871B-D2DF-4DE8-ADBC-334BA042F66C}"/>
              </a:ext>
            </a:extLst>
          </p:cNvPr>
          <p:cNvSpPr>
            <a:spLocks xmlns:a="http://schemas.openxmlformats.org/drawingml/2006/main" noGrp="1"/>
          </p:cNvSpPr>
          <p:nvPr/>
        </p:nvSpPr>
        <p:spPr>
          <a:xfrm xmlns:a="http://schemas.openxmlformats.org/drawingml/2006/main">
            <a:off x="381000" y="1857375"/>
            <a:ext cx="17526000" cy="457200"/>
          </a:xfrm>
          <a:prstGeom xmlns:a="http://schemas.openxmlformats.org/drawingml/2006/main" prst="rect">
            <a:avLst/>
          </a:prstGeom>
          <a:solidFill xmlns:a="http://schemas.openxmlformats.org/drawingml/2006/main">
            <a:srgbClr val="D5E7C7"/>
          </a:solidFill>
          <a:ln xmlns:a="http://schemas.openxmlformats.org/drawingml/2006/main" w="16193">
            <a:solidFill>
              <a:srgbClr val="CDD6DE"/>
            </a:solidFill>
            <a:prstDash val="solid"/>
          </a:ln>
        </p:spPr>
      </p:sp>
      <p:sp>
        <p:nvSpPr>
          <p:cNvPr id="9" name="dp42-comparison / n9 / text 1">
            <a:extLst xmlns:a="http://schemas.openxmlformats.org/drawingml/2006/main">
              <a:ext uri="{FF2B5EF4-FFF2-40B4-BE49-F238E27FC236}">
                <a16:creationId xmlns:a16="http://schemas.microsoft.com/office/drawing/2014/main" id="{82A7F328-05A7-416C-9BEA-855B636F7835}"/>
              </a:ext>
            </a:extLst>
          </p:cNvPr>
          <p:cNvSpPr>
            <a:spLocks xmlns:a="http://schemas.openxmlformats.org/drawingml/2006/main" noGrp="1"/>
          </p:cNvSpPr>
          <p:nvPr/>
        </p:nvSpPr>
        <p:spPr>
          <a:xfrm xmlns:a="http://schemas.openxmlformats.org/drawingml/2006/main">
            <a:off x="1485900" y="1962150"/>
            <a:ext cx="79819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A 모듈형 통합 Core / 공동 확정</a:t>
            </a:r>
          </a:p>
        </p:txBody>
      </p:sp>
      <p:sp>
        <p:nvSpPr>
          <p:cNvPr id="10" name="dp42-comparison / n10 / text 1">
            <a:extLst xmlns:a="http://schemas.openxmlformats.org/drawingml/2006/main">
              <a:ext uri="{FF2B5EF4-FFF2-40B4-BE49-F238E27FC236}">
                <a16:creationId xmlns:a16="http://schemas.microsoft.com/office/drawing/2014/main" id="{EA3EA96C-FA6C-4299-A30D-71092AA426E1}"/>
              </a:ext>
            </a:extLst>
          </p:cNvPr>
          <p:cNvSpPr>
            <a:spLocks xmlns:a="http://schemas.openxmlformats.org/drawingml/2006/main" noGrp="1"/>
          </p:cNvSpPr>
          <p:nvPr/>
        </p:nvSpPr>
        <p:spPr>
          <a:xfrm xmlns:a="http://schemas.openxmlformats.org/drawingml/2006/main">
            <a:off x="9772650" y="1962150"/>
            <a:ext cx="79819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B 독립 대화 / Task 서비스 / 별도 접수</a:t>
            </a:r>
          </a:p>
        </p:txBody>
      </p:sp>
      <p:sp>
        <p:nvSpPr>
          <p:cNvPr id="11" name="dp42-comparison / n11 / path">
            <a:extLst xmlns:a="http://schemas.openxmlformats.org/drawingml/2006/main">
              <a:ext uri="{FF2B5EF4-FFF2-40B4-BE49-F238E27FC236}">
                <a16:creationId xmlns:a16="http://schemas.microsoft.com/office/drawing/2014/main" id="{ECFB07C1-87C5-45EE-A43C-660BBC2C82E6}"/>
              </a:ext>
            </a:extLst>
          </p:cNvPr>
          <p:cNvSpPr>
            <a:spLocks xmlns:a="http://schemas.openxmlformats.org/drawingml/2006/main" noGrp="1"/>
          </p:cNvSpPr>
          <p:nvPr/>
        </p:nvSpPr>
        <p:spPr>
          <a:xfrm xmlns:a="http://schemas.openxmlformats.org/drawingml/2006/main">
            <a:off x="9620250" y="1857375"/>
            <a:ext cx="953" cy="5715000"/>
          </a:xfrm>
          <a:custGeom xmlns:a="http://schemas.openxmlformats.org/drawingml/2006/main">
            <a:pathLst>
              <a:path w="953" h="5715000">
                <a:moveTo>
                  <a:pt x="0" y="0"/>
                </a:moveTo>
                <a:lnTo>
                  <a:pt x="0" y="5715000"/>
                </a:lnTo>
              </a:path>
            </a:pathLst>
          </a:custGeom>
          <a:noFill xmlns:a="http://schemas.openxmlformats.org/drawingml/2006/main"/>
          <a:ln xmlns:a="http://schemas.openxmlformats.org/drawingml/2006/main" w="19050">
            <a:solidFill>
              <a:srgbClr val="CDD6DE"/>
            </a:solidFill>
            <a:prstDash val="solid"/>
          </a:ln>
        </p:spPr>
      </p:sp>
      <p:sp>
        <p:nvSpPr>
          <p:cNvPr id="12" name="dp42-comparison / n12 / path">
            <a:extLst xmlns:a="http://schemas.openxmlformats.org/drawingml/2006/main">
              <a:ext uri="{FF2B5EF4-FFF2-40B4-BE49-F238E27FC236}">
                <a16:creationId xmlns:a16="http://schemas.microsoft.com/office/drawing/2014/main" id="{A5987A08-E1C2-467E-A791-43603A1C1D58}"/>
              </a:ext>
            </a:extLst>
          </p:cNvPr>
          <p:cNvSpPr>
            <a:spLocks xmlns:a="http://schemas.openxmlformats.org/drawingml/2006/main" noGrp="1"/>
          </p:cNvSpPr>
          <p:nvPr/>
        </p:nvSpPr>
        <p:spPr>
          <a:xfrm xmlns:a="http://schemas.openxmlformats.org/drawingml/2006/main">
            <a:off x="381000" y="75723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3" name="dp42-comparison / n13 / text 1">
            <a:extLst xmlns:a="http://schemas.openxmlformats.org/drawingml/2006/main">
              <a:ext uri="{FF2B5EF4-FFF2-40B4-BE49-F238E27FC236}">
                <a16:creationId xmlns:a16="http://schemas.microsoft.com/office/drawing/2014/main" id="{7BC290B2-3A07-458F-A53A-24A6E36A7E19}"/>
              </a:ext>
            </a:extLst>
          </p:cNvPr>
          <p:cNvSpPr>
            <a:spLocks xmlns:a="http://schemas.openxmlformats.org/drawingml/2006/main" noGrp="1"/>
          </p:cNvSpPr>
          <p:nvPr/>
        </p:nvSpPr>
        <p:spPr>
          <a:xfrm xmlns:a="http://schemas.openxmlformats.org/drawingml/2006/main">
            <a:off x="400050" y="7724775"/>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의미 제안은 Request Interpreter, 채택은 Request Controller / 실제 전달 원장은 Response Manager / 모델 / 외부 통신은 transaction 밖</a:t>
            </a:r>
          </a:p>
        </p:txBody>
      </p:sp>
      <p:sp>
        <p:nvSpPr>
          <p:cNvPr id="14" name="dp42-comparison / n14 / text 1">
            <a:extLst xmlns:a="http://schemas.openxmlformats.org/drawingml/2006/main">
              <a:ext uri="{FF2B5EF4-FFF2-40B4-BE49-F238E27FC236}">
                <a16:creationId xmlns:a16="http://schemas.microsoft.com/office/drawing/2014/main" id="{37CFA3E7-997B-491A-B8D8-908C4E601F44}"/>
              </a:ext>
            </a:extLst>
          </p:cNvPr>
          <p:cNvSpPr>
            <a:spLocks xmlns:a="http://schemas.openxmlformats.org/drawingml/2006/main" noGrp="1"/>
          </p:cNvSpPr>
          <p:nvPr/>
        </p:nvSpPr>
        <p:spPr>
          <a:xfrm xmlns:a="http://schemas.openxmlformats.org/drawingml/2006/main">
            <a:off x="400050" y="8001000"/>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B: hold 요청 시각과 업무 gate 적용 ACK 시각은 다름 / ACK 전 DISPATCHING은 UNKNOWN / 외부 확인으로 처리</a:t>
            </a:r>
          </a:p>
        </p:txBody>
      </p:sp>
      <p:sp>
        <p:nvSpPr>
          <p:cNvPr id="295" name="dp42-v5-summary / n1">
            <a:extLst xmlns:a="http://schemas.openxmlformats.org/drawingml/2006/main">
              <a:ext uri="{FF2B5EF4-FFF2-40B4-BE49-F238E27FC236}">
                <a16:creationId xmlns:a16="http://schemas.microsoft.com/office/drawing/2014/main" id="{BBB7754B-3A03-4875-AA18-962992E5FFEC}"/>
              </a:ext>
            </a:extLst>
          </p:cNvPr>
          <p:cNvSpPr>
            <a:spLocks xmlns:a="http://schemas.openxmlformats.org/drawingml/2006/main" noGrp="1"/>
          </p:cNvSpPr>
          <p:nvPr/>
        </p:nvSpPr>
        <p:spPr>
          <a:xfrm xmlns:a="http://schemas.openxmlformats.org/drawingml/2006/main">
            <a:off x="381000" y="82962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96" name="dp42-v5-summary / n2">
            <a:extLst xmlns:a="http://schemas.openxmlformats.org/drawingml/2006/main">
              <a:ext uri="{FF2B5EF4-FFF2-40B4-BE49-F238E27FC236}">
                <a16:creationId xmlns:a16="http://schemas.microsoft.com/office/drawing/2014/main" id="{A98EB82A-EAC2-40DA-8D80-EDF017078C94}"/>
              </a:ext>
            </a:extLst>
          </p:cNvPr>
          <p:cNvSpPr>
            <a:spLocks xmlns:a="http://schemas.openxmlformats.org/drawingml/2006/main" noGrp="1"/>
          </p:cNvSpPr>
          <p:nvPr/>
        </p:nvSpPr>
        <p:spPr>
          <a:xfrm xmlns:a="http://schemas.openxmlformats.org/drawingml/2006/main">
            <a:off x="400050" y="835342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요청 처리 정확성</a:t>
            </a:r>
          </a:p>
        </p:txBody>
      </p:sp>
      <p:sp>
        <p:nvSpPr>
          <p:cNvPr id="297" name="dp42-v5-summary / n3">
            <a:extLst xmlns:a="http://schemas.openxmlformats.org/drawingml/2006/main">
              <a:ext uri="{FF2B5EF4-FFF2-40B4-BE49-F238E27FC236}">
                <a16:creationId xmlns:a16="http://schemas.microsoft.com/office/drawing/2014/main" id="{AC8DB5A1-4235-4B33-9CFD-A10C5F77CE36}"/>
              </a:ext>
            </a:extLst>
          </p:cNvPr>
          <p:cNvSpPr>
            <a:spLocks xmlns:a="http://schemas.openxmlformats.org/drawingml/2006/main" noGrp="1"/>
          </p:cNvSpPr>
          <p:nvPr/>
        </p:nvSpPr>
        <p:spPr>
          <a:xfrm xmlns:a="http://schemas.openxmlformats.org/drawingml/2006/main">
            <a:off x="2857500" y="8353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[의미와 접수 및 현재성 검사]</a:t>
            </a:r>
          </a:p>
        </p:txBody>
      </p:sp>
      <p:sp>
        <p:nvSpPr>
          <p:cNvPr id="298" name="dp42-v5-summary / n4">
            <a:extLst xmlns:a="http://schemas.openxmlformats.org/drawingml/2006/main">
              <a:ext uri="{FF2B5EF4-FFF2-40B4-BE49-F238E27FC236}">
                <a16:creationId xmlns:a16="http://schemas.microsoft.com/office/drawing/2014/main" id="{A69367C5-5C12-453D-BCF4-867E178EC317}"/>
              </a:ext>
            </a:extLst>
          </p:cNvPr>
          <p:cNvSpPr>
            <a:spLocks xmlns:a="http://schemas.openxmlformats.org/drawingml/2006/main" noGrp="1"/>
          </p:cNvSpPr>
          <p:nvPr/>
        </p:nvSpPr>
        <p:spPr>
          <a:xfrm xmlns:a="http://schemas.openxmlformats.org/drawingml/2006/main">
            <a:off x="10001250" y="8353425"/>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[동일 검사와 receipt의 올바른 반영]</a:t>
            </a:r>
          </a:p>
        </p:txBody>
      </p:sp>
      <p:sp>
        <p:nvSpPr>
          <p:cNvPr id="299" name="dp42-v5-summary / n5">
            <a:extLst xmlns:a="http://schemas.openxmlformats.org/drawingml/2006/main">
              <a:ext uri="{FF2B5EF4-FFF2-40B4-BE49-F238E27FC236}">
                <a16:creationId xmlns:a16="http://schemas.microsoft.com/office/drawing/2014/main" id="{11FD21C5-1F60-4B2F-8603-BDCE6D709AEA}"/>
              </a:ext>
            </a:extLst>
          </p:cNvPr>
          <p:cNvSpPr>
            <a:spLocks xmlns:a="http://schemas.openxmlformats.org/drawingml/2006/main" noGrp="1"/>
          </p:cNvSpPr>
          <p:nvPr/>
        </p:nvSpPr>
        <p:spPr>
          <a:xfrm xmlns:a="http://schemas.openxmlformats.org/drawingml/2006/main">
            <a:off x="381000" y="85344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00" name="dp42-v5-summary / n6">
            <a:extLst xmlns:a="http://schemas.openxmlformats.org/drawingml/2006/main">
              <a:ext uri="{FF2B5EF4-FFF2-40B4-BE49-F238E27FC236}">
                <a16:creationId xmlns:a16="http://schemas.microsoft.com/office/drawing/2014/main" id="{C29B0B20-446D-4FFC-8CA5-5BF055A72A6C}"/>
              </a:ext>
            </a:extLst>
          </p:cNvPr>
          <p:cNvSpPr>
            <a:spLocks xmlns:a="http://schemas.openxmlformats.org/drawingml/2006/main" noGrp="1"/>
          </p:cNvSpPr>
          <p:nvPr/>
        </p:nvSpPr>
        <p:spPr>
          <a:xfrm xmlns:a="http://schemas.openxmlformats.org/drawingml/2006/main">
            <a:off x="400050" y="85915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상호작용 응답시간</a:t>
            </a:r>
          </a:p>
        </p:txBody>
      </p:sp>
      <p:sp>
        <p:nvSpPr>
          <p:cNvPr id="301" name="dp42-v5-summary / n7">
            <a:extLst xmlns:a="http://schemas.openxmlformats.org/drawingml/2006/main">
              <a:ext uri="{FF2B5EF4-FFF2-40B4-BE49-F238E27FC236}">
                <a16:creationId xmlns:a16="http://schemas.microsoft.com/office/drawing/2014/main" id="{9FEE09A3-ECAF-4A71-BEA0-F58BEB34BC90}"/>
              </a:ext>
            </a:extLst>
          </p:cNvPr>
          <p:cNvSpPr>
            <a:spLocks xmlns:a="http://schemas.openxmlformats.org/drawingml/2006/main" noGrp="1"/>
          </p:cNvSpPr>
          <p:nvPr/>
        </p:nvSpPr>
        <p:spPr>
          <a:xfrm xmlns:a="http://schemas.openxmlformats.org/drawingml/2006/main">
            <a:off x="2857500" y="85915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[공동 commit과 대화 반영 대기]</a:t>
            </a:r>
          </a:p>
        </p:txBody>
      </p:sp>
      <p:sp>
        <p:nvSpPr>
          <p:cNvPr id="302" name="dp42-v5-summary / n8">
            <a:extLst xmlns:a="http://schemas.openxmlformats.org/drawingml/2006/main">
              <a:ext uri="{FF2B5EF4-FFF2-40B4-BE49-F238E27FC236}">
                <a16:creationId xmlns:a16="http://schemas.microsoft.com/office/drawing/2014/main" id="{87D80DA0-265C-4C7A-A585-1BD9050536C3}"/>
              </a:ext>
            </a:extLst>
          </p:cNvPr>
          <p:cNvSpPr>
            <a:spLocks xmlns:a="http://schemas.openxmlformats.org/drawingml/2006/main" noGrp="1"/>
          </p:cNvSpPr>
          <p:nvPr/>
        </p:nvSpPr>
        <p:spPr>
          <a:xfrm xmlns:a="http://schemas.openxmlformats.org/drawingml/2006/main">
            <a:off x="10001250" y="8591550"/>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[독립 접수와 receipt 반영 대기]</a:t>
            </a:r>
          </a:p>
        </p:txBody>
      </p:sp>
      <p:sp>
        <p:nvSpPr>
          <p:cNvPr id="303" name="dp42-v5-summary / n9">
            <a:extLst xmlns:a="http://schemas.openxmlformats.org/drawingml/2006/main">
              <a:ext uri="{FF2B5EF4-FFF2-40B4-BE49-F238E27FC236}">
                <a16:creationId xmlns:a16="http://schemas.microsoft.com/office/drawing/2014/main" id="{02746A80-895B-4A31-AA1E-170BEEFCCD1B}"/>
              </a:ext>
            </a:extLst>
          </p:cNvPr>
          <p:cNvSpPr>
            <a:spLocks xmlns:a="http://schemas.openxmlformats.org/drawingml/2006/main" noGrp="1"/>
          </p:cNvSpPr>
          <p:nvPr/>
        </p:nvSpPr>
        <p:spPr>
          <a:xfrm xmlns:a="http://schemas.openxmlformats.org/drawingml/2006/main">
            <a:off x="381000" y="877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04" name="dp42-v5-summary / n10">
            <a:extLst xmlns:a="http://schemas.openxmlformats.org/drawingml/2006/main">
              <a:ext uri="{FF2B5EF4-FFF2-40B4-BE49-F238E27FC236}">
                <a16:creationId xmlns:a16="http://schemas.microsoft.com/office/drawing/2014/main" id="{CC01BB89-1306-4B6A-9620-BE5B7101AFFB}"/>
              </a:ext>
            </a:extLst>
          </p:cNvPr>
          <p:cNvSpPr>
            <a:spLocks xmlns:a="http://schemas.openxmlformats.org/drawingml/2006/main" noGrp="1"/>
          </p:cNvSpPr>
          <p:nvPr/>
        </p:nvSpPr>
        <p:spPr>
          <a:xfrm xmlns:a="http://schemas.openxmlformats.org/drawingml/2006/main">
            <a:off x="400050" y="882967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요청 처리시간</a:t>
            </a:r>
          </a:p>
        </p:txBody>
      </p:sp>
      <p:sp>
        <p:nvSpPr>
          <p:cNvPr id="305" name="dp42-v5-summary / n11">
            <a:extLst xmlns:a="http://schemas.openxmlformats.org/drawingml/2006/main">
              <a:ext uri="{FF2B5EF4-FFF2-40B4-BE49-F238E27FC236}">
                <a16:creationId xmlns:a16="http://schemas.microsoft.com/office/drawing/2014/main" id="{14660595-DF67-4D15-9CC5-0C71CA9777AA}"/>
              </a:ext>
            </a:extLst>
          </p:cNvPr>
          <p:cNvSpPr>
            <a:spLocks xmlns:a="http://schemas.openxmlformats.org/drawingml/2006/main" noGrp="1"/>
          </p:cNvSpPr>
          <p:nvPr/>
        </p:nvSpPr>
        <p:spPr>
          <a:xfrm xmlns:a="http://schemas.openxmlformats.org/drawingml/2006/main">
            <a:off x="2857500" y="882967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[관련 상태의 공동 확정 경로]</a:t>
            </a:r>
          </a:p>
        </p:txBody>
      </p:sp>
      <p:sp>
        <p:nvSpPr>
          <p:cNvPr id="306" name="dp42-v5-summary / n12">
            <a:extLst xmlns:a="http://schemas.openxmlformats.org/drawingml/2006/main">
              <a:ext uri="{FF2B5EF4-FFF2-40B4-BE49-F238E27FC236}">
                <a16:creationId xmlns:a16="http://schemas.microsoft.com/office/drawing/2014/main" id="{F12BF402-3739-45A2-A328-DA422D4C8141}"/>
              </a:ext>
            </a:extLst>
          </p:cNvPr>
          <p:cNvSpPr>
            <a:spLocks xmlns:a="http://schemas.openxmlformats.org/drawingml/2006/main" noGrp="1"/>
          </p:cNvSpPr>
          <p:nvPr/>
        </p:nvSpPr>
        <p:spPr>
          <a:xfrm xmlns:a="http://schemas.openxmlformats.org/drawingml/2006/main">
            <a:off x="10001250" y="8829675"/>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[인계와 reconciliation의 전체 경로]</a:t>
            </a:r>
          </a:p>
        </p:txBody>
      </p:sp>
      <p:sp>
        <p:nvSpPr>
          <p:cNvPr id="307" name="dp42-v5-summary / n13">
            <a:extLst xmlns:a="http://schemas.openxmlformats.org/drawingml/2006/main">
              <a:ext uri="{FF2B5EF4-FFF2-40B4-BE49-F238E27FC236}">
                <a16:creationId xmlns:a16="http://schemas.microsoft.com/office/drawing/2014/main" id="{3BDBA399-9060-4B28-A89A-5ED5C4CA795D}"/>
              </a:ext>
            </a:extLst>
          </p:cNvPr>
          <p:cNvSpPr>
            <a:spLocks xmlns:a="http://schemas.openxmlformats.org/drawingml/2006/main" noGrp="1"/>
          </p:cNvSpPr>
          <p:nvPr/>
        </p:nvSpPr>
        <p:spPr>
          <a:xfrm xmlns:a="http://schemas.openxmlformats.org/drawingml/2006/main">
            <a:off x="381000" y="90106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08" name="dp42-v5-summary / n14">
            <a:extLst xmlns:a="http://schemas.openxmlformats.org/drawingml/2006/main">
              <a:ext uri="{FF2B5EF4-FFF2-40B4-BE49-F238E27FC236}">
                <a16:creationId xmlns:a16="http://schemas.microsoft.com/office/drawing/2014/main" id="{34C29C02-63AE-4E05-84C2-5A22B0595056}"/>
              </a:ext>
            </a:extLst>
          </p:cNvPr>
          <p:cNvSpPr>
            <a:spLocks xmlns:a="http://schemas.openxmlformats.org/drawingml/2006/main" noGrp="1"/>
          </p:cNvSpPr>
          <p:nvPr/>
        </p:nvSpPr>
        <p:spPr>
          <a:xfrm xmlns:a="http://schemas.openxmlformats.org/drawingml/2006/main">
            <a:off x="400050" y="906780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모델 사용 비용</a:t>
            </a:r>
          </a:p>
        </p:txBody>
      </p:sp>
      <p:sp>
        <p:nvSpPr>
          <p:cNvPr id="309" name="dp42-v5-summary / n15">
            <a:extLst xmlns:a="http://schemas.openxmlformats.org/drawingml/2006/main">
              <a:ext uri="{FF2B5EF4-FFF2-40B4-BE49-F238E27FC236}">
                <a16:creationId xmlns:a16="http://schemas.microsoft.com/office/drawing/2014/main" id="{CA83F3F7-587D-49C4-8530-1D4D8668FC85}"/>
              </a:ext>
            </a:extLst>
          </p:cNvPr>
          <p:cNvSpPr>
            <a:spLocks xmlns:a="http://schemas.openxmlformats.org/drawingml/2006/main" noGrp="1"/>
          </p:cNvSpPr>
          <p:nvPr/>
        </p:nvSpPr>
        <p:spPr>
          <a:xfrm xmlns:a="http://schemas.openxmlformats.org/drawingml/2006/main">
            <a:off x="2857500" y="90678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[코드 저장 외 실제 모델 청구]</a:t>
            </a:r>
          </a:p>
        </p:txBody>
      </p:sp>
      <p:sp>
        <p:nvSpPr>
          <p:cNvPr id="310" name="dp42-v5-summary / n16">
            <a:extLst xmlns:a="http://schemas.openxmlformats.org/drawingml/2006/main">
              <a:ext uri="{FF2B5EF4-FFF2-40B4-BE49-F238E27FC236}">
                <a16:creationId xmlns:a16="http://schemas.microsoft.com/office/drawing/2014/main" id="{6A6B042C-2191-416B-A1F7-A5F794832EA7}"/>
              </a:ext>
            </a:extLst>
          </p:cNvPr>
          <p:cNvSpPr>
            <a:spLocks xmlns:a="http://schemas.openxmlformats.org/drawingml/2006/main" noGrp="1"/>
          </p:cNvSpPr>
          <p:nvPr/>
        </p:nvSpPr>
        <p:spPr>
          <a:xfrm xmlns:a="http://schemas.openxmlformats.org/drawingml/2006/main">
            <a:off x="10001250" y="9067800"/>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[IPC 외 실제 모델 청구]</a:t>
            </a:r>
          </a:p>
        </p:txBody>
      </p:sp>
      <p:sp>
        <p:nvSpPr>
          <p:cNvPr id="311" name="dp42-v5-summary / n17">
            <a:extLst xmlns:a="http://schemas.openxmlformats.org/drawingml/2006/main">
              <a:ext uri="{FF2B5EF4-FFF2-40B4-BE49-F238E27FC236}">
                <a16:creationId xmlns:a16="http://schemas.microsoft.com/office/drawing/2014/main" id="{F9653F1A-07BE-4B88-BF86-57A0BC2DE4EF}"/>
              </a:ext>
            </a:extLst>
          </p:cNvPr>
          <p:cNvSpPr>
            <a:spLocks xmlns:a="http://schemas.openxmlformats.org/drawingml/2006/main" noGrp="1"/>
          </p:cNvSpPr>
          <p:nvPr/>
        </p:nvSpPr>
        <p:spPr>
          <a:xfrm xmlns:a="http://schemas.openxmlformats.org/drawingml/2006/main">
            <a:off x="381000" y="92487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12" name="dp42-v5-summary / n18">
            <a:extLst xmlns:a="http://schemas.openxmlformats.org/drawingml/2006/main">
              <a:ext uri="{FF2B5EF4-FFF2-40B4-BE49-F238E27FC236}">
                <a16:creationId xmlns:a16="http://schemas.microsoft.com/office/drawing/2014/main" id="{64371A0C-93EB-481C-BDA2-BFD1CE325ECB}"/>
              </a:ext>
            </a:extLst>
          </p:cNvPr>
          <p:cNvSpPr>
            <a:spLocks xmlns:a="http://schemas.openxmlformats.org/drawingml/2006/main" noGrp="1"/>
          </p:cNvSpPr>
          <p:nvPr/>
        </p:nvSpPr>
        <p:spPr>
          <a:xfrm xmlns:a="http://schemas.openxmlformats.org/drawingml/2006/main">
            <a:off x="400050" y="930592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변경 용이성</a:t>
            </a:r>
          </a:p>
        </p:txBody>
      </p:sp>
      <p:sp>
        <p:nvSpPr>
          <p:cNvPr id="313" name="dp42-v5-summary / n19">
            <a:extLst xmlns:a="http://schemas.openxmlformats.org/drawingml/2006/main">
              <a:ext uri="{FF2B5EF4-FFF2-40B4-BE49-F238E27FC236}">
                <a16:creationId xmlns:a16="http://schemas.microsoft.com/office/drawing/2014/main" id="{16C61A28-CD0D-4F15-9BAB-C1096EF453D7}"/>
              </a:ext>
            </a:extLst>
          </p:cNvPr>
          <p:cNvSpPr>
            <a:spLocks xmlns:a="http://schemas.openxmlformats.org/drawingml/2006/main" noGrp="1"/>
          </p:cNvSpPr>
          <p:nvPr/>
        </p:nvSpPr>
        <p:spPr>
          <a:xfrm xmlns:a="http://schemas.openxmlformats.org/drawingml/2006/main">
            <a:off x="2857500" y="93059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[공동 상태 계약의 실제 수정]</a:t>
            </a:r>
          </a:p>
        </p:txBody>
      </p:sp>
      <p:sp>
        <p:nvSpPr>
          <p:cNvPr id="314" name="dp42-v5-summary / n20">
            <a:extLst xmlns:a="http://schemas.openxmlformats.org/drawingml/2006/main">
              <a:ext uri="{FF2B5EF4-FFF2-40B4-BE49-F238E27FC236}">
                <a16:creationId xmlns:a16="http://schemas.microsoft.com/office/drawing/2014/main" id="{0C6F7E2E-07B0-42C7-BF74-26B88B4BDB27}"/>
              </a:ext>
            </a:extLst>
          </p:cNvPr>
          <p:cNvSpPr>
            <a:spLocks xmlns:a="http://schemas.openxmlformats.org/drawingml/2006/main" noGrp="1"/>
          </p:cNvSpPr>
          <p:nvPr/>
        </p:nvSpPr>
        <p:spPr>
          <a:xfrm xmlns:a="http://schemas.openxmlformats.org/drawingml/2006/main">
            <a:off x="10001250" y="9305925"/>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[독립 인계 계약의 실제 수정]</a:t>
            </a:r>
          </a:p>
        </p:txBody>
      </p:sp>
      <p:sp>
        <p:nvSpPr>
          <p:cNvPr id="315" name="dp42-v5-summary / n21">
            <a:extLst xmlns:a="http://schemas.openxmlformats.org/drawingml/2006/main">
              <a:ext uri="{FF2B5EF4-FFF2-40B4-BE49-F238E27FC236}">
                <a16:creationId xmlns:a16="http://schemas.microsoft.com/office/drawing/2014/main" id="{99A2785B-B640-4165-A554-F2CA84C88B54}"/>
              </a:ext>
            </a:extLst>
          </p:cNvPr>
          <p:cNvSpPr>
            <a:spLocks xmlns:a="http://schemas.openxmlformats.org/drawingml/2006/main" noGrp="1"/>
          </p:cNvSpPr>
          <p:nvPr/>
        </p:nvSpPr>
        <p:spPr>
          <a:xfrm xmlns:a="http://schemas.openxmlformats.org/drawingml/2006/main">
            <a:off x="381000" y="94869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16" name="dp42-v5-summary / n22">
            <a:extLst xmlns:a="http://schemas.openxmlformats.org/drawingml/2006/main">
              <a:ext uri="{FF2B5EF4-FFF2-40B4-BE49-F238E27FC236}">
                <a16:creationId xmlns:a16="http://schemas.microsoft.com/office/drawing/2014/main" id="{EAFB6D55-0D87-46F2-8955-AD793DE0D412}"/>
              </a:ext>
            </a:extLst>
          </p:cNvPr>
          <p:cNvSpPr>
            <a:spLocks xmlns:a="http://schemas.openxmlformats.org/drawingml/2006/main" noGrp="1"/>
          </p:cNvSpPr>
          <p:nvPr/>
        </p:nvSpPr>
        <p:spPr>
          <a:xfrm xmlns:a="http://schemas.openxmlformats.org/drawingml/2006/main">
            <a:off x="400050" y="95440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로컬 VIA 메모리 사용량</a:t>
            </a:r>
          </a:p>
        </p:txBody>
      </p:sp>
      <p:sp>
        <p:nvSpPr>
          <p:cNvPr id="317" name="dp42-v5-summary / n23">
            <a:extLst xmlns:a="http://schemas.openxmlformats.org/drawingml/2006/main">
              <a:ext uri="{FF2B5EF4-FFF2-40B4-BE49-F238E27FC236}">
                <a16:creationId xmlns:a16="http://schemas.microsoft.com/office/drawing/2014/main" id="{1C3646B8-938B-4A5D-918C-E9260953C3AD}"/>
              </a:ext>
            </a:extLst>
          </p:cNvPr>
          <p:cNvSpPr>
            <a:spLocks xmlns:a="http://schemas.openxmlformats.org/drawingml/2006/main" noGrp="1"/>
          </p:cNvSpPr>
          <p:nvPr/>
        </p:nvSpPr>
        <p:spPr>
          <a:xfrm xmlns:a="http://schemas.openxmlformats.org/drawingml/2006/main">
            <a:off x="2857500" y="95440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예산 1,792MiB  [통합 실행체의 상태와 대기열]</a:t>
            </a:r>
          </a:p>
        </p:txBody>
      </p:sp>
      <p:sp>
        <p:nvSpPr>
          <p:cNvPr id="318" name="dp42-v5-summary / n24">
            <a:extLst xmlns:a="http://schemas.openxmlformats.org/drawingml/2006/main">
              <a:ext uri="{FF2B5EF4-FFF2-40B4-BE49-F238E27FC236}">
                <a16:creationId xmlns:a16="http://schemas.microsoft.com/office/drawing/2014/main" id="{2FD0F2FD-0ED4-4109-9805-83627B86BAFB}"/>
              </a:ext>
            </a:extLst>
          </p:cNvPr>
          <p:cNvSpPr>
            <a:spLocks xmlns:a="http://schemas.openxmlformats.org/drawingml/2006/main" noGrp="1"/>
          </p:cNvSpPr>
          <p:nvPr/>
        </p:nvSpPr>
        <p:spPr>
          <a:xfrm xmlns:a="http://schemas.openxmlformats.org/drawingml/2006/main">
            <a:off x="10001250" y="9544050"/>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예산 2,080MiB  [추가 process와 receipt 상태]</a:t>
            </a:r>
          </a:p>
        </p:txBody>
      </p:sp>
      <p:sp>
        <p:nvSpPr>
          <p:cNvPr id="319" name="dp42-v5-summary / n25">
            <a:extLst xmlns:a="http://schemas.openxmlformats.org/drawingml/2006/main">
              <a:ext uri="{FF2B5EF4-FFF2-40B4-BE49-F238E27FC236}">
                <a16:creationId xmlns:a16="http://schemas.microsoft.com/office/drawing/2014/main" id="{D251C843-FE50-49F8-870E-E2590AD3F181}"/>
              </a:ext>
            </a:extLst>
          </p:cNvPr>
          <p:cNvSpPr>
            <a:spLocks xmlns:a="http://schemas.openxmlformats.org/drawingml/2006/main" noGrp="1"/>
          </p:cNvSpPr>
          <p:nvPr/>
        </p:nvSpPr>
        <p:spPr>
          <a:xfrm xmlns:a="http://schemas.openxmlformats.org/drawingml/2006/main">
            <a:off x="381000" y="9810750"/>
            <a:ext cx="1752600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F6B77"/>
                </a:solidFill>
                <a:latin typeface="Apple SD Gothic Neo"/>
                <a:ea typeface="Apple SD Gothic Neo"/>
                <a:cs typeface="Apple SD Gothic Neo"/>
              </a:defRPr>
            </a:pPr>
            <a:r>
              <a:rPr sz="1125" b="0">
                <a:solidFill>
                  <a:srgbClr val="5F6B77"/>
                </a:solidFill>
                <a:latin typeface="Apple SD Gothic Neo"/>
                <a:ea typeface="Apple SD Gothic Neo"/>
                <a:cs typeface="Apple SD Gothic Neo"/>
              </a:rPr>
              <a:t>P21 비용 예산 소계 $0.35184, 잔여 $0.14816. 후보별 전체 청구와 목표 판정은 평가 전.</a:t>
            </a:r>
          </a:p>
        </p:txBody>
      </p:sp>
      <p:sp>
        <p:nvSpPr>
          <p:cNvPr id="320" name="dp42-v5-summary / n26">
            <a:extLst xmlns:a="http://schemas.openxmlformats.org/drawingml/2006/main">
              <a:ext uri="{FF2B5EF4-FFF2-40B4-BE49-F238E27FC236}">
                <a16:creationId xmlns:a16="http://schemas.microsoft.com/office/drawing/2014/main" id="{9C7CAE37-D153-417C-9BE9-7EA721D0BA5B}"/>
              </a:ext>
            </a:extLst>
          </p:cNvPr>
          <p:cNvSpPr>
            <a:spLocks xmlns:a="http://schemas.openxmlformats.org/drawingml/2006/main" noGrp="1"/>
          </p:cNvSpPr>
          <p:nvPr/>
        </p:nvSpPr>
        <p:spPr>
          <a:xfrm xmlns:a="http://schemas.openxmlformats.org/drawingml/2006/main">
            <a:off x="381000" y="10067925"/>
            <a:ext cx="17526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5F6B77"/>
                </a:solidFill>
                <a:latin typeface="Apple SD Gothic Neo"/>
                <a:ea typeface="Apple SD Gothic Neo"/>
                <a:cs typeface="Apple SD Gothic Neo"/>
              </a:defRPr>
            </a:pPr>
            <a:r>
              <a:rPr sz="1050" b="0">
                <a:solidFill>
                  <a:srgbClr val="5F6B77"/>
                </a:solidFill>
                <a:latin typeface="Apple SD Gothic Neo"/>
                <a:ea typeface="Apple SD Gothic Neo"/>
                <a:cs typeface="Apple SD Gothic Neo"/>
              </a:rPr>
              <a:t>ASR-QA-v6 / P21 기준 / 미실측은 0점이 아님 / 메모리는 예산 가정 / 지역 계산은 다음 장</a:t>
            </a:r>
          </a:p>
        </p:txBody>
      </p:sp>
      <p:sp>
        <p:nvSpPr>
          <p:cNvPr id="41" name="dp42-comparison / legend_continuation_0">
            <a:extLst xmlns:a="http://schemas.openxmlformats.org/drawingml/2006/main">
              <a:ext uri="{FF2B5EF4-FFF2-40B4-BE49-F238E27FC236}">
                <a16:creationId xmlns:a16="http://schemas.microsoft.com/office/drawing/2014/main" id="{9071856A-91DF-4652-AFFA-86640B40A089}"/>
              </a:ext>
            </a:extLst>
          </p:cNvPr>
          <p:cNvSpPr>
            <a:spLocks xmlns:a="http://schemas.openxmlformats.org/drawingml/2006/main" noGrp="1"/>
          </p:cNvSpPr>
          <p:nvPr/>
        </p:nvSpPr>
        <p:spPr>
          <a:xfrm xmlns:a="http://schemas.openxmlformats.org/drawingml/2006/main">
            <a:off x="447675" y="3257550"/>
            <a:ext cx="819150" cy="42005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2" name="dp42-comparison / legend_continuation_1 / text 1">
            <a:extLst xmlns:a="http://schemas.openxmlformats.org/drawingml/2006/main">
              <a:ext uri="{FF2B5EF4-FFF2-40B4-BE49-F238E27FC236}">
                <a16:creationId xmlns:a16="http://schemas.microsoft.com/office/drawing/2014/main" id="{FBDDCB17-AD2A-4CCD-B4C6-C1B45E28584B}"/>
              </a:ext>
            </a:extLst>
          </p:cNvPr>
          <p:cNvSpPr>
            <a:spLocks xmlns:a="http://schemas.openxmlformats.org/drawingml/2006/main" noGrp="1"/>
          </p:cNvSpPr>
          <p:nvPr/>
        </p:nvSpPr>
        <p:spPr>
          <a:xfrm xmlns:a="http://schemas.openxmlformats.org/drawingml/2006/main">
            <a:off x="466725" y="3329559"/>
            <a:ext cx="781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Legend</a:t>
            </a:r>
          </a:p>
        </p:txBody>
      </p:sp>
      <p:sp>
        <p:nvSpPr>
          <p:cNvPr id="43" name="dp42-comparison / legend_continuation_2">
            <a:extLst xmlns:a="http://schemas.openxmlformats.org/drawingml/2006/main">
              <a:ext uri="{FF2B5EF4-FFF2-40B4-BE49-F238E27FC236}">
                <a16:creationId xmlns:a16="http://schemas.microsoft.com/office/drawing/2014/main" id="{4B50463D-1746-4D9C-8397-7DF921882358}"/>
              </a:ext>
            </a:extLst>
          </p:cNvPr>
          <p:cNvSpPr>
            <a:spLocks xmlns:a="http://schemas.openxmlformats.org/drawingml/2006/main" noGrp="1"/>
          </p:cNvSpPr>
          <p:nvPr/>
        </p:nvSpPr>
        <p:spPr>
          <a:xfrm xmlns:a="http://schemas.openxmlformats.org/drawingml/2006/main">
            <a:off x="504825" y="3553587"/>
            <a:ext cx="704850" cy="216027"/>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4" name="dp42-comparison / legend_continuation_3 / text 1">
            <a:extLst xmlns:a="http://schemas.openxmlformats.org/drawingml/2006/main">
              <a:ext uri="{FF2B5EF4-FFF2-40B4-BE49-F238E27FC236}">
                <a16:creationId xmlns:a16="http://schemas.microsoft.com/office/drawing/2014/main" id="{F658AE43-4480-453D-BDA6-D908E288A137}"/>
              </a:ext>
            </a:extLst>
          </p:cNvPr>
          <p:cNvSpPr>
            <a:spLocks xmlns:a="http://schemas.openxmlformats.org/drawingml/2006/main" noGrp="1"/>
          </p:cNvSpPr>
          <p:nvPr/>
        </p:nvSpPr>
        <p:spPr>
          <a:xfrm xmlns:a="http://schemas.openxmlformats.org/drawingml/2006/main">
            <a:off x="590550" y="3609594"/>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Component</a:t>
            </a:r>
          </a:p>
        </p:txBody>
      </p:sp>
      <p:sp>
        <p:nvSpPr>
          <p:cNvPr id="45" name="dp42-comparison / legend_continuation_4 / text 1">
            <a:extLst xmlns:a="http://schemas.openxmlformats.org/drawingml/2006/main">
              <a:ext uri="{FF2B5EF4-FFF2-40B4-BE49-F238E27FC236}">
                <a16:creationId xmlns:a16="http://schemas.microsoft.com/office/drawing/2014/main" id="{04B91AE5-F7AF-48AB-B6E5-A1546518BC4F}"/>
              </a:ext>
            </a:extLst>
          </p:cNvPr>
          <p:cNvSpPr>
            <a:spLocks xmlns:a="http://schemas.openxmlformats.org/drawingml/2006/main" noGrp="1"/>
          </p:cNvSpPr>
          <p:nvPr/>
        </p:nvSpPr>
        <p:spPr>
          <a:xfrm xmlns:a="http://schemas.openxmlformats.org/drawingml/2006/main">
            <a:off x="514350" y="379361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논리 책임</a:t>
            </a:r>
          </a:p>
        </p:txBody>
      </p:sp>
      <p:sp>
        <p:nvSpPr>
          <p:cNvPr id="46" name="dp42-comparison / legend_continuation_5">
            <a:extLst xmlns:a="http://schemas.openxmlformats.org/drawingml/2006/main">
              <a:ext uri="{FF2B5EF4-FFF2-40B4-BE49-F238E27FC236}">
                <a16:creationId xmlns:a16="http://schemas.microsoft.com/office/drawing/2014/main" id="{E1DC794E-F1AB-4F0A-A678-94922657E40C}"/>
              </a:ext>
            </a:extLst>
          </p:cNvPr>
          <p:cNvSpPr>
            <a:spLocks xmlns:a="http://schemas.openxmlformats.org/drawingml/2006/main" noGrp="1"/>
          </p:cNvSpPr>
          <p:nvPr/>
        </p:nvSpPr>
        <p:spPr>
          <a:xfrm xmlns:a="http://schemas.openxmlformats.org/drawingml/2006/main">
            <a:off x="504825" y="4025646"/>
            <a:ext cx="704850" cy="216027"/>
          </a:xfrm>
          <a:prstGeom xmlns:a="http://schemas.openxmlformats.org/drawingml/2006/main" prst="roundRect">
            <a:avLst>
              <a:gd name="adj" fmla="val 35273"/>
            </a:avLst>
          </a:prstGeom>
          <a:solidFill xmlns:a="http://schemas.openxmlformats.org/drawingml/2006/main">
            <a:srgbClr val="FFFFFF"/>
          </a:solidFill>
          <a:ln xmlns:a="http://schemas.openxmlformats.org/drawingml/2006/main" w="9525">
            <a:solidFill>
              <a:srgbClr val="000000"/>
            </a:solidFill>
            <a:prstDash val="solid"/>
          </a:ln>
        </p:spPr>
      </p:sp>
      <p:sp>
        <p:nvSpPr>
          <p:cNvPr id="47" name="dp42-comparison / legend_continuation_6 / text 1">
            <a:extLst xmlns:a="http://schemas.openxmlformats.org/drawingml/2006/main">
              <a:ext uri="{FF2B5EF4-FFF2-40B4-BE49-F238E27FC236}">
                <a16:creationId xmlns:a16="http://schemas.microsoft.com/office/drawing/2014/main" id="{070803EC-079B-4675-8D67-4941FED3CB88}"/>
              </a:ext>
            </a:extLst>
          </p:cNvPr>
          <p:cNvSpPr>
            <a:spLocks xmlns:a="http://schemas.openxmlformats.org/drawingml/2006/main" noGrp="1"/>
          </p:cNvSpPr>
          <p:nvPr/>
        </p:nvSpPr>
        <p:spPr>
          <a:xfrm xmlns:a="http://schemas.openxmlformats.org/drawingml/2006/main">
            <a:off x="590550" y="4081653"/>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48" name="dp42-comparison / legend_continuation_7 / text 1">
            <a:extLst xmlns:a="http://schemas.openxmlformats.org/drawingml/2006/main">
              <a:ext uri="{FF2B5EF4-FFF2-40B4-BE49-F238E27FC236}">
                <a16:creationId xmlns:a16="http://schemas.microsoft.com/office/drawing/2014/main" id="{3EC9F628-A8FF-4C6C-90B4-08E0C4558ECA}"/>
              </a:ext>
            </a:extLst>
          </p:cNvPr>
          <p:cNvSpPr>
            <a:spLocks xmlns:a="http://schemas.openxmlformats.org/drawingml/2006/main" noGrp="1"/>
          </p:cNvSpPr>
          <p:nvPr/>
        </p:nvSpPr>
        <p:spPr>
          <a:xfrm xmlns:a="http://schemas.openxmlformats.org/drawingml/2006/main">
            <a:off x="514350" y="4265676"/>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내부 구현</a:t>
            </a:r>
          </a:p>
        </p:txBody>
      </p:sp>
      <p:sp>
        <p:nvSpPr>
          <p:cNvPr id="49" name="dp42-comparison / legend_continuation_8">
            <a:extLst xmlns:a="http://schemas.openxmlformats.org/drawingml/2006/main">
              <a:ext uri="{FF2B5EF4-FFF2-40B4-BE49-F238E27FC236}">
                <a16:creationId xmlns:a16="http://schemas.microsoft.com/office/drawing/2014/main" id="{AEE016F7-0432-4A31-B30F-B56B9DE1FEE7}"/>
              </a:ext>
            </a:extLst>
          </p:cNvPr>
          <p:cNvSpPr>
            <a:spLocks xmlns:a="http://schemas.openxmlformats.org/drawingml/2006/main" noGrp="1"/>
          </p:cNvSpPr>
          <p:nvPr/>
        </p:nvSpPr>
        <p:spPr>
          <a:xfrm xmlns:a="http://schemas.openxmlformats.org/drawingml/2006/main">
            <a:off x="504825" y="4497705"/>
            <a:ext cx="704850" cy="216027"/>
          </a:xfrm>
          <a:custGeom xmlns:a="http://schemas.openxmlformats.org/drawingml/2006/main">
            <a:pathLst>
              <a:path w="704850" h="216027">
                <a:moveTo>
                  <a:pt x="0" y="0"/>
                </a:moveTo>
                <a:lnTo>
                  <a:pt x="533400" y="0"/>
                </a:lnTo>
                <a:lnTo>
                  <a:pt x="704850" y="171450"/>
                </a:lnTo>
                <a:lnTo>
                  <a:pt x="704850" y="216027"/>
                </a:lnTo>
                <a:lnTo>
                  <a:pt x="0" y="216027"/>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50" name="dp42-comparison / legend_continuation_8 / fold">
            <a:extLst xmlns:a="http://schemas.openxmlformats.org/drawingml/2006/main">
              <a:ext uri="{FF2B5EF4-FFF2-40B4-BE49-F238E27FC236}">
                <a16:creationId xmlns:a16="http://schemas.microsoft.com/office/drawing/2014/main" id="{984DB165-6D31-4DD4-B055-BB28A3F04881}"/>
              </a:ext>
            </a:extLst>
          </p:cNvPr>
          <p:cNvSpPr>
            <a:spLocks xmlns:a="http://schemas.openxmlformats.org/drawingml/2006/main" noGrp="1"/>
          </p:cNvSpPr>
          <p:nvPr/>
        </p:nvSpPr>
        <p:spPr>
          <a:xfrm xmlns:a="http://schemas.openxmlformats.org/drawingml/2006/main">
            <a:off x="1038225" y="449770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51" name="dp42-comparison / legend_continuation_9 / text 1">
            <a:extLst xmlns:a="http://schemas.openxmlformats.org/drawingml/2006/main">
              <a:ext uri="{FF2B5EF4-FFF2-40B4-BE49-F238E27FC236}">
                <a16:creationId xmlns:a16="http://schemas.microsoft.com/office/drawing/2014/main" id="{399B0ED7-3253-472B-AC94-A32AAF7AAF59}"/>
              </a:ext>
            </a:extLst>
          </p:cNvPr>
          <p:cNvSpPr>
            <a:spLocks xmlns:a="http://schemas.openxmlformats.org/drawingml/2006/main" noGrp="1"/>
          </p:cNvSpPr>
          <p:nvPr/>
        </p:nvSpPr>
        <p:spPr>
          <a:xfrm xmlns:a="http://schemas.openxmlformats.org/drawingml/2006/main">
            <a:off x="523875" y="4553712"/>
            <a:ext cx="666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Data</a:t>
            </a:r>
          </a:p>
        </p:txBody>
      </p:sp>
      <p:sp>
        <p:nvSpPr>
          <p:cNvPr id="52" name="dp42-comparison / legend_continuation_10 / text 1">
            <a:extLst xmlns:a="http://schemas.openxmlformats.org/drawingml/2006/main">
              <a:ext uri="{FF2B5EF4-FFF2-40B4-BE49-F238E27FC236}">
                <a16:creationId xmlns:a16="http://schemas.microsoft.com/office/drawing/2014/main" id="{2D6C36CC-8A5D-42CA-A223-55B3C6BCD4AB}"/>
              </a:ext>
            </a:extLst>
          </p:cNvPr>
          <p:cNvSpPr>
            <a:spLocks xmlns:a="http://schemas.openxmlformats.org/drawingml/2006/main" noGrp="1"/>
          </p:cNvSpPr>
          <p:nvPr/>
        </p:nvSpPr>
        <p:spPr>
          <a:xfrm xmlns:a="http://schemas.openxmlformats.org/drawingml/2006/main">
            <a:off x="514350" y="473773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교환 예시</a:t>
            </a:r>
          </a:p>
        </p:txBody>
      </p:sp>
      <p:sp>
        <p:nvSpPr>
          <p:cNvPr id="53" name="dp42-comparison / legend_continuation_11">
            <a:extLst xmlns:a="http://schemas.openxmlformats.org/drawingml/2006/main">
              <a:ext uri="{FF2B5EF4-FFF2-40B4-BE49-F238E27FC236}">
                <a16:creationId xmlns:a16="http://schemas.microsoft.com/office/drawing/2014/main" id="{3F750774-DA40-4330-9468-CA28E5A53439}"/>
              </a:ext>
            </a:extLst>
          </p:cNvPr>
          <p:cNvSpPr>
            <a:spLocks xmlns:a="http://schemas.openxmlformats.org/drawingml/2006/main" noGrp="1"/>
          </p:cNvSpPr>
          <p:nvPr/>
        </p:nvSpPr>
        <p:spPr>
          <a:xfrm xmlns:a="http://schemas.openxmlformats.org/drawingml/2006/main">
            <a:off x="504825" y="4961763"/>
            <a:ext cx="704850" cy="216027"/>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54" name="dp42-comparison / legend_continuation_12 / text 1">
            <a:extLst xmlns:a="http://schemas.openxmlformats.org/drawingml/2006/main">
              <a:ext uri="{FF2B5EF4-FFF2-40B4-BE49-F238E27FC236}">
                <a16:creationId xmlns:a16="http://schemas.microsoft.com/office/drawing/2014/main" id="{1D287714-F152-425F-917E-B757AC24E346}"/>
              </a:ext>
            </a:extLst>
          </p:cNvPr>
          <p:cNvSpPr>
            <a:spLocks xmlns:a="http://schemas.openxmlformats.org/drawingml/2006/main" noGrp="1"/>
          </p:cNvSpPr>
          <p:nvPr/>
        </p:nvSpPr>
        <p:spPr>
          <a:xfrm xmlns:a="http://schemas.openxmlformats.org/drawingml/2006/main">
            <a:off x="590550" y="501777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LLM</a:t>
            </a:r>
          </a:p>
        </p:txBody>
      </p:sp>
      <p:sp>
        <p:nvSpPr>
          <p:cNvPr id="55" name="dp42-comparison / legend_continuation_13 / text 1">
            <a:extLst xmlns:a="http://schemas.openxmlformats.org/drawingml/2006/main">
              <a:ext uri="{FF2B5EF4-FFF2-40B4-BE49-F238E27FC236}">
                <a16:creationId xmlns:a16="http://schemas.microsoft.com/office/drawing/2014/main" id="{6EB93D5E-261A-4169-B04D-477B6F66EF56}"/>
              </a:ext>
            </a:extLst>
          </p:cNvPr>
          <p:cNvSpPr>
            <a:spLocks xmlns:a="http://schemas.openxmlformats.org/drawingml/2006/main" noGrp="1"/>
          </p:cNvSpPr>
          <p:nvPr/>
        </p:nvSpPr>
        <p:spPr>
          <a:xfrm xmlns:a="http://schemas.openxmlformats.org/drawingml/2006/main">
            <a:off x="514350" y="5201793"/>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외부 모델</a:t>
            </a:r>
          </a:p>
        </p:txBody>
      </p:sp>
      <p:sp>
        <p:nvSpPr>
          <p:cNvPr id="56" name="dp42-comparison / legend_continuation_14">
            <a:extLst xmlns:a="http://schemas.openxmlformats.org/drawingml/2006/main">
              <a:ext uri="{FF2B5EF4-FFF2-40B4-BE49-F238E27FC236}">
                <a16:creationId xmlns:a16="http://schemas.microsoft.com/office/drawing/2014/main" id="{1AD11029-0485-46DF-9D55-7A6098B7C7A4}"/>
              </a:ext>
            </a:extLst>
          </p:cNvPr>
          <p:cNvSpPr>
            <a:spLocks xmlns:a="http://schemas.openxmlformats.org/drawingml/2006/main" noGrp="1"/>
          </p:cNvSpPr>
          <p:nvPr/>
        </p:nvSpPr>
        <p:spPr>
          <a:xfrm xmlns:a="http://schemas.openxmlformats.org/drawingml/2006/main">
            <a:off x="504825" y="5433822"/>
            <a:ext cx="704850" cy="216027"/>
          </a:xfrm>
          <a:prstGeom xmlns:a="http://schemas.openxmlformats.org/drawingml/2006/main" prst="roundRect">
            <a:avLst>
              <a:gd name="adj" fmla="val 35273"/>
            </a:avLst>
          </a:prstGeom>
          <a:solidFill xmlns:a="http://schemas.openxmlformats.org/drawingml/2006/main">
            <a:srgbClr val="FFF0DD"/>
          </a:solidFill>
          <a:ln xmlns:a="http://schemas.openxmlformats.org/drawingml/2006/main" w="9525">
            <a:solidFill>
              <a:srgbClr val="B8753F"/>
            </a:solidFill>
            <a:prstDash val="solid"/>
          </a:ln>
        </p:spPr>
      </p:sp>
      <p:sp>
        <p:nvSpPr>
          <p:cNvPr id="57" name="dp42-comparison / legend_continuation_15 / text 1">
            <a:extLst xmlns:a="http://schemas.openxmlformats.org/drawingml/2006/main">
              <a:ext uri="{FF2B5EF4-FFF2-40B4-BE49-F238E27FC236}">
                <a16:creationId xmlns:a16="http://schemas.microsoft.com/office/drawing/2014/main" id="{D07EA871-DA6D-472A-8E99-322C66FD2D10}"/>
              </a:ext>
            </a:extLst>
          </p:cNvPr>
          <p:cNvSpPr>
            <a:spLocks xmlns:a="http://schemas.openxmlformats.org/drawingml/2006/main" noGrp="1"/>
          </p:cNvSpPr>
          <p:nvPr/>
        </p:nvSpPr>
        <p:spPr>
          <a:xfrm xmlns:a="http://schemas.openxmlformats.org/drawingml/2006/main">
            <a:off x="590550" y="5489829"/>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58" name="dp42-comparison / legend_continuation_16 / text 1">
            <a:extLst xmlns:a="http://schemas.openxmlformats.org/drawingml/2006/main">
              <a:ext uri="{FF2B5EF4-FFF2-40B4-BE49-F238E27FC236}">
                <a16:creationId xmlns:a16="http://schemas.microsoft.com/office/drawing/2014/main" id="{E442694E-DA5B-4D87-BFF6-554D395E016B}"/>
              </a:ext>
            </a:extLst>
          </p:cNvPr>
          <p:cNvSpPr>
            <a:spLocks xmlns:a="http://schemas.openxmlformats.org/drawingml/2006/main" noGrp="1"/>
          </p:cNvSpPr>
          <p:nvPr/>
        </p:nvSpPr>
        <p:spPr>
          <a:xfrm xmlns:a="http://schemas.openxmlformats.org/drawingml/2006/main">
            <a:off x="514350" y="5673852"/>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차이: 살구색</a:t>
            </a:r>
          </a:p>
        </p:txBody>
      </p:sp>
      <p:sp>
        <p:nvSpPr>
          <p:cNvPr id="59" name="dp42-comparison / legend_continuation_17">
            <a:extLst xmlns:a="http://schemas.openxmlformats.org/drawingml/2006/main">
              <a:ext uri="{FF2B5EF4-FFF2-40B4-BE49-F238E27FC236}">
                <a16:creationId xmlns:a16="http://schemas.microsoft.com/office/drawing/2014/main" id="{EEECB04D-A385-4CBF-8C34-D41B637C3BE1}"/>
              </a:ext>
            </a:extLst>
          </p:cNvPr>
          <p:cNvSpPr>
            <a:spLocks xmlns:a="http://schemas.openxmlformats.org/drawingml/2006/main" noGrp="1"/>
          </p:cNvSpPr>
          <p:nvPr/>
        </p:nvSpPr>
        <p:spPr>
          <a:xfrm xmlns:a="http://schemas.openxmlformats.org/drawingml/2006/main">
            <a:off x="504825" y="5865876"/>
            <a:ext cx="704850" cy="216027"/>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60" name="dp42-comparison / legend_continuation_18 / text 1">
            <a:extLst xmlns:a="http://schemas.openxmlformats.org/drawingml/2006/main">
              <a:ext uri="{FF2B5EF4-FFF2-40B4-BE49-F238E27FC236}">
                <a16:creationId xmlns:a16="http://schemas.microsoft.com/office/drawing/2014/main" id="{1A69617A-4CC8-4226-AD36-F92C9F3B327F}"/>
              </a:ext>
            </a:extLst>
          </p:cNvPr>
          <p:cNvSpPr>
            <a:spLocks xmlns:a="http://schemas.openxmlformats.org/drawingml/2006/main" noGrp="1"/>
          </p:cNvSpPr>
          <p:nvPr/>
        </p:nvSpPr>
        <p:spPr>
          <a:xfrm xmlns:a="http://schemas.openxmlformats.org/drawingml/2006/main">
            <a:off x="590550" y="5961888"/>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18232E"/>
                </a:solidFill>
                <a:latin typeface="Apple SD Gothic Neo"/>
                <a:ea typeface="Apple SD Gothic Neo"/>
                <a:cs typeface="Apple SD Gothic Neo"/>
              </a:defRPr>
            </a:pPr>
            <a:r>
              <a:rPr sz="750" b="0">
                <a:solidFill>
                  <a:srgbClr val="18232E"/>
                </a:solidFill>
                <a:latin typeface="Apple SD Gothic Neo"/>
                <a:ea typeface="Apple SD Gothic Neo"/>
                <a:cs typeface="Apple SD Gothic Neo"/>
              </a:rPr>
              <a:t>State</a:t>
            </a:r>
          </a:p>
        </p:txBody>
      </p:sp>
      <p:sp>
        <p:nvSpPr>
          <p:cNvPr id="61" name="dp42-comparison / legend_continuation_19 / text 1">
            <a:extLst xmlns:a="http://schemas.openxmlformats.org/drawingml/2006/main">
              <a:ext uri="{FF2B5EF4-FFF2-40B4-BE49-F238E27FC236}">
                <a16:creationId xmlns:a16="http://schemas.microsoft.com/office/drawing/2014/main" id="{B1E069DF-531F-479B-9920-57D8842A7780}"/>
              </a:ext>
            </a:extLst>
          </p:cNvPr>
          <p:cNvSpPr>
            <a:spLocks xmlns:a="http://schemas.openxmlformats.org/drawingml/2006/main" noGrp="1"/>
          </p:cNvSpPr>
          <p:nvPr/>
        </p:nvSpPr>
        <p:spPr>
          <a:xfrm xmlns:a="http://schemas.openxmlformats.org/drawingml/2006/main">
            <a:off x="514350" y="611390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소유 상태</a:t>
            </a:r>
          </a:p>
        </p:txBody>
      </p:sp>
      <p:sp>
        <p:nvSpPr>
          <p:cNvPr id="62" name="dp42-comparison / legend_continuation_20 / path">
            <a:extLst xmlns:a="http://schemas.openxmlformats.org/drawingml/2006/main">
              <a:ext uri="{FF2B5EF4-FFF2-40B4-BE49-F238E27FC236}">
                <a16:creationId xmlns:a16="http://schemas.microsoft.com/office/drawing/2014/main" id="{30712748-AFB9-46A1-ACEB-EB3A37BEFE26}"/>
              </a:ext>
            </a:extLst>
          </p:cNvPr>
          <p:cNvSpPr>
            <a:spLocks xmlns:a="http://schemas.openxmlformats.org/drawingml/2006/main" noGrp="1"/>
          </p:cNvSpPr>
          <p:nvPr/>
        </p:nvSpPr>
        <p:spPr>
          <a:xfrm xmlns:a="http://schemas.openxmlformats.org/drawingml/2006/main">
            <a:off x="514350" y="6345936"/>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solid"/>
          </a:ln>
        </p:spPr>
      </p:sp>
      <p:sp>
        <p:nvSpPr>
          <p:cNvPr id="63" name="dp42-comparison / legend_continuation_20 / arrow">
            <a:extLst xmlns:a="http://schemas.openxmlformats.org/drawingml/2006/main">
              <a:ext uri="{FF2B5EF4-FFF2-40B4-BE49-F238E27FC236}">
                <a16:creationId xmlns:a16="http://schemas.microsoft.com/office/drawing/2014/main" id="{F18A34CE-7BA1-4AB4-AC08-F0EF51C5AE14}"/>
              </a:ext>
            </a:extLst>
          </p:cNvPr>
          <p:cNvSpPr>
            <a:spLocks xmlns:a="http://schemas.openxmlformats.org/drawingml/2006/main" noGrp="1"/>
          </p:cNvSpPr>
          <p:nvPr/>
        </p:nvSpPr>
        <p:spPr>
          <a:xfrm xmlns:a="http://schemas.openxmlformats.org/drawingml/2006/main">
            <a:off x="837819" y="6312408"/>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4" name="dp42-comparison / legend_continuation_21 / text 1">
            <a:extLst xmlns:a="http://schemas.openxmlformats.org/drawingml/2006/main">
              <a:ext uri="{FF2B5EF4-FFF2-40B4-BE49-F238E27FC236}">
                <a16:creationId xmlns:a16="http://schemas.microsoft.com/office/drawing/2014/main" id="{DFA8DEF3-F858-4EE8-AD0D-4919EA0AAEDF}"/>
              </a:ext>
            </a:extLst>
          </p:cNvPr>
          <p:cNvSpPr>
            <a:spLocks xmlns:a="http://schemas.openxmlformats.org/drawingml/2006/main" noGrp="1"/>
          </p:cNvSpPr>
          <p:nvPr/>
        </p:nvSpPr>
        <p:spPr>
          <a:xfrm xmlns:a="http://schemas.openxmlformats.org/drawingml/2006/main">
            <a:off x="962025" y="6289929"/>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요청</a:t>
            </a:r>
          </a:p>
        </p:txBody>
      </p:sp>
      <p:sp>
        <p:nvSpPr>
          <p:cNvPr id="65" name="dp42-comparison / legend_continuation_22 / path">
            <a:extLst xmlns:a="http://schemas.openxmlformats.org/drawingml/2006/main">
              <a:ext uri="{FF2B5EF4-FFF2-40B4-BE49-F238E27FC236}">
                <a16:creationId xmlns:a16="http://schemas.microsoft.com/office/drawing/2014/main" id="{1A917C4B-76C7-47FC-AE98-D15594FB3D59}"/>
              </a:ext>
            </a:extLst>
          </p:cNvPr>
          <p:cNvSpPr>
            <a:spLocks xmlns:a="http://schemas.openxmlformats.org/drawingml/2006/main" noGrp="1"/>
          </p:cNvSpPr>
          <p:nvPr/>
        </p:nvSpPr>
        <p:spPr>
          <a:xfrm xmlns:a="http://schemas.openxmlformats.org/drawingml/2006/main">
            <a:off x="514350" y="6513957"/>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dash"/>
          </a:ln>
        </p:spPr>
      </p:sp>
      <p:sp>
        <p:nvSpPr>
          <p:cNvPr id="66" name="dp42-comparison / legend_continuation_22 / arrow">
            <a:extLst xmlns:a="http://schemas.openxmlformats.org/drawingml/2006/main">
              <a:ext uri="{FF2B5EF4-FFF2-40B4-BE49-F238E27FC236}">
                <a16:creationId xmlns:a16="http://schemas.microsoft.com/office/drawing/2014/main" id="{63167A26-EA30-488C-B0DB-98643AA32B99}"/>
              </a:ext>
            </a:extLst>
          </p:cNvPr>
          <p:cNvSpPr>
            <a:spLocks xmlns:a="http://schemas.openxmlformats.org/drawingml/2006/main" noGrp="1"/>
          </p:cNvSpPr>
          <p:nvPr/>
        </p:nvSpPr>
        <p:spPr>
          <a:xfrm xmlns:a="http://schemas.openxmlformats.org/drawingml/2006/main">
            <a:off x="837819" y="6480429"/>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7" name="dp42-comparison / legend_continuation_23 / text 1">
            <a:extLst xmlns:a="http://schemas.openxmlformats.org/drawingml/2006/main">
              <a:ext uri="{FF2B5EF4-FFF2-40B4-BE49-F238E27FC236}">
                <a16:creationId xmlns:a16="http://schemas.microsoft.com/office/drawing/2014/main" id="{9836846A-62A5-4282-A4A8-59FE139F866C}"/>
              </a:ext>
            </a:extLst>
          </p:cNvPr>
          <p:cNvSpPr>
            <a:spLocks xmlns:a="http://schemas.openxmlformats.org/drawingml/2006/main" noGrp="1"/>
          </p:cNvSpPr>
          <p:nvPr/>
        </p:nvSpPr>
        <p:spPr>
          <a:xfrm xmlns:a="http://schemas.openxmlformats.org/drawingml/2006/main">
            <a:off x="962025" y="6457950"/>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반환</a:t>
            </a:r>
          </a:p>
        </p:txBody>
      </p:sp>
      <p:sp>
        <p:nvSpPr>
          <p:cNvPr id="68" name="dp42-comparison / legend_continuation_24 / text 1">
            <a:extLst xmlns:a="http://schemas.openxmlformats.org/drawingml/2006/main">
              <a:ext uri="{FF2B5EF4-FFF2-40B4-BE49-F238E27FC236}">
                <a16:creationId xmlns:a16="http://schemas.microsoft.com/office/drawing/2014/main" id="{E6473929-7B0E-4007-B490-588ABA408609}"/>
              </a:ext>
            </a:extLst>
          </p:cNvPr>
          <p:cNvSpPr>
            <a:spLocks xmlns:a="http://schemas.openxmlformats.org/drawingml/2006/main" noGrp="1"/>
          </p:cNvSpPr>
          <p:nvPr/>
        </p:nvSpPr>
        <p:spPr>
          <a:xfrm xmlns:a="http://schemas.openxmlformats.org/drawingml/2006/main">
            <a:off x="514350" y="6721983"/>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아래: 순서도</a:t>
            </a:r>
          </a:p>
        </p:txBody>
      </p:sp>
      <p:sp>
        <p:nvSpPr>
          <p:cNvPr id="69" name="dp42-comparison / legend_continuation_25">
            <a:extLst xmlns:a="http://schemas.openxmlformats.org/drawingml/2006/main">
              <a:ext uri="{FF2B5EF4-FFF2-40B4-BE49-F238E27FC236}">
                <a16:creationId xmlns:a16="http://schemas.microsoft.com/office/drawing/2014/main" id="{9093E95D-642A-4DFF-AD44-D45B6CC360FD}"/>
              </a:ext>
            </a:extLst>
          </p:cNvPr>
          <p:cNvSpPr>
            <a:spLocks xmlns:a="http://schemas.openxmlformats.org/drawingml/2006/main" noGrp="1"/>
          </p:cNvSpPr>
          <p:nvPr/>
        </p:nvSpPr>
        <p:spPr>
          <a:xfrm xmlns:a="http://schemas.openxmlformats.org/drawingml/2006/main">
            <a:off x="504825" y="6898005"/>
            <a:ext cx="285750" cy="144018"/>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0" name="dp42-comparison / legend_continuation_26 / text 1">
            <a:extLst xmlns:a="http://schemas.openxmlformats.org/drawingml/2006/main">
              <a:ext uri="{FF2B5EF4-FFF2-40B4-BE49-F238E27FC236}">
                <a16:creationId xmlns:a16="http://schemas.microsoft.com/office/drawing/2014/main" id="{608FF45B-9C11-4D58-B59B-9FAA8F14718E}"/>
              </a:ext>
            </a:extLst>
          </p:cNvPr>
          <p:cNvSpPr>
            <a:spLocks xmlns:a="http://schemas.openxmlformats.org/drawingml/2006/main" noGrp="1"/>
          </p:cNvSpPr>
          <p:nvPr/>
        </p:nvSpPr>
        <p:spPr>
          <a:xfrm xmlns:a="http://schemas.openxmlformats.org/drawingml/2006/main">
            <a:off x="590550" y="6918008"/>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1" name="dp42-comparison / legend_continuation_27 / text 1">
            <a:extLst xmlns:a="http://schemas.openxmlformats.org/drawingml/2006/main">
              <a:ext uri="{FF2B5EF4-FFF2-40B4-BE49-F238E27FC236}">
                <a16:creationId xmlns:a16="http://schemas.microsoft.com/office/drawing/2014/main" id="{051F5BE7-41E3-413F-B173-D1DE3C8E913E}"/>
              </a:ext>
            </a:extLst>
          </p:cNvPr>
          <p:cNvSpPr>
            <a:spLocks xmlns:a="http://schemas.openxmlformats.org/drawingml/2006/main" noGrp="1"/>
          </p:cNvSpPr>
          <p:nvPr/>
        </p:nvSpPr>
        <p:spPr>
          <a:xfrm xmlns:a="http://schemas.openxmlformats.org/drawingml/2006/main">
            <a:off x="847725" y="6922008"/>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동작</a:t>
            </a:r>
          </a:p>
        </p:txBody>
      </p:sp>
      <p:sp>
        <p:nvSpPr>
          <p:cNvPr id="72" name="dp42-comparison / legend_continuation_28">
            <a:extLst xmlns:a="http://schemas.openxmlformats.org/drawingml/2006/main">
              <a:ext uri="{FF2B5EF4-FFF2-40B4-BE49-F238E27FC236}">
                <a16:creationId xmlns:a16="http://schemas.microsoft.com/office/drawing/2014/main" id="{B1559AE1-FE7D-4347-A51D-37434CD47142}"/>
              </a:ext>
            </a:extLst>
          </p:cNvPr>
          <p:cNvSpPr>
            <a:spLocks xmlns:a="http://schemas.openxmlformats.org/drawingml/2006/main" noGrp="1"/>
          </p:cNvSpPr>
          <p:nvPr/>
        </p:nvSpPr>
        <p:spPr>
          <a:xfrm xmlns:a="http://schemas.openxmlformats.org/drawingml/2006/main">
            <a:off x="504825" y="7162038"/>
            <a:ext cx="285750" cy="144018"/>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73" name="dp42-comparison / legend_continuation_29 / text 1">
            <a:extLst xmlns:a="http://schemas.openxmlformats.org/drawingml/2006/main">
              <a:ext uri="{FF2B5EF4-FFF2-40B4-BE49-F238E27FC236}">
                <a16:creationId xmlns:a16="http://schemas.microsoft.com/office/drawing/2014/main" id="{32216A94-7033-495D-BF74-04D41CFDA673}"/>
              </a:ext>
            </a:extLst>
          </p:cNvPr>
          <p:cNvSpPr>
            <a:spLocks xmlns:a="http://schemas.openxmlformats.org/drawingml/2006/main" noGrp="1"/>
          </p:cNvSpPr>
          <p:nvPr/>
        </p:nvSpPr>
        <p:spPr>
          <a:xfrm xmlns:a="http://schemas.openxmlformats.org/drawingml/2006/main">
            <a:off x="590550" y="7182041"/>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4" name="dp42-comparison / legend_continuation_30 / text 1">
            <a:extLst xmlns:a="http://schemas.openxmlformats.org/drawingml/2006/main">
              <a:ext uri="{FF2B5EF4-FFF2-40B4-BE49-F238E27FC236}">
                <a16:creationId xmlns:a16="http://schemas.microsoft.com/office/drawing/2014/main" id="{6B4669D8-10B0-48AB-B0EE-8C868F1C08D4}"/>
              </a:ext>
            </a:extLst>
          </p:cNvPr>
          <p:cNvSpPr>
            <a:spLocks xmlns:a="http://schemas.openxmlformats.org/drawingml/2006/main" noGrp="1"/>
          </p:cNvSpPr>
          <p:nvPr/>
        </p:nvSpPr>
        <p:spPr>
          <a:xfrm xmlns:a="http://schemas.openxmlformats.org/drawingml/2006/main">
            <a:off x="847725" y="7186041"/>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분기</a:t>
            </a:r>
          </a:p>
        </p:txBody>
      </p:sp>
      <p:sp>
        <p:nvSpPr>
          <p:cNvPr id="75" name="dp42-comparison / n72">
            <a:extLst xmlns:a="http://schemas.openxmlformats.org/drawingml/2006/main">
              <a:ext uri="{FF2B5EF4-FFF2-40B4-BE49-F238E27FC236}">
                <a16:creationId xmlns:a16="http://schemas.microsoft.com/office/drawing/2014/main" id="{3B9CE14D-5E0B-499D-88E3-52C4F3DE865C}"/>
              </a:ext>
            </a:extLst>
          </p:cNvPr>
          <p:cNvSpPr>
            <a:spLocks xmlns:a="http://schemas.openxmlformats.org/drawingml/2006/main" noGrp="1"/>
          </p:cNvSpPr>
          <p:nvPr/>
        </p:nvSpPr>
        <p:spPr>
          <a:xfrm xmlns:a="http://schemas.openxmlformats.org/drawingml/2006/main">
            <a:off x="514350" y="2724150"/>
            <a:ext cx="276225" cy="171450"/>
          </a:xfrm>
          <a:prstGeom xmlns:a="http://schemas.openxmlformats.org/drawingml/2006/main" prst="rect">
            <a:avLst/>
          </a:prstGeom>
          <a:solidFill xmlns:a="http://schemas.openxmlformats.org/drawingml/2006/main">
            <a:srgbClr val="FFFFFF"/>
          </a:solidFill>
          <a:ln xmlns:a="http://schemas.openxmlformats.org/drawingml/2006/main" w="14288">
            <a:solidFill>
              <a:srgbClr val="B8753F"/>
            </a:solidFill>
            <a:prstDash val="solid"/>
          </a:ln>
        </p:spPr>
      </p:sp>
      <p:sp>
        <p:nvSpPr>
          <p:cNvPr id="76" name="dp42-comparison / n73 / text 1">
            <a:extLst xmlns:a="http://schemas.openxmlformats.org/drawingml/2006/main">
              <a:ext uri="{FF2B5EF4-FFF2-40B4-BE49-F238E27FC236}">
                <a16:creationId xmlns:a16="http://schemas.microsoft.com/office/drawing/2014/main" id="{630AB5FD-4502-4579-9B6A-B32799D84F7F}"/>
              </a:ext>
            </a:extLst>
          </p:cNvPr>
          <p:cNvSpPr>
            <a:spLocks xmlns:a="http://schemas.openxmlformats.org/drawingml/2006/main" noGrp="1"/>
          </p:cNvSpPr>
          <p:nvPr/>
        </p:nvSpPr>
        <p:spPr>
          <a:xfrm xmlns:a="http://schemas.openxmlformats.org/drawingml/2006/main">
            <a:off x="533400" y="2743200"/>
            <a:ext cx="2381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A</a:t>
            </a:r>
          </a:p>
        </p:txBody>
      </p:sp>
      <p:sp>
        <p:nvSpPr>
          <p:cNvPr id="77" name="dp42-comparison / n74">
            <a:extLst xmlns:a="http://schemas.openxmlformats.org/drawingml/2006/main">
              <a:ext uri="{FF2B5EF4-FFF2-40B4-BE49-F238E27FC236}">
                <a16:creationId xmlns:a16="http://schemas.microsoft.com/office/drawing/2014/main" id="{9C09DEB4-A18D-4E25-8164-657CAAD0389B}"/>
              </a:ext>
            </a:extLst>
          </p:cNvPr>
          <p:cNvSpPr>
            <a:spLocks xmlns:a="http://schemas.openxmlformats.org/drawingml/2006/main" noGrp="1"/>
          </p:cNvSpPr>
          <p:nvPr/>
        </p:nvSpPr>
        <p:spPr>
          <a:xfrm xmlns:a="http://schemas.openxmlformats.org/drawingml/2006/main">
            <a:off x="885825" y="2724150"/>
            <a:ext cx="276225" cy="171450"/>
          </a:xfrm>
          <a:prstGeom xmlns:a="http://schemas.openxmlformats.org/drawingml/2006/main" prst="rect">
            <a:avLst/>
          </a:prstGeom>
          <a:solidFill xmlns:a="http://schemas.openxmlformats.org/drawingml/2006/main">
            <a:srgbClr val="FFFFFF"/>
          </a:solidFill>
          <a:ln xmlns:a="http://schemas.openxmlformats.org/drawingml/2006/main" w="14288">
            <a:solidFill>
              <a:srgbClr val="B8753F"/>
            </a:solidFill>
            <a:prstDash val="dash"/>
          </a:ln>
        </p:spPr>
      </p:sp>
      <p:sp>
        <p:nvSpPr>
          <p:cNvPr id="78" name="dp42-comparison / n75 / text 1">
            <a:extLst xmlns:a="http://schemas.openxmlformats.org/drawingml/2006/main">
              <a:ext uri="{FF2B5EF4-FFF2-40B4-BE49-F238E27FC236}">
                <a16:creationId xmlns:a16="http://schemas.microsoft.com/office/drawing/2014/main" id="{E68A6D15-5DC2-4D9D-965C-AF4B47397FFA}"/>
              </a:ext>
            </a:extLst>
          </p:cNvPr>
          <p:cNvSpPr>
            <a:spLocks xmlns:a="http://schemas.openxmlformats.org/drawingml/2006/main" noGrp="1"/>
          </p:cNvSpPr>
          <p:nvPr/>
        </p:nvSpPr>
        <p:spPr>
          <a:xfrm xmlns:a="http://schemas.openxmlformats.org/drawingml/2006/main">
            <a:off x="904875" y="2743200"/>
            <a:ext cx="2381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B</a:t>
            </a:r>
          </a:p>
        </p:txBody>
      </p:sp>
      <p:sp>
        <p:nvSpPr>
          <p:cNvPr id="79" name="dp42-comparison / n76 / text 1">
            <a:extLst xmlns:a="http://schemas.openxmlformats.org/drawingml/2006/main">
              <a:ext uri="{FF2B5EF4-FFF2-40B4-BE49-F238E27FC236}">
                <a16:creationId xmlns:a16="http://schemas.microsoft.com/office/drawing/2014/main" id="{43C3A445-2067-409D-A90B-A22D59D7DCE2}"/>
              </a:ext>
            </a:extLst>
          </p:cNvPr>
          <p:cNvSpPr>
            <a:spLocks xmlns:a="http://schemas.openxmlformats.org/drawingml/2006/main" noGrp="1"/>
          </p:cNvSpPr>
          <p:nvPr/>
        </p:nvSpPr>
        <p:spPr>
          <a:xfrm xmlns:a="http://schemas.openxmlformats.org/drawingml/2006/main">
            <a:off x="514350" y="2962275"/>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실행 / 저장</a:t>
            </a:r>
          </a:p>
        </p:txBody>
      </p:sp>
      <p:sp>
        <p:nvSpPr>
          <p:cNvPr id="80" name="dp42-comparison / n76 / text 2">
            <a:extLst xmlns:a="http://schemas.openxmlformats.org/drawingml/2006/main">
              <a:ext uri="{FF2B5EF4-FFF2-40B4-BE49-F238E27FC236}">
                <a16:creationId xmlns:a16="http://schemas.microsoft.com/office/drawing/2014/main" id="{74A939AF-420E-4FFA-9AE1-CAD36407FDD6}"/>
              </a:ext>
            </a:extLst>
          </p:cNvPr>
          <p:cNvSpPr>
            <a:spLocks xmlns:a="http://schemas.openxmlformats.org/drawingml/2006/main" noGrp="1"/>
          </p:cNvSpPr>
          <p:nvPr/>
        </p:nvSpPr>
        <p:spPr>
          <a:xfrm xmlns:a="http://schemas.openxmlformats.org/drawingml/2006/main">
            <a:off x="514350" y="3076575"/>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확정 경계</a:t>
            </a:r>
          </a:p>
        </p:txBody>
      </p:sp>
      <p:sp>
        <p:nvSpPr>
          <p:cNvPr id="81" name="dp42-comparison / n77">
            <a:extLst xmlns:a="http://schemas.openxmlformats.org/drawingml/2006/main">
              <a:ext uri="{FF2B5EF4-FFF2-40B4-BE49-F238E27FC236}">
                <a16:creationId xmlns:a16="http://schemas.microsoft.com/office/drawing/2014/main" id="{FFE7BD3A-F8D2-4176-AEA7-B27013253AC4}"/>
              </a:ext>
            </a:extLst>
          </p:cNvPr>
          <p:cNvSpPr>
            <a:spLocks xmlns:a="http://schemas.openxmlformats.org/drawingml/2006/main" noGrp="1"/>
          </p:cNvSpPr>
          <p:nvPr/>
        </p:nvSpPr>
        <p:spPr>
          <a:xfrm xmlns:a="http://schemas.openxmlformats.org/drawingml/2006/main">
            <a:off x="1666875" y="2409825"/>
            <a:ext cx="25717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82" name="dp42-comparison / n78 / text 1">
            <a:extLst xmlns:a="http://schemas.openxmlformats.org/drawingml/2006/main">
              <a:ext uri="{FF2B5EF4-FFF2-40B4-BE49-F238E27FC236}">
                <a16:creationId xmlns:a16="http://schemas.microsoft.com/office/drawing/2014/main" id="{837AA157-D308-4310-8CB9-23F29A6A6F06}"/>
              </a:ext>
            </a:extLst>
          </p:cNvPr>
          <p:cNvSpPr>
            <a:spLocks xmlns:a="http://schemas.openxmlformats.org/drawingml/2006/main" noGrp="1"/>
          </p:cNvSpPr>
          <p:nvPr/>
        </p:nvSpPr>
        <p:spPr>
          <a:xfrm xmlns:a="http://schemas.openxmlformats.org/drawingml/2006/main">
            <a:off x="1752600" y="2450783"/>
            <a:ext cx="2400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83" name="dp42-comparison / n81 / path">
            <a:extLst xmlns:a="http://schemas.openxmlformats.org/drawingml/2006/main">
              <a:ext uri="{FF2B5EF4-FFF2-40B4-BE49-F238E27FC236}">
                <a16:creationId xmlns:a16="http://schemas.microsoft.com/office/drawing/2014/main" id="{9913037B-F916-4EC7-BA13-96FCA33C7142}"/>
              </a:ext>
            </a:extLst>
          </p:cNvPr>
          <p:cNvSpPr>
            <a:spLocks xmlns:a="http://schemas.openxmlformats.org/drawingml/2006/main" noGrp="1"/>
          </p:cNvSpPr>
          <p:nvPr/>
        </p:nvSpPr>
        <p:spPr>
          <a:xfrm xmlns:a="http://schemas.openxmlformats.org/drawingml/2006/main">
            <a:off x="4238625" y="2562225"/>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000000"/>
            </a:solidFill>
            <a:prstDash val="solid"/>
          </a:ln>
        </p:spPr>
      </p:sp>
      <p:sp>
        <p:nvSpPr>
          <p:cNvPr id="84" name="dp42-comparison / n81 / arrow">
            <a:extLst xmlns:a="http://schemas.openxmlformats.org/drawingml/2006/main">
              <a:ext uri="{FF2B5EF4-FFF2-40B4-BE49-F238E27FC236}">
                <a16:creationId xmlns:a16="http://schemas.microsoft.com/office/drawing/2014/main" id="{3AF0878A-A29B-49C8-988C-0E3D5FE56286}"/>
              </a:ext>
            </a:extLst>
          </p:cNvPr>
          <p:cNvSpPr>
            <a:spLocks xmlns:a="http://schemas.openxmlformats.org/drawingml/2006/main" noGrp="1"/>
          </p:cNvSpPr>
          <p:nvPr/>
        </p:nvSpPr>
        <p:spPr>
          <a:xfrm xmlns:a="http://schemas.openxmlformats.org/drawingml/2006/main">
            <a:off x="4504944" y="25286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85" name="dp42-comparison / n86 / path">
            <a:extLst xmlns:a="http://schemas.openxmlformats.org/drawingml/2006/main">
              <a:ext uri="{FF2B5EF4-FFF2-40B4-BE49-F238E27FC236}">
                <a16:creationId xmlns:a16="http://schemas.microsoft.com/office/drawing/2014/main" id="{D3CFE383-8AE9-48FE-B1E0-DD4169A9CE5F}"/>
              </a:ext>
            </a:extLst>
          </p:cNvPr>
          <p:cNvSpPr>
            <a:spLocks xmlns:a="http://schemas.openxmlformats.org/drawingml/2006/main" noGrp="1"/>
          </p:cNvSpPr>
          <p:nvPr/>
        </p:nvSpPr>
        <p:spPr>
          <a:xfrm xmlns:a="http://schemas.openxmlformats.org/drawingml/2006/main">
            <a:off x="3105150" y="306705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86" name="dp42-comparison / n91 / path">
            <a:extLst xmlns:a="http://schemas.openxmlformats.org/drawingml/2006/main">
              <a:ext uri="{FF2B5EF4-FFF2-40B4-BE49-F238E27FC236}">
                <a16:creationId xmlns:a16="http://schemas.microsoft.com/office/drawing/2014/main" id="{0188F03C-44B2-4482-B324-A214D30B4C6B}"/>
              </a:ext>
            </a:extLst>
          </p:cNvPr>
          <p:cNvSpPr>
            <a:spLocks xmlns:a="http://schemas.openxmlformats.org/drawingml/2006/main" noGrp="1"/>
          </p:cNvSpPr>
          <p:nvPr/>
        </p:nvSpPr>
        <p:spPr>
          <a:xfrm xmlns:a="http://schemas.openxmlformats.org/drawingml/2006/main">
            <a:off x="3105150" y="3238500"/>
            <a:ext cx="4038600" cy="953"/>
          </a:xfrm>
          <a:custGeom xmlns:a="http://schemas.openxmlformats.org/drawingml/2006/main">
            <a:pathLst>
              <a:path w="4038600" h="953">
                <a:moveTo>
                  <a:pt x="0" y="0"/>
                </a:moveTo>
                <a:lnTo>
                  <a:pt x="4038600" y="0"/>
                </a:lnTo>
              </a:path>
            </a:pathLst>
          </a:custGeom>
          <a:noFill xmlns:a="http://schemas.openxmlformats.org/drawingml/2006/main"/>
          <a:ln xmlns:a="http://schemas.openxmlformats.org/drawingml/2006/main" w="10478">
            <a:solidFill>
              <a:srgbClr val="000000"/>
            </a:solidFill>
            <a:prstDash val="solid"/>
          </a:ln>
        </p:spPr>
      </p:sp>
      <p:sp>
        <p:nvSpPr>
          <p:cNvPr id="87" name="dp42-comparison / n96 / path">
            <a:extLst xmlns:a="http://schemas.openxmlformats.org/drawingml/2006/main">
              <a:ext uri="{FF2B5EF4-FFF2-40B4-BE49-F238E27FC236}">
                <a16:creationId xmlns:a16="http://schemas.microsoft.com/office/drawing/2014/main" id="{CBA7E758-9E50-4AFA-B2E3-2D30F179708F}"/>
              </a:ext>
            </a:extLst>
          </p:cNvPr>
          <p:cNvSpPr>
            <a:spLocks xmlns:a="http://schemas.openxmlformats.org/drawingml/2006/main" noGrp="1"/>
          </p:cNvSpPr>
          <p:nvPr/>
        </p:nvSpPr>
        <p:spPr>
          <a:xfrm xmlns:a="http://schemas.openxmlformats.org/drawingml/2006/main">
            <a:off x="3105150" y="340995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88" name="dp42-comparison / n101 / path">
            <a:extLst xmlns:a="http://schemas.openxmlformats.org/drawingml/2006/main">
              <a:ext uri="{FF2B5EF4-FFF2-40B4-BE49-F238E27FC236}">
                <a16:creationId xmlns:a16="http://schemas.microsoft.com/office/drawing/2014/main" id="{69624171-32C3-49C9-8F68-A03881D96B49}"/>
              </a:ext>
            </a:extLst>
          </p:cNvPr>
          <p:cNvSpPr>
            <a:spLocks xmlns:a="http://schemas.openxmlformats.org/drawingml/2006/main" noGrp="1"/>
          </p:cNvSpPr>
          <p:nvPr/>
        </p:nvSpPr>
        <p:spPr>
          <a:xfrm xmlns:a="http://schemas.openxmlformats.org/drawingml/2006/main">
            <a:off x="3105150" y="358140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89" name="dp42-comparison / n104">
            <a:extLst xmlns:a="http://schemas.openxmlformats.org/drawingml/2006/main">
              <a:ext uri="{FF2B5EF4-FFF2-40B4-BE49-F238E27FC236}">
                <a16:creationId xmlns:a16="http://schemas.microsoft.com/office/drawing/2014/main" id="{C8E1F564-614E-4D62-A23E-CA4A184213A7}"/>
              </a:ext>
            </a:extLst>
          </p:cNvPr>
          <p:cNvSpPr>
            <a:spLocks xmlns:a="http://schemas.openxmlformats.org/drawingml/2006/main" noGrp="1"/>
          </p:cNvSpPr>
          <p:nvPr/>
        </p:nvSpPr>
        <p:spPr>
          <a:xfrm xmlns:a="http://schemas.openxmlformats.org/drawingml/2006/main">
            <a:off x="1571625" y="3638550"/>
            <a:ext cx="7715250" cy="2419350"/>
          </a:xfrm>
          <a:prstGeom xmlns:a="http://schemas.openxmlformats.org/drawingml/2006/main" prst="rect">
            <a:avLst/>
          </a:prstGeom>
          <a:solidFill xmlns:a="http://schemas.openxmlformats.org/drawingml/2006/main">
            <a:srgbClr val="FFFFFF"/>
          </a:solidFill>
          <a:ln xmlns:a="http://schemas.openxmlformats.org/drawingml/2006/main" w="24765">
            <a:solidFill>
              <a:srgbClr val="B8753F"/>
            </a:solidFill>
            <a:prstDash val="solid"/>
          </a:ln>
        </p:spPr>
      </p:sp>
      <p:sp>
        <p:nvSpPr>
          <p:cNvPr id="90" name="dp42-comparison / n105 / text 1">
            <a:extLst xmlns:a="http://schemas.openxmlformats.org/drawingml/2006/main">
              <a:ext uri="{FF2B5EF4-FFF2-40B4-BE49-F238E27FC236}">
                <a16:creationId xmlns:a16="http://schemas.microsoft.com/office/drawing/2014/main" id="{D15F40C0-A9EA-4127-BE09-F73BD5C737DF}"/>
              </a:ext>
            </a:extLst>
          </p:cNvPr>
          <p:cNvSpPr>
            <a:spLocks xmlns:a="http://schemas.openxmlformats.org/drawingml/2006/main" noGrp="1"/>
          </p:cNvSpPr>
          <p:nvPr/>
        </p:nvSpPr>
        <p:spPr>
          <a:xfrm xmlns:a="http://schemas.openxmlformats.org/drawingml/2006/main">
            <a:off x="1695450" y="3733800"/>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VIA Core 실행 경계</a:t>
            </a:r>
          </a:p>
        </p:txBody>
      </p:sp>
      <p:sp>
        <p:nvSpPr>
          <p:cNvPr id="91" name="dp42-comparison / n108">
            <a:extLst xmlns:a="http://schemas.openxmlformats.org/drawingml/2006/main">
              <a:ext uri="{FF2B5EF4-FFF2-40B4-BE49-F238E27FC236}">
                <a16:creationId xmlns:a16="http://schemas.microsoft.com/office/drawing/2014/main" id="{C17E54AC-B15D-4DAB-AA5C-EA6DE646183A}"/>
              </a:ext>
            </a:extLst>
          </p:cNvPr>
          <p:cNvSpPr>
            <a:spLocks xmlns:a="http://schemas.openxmlformats.org/drawingml/2006/main" noGrp="1"/>
          </p:cNvSpPr>
          <p:nvPr/>
        </p:nvSpPr>
        <p:spPr>
          <a:xfrm xmlns:a="http://schemas.openxmlformats.org/drawingml/2006/main">
            <a:off x="1714500" y="4048125"/>
            <a:ext cx="29527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92" name="dp42-comparison / n109 / text 1">
            <a:extLst xmlns:a="http://schemas.openxmlformats.org/drawingml/2006/main">
              <a:ext uri="{FF2B5EF4-FFF2-40B4-BE49-F238E27FC236}">
                <a16:creationId xmlns:a16="http://schemas.microsoft.com/office/drawing/2014/main" id="{E41D0C45-C48B-4EF1-9915-4EB45FA2B86A}"/>
              </a:ext>
            </a:extLst>
          </p:cNvPr>
          <p:cNvSpPr>
            <a:spLocks xmlns:a="http://schemas.openxmlformats.org/drawingml/2006/main" noGrp="1"/>
          </p:cNvSpPr>
          <p:nvPr/>
        </p:nvSpPr>
        <p:spPr>
          <a:xfrm xmlns:a="http://schemas.openxmlformats.org/drawingml/2006/main">
            <a:off x="1838325" y="4143375"/>
            <a:ext cx="27051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Controller</a:t>
            </a:r>
          </a:p>
        </p:txBody>
      </p:sp>
      <p:sp>
        <p:nvSpPr>
          <p:cNvPr id="93" name="dp42-comparison / n110">
            <a:extLst xmlns:a="http://schemas.openxmlformats.org/drawingml/2006/main">
              <a:ext uri="{FF2B5EF4-FFF2-40B4-BE49-F238E27FC236}">
                <a16:creationId xmlns:a16="http://schemas.microsoft.com/office/drawing/2014/main" id="{ABD76D8D-C4C6-45FC-9D92-D545712E85EE}"/>
              </a:ext>
            </a:extLst>
          </p:cNvPr>
          <p:cNvSpPr>
            <a:spLocks xmlns:a="http://schemas.openxmlformats.org/drawingml/2006/main" noGrp="1"/>
          </p:cNvSpPr>
          <p:nvPr/>
        </p:nvSpPr>
        <p:spPr>
          <a:xfrm xmlns:a="http://schemas.openxmlformats.org/drawingml/2006/main">
            <a:off x="1809750" y="4562475"/>
            <a:ext cx="2762250" cy="23812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94" name="dp42-comparison / n111 / text 1">
            <a:extLst xmlns:a="http://schemas.openxmlformats.org/drawingml/2006/main">
              <a:ext uri="{FF2B5EF4-FFF2-40B4-BE49-F238E27FC236}">
                <a16:creationId xmlns:a16="http://schemas.microsoft.com/office/drawing/2014/main" id="{68E1B450-53E5-4C87-B368-CBB255BCBA9B}"/>
              </a:ext>
            </a:extLst>
          </p:cNvPr>
          <p:cNvSpPr>
            <a:spLocks xmlns:a="http://schemas.openxmlformats.org/drawingml/2006/main" noGrp="1"/>
          </p:cNvSpPr>
          <p:nvPr/>
        </p:nvSpPr>
        <p:spPr>
          <a:xfrm xmlns:a="http://schemas.openxmlformats.org/drawingml/2006/main">
            <a:off x="1895475" y="4612958"/>
            <a:ext cx="2590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0">
                <a:solidFill>
                  <a:srgbClr val="18232E"/>
                </a:solidFill>
                <a:latin typeface="Apple SD Gothic Neo"/>
                <a:ea typeface="Apple SD Gothic Neo"/>
                <a:cs typeface="Apple SD Gothic Neo"/>
              </a:defRPr>
            </a:pPr>
            <a:r>
              <a:rPr sz="900" b="0">
                <a:solidFill>
                  <a:srgbClr val="18232E"/>
                </a:solidFill>
                <a:latin typeface="Apple SD Gothic Neo"/>
                <a:ea typeface="Apple SD Gothic Neo"/>
                <a:cs typeface="Apple SD Gothic Neo"/>
              </a:rPr>
              <a:t>Request Graph State</a:t>
            </a:r>
          </a:p>
        </p:txBody>
      </p:sp>
      <p:sp>
        <p:nvSpPr>
          <p:cNvPr id="95" name="dp42-comparison / n112">
            <a:extLst xmlns:a="http://schemas.openxmlformats.org/drawingml/2006/main">
              <a:ext uri="{FF2B5EF4-FFF2-40B4-BE49-F238E27FC236}">
                <a16:creationId xmlns:a16="http://schemas.microsoft.com/office/drawing/2014/main" id="{E778BD3E-EC9B-46DD-B756-D2EBEDAACC40}"/>
              </a:ext>
            </a:extLst>
          </p:cNvPr>
          <p:cNvSpPr>
            <a:spLocks xmlns:a="http://schemas.openxmlformats.org/drawingml/2006/main" noGrp="1"/>
          </p:cNvSpPr>
          <p:nvPr/>
        </p:nvSpPr>
        <p:spPr>
          <a:xfrm xmlns:a="http://schemas.openxmlformats.org/drawingml/2006/main">
            <a:off x="5953125" y="4048125"/>
            <a:ext cx="3190875" cy="11144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96" name="dp42-comparison / n113 / text 1">
            <a:extLst xmlns:a="http://schemas.openxmlformats.org/drawingml/2006/main">
              <a:ext uri="{FF2B5EF4-FFF2-40B4-BE49-F238E27FC236}">
                <a16:creationId xmlns:a16="http://schemas.microsoft.com/office/drawing/2014/main" id="{D56483F7-8F36-4C24-906C-FA0192AB6AC9}"/>
              </a:ext>
            </a:extLst>
          </p:cNvPr>
          <p:cNvSpPr>
            <a:spLocks xmlns:a="http://schemas.openxmlformats.org/drawingml/2006/main" noGrp="1"/>
          </p:cNvSpPr>
          <p:nvPr/>
        </p:nvSpPr>
        <p:spPr>
          <a:xfrm xmlns:a="http://schemas.openxmlformats.org/drawingml/2006/main">
            <a:off x="6076950" y="4143375"/>
            <a:ext cx="294322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Task Manager</a:t>
            </a:r>
          </a:p>
        </p:txBody>
      </p:sp>
      <p:sp>
        <p:nvSpPr>
          <p:cNvPr id="97" name="dp42-comparison / n114">
            <a:extLst xmlns:a="http://schemas.openxmlformats.org/drawingml/2006/main">
              <a:ext uri="{FF2B5EF4-FFF2-40B4-BE49-F238E27FC236}">
                <a16:creationId xmlns:a16="http://schemas.microsoft.com/office/drawing/2014/main" id="{498E8CA4-D4C2-49B6-8C7E-BE109FB6932D}"/>
              </a:ext>
            </a:extLst>
          </p:cNvPr>
          <p:cNvSpPr>
            <a:spLocks xmlns:a="http://schemas.openxmlformats.org/drawingml/2006/main" noGrp="1"/>
          </p:cNvSpPr>
          <p:nvPr/>
        </p:nvSpPr>
        <p:spPr>
          <a:xfrm xmlns:a="http://schemas.openxmlformats.org/drawingml/2006/main">
            <a:off x="6096000" y="4400550"/>
            <a:ext cx="2905125" cy="209550"/>
          </a:xfrm>
          <a:prstGeom xmlns:a="http://schemas.openxmlformats.org/drawingml/2006/main" prst="roundRect">
            <a:avLst>
              <a:gd name="adj" fmla="val 36364"/>
            </a:avLst>
          </a:prstGeom>
          <a:solidFill xmlns:a="http://schemas.openxmlformats.org/drawingml/2006/main">
            <a:srgbClr val="FFFFFF"/>
          </a:solidFill>
          <a:ln xmlns:a="http://schemas.openxmlformats.org/drawingml/2006/main" w="9525">
            <a:solidFill>
              <a:srgbClr val="000000"/>
            </a:solidFill>
            <a:prstDash val="solid"/>
          </a:ln>
        </p:spPr>
      </p:sp>
      <p:sp>
        <p:nvSpPr>
          <p:cNvPr id="98" name="dp42-comparison / n115 / text 1">
            <a:extLst xmlns:a="http://schemas.openxmlformats.org/drawingml/2006/main">
              <a:ext uri="{FF2B5EF4-FFF2-40B4-BE49-F238E27FC236}">
                <a16:creationId xmlns:a16="http://schemas.microsoft.com/office/drawing/2014/main" id="{E104304E-2968-40A7-BE34-FC685466C3EC}"/>
              </a:ext>
            </a:extLst>
          </p:cNvPr>
          <p:cNvSpPr>
            <a:spLocks xmlns:a="http://schemas.openxmlformats.org/drawingml/2006/main" noGrp="1"/>
          </p:cNvSpPr>
          <p:nvPr/>
        </p:nvSpPr>
        <p:spPr>
          <a:xfrm xmlns:a="http://schemas.openxmlformats.org/drawingml/2006/main">
            <a:off x="6181725" y="4418648"/>
            <a:ext cx="273367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000000"/>
                </a:solidFill>
                <a:latin typeface="Apple SD Gothic Neo"/>
                <a:ea typeface="Apple SD Gothic Neo"/>
                <a:cs typeface="Apple SD Gothic Neo"/>
              </a:defRPr>
            </a:pPr>
            <a:r>
              <a:rPr sz="1050" b="1">
                <a:solidFill>
                  <a:srgbClr val="000000"/>
                </a:solidFill>
                <a:latin typeface="Apple SD Gothic Neo"/>
                <a:ea typeface="Apple SD Gothic Neo"/>
                <a:cs typeface="Apple SD Gothic Neo"/>
              </a:rPr>
              <a:t>업무 접수·전송 게이트</a:t>
            </a:r>
          </a:p>
        </p:txBody>
      </p:sp>
      <p:sp>
        <p:nvSpPr>
          <p:cNvPr id="99" name="dp42-comparison / n116">
            <a:extLst xmlns:a="http://schemas.openxmlformats.org/drawingml/2006/main">
              <a:ext uri="{FF2B5EF4-FFF2-40B4-BE49-F238E27FC236}">
                <a16:creationId xmlns:a16="http://schemas.microsoft.com/office/drawing/2014/main" id="{3B437977-0068-4314-88F2-1106BEF8EEF2}"/>
              </a:ext>
            </a:extLst>
          </p:cNvPr>
          <p:cNvSpPr>
            <a:spLocks xmlns:a="http://schemas.openxmlformats.org/drawingml/2006/main" noGrp="1"/>
          </p:cNvSpPr>
          <p:nvPr/>
        </p:nvSpPr>
        <p:spPr>
          <a:xfrm xmlns:a="http://schemas.openxmlformats.org/drawingml/2006/main">
            <a:off x="6048375" y="4743450"/>
            <a:ext cx="3000375" cy="25717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100" name="dp42-comparison / n117 / text 1">
            <a:extLst xmlns:a="http://schemas.openxmlformats.org/drawingml/2006/main">
              <a:ext uri="{FF2B5EF4-FFF2-40B4-BE49-F238E27FC236}">
                <a16:creationId xmlns:a16="http://schemas.microsoft.com/office/drawing/2014/main" id="{87DCAEC1-E2DA-4F5A-B7A5-8CA86AEE08F3}"/>
              </a:ext>
            </a:extLst>
          </p:cNvPr>
          <p:cNvSpPr>
            <a:spLocks xmlns:a="http://schemas.openxmlformats.org/drawingml/2006/main" noGrp="1"/>
          </p:cNvSpPr>
          <p:nvPr/>
        </p:nvSpPr>
        <p:spPr>
          <a:xfrm xmlns:a="http://schemas.openxmlformats.org/drawingml/2006/main">
            <a:off x="6134100" y="4803458"/>
            <a:ext cx="28289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0">
                <a:solidFill>
                  <a:srgbClr val="18232E"/>
                </a:solidFill>
                <a:latin typeface="Apple SD Gothic Neo"/>
                <a:ea typeface="Apple SD Gothic Neo"/>
                <a:cs typeface="Apple SD Gothic Neo"/>
              </a:defRPr>
            </a:pPr>
            <a:r>
              <a:rPr sz="900" b="0">
                <a:solidFill>
                  <a:srgbClr val="18232E"/>
                </a:solidFill>
                <a:latin typeface="Apple SD Gothic Neo"/>
                <a:ea typeface="Apple SD Gothic Neo"/>
                <a:cs typeface="Apple SD Gothic Neo"/>
              </a:rPr>
              <a:t>Task Command State</a:t>
            </a:r>
          </a:p>
        </p:txBody>
      </p:sp>
      <p:sp>
        <p:nvSpPr>
          <p:cNvPr id="101" name="dp42-comparison / n118">
            <a:extLst xmlns:a="http://schemas.openxmlformats.org/drawingml/2006/main">
              <a:ext uri="{FF2B5EF4-FFF2-40B4-BE49-F238E27FC236}">
                <a16:creationId xmlns:a16="http://schemas.microsoft.com/office/drawing/2014/main" id="{5CB6CF0D-2A0A-4F26-A39D-F5B762011FB1}"/>
              </a:ext>
            </a:extLst>
          </p:cNvPr>
          <p:cNvSpPr>
            <a:spLocks xmlns:a="http://schemas.openxmlformats.org/drawingml/2006/main" noGrp="1"/>
          </p:cNvSpPr>
          <p:nvPr/>
        </p:nvSpPr>
        <p:spPr>
          <a:xfrm xmlns:a="http://schemas.openxmlformats.org/drawingml/2006/main">
            <a:off x="1714500" y="5038725"/>
            <a:ext cx="295275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02" name="dp42-comparison / n119 / text 1">
            <a:extLst xmlns:a="http://schemas.openxmlformats.org/drawingml/2006/main">
              <a:ext uri="{FF2B5EF4-FFF2-40B4-BE49-F238E27FC236}">
                <a16:creationId xmlns:a16="http://schemas.microsoft.com/office/drawing/2014/main" id="{0D5CE792-9E2D-4D98-A763-00A88A42AE45}"/>
              </a:ext>
            </a:extLst>
          </p:cNvPr>
          <p:cNvSpPr>
            <a:spLocks xmlns:a="http://schemas.openxmlformats.org/drawingml/2006/main" noGrp="1"/>
          </p:cNvSpPr>
          <p:nvPr/>
        </p:nvSpPr>
        <p:spPr>
          <a:xfrm xmlns:a="http://schemas.openxmlformats.org/drawingml/2006/main">
            <a:off x="1838325" y="5133975"/>
            <a:ext cx="27051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Response Manager</a:t>
            </a:r>
          </a:p>
        </p:txBody>
      </p:sp>
      <p:sp>
        <p:nvSpPr>
          <p:cNvPr id="103" name="dp42-comparison / n120">
            <a:extLst xmlns:a="http://schemas.openxmlformats.org/drawingml/2006/main">
              <a:ext uri="{FF2B5EF4-FFF2-40B4-BE49-F238E27FC236}">
                <a16:creationId xmlns:a16="http://schemas.microsoft.com/office/drawing/2014/main" id="{99BE0AF7-B750-4933-B22F-76F175964965}"/>
              </a:ext>
            </a:extLst>
          </p:cNvPr>
          <p:cNvSpPr>
            <a:spLocks xmlns:a="http://schemas.openxmlformats.org/drawingml/2006/main" noGrp="1"/>
          </p:cNvSpPr>
          <p:nvPr/>
        </p:nvSpPr>
        <p:spPr>
          <a:xfrm xmlns:a="http://schemas.openxmlformats.org/drawingml/2006/main">
            <a:off x="1809750" y="5343525"/>
            <a:ext cx="2762250" cy="247650"/>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104" name="dp42-comparison / n121 / text 1">
            <a:extLst xmlns:a="http://schemas.openxmlformats.org/drawingml/2006/main">
              <a:ext uri="{FF2B5EF4-FFF2-40B4-BE49-F238E27FC236}">
                <a16:creationId xmlns:a16="http://schemas.microsoft.com/office/drawing/2014/main" id="{0DF50C96-D71E-420E-83B3-76A934189444}"/>
              </a:ext>
            </a:extLst>
          </p:cNvPr>
          <p:cNvSpPr>
            <a:spLocks xmlns:a="http://schemas.openxmlformats.org/drawingml/2006/main" noGrp="1"/>
          </p:cNvSpPr>
          <p:nvPr/>
        </p:nvSpPr>
        <p:spPr>
          <a:xfrm xmlns:a="http://schemas.openxmlformats.org/drawingml/2006/main">
            <a:off x="1895475" y="5410200"/>
            <a:ext cx="25908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18232E"/>
                </a:solidFill>
                <a:latin typeface="Apple SD Gothic Neo"/>
                <a:ea typeface="Apple SD Gothic Neo"/>
                <a:cs typeface="Apple SD Gothic Neo"/>
              </a:defRPr>
            </a:pPr>
            <a:r>
              <a:rPr sz="750" b="0">
                <a:solidFill>
                  <a:srgbClr val="18232E"/>
                </a:solidFill>
                <a:latin typeface="Apple SD Gothic Neo"/>
                <a:ea typeface="Apple SD Gothic Neo"/>
                <a:cs typeface="Apple SD Gothic Neo"/>
              </a:rPr>
              <a:t>Publication Ledger</a:t>
            </a:r>
          </a:p>
        </p:txBody>
      </p:sp>
      <p:sp>
        <p:nvSpPr>
          <p:cNvPr id="105" name="dp42-comparison / n122">
            <a:extLst xmlns:a="http://schemas.openxmlformats.org/drawingml/2006/main">
              <a:ext uri="{FF2B5EF4-FFF2-40B4-BE49-F238E27FC236}">
                <a16:creationId xmlns:a16="http://schemas.microsoft.com/office/drawing/2014/main" id="{BF7AF3B0-E203-4106-BCA3-D0360648638D}"/>
              </a:ext>
            </a:extLst>
          </p:cNvPr>
          <p:cNvSpPr>
            <a:spLocks xmlns:a="http://schemas.openxmlformats.org/drawingml/2006/main" noGrp="1"/>
          </p:cNvSpPr>
          <p:nvPr/>
        </p:nvSpPr>
        <p:spPr>
          <a:xfrm xmlns:a="http://schemas.openxmlformats.org/drawingml/2006/main">
            <a:off x="5953125" y="5267325"/>
            <a:ext cx="3190875"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06" name="dp42-comparison / n123 / text 1">
            <a:extLst xmlns:a="http://schemas.openxmlformats.org/drawingml/2006/main">
              <a:ext uri="{FF2B5EF4-FFF2-40B4-BE49-F238E27FC236}">
                <a16:creationId xmlns:a16="http://schemas.microsoft.com/office/drawing/2014/main" id="{E8EEFD4C-46A9-4DCC-86F9-4A0957C14E44}"/>
              </a:ext>
            </a:extLst>
          </p:cNvPr>
          <p:cNvSpPr>
            <a:spLocks xmlns:a="http://schemas.openxmlformats.org/drawingml/2006/main" noGrp="1"/>
          </p:cNvSpPr>
          <p:nvPr/>
        </p:nvSpPr>
        <p:spPr>
          <a:xfrm xmlns:a="http://schemas.openxmlformats.org/drawingml/2006/main">
            <a:off x="6038850" y="5298758"/>
            <a:ext cx="30194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Agent Gateway</a:t>
            </a:r>
          </a:p>
        </p:txBody>
      </p:sp>
      <p:sp>
        <p:nvSpPr>
          <p:cNvPr id="107" name="dp42-comparison / n126 / path">
            <a:extLst xmlns:a="http://schemas.openxmlformats.org/drawingml/2006/main">
              <a:ext uri="{FF2B5EF4-FFF2-40B4-BE49-F238E27FC236}">
                <a16:creationId xmlns:a16="http://schemas.microsoft.com/office/drawing/2014/main" id="{D76B324A-A859-4F17-9EF4-B41332197409}"/>
              </a:ext>
            </a:extLst>
          </p:cNvPr>
          <p:cNvSpPr>
            <a:spLocks xmlns:a="http://schemas.openxmlformats.org/drawingml/2006/main" noGrp="1"/>
          </p:cNvSpPr>
          <p:nvPr/>
        </p:nvSpPr>
        <p:spPr>
          <a:xfrm xmlns:a="http://schemas.openxmlformats.org/drawingml/2006/main">
            <a:off x="1571625" y="2562225"/>
            <a:ext cx="142875" cy="1638300"/>
          </a:xfrm>
          <a:custGeom xmlns:a="http://schemas.openxmlformats.org/drawingml/2006/main">
            <a:pathLst>
              <a:path w="142875" h="1638300">
                <a:moveTo>
                  <a:pt x="95250" y="0"/>
                </a:moveTo>
                <a:lnTo>
                  <a:pt x="0" y="0"/>
                </a:lnTo>
                <a:lnTo>
                  <a:pt x="0" y="1638300"/>
                </a:lnTo>
                <a:lnTo>
                  <a:pt x="142875" y="1638300"/>
                </a:lnTo>
              </a:path>
            </a:pathLst>
          </a:custGeom>
          <a:noFill xmlns:a="http://schemas.openxmlformats.org/drawingml/2006/main"/>
          <a:ln xmlns:a="http://schemas.openxmlformats.org/drawingml/2006/main" w="10478">
            <a:solidFill>
              <a:srgbClr val="000000"/>
            </a:solidFill>
            <a:prstDash val="solid"/>
          </a:ln>
        </p:spPr>
      </p:sp>
      <p:sp>
        <p:nvSpPr>
          <p:cNvPr id="108" name="dp42-comparison / n126 / arrow">
            <a:extLst xmlns:a="http://schemas.openxmlformats.org/drawingml/2006/main">
              <a:ext uri="{FF2B5EF4-FFF2-40B4-BE49-F238E27FC236}">
                <a16:creationId xmlns:a16="http://schemas.microsoft.com/office/drawing/2014/main" id="{9CE673C1-24F4-4A17-89BB-80508663F4A0}"/>
              </a:ext>
            </a:extLst>
          </p:cNvPr>
          <p:cNvSpPr>
            <a:spLocks xmlns:a="http://schemas.openxmlformats.org/drawingml/2006/main" noGrp="1"/>
          </p:cNvSpPr>
          <p:nvPr/>
        </p:nvSpPr>
        <p:spPr>
          <a:xfrm xmlns:a="http://schemas.openxmlformats.org/drawingml/2006/main">
            <a:off x="1647444" y="41669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09" name="dp42-comparison / n127">
            <a:extLst xmlns:a="http://schemas.openxmlformats.org/drawingml/2006/main">
              <a:ext uri="{FF2B5EF4-FFF2-40B4-BE49-F238E27FC236}">
                <a16:creationId xmlns:a16="http://schemas.microsoft.com/office/drawing/2014/main" id="{E9FDA494-A21B-417B-92FA-AD3CF3C17587}"/>
              </a:ext>
            </a:extLst>
          </p:cNvPr>
          <p:cNvSpPr>
            <a:spLocks xmlns:a="http://schemas.openxmlformats.org/drawingml/2006/main" noGrp="1"/>
          </p:cNvSpPr>
          <p:nvPr/>
        </p:nvSpPr>
        <p:spPr>
          <a:xfrm xmlns:a="http://schemas.openxmlformats.org/drawingml/2006/main">
            <a:off x="5000625" y="5629275"/>
            <a:ext cx="4048125" cy="3524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0" name="dp42-comparison / n128 / text 1">
            <a:extLst xmlns:a="http://schemas.openxmlformats.org/drawingml/2006/main">
              <a:ext uri="{FF2B5EF4-FFF2-40B4-BE49-F238E27FC236}">
                <a16:creationId xmlns:a16="http://schemas.microsoft.com/office/drawing/2014/main" id="{A2C9F874-61F4-41A9-84AB-517AA1BA7231}"/>
              </a:ext>
            </a:extLst>
          </p:cNvPr>
          <p:cNvSpPr>
            <a:spLocks xmlns:a="http://schemas.openxmlformats.org/drawingml/2006/main" noGrp="1"/>
          </p:cNvSpPr>
          <p:nvPr/>
        </p:nvSpPr>
        <p:spPr>
          <a:xfrm xmlns:a="http://schemas.openxmlformats.org/drawingml/2006/main">
            <a:off x="5124450" y="5724525"/>
            <a:ext cx="38004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State Store</a:t>
            </a:r>
          </a:p>
        </p:txBody>
      </p:sp>
      <p:sp>
        <p:nvSpPr>
          <p:cNvPr id="111" name="dp42-comparison / n129">
            <a:extLst xmlns:a="http://schemas.openxmlformats.org/drawingml/2006/main">
              <a:ext uri="{FF2B5EF4-FFF2-40B4-BE49-F238E27FC236}">
                <a16:creationId xmlns:a16="http://schemas.microsoft.com/office/drawing/2014/main" id="{30446C53-8530-404E-9495-2CA0509D8954}"/>
              </a:ext>
            </a:extLst>
          </p:cNvPr>
          <p:cNvSpPr>
            <a:spLocks xmlns:a="http://schemas.openxmlformats.org/drawingml/2006/main" noGrp="1"/>
          </p:cNvSpPr>
          <p:nvPr/>
        </p:nvSpPr>
        <p:spPr>
          <a:xfrm xmlns:a="http://schemas.openxmlformats.org/drawingml/2006/main">
            <a:off x="7096125" y="5676900"/>
            <a:ext cx="1809750" cy="238125"/>
          </a:xfrm>
          <a:prstGeom xmlns:a="http://schemas.openxmlformats.org/drawingml/2006/main" prst="roundRect">
            <a:avLst>
              <a:gd name="adj" fmla="val 32000"/>
            </a:avLst>
          </a:prstGeom>
          <a:solidFill xmlns:a="http://schemas.openxmlformats.org/drawingml/2006/main">
            <a:srgbClr val="FFF0DD"/>
          </a:solidFill>
          <a:ln xmlns:a="http://schemas.openxmlformats.org/drawingml/2006/main" w="17145">
            <a:solidFill>
              <a:srgbClr val="B8753F"/>
            </a:solidFill>
            <a:prstDash val="solid"/>
          </a:ln>
        </p:spPr>
      </p:sp>
      <p:sp>
        <p:nvSpPr>
          <p:cNvPr id="112" name="dp42-comparison / n130 / text 1">
            <a:extLst xmlns:a="http://schemas.openxmlformats.org/drawingml/2006/main">
              <a:ext uri="{FF2B5EF4-FFF2-40B4-BE49-F238E27FC236}">
                <a16:creationId xmlns:a16="http://schemas.microsoft.com/office/drawing/2014/main" id="{D96E1102-B49C-403B-9A6E-F6134352BA31}"/>
              </a:ext>
            </a:extLst>
          </p:cNvPr>
          <p:cNvSpPr>
            <a:spLocks xmlns:a="http://schemas.openxmlformats.org/drawingml/2006/main" noGrp="1"/>
          </p:cNvSpPr>
          <p:nvPr/>
        </p:nvSpPr>
        <p:spPr>
          <a:xfrm xmlns:a="http://schemas.openxmlformats.org/drawingml/2006/main">
            <a:off x="7181850" y="5709285"/>
            <a:ext cx="16383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000000"/>
                </a:solidFill>
                <a:latin typeface="Apple SD Gothic Neo"/>
                <a:ea typeface="Apple SD Gothic Neo"/>
                <a:cs typeface="Apple SD Gothic Neo"/>
              </a:defRPr>
            </a:pPr>
            <a:r>
              <a:rPr sz="1050" b="1">
                <a:solidFill>
                  <a:srgbClr val="000000"/>
                </a:solidFill>
                <a:latin typeface="Apple SD Gothic Neo"/>
                <a:ea typeface="Apple SD Gothic Neo"/>
                <a:cs typeface="Apple SD Gothic Neo"/>
              </a:rPr>
              <a:t>트랜잭션 관리자</a:t>
            </a:r>
          </a:p>
        </p:txBody>
      </p:sp>
      <p:sp>
        <p:nvSpPr>
          <p:cNvPr id="113" name="dp42-comparison / n131 / path">
            <a:extLst xmlns:a="http://schemas.openxmlformats.org/drawingml/2006/main">
              <a:ext uri="{FF2B5EF4-FFF2-40B4-BE49-F238E27FC236}">
                <a16:creationId xmlns:a16="http://schemas.microsoft.com/office/drawing/2014/main" id="{42D787F6-E3F0-4F6C-9468-07A5E154481E}"/>
              </a:ext>
            </a:extLst>
          </p:cNvPr>
          <p:cNvSpPr>
            <a:spLocks xmlns:a="http://schemas.openxmlformats.org/drawingml/2006/main" noGrp="1"/>
          </p:cNvSpPr>
          <p:nvPr/>
        </p:nvSpPr>
        <p:spPr>
          <a:xfrm xmlns:a="http://schemas.openxmlformats.org/drawingml/2006/main">
            <a:off x="4667250" y="4371975"/>
            <a:ext cx="2952750" cy="1304925"/>
          </a:xfrm>
          <a:custGeom xmlns:a="http://schemas.openxmlformats.org/drawingml/2006/main">
            <a:pathLst>
              <a:path w="2952750" h="1304925">
                <a:moveTo>
                  <a:pt x="0" y="0"/>
                </a:moveTo>
                <a:lnTo>
                  <a:pt x="190500" y="0"/>
                </a:lnTo>
                <a:lnTo>
                  <a:pt x="190500" y="1219200"/>
                </a:lnTo>
                <a:lnTo>
                  <a:pt x="2952750" y="1219200"/>
                </a:lnTo>
                <a:lnTo>
                  <a:pt x="2952750" y="1304925"/>
                </a:lnTo>
              </a:path>
            </a:pathLst>
          </a:custGeom>
          <a:noFill xmlns:a="http://schemas.openxmlformats.org/drawingml/2006/main"/>
          <a:ln xmlns:a="http://schemas.openxmlformats.org/drawingml/2006/main" w="10478">
            <a:solidFill>
              <a:srgbClr val="000000"/>
            </a:solidFill>
            <a:prstDash val="solid"/>
          </a:ln>
        </p:spPr>
      </p:sp>
      <p:sp>
        <p:nvSpPr>
          <p:cNvPr id="114" name="dp42-comparison / n131 / arrow">
            <a:extLst xmlns:a="http://schemas.openxmlformats.org/drawingml/2006/main">
              <a:ext uri="{FF2B5EF4-FFF2-40B4-BE49-F238E27FC236}">
                <a16:creationId xmlns:a16="http://schemas.microsoft.com/office/drawing/2014/main" id="{D7BD7B37-779D-4E02-8621-6AB8328C4B8E}"/>
              </a:ext>
            </a:extLst>
          </p:cNvPr>
          <p:cNvSpPr>
            <a:spLocks xmlns:a="http://schemas.openxmlformats.org/drawingml/2006/main" noGrp="1"/>
          </p:cNvSpPr>
          <p:nvPr/>
        </p:nvSpPr>
        <p:spPr>
          <a:xfrm xmlns:a="http://schemas.openxmlformats.org/drawingml/2006/main">
            <a:off x="7586472" y="56098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15" name="dp42-comparison / n132 / path">
            <a:extLst xmlns:a="http://schemas.openxmlformats.org/drawingml/2006/main">
              <a:ext uri="{FF2B5EF4-FFF2-40B4-BE49-F238E27FC236}">
                <a16:creationId xmlns:a16="http://schemas.microsoft.com/office/drawing/2014/main" id="{D8690226-1C08-4B81-8B58-AD35C2616D17}"/>
              </a:ext>
            </a:extLst>
          </p:cNvPr>
          <p:cNvSpPr>
            <a:spLocks xmlns:a="http://schemas.openxmlformats.org/drawingml/2006/main" noGrp="1"/>
          </p:cNvSpPr>
          <p:nvPr/>
        </p:nvSpPr>
        <p:spPr>
          <a:xfrm xmlns:a="http://schemas.openxmlformats.org/drawingml/2006/main">
            <a:off x="5848350" y="4371975"/>
            <a:ext cx="2152650" cy="1304925"/>
          </a:xfrm>
          <a:custGeom xmlns:a="http://schemas.openxmlformats.org/drawingml/2006/main">
            <a:pathLst>
              <a:path w="2152650" h="1304925">
                <a:moveTo>
                  <a:pt x="104775" y="0"/>
                </a:moveTo>
                <a:lnTo>
                  <a:pt x="0" y="0"/>
                </a:lnTo>
                <a:lnTo>
                  <a:pt x="0" y="1190625"/>
                </a:lnTo>
                <a:lnTo>
                  <a:pt x="2152650" y="1190625"/>
                </a:lnTo>
                <a:lnTo>
                  <a:pt x="2152650" y="1304925"/>
                </a:lnTo>
              </a:path>
            </a:pathLst>
          </a:custGeom>
          <a:noFill xmlns:a="http://schemas.openxmlformats.org/drawingml/2006/main"/>
          <a:ln xmlns:a="http://schemas.openxmlformats.org/drawingml/2006/main" w="10478">
            <a:solidFill>
              <a:srgbClr val="000000"/>
            </a:solidFill>
            <a:prstDash val="solid"/>
          </a:ln>
        </p:spPr>
      </p:sp>
      <p:sp>
        <p:nvSpPr>
          <p:cNvPr id="116" name="dp42-comparison / n132 / arrow">
            <a:extLst xmlns:a="http://schemas.openxmlformats.org/drawingml/2006/main">
              <a:ext uri="{FF2B5EF4-FFF2-40B4-BE49-F238E27FC236}">
                <a16:creationId xmlns:a16="http://schemas.microsoft.com/office/drawing/2014/main" id="{E78CCD6D-D9B3-49F1-8AF3-35342CBD9732}"/>
              </a:ext>
            </a:extLst>
          </p:cNvPr>
          <p:cNvSpPr>
            <a:spLocks xmlns:a="http://schemas.openxmlformats.org/drawingml/2006/main" noGrp="1"/>
          </p:cNvSpPr>
          <p:nvPr/>
        </p:nvSpPr>
        <p:spPr>
          <a:xfrm xmlns:a="http://schemas.openxmlformats.org/drawingml/2006/main">
            <a:off x="7967472" y="56098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17" name="dp42-comparison / n133 / path">
            <a:extLst xmlns:a="http://schemas.openxmlformats.org/drawingml/2006/main">
              <a:ext uri="{FF2B5EF4-FFF2-40B4-BE49-F238E27FC236}">
                <a16:creationId xmlns:a16="http://schemas.microsoft.com/office/drawing/2014/main" id="{9F880A11-0AF8-44E7-807A-D388F4A7AC36}"/>
              </a:ext>
            </a:extLst>
          </p:cNvPr>
          <p:cNvSpPr>
            <a:spLocks xmlns:a="http://schemas.openxmlformats.org/drawingml/2006/main" noGrp="1"/>
          </p:cNvSpPr>
          <p:nvPr/>
        </p:nvSpPr>
        <p:spPr>
          <a:xfrm xmlns:a="http://schemas.openxmlformats.org/drawingml/2006/main">
            <a:off x="4667250" y="4314825"/>
            <a:ext cx="2428875" cy="1704975"/>
          </a:xfrm>
          <a:custGeom xmlns:a="http://schemas.openxmlformats.org/drawingml/2006/main">
            <a:pathLst>
              <a:path w="2428875" h="1704975">
                <a:moveTo>
                  <a:pt x="2428875" y="1481138"/>
                </a:moveTo>
                <a:lnTo>
                  <a:pt x="2343150" y="1481138"/>
                </a:lnTo>
                <a:lnTo>
                  <a:pt x="2343150" y="1704975"/>
                </a:lnTo>
                <a:lnTo>
                  <a:pt x="228600" y="1704975"/>
                </a:lnTo>
                <a:lnTo>
                  <a:pt x="228600" y="0"/>
                </a:lnTo>
                <a:lnTo>
                  <a:pt x="0" y="0"/>
                </a:lnTo>
              </a:path>
            </a:pathLst>
          </a:custGeom>
          <a:noFill xmlns:a="http://schemas.openxmlformats.org/drawingml/2006/main"/>
          <a:ln xmlns:a="http://schemas.openxmlformats.org/drawingml/2006/main" w="10478">
            <a:solidFill>
              <a:srgbClr val="000000"/>
            </a:solidFill>
            <a:prstDash val="dash"/>
          </a:ln>
        </p:spPr>
      </p:sp>
      <p:sp>
        <p:nvSpPr>
          <p:cNvPr id="118" name="dp42-comparison / n133 / arrow">
            <a:extLst xmlns:a="http://schemas.openxmlformats.org/drawingml/2006/main">
              <a:ext uri="{FF2B5EF4-FFF2-40B4-BE49-F238E27FC236}">
                <a16:creationId xmlns:a16="http://schemas.microsoft.com/office/drawing/2014/main" id="{71BB299B-B18C-48E1-9173-8D6CF9E6076E}"/>
              </a:ext>
            </a:extLst>
          </p:cNvPr>
          <p:cNvSpPr>
            <a:spLocks xmlns:a="http://schemas.openxmlformats.org/drawingml/2006/main" noGrp="1"/>
          </p:cNvSpPr>
          <p:nvPr/>
        </p:nvSpPr>
        <p:spPr>
          <a:xfrm xmlns:a="http://schemas.openxmlformats.org/drawingml/2006/main">
            <a:off x="4667250" y="428129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19" name="dp42-comparison / n134 / path">
            <a:extLst xmlns:a="http://schemas.openxmlformats.org/drawingml/2006/main">
              <a:ext uri="{FF2B5EF4-FFF2-40B4-BE49-F238E27FC236}">
                <a16:creationId xmlns:a16="http://schemas.microsoft.com/office/drawing/2014/main" id="{B9936ECE-56D1-4DAD-A610-A5B0B1A53E71}"/>
              </a:ext>
            </a:extLst>
          </p:cNvPr>
          <p:cNvSpPr>
            <a:spLocks xmlns:a="http://schemas.openxmlformats.org/drawingml/2006/main" noGrp="1"/>
          </p:cNvSpPr>
          <p:nvPr/>
        </p:nvSpPr>
        <p:spPr>
          <a:xfrm xmlns:a="http://schemas.openxmlformats.org/drawingml/2006/main">
            <a:off x="8905875" y="4314825"/>
            <a:ext cx="295275" cy="1481138"/>
          </a:xfrm>
          <a:custGeom xmlns:a="http://schemas.openxmlformats.org/drawingml/2006/main">
            <a:pathLst>
              <a:path w="295275" h="1481138">
                <a:moveTo>
                  <a:pt x="0" y="1481138"/>
                </a:moveTo>
                <a:lnTo>
                  <a:pt x="295275" y="1481138"/>
                </a:lnTo>
                <a:lnTo>
                  <a:pt x="295275" y="0"/>
                </a:lnTo>
                <a:lnTo>
                  <a:pt x="238125" y="0"/>
                </a:lnTo>
              </a:path>
            </a:pathLst>
          </a:custGeom>
          <a:noFill xmlns:a="http://schemas.openxmlformats.org/drawingml/2006/main"/>
          <a:ln xmlns:a="http://schemas.openxmlformats.org/drawingml/2006/main" w="10478">
            <a:solidFill>
              <a:srgbClr val="000000"/>
            </a:solidFill>
            <a:prstDash val="dash"/>
          </a:ln>
        </p:spPr>
      </p:sp>
      <p:sp>
        <p:nvSpPr>
          <p:cNvPr id="120" name="dp42-comparison / n134 / arrow">
            <a:extLst xmlns:a="http://schemas.openxmlformats.org/drawingml/2006/main">
              <a:ext uri="{FF2B5EF4-FFF2-40B4-BE49-F238E27FC236}">
                <a16:creationId xmlns:a16="http://schemas.microsoft.com/office/drawing/2014/main" id="{F66B7812-AA4F-46E1-BE63-40B18C355522}"/>
              </a:ext>
            </a:extLst>
          </p:cNvPr>
          <p:cNvSpPr>
            <a:spLocks xmlns:a="http://schemas.openxmlformats.org/drawingml/2006/main" noGrp="1"/>
          </p:cNvSpPr>
          <p:nvPr/>
        </p:nvSpPr>
        <p:spPr>
          <a:xfrm xmlns:a="http://schemas.openxmlformats.org/drawingml/2006/main">
            <a:off x="9144000" y="428129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21" name="dp42-comparison / n139 / path">
            <a:extLst xmlns:a="http://schemas.openxmlformats.org/drawingml/2006/main">
              <a:ext uri="{FF2B5EF4-FFF2-40B4-BE49-F238E27FC236}">
                <a16:creationId xmlns:a16="http://schemas.microsoft.com/office/drawing/2014/main" id="{07E4188A-1D39-4748-A87E-974458F7CD0D}"/>
              </a:ext>
            </a:extLst>
          </p:cNvPr>
          <p:cNvSpPr>
            <a:spLocks xmlns:a="http://schemas.openxmlformats.org/drawingml/2006/main" noGrp="1"/>
          </p:cNvSpPr>
          <p:nvPr/>
        </p:nvSpPr>
        <p:spPr>
          <a:xfrm xmlns:a="http://schemas.openxmlformats.org/drawingml/2006/main">
            <a:off x="7548563" y="4505325"/>
            <a:ext cx="1538288" cy="762000"/>
          </a:xfrm>
          <a:custGeom xmlns:a="http://schemas.openxmlformats.org/drawingml/2006/main">
            <a:pathLst>
              <a:path w="1538288" h="762000">
                <a:moveTo>
                  <a:pt x="1452563" y="0"/>
                </a:moveTo>
                <a:lnTo>
                  <a:pt x="1538288" y="0"/>
                </a:lnTo>
                <a:lnTo>
                  <a:pt x="1538288" y="704850"/>
                </a:lnTo>
                <a:lnTo>
                  <a:pt x="0" y="704850"/>
                </a:lnTo>
                <a:lnTo>
                  <a:pt x="0" y="762000"/>
                </a:lnTo>
              </a:path>
            </a:pathLst>
          </a:custGeom>
          <a:noFill xmlns:a="http://schemas.openxmlformats.org/drawingml/2006/main"/>
          <a:ln xmlns:a="http://schemas.openxmlformats.org/drawingml/2006/main" w="10478">
            <a:solidFill>
              <a:srgbClr val="000000"/>
            </a:solidFill>
            <a:prstDash val="solid"/>
          </a:ln>
        </p:spPr>
      </p:sp>
      <p:sp>
        <p:nvSpPr>
          <p:cNvPr id="122" name="dp42-comparison / n139 / arrow">
            <a:extLst xmlns:a="http://schemas.openxmlformats.org/drawingml/2006/main">
              <a:ext uri="{FF2B5EF4-FFF2-40B4-BE49-F238E27FC236}">
                <a16:creationId xmlns:a16="http://schemas.microsoft.com/office/drawing/2014/main" id="{65116B88-47CE-4EEA-B2CA-D858035F81B3}"/>
              </a:ext>
            </a:extLst>
          </p:cNvPr>
          <p:cNvSpPr>
            <a:spLocks xmlns:a="http://schemas.openxmlformats.org/drawingml/2006/main" noGrp="1"/>
          </p:cNvSpPr>
          <p:nvPr/>
        </p:nvSpPr>
        <p:spPr>
          <a:xfrm xmlns:a="http://schemas.openxmlformats.org/drawingml/2006/main">
            <a:off x="7515035" y="52002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23" name="dp42-comparison / n144 / path">
            <a:extLst xmlns:a="http://schemas.openxmlformats.org/drawingml/2006/main">
              <a:ext uri="{FF2B5EF4-FFF2-40B4-BE49-F238E27FC236}">
                <a16:creationId xmlns:a16="http://schemas.microsoft.com/office/drawing/2014/main" id="{9D1C015C-3DB5-41D0-853E-969CEA5A174B}"/>
              </a:ext>
            </a:extLst>
          </p:cNvPr>
          <p:cNvSpPr>
            <a:spLocks xmlns:a="http://schemas.openxmlformats.org/drawingml/2006/main" noGrp="1"/>
          </p:cNvSpPr>
          <p:nvPr/>
        </p:nvSpPr>
        <p:spPr>
          <a:xfrm xmlns:a="http://schemas.openxmlformats.org/drawingml/2006/main">
            <a:off x="1571625" y="692467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124" name="dp42-comparison / n147">
            <a:extLst xmlns:a="http://schemas.openxmlformats.org/drawingml/2006/main">
              <a:ext uri="{FF2B5EF4-FFF2-40B4-BE49-F238E27FC236}">
                <a16:creationId xmlns:a16="http://schemas.microsoft.com/office/drawing/2014/main" id="{54A04251-6D49-410A-B5C2-38618B272348}"/>
              </a:ext>
            </a:extLst>
          </p:cNvPr>
          <p:cNvSpPr>
            <a:spLocks xmlns:a="http://schemas.openxmlformats.org/drawingml/2006/main" noGrp="1"/>
          </p:cNvSpPr>
          <p:nvPr/>
        </p:nvSpPr>
        <p:spPr>
          <a:xfrm xmlns:a="http://schemas.openxmlformats.org/drawingml/2006/main">
            <a:off x="1666875" y="71913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5" name="dp42-comparison / n148 / text 1">
            <a:extLst xmlns:a="http://schemas.openxmlformats.org/drawingml/2006/main">
              <a:ext uri="{FF2B5EF4-FFF2-40B4-BE49-F238E27FC236}">
                <a16:creationId xmlns:a16="http://schemas.microsoft.com/office/drawing/2014/main" id="{9FE96EEF-2228-4487-8A3A-770F22419EAF}"/>
              </a:ext>
            </a:extLst>
          </p:cNvPr>
          <p:cNvSpPr>
            <a:spLocks xmlns:a="http://schemas.openxmlformats.org/drawingml/2006/main" noGrp="1"/>
          </p:cNvSpPr>
          <p:nvPr/>
        </p:nvSpPr>
        <p:spPr>
          <a:xfrm xmlns:a="http://schemas.openxmlformats.org/drawingml/2006/main">
            <a:off x="1752600" y="72270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RC / TM: 관련 변경 준비</a:t>
            </a:r>
          </a:p>
        </p:txBody>
      </p:sp>
      <p:sp>
        <p:nvSpPr>
          <p:cNvPr id="126" name="dp42-comparison / n149">
            <a:extLst xmlns:a="http://schemas.openxmlformats.org/drawingml/2006/main">
              <a:ext uri="{FF2B5EF4-FFF2-40B4-BE49-F238E27FC236}">
                <a16:creationId xmlns:a16="http://schemas.microsoft.com/office/drawing/2014/main" id="{92A7BE6D-6AB8-445F-991D-4C948EB92999}"/>
              </a:ext>
            </a:extLst>
          </p:cNvPr>
          <p:cNvSpPr>
            <a:spLocks xmlns:a="http://schemas.openxmlformats.org/drawingml/2006/main" noGrp="1"/>
          </p:cNvSpPr>
          <p:nvPr/>
        </p:nvSpPr>
        <p:spPr>
          <a:xfrm xmlns:a="http://schemas.openxmlformats.org/drawingml/2006/main">
            <a:off x="4333875" y="71913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7" name="dp42-comparison / n150 / text 1">
            <a:extLst xmlns:a="http://schemas.openxmlformats.org/drawingml/2006/main">
              <a:ext uri="{FF2B5EF4-FFF2-40B4-BE49-F238E27FC236}">
                <a16:creationId xmlns:a16="http://schemas.microsoft.com/office/drawing/2014/main" id="{C03DA996-CD74-43CC-813B-74C8C3611C8B}"/>
              </a:ext>
            </a:extLst>
          </p:cNvPr>
          <p:cNvSpPr>
            <a:spLocks xmlns:a="http://schemas.openxmlformats.org/drawingml/2006/main" noGrp="1"/>
          </p:cNvSpPr>
          <p:nvPr/>
        </p:nvSpPr>
        <p:spPr>
          <a:xfrm xmlns:a="http://schemas.openxmlformats.org/drawingml/2006/main">
            <a:off x="4419600" y="72270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트랜잭션 관리자: 공동 확정</a:t>
            </a:r>
          </a:p>
        </p:txBody>
      </p:sp>
      <p:sp>
        <p:nvSpPr>
          <p:cNvPr id="128" name="dp42-comparison / n151 / path">
            <a:extLst xmlns:a="http://schemas.openxmlformats.org/drawingml/2006/main">
              <a:ext uri="{FF2B5EF4-FFF2-40B4-BE49-F238E27FC236}">
                <a16:creationId xmlns:a16="http://schemas.microsoft.com/office/drawing/2014/main" id="{973425CA-B266-460C-A88A-C949C9D7A45D}"/>
              </a:ext>
            </a:extLst>
          </p:cNvPr>
          <p:cNvSpPr>
            <a:spLocks xmlns:a="http://schemas.openxmlformats.org/drawingml/2006/main" noGrp="1"/>
          </p:cNvSpPr>
          <p:nvPr/>
        </p:nvSpPr>
        <p:spPr>
          <a:xfrm xmlns:a="http://schemas.openxmlformats.org/drawingml/2006/main">
            <a:off x="3905250" y="73199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29" name="dp42-comparison / n151 / arrow">
            <a:extLst xmlns:a="http://schemas.openxmlformats.org/drawingml/2006/main">
              <a:ext uri="{FF2B5EF4-FFF2-40B4-BE49-F238E27FC236}">
                <a16:creationId xmlns:a16="http://schemas.microsoft.com/office/drawing/2014/main" id="{37DE5052-88CF-4046-8282-06CAF143B912}"/>
              </a:ext>
            </a:extLst>
          </p:cNvPr>
          <p:cNvSpPr>
            <a:spLocks xmlns:a="http://schemas.openxmlformats.org/drawingml/2006/main" noGrp="1"/>
          </p:cNvSpPr>
          <p:nvPr/>
        </p:nvSpPr>
        <p:spPr>
          <a:xfrm xmlns:a="http://schemas.openxmlformats.org/drawingml/2006/main">
            <a:off x="4266819" y="72864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0" name="dp42-comparison / n152">
            <a:extLst xmlns:a="http://schemas.openxmlformats.org/drawingml/2006/main">
              <a:ext uri="{FF2B5EF4-FFF2-40B4-BE49-F238E27FC236}">
                <a16:creationId xmlns:a16="http://schemas.microsoft.com/office/drawing/2014/main" id="{7441E275-B928-457A-80F9-175F72D7AFDE}"/>
              </a:ext>
            </a:extLst>
          </p:cNvPr>
          <p:cNvSpPr>
            <a:spLocks xmlns:a="http://schemas.openxmlformats.org/drawingml/2006/main" noGrp="1"/>
          </p:cNvSpPr>
          <p:nvPr/>
        </p:nvSpPr>
        <p:spPr>
          <a:xfrm xmlns:a="http://schemas.openxmlformats.org/drawingml/2006/main">
            <a:off x="7000875" y="719137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31" name="dp42-comparison / n153 / text 1">
            <a:extLst xmlns:a="http://schemas.openxmlformats.org/drawingml/2006/main">
              <a:ext uri="{FF2B5EF4-FFF2-40B4-BE49-F238E27FC236}">
                <a16:creationId xmlns:a16="http://schemas.microsoft.com/office/drawing/2014/main" id="{EA1B61BC-4E10-4704-9182-9234959BB808}"/>
              </a:ext>
            </a:extLst>
          </p:cNvPr>
          <p:cNvSpPr>
            <a:spLocks xmlns:a="http://schemas.openxmlformats.org/drawingml/2006/main" noGrp="1"/>
          </p:cNvSpPr>
          <p:nvPr/>
        </p:nvSpPr>
        <p:spPr>
          <a:xfrm xmlns:a="http://schemas.openxmlformats.org/drawingml/2006/main">
            <a:off x="7086600" y="722709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Gateway: 확정 명령 전송</a:t>
            </a:r>
          </a:p>
        </p:txBody>
      </p:sp>
      <p:sp>
        <p:nvSpPr>
          <p:cNvPr id="132" name="dp42-comparison / n154 / path">
            <a:extLst xmlns:a="http://schemas.openxmlformats.org/drawingml/2006/main">
              <a:ext uri="{FF2B5EF4-FFF2-40B4-BE49-F238E27FC236}">
                <a16:creationId xmlns:a16="http://schemas.microsoft.com/office/drawing/2014/main" id="{4229E366-E502-4FF5-9117-D446ED65A4C3}"/>
              </a:ext>
            </a:extLst>
          </p:cNvPr>
          <p:cNvSpPr>
            <a:spLocks xmlns:a="http://schemas.openxmlformats.org/drawingml/2006/main" noGrp="1"/>
          </p:cNvSpPr>
          <p:nvPr/>
        </p:nvSpPr>
        <p:spPr>
          <a:xfrm xmlns:a="http://schemas.openxmlformats.org/drawingml/2006/main">
            <a:off x="6572250" y="73199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33" name="dp42-comparison / n154 / arrow">
            <a:extLst xmlns:a="http://schemas.openxmlformats.org/drawingml/2006/main">
              <a:ext uri="{FF2B5EF4-FFF2-40B4-BE49-F238E27FC236}">
                <a16:creationId xmlns:a16="http://schemas.microsoft.com/office/drawing/2014/main" id="{FA8187EC-61E3-4DF5-9209-4A31DE888858}"/>
              </a:ext>
            </a:extLst>
          </p:cNvPr>
          <p:cNvSpPr>
            <a:spLocks xmlns:a="http://schemas.openxmlformats.org/drawingml/2006/main" noGrp="1"/>
          </p:cNvSpPr>
          <p:nvPr/>
        </p:nvSpPr>
        <p:spPr>
          <a:xfrm xmlns:a="http://schemas.openxmlformats.org/drawingml/2006/main">
            <a:off x="6933819" y="72864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4" name="dp42-comparison / n79">
            <a:extLst xmlns:a="http://schemas.openxmlformats.org/drawingml/2006/main">
              <a:ext uri="{FF2B5EF4-FFF2-40B4-BE49-F238E27FC236}">
                <a16:creationId xmlns:a16="http://schemas.microsoft.com/office/drawing/2014/main" id="{AD16CA4B-44BA-4650-AC3B-EB18900B5EB9}"/>
              </a:ext>
            </a:extLst>
          </p:cNvPr>
          <p:cNvSpPr>
            <a:spLocks xmlns:a="http://schemas.openxmlformats.org/drawingml/2006/main" noGrp="1"/>
          </p:cNvSpPr>
          <p:nvPr/>
        </p:nvSpPr>
        <p:spPr>
          <a:xfrm xmlns:a="http://schemas.openxmlformats.org/drawingml/2006/main">
            <a:off x="4572000" y="2409825"/>
            <a:ext cx="4667250" cy="304800"/>
          </a:xfrm>
          <a:custGeom xmlns:a="http://schemas.openxmlformats.org/drawingml/2006/main">
            <a:pathLst>
              <a:path w="4667250" h="304800">
                <a:moveTo>
                  <a:pt x="0" y="0"/>
                </a:moveTo>
                <a:lnTo>
                  <a:pt x="4495800" y="0"/>
                </a:lnTo>
                <a:lnTo>
                  <a:pt x="4667250" y="171450"/>
                </a:lnTo>
                <a:lnTo>
                  <a:pt x="4667250" y="304800"/>
                </a:lnTo>
                <a:lnTo>
                  <a:pt x="0" y="3048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35" name="dp42-comparison / n79 / fold">
            <a:extLst xmlns:a="http://schemas.openxmlformats.org/drawingml/2006/main">
              <a:ext uri="{FF2B5EF4-FFF2-40B4-BE49-F238E27FC236}">
                <a16:creationId xmlns:a16="http://schemas.microsoft.com/office/drawing/2014/main" id="{C522FB7D-4213-4D36-AADF-5123CFD9C66B}"/>
              </a:ext>
            </a:extLst>
          </p:cNvPr>
          <p:cNvSpPr>
            <a:spLocks xmlns:a="http://schemas.openxmlformats.org/drawingml/2006/main" noGrp="1"/>
          </p:cNvSpPr>
          <p:nvPr/>
        </p:nvSpPr>
        <p:spPr>
          <a:xfrm xmlns:a="http://schemas.openxmlformats.org/drawingml/2006/main">
            <a:off x="9067800" y="24098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36" name="dp42-comparison / n80 / text 1">
            <a:extLst xmlns:a="http://schemas.openxmlformats.org/drawingml/2006/main">
              <a:ext uri="{FF2B5EF4-FFF2-40B4-BE49-F238E27FC236}">
                <a16:creationId xmlns:a16="http://schemas.microsoft.com/office/drawing/2014/main" id="{FA461BF4-6FBF-4F14-895F-BE30A498AC3F}"/>
              </a:ext>
            </a:extLst>
          </p:cNvPr>
          <p:cNvSpPr>
            <a:spLocks xmlns:a="http://schemas.openxmlformats.org/drawingml/2006/main" noGrp="1"/>
          </p:cNvSpPr>
          <p:nvPr/>
        </p:nvSpPr>
        <p:spPr>
          <a:xfrm xmlns:a="http://schemas.openxmlformats.org/drawingml/2006/main">
            <a:off x="4667250" y="2466975"/>
            <a:ext cx="44005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Input1: “응, 상반기로 해줘”</a:t>
            </a:r>
          </a:p>
        </p:txBody>
      </p:sp>
      <p:sp>
        <p:nvSpPr>
          <p:cNvPr id="137" name="dp42-comparison / n82">
            <a:extLst xmlns:a="http://schemas.openxmlformats.org/drawingml/2006/main">
              <a:ext uri="{FF2B5EF4-FFF2-40B4-BE49-F238E27FC236}">
                <a16:creationId xmlns:a16="http://schemas.microsoft.com/office/drawing/2014/main" id="{A2FF4B15-8F59-4BD4-BF96-B33CB7670804}"/>
              </a:ext>
            </a:extLst>
          </p:cNvPr>
          <p:cNvSpPr>
            <a:spLocks xmlns:a="http://schemas.openxmlformats.org/drawingml/2006/main" noGrp="1"/>
          </p:cNvSpPr>
          <p:nvPr/>
        </p:nvSpPr>
        <p:spPr>
          <a:xfrm xmlns:a="http://schemas.openxmlformats.org/drawingml/2006/main">
            <a:off x="1647825" y="2743200"/>
            <a:ext cx="4335780"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8" name="dp42-comparison / n83 / text 1">
            <a:extLst xmlns:a="http://schemas.openxmlformats.org/drawingml/2006/main">
              <a:ext uri="{FF2B5EF4-FFF2-40B4-BE49-F238E27FC236}">
                <a16:creationId xmlns:a16="http://schemas.microsoft.com/office/drawing/2014/main" id="{45F58B63-CBCF-4C53-86D4-DCF8D0B1BC51}"/>
              </a:ext>
            </a:extLst>
          </p:cNvPr>
          <p:cNvSpPr>
            <a:spLocks xmlns:a="http://schemas.openxmlformats.org/drawingml/2006/main" noGrp="1"/>
          </p:cNvSpPr>
          <p:nvPr/>
        </p:nvSpPr>
        <p:spPr>
          <a:xfrm xmlns:a="http://schemas.openxmlformats.org/drawingml/2006/main">
            <a:off x="1666875" y="2752725"/>
            <a:ext cx="75247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공통 장면: 보고서 기간 질문 Question1을 Publication1로 실제 제시</a:t>
            </a:r>
          </a:p>
        </p:txBody>
      </p:sp>
      <p:sp>
        <p:nvSpPr>
          <p:cNvPr id="139" name="dp42-comparison / n84">
            <a:extLst xmlns:a="http://schemas.openxmlformats.org/drawingml/2006/main">
              <a:ext uri="{FF2B5EF4-FFF2-40B4-BE49-F238E27FC236}">
                <a16:creationId xmlns:a16="http://schemas.microsoft.com/office/drawing/2014/main" id="{5EA5C5D8-0E42-43E1-A04A-34A649F3B0C4}"/>
              </a:ext>
            </a:extLst>
          </p:cNvPr>
          <p:cNvSpPr>
            <a:spLocks xmlns:a="http://schemas.openxmlformats.org/drawingml/2006/main" noGrp="1"/>
          </p:cNvSpPr>
          <p:nvPr/>
        </p:nvSpPr>
        <p:spPr>
          <a:xfrm xmlns:a="http://schemas.openxmlformats.org/drawingml/2006/main">
            <a:off x="1647825" y="2933700"/>
            <a:ext cx="93802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0" name="dp42-comparison / n85 / text 1">
            <a:extLst xmlns:a="http://schemas.openxmlformats.org/drawingml/2006/main">
              <a:ext uri="{FF2B5EF4-FFF2-40B4-BE49-F238E27FC236}">
                <a16:creationId xmlns:a16="http://schemas.microsoft.com/office/drawing/2014/main" id="{84F9F70E-1A19-4A15-825B-2C7F7E7F5B62}"/>
              </a:ext>
            </a:extLst>
          </p:cNvPr>
          <p:cNvSpPr>
            <a:spLocks xmlns:a="http://schemas.openxmlformats.org/drawingml/2006/main" noGrp="1"/>
          </p:cNvSpPr>
          <p:nvPr/>
        </p:nvSpPr>
        <p:spPr>
          <a:xfrm xmlns:a="http://schemas.openxmlformats.org/drawingml/2006/main">
            <a:off x="1666875" y="294322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Conversation1</a:t>
            </a:r>
          </a:p>
        </p:txBody>
      </p:sp>
      <p:sp>
        <p:nvSpPr>
          <p:cNvPr id="141" name="dp42-comparison / n87">
            <a:extLst xmlns:a="http://schemas.openxmlformats.org/drawingml/2006/main">
              <a:ext uri="{FF2B5EF4-FFF2-40B4-BE49-F238E27FC236}">
                <a16:creationId xmlns:a16="http://schemas.microsoft.com/office/drawing/2014/main" id="{C0B1D572-CDA3-4D55-8941-40CD66F52219}"/>
              </a:ext>
            </a:extLst>
          </p:cNvPr>
          <p:cNvSpPr>
            <a:spLocks xmlns:a="http://schemas.openxmlformats.org/drawingml/2006/main" noGrp="1"/>
          </p:cNvSpPr>
          <p:nvPr/>
        </p:nvSpPr>
        <p:spPr>
          <a:xfrm xmlns:a="http://schemas.openxmlformats.org/drawingml/2006/main">
            <a:off x="3171825" y="2924175"/>
            <a:ext cx="826389"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2" name="dp42-comparison / n88 / text 1">
            <a:extLst xmlns:a="http://schemas.openxmlformats.org/drawingml/2006/main">
              <a:ext uri="{FF2B5EF4-FFF2-40B4-BE49-F238E27FC236}">
                <a16:creationId xmlns:a16="http://schemas.microsoft.com/office/drawing/2014/main" id="{EBA48700-4917-4795-A97A-FB1AA82A8B39}"/>
              </a:ext>
            </a:extLst>
          </p:cNvPr>
          <p:cNvSpPr>
            <a:spLocks xmlns:a="http://schemas.openxmlformats.org/drawingml/2006/main" noGrp="1"/>
          </p:cNvSpPr>
          <p:nvPr/>
        </p:nvSpPr>
        <p:spPr>
          <a:xfrm xmlns:a="http://schemas.openxmlformats.org/drawingml/2006/main">
            <a:off x="3190875" y="293370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대화 연결 유지</a:t>
            </a:r>
          </a:p>
        </p:txBody>
      </p:sp>
      <p:sp>
        <p:nvSpPr>
          <p:cNvPr id="143" name="dp42-comparison / n89">
            <a:extLst xmlns:a="http://schemas.openxmlformats.org/drawingml/2006/main">
              <a:ext uri="{FF2B5EF4-FFF2-40B4-BE49-F238E27FC236}">
                <a16:creationId xmlns:a16="http://schemas.microsoft.com/office/drawing/2014/main" id="{169A9E2C-895A-449A-A807-06A42BE6B6D3}"/>
              </a:ext>
            </a:extLst>
          </p:cNvPr>
          <p:cNvSpPr>
            <a:spLocks xmlns:a="http://schemas.openxmlformats.org/drawingml/2006/main" noGrp="1"/>
          </p:cNvSpPr>
          <p:nvPr/>
        </p:nvSpPr>
        <p:spPr>
          <a:xfrm xmlns:a="http://schemas.openxmlformats.org/drawingml/2006/main">
            <a:off x="1647825" y="3105150"/>
            <a:ext cx="60655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4" name="dp42-comparison / n90 / text 1">
            <a:extLst xmlns:a="http://schemas.openxmlformats.org/drawingml/2006/main">
              <a:ext uri="{FF2B5EF4-FFF2-40B4-BE49-F238E27FC236}">
                <a16:creationId xmlns:a16="http://schemas.microsoft.com/office/drawing/2014/main" id="{55CF8F50-31CE-4D12-B88F-67E4F61BF3EC}"/>
              </a:ext>
            </a:extLst>
          </p:cNvPr>
          <p:cNvSpPr>
            <a:spLocks xmlns:a="http://schemas.openxmlformats.org/drawingml/2006/main" noGrp="1"/>
          </p:cNvSpPr>
          <p:nvPr/>
        </p:nvSpPr>
        <p:spPr>
          <a:xfrm xmlns:a="http://schemas.openxmlformats.org/drawingml/2006/main">
            <a:off x="1666875" y="311467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Request1</a:t>
            </a:r>
          </a:p>
        </p:txBody>
      </p:sp>
      <p:sp>
        <p:nvSpPr>
          <p:cNvPr id="145" name="dp42-comparison / n92">
            <a:extLst xmlns:a="http://schemas.openxmlformats.org/drawingml/2006/main">
              <a:ext uri="{FF2B5EF4-FFF2-40B4-BE49-F238E27FC236}">
                <a16:creationId xmlns:a16="http://schemas.microsoft.com/office/drawing/2014/main" id="{CF5C77F4-896E-4F76-9842-A4718838CA2A}"/>
              </a:ext>
            </a:extLst>
          </p:cNvPr>
          <p:cNvSpPr>
            <a:spLocks xmlns:a="http://schemas.openxmlformats.org/drawingml/2006/main" noGrp="1"/>
          </p:cNvSpPr>
          <p:nvPr/>
        </p:nvSpPr>
        <p:spPr>
          <a:xfrm xmlns:a="http://schemas.openxmlformats.org/drawingml/2006/main">
            <a:off x="3171825" y="3095625"/>
            <a:ext cx="2177987"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6" name="dp42-comparison / n93 / text 1">
            <a:extLst xmlns:a="http://schemas.openxmlformats.org/drawingml/2006/main">
              <a:ext uri="{FF2B5EF4-FFF2-40B4-BE49-F238E27FC236}">
                <a16:creationId xmlns:a16="http://schemas.microsoft.com/office/drawing/2014/main" id="{55992C8D-FEC6-47AE-BA6C-F820B8233C49}"/>
              </a:ext>
            </a:extLst>
          </p:cNvPr>
          <p:cNvSpPr>
            <a:spLocks xmlns:a="http://schemas.openxmlformats.org/drawingml/2006/main" noGrp="1"/>
          </p:cNvSpPr>
          <p:nvPr/>
        </p:nvSpPr>
        <p:spPr>
          <a:xfrm xmlns:a="http://schemas.openxmlformats.org/drawingml/2006/main">
            <a:off x="3190875" y="310515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이번 답변의 외부 접수 확인 후 처리 종료</a:t>
            </a:r>
          </a:p>
        </p:txBody>
      </p:sp>
      <p:sp>
        <p:nvSpPr>
          <p:cNvPr id="147" name="dp42-comparison / n94">
            <a:extLst xmlns:a="http://schemas.openxmlformats.org/drawingml/2006/main">
              <a:ext uri="{FF2B5EF4-FFF2-40B4-BE49-F238E27FC236}">
                <a16:creationId xmlns:a16="http://schemas.microsoft.com/office/drawing/2014/main" id="{096B6CC3-00E3-482F-87F2-4F2886164D48}"/>
              </a:ext>
            </a:extLst>
          </p:cNvPr>
          <p:cNvSpPr>
            <a:spLocks xmlns:a="http://schemas.openxmlformats.org/drawingml/2006/main" noGrp="1"/>
          </p:cNvSpPr>
          <p:nvPr/>
        </p:nvSpPr>
        <p:spPr>
          <a:xfrm xmlns:a="http://schemas.openxmlformats.org/drawingml/2006/main">
            <a:off x="1647825" y="3276600"/>
            <a:ext cx="40767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8" name="dp42-comparison / n95 / text 1">
            <a:extLst xmlns:a="http://schemas.openxmlformats.org/drawingml/2006/main">
              <a:ext uri="{FF2B5EF4-FFF2-40B4-BE49-F238E27FC236}">
                <a16:creationId xmlns:a16="http://schemas.microsoft.com/office/drawing/2014/main" id="{BFE4FE09-D03E-4CCF-9168-2BC3EFB3AB02}"/>
              </a:ext>
            </a:extLst>
          </p:cNvPr>
          <p:cNvSpPr>
            <a:spLocks xmlns:a="http://schemas.openxmlformats.org/drawingml/2006/main" noGrp="1"/>
          </p:cNvSpPr>
          <p:nvPr/>
        </p:nvSpPr>
        <p:spPr>
          <a:xfrm xmlns:a="http://schemas.openxmlformats.org/drawingml/2006/main">
            <a:off x="1666875" y="328612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Task1</a:t>
            </a:r>
          </a:p>
        </p:txBody>
      </p:sp>
      <p:sp>
        <p:nvSpPr>
          <p:cNvPr id="149" name="dp42-comparison / n97">
            <a:extLst xmlns:a="http://schemas.openxmlformats.org/drawingml/2006/main">
              <a:ext uri="{FF2B5EF4-FFF2-40B4-BE49-F238E27FC236}">
                <a16:creationId xmlns:a16="http://schemas.microsoft.com/office/drawing/2014/main" id="{5F5F1A1F-CA23-4EDF-A585-54ADB281EB5E}"/>
              </a:ext>
            </a:extLst>
          </p:cNvPr>
          <p:cNvSpPr>
            <a:spLocks xmlns:a="http://schemas.openxmlformats.org/drawingml/2006/main" noGrp="1"/>
          </p:cNvSpPr>
          <p:nvPr/>
        </p:nvSpPr>
        <p:spPr>
          <a:xfrm xmlns:a="http://schemas.openxmlformats.org/drawingml/2006/main">
            <a:off x="3171825" y="3267075"/>
            <a:ext cx="210674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0" name="dp42-comparison / n98 / text 1">
            <a:extLst xmlns:a="http://schemas.openxmlformats.org/drawingml/2006/main">
              <a:ext uri="{FF2B5EF4-FFF2-40B4-BE49-F238E27FC236}">
                <a16:creationId xmlns:a16="http://schemas.microsoft.com/office/drawing/2014/main" id="{C9CB3062-C29E-402F-8A9A-C2DD03CF6A2A}"/>
              </a:ext>
            </a:extLst>
          </p:cNvPr>
          <p:cNvSpPr>
            <a:spLocks xmlns:a="http://schemas.openxmlformats.org/drawingml/2006/main" noGrp="1"/>
          </p:cNvSpPr>
          <p:nvPr/>
        </p:nvSpPr>
        <p:spPr>
          <a:xfrm xmlns:a="http://schemas.openxmlformats.org/drawingml/2006/main">
            <a:off x="3190875" y="327660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보고서 Task는 계속 / 대화와 별도 수명</a:t>
            </a:r>
          </a:p>
        </p:txBody>
      </p:sp>
      <p:sp>
        <p:nvSpPr>
          <p:cNvPr id="151" name="dp42-comparison / n99">
            <a:extLst xmlns:a="http://schemas.openxmlformats.org/drawingml/2006/main">
              <a:ext uri="{FF2B5EF4-FFF2-40B4-BE49-F238E27FC236}">
                <a16:creationId xmlns:a16="http://schemas.microsoft.com/office/drawing/2014/main" id="{713A1F22-8B02-4D5F-9B69-50F36507FBAF}"/>
              </a:ext>
            </a:extLst>
          </p:cNvPr>
          <p:cNvSpPr>
            <a:spLocks xmlns:a="http://schemas.openxmlformats.org/drawingml/2006/main" noGrp="1"/>
          </p:cNvSpPr>
          <p:nvPr/>
        </p:nvSpPr>
        <p:spPr>
          <a:xfrm xmlns:a="http://schemas.openxmlformats.org/drawingml/2006/main">
            <a:off x="1647825" y="3448050"/>
            <a:ext cx="7391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2" name="dp42-comparison / n100 / text 1">
            <a:extLst xmlns:a="http://schemas.openxmlformats.org/drawingml/2006/main">
              <a:ext uri="{FF2B5EF4-FFF2-40B4-BE49-F238E27FC236}">
                <a16:creationId xmlns:a16="http://schemas.microsoft.com/office/drawing/2014/main" id="{E90593D7-E1B7-4756-A882-0CDB6371D309}"/>
              </a:ext>
            </a:extLst>
          </p:cNvPr>
          <p:cNvSpPr>
            <a:spLocks xmlns:a="http://schemas.openxmlformats.org/drawingml/2006/main" noGrp="1"/>
          </p:cNvSpPr>
          <p:nvPr/>
        </p:nvSpPr>
        <p:spPr>
          <a:xfrm xmlns:a="http://schemas.openxmlformats.org/drawingml/2006/main">
            <a:off x="1666875" y="345757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Execution1</a:t>
            </a:r>
          </a:p>
        </p:txBody>
      </p:sp>
      <p:sp>
        <p:nvSpPr>
          <p:cNvPr id="153" name="dp42-comparison / n102">
            <a:extLst xmlns:a="http://schemas.openxmlformats.org/drawingml/2006/main">
              <a:ext uri="{FF2B5EF4-FFF2-40B4-BE49-F238E27FC236}">
                <a16:creationId xmlns:a16="http://schemas.microsoft.com/office/drawing/2014/main" id="{82023FBA-219A-40FB-B2C5-B3FA0CB28140}"/>
              </a:ext>
            </a:extLst>
          </p:cNvPr>
          <p:cNvSpPr>
            <a:spLocks xmlns:a="http://schemas.openxmlformats.org/drawingml/2006/main" noGrp="1"/>
          </p:cNvSpPr>
          <p:nvPr/>
        </p:nvSpPr>
        <p:spPr>
          <a:xfrm xmlns:a="http://schemas.openxmlformats.org/drawingml/2006/main">
            <a:off x="3171825" y="3438525"/>
            <a:ext cx="233934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4" name="dp42-comparison / n103 / text 1">
            <a:extLst xmlns:a="http://schemas.openxmlformats.org/drawingml/2006/main">
              <a:ext uri="{FF2B5EF4-FFF2-40B4-BE49-F238E27FC236}">
                <a16:creationId xmlns:a16="http://schemas.microsoft.com/office/drawing/2014/main" id="{9819B888-F388-44B7-95D5-FF26F8CC122D}"/>
              </a:ext>
            </a:extLst>
          </p:cNvPr>
          <p:cNvSpPr>
            <a:spLocks xmlns:a="http://schemas.openxmlformats.org/drawingml/2006/main" noGrp="1"/>
          </p:cNvSpPr>
          <p:nvPr/>
        </p:nvSpPr>
        <p:spPr>
          <a:xfrm xmlns:a="http://schemas.openxmlformats.org/drawingml/2006/main">
            <a:off x="3190875" y="344805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Downstream Agent의 실제 실행은 별도 수명</a:t>
            </a:r>
          </a:p>
        </p:txBody>
      </p:sp>
      <p:sp>
        <p:nvSpPr>
          <p:cNvPr id="155" name="dp42-comparison / n106">
            <a:extLst xmlns:a="http://schemas.openxmlformats.org/drawingml/2006/main">
              <a:ext uri="{FF2B5EF4-FFF2-40B4-BE49-F238E27FC236}">
                <a16:creationId xmlns:a16="http://schemas.microsoft.com/office/drawing/2014/main" id="{CB5C5C44-7AF0-41D1-B8D7-5D72C05335F1}"/>
              </a:ext>
            </a:extLst>
          </p:cNvPr>
          <p:cNvSpPr>
            <a:spLocks xmlns:a="http://schemas.openxmlformats.org/drawingml/2006/main" noGrp="1"/>
          </p:cNvSpPr>
          <p:nvPr/>
        </p:nvSpPr>
        <p:spPr>
          <a:xfrm xmlns:a="http://schemas.openxmlformats.org/drawingml/2006/main">
            <a:off x="5029200" y="3733800"/>
            <a:ext cx="2604516"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6" name="dp42-comparison / n107 / text 1">
            <a:extLst xmlns:a="http://schemas.openxmlformats.org/drawingml/2006/main">
              <a:ext uri="{FF2B5EF4-FFF2-40B4-BE49-F238E27FC236}">
                <a16:creationId xmlns:a16="http://schemas.microsoft.com/office/drawing/2014/main" id="{82647F4E-C649-40BC-B843-2F1713879849}"/>
              </a:ext>
            </a:extLst>
          </p:cNvPr>
          <p:cNvSpPr>
            <a:spLocks xmlns:a="http://schemas.openxmlformats.org/drawingml/2006/main" noGrp="1"/>
          </p:cNvSpPr>
          <p:nvPr/>
        </p:nvSpPr>
        <p:spPr>
          <a:xfrm xmlns:a="http://schemas.openxmlformats.org/drawingml/2006/main">
            <a:off x="5048250" y="3743325"/>
            <a:ext cx="40195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모듈형 Core / 관련 변경의 한 번 확정</a:t>
            </a:r>
          </a:p>
        </p:txBody>
      </p:sp>
      <p:sp>
        <p:nvSpPr>
          <p:cNvPr id="157" name="dp42-comparison / n124">
            <a:extLst xmlns:a="http://schemas.openxmlformats.org/drawingml/2006/main">
              <a:ext uri="{FF2B5EF4-FFF2-40B4-BE49-F238E27FC236}">
                <a16:creationId xmlns:a16="http://schemas.microsoft.com/office/drawing/2014/main" id="{90C83E23-FEA0-46F1-852A-DD484405CD7D}"/>
              </a:ext>
            </a:extLst>
          </p:cNvPr>
          <p:cNvSpPr>
            <a:spLocks xmlns:a="http://schemas.openxmlformats.org/drawingml/2006/main" noGrp="1"/>
          </p:cNvSpPr>
          <p:nvPr/>
        </p:nvSpPr>
        <p:spPr>
          <a:xfrm xmlns:a="http://schemas.openxmlformats.org/drawingml/2006/main">
            <a:off x="6086475" y="5029200"/>
            <a:ext cx="219056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8" name="dp42-comparison / n125 / text 1">
            <a:extLst xmlns:a="http://schemas.openxmlformats.org/drawingml/2006/main">
              <a:ext uri="{FF2B5EF4-FFF2-40B4-BE49-F238E27FC236}">
                <a16:creationId xmlns:a16="http://schemas.microsoft.com/office/drawing/2014/main" id="{F482C8C9-219D-462D-92E7-42204C66B39C}"/>
              </a:ext>
            </a:extLst>
          </p:cNvPr>
          <p:cNvSpPr>
            <a:spLocks xmlns:a="http://schemas.openxmlformats.org/drawingml/2006/main" noGrp="1"/>
          </p:cNvSpPr>
          <p:nvPr/>
        </p:nvSpPr>
        <p:spPr>
          <a:xfrm xmlns:a="http://schemas.openxmlformats.org/drawingml/2006/main">
            <a:off x="6105525" y="5038725"/>
            <a:ext cx="2952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Task1: 보고서 / Command1: 상반기 답변</a:t>
            </a:r>
          </a:p>
        </p:txBody>
      </p:sp>
      <p:sp>
        <p:nvSpPr>
          <p:cNvPr id="159" name="dp42-comparison / n135">
            <a:extLst xmlns:a="http://schemas.openxmlformats.org/drawingml/2006/main">
              <a:ext uri="{FF2B5EF4-FFF2-40B4-BE49-F238E27FC236}">
                <a16:creationId xmlns:a16="http://schemas.microsoft.com/office/drawing/2014/main" id="{367B99DD-7F68-4CA3-8C14-E6C942A4E2F4}"/>
              </a:ext>
            </a:extLst>
          </p:cNvPr>
          <p:cNvSpPr>
            <a:spLocks xmlns:a="http://schemas.openxmlformats.org/drawingml/2006/main" noGrp="1"/>
          </p:cNvSpPr>
          <p:nvPr/>
        </p:nvSpPr>
        <p:spPr>
          <a:xfrm xmlns:a="http://schemas.openxmlformats.org/drawingml/2006/main">
            <a:off x="4838700" y="4381500"/>
            <a:ext cx="60769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0" name="dp42-comparison / n136 / text 1">
            <a:extLst xmlns:a="http://schemas.openxmlformats.org/drawingml/2006/main">
              <a:ext uri="{FF2B5EF4-FFF2-40B4-BE49-F238E27FC236}">
                <a16:creationId xmlns:a16="http://schemas.microsoft.com/office/drawing/2014/main" id="{677E3B54-98D6-41EC-95A2-A44BE50D81FB}"/>
              </a:ext>
            </a:extLst>
          </p:cNvPr>
          <p:cNvSpPr>
            <a:spLocks xmlns:a="http://schemas.openxmlformats.org/drawingml/2006/main" noGrp="1"/>
          </p:cNvSpPr>
          <p:nvPr/>
        </p:nvSpPr>
        <p:spPr>
          <a:xfrm xmlns:a="http://schemas.openxmlformats.org/drawingml/2006/main">
            <a:off x="4857750" y="4391025"/>
            <a:ext cx="10287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검증한 변경</a:t>
            </a:r>
          </a:p>
        </p:txBody>
      </p:sp>
      <p:sp>
        <p:nvSpPr>
          <p:cNvPr id="161" name="dp42-comparison / n137">
            <a:extLst xmlns:a="http://schemas.openxmlformats.org/drawingml/2006/main">
              <a:ext uri="{FF2B5EF4-FFF2-40B4-BE49-F238E27FC236}">
                <a16:creationId xmlns:a16="http://schemas.microsoft.com/office/drawing/2014/main" id="{8751B58C-698D-4834-B8A3-471B37293E8E}"/>
              </a:ext>
            </a:extLst>
          </p:cNvPr>
          <p:cNvSpPr>
            <a:spLocks xmlns:a="http://schemas.openxmlformats.org/drawingml/2006/main" noGrp="1"/>
          </p:cNvSpPr>
          <p:nvPr/>
        </p:nvSpPr>
        <p:spPr>
          <a:xfrm xmlns:a="http://schemas.openxmlformats.org/drawingml/2006/main">
            <a:off x="4838700" y="4610100"/>
            <a:ext cx="65341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2" name="dp42-comparison / n138 / text 1">
            <a:extLst xmlns:a="http://schemas.openxmlformats.org/drawingml/2006/main">
              <a:ext uri="{FF2B5EF4-FFF2-40B4-BE49-F238E27FC236}">
                <a16:creationId xmlns:a16="http://schemas.microsoft.com/office/drawing/2014/main" id="{77CB5F22-465E-4E32-905C-F67C2D1BC7F3}"/>
              </a:ext>
            </a:extLst>
          </p:cNvPr>
          <p:cNvSpPr>
            <a:spLocks xmlns:a="http://schemas.openxmlformats.org/drawingml/2006/main" noGrp="1"/>
          </p:cNvSpPr>
          <p:nvPr/>
        </p:nvSpPr>
        <p:spPr>
          <a:xfrm xmlns:a="http://schemas.openxmlformats.org/drawingml/2006/main">
            <a:off x="4857750" y="4619625"/>
            <a:ext cx="10287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같은 commit</a:t>
            </a:r>
          </a:p>
        </p:txBody>
      </p:sp>
      <p:sp>
        <p:nvSpPr>
          <p:cNvPr id="163" name="dp42-comparison / n140">
            <a:extLst xmlns:a="http://schemas.openxmlformats.org/drawingml/2006/main">
              <a:ext uri="{FF2B5EF4-FFF2-40B4-BE49-F238E27FC236}">
                <a16:creationId xmlns:a16="http://schemas.microsoft.com/office/drawing/2014/main" id="{6B2B1296-6B29-4153-817D-2D29C7108D6F}"/>
              </a:ext>
            </a:extLst>
          </p:cNvPr>
          <p:cNvSpPr>
            <a:spLocks xmlns:a="http://schemas.openxmlformats.org/drawingml/2006/main" noGrp="1"/>
          </p:cNvSpPr>
          <p:nvPr/>
        </p:nvSpPr>
        <p:spPr>
          <a:xfrm xmlns:a="http://schemas.openxmlformats.org/drawingml/2006/main">
            <a:off x="1666875" y="6191250"/>
            <a:ext cx="3238500" cy="647700"/>
          </a:xfrm>
          <a:custGeom xmlns:a="http://schemas.openxmlformats.org/drawingml/2006/main">
            <a:pathLst>
              <a:path w="3238500" h="647700">
                <a:moveTo>
                  <a:pt x="0" y="0"/>
                </a:moveTo>
                <a:lnTo>
                  <a:pt x="3067050" y="0"/>
                </a:lnTo>
                <a:lnTo>
                  <a:pt x="3238500" y="171450"/>
                </a:lnTo>
                <a:lnTo>
                  <a:pt x="3238500" y="647700"/>
                </a:lnTo>
                <a:lnTo>
                  <a:pt x="0" y="6477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64" name="dp42-comparison / n140 / fold">
            <a:extLst xmlns:a="http://schemas.openxmlformats.org/drawingml/2006/main">
              <a:ext uri="{FF2B5EF4-FFF2-40B4-BE49-F238E27FC236}">
                <a16:creationId xmlns:a16="http://schemas.microsoft.com/office/drawing/2014/main" id="{7ABC59AF-41A3-4B7F-A1DD-A5518EDD6468}"/>
              </a:ext>
            </a:extLst>
          </p:cNvPr>
          <p:cNvSpPr>
            <a:spLocks xmlns:a="http://schemas.openxmlformats.org/drawingml/2006/main" noGrp="1"/>
          </p:cNvSpPr>
          <p:nvPr/>
        </p:nvSpPr>
        <p:spPr>
          <a:xfrm xmlns:a="http://schemas.openxmlformats.org/drawingml/2006/main">
            <a:off x="4733925" y="6191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65" name="dp42-comparison / n141 / text 1">
            <a:extLst xmlns:a="http://schemas.openxmlformats.org/drawingml/2006/main">
              <a:ext uri="{FF2B5EF4-FFF2-40B4-BE49-F238E27FC236}">
                <a16:creationId xmlns:a16="http://schemas.microsoft.com/office/drawing/2014/main" id="{C7B6EBCE-E701-47C5-A7C2-36B79476A61E}"/>
              </a:ext>
            </a:extLst>
          </p:cNvPr>
          <p:cNvSpPr>
            <a:spLocks xmlns:a="http://schemas.openxmlformats.org/drawingml/2006/main" noGrp="1"/>
          </p:cNvSpPr>
          <p:nvPr/>
        </p:nvSpPr>
        <p:spPr>
          <a:xfrm xmlns:a="http://schemas.openxmlformats.org/drawingml/2006/main">
            <a:off x="1762125" y="6248400"/>
            <a:ext cx="2971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공동 변경 1 / Request Controller의 관계</a:t>
            </a:r>
          </a:p>
        </p:txBody>
      </p:sp>
      <p:sp>
        <p:nvSpPr>
          <p:cNvPr id="166" name="dp42-comparison / n141 / text 2">
            <a:extLst xmlns:a="http://schemas.openxmlformats.org/drawingml/2006/main">
              <a:ext uri="{FF2B5EF4-FFF2-40B4-BE49-F238E27FC236}">
                <a16:creationId xmlns:a16="http://schemas.microsoft.com/office/drawing/2014/main" id="{7ECD41CA-F053-4E48-A93F-F27C33A1387B}"/>
              </a:ext>
            </a:extLst>
          </p:cNvPr>
          <p:cNvSpPr>
            <a:spLocks xmlns:a="http://schemas.openxmlformats.org/drawingml/2006/main" noGrp="1"/>
          </p:cNvSpPr>
          <p:nvPr/>
        </p:nvSpPr>
        <p:spPr>
          <a:xfrm xmlns:a="http://schemas.openxmlformats.org/drawingml/2006/main">
            <a:off x="1762125" y="6385560"/>
            <a:ext cx="2971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Request1 → Question1 → Task1</a:t>
            </a:r>
          </a:p>
        </p:txBody>
      </p:sp>
      <p:sp>
        <p:nvSpPr>
          <p:cNvPr id="167" name="dp42-comparison / n141 / text 3">
            <a:extLst xmlns:a="http://schemas.openxmlformats.org/drawingml/2006/main">
              <a:ext uri="{FF2B5EF4-FFF2-40B4-BE49-F238E27FC236}">
                <a16:creationId xmlns:a16="http://schemas.microsoft.com/office/drawing/2014/main" id="{CF02771E-42B1-4FC1-988D-4258B188CA8D}"/>
              </a:ext>
            </a:extLst>
          </p:cNvPr>
          <p:cNvSpPr>
            <a:spLocks xmlns:a="http://schemas.openxmlformats.org/drawingml/2006/main" noGrp="1"/>
          </p:cNvSpPr>
          <p:nvPr/>
        </p:nvSpPr>
        <p:spPr>
          <a:xfrm xmlns:a="http://schemas.openxmlformats.org/drawingml/2006/main">
            <a:off x="1762125" y="6522720"/>
            <a:ext cx="2971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사용자 답변: 상반기</a:t>
            </a:r>
          </a:p>
        </p:txBody>
      </p:sp>
      <p:sp>
        <p:nvSpPr>
          <p:cNvPr id="168" name="dp42-comparison / n141 / text 4">
            <a:extLst xmlns:a="http://schemas.openxmlformats.org/drawingml/2006/main">
              <a:ext uri="{FF2B5EF4-FFF2-40B4-BE49-F238E27FC236}">
                <a16:creationId xmlns:a16="http://schemas.microsoft.com/office/drawing/2014/main" id="{A46E05F4-68FB-4F45-9871-C043238B2655}"/>
              </a:ext>
            </a:extLst>
          </p:cNvPr>
          <p:cNvSpPr>
            <a:spLocks xmlns:a="http://schemas.openxmlformats.org/drawingml/2006/main" noGrp="1"/>
          </p:cNvSpPr>
          <p:nvPr/>
        </p:nvSpPr>
        <p:spPr>
          <a:xfrm xmlns:a="http://schemas.openxmlformats.org/drawingml/2006/main">
            <a:off x="1762125" y="6659880"/>
            <a:ext cx="2971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Command1과 연결 / 관련 변경과 함께 확정</a:t>
            </a:r>
          </a:p>
        </p:txBody>
      </p:sp>
      <p:sp>
        <p:nvSpPr>
          <p:cNvPr id="169" name="dp42-comparison / n142">
            <a:extLst xmlns:a="http://schemas.openxmlformats.org/drawingml/2006/main">
              <a:ext uri="{FF2B5EF4-FFF2-40B4-BE49-F238E27FC236}">
                <a16:creationId xmlns:a16="http://schemas.microsoft.com/office/drawing/2014/main" id="{D4532F2B-2231-4381-BB87-25ECDA962701}"/>
              </a:ext>
            </a:extLst>
          </p:cNvPr>
          <p:cNvSpPr>
            <a:spLocks xmlns:a="http://schemas.openxmlformats.org/drawingml/2006/main" noGrp="1"/>
          </p:cNvSpPr>
          <p:nvPr/>
        </p:nvSpPr>
        <p:spPr>
          <a:xfrm xmlns:a="http://schemas.openxmlformats.org/drawingml/2006/main">
            <a:off x="5667375" y="6191250"/>
            <a:ext cx="3524250" cy="647700"/>
          </a:xfrm>
          <a:custGeom xmlns:a="http://schemas.openxmlformats.org/drawingml/2006/main">
            <a:pathLst>
              <a:path w="3524250" h="647700">
                <a:moveTo>
                  <a:pt x="0" y="0"/>
                </a:moveTo>
                <a:lnTo>
                  <a:pt x="3352800" y="0"/>
                </a:lnTo>
                <a:lnTo>
                  <a:pt x="3524250" y="171450"/>
                </a:lnTo>
                <a:lnTo>
                  <a:pt x="3524250" y="647700"/>
                </a:lnTo>
                <a:lnTo>
                  <a:pt x="0" y="6477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70" name="dp42-comparison / n142 / fold">
            <a:extLst xmlns:a="http://schemas.openxmlformats.org/drawingml/2006/main">
              <a:ext uri="{FF2B5EF4-FFF2-40B4-BE49-F238E27FC236}">
                <a16:creationId xmlns:a16="http://schemas.microsoft.com/office/drawing/2014/main" id="{20E90AF9-CF73-4F5F-9848-1CFDC5DA5B0D}"/>
              </a:ext>
            </a:extLst>
          </p:cNvPr>
          <p:cNvSpPr>
            <a:spLocks xmlns:a="http://schemas.openxmlformats.org/drawingml/2006/main" noGrp="1"/>
          </p:cNvSpPr>
          <p:nvPr/>
        </p:nvSpPr>
        <p:spPr>
          <a:xfrm xmlns:a="http://schemas.openxmlformats.org/drawingml/2006/main">
            <a:off x="9020175" y="6191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71" name="dp42-comparison / n143 / text 1">
            <a:extLst xmlns:a="http://schemas.openxmlformats.org/drawingml/2006/main">
              <a:ext uri="{FF2B5EF4-FFF2-40B4-BE49-F238E27FC236}">
                <a16:creationId xmlns:a16="http://schemas.microsoft.com/office/drawing/2014/main" id="{719F2A39-427C-4FDE-B5B1-AE8946933F13}"/>
              </a:ext>
            </a:extLst>
          </p:cNvPr>
          <p:cNvSpPr>
            <a:spLocks xmlns:a="http://schemas.openxmlformats.org/drawingml/2006/main" noGrp="1"/>
          </p:cNvSpPr>
          <p:nvPr/>
        </p:nvSpPr>
        <p:spPr>
          <a:xfrm xmlns:a="http://schemas.openxmlformats.org/drawingml/2006/main">
            <a:off x="5762625" y="6248400"/>
            <a:ext cx="3257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공동 변경 2 / Task Manager의 상태</a:t>
            </a:r>
          </a:p>
        </p:txBody>
      </p:sp>
      <p:sp>
        <p:nvSpPr>
          <p:cNvPr id="172" name="dp42-comparison / n143 / text 2">
            <a:extLst xmlns:a="http://schemas.openxmlformats.org/drawingml/2006/main">
              <a:ext uri="{FF2B5EF4-FFF2-40B4-BE49-F238E27FC236}">
                <a16:creationId xmlns:a16="http://schemas.microsoft.com/office/drawing/2014/main" id="{42F2B34E-2F9A-4F38-93F2-58AB4D33E501}"/>
              </a:ext>
            </a:extLst>
          </p:cNvPr>
          <p:cNvSpPr>
            <a:spLocks xmlns:a="http://schemas.openxmlformats.org/drawingml/2006/main" noGrp="1"/>
          </p:cNvSpPr>
          <p:nvPr/>
        </p:nvSpPr>
        <p:spPr>
          <a:xfrm xmlns:a="http://schemas.openxmlformats.org/drawingml/2006/main">
            <a:off x="5762625" y="6385560"/>
            <a:ext cx="3257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Question1: OPEN → ANSWERED</a:t>
            </a:r>
          </a:p>
        </p:txBody>
      </p:sp>
      <p:sp>
        <p:nvSpPr>
          <p:cNvPr id="173" name="dp42-comparison / n143 / text 3">
            <a:extLst xmlns:a="http://schemas.openxmlformats.org/drawingml/2006/main">
              <a:ext uri="{FF2B5EF4-FFF2-40B4-BE49-F238E27FC236}">
                <a16:creationId xmlns:a16="http://schemas.microsoft.com/office/drawing/2014/main" id="{0FACC604-C104-435B-9F9B-AE3299FE23FC}"/>
              </a:ext>
            </a:extLst>
          </p:cNvPr>
          <p:cNvSpPr>
            <a:spLocks xmlns:a="http://schemas.openxmlformats.org/drawingml/2006/main" noGrp="1"/>
          </p:cNvSpPr>
          <p:nvPr/>
        </p:nvSpPr>
        <p:spPr>
          <a:xfrm xmlns:a="http://schemas.openxmlformats.org/drawingml/2006/main">
            <a:off x="5762625" y="6522720"/>
            <a:ext cx="3257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Command1: PENDING / payload.answer:상반기</a:t>
            </a:r>
          </a:p>
        </p:txBody>
      </p:sp>
      <p:sp>
        <p:nvSpPr>
          <p:cNvPr id="174" name="dp42-comparison / n143 / text 4">
            <a:extLst xmlns:a="http://schemas.openxmlformats.org/drawingml/2006/main">
              <a:ext uri="{FF2B5EF4-FFF2-40B4-BE49-F238E27FC236}">
                <a16:creationId xmlns:a16="http://schemas.microsoft.com/office/drawing/2014/main" id="{EB0E89DB-0395-4539-B97E-6030C7B38FD4}"/>
              </a:ext>
            </a:extLst>
          </p:cNvPr>
          <p:cNvSpPr>
            <a:spLocks xmlns:a="http://schemas.openxmlformats.org/drawingml/2006/main" noGrp="1"/>
          </p:cNvSpPr>
          <p:nvPr/>
        </p:nvSpPr>
        <p:spPr>
          <a:xfrm xmlns:a="http://schemas.openxmlformats.org/drawingml/2006/main">
            <a:off x="5762625" y="6659880"/>
            <a:ext cx="32575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성공: 모두 반영 / 충돌과 실패: 모두 미반영</a:t>
            </a:r>
          </a:p>
        </p:txBody>
      </p:sp>
      <p:sp>
        <p:nvSpPr>
          <p:cNvPr id="175" name="dp42-comparison / n145">
            <a:extLst xmlns:a="http://schemas.openxmlformats.org/drawingml/2006/main">
              <a:ext uri="{FF2B5EF4-FFF2-40B4-BE49-F238E27FC236}">
                <a16:creationId xmlns:a16="http://schemas.microsoft.com/office/drawing/2014/main" id="{7AC68273-2825-40B3-9939-09A92DFDA9C5}"/>
              </a:ext>
            </a:extLst>
          </p:cNvPr>
          <p:cNvSpPr>
            <a:spLocks xmlns:a="http://schemas.openxmlformats.org/drawingml/2006/main" noGrp="1"/>
          </p:cNvSpPr>
          <p:nvPr/>
        </p:nvSpPr>
        <p:spPr>
          <a:xfrm xmlns:a="http://schemas.openxmlformats.org/drawingml/2006/main">
            <a:off x="1647825" y="6953250"/>
            <a:ext cx="2961894"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6" name="dp42-comparison / n146 / text 1">
            <a:extLst xmlns:a="http://schemas.openxmlformats.org/drawingml/2006/main">
              <a:ext uri="{FF2B5EF4-FFF2-40B4-BE49-F238E27FC236}">
                <a16:creationId xmlns:a16="http://schemas.microsoft.com/office/drawing/2014/main" id="{CEEAD770-4613-474C-94A7-3F24E97C11F6}"/>
              </a:ext>
            </a:extLst>
          </p:cNvPr>
          <p:cNvSpPr>
            <a:spLocks xmlns:a="http://schemas.openxmlformats.org/drawingml/2006/main" noGrp="1"/>
          </p:cNvSpPr>
          <p:nvPr/>
        </p:nvSpPr>
        <p:spPr>
          <a:xfrm xmlns:a="http://schemas.openxmlformats.org/drawingml/2006/main">
            <a:off x="1666875" y="696277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같은 상반기 답변의 로컬 확정</a:t>
            </a:r>
          </a:p>
        </p:txBody>
      </p:sp>
      <p:sp>
        <p:nvSpPr>
          <p:cNvPr id="177" name="dp42-comparison / n155">
            <a:extLst xmlns:a="http://schemas.openxmlformats.org/drawingml/2006/main">
              <a:ext uri="{FF2B5EF4-FFF2-40B4-BE49-F238E27FC236}">
                <a16:creationId xmlns:a16="http://schemas.microsoft.com/office/drawing/2014/main" id="{A61225C5-E548-480D-803A-342B032BDB9E}"/>
              </a:ext>
            </a:extLst>
          </p:cNvPr>
          <p:cNvSpPr>
            <a:spLocks xmlns:a="http://schemas.openxmlformats.org/drawingml/2006/main" noGrp="1"/>
          </p:cNvSpPr>
          <p:nvPr/>
        </p:nvSpPr>
        <p:spPr>
          <a:xfrm xmlns:a="http://schemas.openxmlformats.org/drawingml/2006/main">
            <a:off x="1647825" y="7448550"/>
            <a:ext cx="3101340" cy="1143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8" name="dp42-comparison / n156 / text 1">
            <a:extLst xmlns:a="http://schemas.openxmlformats.org/drawingml/2006/main">
              <a:ext uri="{FF2B5EF4-FFF2-40B4-BE49-F238E27FC236}">
                <a16:creationId xmlns:a16="http://schemas.microsoft.com/office/drawing/2014/main" id="{E5308301-6EA0-4871-A95C-49CED5A43455}"/>
              </a:ext>
            </a:extLst>
          </p:cNvPr>
          <p:cNvSpPr>
            <a:spLocks xmlns:a="http://schemas.openxmlformats.org/drawingml/2006/main" noGrp="1"/>
          </p:cNvSpPr>
          <p:nvPr/>
        </p:nvSpPr>
        <p:spPr>
          <a:xfrm xmlns:a="http://schemas.openxmlformats.org/drawingml/2006/main">
            <a:off x="1666875" y="7458075"/>
            <a:ext cx="7524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충돌과 실패: 함께 미반영 / 모델과 외부 통신은 transaction 밖</a:t>
            </a:r>
          </a:p>
        </p:txBody>
      </p:sp>
      <p:sp>
        <p:nvSpPr>
          <p:cNvPr id="179" name="dp42-comparison / n157">
            <a:extLst xmlns:a="http://schemas.openxmlformats.org/drawingml/2006/main">
              <a:ext uri="{FF2B5EF4-FFF2-40B4-BE49-F238E27FC236}">
                <a16:creationId xmlns:a16="http://schemas.microsoft.com/office/drawing/2014/main" id="{791D83F5-79C2-4356-8D21-71DF34DB67E2}"/>
              </a:ext>
            </a:extLst>
          </p:cNvPr>
          <p:cNvSpPr>
            <a:spLocks xmlns:a="http://schemas.openxmlformats.org/drawingml/2006/main" noGrp="1"/>
          </p:cNvSpPr>
          <p:nvPr/>
        </p:nvSpPr>
        <p:spPr>
          <a:xfrm xmlns:a="http://schemas.openxmlformats.org/drawingml/2006/main">
            <a:off x="9953625" y="2409825"/>
            <a:ext cx="25717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0" name="dp42-comparison / n158 / text 1">
            <a:extLst xmlns:a="http://schemas.openxmlformats.org/drawingml/2006/main">
              <a:ext uri="{FF2B5EF4-FFF2-40B4-BE49-F238E27FC236}">
                <a16:creationId xmlns:a16="http://schemas.microsoft.com/office/drawing/2014/main" id="{532A65AA-E128-42E9-82CF-62AA00A47CA3}"/>
              </a:ext>
            </a:extLst>
          </p:cNvPr>
          <p:cNvSpPr>
            <a:spLocks xmlns:a="http://schemas.openxmlformats.org/drawingml/2006/main" noGrp="1"/>
          </p:cNvSpPr>
          <p:nvPr/>
        </p:nvSpPr>
        <p:spPr>
          <a:xfrm xmlns:a="http://schemas.openxmlformats.org/drawingml/2006/main">
            <a:off x="10039350" y="2450783"/>
            <a:ext cx="2400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181" name="dp42-comparison / n161 / path">
            <a:extLst xmlns:a="http://schemas.openxmlformats.org/drawingml/2006/main">
              <a:ext uri="{FF2B5EF4-FFF2-40B4-BE49-F238E27FC236}">
                <a16:creationId xmlns:a16="http://schemas.microsoft.com/office/drawing/2014/main" id="{E064153E-4331-44CE-B0D4-B0E11474ADC2}"/>
              </a:ext>
            </a:extLst>
          </p:cNvPr>
          <p:cNvSpPr>
            <a:spLocks xmlns:a="http://schemas.openxmlformats.org/drawingml/2006/main" noGrp="1"/>
          </p:cNvSpPr>
          <p:nvPr/>
        </p:nvSpPr>
        <p:spPr>
          <a:xfrm xmlns:a="http://schemas.openxmlformats.org/drawingml/2006/main">
            <a:off x="12525375" y="2562225"/>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000000"/>
            </a:solidFill>
            <a:prstDash val="solid"/>
          </a:ln>
        </p:spPr>
      </p:sp>
      <p:sp>
        <p:nvSpPr>
          <p:cNvPr id="182" name="dp42-comparison / n161 / arrow">
            <a:extLst xmlns:a="http://schemas.openxmlformats.org/drawingml/2006/main">
              <a:ext uri="{FF2B5EF4-FFF2-40B4-BE49-F238E27FC236}">
                <a16:creationId xmlns:a16="http://schemas.microsoft.com/office/drawing/2014/main" id="{455CB784-FD8D-4FD0-954C-15DF05EADA91}"/>
              </a:ext>
            </a:extLst>
          </p:cNvPr>
          <p:cNvSpPr>
            <a:spLocks xmlns:a="http://schemas.openxmlformats.org/drawingml/2006/main" noGrp="1"/>
          </p:cNvSpPr>
          <p:nvPr/>
        </p:nvSpPr>
        <p:spPr>
          <a:xfrm xmlns:a="http://schemas.openxmlformats.org/drawingml/2006/main">
            <a:off x="12791694" y="25286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83" name="dp42-comparison / n166 / path">
            <a:extLst xmlns:a="http://schemas.openxmlformats.org/drawingml/2006/main">
              <a:ext uri="{FF2B5EF4-FFF2-40B4-BE49-F238E27FC236}">
                <a16:creationId xmlns:a16="http://schemas.microsoft.com/office/drawing/2014/main" id="{D81372E8-E40C-4843-A8B7-54B443B30B5E}"/>
              </a:ext>
            </a:extLst>
          </p:cNvPr>
          <p:cNvSpPr>
            <a:spLocks xmlns:a="http://schemas.openxmlformats.org/drawingml/2006/main" noGrp="1"/>
          </p:cNvSpPr>
          <p:nvPr/>
        </p:nvSpPr>
        <p:spPr>
          <a:xfrm xmlns:a="http://schemas.openxmlformats.org/drawingml/2006/main">
            <a:off x="11391900" y="306705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184" name="dp42-comparison / n171 / path">
            <a:extLst xmlns:a="http://schemas.openxmlformats.org/drawingml/2006/main">
              <a:ext uri="{FF2B5EF4-FFF2-40B4-BE49-F238E27FC236}">
                <a16:creationId xmlns:a16="http://schemas.microsoft.com/office/drawing/2014/main" id="{F5AE7F17-9F4A-4C48-BBB1-583101B68D52}"/>
              </a:ext>
            </a:extLst>
          </p:cNvPr>
          <p:cNvSpPr>
            <a:spLocks xmlns:a="http://schemas.openxmlformats.org/drawingml/2006/main" noGrp="1"/>
          </p:cNvSpPr>
          <p:nvPr/>
        </p:nvSpPr>
        <p:spPr>
          <a:xfrm xmlns:a="http://schemas.openxmlformats.org/drawingml/2006/main">
            <a:off x="11391900" y="3238500"/>
            <a:ext cx="4038600" cy="953"/>
          </a:xfrm>
          <a:custGeom xmlns:a="http://schemas.openxmlformats.org/drawingml/2006/main">
            <a:pathLst>
              <a:path w="4038600" h="953">
                <a:moveTo>
                  <a:pt x="0" y="0"/>
                </a:moveTo>
                <a:lnTo>
                  <a:pt x="4038600" y="0"/>
                </a:lnTo>
              </a:path>
            </a:pathLst>
          </a:custGeom>
          <a:noFill xmlns:a="http://schemas.openxmlformats.org/drawingml/2006/main"/>
          <a:ln xmlns:a="http://schemas.openxmlformats.org/drawingml/2006/main" w="10478">
            <a:solidFill>
              <a:srgbClr val="000000"/>
            </a:solidFill>
            <a:prstDash val="solid"/>
          </a:ln>
        </p:spPr>
      </p:sp>
      <p:sp>
        <p:nvSpPr>
          <p:cNvPr id="185" name="dp42-comparison / n176 / path">
            <a:extLst xmlns:a="http://schemas.openxmlformats.org/drawingml/2006/main">
              <a:ext uri="{FF2B5EF4-FFF2-40B4-BE49-F238E27FC236}">
                <a16:creationId xmlns:a16="http://schemas.microsoft.com/office/drawing/2014/main" id="{4CEDAEBC-EAC5-4CBA-85B3-9628D71AE548}"/>
              </a:ext>
            </a:extLst>
          </p:cNvPr>
          <p:cNvSpPr>
            <a:spLocks xmlns:a="http://schemas.openxmlformats.org/drawingml/2006/main" noGrp="1"/>
          </p:cNvSpPr>
          <p:nvPr/>
        </p:nvSpPr>
        <p:spPr>
          <a:xfrm xmlns:a="http://schemas.openxmlformats.org/drawingml/2006/main">
            <a:off x="11391900" y="340995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186" name="dp42-comparison / n181 / path">
            <a:extLst xmlns:a="http://schemas.openxmlformats.org/drawingml/2006/main">
              <a:ext uri="{FF2B5EF4-FFF2-40B4-BE49-F238E27FC236}">
                <a16:creationId xmlns:a16="http://schemas.microsoft.com/office/drawing/2014/main" id="{5F6A1C93-EB90-48FB-9EF7-516936B3F99C}"/>
              </a:ext>
            </a:extLst>
          </p:cNvPr>
          <p:cNvSpPr>
            <a:spLocks xmlns:a="http://schemas.openxmlformats.org/drawingml/2006/main" noGrp="1"/>
          </p:cNvSpPr>
          <p:nvPr/>
        </p:nvSpPr>
        <p:spPr>
          <a:xfrm xmlns:a="http://schemas.openxmlformats.org/drawingml/2006/main">
            <a:off x="11391900" y="3581400"/>
            <a:ext cx="6076950" cy="953"/>
          </a:xfrm>
          <a:custGeom xmlns:a="http://schemas.openxmlformats.org/drawingml/2006/main">
            <a:pathLst>
              <a:path w="6076950" h="953">
                <a:moveTo>
                  <a:pt x="0" y="0"/>
                </a:moveTo>
                <a:lnTo>
                  <a:pt x="6076950" y="0"/>
                </a:lnTo>
              </a:path>
            </a:pathLst>
          </a:custGeom>
          <a:noFill xmlns:a="http://schemas.openxmlformats.org/drawingml/2006/main"/>
          <a:ln xmlns:a="http://schemas.openxmlformats.org/drawingml/2006/main" w="10478">
            <a:solidFill>
              <a:srgbClr val="000000"/>
            </a:solidFill>
            <a:prstDash val="solid"/>
          </a:ln>
        </p:spPr>
      </p:sp>
      <p:sp>
        <p:nvSpPr>
          <p:cNvPr id="187" name="dp42-comparison / n184">
            <a:extLst xmlns:a="http://schemas.openxmlformats.org/drawingml/2006/main">
              <a:ext uri="{FF2B5EF4-FFF2-40B4-BE49-F238E27FC236}">
                <a16:creationId xmlns:a16="http://schemas.microsoft.com/office/drawing/2014/main" id="{AE24BFCF-70C1-4324-A075-77C511392AEF}"/>
              </a:ext>
            </a:extLst>
          </p:cNvPr>
          <p:cNvSpPr>
            <a:spLocks xmlns:a="http://schemas.openxmlformats.org/drawingml/2006/main" noGrp="1"/>
          </p:cNvSpPr>
          <p:nvPr/>
        </p:nvSpPr>
        <p:spPr>
          <a:xfrm xmlns:a="http://schemas.openxmlformats.org/drawingml/2006/main">
            <a:off x="9858375" y="3638550"/>
            <a:ext cx="3238500" cy="2419350"/>
          </a:xfrm>
          <a:prstGeom xmlns:a="http://schemas.openxmlformats.org/drawingml/2006/main" prst="rect">
            <a:avLst/>
          </a:prstGeom>
          <a:solidFill xmlns:a="http://schemas.openxmlformats.org/drawingml/2006/main">
            <a:srgbClr val="FFFFFF"/>
          </a:solidFill>
          <a:ln xmlns:a="http://schemas.openxmlformats.org/drawingml/2006/main" w="24765">
            <a:solidFill>
              <a:srgbClr val="B8753F"/>
            </a:solidFill>
            <a:prstDash val="dash"/>
          </a:ln>
        </p:spPr>
      </p:sp>
      <p:sp>
        <p:nvSpPr>
          <p:cNvPr id="188" name="dp42-comparison / n185 / text 1">
            <a:extLst xmlns:a="http://schemas.openxmlformats.org/drawingml/2006/main">
              <a:ext uri="{FF2B5EF4-FFF2-40B4-BE49-F238E27FC236}">
                <a16:creationId xmlns:a16="http://schemas.microsoft.com/office/drawing/2014/main" id="{4882C480-3525-43D4-BEED-26705EEA1431}"/>
              </a:ext>
            </a:extLst>
          </p:cNvPr>
          <p:cNvSpPr>
            <a:spLocks xmlns:a="http://schemas.openxmlformats.org/drawingml/2006/main" noGrp="1"/>
          </p:cNvSpPr>
          <p:nvPr/>
        </p:nvSpPr>
        <p:spPr>
          <a:xfrm xmlns:a="http://schemas.openxmlformats.org/drawingml/2006/main">
            <a:off x="9982200" y="3733800"/>
            <a:ext cx="299085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대화 서비스 실행 경계</a:t>
            </a:r>
          </a:p>
        </p:txBody>
      </p:sp>
      <p:sp>
        <p:nvSpPr>
          <p:cNvPr id="189" name="dp42-comparison / n186">
            <a:extLst xmlns:a="http://schemas.openxmlformats.org/drawingml/2006/main">
              <a:ext uri="{FF2B5EF4-FFF2-40B4-BE49-F238E27FC236}">
                <a16:creationId xmlns:a16="http://schemas.microsoft.com/office/drawing/2014/main" id="{5C8065C3-8809-4F7A-BE53-D92F8DF845DD}"/>
              </a:ext>
            </a:extLst>
          </p:cNvPr>
          <p:cNvSpPr>
            <a:spLocks xmlns:a="http://schemas.openxmlformats.org/drawingml/2006/main" noGrp="1"/>
          </p:cNvSpPr>
          <p:nvPr/>
        </p:nvSpPr>
        <p:spPr>
          <a:xfrm xmlns:a="http://schemas.openxmlformats.org/drawingml/2006/main">
            <a:off x="14097000" y="3638550"/>
            <a:ext cx="3476625" cy="2419350"/>
          </a:xfrm>
          <a:prstGeom xmlns:a="http://schemas.openxmlformats.org/drawingml/2006/main" prst="rect">
            <a:avLst/>
          </a:prstGeom>
          <a:solidFill xmlns:a="http://schemas.openxmlformats.org/drawingml/2006/main">
            <a:srgbClr val="FFFFFF"/>
          </a:solidFill>
          <a:ln xmlns:a="http://schemas.openxmlformats.org/drawingml/2006/main" w="24765">
            <a:solidFill>
              <a:srgbClr val="B8753F"/>
            </a:solidFill>
            <a:prstDash val="dash"/>
          </a:ln>
        </p:spPr>
      </p:sp>
      <p:sp>
        <p:nvSpPr>
          <p:cNvPr id="190" name="dp42-comparison / n187 / text 1">
            <a:extLst xmlns:a="http://schemas.openxmlformats.org/drawingml/2006/main">
              <a:ext uri="{FF2B5EF4-FFF2-40B4-BE49-F238E27FC236}">
                <a16:creationId xmlns:a16="http://schemas.microsoft.com/office/drawing/2014/main" id="{3F994FA6-7780-4504-97D5-DDB66242BC01}"/>
              </a:ext>
            </a:extLst>
          </p:cNvPr>
          <p:cNvSpPr>
            <a:spLocks xmlns:a="http://schemas.openxmlformats.org/drawingml/2006/main" noGrp="1"/>
          </p:cNvSpPr>
          <p:nvPr/>
        </p:nvSpPr>
        <p:spPr>
          <a:xfrm xmlns:a="http://schemas.openxmlformats.org/drawingml/2006/main">
            <a:off x="14220825" y="3733800"/>
            <a:ext cx="32289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Task 서비스 실행 경계</a:t>
            </a:r>
          </a:p>
        </p:txBody>
      </p:sp>
      <p:sp>
        <p:nvSpPr>
          <p:cNvPr id="191" name="dp42-comparison / n188">
            <a:extLst xmlns:a="http://schemas.openxmlformats.org/drawingml/2006/main">
              <a:ext uri="{FF2B5EF4-FFF2-40B4-BE49-F238E27FC236}">
                <a16:creationId xmlns:a16="http://schemas.microsoft.com/office/drawing/2014/main" id="{CDBCD7BD-8E84-44AF-A47D-F531669303A9}"/>
              </a:ext>
            </a:extLst>
          </p:cNvPr>
          <p:cNvSpPr>
            <a:spLocks xmlns:a="http://schemas.openxmlformats.org/drawingml/2006/main" noGrp="1"/>
          </p:cNvSpPr>
          <p:nvPr/>
        </p:nvSpPr>
        <p:spPr>
          <a:xfrm xmlns:a="http://schemas.openxmlformats.org/drawingml/2006/main">
            <a:off x="10001250" y="4048125"/>
            <a:ext cx="29527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92" name="dp42-comparison / n189 / text 1">
            <a:extLst xmlns:a="http://schemas.openxmlformats.org/drawingml/2006/main">
              <a:ext uri="{FF2B5EF4-FFF2-40B4-BE49-F238E27FC236}">
                <a16:creationId xmlns:a16="http://schemas.microsoft.com/office/drawing/2014/main" id="{80B0632D-CC44-4054-8667-4A3FDB587F20}"/>
              </a:ext>
            </a:extLst>
          </p:cNvPr>
          <p:cNvSpPr>
            <a:spLocks xmlns:a="http://schemas.openxmlformats.org/drawingml/2006/main" noGrp="1"/>
          </p:cNvSpPr>
          <p:nvPr/>
        </p:nvSpPr>
        <p:spPr>
          <a:xfrm xmlns:a="http://schemas.openxmlformats.org/drawingml/2006/main">
            <a:off x="10125075" y="4143375"/>
            <a:ext cx="27051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Controller</a:t>
            </a:r>
          </a:p>
        </p:txBody>
      </p:sp>
      <p:sp>
        <p:nvSpPr>
          <p:cNvPr id="193" name="dp42-comparison / n190">
            <a:extLst xmlns:a="http://schemas.openxmlformats.org/drawingml/2006/main">
              <a:ext uri="{FF2B5EF4-FFF2-40B4-BE49-F238E27FC236}">
                <a16:creationId xmlns:a16="http://schemas.microsoft.com/office/drawing/2014/main" id="{541C4357-C268-42BD-A623-D15FD28EA415}"/>
              </a:ext>
            </a:extLst>
          </p:cNvPr>
          <p:cNvSpPr>
            <a:spLocks xmlns:a="http://schemas.openxmlformats.org/drawingml/2006/main" noGrp="1"/>
          </p:cNvSpPr>
          <p:nvPr/>
        </p:nvSpPr>
        <p:spPr>
          <a:xfrm xmlns:a="http://schemas.openxmlformats.org/drawingml/2006/main">
            <a:off x="10096500" y="4562475"/>
            <a:ext cx="2762250" cy="23812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194" name="dp42-comparison / n191 / text 1">
            <a:extLst xmlns:a="http://schemas.openxmlformats.org/drawingml/2006/main">
              <a:ext uri="{FF2B5EF4-FFF2-40B4-BE49-F238E27FC236}">
                <a16:creationId xmlns:a16="http://schemas.microsoft.com/office/drawing/2014/main" id="{52DD89B1-E134-4D60-A6CD-FDB6791EC964}"/>
              </a:ext>
            </a:extLst>
          </p:cNvPr>
          <p:cNvSpPr>
            <a:spLocks xmlns:a="http://schemas.openxmlformats.org/drawingml/2006/main" noGrp="1"/>
          </p:cNvSpPr>
          <p:nvPr/>
        </p:nvSpPr>
        <p:spPr>
          <a:xfrm xmlns:a="http://schemas.openxmlformats.org/drawingml/2006/main">
            <a:off x="10182225" y="4612958"/>
            <a:ext cx="25908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0">
                <a:solidFill>
                  <a:srgbClr val="18232E"/>
                </a:solidFill>
                <a:latin typeface="Apple SD Gothic Neo"/>
                <a:ea typeface="Apple SD Gothic Neo"/>
                <a:cs typeface="Apple SD Gothic Neo"/>
              </a:defRPr>
            </a:pPr>
            <a:r>
              <a:rPr sz="900" b="0">
                <a:solidFill>
                  <a:srgbClr val="18232E"/>
                </a:solidFill>
                <a:latin typeface="Apple SD Gothic Neo"/>
                <a:ea typeface="Apple SD Gothic Neo"/>
                <a:cs typeface="Apple SD Gothic Neo"/>
              </a:rPr>
              <a:t>Request Graph State</a:t>
            </a:r>
          </a:p>
        </p:txBody>
      </p:sp>
      <p:sp>
        <p:nvSpPr>
          <p:cNvPr id="195" name="dp42-comparison / n192">
            <a:extLst xmlns:a="http://schemas.openxmlformats.org/drawingml/2006/main">
              <a:ext uri="{FF2B5EF4-FFF2-40B4-BE49-F238E27FC236}">
                <a16:creationId xmlns:a16="http://schemas.microsoft.com/office/drawing/2014/main" id="{8F2C2826-2412-4680-B9CB-3BD8903450A0}"/>
              </a:ext>
            </a:extLst>
          </p:cNvPr>
          <p:cNvSpPr>
            <a:spLocks xmlns:a="http://schemas.openxmlformats.org/drawingml/2006/main" noGrp="1"/>
          </p:cNvSpPr>
          <p:nvPr/>
        </p:nvSpPr>
        <p:spPr>
          <a:xfrm xmlns:a="http://schemas.openxmlformats.org/drawingml/2006/main">
            <a:off x="14239875" y="4048125"/>
            <a:ext cx="3190875" cy="11144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96" name="dp42-comparison / n193 / text 1">
            <a:extLst xmlns:a="http://schemas.openxmlformats.org/drawingml/2006/main">
              <a:ext uri="{FF2B5EF4-FFF2-40B4-BE49-F238E27FC236}">
                <a16:creationId xmlns:a16="http://schemas.microsoft.com/office/drawing/2014/main" id="{C71C6D95-555B-4E11-A553-9F9F3631693F}"/>
              </a:ext>
            </a:extLst>
          </p:cNvPr>
          <p:cNvSpPr>
            <a:spLocks xmlns:a="http://schemas.openxmlformats.org/drawingml/2006/main" noGrp="1"/>
          </p:cNvSpPr>
          <p:nvPr/>
        </p:nvSpPr>
        <p:spPr>
          <a:xfrm xmlns:a="http://schemas.openxmlformats.org/drawingml/2006/main">
            <a:off x="14363700" y="4143375"/>
            <a:ext cx="294322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Task Manager</a:t>
            </a:r>
          </a:p>
        </p:txBody>
      </p:sp>
      <p:sp>
        <p:nvSpPr>
          <p:cNvPr id="197" name="dp42-comparison / n194">
            <a:extLst xmlns:a="http://schemas.openxmlformats.org/drawingml/2006/main">
              <a:ext uri="{FF2B5EF4-FFF2-40B4-BE49-F238E27FC236}">
                <a16:creationId xmlns:a16="http://schemas.microsoft.com/office/drawing/2014/main" id="{E2B68D76-579E-4CAC-B75B-2FAD6EE8C3C9}"/>
              </a:ext>
            </a:extLst>
          </p:cNvPr>
          <p:cNvSpPr>
            <a:spLocks xmlns:a="http://schemas.openxmlformats.org/drawingml/2006/main" noGrp="1"/>
          </p:cNvSpPr>
          <p:nvPr/>
        </p:nvSpPr>
        <p:spPr>
          <a:xfrm xmlns:a="http://schemas.openxmlformats.org/drawingml/2006/main">
            <a:off x="14382750" y="4400550"/>
            <a:ext cx="2905125" cy="209550"/>
          </a:xfrm>
          <a:prstGeom xmlns:a="http://schemas.openxmlformats.org/drawingml/2006/main" prst="roundRect">
            <a:avLst>
              <a:gd name="adj" fmla="val 36364"/>
            </a:avLst>
          </a:prstGeom>
          <a:solidFill xmlns:a="http://schemas.openxmlformats.org/drawingml/2006/main">
            <a:srgbClr val="FFF0DD"/>
          </a:solidFill>
          <a:ln xmlns:a="http://schemas.openxmlformats.org/drawingml/2006/main" w="17145">
            <a:solidFill>
              <a:srgbClr val="B8753F"/>
            </a:solidFill>
            <a:prstDash val="solid"/>
          </a:ln>
        </p:spPr>
      </p:sp>
      <p:sp>
        <p:nvSpPr>
          <p:cNvPr id="198" name="dp42-comparison / n195 / text 1">
            <a:extLst xmlns:a="http://schemas.openxmlformats.org/drawingml/2006/main">
              <a:ext uri="{FF2B5EF4-FFF2-40B4-BE49-F238E27FC236}">
                <a16:creationId xmlns:a16="http://schemas.microsoft.com/office/drawing/2014/main" id="{6AD9D561-B97F-4C4E-B082-927467C9979B}"/>
              </a:ext>
            </a:extLst>
          </p:cNvPr>
          <p:cNvSpPr>
            <a:spLocks xmlns:a="http://schemas.openxmlformats.org/drawingml/2006/main" noGrp="1"/>
          </p:cNvSpPr>
          <p:nvPr/>
        </p:nvSpPr>
        <p:spPr>
          <a:xfrm xmlns:a="http://schemas.openxmlformats.org/drawingml/2006/main">
            <a:off x="14468475" y="4418648"/>
            <a:ext cx="2733675"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000000"/>
                </a:solidFill>
                <a:latin typeface="Apple SD Gothic Neo"/>
                <a:ea typeface="Apple SD Gothic Neo"/>
                <a:cs typeface="Apple SD Gothic Neo"/>
              </a:defRPr>
            </a:pPr>
            <a:r>
              <a:rPr sz="1050" b="1">
                <a:solidFill>
                  <a:srgbClr val="000000"/>
                </a:solidFill>
                <a:latin typeface="Apple SD Gothic Neo"/>
                <a:ea typeface="Apple SD Gothic Neo"/>
                <a:cs typeface="Apple SD Gothic Neo"/>
              </a:rPr>
              <a:t>업무 접수·전송 게이트</a:t>
            </a:r>
          </a:p>
        </p:txBody>
      </p:sp>
      <p:sp>
        <p:nvSpPr>
          <p:cNvPr id="199" name="dp42-comparison / n196">
            <a:extLst xmlns:a="http://schemas.openxmlformats.org/drawingml/2006/main">
              <a:ext uri="{FF2B5EF4-FFF2-40B4-BE49-F238E27FC236}">
                <a16:creationId xmlns:a16="http://schemas.microsoft.com/office/drawing/2014/main" id="{1CB57076-7289-4CED-ABA0-13191D572F3B}"/>
              </a:ext>
            </a:extLst>
          </p:cNvPr>
          <p:cNvSpPr>
            <a:spLocks xmlns:a="http://schemas.openxmlformats.org/drawingml/2006/main" noGrp="1"/>
          </p:cNvSpPr>
          <p:nvPr/>
        </p:nvSpPr>
        <p:spPr>
          <a:xfrm xmlns:a="http://schemas.openxmlformats.org/drawingml/2006/main">
            <a:off x="14335125" y="4743450"/>
            <a:ext cx="3000375" cy="257175"/>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200" name="dp42-comparison / n197 / text 1">
            <a:extLst xmlns:a="http://schemas.openxmlformats.org/drawingml/2006/main">
              <a:ext uri="{FF2B5EF4-FFF2-40B4-BE49-F238E27FC236}">
                <a16:creationId xmlns:a16="http://schemas.microsoft.com/office/drawing/2014/main" id="{E2BC8EFB-A77C-4059-9F50-EF29B8ACBB7E}"/>
              </a:ext>
            </a:extLst>
          </p:cNvPr>
          <p:cNvSpPr>
            <a:spLocks xmlns:a="http://schemas.openxmlformats.org/drawingml/2006/main" noGrp="1"/>
          </p:cNvSpPr>
          <p:nvPr/>
        </p:nvSpPr>
        <p:spPr>
          <a:xfrm xmlns:a="http://schemas.openxmlformats.org/drawingml/2006/main">
            <a:off x="14420850" y="4803458"/>
            <a:ext cx="28289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0">
                <a:solidFill>
                  <a:srgbClr val="18232E"/>
                </a:solidFill>
                <a:latin typeface="Apple SD Gothic Neo"/>
                <a:ea typeface="Apple SD Gothic Neo"/>
                <a:cs typeface="Apple SD Gothic Neo"/>
              </a:defRPr>
            </a:pPr>
            <a:r>
              <a:rPr sz="900" b="0">
                <a:solidFill>
                  <a:srgbClr val="18232E"/>
                </a:solidFill>
                <a:latin typeface="Apple SD Gothic Neo"/>
                <a:ea typeface="Apple SD Gothic Neo"/>
                <a:cs typeface="Apple SD Gothic Neo"/>
              </a:rPr>
              <a:t>Task Command State</a:t>
            </a:r>
          </a:p>
        </p:txBody>
      </p:sp>
      <p:sp>
        <p:nvSpPr>
          <p:cNvPr id="201" name="dp42-comparison / n198">
            <a:extLst xmlns:a="http://schemas.openxmlformats.org/drawingml/2006/main">
              <a:ext uri="{FF2B5EF4-FFF2-40B4-BE49-F238E27FC236}">
                <a16:creationId xmlns:a16="http://schemas.microsoft.com/office/drawing/2014/main" id="{88902767-F5D0-431D-8D5B-D0FA77DE4A89}"/>
              </a:ext>
            </a:extLst>
          </p:cNvPr>
          <p:cNvSpPr>
            <a:spLocks xmlns:a="http://schemas.openxmlformats.org/drawingml/2006/main" noGrp="1"/>
          </p:cNvSpPr>
          <p:nvPr/>
        </p:nvSpPr>
        <p:spPr>
          <a:xfrm xmlns:a="http://schemas.openxmlformats.org/drawingml/2006/main">
            <a:off x="10001250" y="5038725"/>
            <a:ext cx="295275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02" name="dp42-comparison / n199 / text 1">
            <a:extLst xmlns:a="http://schemas.openxmlformats.org/drawingml/2006/main">
              <a:ext uri="{FF2B5EF4-FFF2-40B4-BE49-F238E27FC236}">
                <a16:creationId xmlns:a16="http://schemas.microsoft.com/office/drawing/2014/main" id="{EF11937F-C984-4B26-BCE4-D49B48024286}"/>
              </a:ext>
            </a:extLst>
          </p:cNvPr>
          <p:cNvSpPr>
            <a:spLocks xmlns:a="http://schemas.openxmlformats.org/drawingml/2006/main" noGrp="1"/>
          </p:cNvSpPr>
          <p:nvPr/>
        </p:nvSpPr>
        <p:spPr>
          <a:xfrm xmlns:a="http://schemas.openxmlformats.org/drawingml/2006/main">
            <a:off x="10125075" y="5133975"/>
            <a:ext cx="27051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Response Manager</a:t>
            </a:r>
          </a:p>
        </p:txBody>
      </p:sp>
      <p:sp>
        <p:nvSpPr>
          <p:cNvPr id="203" name="dp42-comparison / n200">
            <a:extLst xmlns:a="http://schemas.openxmlformats.org/drawingml/2006/main">
              <a:ext uri="{FF2B5EF4-FFF2-40B4-BE49-F238E27FC236}">
                <a16:creationId xmlns:a16="http://schemas.microsoft.com/office/drawing/2014/main" id="{C3CB287A-96C0-4E86-A24C-83945E974967}"/>
              </a:ext>
            </a:extLst>
          </p:cNvPr>
          <p:cNvSpPr>
            <a:spLocks xmlns:a="http://schemas.openxmlformats.org/drawingml/2006/main" noGrp="1"/>
          </p:cNvSpPr>
          <p:nvPr/>
        </p:nvSpPr>
        <p:spPr>
          <a:xfrm xmlns:a="http://schemas.openxmlformats.org/drawingml/2006/main">
            <a:off x="10096500" y="5343525"/>
            <a:ext cx="2762250" cy="247650"/>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204" name="dp42-comparison / n201 / text 1">
            <a:extLst xmlns:a="http://schemas.openxmlformats.org/drawingml/2006/main">
              <a:ext uri="{FF2B5EF4-FFF2-40B4-BE49-F238E27FC236}">
                <a16:creationId xmlns:a16="http://schemas.microsoft.com/office/drawing/2014/main" id="{340ECB31-AC54-4EA2-BBCB-ED4944703CCF}"/>
              </a:ext>
            </a:extLst>
          </p:cNvPr>
          <p:cNvSpPr>
            <a:spLocks xmlns:a="http://schemas.openxmlformats.org/drawingml/2006/main" noGrp="1"/>
          </p:cNvSpPr>
          <p:nvPr/>
        </p:nvSpPr>
        <p:spPr>
          <a:xfrm xmlns:a="http://schemas.openxmlformats.org/drawingml/2006/main">
            <a:off x="10182225" y="5410200"/>
            <a:ext cx="25908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18232E"/>
                </a:solidFill>
                <a:latin typeface="Apple SD Gothic Neo"/>
                <a:ea typeface="Apple SD Gothic Neo"/>
                <a:cs typeface="Apple SD Gothic Neo"/>
              </a:defRPr>
            </a:pPr>
            <a:r>
              <a:rPr sz="750" b="0">
                <a:solidFill>
                  <a:srgbClr val="18232E"/>
                </a:solidFill>
                <a:latin typeface="Apple SD Gothic Neo"/>
                <a:ea typeface="Apple SD Gothic Neo"/>
                <a:cs typeface="Apple SD Gothic Neo"/>
              </a:rPr>
              <a:t>Publication Ledger</a:t>
            </a:r>
          </a:p>
        </p:txBody>
      </p:sp>
      <p:sp>
        <p:nvSpPr>
          <p:cNvPr id="205" name="dp42-comparison / n202">
            <a:extLst xmlns:a="http://schemas.openxmlformats.org/drawingml/2006/main">
              <a:ext uri="{FF2B5EF4-FFF2-40B4-BE49-F238E27FC236}">
                <a16:creationId xmlns:a16="http://schemas.microsoft.com/office/drawing/2014/main" id="{62A3E8C4-9C54-436D-881B-C9A3EB013333}"/>
              </a:ext>
            </a:extLst>
          </p:cNvPr>
          <p:cNvSpPr>
            <a:spLocks xmlns:a="http://schemas.openxmlformats.org/drawingml/2006/main" noGrp="1"/>
          </p:cNvSpPr>
          <p:nvPr/>
        </p:nvSpPr>
        <p:spPr>
          <a:xfrm xmlns:a="http://schemas.openxmlformats.org/drawingml/2006/main">
            <a:off x="14239875" y="5267325"/>
            <a:ext cx="3190875" cy="2857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06" name="dp42-comparison / n203 / text 1">
            <a:extLst xmlns:a="http://schemas.openxmlformats.org/drawingml/2006/main">
              <a:ext uri="{FF2B5EF4-FFF2-40B4-BE49-F238E27FC236}">
                <a16:creationId xmlns:a16="http://schemas.microsoft.com/office/drawing/2014/main" id="{C72037FB-55E0-4F74-9666-989BDB529F8F}"/>
              </a:ext>
            </a:extLst>
          </p:cNvPr>
          <p:cNvSpPr>
            <a:spLocks xmlns:a="http://schemas.openxmlformats.org/drawingml/2006/main" noGrp="1"/>
          </p:cNvSpPr>
          <p:nvPr/>
        </p:nvSpPr>
        <p:spPr>
          <a:xfrm xmlns:a="http://schemas.openxmlformats.org/drawingml/2006/main">
            <a:off x="14325600" y="5298758"/>
            <a:ext cx="30194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Agent Gateway</a:t>
            </a:r>
          </a:p>
        </p:txBody>
      </p:sp>
      <p:sp>
        <p:nvSpPr>
          <p:cNvPr id="207" name="dp42-comparison / n206 / path">
            <a:extLst xmlns:a="http://schemas.openxmlformats.org/drawingml/2006/main">
              <a:ext uri="{FF2B5EF4-FFF2-40B4-BE49-F238E27FC236}">
                <a16:creationId xmlns:a16="http://schemas.microsoft.com/office/drawing/2014/main" id="{AC07CF4F-7CB4-4F5E-B325-25B5EE7DBE2E}"/>
              </a:ext>
            </a:extLst>
          </p:cNvPr>
          <p:cNvSpPr>
            <a:spLocks xmlns:a="http://schemas.openxmlformats.org/drawingml/2006/main" noGrp="1"/>
          </p:cNvSpPr>
          <p:nvPr/>
        </p:nvSpPr>
        <p:spPr>
          <a:xfrm xmlns:a="http://schemas.openxmlformats.org/drawingml/2006/main">
            <a:off x="9858375" y="2562225"/>
            <a:ext cx="142875" cy="1638300"/>
          </a:xfrm>
          <a:custGeom xmlns:a="http://schemas.openxmlformats.org/drawingml/2006/main">
            <a:pathLst>
              <a:path w="142875" h="1638300">
                <a:moveTo>
                  <a:pt x="95250" y="0"/>
                </a:moveTo>
                <a:lnTo>
                  <a:pt x="0" y="0"/>
                </a:lnTo>
                <a:lnTo>
                  <a:pt x="0" y="1638300"/>
                </a:lnTo>
                <a:lnTo>
                  <a:pt x="142875" y="1638300"/>
                </a:lnTo>
              </a:path>
            </a:pathLst>
          </a:custGeom>
          <a:noFill xmlns:a="http://schemas.openxmlformats.org/drawingml/2006/main"/>
          <a:ln xmlns:a="http://schemas.openxmlformats.org/drawingml/2006/main" w="10478">
            <a:solidFill>
              <a:srgbClr val="000000"/>
            </a:solidFill>
            <a:prstDash val="solid"/>
          </a:ln>
        </p:spPr>
      </p:sp>
      <p:sp>
        <p:nvSpPr>
          <p:cNvPr id="208" name="dp42-comparison / n206 / arrow">
            <a:extLst xmlns:a="http://schemas.openxmlformats.org/drawingml/2006/main">
              <a:ext uri="{FF2B5EF4-FFF2-40B4-BE49-F238E27FC236}">
                <a16:creationId xmlns:a16="http://schemas.microsoft.com/office/drawing/2014/main" id="{193394F1-5A9C-4139-AA33-F34C1C0239B2}"/>
              </a:ext>
            </a:extLst>
          </p:cNvPr>
          <p:cNvSpPr>
            <a:spLocks xmlns:a="http://schemas.openxmlformats.org/drawingml/2006/main" noGrp="1"/>
          </p:cNvSpPr>
          <p:nvPr/>
        </p:nvSpPr>
        <p:spPr>
          <a:xfrm xmlns:a="http://schemas.openxmlformats.org/drawingml/2006/main">
            <a:off x="9934194" y="41669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09" name="dp42-comparison / n207">
            <a:extLst xmlns:a="http://schemas.openxmlformats.org/drawingml/2006/main">
              <a:ext uri="{FF2B5EF4-FFF2-40B4-BE49-F238E27FC236}">
                <a16:creationId xmlns:a16="http://schemas.microsoft.com/office/drawing/2014/main" id="{4247294D-6B06-47DC-BAB6-08520B8C4662}"/>
              </a:ext>
            </a:extLst>
          </p:cNvPr>
          <p:cNvSpPr>
            <a:spLocks xmlns:a="http://schemas.openxmlformats.org/drawingml/2006/main" noGrp="1"/>
          </p:cNvSpPr>
          <p:nvPr/>
        </p:nvSpPr>
        <p:spPr>
          <a:xfrm xmlns:a="http://schemas.openxmlformats.org/drawingml/2006/main">
            <a:off x="10001250" y="5667375"/>
            <a:ext cx="2952750"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10" name="dp42-comparison / n208 / text 1">
            <a:extLst xmlns:a="http://schemas.openxmlformats.org/drawingml/2006/main">
              <a:ext uri="{FF2B5EF4-FFF2-40B4-BE49-F238E27FC236}">
                <a16:creationId xmlns:a16="http://schemas.microsoft.com/office/drawing/2014/main" id="{AFBFE341-9A46-4E43-BA01-52A786EB0BC1}"/>
              </a:ext>
            </a:extLst>
          </p:cNvPr>
          <p:cNvSpPr>
            <a:spLocks xmlns:a="http://schemas.openxmlformats.org/drawingml/2006/main" noGrp="1"/>
          </p:cNvSpPr>
          <p:nvPr/>
        </p:nvSpPr>
        <p:spPr>
          <a:xfrm xmlns:a="http://schemas.openxmlformats.org/drawingml/2006/main">
            <a:off x="10086975" y="5703570"/>
            <a:ext cx="2781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State Store</a:t>
            </a:r>
          </a:p>
        </p:txBody>
      </p:sp>
      <p:sp>
        <p:nvSpPr>
          <p:cNvPr id="211" name="dp42-comparison / n209">
            <a:extLst xmlns:a="http://schemas.openxmlformats.org/drawingml/2006/main">
              <a:ext uri="{FF2B5EF4-FFF2-40B4-BE49-F238E27FC236}">
                <a16:creationId xmlns:a16="http://schemas.microsoft.com/office/drawing/2014/main" id="{EF1145CC-9879-43F1-9272-14F843293CF4}"/>
              </a:ext>
            </a:extLst>
          </p:cNvPr>
          <p:cNvSpPr>
            <a:spLocks xmlns:a="http://schemas.openxmlformats.org/drawingml/2006/main" noGrp="1"/>
          </p:cNvSpPr>
          <p:nvPr/>
        </p:nvSpPr>
        <p:spPr>
          <a:xfrm xmlns:a="http://schemas.openxmlformats.org/drawingml/2006/main">
            <a:off x="14239875" y="5667375"/>
            <a:ext cx="3190875" cy="2952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12" name="dp42-comparison / n210 / text 1">
            <a:extLst xmlns:a="http://schemas.openxmlformats.org/drawingml/2006/main">
              <a:ext uri="{FF2B5EF4-FFF2-40B4-BE49-F238E27FC236}">
                <a16:creationId xmlns:a16="http://schemas.microsoft.com/office/drawing/2014/main" id="{F11E38E7-1710-46B5-96D0-A68E701739EC}"/>
              </a:ext>
            </a:extLst>
          </p:cNvPr>
          <p:cNvSpPr>
            <a:spLocks xmlns:a="http://schemas.openxmlformats.org/drawingml/2006/main" noGrp="1"/>
          </p:cNvSpPr>
          <p:nvPr/>
        </p:nvSpPr>
        <p:spPr>
          <a:xfrm xmlns:a="http://schemas.openxmlformats.org/drawingml/2006/main">
            <a:off x="14325600" y="5703570"/>
            <a:ext cx="301942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State Store</a:t>
            </a:r>
          </a:p>
        </p:txBody>
      </p:sp>
      <p:sp>
        <p:nvSpPr>
          <p:cNvPr id="213" name="dp42-comparison / n211 / path">
            <a:extLst xmlns:a="http://schemas.openxmlformats.org/drawingml/2006/main">
              <a:ext uri="{FF2B5EF4-FFF2-40B4-BE49-F238E27FC236}">
                <a16:creationId xmlns:a16="http://schemas.microsoft.com/office/drawing/2014/main" id="{A4A48178-8D79-4D57-9455-CDF95F972256}"/>
              </a:ext>
            </a:extLst>
          </p:cNvPr>
          <p:cNvSpPr>
            <a:spLocks xmlns:a="http://schemas.openxmlformats.org/drawingml/2006/main" noGrp="1"/>
          </p:cNvSpPr>
          <p:nvPr/>
        </p:nvSpPr>
        <p:spPr>
          <a:xfrm xmlns:a="http://schemas.openxmlformats.org/drawingml/2006/main">
            <a:off x="12954000" y="4200525"/>
            <a:ext cx="1285875" cy="953"/>
          </a:xfrm>
          <a:custGeom xmlns:a="http://schemas.openxmlformats.org/drawingml/2006/main">
            <a:pathLst>
              <a:path w="1285875" h="953">
                <a:moveTo>
                  <a:pt x="0" y="0"/>
                </a:moveTo>
                <a:lnTo>
                  <a:pt x="1285875" y="0"/>
                </a:lnTo>
              </a:path>
            </a:pathLst>
          </a:custGeom>
          <a:noFill xmlns:a="http://schemas.openxmlformats.org/drawingml/2006/main"/>
          <a:ln xmlns:a="http://schemas.openxmlformats.org/drawingml/2006/main" w="10478">
            <a:solidFill>
              <a:srgbClr val="000000"/>
            </a:solidFill>
            <a:prstDash val="solid"/>
          </a:ln>
        </p:spPr>
      </p:sp>
      <p:sp>
        <p:nvSpPr>
          <p:cNvPr id="214" name="dp42-comparison / n211 / arrow">
            <a:extLst xmlns:a="http://schemas.openxmlformats.org/drawingml/2006/main">
              <a:ext uri="{FF2B5EF4-FFF2-40B4-BE49-F238E27FC236}">
                <a16:creationId xmlns:a16="http://schemas.microsoft.com/office/drawing/2014/main" id="{6332AB89-4CD8-454E-BADA-CF62F9532017}"/>
              </a:ext>
            </a:extLst>
          </p:cNvPr>
          <p:cNvSpPr>
            <a:spLocks xmlns:a="http://schemas.openxmlformats.org/drawingml/2006/main" noGrp="1"/>
          </p:cNvSpPr>
          <p:nvPr/>
        </p:nvSpPr>
        <p:spPr>
          <a:xfrm xmlns:a="http://schemas.openxmlformats.org/drawingml/2006/main">
            <a:off x="14172819" y="41669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15" name="dp42-comparison / n214 / path">
            <a:extLst xmlns:a="http://schemas.openxmlformats.org/drawingml/2006/main">
              <a:ext uri="{FF2B5EF4-FFF2-40B4-BE49-F238E27FC236}">
                <a16:creationId xmlns:a16="http://schemas.microsoft.com/office/drawing/2014/main" id="{F7D9E950-F3E9-47B5-8874-C13769C37209}"/>
              </a:ext>
            </a:extLst>
          </p:cNvPr>
          <p:cNvSpPr>
            <a:spLocks xmlns:a="http://schemas.openxmlformats.org/drawingml/2006/main" noGrp="1"/>
          </p:cNvSpPr>
          <p:nvPr/>
        </p:nvSpPr>
        <p:spPr>
          <a:xfrm xmlns:a="http://schemas.openxmlformats.org/drawingml/2006/main">
            <a:off x="12954000" y="4371975"/>
            <a:ext cx="1285875" cy="571500"/>
          </a:xfrm>
          <a:custGeom xmlns:a="http://schemas.openxmlformats.org/drawingml/2006/main">
            <a:pathLst>
              <a:path w="1285875" h="571500">
                <a:moveTo>
                  <a:pt x="1285875" y="0"/>
                </a:moveTo>
                <a:lnTo>
                  <a:pt x="1181100" y="0"/>
                </a:lnTo>
                <a:lnTo>
                  <a:pt x="1181100" y="571500"/>
                </a:lnTo>
                <a:lnTo>
                  <a:pt x="123825" y="571500"/>
                </a:lnTo>
                <a:lnTo>
                  <a:pt x="123825" y="0"/>
                </a:lnTo>
                <a:lnTo>
                  <a:pt x="0" y="0"/>
                </a:lnTo>
              </a:path>
            </a:pathLst>
          </a:custGeom>
          <a:noFill xmlns:a="http://schemas.openxmlformats.org/drawingml/2006/main"/>
          <a:ln xmlns:a="http://schemas.openxmlformats.org/drawingml/2006/main" w="10478">
            <a:solidFill>
              <a:srgbClr val="000000"/>
            </a:solidFill>
            <a:prstDash val="dash"/>
          </a:ln>
        </p:spPr>
      </p:sp>
      <p:sp>
        <p:nvSpPr>
          <p:cNvPr id="216" name="dp42-comparison / n214 / arrow">
            <a:extLst xmlns:a="http://schemas.openxmlformats.org/drawingml/2006/main">
              <a:ext uri="{FF2B5EF4-FFF2-40B4-BE49-F238E27FC236}">
                <a16:creationId xmlns:a16="http://schemas.microsoft.com/office/drawing/2014/main" id="{908833FF-CD67-47CC-9277-57DC86FB4C97}"/>
              </a:ext>
            </a:extLst>
          </p:cNvPr>
          <p:cNvSpPr>
            <a:spLocks xmlns:a="http://schemas.openxmlformats.org/drawingml/2006/main" noGrp="1"/>
          </p:cNvSpPr>
          <p:nvPr/>
        </p:nvSpPr>
        <p:spPr>
          <a:xfrm xmlns:a="http://schemas.openxmlformats.org/drawingml/2006/main">
            <a:off x="12954000" y="43384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17" name="dp42-comparison / n217 / path">
            <a:extLst xmlns:a="http://schemas.openxmlformats.org/drawingml/2006/main">
              <a:ext uri="{FF2B5EF4-FFF2-40B4-BE49-F238E27FC236}">
                <a16:creationId xmlns:a16="http://schemas.microsoft.com/office/drawing/2014/main" id="{1016E164-1F46-4020-ABBD-7422634CA4BD}"/>
              </a:ext>
            </a:extLst>
          </p:cNvPr>
          <p:cNvSpPr>
            <a:spLocks xmlns:a="http://schemas.openxmlformats.org/drawingml/2006/main" noGrp="1"/>
          </p:cNvSpPr>
          <p:nvPr/>
        </p:nvSpPr>
        <p:spPr>
          <a:xfrm xmlns:a="http://schemas.openxmlformats.org/drawingml/2006/main">
            <a:off x="11477625" y="4295775"/>
            <a:ext cx="1552575" cy="1371600"/>
          </a:xfrm>
          <a:custGeom xmlns:a="http://schemas.openxmlformats.org/drawingml/2006/main">
            <a:pathLst>
              <a:path w="1552575" h="1371600">
                <a:moveTo>
                  <a:pt x="1476375" y="0"/>
                </a:moveTo>
                <a:lnTo>
                  <a:pt x="1552575" y="0"/>
                </a:lnTo>
                <a:lnTo>
                  <a:pt x="1552575" y="1314450"/>
                </a:lnTo>
                <a:lnTo>
                  <a:pt x="0" y="1314450"/>
                </a:lnTo>
                <a:lnTo>
                  <a:pt x="0" y="1371600"/>
                </a:lnTo>
              </a:path>
            </a:pathLst>
          </a:custGeom>
          <a:noFill xmlns:a="http://schemas.openxmlformats.org/drawingml/2006/main"/>
          <a:ln xmlns:a="http://schemas.openxmlformats.org/drawingml/2006/main" w="10478">
            <a:solidFill>
              <a:srgbClr val="000000"/>
            </a:solidFill>
            <a:prstDash val="solid"/>
          </a:ln>
        </p:spPr>
      </p:sp>
      <p:sp>
        <p:nvSpPr>
          <p:cNvPr id="218" name="dp42-comparison / n217 / arrow">
            <a:extLst xmlns:a="http://schemas.openxmlformats.org/drawingml/2006/main">
              <a:ext uri="{FF2B5EF4-FFF2-40B4-BE49-F238E27FC236}">
                <a16:creationId xmlns:a16="http://schemas.microsoft.com/office/drawing/2014/main" id="{85826F5C-1D72-4505-BA26-824B91536E67}"/>
              </a:ext>
            </a:extLst>
          </p:cNvPr>
          <p:cNvSpPr>
            <a:spLocks xmlns:a="http://schemas.openxmlformats.org/drawingml/2006/main" noGrp="1"/>
          </p:cNvSpPr>
          <p:nvPr/>
        </p:nvSpPr>
        <p:spPr>
          <a:xfrm xmlns:a="http://schemas.openxmlformats.org/drawingml/2006/main">
            <a:off x="11444097" y="56003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19" name="dp42-comparison / n218 / path">
            <a:extLst xmlns:a="http://schemas.openxmlformats.org/drawingml/2006/main">
              <a:ext uri="{FF2B5EF4-FFF2-40B4-BE49-F238E27FC236}">
                <a16:creationId xmlns:a16="http://schemas.microsoft.com/office/drawing/2014/main" id="{523B9EE7-6CC2-4D96-A821-212FC8380D71}"/>
              </a:ext>
            </a:extLst>
          </p:cNvPr>
          <p:cNvSpPr>
            <a:spLocks xmlns:a="http://schemas.openxmlformats.org/drawingml/2006/main" noGrp="1"/>
          </p:cNvSpPr>
          <p:nvPr/>
        </p:nvSpPr>
        <p:spPr>
          <a:xfrm xmlns:a="http://schemas.openxmlformats.org/drawingml/2006/main">
            <a:off x="15835313" y="4295775"/>
            <a:ext cx="1652588" cy="1371600"/>
          </a:xfrm>
          <a:custGeom xmlns:a="http://schemas.openxmlformats.org/drawingml/2006/main">
            <a:pathLst>
              <a:path w="1652588" h="1371600">
                <a:moveTo>
                  <a:pt x="1595438" y="0"/>
                </a:moveTo>
                <a:lnTo>
                  <a:pt x="1652588" y="0"/>
                </a:lnTo>
                <a:lnTo>
                  <a:pt x="1652588" y="1314450"/>
                </a:lnTo>
                <a:lnTo>
                  <a:pt x="0" y="1314450"/>
                </a:lnTo>
                <a:lnTo>
                  <a:pt x="0" y="1371600"/>
                </a:lnTo>
              </a:path>
            </a:pathLst>
          </a:custGeom>
          <a:noFill xmlns:a="http://schemas.openxmlformats.org/drawingml/2006/main"/>
          <a:ln xmlns:a="http://schemas.openxmlformats.org/drawingml/2006/main" w="10478">
            <a:solidFill>
              <a:srgbClr val="000000"/>
            </a:solidFill>
            <a:prstDash val="solid"/>
          </a:ln>
        </p:spPr>
      </p:sp>
      <p:sp>
        <p:nvSpPr>
          <p:cNvPr id="220" name="dp42-comparison / n218 / arrow">
            <a:extLst xmlns:a="http://schemas.openxmlformats.org/drawingml/2006/main">
              <a:ext uri="{FF2B5EF4-FFF2-40B4-BE49-F238E27FC236}">
                <a16:creationId xmlns:a16="http://schemas.microsoft.com/office/drawing/2014/main" id="{39AA240F-0098-4C48-8F84-8A7A036121A4}"/>
              </a:ext>
            </a:extLst>
          </p:cNvPr>
          <p:cNvSpPr>
            <a:spLocks xmlns:a="http://schemas.openxmlformats.org/drawingml/2006/main" noGrp="1"/>
          </p:cNvSpPr>
          <p:nvPr/>
        </p:nvSpPr>
        <p:spPr>
          <a:xfrm xmlns:a="http://schemas.openxmlformats.org/drawingml/2006/main">
            <a:off x="15801785" y="56003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21" name="dp42-comparison / n223 / path">
            <a:extLst xmlns:a="http://schemas.openxmlformats.org/drawingml/2006/main">
              <a:ext uri="{FF2B5EF4-FFF2-40B4-BE49-F238E27FC236}">
                <a16:creationId xmlns:a16="http://schemas.microsoft.com/office/drawing/2014/main" id="{4437FFC7-6CDD-49D8-BD31-93A75FADD7C2}"/>
              </a:ext>
            </a:extLst>
          </p:cNvPr>
          <p:cNvSpPr>
            <a:spLocks xmlns:a="http://schemas.openxmlformats.org/drawingml/2006/main" noGrp="1"/>
          </p:cNvSpPr>
          <p:nvPr/>
        </p:nvSpPr>
        <p:spPr>
          <a:xfrm xmlns:a="http://schemas.openxmlformats.org/drawingml/2006/main">
            <a:off x="15835313" y="4505325"/>
            <a:ext cx="1538288" cy="762000"/>
          </a:xfrm>
          <a:custGeom xmlns:a="http://schemas.openxmlformats.org/drawingml/2006/main">
            <a:pathLst>
              <a:path w="1538288" h="762000">
                <a:moveTo>
                  <a:pt x="1452563" y="0"/>
                </a:moveTo>
                <a:lnTo>
                  <a:pt x="1538288" y="0"/>
                </a:lnTo>
                <a:lnTo>
                  <a:pt x="1538288" y="704850"/>
                </a:lnTo>
                <a:lnTo>
                  <a:pt x="0" y="704850"/>
                </a:lnTo>
                <a:lnTo>
                  <a:pt x="0" y="762000"/>
                </a:lnTo>
              </a:path>
            </a:pathLst>
          </a:custGeom>
          <a:noFill xmlns:a="http://schemas.openxmlformats.org/drawingml/2006/main"/>
          <a:ln xmlns:a="http://schemas.openxmlformats.org/drawingml/2006/main" w="10478">
            <a:solidFill>
              <a:srgbClr val="000000"/>
            </a:solidFill>
            <a:prstDash val="solid"/>
          </a:ln>
        </p:spPr>
      </p:sp>
      <p:sp>
        <p:nvSpPr>
          <p:cNvPr id="222" name="dp42-comparison / n223 / arrow">
            <a:extLst xmlns:a="http://schemas.openxmlformats.org/drawingml/2006/main">
              <a:ext uri="{FF2B5EF4-FFF2-40B4-BE49-F238E27FC236}">
                <a16:creationId xmlns:a16="http://schemas.microsoft.com/office/drawing/2014/main" id="{F010CF3E-D722-444B-9DCD-C8B82B2345E5}"/>
              </a:ext>
            </a:extLst>
          </p:cNvPr>
          <p:cNvSpPr>
            <a:spLocks xmlns:a="http://schemas.openxmlformats.org/drawingml/2006/main" noGrp="1"/>
          </p:cNvSpPr>
          <p:nvPr/>
        </p:nvSpPr>
        <p:spPr>
          <a:xfrm xmlns:a="http://schemas.openxmlformats.org/drawingml/2006/main">
            <a:off x="15801785" y="52002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23" name="dp42-comparison / n230 / path">
            <a:extLst xmlns:a="http://schemas.openxmlformats.org/drawingml/2006/main">
              <a:ext uri="{FF2B5EF4-FFF2-40B4-BE49-F238E27FC236}">
                <a16:creationId xmlns:a16="http://schemas.microsoft.com/office/drawing/2014/main" id="{D5806055-29DB-4EA7-A164-3A081B89EE93}"/>
              </a:ext>
            </a:extLst>
          </p:cNvPr>
          <p:cNvSpPr>
            <a:spLocks xmlns:a="http://schemas.openxmlformats.org/drawingml/2006/main" noGrp="1"/>
          </p:cNvSpPr>
          <p:nvPr/>
        </p:nvSpPr>
        <p:spPr>
          <a:xfrm xmlns:a="http://schemas.openxmlformats.org/drawingml/2006/main">
            <a:off x="12239625" y="6548438"/>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24" name="dp42-comparison / n230 / arrow">
            <a:extLst xmlns:a="http://schemas.openxmlformats.org/drawingml/2006/main">
              <a:ext uri="{FF2B5EF4-FFF2-40B4-BE49-F238E27FC236}">
                <a16:creationId xmlns:a16="http://schemas.microsoft.com/office/drawing/2014/main" id="{16AF8BEF-0F61-438F-852F-94C222135C35}"/>
              </a:ext>
            </a:extLst>
          </p:cNvPr>
          <p:cNvSpPr>
            <a:spLocks xmlns:a="http://schemas.openxmlformats.org/drawingml/2006/main" noGrp="1"/>
          </p:cNvSpPr>
          <p:nvPr/>
        </p:nvSpPr>
        <p:spPr>
          <a:xfrm xmlns:a="http://schemas.openxmlformats.org/drawingml/2006/main">
            <a:off x="12601194" y="65149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5" name="dp42-comparison / n231 / path">
            <a:extLst xmlns:a="http://schemas.openxmlformats.org/drawingml/2006/main">
              <a:ext uri="{FF2B5EF4-FFF2-40B4-BE49-F238E27FC236}">
                <a16:creationId xmlns:a16="http://schemas.microsoft.com/office/drawing/2014/main" id="{753D3489-35FA-4FD6-B06A-074F9BC62437}"/>
              </a:ext>
            </a:extLst>
          </p:cNvPr>
          <p:cNvSpPr>
            <a:spLocks xmlns:a="http://schemas.openxmlformats.org/drawingml/2006/main" noGrp="1"/>
          </p:cNvSpPr>
          <p:nvPr/>
        </p:nvSpPr>
        <p:spPr>
          <a:xfrm xmlns:a="http://schemas.openxmlformats.org/drawingml/2006/main">
            <a:off x="14954250" y="6548438"/>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B8753F"/>
            </a:solidFill>
            <a:prstDash val="solid"/>
          </a:ln>
        </p:spPr>
      </p:sp>
      <p:sp>
        <p:nvSpPr>
          <p:cNvPr id="226" name="dp42-comparison / n231 / arrow">
            <a:extLst xmlns:a="http://schemas.openxmlformats.org/drawingml/2006/main">
              <a:ext uri="{FF2B5EF4-FFF2-40B4-BE49-F238E27FC236}">
                <a16:creationId xmlns:a16="http://schemas.microsoft.com/office/drawing/2014/main" id="{E5249B08-E6E0-4519-8109-743215F4F872}"/>
              </a:ext>
            </a:extLst>
          </p:cNvPr>
          <p:cNvSpPr>
            <a:spLocks xmlns:a="http://schemas.openxmlformats.org/drawingml/2006/main" noGrp="1"/>
          </p:cNvSpPr>
          <p:nvPr/>
        </p:nvSpPr>
        <p:spPr>
          <a:xfrm xmlns:a="http://schemas.openxmlformats.org/drawingml/2006/main">
            <a:off x="15220569" y="65149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7" name="dp42-comparison / n232 / path">
            <a:extLst xmlns:a="http://schemas.openxmlformats.org/drawingml/2006/main">
              <a:ext uri="{FF2B5EF4-FFF2-40B4-BE49-F238E27FC236}">
                <a16:creationId xmlns:a16="http://schemas.microsoft.com/office/drawing/2014/main" id="{4F3F883B-FAF0-43ED-8B1B-69B2770C20EB}"/>
              </a:ext>
            </a:extLst>
          </p:cNvPr>
          <p:cNvSpPr>
            <a:spLocks xmlns:a="http://schemas.openxmlformats.org/drawingml/2006/main" noGrp="1"/>
          </p:cNvSpPr>
          <p:nvPr/>
        </p:nvSpPr>
        <p:spPr>
          <a:xfrm xmlns:a="http://schemas.openxmlformats.org/drawingml/2006/main">
            <a:off x="9858375" y="692467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228" name="dp42-comparison / n235">
            <a:extLst xmlns:a="http://schemas.openxmlformats.org/drawingml/2006/main">
              <a:ext uri="{FF2B5EF4-FFF2-40B4-BE49-F238E27FC236}">
                <a16:creationId xmlns:a16="http://schemas.microsoft.com/office/drawing/2014/main" id="{DDB5740E-F3E4-485A-9027-F2FA7C2ADA69}"/>
              </a:ext>
            </a:extLst>
          </p:cNvPr>
          <p:cNvSpPr>
            <a:spLocks xmlns:a="http://schemas.openxmlformats.org/drawingml/2006/main" noGrp="1"/>
          </p:cNvSpPr>
          <p:nvPr/>
        </p:nvSpPr>
        <p:spPr>
          <a:xfrm xmlns:a="http://schemas.openxmlformats.org/drawingml/2006/main">
            <a:off x="9953625" y="71913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29" name="dp42-comparison / n236 / text 1">
            <a:extLst xmlns:a="http://schemas.openxmlformats.org/drawingml/2006/main">
              <a:ext uri="{FF2B5EF4-FFF2-40B4-BE49-F238E27FC236}">
                <a16:creationId xmlns:a16="http://schemas.microsoft.com/office/drawing/2014/main" id="{5200D1F4-0C7E-4431-8BD1-4F3315AA5DA0}"/>
              </a:ext>
            </a:extLst>
          </p:cNvPr>
          <p:cNvSpPr>
            <a:spLocks xmlns:a="http://schemas.openxmlformats.org/drawingml/2006/main" noGrp="1"/>
          </p:cNvSpPr>
          <p:nvPr/>
        </p:nvSpPr>
        <p:spPr>
          <a:xfrm xmlns:a="http://schemas.openxmlformats.org/drawingml/2006/main">
            <a:off x="10039350" y="72270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대화: 의도 저장</a:t>
            </a:r>
          </a:p>
        </p:txBody>
      </p:sp>
      <p:sp>
        <p:nvSpPr>
          <p:cNvPr id="230" name="dp42-comparison / n237">
            <a:extLst xmlns:a="http://schemas.openxmlformats.org/drawingml/2006/main">
              <a:ext uri="{FF2B5EF4-FFF2-40B4-BE49-F238E27FC236}">
                <a16:creationId xmlns:a16="http://schemas.microsoft.com/office/drawing/2014/main" id="{22E4C20D-0B91-47B5-99A7-E1DB5268801E}"/>
              </a:ext>
            </a:extLst>
          </p:cNvPr>
          <p:cNvSpPr>
            <a:spLocks xmlns:a="http://schemas.openxmlformats.org/drawingml/2006/main" noGrp="1"/>
          </p:cNvSpPr>
          <p:nvPr/>
        </p:nvSpPr>
        <p:spPr>
          <a:xfrm xmlns:a="http://schemas.openxmlformats.org/drawingml/2006/main">
            <a:off x="12620625" y="71913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31" name="dp42-comparison / n238 / text 1">
            <a:extLst xmlns:a="http://schemas.openxmlformats.org/drawingml/2006/main">
              <a:ext uri="{FF2B5EF4-FFF2-40B4-BE49-F238E27FC236}">
                <a16:creationId xmlns:a16="http://schemas.microsoft.com/office/drawing/2014/main" id="{58743EA0-D003-4EFE-BE3C-1455C96B3FBA}"/>
              </a:ext>
            </a:extLst>
          </p:cNvPr>
          <p:cNvSpPr>
            <a:spLocks xmlns:a="http://schemas.openxmlformats.org/drawingml/2006/main" noGrp="1"/>
          </p:cNvSpPr>
          <p:nvPr/>
        </p:nvSpPr>
        <p:spPr>
          <a:xfrm xmlns:a="http://schemas.openxmlformats.org/drawingml/2006/main">
            <a:off x="12706350" y="72270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Task: 접수 상태 확정</a:t>
            </a:r>
          </a:p>
        </p:txBody>
      </p:sp>
      <p:sp>
        <p:nvSpPr>
          <p:cNvPr id="232" name="dp42-comparison / n239 / path">
            <a:extLst xmlns:a="http://schemas.openxmlformats.org/drawingml/2006/main">
              <a:ext uri="{FF2B5EF4-FFF2-40B4-BE49-F238E27FC236}">
                <a16:creationId xmlns:a16="http://schemas.microsoft.com/office/drawing/2014/main" id="{3BB64326-AD0A-40BB-9393-AEFC1860CCD7}"/>
              </a:ext>
            </a:extLst>
          </p:cNvPr>
          <p:cNvSpPr>
            <a:spLocks xmlns:a="http://schemas.openxmlformats.org/drawingml/2006/main" noGrp="1"/>
          </p:cNvSpPr>
          <p:nvPr/>
        </p:nvSpPr>
        <p:spPr>
          <a:xfrm xmlns:a="http://schemas.openxmlformats.org/drawingml/2006/main">
            <a:off x="12192000" y="73199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33" name="dp42-comparison / n239 / arrow">
            <a:extLst xmlns:a="http://schemas.openxmlformats.org/drawingml/2006/main">
              <a:ext uri="{FF2B5EF4-FFF2-40B4-BE49-F238E27FC236}">
                <a16:creationId xmlns:a16="http://schemas.microsoft.com/office/drawing/2014/main" id="{7222CCD2-B47F-419F-9984-63AF3B625CF6}"/>
              </a:ext>
            </a:extLst>
          </p:cNvPr>
          <p:cNvSpPr>
            <a:spLocks xmlns:a="http://schemas.openxmlformats.org/drawingml/2006/main" noGrp="1"/>
          </p:cNvSpPr>
          <p:nvPr/>
        </p:nvSpPr>
        <p:spPr>
          <a:xfrm xmlns:a="http://schemas.openxmlformats.org/drawingml/2006/main">
            <a:off x="12553569" y="72864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4" name="dp42-comparison / n240">
            <a:extLst xmlns:a="http://schemas.openxmlformats.org/drawingml/2006/main">
              <a:ext uri="{FF2B5EF4-FFF2-40B4-BE49-F238E27FC236}">
                <a16:creationId xmlns:a16="http://schemas.microsoft.com/office/drawing/2014/main" id="{B6F1E930-AB9D-4E05-BF25-A3178165D879}"/>
              </a:ext>
            </a:extLst>
          </p:cNvPr>
          <p:cNvSpPr>
            <a:spLocks xmlns:a="http://schemas.openxmlformats.org/drawingml/2006/main" noGrp="1"/>
          </p:cNvSpPr>
          <p:nvPr/>
        </p:nvSpPr>
        <p:spPr>
          <a:xfrm xmlns:a="http://schemas.openxmlformats.org/drawingml/2006/main">
            <a:off x="15287625" y="719137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35" name="dp42-comparison / n241 / text 1">
            <a:extLst xmlns:a="http://schemas.openxmlformats.org/drawingml/2006/main">
              <a:ext uri="{FF2B5EF4-FFF2-40B4-BE49-F238E27FC236}">
                <a16:creationId xmlns:a16="http://schemas.microsoft.com/office/drawing/2014/main" id="{31967476-5C71-4A9C-B3F7-45C84803E3A7}"/>
              </a:ext>
            </a:extLst>
          </p:cNvPr>
          <p:cNvSpPr>
            <a:spLocks xmlns:a="http://schemas.openxmlformats.org/drawingml/2006/main" noGrp="1"/>
          </p:cNvSpPr>
          <p:nvPr/>
        </p:nvSpPr>
        <p:spPr>
          <a:xfrm xmlns:a="http://schemas.openxmlformats.org/drawingml/2006/main">
            <a:off x="15373350" y="722709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대화: 접수 receipt 반영</a:t>
            </a:r>
          </a:p>
        </p:txBody>
      </p:sp>
      <p:sp>
        <p:nvSpPr>
          <p:cNvPr id="236" name="dp42-comparison / n242 / path">
            <a:extLst xmlns:a="http://schemas.openxmlformats.org/drawingml/2006/main">
              <a:ext uri="{FF2B5EF4-FFF2-40B4-BE49-F238E27FC236}">
                <a16:creationId xmlns:a16="http://schemas.microsoft.com/office/drawing/2014/main" id="{8DD2B051-FC5E-48B3-9693-435FC36AC66A}"/>
              </a:ext>
            </a:extLst>
          </p:cNvPr>
          <p:cNvSpPr>
            <a:spLocks xmlns:a="http://schemas.openxmlformats.org/drawingml/2006/main" noGrp="1"/>
          </p:cNvSpPr>
          <p:nvPr/>
        </p:nvSpPr>
        <p:spPr>
          <a:xfrm xmlns:a="http://schemas.openxmlformats.org/drawingml/2006/main">
            <a:off x="14859000" y="73199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37" name="dp42-comparison / n242 / arrow">
            <a:extLst xmlns:a="http://schemas.openxmlformats.org/drawingml/2006/main">
              <a:ext uri="{FF2B5EF4-FFF2-40B4-BE49-F238E27FC236}">
                <a16:creationId xmlns:a16="http://schemas.microsoft.com/office/drawing/2014/main" id="{5EAC8DDA-2847-4C84-97AE-C9952139D8F1}"/>
              </a:ext>
            </a:extLst>
          </p:cNvPr>
          <p:cNvSpPr>
            <a:spLocks xmlns:a="http://schemas.openxmlformats.org/drawingml/2006/main" noGrp="1"/>
          </p:cNvSpPr>
          <p:nvPr/>
        </p:nvSpPr>
        <p:spPr>
          <a:xfrm xmlns:a="http://schemas.openxmlformats.org/drawingml/2006/main">
            <a:off x="15220569" y="72864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8" name="dp42-comparison / n159">
            <a:extLst xmlns:a="http://schemas.openxmlformats.org/drawingml/2006/main">
              <a:ext uri="{FF2B5EF4-FFF2-40B4-BE49-F238E27FC236}">
                <a16:creationId xmlns:a16="http://schemas.microsoft.com/office/drawing/2014/main" id="{EDD614A1-B7A5-4C47-87B2-57FBC19EF648}"/>
              </a:ext>
            </a:extLst>
          </p:cNvPr>
          <p:cNvSpPr>
            <a:spLocks xmlns:a="http://schemas.openxmlformats.org/drawingml/2006/main" noGrp="1"/>
          </p:cNvSpPr>
          <p:nvPr/>
        </p:nvSpPr>
        <p:spPr>
          <a:xfrm xmlns:a="http://schemas.openxmlformats.org/drawingml/2006/main">
            <a:off x="12858750" y="2409825"/>
            <a:ext cx="4667250" cy="304800"/>
          </a:xfrm>
          <a:custGeom xmlns:a="http://schemas.openxmlformats.org/drawingml/2006/main">
            <a:pathLst>
              <a:path w="4667250" h="304800">
                <a:moveTo>
                  <a:pt x="0" y="0"/>
                </a:moveTo>
                <a:lnTo>
                  <a:pt x="4495800" y="0"/>
                </a:lnTo>
                <a:lnTo>
                  <a:pt x="4667250" y="171450"/>
                </a:lnTo>
                <a:lnTo>
                  <a:pt x="4667250" y="304800"/>
                </a:lnTo>
                <a:lnTo>
                  <a:pt x="0" y="3048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39" name="dp42-comparison / n159 / fold">
            <a:extLst xmlns:a="http://schemas.openxmlformats.org/drawingml/2006/main">
              <a:ext uri="{FF2B5EF4-FFF2-40B4-BE49-F238E27FC236}">
                <a16:creationId xmlns:a16="http://schemas.microsoft.com/office/drawing/2014/main" id="{7D749A08-7991-400C-A349-5698287F0E46}"/>
              </a:ext>
            </a:extLst>
          </p:cNvPr>
          <p:cNvSpPr>
            <a:spLocks xmlns:a="http://schemas.openxmlformats.org/drawingml/2006/main" noGrp="1"/>
          </p:cNvSpPr>
          <p:nvPr/>
        </p:nvSpPr>
        <p:spPr>
          <a:xfrm xmlns:a="http://schemas.openxmlformats.org/drawingml/2006/main">
            <a:off x="17354550" y="240982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40" name="dp42-comparison / n160 / text 1">
            <a:extLst xmlns:a="http://schemas.openxmlformats.org/drawingml/2006/main">
              <a:ext uri="{FF2B5EF4-FFF2-40B4-BE49-F238E27FC236}">
                <a16:creationId xmlns:a16="http://schemas.microsoft.com/office/drawing/2014/main" id="{FF9C31A0-9ACC-49A8-9991-AC8C8148804A}"/>
              </a:ext>
            </a:extLst>
          </p:cNvPr>
          <p:cNvSpPr>
            <a:spLocks xmlns:a="http://schemas.openxmlformats.org/drawingml/2006/main" noGrp="1"/>
          </p:cNvSpPr>
          <p:nvPr/>
        </p:nvSpPr>
        <p:spPr>
          <a:xfrm xmlns:a="http://schemas.openxmlformats.org/drawingml/2006/main">
            <a:off x="12954000" y="2466975"/>
            <a:ext cx="44005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Input1: “응, 상반기로 해줘”</a:t>
            </a:r>
          </a:p>
        </p:txBody>
      </p:sp>
      <p:sp>
        <p:nvSpPr>
          <p:cNvPr id="241" name="dp42-comparison / n162">
            <a:extLst xmlns:a="http://schemas.openxmlformats.org/drawingml/2006/main">
              <a:ext uri="{FF2B5EF4-FFF2-40B4-BE49-F238E27FC236}">
                <a16:creationId xmlns:a16="http://schemas.microsoft.com/office/drawing/2014/main" id="{1888CE70-76DE-482E-9A34-2359D470CF36}"/>
              </a:ext>
            </a:extLst>
          </p:cNvPr>
          <p:cNvSpPr>
            <a:spLocks xmlns:a="http://schemas.openxmlformats.org/drawingml/2006/main" noGrp="1"/>
          </p:cNvSpPr>
          <p:nvPr/>
        </p:nvSpPr>
        <p:spPr>
          <a:xfrm xmlns:a="http://schemas.openxmlformats.org/drawingml/2006/main">
            <a:off x="9934575" y="2743200"/>
            <a:ext cx="4335780"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2" name="dp42-comparison / n163 / text 1">
            <a:extLst xmlns:a="http://schemas.openxmlformats.org/drawingml/2006/main">
              <a:ext uri="{FF2B5EF4-FFF2-40B4-BE49-F238E27FC236}">
                <a16:creationId xmlns:a16="http://schemas.microsoft.com/office/drawing/2014/main" id="{747C4523-E463-4361-865E-D17CC8F003DE}"/>
              </a:ext>
            </a:extLst>
          </p:cNvPr>
          <p:cNvSpPr>
            <a:spLocks xmlns:a="http://schemas.openxmlformats.org/drawingml/2006/main" noGrp="1"/>
          </p:cNvSpPr>
          <p:nvPr/>
        </p:nvSpPr>
        <p:spPr>
          <a:xfrm xmlns:a="http://schemas.openxmlformats.org/drawingml/2006/main">
            <a:off x="9953625" y="2752725"/>
            <a:ext cx="75247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공통 장면: 보고서 기간 질문 Question1을 Publication1로 실제 제시</a:t>
            </a:r>
          </a:p>
        </p:txBody>
      </p:sp>
      <p:sp>
        <p:nvSpPr>
          <p:cNvPr id="243" name="dp42-comparison / n164">
            <a:extLst xmlns:a="http://schemas.openxmlformats.org/drawingml/2006/main">
              <a:ext uri="{FF2B5EF4-FFF2-40B4-BE49-F238E27FC236}">
                <a16:creationId xmlns:a16="http://schemas.microsoft.com/office/drawing/2014/main" id="{20DCADF8-6E10-4F45-A696-7DE4D82D99E5}"/>
              </a:ext>
            </a:extLst>
          </p:cNvPr>
          <p:cNvSpPr>
            <a:spLocks xmlns:a="http://schemas.openxmlformats.org/drawingml/2006/main" noGrp="1"/>
          </p:cNvSpPr>
          <p:nvPr/>
        </p:nvSpPr>
        <p:spPr>
          <a:xfrm xmlns:a="http://schemas.openxmlformats.org/drawingml/2006/main">
            <a:off x="9934575" y="2933700"/>
            <a:ext cx="93802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4" name="dp42-comparison / n165 / text 1">
            <a:extLst xmlns:a="http://schemas.openxmlformats.org/drawingml/2006/main">
              <a:ext uri="{FF2B5EF4-FFF2-40B4-BE49-F238E27FC236}">
                <a16:creationId xmlns:a16="http://schemas.microsoft.com/office/drawing/2014/main" id="{62100F08-BC7D-4696-B385-D36BF048033A}"/>
              </a:ext>
            </a:extLst>
          </p:cNvPr>
          <p:cNvSpPr>
            <a:spLocks xmlns:a="http://schemas.openxmlformats.org/drawingml/2006/main" noGrp="1"/>
          </p:cNvSpPr>
          <p:nvPr/>
        </p:nvSpPr>
        <p:spPr>
          <a:xfrm xmlns:a="http://schemas.openxmlformats.org/drawingml/2006/main">
            <a:off x="9953625" y="294322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Conversation1</a:t>
            </a:r>
          </a:p>
        </p:txBody>
      </p:sp>
      <p:sp>
        <p:nvSpPr>
          <p:cNvPr id="245" name="dp42-comparison / n167">
            <a:extLst xmlns:a="http://schemas.openxmlformats.org/drawingml/2006/main">
              <a:ext uri="{FF2B5EF4-FFF2-40B4-BE49-F238E27FC236}">
                <a16:creationId xmlns:a16="http://schemas.microsoft.com/office/drawing/2014/main" id="{06C7C9ED-F345-47AE-8B3B-8EA0BA2B325A}"/>
              </a:ext>
            </a:extLst>
          </p:cNvPr>
          <p:cNvSpPr>
            <a:spLocks xmlns:a="http://schemas.openxmlformats.org/drawingml/2006/main" noGrp="1"/>
          </p:cNvSpPr>
          <p:nvPr/>
        </p:nvSpPr>
        <p:spPr>
          <a:xfrm xmlns:a="http://schemas.openxmlformats.org/drawingml/2006/main">
            <a:off x="11458575" y="2924175"/>
            <a:ext cx="826389"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6" name="dp42-comparison / n168 / text 1">
            <a:extLst xmlns:a="http://schemas.openxmlformats.org/drawingml/2006/main">
              <a:ext uri="{FF2B5EF4-FFF2-40B4-BE49-F238E27FC236}">
                <a16:creationId xmlns:a16="http://schemas.microsoft.com/office/drawing/2014/main" id="{4B5394D1-8070-430B-B862-E0DDB3B379EC}"/>
              </a:ext>
            </a:extLst>
          </p:cNvPr>
          <p:cNvSpPr>
            <a:spLocks xmlns:a="http://schemas.openxmlformats.org/drawingml/2006/main" noGrp="1"/>
          </p:cNvSpPr>
          <p:nvPr/>
        </p:nvSpPr>
        <p:spPr>
          <a:xfrm xmlns:a="http://schemas.openxmlformats.org/drawingml/2006/main">
            <a:off x="11477625" y="293370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대화 연결 유지</a:t>
            </a:r>
          </a:p>
        </p:txBody>
      </p:sp>
      <p:sp>
        <p:nvSpPr>
          <p:cNvPr id="247" name="dp42-comparison / n169">
            <a:extLst xmlns:a="http://schemas.openxmlformats.org/drawingml/2006/main">
              <a:ext uri="{FF2B5EF4-FFF2-40B4-BE49-F238E27FC236}">
                <a16:creationId xmlns:a16="http://schemas.microsoft.com/office/drawing/2014/main" id="{42C0FDBC-E37A-463C-9DFC-9CC5D759E1B3}"/>
              </a:ext>
            </a:extLst>
          </p:cNvPr>
          <p:cNvSpPr>
            <a:spLocks xmlns:a="http://schemas.openxmlformats.org/drawingml/2006/main" noGrp="1"/>
          </p:cNvSpPr>
          <p:nvPr/>
        </p:nvSpPr>
        <p:spPr>
          <a:xfrm xmlns:a="http://schemas.openxmlformats.org/drawingml/2006/main">
            <a:off x="9934575" y="3105150"/>
            <a:ext cx="60655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8" name="dp42-comparison / n170 / text 1">
            <a:extLst xmlns:a="http://schemas.openxmlformats.org/drawingml/2006/main">
              <a:ext uri="{FF2B5EF4-FFF2-40B4-BE49-F238E27FC236}">
                <a16:creationId xmlns:a16="http://schemas.microsoft.com/office/drawing/2014/main" id="{9DDB72E6-9E05-4870-9EF8-848D786B83F1}"/>
              </a:ext>
            </a:extLst>
          </p:cNvPr>
          <p:cNvSpPr>
            <a:spLocks xmlns:a="http://schemas.openxmlformats.org/drawingml/2006/main" noGrp="1"/>
          </p:cNvSpPr>
          <p:nvPr/>
        </p:nvSpPr>
        <p:spPr>
          <a:xfrm xmlns:a="http://schemas.openxmlformats.org/drawingml/2006/main">
            <a:off x="9953625" y="311467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Request1</a:t>
            </a:r>
          </a:p>
        </p:txBody>
      </p:sp>
      <p:sp>
        <p:nvSpPr>
          <p:cNvPr id="249" name="dp42-comparison / n172">
            <a:extLst xmlns:a="http://schemas.openxmlformats.org/drawingml/2006/main">
              <a:ext uri="{FF2B5EF4-FFF2-40B4-BE49-F238E27FC236}">
                <a16:creationId xmlns:a16="http://schemas.microsoft.com/office/drawing/2014/main" id="{2767A8C1-79E0-446A-BC8C-80AFD72D7337}"/>
              </a:ext>
            </a:extLst>
          </p:cNvPr>
          <p:cNvSpPr>
            <a:spLocks xmlns:a="http://schemas.openxmlformats.org/drawingml/2006/main" noGrp="1"/>
          </p:cNvSpPr>
          <p:nvPr/>
        </p:nvSpPr>
        <p:spPr>
          <a:xfrm xmlns:a="http://schemas.openxmlformats.org/drawingml/2006/main">
            <a:off x="11458575" y="3095625"/>
            <a:ext cx="2177987"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0" name="dp42-comparison / n173 / text 1">
            <a:extLst xmlns:a="http://schemas.openxmlformats.org/drawingml/2006/main">
              <a:ext uri="{FF2B5EF4-FFF2-40B4-BE49-F238E27FC236}">
                <a16:creationId xmlns:a16="http://schemas.microsoft.com/office/drawing/2014/main" id="{7C1BED76-86BE-4BD1-ACDF-EB34D4F251FC}"/>
              </a:ext>
            </a:extLst>
          </p:cNvPr>
          <p:cNvSpPr>
            <a:spLocks xmlns:a="http://schemas.openxmlformats.org/drawingml/2006/main" noGrp="1"/>
          </p:cNvSpPr>
          <p:nvPr/>
        </p:nvSpPr>
        <p:spPr>
          <a:xfrm xmlns:a="http://schemas.openxmlformats.org/drawingml/2006/main">
            <a:off x="11477625" y="310515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이번 답변의 외부 접수 확인 후 처리 종료</a:t>
            </a:r>
          </a:p>
        </p:txBody>
      </p:sp>
      <p:sp>
        <p:nvSpPr>
          <p:cNvPr id="251" name="dp42-comparison / n174">
            <a:extLst xmlns:a="http://schemas.openxmlformats.org/drawingml/2006/main">
              <a:ext uri="{FF2B5EF4-FFF2-40B4-BE49-F238E27FC236}">
                <a16:creationId xmlns:a16="http://schemas.microsoft.com/office/drawing/2014/main" id="{9F2817F9-F0AB-4B78-A6DC-BFF7257F94CB}"/>
              </a:ext>
            </a:extLst>
          </p:cNvPr>
          <p:cNvSpPr>
            <a:spLocks xmlns:a="http://schemas.openxmlformats.org/drawingml/2006/main" noGrp="1"/>
          </p:cNvSpPr>
          <p:nvPr/>
        </p:nvSpPr>
        <p:spPr>
          <a:xfrm xmlns:a="http://schemas.openxmlformats.org/drawingml/2006/main">
            <a:off x="9934575" y="3276600"/>
            <a:ext cx="40767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2" name="dp42-comparison / n175 / text 1">
            <a:extLst xmlns:a="http://schemas.openxmlformats.org/drawingml/2006/main">
              <a:ext uri="{FF2B5EF4-FFF2-40B4-BE49-F238E27FC236}">
                <a16:creationId xmlns:a16="http://schemas.microsoft.com/office/drawing/2014/main" id="{2B00A224-582A-460B-A760-7CD3CAD4D2A9}"/>
              </a:ext>
            </a:extLst>
          </p:cNvPr>
          <p:cNvSpPr>
            <a:spLocks xmlns:a="http://schemas.openxmlformats.org/drawingml/2006/main" noGrp="1"/>
          </p:cNvSpPr>
          <p:nvPr/>
        </p:nvSpPr>
        <p:spPr>
          <a:xfrm xmlns:a="http://schemas.openxmlformats.org/drawingml/2006/main">
            <a:off x="9953625" y="328612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Task1</a:t>
            </a:r>
          </a:p>
        </p:txBody>
      </p:sp>
      <p:sp>
        <p:nvSpPr>
          <p:cNvPr id="253" name="dp42-comparison / n177">
            <a:extLst xmlns:a="http://schemas.openxmlformats.org/drawingml/2006/main">
              <a:ext uri="{FF2B5EF4-FFF2-40B4-BE49-F238E27FC236}">
                <a16:creationId xmlns:a16="http://schemas.microsoft.com/office/drawing/2014/main" id="{CFEDA17C-417D-4844-8636-6E5032F15EAF}"/>
              </a:ext>
            </a:extLst>
          </p:cNvPr>
          <p:cNvSpPr>
            <a:spLocks xmlns:a="http://schemas.openxmlformats.org/drawingml/2006/main" noGrp="1"/>
          </p:cNvSpPr>
          <p:nvPr/>
        </p:nvSpPr>
        <p:spPr>
          <a:xfrm xmlns:a="http://schemas.openxmlformats.org/drawingml/2006/main">
            <a:off x="11458575" y="3267075"/>
            <a:ext cx="210674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4" name="dp42-comparison / n178 / text 1">
            <a:extLst xmlns:a="http://schemas.openxmlformats.org/drawingml/2006/main">
              <a:ext uri="{FF2B5EF4-FFF2-40B4-BE49-F238E27FC236}">
                <a16:creationId xmlns:a16="http://schemas.microsoft.com/office/drawing/2014/main" id="{F00FFA1B-27E1-4AFF-AE09-4F058A22918F}"/>
              </a:ext>
            </a:extLst>
          </p:cNvPr>
          <p:cNvSpPr>
            <a:spLocks xmlns:a="http://schemas.openxmlformats.org/drawingml/2006/main" noGrp="1"/>
          </p:cNvSpPr>
          <p:nvPr/>
        </p:nvSpPr>
        <p:spPr>
          <a:xfrm xmlns:a="http://schemas.openxmlformats.org/drawingml/2006/main">
            <a:off x="11477625" y="327660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보고서 Task는 계속 / 대화와 별도 수명</a:t>
            </a:r>
          </a:p>
        </p:txBody>
      </p:sp>
      <p:sp>
        <p:nvSpPr>
          <p:cNvPr id="255" name="dp42-comparison / n179">
            <a:extLst xmlns:a="http://schemas.openxmlformats.org/drawingml/2006/main">
              <a:ext uri="{FF2B5EF4-FFF2-40B4-BE49-F238E27FC236}">
                <a16:creationId xmlns:a16="http://schemas.microsoft.com/office/drawing/2014/main" id="{800F7B51-95E7-4D85-AC15-5E8189D63330}"/>
              </a:ext>
            </a:extLst>
          </p:cNvPr>
          <p:cNvSpPr>
            <a:spLocks xmlns:a="http://schemas.openxmlformats.org/drawingml/2006/main" noGrp="1"/>
          </p:cNvSpPr>
          <p:nvPr/>
        </p:nvSpPr>
        <p:spPr>
          <a:xfrm xmlns:a="http://schemas.openxmlformats.org/drawingml/2006/main">
            <a:off x="9934575" y="3448050"/>
            <a:ext cx="7391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6" name="dp42-comparison / n180 / text 1">
            <a:extLst xmlns:a="http://schemas.openxmlformats.org/drawingml/2006/main">
              <a:ext uri="{FF2B5EF4-FFF2-40B4-BE49-F238E27FC236}">
                <a16:creationId xmlns:a16="http://schemas.microsoft.com/office/drawing/2014/main" id="{CEB385FB-7906-4783-9276-EF2729847BDB}"/>
              </a:ext>
            </a:extLst>
          </p:cNvPr>
          <p:cNvSpPr>
            <a:spLocks xmlns:a="http://schemas.openxmlformats.org/drawingml/2006/main" noGrp="1"/>
          </p:cNvSpPr>
          <p:nvPr/>
        </p:nvSpPr>
        <p:spPr>
          <a:xfrm xmlns:a="http://schemas.openxmlformats.org/drawingml/2006/main">
            <a:off x="9953625" y="3457575"/>
            <a:ext cx="138112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Execution1</a:t>
            </a:r>
          </a:p>
        </p:txBody>
      </p:sp>
      <p:sp>
        <p:nvSpPr>
          <p:cNvPr id="257" name="dp42-comparison / n182">
            <a:extLst xmlns:a="http://schemas.openxmlformats.org/drawingml/2006/main">
              <a:ext uri="{FF2B5EF4-FFF2-40B4-BE49-F238E27FC236}">
                <a16:creationId xmlns:a16="http://schemas.microsoft.com/office/drawing/2014/main" id="{86FC01FD-8D8D-4BA4-94CF-09090962C331}"/>
              </a:ext>
            </a:extLst>
          </p:cNvPr>
          <p:cNvSpPr>
            <a:spLocks xmlns:a="http://schemas.openxmlformats.org/drawingml/2006/main" noGrp="1"/>
          </p:cNvSpPr>
          <p:nvPr/>
        </p:nvSpPr>
        <p:spPr>
          <a:xfrm xmlns:a="http://schemas.openxmlformats.org/drawingml/2006/main">
            <a:off x="11458575" y="3438525"/>
            <a:ext cx="233934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8" name="dp42-comparison / n183 / text 1">
            <a:extLst xmlns:a="http://schemas.openxmlformats.org/drawingml/2006/main">
              <a:ext uri="{FF2B5EF4-FFF2-40B4-BE49-F238E27FC236}">
                <a16:creationId xmlns:a16="http://schemas.microsoft.com/office/drawing/2014/main" id="{E7AE3C44-16FD-4F2F-82C6-E352E1C18B85}"/>
              </a:ext>
            </a:extLst>
          </p:cNvPr>
          <p:cNvSpPr>
            <a:spLocks xmlns:a="http://schemas.openxmlformats.org/drawingml/2006/main" noGrp="1"/>
          </p:cNvSpPr>
          <p:nvPr/>
        </p:nvSpPr>
        <p:spPr>
          <a:xfrm xmlns:a="http://schemas.openxmlformats.org/drawingml/2006/main">
            <a:off x="11477625" y="3448050"/>
            <a:ext cx="5953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Downstream Agent의 실제 실행은 별도 수명</a:t>
            </a:r>
          </a:p>
        </p:txBody>
      </p:sp>
      <p:sp>
        <p:nvSpPr>
          <p:cNvPr id="259" name="dp42-comparison / n204">
            <a:extLst xmlns:a="http://schemas.openxmlformats.org/drawingml/2006/main">
              <a:ext uri="{FF2B5EF4-FFF2-40B4-BE49-F238E27FC236}">
                <a16:creationId xmlns:a16="http://schemas.microsoft.com/office/drawing/2014/main" id="{EFA55EC9-1CF8-45C2-97FE-75EDF0595613}"/>
              </a:ext>
            </a:extLst>
          </p:cNvPr>
          <p:cNvSpPr>
            <a:spLocks xmlns:a="http://schemas.openxmlformats.org/drawingml/2006/main" noGrp="1"/>
          </p:cNvSpPr>
          <p:nvPr/>
        </p:nvSpPr>
        <p:spPr>
          <a:xfrm xmlns:a="http://schemas.openxmlformats.org/drawingml/2006/main">
            <a:off x="14373225" y="5029200"/>
            <a:ext cx="219056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0" name="dp42-comparison / n205 / text 1">
            <a:extLst xmlns:a="http://schemas.openxmlformats.org/drawingml/2006/main">
              <a:ext uri="{FF2B5EF4-FFF2-40B4-BE49-F238E27FC236}">
                <a16:creationId xmlns:a16="http://schemas.microsoft.com/office/drawing/2014/main" id="{73E0CA4A-D0D7-4628-97F9-A716B0BF928C}"/>
              </a:ext>
            </a:extLst>
          </p:cNvPr>
          <p:cNvSpPr>
            <a:spLocks xmlns:a="http://schemas.openxmlformats.org/drawingml/2006/main" noGrp="1"/>
          </p:cNvSpPr>
          <p:nvPr/>
        </p:nvSpPr>
        <p:spPr>
          <a:xfrm xmlns:a="http://schemas.openxmlformats.org/drawingml/2006/main">
            <a:off x="14392275" y="5038725"/>
            <a:ext cx="2952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Task1: 보고서 / Command1: 상반기 답변</a:t>
            </a:r>
          </a:p>
        </p:txBody>
      </p:sp>
      <p:sp>
        <p:nvSpPr>
          <p:cNvPr id="261" name="dp42-comparison / n212">
            <a:extLst xmlns:a="http://schemas.openxmlformats.org/drawingml/2006/main">
              <a:ext uri="{FF2B5EF4-FFF2-40B4-BE49-F238E27FC236}">
                <a16:creationId xmlns:a16="http://schemas.microsoft.com/office/drawing/2014/main" id="{9A8656D1-1389-4D82-8C8A-9E77D2CBFB0F}"/>
              </a:ext>
            </a:extLst>
          </p:cNvPr>
          <p:cNvSpPr>
            <a:spLocks xmlns:a="http://schemas.openxmlformats.org/drawingml/2006/main" noGrp="1"/>
          </p:cNvSpPr>
          <p:nvPr/>
        </p:nvSpPr>
        <p:spPr>
          <a:xfrm xmlns:a="http://schemas.openxmlformats.org/drawingml/2006/main">
            <a:off x="13106400" y="4000500"/>
            <a:ext cx="628650"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2" name="dp42-comparison / n213 / text 1">
            <a:extLst xmlns:a="http://schemas.openxmlformats.org/drawingml/2006/main">
              <a:ext uri="{FF2B5EF4-FFF2-40B4-BE49-F238E27FC236}">
                <a16:creationId xmlns:a16="http://schemas.microsoft.com/office/drawing/2014/main" id="{744583A2-EFF7-4E0C-AFFF-FD3B051BE337}"/>
              </a:ext>
            </a:extLst>
          </p:cNvPr>
          <p:cNvSpPr>
            <a:spLocks xmlns:a="http://schemas.openxmlformats.org/drawingml/2006/main" noGrp="1"/>
          </p:cNvSpPr>
          <p:nvPr/>
        </p:nvSpPr>
        <p:spPr>
          <a:xfrm xmlns:a="http://schemas.openxmlformats.org/drawingml/2006/main">
            <a:off x="13125450" y="4010025"/>
            <a:ext cx="1047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Command1 →</a:t>
            </a:r>
          </a:p>
        </p:txBody>
      </p:sp>
      <p:sp>
        <p:nvSpPr>
          <p:cNvPr id="263" name="dp42-comparison / n215">
            <a:extLst xmlns:a="http://schemas.openxmlformats.org/drawingml/2006/main">
              <a:ext uri="{FF2B5EF4-FFF2-40B4-BE49-F238E27FC236}">
                <a16:creationId xmlns:a16="http://schemas.microsoft.com/office/drawing/2014/main" id="{7FF70E6A-DE67-43C9-83C6-93A51F4CFDA3}"/>
              </a:ext>
            </a:extLst>
          </p:cNvPr>
          <p:cNvSpPr>
            <a:spLocks xmlns:a="http://schemas.openxmlformats.org/drawingml/2006/main" noGrp="1"/>
          </p:cNvSpPr>
          <p:nvPr/>
        </p:nvSpPr>
        <p:spPr>
          <a:xfrm xmlns:a="http://schemas.openxmlformats.org/drawingml/2006/main">
            <a:off x="13115925" y="4581525"/>
            <a:ext cx="62293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4" name="dp42-comparison / n216 / text 1">
            <a:extLst xmlns:a="http://schemas.openxmlformats.org/drawingml/2006/main">
              <a:ext uri="{FF2B5EF4-FFF2-40B4-BE49-F238E27FC236}">
                <a16:creationId xmlns:a16="http://schemas.microsoft.com/office/drawing/2014/main" id="{4E3AE806-6313-441A-B3C3-52B0573A29F2}"/>
              </a:ext>
            </a:extLst>
          </p:cNvPr>
          <p:cNvSpPr>
            <a:spLocks xmlns:a="http://schemas.openxmlformats.org/drawingml/2006/main" noGrp="1"/>
          </p:cNvSpPr>
          <p:nvPr/>
        </p:nvSpPr>
        <p:spPr>
          <a:xfrm xmlns:a="http://schemas.openxmlformats.org/drawingml/2006/main">
            <a:off x="13134975" y="4591050"/>
            <a:ext cx="9715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 접수 결과</a:t>
            </a:r>
          </a:p>
        </p:txBody>
      </p:sp>
      <p:sp>
        <p:nvSpPr>
          <p:cNvPr id="265" name="dp42-comparison / n219">
            <a:extLst xmlns:a="http://schemas.openxmlformats.org/drawingml/2006/main">
              <a:ext uri="{FF2B5EF4-FFF2-40B4-BE49-F238E27FC236}">
                <a16:creationId xmlns:a16="http://schemas.microsoft.com/office/drawing/2014/main" id="{6C681DF3-0E47-4CF2-B3AB-C85B51E7E141}"/>
              </a:ext>
            </a:extLst>
          </p:cNvPr>
          <p:cNvSpPr>
            <a:spLocks xmlns:a="http://schemas.openxmlformats.org/drawingml/2006/main" noGrp="1"/>
          </p:cNvSpPr>
          <p:nvPr/>
        </p:nvSpPr>
        <p:spPr>
          <a:xfrm xmlns:a="http://schemas.openxmlformats.org/drawingml/2006/main">
            <a:off x="10039350" y="5962650"/>
            <a:ext cx="1863090"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6" name="dp42-comparison / n220 / text 1">
            <a:extLst xmlns:a="http://schemas.openxmlformats.org/drawingml/2006/main">
              <a:ext uri="{FF2B5EF4-FFF2-40B4-BE49-F238E27FC236}">
                <a16:creationId xmlns:a16="http://schemas.microsoft.com/office/drawing/2014/main" id="{DFA025CE-2D61-4092-960F-610278C99F9D}"/>
              </a:ext>
            </a:extLst>
          </p:cNvPr>
          <p:cNvSpPr>
            <a:spLocks xmlns:a="http://schemas.openxmlformats.org/drawingml/2006/main" noGrp="1"/>
          </p:cNvSpPr>
          <p:nvPr/>
        </p:nvSpPr>
        <p:spPr>
          <a:xfrm xmlns:a="http://schemas.openxmlformats.org/drawingml/2006/main">
            <a:off x="10058400" y="5972175"/>
            <a:ext cx="28479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대화 원본 / 독립 local transaction</a:t>
            </a:r>
          </a:p>
        </p:txBody>
      </p:sp>
      <p:sp>
        <p:nvSpPr>
          <p:cNvPr id="267" name="dp42-comparison / n221">
            <a:extLst xmlns:a="http://schemas.openxmlformats.org/drawingml/2006/main">
              <a:ext uri="{FF2B5EF4-FFF2-40B4-BE49-F238E27FC236}">
                <a16:creationId xmlns:a16="http://schemas.microsoft.com/office/drawing/2014/main" id="{02E5C838-89D2-4760-9ACB-CA8C8405509D}"/>
              </a:ext>
            </a:extLst>
          </p:cNvPr>
          <p:cNvSpPr>
            <a:spLocks xmlns:a="http://schemas.openxmlformats.org/drawingml/2006/main" noGrp="1"/>
          </p:cNvSpPr>
          <p:nvPr/>
        </p:nvSpPr>
        <p:spPr>
          <a:xfrm xmlns:a="http://schemas.openxmlformats.org/drawingml/2006/main">
            <a:off x="14277975" y="5962650"/>
            <a:ext cx="1893570"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8" name="dp42-comparison / n222 / text 1">
            <a:extLst xmlns:a="http://schemas.openxmlformats.org/drawingml/2006/main">
              <a:ext uri="{FF2B5EF4-FFF2-40B4-BE49-F238E27FC236}">
                <a16:creationId xmlns:a16="http://schemas.microsoft.com/office/drawing/2014/main" id="{243552D2-5DC2-44C7-91DC-AEC527B26B44}"/>
              </a:ext>
            </a:extLst>
          </p:cNvPr>
          <p:cNvSpPr>
            <a:spLocks xmlns:a="http://schemas.openxmlformats.org/drawingml/2006/main" noGrp="1"/>
          </p:cNvSpPr>
          <p:nvPr/>
        </p:nvSpPr>
        <p:spPr>
          <a:xfrm xmlns:a="http://schemas.openxmlformats.org/drawingml/2006/main">
            <a:off x="14297025" y="5972175"/>
            <a:ext cx="31146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Task 원본 / 독립 local transaction</a:t>
            </a:r>
          </a:p>
        </p:txBody>
      </p:sp>
      <p:sp>
        <p:nvSpPr>
          <p:cNvPr id="269" name="dp42-comparison / n224">
            <a:extLst xmlns:a="http://schemas.openxmlformats.org/drawingml/2006/main">
              <a:ext uri="{FF2B5EF4-FFF2-40B4-BE49-F238E27FC236}">
                <a16:creationId xmlns:a16="http://schemas.microsoft.com/office/drawing/2014/main" id="{72A131C8-EEAD-4D82-B6D5-AC86D5C5B20B}"/>
              </a:ext>
            </a:extLst>
          </p:cNvPr>
          <p:cNvSpPr>
            <a:spLocks xmlns:a="http://schemas.openxmlformats.org/drawingml/2006/main" noGrp="1"/>
          </p:cNvSpPr>
          <p:nvPr/>
        </p:nvSpPr>
        <p:spPr>
          <a:xfrm xmlns:a="http://schemas.openxmlformats.org/drawingml/2006/main">
            <a:off x="9953625" y="6191250"/>
            <a:ext cx="2286000" cy="714375"/>
          </a:xfrm>
          <a:custGeom xmlns:a="http://schemas.openxmlformats.org/drawingml/2006/main">
            <a:pathLst>
              <a:path w="2286000" h="714375">
                <a:moveTo>
                  <a:pt x="0" y="0"/>
                </a:moveTo>
                <a:lnTo>
                  <a:pt x="2114550" y="0"/>
                </a:lnTo>
                <a:lnTo>
                  <a:pt x="2286000" y="171450"/>
                </a:lnTo>
                <a:lnTo>
                  <a:pt x="2286000" y="714375"/>
                </a:lnTo>
                <a:lnTo>
                  <a:pt x="0" y="7143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70" name="dp42-comparison / n224 / fold">
            <a:extLst xmlns:a="http://schemas.openxmlformats.org/drawingml/2006/main">
              <a:ext uri="{FF2B5EF4-FFF2-40B4-BE49-F238E27FC236}">
                <a16:creationId xmlns:a16="http://schemas.microsoft.com/office/drawing/2014/main" id="{E2C3C1D3-78B0-4CF9-A57D-362A1BDEB5FA}"/>
              </a:ext>
            </a:extLst>
          </p:cNvPr>
          <p:cNvSpPr>
            <a:spLocks xmlns:a="http://schemas.openxmlformats.org/drawingml/2006/main" noGrp="1"/>
          </p:cNvSpPr>
          <p:nvPr/>
        </p:nvSpPr>
        <p:spPr>
          <a:xfrm xmlns:a="http://schemas.openxmlformats.org/drawingml/2006/main">
            <a:off x="12068175" y="6191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71" name="dp42-comparison / n225 / text 1">
            <a:extLst xmlns:a="http://schemas.openxmlformats.org/drawingml/2006/main">
              <a:ext uri="{FF2B5EF4-FFF2-40B4-BE49-F238E27FC236}">
                <a16:creationId xmlns:a16="http://schemas.microsoft.com/office/drawing/2014/main" id="{09DB3C43-799C-4F4F-BBC3-E1A8DE8C41F7}"/>
              </a:ext>
            </a:extLst>
          </p:cNvPr>
          <p:cNvSpPr>
            <a:spLocks xmlns:a="http://schemas.openxmlformats.org/drawingml/2006/main" noGrp="1"/>
          </p:cNvSpPr>
          <p:nvPr/>
        </p:nvSpPr>
        <p:spPr>
          <a:xfrm xmlns:a="http://schemas.openxmlformats.org/drawingml/2006/main">
            <a:off x="10048875" y="6248400"/>
            <a:ext cx="201930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① 대화 저장 / 접수 대기</a:t>
            </a:r>
          </a:p>
        </p:txBody>
      </p:sp>
      <p:sp>
        <p:nvSpPr>
          <p:cNvPr id="272" name="dp42-comparison / n225 / text 2">
            <a:extLst xmlns:a="http://schemas.openxmlformats.org/drawingml/2006/main">
              <a:ext uri="{FF2B5EF4-FFF2-40B4-BE49-F238E27FC236}">
                <a16:creationId xmlns:a16="http://schemas.microsoft.com/office/drawing/2014/main" id="{72911999-C4A2-4B6A-9A1A-809D53F8AA83}"/>
              </a:ext>
            </a:extLst>
          </p:cNvPr>
          <p:cNvSpPr>
            <a:spLocks xmlns:a="http://schemas.openxmlformats.org/drawingml/2006/main" noGrp="1"/>
          </p:cNvSpPr>
          <p:nvPr/>
        </p:nvSpPr>
        <p:spPr>
          <a:xfrm xmlns:a="http://schemas.openxmlformats.org/drawingml/2006/main">
            <a:off x="10048875" y="6368415"/>
            <a:ext cx="201930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command_id:Command1 / request_id:Request1</a:t>
            </a:r>
          </a:p>
        </p:txBody>
      </p:sp>
      <p:sp>
        <p:nvSpPr>
          <p:cNvPr id="273" name="dp42-comparison / n225 / text 3">
            <a:extLst xmlns:a="http://schemas.openxmlformats.org/drawingml/2006/main">
              <a:ext uri="{FF2B5EF4-FFF2-40B4-BE49-F238E27FC236}">
                <a16:creationId xmlns:a16="http://schemas.microsoft.com/office/drawing/2014/main" id="{B94F280F-4FE5-45F0-A398-2F18DE80A251}"/>
              </a:ext>
            </a:extLst>
          </p:cNvPr>
          <p:cNvSpPr>
            <a:spLocks xmlns:a="http://schemas.openxmlformats.org/drawingml/2006/main" noGrp="1"/>
          </p:cNvSpPr>
          <p:nvPr/>
        </p:nvSpPr>
        <p:spPr>
          <a:xfrm xmlns:a="http://schemas.openxmlformats.org/drawingml/2006/main">
            <a:off x="10048875" y="6488430"/>
            <a:ext cx="201930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task_id:Task1 / question_id:Question1</a:t>
            </a:r>
          </a:p>
        </p:txBody>
      </p:sp>
      <p:sp>
        <p:nvSpPr>
          <p:cNvPr id="274" name="dp42-comparison / n225 / text 4">
            <a:extLst xmlns:a="http://schemas.openxmlformats.org/drawingml/2006/main">
              <a:ext uri="{FF2B5EF4-FFF2-40B4-BE49-F238E27FC236}">
                <a16:creationId xmlns:a16="http://schemas.microsoft.com/office/drawing/2014/main" id="{1D554925-3FAF-41E7-B26D-6A310EFCCA5E}"/>
              </a:ext>
            </a:extLst>
          </p:cNvPr>
          <p:cNvSpPr>
            <a:spLocks xmlns:a="http://schemas.openxmlformats.org/drawingml/2006/main" noGrp="1"/>
          </p:cNvSpPr>
          <p:nvPr/>
        </p:nvSpPr>
        <p:spPr>
          <a:xfrm xmlns:a="http://schemas.openxmlformats.org/drawingml/2006/main">
            <a:off x="10048875" y="6608445"/>
            <a:ext cx="201930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payload.answer:상반기</a:t>
            </a:r>
          </a:p>
        </p:txBody>
      </p:sp>
      <p:sp>
        <p:nvSpPr>
          <p:cNvPr id="275" name="dp42-comparison / n225 / text 5">
            <a:extLst xmlns:a="http://schemas.openxmlformats.org/drawingml/2006/main">
              <a:ext uri="{FF2B5EF4-FFF2-40B4-BE49-F238E27FC236}">
                <a16:creationId xmlns:a16="http://schemas.microsoft.com/office/drawing/2014/main" id="{128EE658-A5CC-4711-9F68-4390F308D87D}"/>
              </a:ext>
            </a:extLst>
          </p:cNvPr>
          <p:cNvSpPr>
            <a:spLocks xmlns:a="http://schemas.openxmlformats.org/drawingml/2006/main" noGrp="1"/>
          </p:cNvSpPr>
          <p:nvPr/>
        </p:nvSpPr>
        <p:spPr>
          <a:xfrm xmlns:a="http://schemas.openxmlformats.org/drawingml/2006/main">
            <a:off x="10048875" y="6728460"/>
            <a:ext cx="201930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expected_question_revision:7</a:t>
            </a:r>
          </a:p>
        </p:txBody>
      </p:sp>
      <p:sp>
        <p:nvSpPr>
          <p:cNvPr id="276" name="dp42-comparison / n226">
            <a:extLst xmlns:a="http://schemas.openxmlformats.org/drawingml/2006/main">
              <a:ext uri="{FF2B5EF4-FFF2-40B4-BE49-F238E27FC236}">
                <a16:creationId xmlns:a16="http://schemas.microsoft.com/office/drawing/2014/main" id="{C036201E-B499-493F-95C3-DA83D4C8C9F2}"/>
              </a:ext>
            </a:extLst>
          </p:cNvPr>
          <p:cNvSpPr>
            <a:spLocks xmlns:a="http://schemas.openxmlformats.org/drawingml/2006/main" noGrp="1"/>
          </p:cNvSpPr>
          <p:nvPr/>
        </p:nvSpPr>
        <p:spPr>
          <a:xfrm xmlns:a="http://schemas.openxmlformats.org/drawingml/2006/main">
            <a:off x="12668250" y="6191250"/>
            <a:ext cx="2286000" cy="714375"/>
          </a:xfrm>
          <a:custGeom xmlns:a="http://schemas.openxmlformats.org/drawingml/2006/main">
            <a:pathLst>
              <a:path w="2286000" h="714375">
                <a:moveTo>
                  <a:pt x="0" y="0"/>
                </a:moveTo>
                <a:lnTo>
                  <a:pt x="2114550" y="0"/>
                </a:lnTo>
                <a:lnTo>
                  <a:pt x="2286000" y="171450"/>
                </a:lnTo>
                <a:lnTo>
                  <a:pt x="2286000" y="714375"/>
                </a:lnTo>
                <a:lnTo>
                  <a:pt x="0" y="7143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77" name="dp42-comparison / n226 / fold">
            <a:extLst xmlns:a="http://schemas.openxmlformats.org/drawingml/2006/main">
              <a:ext uri="{FF2B5EF4-FFF2-40B4-BE49-F238E27FC236}">
                <a16:creationId xmlns:a16="http://schemas.microsoft.com/office/drawing/2014/main" id="{7F1081C1-7DF0-49CD-9DE3-EB57861A822B}"/>
              </a:ext>
            </a:extLst>
          </p:cNvPr>
          <p:cNvSpPr>
            <a:spLocks xmlns:a="http://schemas.openxmlformats.org/drawingml/2006/main" noGrp="1"/>
          </p:cNvSpPr>
          <p:nvPr/>
        </p:nvSpPr>
        <p:spPr>
          <a:xfrm xmlns:a="http://schemas.openxmlformats.org/drawingml/2006/main">
            <a:off x="14782800" y="6191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78" name="dp42-comparison / n227 / text 1">
            <a:extLst xmlns:a="http://schemas.openxmlformats.org/drawingml/2006/main">
              <a:ext uri="{FF2B5EF4-FFF2-40B4-BE49-F238E27FC236}">
                <a16:creationId xmlns:a16="http://schemas.microsoft.com/office/drawing/2014/main" id="{5CD68AFA-65E0-4EB6-BB34-35B4713D22DD}"/>
              </a:ext>
            </a:extLst>
          </p:cNvPr>
          <p:cNvSpPr>
            <a:spLocks xmlns:a="http://schemas.openxmlformats.org/drawingml/2006/main" noGrp="1"/>
          </p:cNvSpPr>
          <p:nvPr/>
        </p:nvSpPr>
        <p:spPr>
          <a:xfrm xmlns:a="http://schemas.openxmlformats.org/drawingml/2006/main">
            <a:off x="12763500" y="6248400"/>
            <a:ext cx="20193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② Task 상태 확정 / 내부 접수</a:t>
            </a:r>
          </a:p>
        </p:txBody>
      </p:sp>
      <p:sp>
        <p:nvSpPr>
          <p:cNvPr id="279" name="dp42-comparison / n227 / text 2">
            <a:extLst xmlns:a="http://schemas.openxmlformats.org/drawingml/2006/main">
              <a:ext uri="{FF2B5EF4-FFF2-40B4-BE49-F238E27FC236}">
                <a16:creationId xmlns:a16="http://schemas.microsoft.com/office/drawing/2014/main" id="{9D1A9141-BF84-4C7E-8C65-B28E80801877}"/>
              </a:ext>
            </a:extLst>
          </p:cNvPr>
          <p:cNvSpPr>
            <a:spLocks xmlns:a="http://schemas.openxmlformats.org/drawingml/2006/main" noGrp="1"/>
          </p:cNvSpPr>
          <p:nvPr/>
        </p:nvSpPr>
        <p:spPr>
          <a:xfrm xmlns:a="http://schemas.openxmlformats.org/drawingml/2006/main">
            <a:off x="12763500" y="6374130"/>
            <a:ext cx="20193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Question1: ANSWERED</a:t>
            </a:r>
          </a:p>
        </p:txBody>
      </p:sp>
      <p:sp>
        <p:nvSpPr>
          <p:cNvPr id="280" name="dp42-comparison / n227 / text 3">
            <a:extLst xmlns:a="http://schemas.openxmlformats.org/drawingml/2006/main">
              <a:ext uri="{FF2B5EF4-FFF2-40B4-BE49-F238E27FC236}">
                <a16:creationId xmlns:a16="http://schemas.microsoft.com/office/drawing/2014/main" id="{CDAD74A7-4D6F-43C3-9377-65F9F8A10A58}"/>
              </a:ext>
            </a:extLst>
          </p:cNvPr>
          <p:cNvSpPr>
            <a:spLocks xmlns:a="http://schemas.openxmlformats.org/drawingml/2006/main" noGrp="1"/>
          </p:cNvSpPr>
          <p:nvPr/>
        </p:nvSpPr>
        <p:spPr>
          <a:xfrm xmlns:a="http://schemas.openxmlformats.org/drawingml/2006/main">
            <a:off x="12763500" y="6499860"/>
            <a:ext cx="20193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Command1: PENDING</a:t>
            </a:r>
          </a:p>
        </p:txBody>
      </p:sp>
      <p:sp>
        <p:nvSpPr>
          <p:cNvPr id="281" name="dp42-comparison / n227 / text 4">
            <a:extLst xmlns:a="http://schemas.openxmlformats.org/drawingml/2006/main">
              <a:ext uri="{FF2B5EF4-FFF2-40B4-BE49-F238E27FC236}">
                <a16:creationId xmlns:a16="http://schemas.microsoft.com/office/drawing/2014/main" id="{2CBBF1EE-675D-4AF4-B35D-30760440F713}"/>
              </a:ext>
            </a:extLst>
          </p:cNvPr>
          <p:cNvSpPr>
            <a:spLocks xmlns:a="http://schemas.openxmlformats.org/drawingml/2006/main" noGrp="1"/>
          </p:cNvSpPr>
          <p:nvPr/>
        </p:nvSpPr>
        <p:spPr>
          <a:xfrm xmlns:a="http://schemas.openxmlformats.org/drawingml/2006/main">
            <a:off x="12763500" y="6625590"/>
            <a:ext cx="20193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acceptance_status:ACCEPTED</a:t>
            </a:r>
          </a:p>
        </p:txBody>
      </p:sp>
      <p:sp>
        <p:nvSpPr>
          <p:cNvPr id="282" name="dp42-comparison / n227 / text 5">
            <a:extLst xmlns:a="http://schemas.openxmlformats.org/drawingml/2006/main">
              <a:ext uri="{FF2B5EF4-FFF2-40B4-BE49-F238E27FC236}">
                <a16:creationId xmlns:a16="http://schemas.microsoft.com/office/drawing/2014/main" id="{C34B19BB-FAEF-4A00-9246-D4E724A8DBDB}"/>
              </a:ext>
            </a:extLst>
          </p:cNvPr>
          <p:cNvSpPr>
            <a:spLocks xmlns:a="http://schemas.openxmlformats.org/drawingml/2006/main" noGrp="1"/>
          </p:cNvSpPr>
          <p:nvPr/>
        </p:nvSpPr>
        <p:spPr>
          <a:xfrm xmlns:a="http://schemas.openxmlformats.org/drawingml/2006/main">
            <a:off x="12763500" y="6751320"/>
            <a:ext cx="20193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확정 접수 결과도 함께 저장</a:t>
            </a:r>
          </a:p>
        </p:txBody>
      </p:sp>
      <p:sp>
        <p:nvSpPr>
          <p:cNvPr id="283" name="dp42-comparison / n228">
            <a:extLst xmlns:a="http://schemas.openxmlformats.org/drawingml/2006/main">
              <a:ext uri="{FF2B5EF4-FFF2-40B4-BE49-F238E27FC236}">
                <a16:creationId xmlns:a16="http://schemas.microsoft.com/office/drawing/2014/main" id="{575FE653-082E-4059-B618-DE2055720942}"/>
              </a:ext>
            </a:extLst>
          </p:cNvPr>
          <p:cNvSpPr>
            <a:spLocks xmlns:a="http://schemas.openxmlformats.org/drawingml/2006/main" noGrp="1"/>
          </p:cNvSpPr>
          <p:nvPr/>
        </p:nvSpPr>
        <p:spPr>
          <a:xfrm xmlns:a="http://schemas.openxmlformats.org/drawingml/2006/main">
            <a:off x="15287625" y="6191250"/>
            <a:ext cx="2190750" cy="714375"/>
          </a:xfrm>
          <a:custGeom xmlns:a="http://schemas.openxmlformats.org/drawingml/2006/main">
            <a:pathLst>
              <a:path w="2190750" h="714375">
                <a:moveTo>
                  <a:pt x="0" y="0"/>
                </a:moveTo>
                <a:lnTo>
                  <a:pt x="2019300" y="0"/>
                </a:lnTo>
                <a:lnTo>
                  <a:pt x="2190750" y="171450"/>
                </a:lnTo>
                <a:lnTo>
                  <a:pt x="2190750" y="714375"/>
                </a:lnTo>
                <a:lnTo>
                  <a:pt x="0" y="7143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84" name="dp42-comparison / n228 / fold">
            <a:extLst xmlns:a="http://schemas.openxmlformats.org/drawingml/2006/main">
              <a:ext uri="{FF2B5EF4-FFF2-40B4-BE49-F238E27FC236}">
                <a16:creationId xmlns:a16="http://schemas.microsoft.com/office/drawing/2014/main" id="{6413BF0C-3013-45B3-8E53-EF8016734B31}"/>
              </a:ext>
            </a:extLst>
          </p:cNvPr>
          <p:cNvSpPr>
            <a:spLocks xmlns:a="http://schemas.openxmlformats.org/drawingml/2006/main" noGrp="1"/>
          </p:cNvSpPr>
          <p:nvPr/>
        </p:nvSpPr>
        <p:spPr>
          <a:xfrm xmlns:a="http://schemas.openxmlformats.org/drawingml/2006/main">
            <a:off x="17306925" y="61912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85" name="dp42-comparison / n229 / text 1">
            <a:extLst xmlns:a="http://schemas.openxmlformats.org/drawingml/2006/main">
              <a:ext uri="{FF2B5EF4-FFF2-40B4-BE49-F238E27FC236}">
                <a16:creationId xmlns:a16="http://schemas.microsoft.com/office/drawing/2014/main" id="{846B70C0-1BDC-4A34-9F99-4B9D6C82E261}"/>
              </a:ext>
            </a:extLst>
          </p:cNvPr>
          <p:cNvSpPr>
            <a:spLocks xmlns:a="http://schemas.openxmlformats.org/drawingml/2006/main" noGrp="1"/>
          </p:cNvSpPr>
          <p:nvPr/>
        </p:nvSpPr>
        <p:spPr>
          <a:xfrm xmlns:a="http://schemas.openxmlformats.org/drawingml/2006/main">
            <a:off x="15382875" y="6248400"/>
            <a:ext cx="1924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③ 대화에 접수 결과 반영</a:t>
            </a:r>
          </a:p>
        </p:txBody>
      </p:sp>
      <p:sp>
        <p:nvSpPr>
          <p:cNvPr id="286" name="dp42-comparison / n229 / text 2">
            <a:extLst xmlns:a="http://schemas.openxmlformats.org/drawingml/2006/main">
              <a:ext uri="{FF2B5EF4-FFF2-40B4-BE49-F238E27FC236}">
                <a16:creationId xmlns:a16="http://schemas.microsoft.com/office/drawing/2014/main" id="{155F6723-2AD4-4F96-8744-BA9E395597D1}"/>
              </a:ext>
            </a:extLst>
          </p:cNvPr>
          <p:cNvSpPr>
            <a:spLocks xmlns:a="http://schemas.openxmlformats.org/drawingml/2006/main" noGrp="1"/>
          </p:cNvSpPr>
          <p:nvPr/>
        </p:nvSpPr>
        <p:spPr>
          <a:xfrm xmlns:a="http://schemas.openxmlformats.org/drawingml/2006/main">
            <a:off x="15382875" y="6368415"/>
            <a:ext cx="1924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AcceptanceReceipt (필드 축약)</a:t>
            </a:r>
          </a:p>
        </p:txBody>
      </p:sp>
      <p:sp>
        <p:nvSpPr>
          <p:cNvPr id="287" name="dp42-comparison / n229 / text 3">
            <a:extLst xmlns:a="http://schemas.openxmlformats.org/drawingml/2006/main">
              <a:ext uri="{FF2B5EF4-FFF2-40B4-BE49-F238E27FC236}">
                <a16:creationId xmlns:a16="http://schemas.microsoft.com/office/drawing/2014/main" id="{8D6A173E-DA66-4224-AE26-34E41138E1B0}"/>
              </a:ext>
            </a:extLst>
          </p:cNvPr>
          <p:cNvSpPr>
            <a:spLocks xmlns:a="http://schemas.openxmlformats.org/drawingml/2006/main" noGrp="1"/>
          </p:cNvSpPr>
          <p:nvPr/>
        </p:nvSpPr>
        <p:spPr>
          <a:xfrm xmlns:a="http://schemas.openxmlformats.org/drawingml/2006/main">
            <a:off x="15382875" y="6488430"/>
            <a:ext cx="1924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command_id:Command1</a:t>
            </a:r>
          </a:p>
        </p:txBody>
      </p:sp>
      <p:sp>
        <p:nvSpPr>
          <p:cNvPr id="288" name="dp42-comparison / n229 / text 4">
            <a:extLst xmlns:a="http://schemas.openxmlformats.org/drawingml/2006/main">
              <a:ext uri="{FF2B5EF4-FFF2-40B4-BE49-F238E27FC236}">
                <a16:creationId xmlns:a16="http://schemas.microsoft.com/office/drawing/2014/main" id="{8A0A13F5-AAA8-4066-B068-826477F0EC3F}"/>
              </a:ext>
            </a:extLst>
          </p:cNvPr>
          <p:cNvSpPr>
            <a:spLocks xmlns:a="http://schemas.openxmlformats.org/drawingml/2006/main" noGrp="1"/>
          </p:cNvSpPr>
          <p:nvPr/>
        </p:nvSpPr>
        <p:spPr>
          <a:xfrm xmlns:a="http://schemas.openxmlformats.org/drawingml/2006/main">
            <a:off x="15382875" y="6608445"/>
            <a:ext cx="1924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acceptance_status:ACCEPTED</a:t>
            </a:r>
          </a:p>
        </p:txBody>
      </p:sp>
      <p:sp>
        <p:nvSpPr>
          <p:cNvPr id="289" name="dp42-comparison / n229 / text 5">
            <a:extLst xmlns:a="http://schemas.openxmlformats.org/drawingml/2006/main">
              <a:ext uri="{FF2B5EF4-FFF2-40B4-BE49-F238E27FC236}">
                <a16:creationId xmlns:a16="http://schemas.microsoft.com/office/drawing/2014/main" id="{79003101-E423-4E99-9DFE-9FA136AC040D}"/>
              </a:ext>
            </a:extLst>
          </p:cNvPr>
          <p:cNvSpPr>
            <a:spLocks xmlns:a="http://schemas.openxmlformats.org/drawingml/2006/main" noGrp="1"/>
          </p:cNvSpPr>
          <p:nvPr/>
        </p:nvSpPr>
        <p:spPr>
          <a:xfrm xmlns:a="http://schemas.openxmlformats.org/drawingml/2006/main">
            <a:off x="15382875" y="6728460"/>
            <a:ext cx="1924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같은 Command1의 내부 접수 확인</a:t>
            </a:r>
          </a:p>
        </p:txBody>
      </p:sp>
      <p:sp>
        <p:nvSpPr>
          <p:cNvPr id="290" name="dp42-comparison / n233">
            <a:extLst xmlns:a="http://schemas.openxmlformats.org/drawingml/2006/main">
              <a:ext uri="{FF2B5EF4-FFF2-40B4-BE49-F238E27FC236}">
                <a16:creationId xmlns:a16="http://schemas.microsoft.com/office/drawing/2014/main" id="{66BF7818-06A7-4DE6-8EE8-A94D3908ED14}"/>
              </a:ext>
            </a:extLst>
          </p:cNvPr>
          <p:cNvSpPr>
            <a:spLocks xmlns:a="http://schemas.openxmlformats.org/drawingml/2006/main" noGrp="1"/>
          </p:cNvSpPr>
          <p:nvPr/>
        </p:nvSpPr>
        <p:spPr>
          <a:xfrm xmlns:a="http://schemas.openxmlformats.org/drawingml/2006/main">
            <a:off x="9934575" y="6953250"/>
            <a:ext cx="2961894"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1" name="dp42-comparison / n234 / text 1">
            <a:extLst xmlns:a="http://schemas.openxmlformats.org/drawingml/2006/main">
              <a:ext uri="{FF2B5EF4-FFF2-40B4-BE49-F238E27FC236}">
                <a16:creationId xmlns:a16="http://schemas.microsoft.com/office/drawing/2014/main" id="{4BE8063C-836F-43ED-A99D-79A475F8A76E}"/>
              </a:ext>
            </a:extLst>
          </p:cNvPr>
          <p:cNvSpPr>
            <a:spLocks xmlns:a="http://schemas.openxmlformats.org/drawingml/2006/main" noGrp="1"/>
          </p:cNvSpPr>
          <p:nvPr/>
        </p:nvSpPr>
        <p:spPr>
          <a:xfrm xmlns:a="http://schemas.openxmlformats.org/drawingml/2006/main">
            <a:off x="9953625" y="696277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같은 상반기 답변의 로컬 확정</a:t>
            </a:r>
          </a:p>
        </p:txBody>
      </p:sp>
      <p:sp>
        <p:nvSpPr>
          <p:cNvPr id="292" name="dp42-comparison / n243">
            <a:extLst xmlns:a="http://schemas.openxmlformats.org/drawingml/2006/main">
              <a:ext uri="{FF2B5EF4-FFF2-40B4-BE49-F238E27FC236}">
                <a16:creationId xmlns:a16="http://schemas.microsoft.com/office/drawing/2014/main" id="{5EF21C65-C496-427D-A199-BB857B9AEA1B}"/>
              </a:ext>
            </a:extLst>
          </p:cNvPr>
          <p:cNvSpPr>
            <a:spLocks xmlns:a="http://schemas.openxmlformats.org/drawingml/2006/main" noGrp="1"/>
          </p:cNvSpPr>
          <p:nvPr/>
        </p:nvSpPr>
        <p:spPr>
          <a:xfrm xmlns:a="http://schemas.openxmlformats.org/drawingml/2006/main">
            <a:off x="9934575" y="7448550"/>
            <a:ext cx="4154805" cy="1143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3" name="dp42-comparison / n244 / text 1">
            <a:extLst xmlns:a="http://schemas.openxmlformats.org/drawingml/2006/main">
              <a:ext uri="{FF2B5EF4-FFF2-40B4-BE49-F238E27FC236}">
                <a16:creationId xmlns:a16="http://schemas.microsoft.com/office/drawing/2014/main" id="{34C64162-57A4-4C3D-8D9A-55C39CF2BD33}"/>
              </a:ext>
            </a:extLst>
          </p:cNvPr>
          <p:cNvSpPr>
            <a:spLocks xmlns:a="http://schemas.openxmlformats.org/drawingml/2006/main" noGrp="1"/>
          </p:cNvSpPr>
          <p:nvPr/>
        </p:nvSpPr>
        <p:spPr>
          <a:xfrm xmlns:a="http://schemas.openxmlformats.org/drawingml/2006/main">
            <a:off x="9953625" y="7458075"/>
            <a:ext cx="7524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Task 접수 후 외부 전송 가능 / 대화 반영은 별도 / 접수 대기는 같은 Command1로 확인</a:t>
            </a:r>
          </a:p>
        </p:txBody>
      </p:sp>
    </p:spTree>
    <p:extLst>
      <p:ext uri="{BB962C8B-B14F-4D97-AF65-F5344CB8AC3E}">
        <p14:creationId xmlns:p14="http://schemas.microsoft.com/office/powerpoint/2010/main" val="871643071"/>
      </p:ext>
    </p:extLst>
  </p:cSld>
</p:sld>
</file>

<file path=ppt/slides/slide7.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p:grpSpPr>
      <p:sp>
        <p:nvSpPr>
          <p:cNvPr id="30" name="dp44-background / title / 1">
            <a:extLst>
              <a:ext uri="{FF2B5EF4-FFF2-40B4-BE49-F238E27FC236}">
                <ns2:creationId id="{DA2B697F-DC99-47E2-986D-47A0B289CF12}"/>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VIA가 처리하는 동안에도,</a:t>
            </a:r>
          </a:p>
        </p:txBody>
      </p:sp>
      <p:sp>
        <p:nvSpPr>
          <p:cNvPr id="2" name="dp44-background / title / 2">
            <a:extLst>
              <a:ext uri="{FF2B5EF4-FFF2-40B4-BE49-F238E27FC236}">
                <ns2:creationId id="{5D52FB0B-EBB7-4B25-8FB0-96E241606FF3}"/>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새 발화와 Task 결과는 계속 들어옵니다</a:t>
            </a:r>
          </a:p>
        </p:txBody>
      </p:sp>
      <p:sp>
        <p:nvSpPr>
          <p:cNvPr id="3" name="dp44-background / request / 1">
            <a:extLst>
              <a:ext uri="{FF2B5EF4-FFF2-40B4-BE49-F238E27FC236}">
                <ns2:creationId id="{6E3FFBF0-B108-4580-9361-FA1EF95F0152}"/>
              </a:ext>
            </a:extLst>
          </p:cNvPr>
          <p:cNvSpPr>
            <a:spLocks noGrp="1"/>
          </p:cNvSpPr>
          <p:nvPr/>
        </p:nvSpPr>
        <p:spPr>
          <a:xfrm>
            <a:off x="904875" y="1962150"/>
            <a:ext cx="16573500" cy="462915"/>
          </a:xfrm>
          <a:prstGeom prst="rect">
            <a:avLst/>
          </a:prstGeom>
          <a:noFill/>
          <a:ln w="0">
            <a:noFill/>
          </a:ln>
        </p:spPr>
        <p:txBody>
          <a:bodyPr wrap="none" lIns="0" tIns="0" rIns="0" bIns="0" anchor="t">
            <a:noAutofit/>
          </a:bodyPr>
          <a:lstStyle/>
          <a:p>
            <a:pPr algn="l">
              <a:defRPr sz="2700" b="1">
                <a:solidFill>
                  <a:srgbClr val="397C80"/>
                </a:solidFill>
                <a:latin typeface="Apple SD Gothic Neo"/>
                <a:ea typeface="Apple SD Gothic Neo"/>
                <a:cs typeface="Apple SD Gothic Neo"/>
              </a:defRPr>
            </a:pPr>
            <a:r>
              <a:rPr sz="2700" b="1">
                <a:solidFill>
                  <a:srgbClr val="397C80"/>
                </a:solidFill>
                <a:latin typeface="Apple SD Gothic Neo"/>
                <a:ea typeface="Apple SD Gothic Neo"/>
                <a:cs typeface="Apple SD Gothic Neo"/>
              </a:rPr>
              <a:t>“보고서 내용을 설명해주고,</a:t>
            </a:r>
          </a:p>
        </p:txBody>
      </p:sp>
      <p:sp>
        <p:nvSpPr>
          <p:cNvPr id="4" name="dp44-background / request / 2">
            <a:extLst>
              <a:ext uri="{FF2B5EF4-FFF2-40B4-BE49-F238E27FC236}">
                <ns2:creationId id="{3AD6196F-B978-4DD8-B09F-052F293CA923}"/>
              </a:ext>
            </a:extLst>
          </p:cNvPr>
          <p:cNvSpPr>
            <a:spLocks noGrp="1"/>
          </p:cNvSpPr>
          <p:nvPr/>
        </p:nvSpPr>
        <p:spPr>
          <a:xfrm>
            <a:off x="904875" y="2390775"/>
            <a:ext cx="16573500" cy="462915"/>
          </a:xfrm>
          <a:prstGeom prst="rect">
            <a:avLst/>
          </a:prstGeom>
          <a:noFill/>
          <a:ln w="0">
            <a:noFill/>
          </a:ln>
        </p:spPr>
        <p:txBody>
          <a:bodyPr wrap="none" lIns="0" tIns="0" rIns="0" bIns="0" anchor="t">
            <a:noAutofit/>
          </a:bodyPr>
          <a:lstStyle/>
          <a:p>
            <a:pPr algn="l">
              <a:defRPr sz="2700" b="1">
                <a:solidFill>
                  <a:srgbClr val="397C80"/>
                </a:solidFill>
                <a:latin typeface="Apple SD Gothic Neo"/>
                <a:ea typeface="Apple SD Gothic Neo"/>
                <a:cs typeface="Apple SD Gothic Neo"/>
              </a:defRPr>
            </a:pPr>
            <a:r>
              <a:rPr sz="2700" b="1">
                <a:solidFill>
                  <a:srgbClr val="397C80"/>
                </a:solidFill>
                <a:latin typeface="Apple SD Gothic Neo"/>
                <a:ea typeface="Apple SD Gothic Neo"/>
                <a:cs typeface="Apple SD Gothic Neo"/>
              </a:rPr>
              <a:t>내일 팀 회의 안내 메일 초안도 만들어줘.”</a:t>
            </a:r>
          </a:p>
        </p:txBody>
      </p:sp>
      <p:pic>
        <p:nvPicPr>
          <p:cNvPr id="34" name=""/>
          <p:cNvPicPr>
            <a:picLocks noChangeAspect="1"/>
          </p:cNvPicPr>
          <p:nvPr/>
        </p:nvPicPr>
        <p:blipFill>
          <a:blip r:embed="RviaBackgroundImage1"/>
          <a:srcRect l="0" t="10000" r="70000" b="18000"/>
          <a:stretch>
            <a:fillRect l="0" t="0" r="0" b="0"/>
          </a:stretch>
        </p:blipFill>
        <p:spPr>
          <a:xfrm>
            <a:off x="1524000" y="2971800"/>
            <a:ext cx="3238500" cy="2590800"/>
          </a:xfrm>
          <a:prstGeom prst="rect">
            <a:avLst/>
          </a:prstGeom>
        </p:spPr>
      </p:pic>
      <p:pic>
        <p:nvPicPr>
          <p:cNvPr id="35" name=""/>
          <p:cNvPicPr>
            <a:picLocks noChangeAspect="1"/>
          </p:cNvPicPr>
          <p:nvPr/>
        </p:nvPicPr>
        <p:blipFill>
          <a:blip r:embed="RviaBackgroundImage2"/>
          <a:srcRect l="43000" t="18000" r="35000" b="28000"/>
          <a:stretch>
            <a:fillRect l="0" t="0" r="0" b="0"/>
          </a:stretch>
        </p:blipFill>
        <p:spPr>
          <a:xfrm>
            <a:off x="7620000" y="2971800"/>
            <a:ext cx="3143250" cy="2590800"/>
          </a:xfrm>
          <a:prstGeom prst="rect">
            <a:avLst/>
          </a:prstGeom>
        </p:spPr>
      </p:pic>
      <p:pic>
        <p:nvPicPr>
          <p:cNvPr id="36" name=""/>
          <p:cNvPicPr>
            <a:picLocks noChangeAspect="1"/>
          </p:cNvPicPr>
          <p:nvPr/>
        </p:nvPicPr>
        <p:blipFill>
          <a:blip r:embed="RviaBackgroundImage3"/>
          <a:srcRect l="67000" t="13000" r="0" b="21000"/>
          <a:stretch>
            <a:fillRect l="0" t="0" r="0" b="0"/>
          </a:stretch>
        </p:blipFill>
        <p:spPr>
          <a:xfrm>
            <a:off x="13239750" y="2971800"/>
            <a:ext cx="3810000" cy="2590800"/>
          </a:xfrm>
          <a:prstGeom prst="rect">
            <a:avLst/>
          </a:prstGeom>
        </p:spPr>
      </p:pic>
      <p:sp>
        <p:nvSpPr>
          <p:cNvPr id="8" name="dp44-background / participant 0 / 1">
            <a:extLst>
              <a:ext uri="{FF2B5EF4-FFF2-40B4-BE49-F238E27FC236}">
                <ns2:creationId id="{3772244C-10D7-4AC8-9D10-F72959F659B5}"/>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새 사용자 발화</a:t>
            </a:r>
          </a:p>
        </p:txBody>
      </p:sp>
      <p:sp>
        <p:nvSpPr>
          <p:cNvPr id="9" name="dp44-background / participant 1 / 1">
            <a:extLst>
              <a:ext uri="{FF2B5EF4-FFF2-40B4-BE49-F238E27FC236}">
                <ns2:creationId id="{01D5DAC9-B45E-448A-8EA8-FF62C4E56954}"/>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550" b="1">
                <a:solidFill>
                  <a:srgbClr val="397C80"/>
                </a:solidFill>
                <a:latin typeface="Apple SD Gothic Neo"/>
                <a:ea typeface="Apple SD Gothic Neo"/>
                <a:cs typeface="Apple SD Gothic Neo"/>
              </a:defRPr>
            </a:pPr>
            <a:r>
              <a:rPr sz="2550" b="1">
                <a:solidFill>
                  <a:srgbClr val="397C80"/>
                </a:solidFill>
                <a:latin typeface="Apple SD Gothic Neo"/>
                <a:ea typeface="Apple SD Gothic Neo"/>
                <a:cs typeface="Apple SD Gothic Neo"/>
              </a:rPr>
              <a:t>VIA의 준비 완료</a:t>
            </a:r>
          </a:p>
        </p:txBody>
      </p:sp>
      <p:sp>
        <p:nvSpPr>
          <p:cNvPr id="10" name="dp44-background / participant 2 / 1">
            <a:extLst>
              <a:ext uri="{FF2B5EF4-FFF2-40B4-BE49-F238E27FC236}">
                <ns2:creationId id="{FB3BDD10-7339-4BFE-B801-C12B17F807AC}"/>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Agent의 질문</a:t>
            </a:r>
          </a:p>
        </p:txBody>
      </p:sp>
      <p:sp>
        <p:nvSpPr>
          <p:cNvPr id="11" name="dp44-background / new-speech / 1">
            <a:extLst>
              <a:ext uri="{FF2B5EF4-FFF2-40B4-BE49-F238E27FC236}">
                <ns2:creationId id="{322FCA41-E1CA-4C7A-B2B2-2C9FBFBB333F}"/>
              </a:ext>
            </a:extLst>
          </p:cNvPr>
          <p:cNvSpPr>
            <a:spLocks noGrp="1"/>
          </p:cNvSpPr>
          <p:nvPr/>
        </p:nvSpPr>
        <p:spPr>
          <a:xfrm>
            <a:off x="523875" y="6400800"/>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“잠깐, 표부터 설명해줘.”</a:t>
            </a:r>
          </a:p>
        </p:txBody>
      </p:sp>
      <p:sp>
        <p:nvSpPr>
          <p:cNvPr id="12" name="dp44-background / late-preparation / 1">
            <a:extLst>
              <a:ext uri="{FF2B5EF4-FFF2-40B4-BE49-F238E27FC236}">
                <ns2:creationId id="{16FBB36C-711D-4EBB-8FB4-E1038FC83BDC}"/>
              </a:ext>
            </a:extLst>
          </p:cNvPr>
          <p:cNvSpPr>
            <a:spLocks noGrp="1"/>
          </p:cNvSpPr>
          <p:nvPr/>
        </p:nvSpPr>
        <p:spPr>
          <a:xfrm>
            <a:off x="6572250" y="6257925"/>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이전 보고서 설명이</a:t>
            </a:r>
          </a:p>
        </p:txBody>
      </p:sp>
      <p:sp>
        <p:nvSpPr>
          <p:cNvPr id="13" name="dp44-background / late-preparation / 2">
            <a:extLst>
              <a:ext uri="{FF2B5EF4-FFF2-40B4-BE49-F238E27FC236}">
                <ns2:creationId id="{E73B662D-02C3-4FFA-AAF0-EBFFAE2AE4F2}"/>
              </a:ext>
            </a:extLst>
          </p:cNvPr>
          <p:cNvSpPr>
            <a:spLocks noGrp="1"/>
          </p:cNvSpPr>
          <p:nvPr/>
        </p:nvSpPr>
        <p:spPr>
          <a:xfrm>
            <a:off x="6572250" y="6603206"/>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늦게 준비됨</a:t>
            </a:r>
          </a:p>
        </p:txBody>
      </p:sp>
      <p:sp>
        <p:nvSpPr>
          <p:cNvPr id="14" name="dp44-background / agent-question / 1">
            <a:extLst>
              <a:ext uri="{FF2B5EF4-FFF2-40B4-BE49-F238E27FC236}">
                <ns2:creationId id="{327519EB-065E-4A27-B540-0478071CD60C}"/>
              </a:ext>
            </a:extLst>
          </p:cNvPr>
          <p:cNvSpPr>
            <a:spLocks noGrp="1"/>
          </p:cNvSpPr>
          <p:nvPr/>
        </p:nvSpPr>
        <p:spPr>
          <a:xfrm>
            <a:off x="12525375" y="6257925"/>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“회의 안내 메일의</a:t>
            </a:r>
          </a:p>
        </p:txBody>
      </p:sp>
      <p:sp>
        <p:nvSpPr>
          <p:cNvPr id="15" name="dp44-background / agent-question / 2">
            <a:extLst>
              <a:ext uri="{FF2B5EF4-FFF2-40B4-BE49-F238E27FC236}">
                <ns2:creationId id="{E3F48536-355E-4E4B-8460-BDA7907BF912}"/>
              </a:ext>
            </a:extLst>
          </p:cNvPr>
          <p:cNvSpPr>
            <a:spLocks noGrp="1"/>
          </p:cNvSpPr>
          <p:nvPr/>
        </p:nvSpPr>
        <p:spPr>
          <a:xfrm>
            <a:off x="12525375" y="6603206"/>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수신자는 누구인가요?”</a:t>
            </a:r>
          </a:p>
        </p:txBody>
      </p:sp>
      <p:sp>
        <p:nvSpPr>
          <p:cNvPr id="16" name="dp44-background / arrival 0">
            <a:extLst>
              <a:ext uri="{FF2B5EF4-FFF2-40B4-BE49-F238E27FC236}">
                <ns2:creationId id="{973B7B3B-5F1E-457A-BEBE-F3C4736CB63D}"/>
              </a:ext>
            </a:extLst>
          </p:cNvPr>
          <p:cNvSpPr>
            <a:spLocks noGrp="1"/>
          </p:cNvSpPr>
          <p:nvPr/>
        </p:nvSpPr>
        <p:spPr>
          <a:xfrm>
            <a:off x="3143250" y="7143750"/>
            <a:ext cx="953" cy="409575"/>
          </a:xfrm>
          <a:custGeom>
            <a:pathLst>
              <a:path w="953" h="409575">
                <a:moveTo>
                  <a:pt x="0" y="0"/>
                </a:moveTo>
                <a:lnTo>
                  <a:pt x="0" y="409575"/>
                </a:lnTo>
              </a:path>
            </a:pathLst>
          </a:custGeom>
          <a:noFill/>
          <a:ln w="19050">
            <a:solidFill>
              <a:srgbClr val="397C80"/>
            </a:solidFill>
            <a:prstDash val="solid"/>
          </a:ln>
        </p:spPr>
      </p:sp>
      <p:sp>
        <p:nvSpPr>
          <p:cNvPr id="17" name="dp44-background / arrival 0 / arrow">
            <a:extLst>
              <a:ext uri="{FF2B5EF4-FFF2-40B4-BE49-F238E27FC236}">
                <ns2:creationId id="{5531EEAA-2579-46A5-A05B-17512F05B4EC}"/>
              </a:ext>
            </a:extLst>
          </p:cNvPr>
          <p:cNvSpPr>
            <a:spLocks noGrp="1"/>
          </p:cNvSpPr>
          <p:nvPr/>
        </p:nvSpPr>
        <p:spPr>
          <a:xfrm>
            <a:off x="3076575" y="7419975"/>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18" name="dp44-background / arrival 1">
            <a:extLst>
              <a:ext uri="{FF2B5EF4-FFF2-40B4-BE49-F238E27FC236}">
                <ns2:creationId id="{98FC3464-FAD4-444E-8381-B14A675B9246}"/>
              </a:ext>
            </a:extLst>
          </p:cNvPr>
          <p:cNvSpPr>
            <a:spLocks noGrp="1"/>
          </p:cNvSpPr>
          <p:nvPr/>
        </p:nvSpPr>
        <p:spPr>
          <a:xfrm>
            <a:off x="9191625" y="7143750"/>
            <a:ext cx="953" cy="409575"/>
          </a:xfrm>
          <a:custGeom>
            <a:pathLst>
              <a:path w="953" h="409575">
                <a:moveTo>
                  <a:pt x="0" y="0"/>
                </a:moveTo>
                <a:lnTo>
                  <a:pt x="0" y="409575"/>
                </a:lnTo>
              </a:path>
            </a:pathLst>
          </a:custGeom>
          <a:noFill/>
          <a:ln w="19050">
            <a:solidFill>
              <a:srgbClr val="397C80"/>
            </a:solidFill>
            <a:prstDash val="solid"/>
          </a:ln>
        </p:spPr>
      </p:sp>
      <p:sp>
        <p:nvSpPr>
          <p:cNvPr id="19" name="dp44-background / arrival 1 / arrow">
            <a:extLst>
              <a:ext uri="{FF2B5EF4-FFF2-40B4-BE49-F238E27FC236}">
                <ns2:creationId id="{9F43C67E-5DCB-4352-973C-AF53922E7079}"/>
              </a:ext>
            </a:extLst>
          </p:cNvPr>
          <p:cNvSpPr>
            <a:spLocks noGrp="1"/>
          </p:cNvSpPr>
          <p:nvPr/>
        </p:nvSpPr>
        <p:spPr>
          <a:xfrm>
            <a:off x="9124950" y="7419975"/>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20" name="dp44-background / arrival 2">
            <a:extLst>
              <a:ext uri="{FF2B5EF4-FFF2-40B4-BE49-F238E27FC236}">
                <ns2:creationId id="{E5F60653-439B-4233-8B7F-696F02630FBE}"/>
              </a:ext>
            </a:extLst>
          </p:cNvPr>
          <p:cNvSpPr>
            <a:spLocks noGrp="1"/>
          </p:cNvSpPr>
          <p:nvPr/>
        </p:nvSpPr>
        <p:spPr>
          <a:xfrm>
            <a:off x="15144750" y="7143750"/>
            <a:ext cx="953" cy="409575"/>
          </a:xfrm>
          <a:custGeom>
            <a:pathLst>
              <a:path w="953" h="409575">
                <a:moveTo>
                  <a:pt x="0" y="0"/>
                </a:moveTo>
                <a:lnTo>
                  <a:pt x="0" y="409575"/>
                </a:lnTo>
              </a:path>
            </a:pathLst>
          </a:custGeom>
          <a:noFill/>
          <a:ln w="19050">
            <a:solidFill>
              <a:srgbClr val="A56237"/>
            </a:solidFill>
            <a:prstDash val="solid"/>
          </a:ln>
        </p:spPr>
      </p:sp>
      <p:sp>
        <p:nvSpPr>
          <p:cNvPr id="21" name="dp44-background / arrival 2 / arrow">
            <a:extLst>
              <a:ext uri="{FF2B5EF4-FFF2-40B4-BE49-F238E27FC236}">
                <ns2:creationId id="{18728F62-F117-4FA9-BA73-5068B5EA4F49}"/>
              </a:ext>
            </a:extLst>
          </p:cNvPr>
          <p:cNvSpPr>
            <a:spLocks noGrp="1"/>
          </p:cNvSpPr>
          <p:nvPr/>
        </p:nvSpPr>
        <p:spPr>
          <a:xfrm>
            <a:off x="15078075" y="7419975"/>
            <a:ext cx="133350" cy="133350"/>
          </a:xfrm>
          <a:custGeom>
            <a:pathLst>
              <a:path w="133350" h="133350">
                <a:moveTo>
                  <a:pt x="0" y="0"/>
                </a:moveTo>
                <a:lnTo>
                  <a:pt x="66675" y="133350"/>
                </a:lnTo>
                <a:lnTo>
                  <a:pt x="133350" y="0"/>
                </a:lnTo>
              </a:path>
            </a:pathLst>
          </a:custGeom>
          <a:noFill/>
          <a:ln w="19050">
            <a:solidFill>
              <a:srgbClr val="A56237"/>
            </a:solidFill>
            <a:prstDash val="solid"/>
          </a:ln>
        </p:spPr>
      </p:sp>
      <p:sp>
        <p:nvSpPr>
          <p:cNvPr id="22" name="dp44-background / event-join">
            <a:extLst>
              <a:ext uri="{FF2B5EF4-FFF2-40B4-BE49-F238E27FC236}">
                <ns2:creationId id="{8E579331-1B50-4111-9C5F-64B7DF98FCF3}"/>
              </a:ext>
            </a:extLst>
          </p:cNvPr>
          <p:cNvSpPr>
            <a:spLocks noGrp="1"/>
          </p:cNvSpPr>
          <p:nvPr/>
        </p:nvSpPr>
        <p:spPr>
          <a:xfrm>
            <a:off x="3143250" y="7648575"/>
            <a:ext cx="12001500" cy="953"/>
          </a:xfrm>
          <a:custGeom>
            <a:pathLst>
              <a:path w="12001500" h="953">
                <a:moveTo>
                  <a:pt x="0" y="0"/>
                </a:moveTo>
                <a:lnTo>
                  <a:pt x="12001500" y="0"/>
                </a:lnTo>
              </a:path>
            </a:pathLst>
          </a:custGeom>
          <a:noFill/>
          <a:ln w="17145">
            <a:solidFill>
              <a:srgbClr val="CDD7DA"/>
            </a:solidFill>
            <a:prstDash val="solid"/>
          </a:ln>
        </p:spPr>
      </p:sp>
      <p:sp>
        <p:nvSpPr>
          <p:cNvPr id="23" name="dp44-background / continuation">
            <a:extLst>
              <a:ext uri="{FF2B5EF4-FFF2-40B4-BE49-F238E27FC236}">
                <ns2:creationId id="{33F945B1-4F19-4647-A478-4D945C8F2B07}"/>
              </a:ext>
            </a:extLst>
          </p:cNvPr>
          <p:cNvSpPr>
            <a:spLocks noGrp="1"/>
          </p:cNvSpPr>
          <p:nvPr/>
        </p:nvSpPr>
        <p:spPr>
          <a:xfrm>
            <a:off x="9191625" y="7648575"/>
            <a:ext cx="953" cy="276225"/>
          </a:xfrm>
          <a:custGeom>
            <a:pathLst>
              <a:path w="953" h="276225">
                <a:moveTo>
                  <a:pt x="0" y="0"/>
                </a:moveTo>
                <a:lnTo>
                  <a:pt x="0" y="276225"/>
                </a:lnTo>
              </a:path>
            </a:pathLst>
          </a:custGeom>
          <a:noFill/>
          <a:ln w="19050">
            <a:solidFill>
              <a:srgbClr val="397C80"/>
            </a:solidFill>
            <a:prstDash val="solid"/>
          </a:ln>
        </p:spPr>
      </p:sp>
      <p:sp>
        <p:nvSpPr>
          <p:cNvPr id="24" name="dp44-background / continuation / arrow">
            <a:extLst>
              <a:ext uri="{FF2B5EF4-FFF2-40B4-BE49-F238E27FC236}">
                <ns2:creationId id="{90B815AE-242E-45CC-9592-A067C597918C}"/>
              </a:ext>
            </a:extLst>
          </p:cNvPr>
          <p:cNvSpPr>
            <a:spLocks noGrp="1"/>
          </p:cNvSpPr>
          <p:nvPr/>
        </p:nvSpPr>
        <p:spPr>
          <a:xfrm>
            <a:off x="9124950" y="7791450"/>
            <a:ext cx="133350" cy="133350"/>
          </a:xfrm>
          <a:custGeom>
            <a:pathLst>
              <a:path w="133350" h="133350">
                <a:moveTo>
                  <a:pt x="0" y="0"/>
                </a:moveTo>
                <a:lnTo>
                  <a:pt x="66675" y="133350"/>
                </a:lnTo>
                <a:lnTo>
                  <a:pt x="133350" y="0"/>
                </a:lnTo>
              </a:path>
            </a:pathLst>
          </a:custGeom>
          <a:noFill/>
          <a:ln w="19050">
            <a:solidFill>
              <a:srgbClr val="397C80"/>
            </a:solidFill>
            <a:prstDash val="solid"/>
          </a:ln>
        </p:spPr>
      </p:sp>
      <p:sp>
        <p:nvSpPr>
          <p:cNvPr id="25" name="dp44-background / via-continuation / 1">
            <a:extLst>
              <a:ext uri="{FF2B5EF4-FFF2-40B4-BE49-F238E27FC236}">
                <ns2:creationId id="{A187847D-A833-4A6E-A90D-31372F07963E}"/>
              </a:ext>
            </a:extLst>
          </p:cNvPr>
          <p:cNvSpPr>
            <a:spLocks noGrp="1"/>
          </p:cNvSpPr>
          <p:nvPr/>
        </p:nvSpPr>
        <p:spPr>
          <a:xfrm>
            <a:off x="1714500" y="8020050"/>
            <a:ext cx="14859000" cy="360045"/>
          </a:xfrm>
          <a:prstGeom prst="rect">
            <a:avLst/>
          </a:prstGeom>
          <a:noFill/>
          <a:ln w="0">
            <a:noFill/>
          </a:ln>
        </p:spPr>
        <p:txBody>
          <a:bodyPr wrap="none" lIns="0" tIns="0" rIns="0" bIns="0" anchor="t">
            <a:noAutofit/>
          </a:bodyPr>
          <a:lstStyle/>
          <a:p>
            <a:pPr algn="ctr">
              <a:defRPr sz="2100" b="1">
                <a:solidFill>
                  <a:srgbClr val="202B30"/>
                </a:solidFill>
                <a:latin typeface="Apple SD Gothic Neo"/>
                <a:ea typeface="Apple SD Gothic Neo"/>
                <a:cs typeface="Apple SD Gothic Neo"/>
              </a:defRPr>
            </a:pPr>
            <a:r>
              <a:rPr sz="2100" b="1">
                <a:solidFill>
                  <a:srgbClr val="202B30"/>
                </a:solidFill>
                <a:latin typeface="Apple SD Gothic Neo"/>
                <a:ea typeface="Apple SD Gothic Neo"/>
                <a:cs typeface="Apple SD Gothic Neo"/>
              </a:rPr>
              <a:t>새 입력 처리, 유효한 응답과 질문 연결, 실제 전달 뒤 후속 처리</a:t>
            </a:r>
          </a:p>
        </p:txBody>
      </p:sp>
      <p:sp>
        <p:nvSpPr>
          <p:cNvPr id="26" name="dp44-background / user-benefit / 1">
            <a:extLst>
              <a:ext uri="{FF2B5EF4-FFF2-40B4-BE49-F238E27FC236}">
                <ns2:creationId id="{13D138BA-0848-4A11-8032-491E9345922E}"/>
              </a:ext>
            </a:extLst>
          </p:cNvPr>
          <p:cNvSpPr>
            <a:spLocks noGrp="1"/>
          </p:cNvSpPr>
          <p:nvPr/>
        </p:nvSpPr>
        <p:spPr>
          <a:xfrm>
            <a:off x="904875" y="8562975"/>
            <a:ext cx="16478250" cy="372904"/>
          </a:xfrm>
          <a:prstGeom prst="rect">
            <a:avLst/>
          </a:prstGeom>
          <a:noFill/>
          <a:ln w="0">
            <a:noFill/>
          </a:ln>
        </p:spPr>
        <p:txBody>
          <a:bodyPr wrap="none" lIns="0" tIns="0" rIns="0" bIns="0" anchor="t">
            <a:noAutofit/>
          </a:bodyPr>
          <a:lstStyle/>
          <a:p>
            <a:pPr algn="ctr">
              <a:defRPr sz="2175" b="1">
                <a:solidFill>
                  <a:srgbClr val="202B30"/>
                </a:solidFill>
                <a:latin typeface="Apple SD Gothic Neo"/>
                <a:ea typeface="Apple SD Gothic Neo"/>
                <a:cs typeface="Apple SD Gothic Neo"/>
              </a:defRPr>
            </a:pPr>
            <a:r>
              <a:rPr sz="2175" b="1">
                <a:solidFill>
                  <a:srgbClr val="202B30"/>
                </a:solidFill>
                <a:latin typeface="Apple SD Gothic Neo"/>
                <a:ea typeface="Apple SD Gothic Neo"/>
                <a:cs typeface="Apple SD Gothic Neo"/>
              </a:rPr>
              <a:t>사용자는 말을 이어가고, Task 질문과 결과도 같은 대화에서 받습니다</a:t>
            </a:r>
          </a:p>
        </p:txBody>
      </p:sp>
      <p:sp>
        <p:nvSpPr>
          <p:cNvPr id="27" name="dp44-background / challenge-divider">
            <a:extLst>
              <a:ext uri="{FF2B5EF4-FFF2-40B4-BE49-F238E27FC236}">
                <ns2:creationId id="{A8496255-4DB7-4527-80A6-D64249E88D45}"/>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8" name="dp44-background / design-challenge / 1">
            <a:extLst>
              <a:ext uri="{FF2B5EF4-FFF2-40B4-BE49-F238E27FC236}">
                <ns2:creationId id="{418438E4-2BB7-4341-8DB9-69107F369C8D}"/>
              </a:ext>
            </a:extLst>
          </p:cNvPr>
          <p:cNvSpPr>
            <a:spLocks noGrp="1"/>
          </p:cNvSpPr>
          <p:nvPr/>
        </p:nvSpPr>
        <p:spPr>
          <a:xfrm>
            <a:off x="904875" y="915352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사용자 입력과 Task 알림, 내부 처리 완료가 서로 다른 시점에 도착해도,</a:t>
            </a:r>
          </a:p>
        </p:txBody>
      </p:sp>
      <p:sp>
        <p:nvSpPr>
          <p:cNvPr id="29" name="dp44-background / design-challenge / 2">
            <a:extLst>
              <a:ext uri="{FF2B5EF4-FFF2-40B4-BE49-F238E27FC236}">
                <ns2:creationId id="{1726AB9C-A113-45ED-B3E6-149F07FE52A4}"/>
              </a:ext>
            </a:extLst>
          </p:cNvPr>
          <p:cNvSpPr>
            <a:spLocks noGrp="1"/>
          </p:cNvSpPr>
          <p:nvPr/>
        </p:nvSpPr>
        <p:spPr>
          <a:xfrm>
            <a:off x="904875" y="953452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입력을 계속 받으며 후속 처리와 대기, 응답 전달을 이어가는 실행 구조</a:t>
            </a:r>
          </a:p>
        </p:txBody>
      </p:sp>
    </p:spTree>
    <p:extLst>
      <p:ext uri="{BB962C8B-B14F-4D97-AF65-F5344CB8AC3E}">
        <p14:creationId val="46407737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6" name="dp44-comparison / n1">
            <a:extLst xmlns:a="http://schemas.openxmlformats.org/drawingml/2006/main">
              <a:ext uri="{FF2B5EF4-FFF2-40B4-BE49-F238E27FC236}">
                <a16:creationId xmlns:a16="http://schemas.microsoft.com/office/drawing/2014/main" id="{28EA9F52-1E1E-46B3-AB7E-EA0049CA93CB}"/>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4-comparison / n2 / text 1">
            <a:extLst xmlns:a="http://schemas.openxmlformats.org/drawingml/2006/main">
              <a:ext uri="{FF2B5EF4-FFF2-40B4-BE49-F238E27FC236}">
                <a16:creationId xmlns:a16="http://schemas.microsoft.com/office/drawing/2014/main" id="{D8FE90D5-FEBE-43A0-A8D6-1B1E6D9924B8}"/>
              </a:ext>
            </a:extLst>
          </p:cNvPr>
          <p:cNvSpPr>
            <a:spLocks xmlns:a="http://schemas.openxmlformats.org/drawingml/2006/main" noGrp="1"/>
          </p:cNvSpPr>
          <p:nvPr/>
        </p:nvSpPr>
        <p:spPr>
          <a:xfrm xmlns:a="http://schemas.openxmlformats.org/drawingml/2006/main">
            <a:off x="381000" y="209550"/>
            <a:ext cx="1238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DP 설계 비교</a:t>
            </a:r>
          </a:p>
        </p:txBody>
      </p:sp>
      <p:sp>
        <p:nvSpPr>
          <p:cNvPr id="3" name="dp44-comparison / n3 / text 1">
            <a:extLst xmlns:a="http://schemas.openxmlformats.org/drawingml/2006/main">
              <a:ext uri="{FF2B5EF4-FFF2-40B4-BE49-F238E27FC236}">
                <a16:creationId xmlns:a16="http://schemas.microsoft.com/office/drawing/2014/main" id="{1C41AC4C-F52E-4EE9-9EB4-133214BE4D1A}"/>
              </a:ext>
            </a:extLst>
          </p:cNvPr>
          <p:cNvSpPr>
            <a:spLocks xmlns:a="http://schemas.openxmlformats.org/drawingml/2006/main" noGrp="1"/>
          </p:cNvSpPr>
          <p:nvPr/>
        </p:nvSpPr>
        <p:spPr>
          <a:xfrm xmlns:a="http://schemas.openxmlformats.org/drawingml/2006/main">
            <a:off x="13620750" y="209550"/>
            <a:ext cx="4286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구조 비교 / 장단점 / QA Trade-off</a:t>
            </a:r>
          </a:p>
        </p:txBody>
      </p:sp>
      <p:sp>
        <p:nvSpPr>
          <p:cNvPr id="4" name="dp44-comparison / n4 / text 1">
            <a:extLst xmlns:a="http://schemas.openxmlformats.org/drawingml/2006/main">
              <a:ext uri="{FF2B5EF4-FFF2-40B4-BE49-F238E27FC236}">
                <a16:creationId xmlns:a16="http://schemas.microsoft.com/office/drawing/2014/main" id="{8932F990-9AB2-45D0-B8D3-109B9F93B08A}"/>
              </a:ext>
            </a:extLst>
          </p:cNvPr>
          <p:cNvSpPr>
            <a:spLocks xmlns:a="http://schemas.openxmlformats.org/drawingml/2006/main" noGrp="1"/>
          </p:cNvSpPr>
          <p:nvPr/>
        </p:nvSpPr>
        <p:spPr>
          <a:xfrm xmlns:a="http://schemas.openxmlformats.org/drawingml/2006/main">
            <a:off x="381000" y="619125"/>
            <a:ext cx="17526000" cy="5386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b="1">
                <a:solidFill>
                  <a:srgbClr val="18232E"/>
                </a:solidFill>
                <a:latin typeface="Apple SD Gothic Neo"/>
                <a:ea typeface="Apple SD Gothic Neo"/>
                <a:cs typeface="Apple SD Gothic Neo"/>
              </a:defRPr>
            </a:pPr>
            <a:r>
              <a:rPr sz="2925" b="1">
                <a:solidFill>
                  <a:srgbClr val="18232E"/>
                </a:solidFill>
                <a:latin typeface="Apple SD Gothic Neo"/>
                <a:ea typeface="Apple SD Gothic Neo"/>
                <a:cs typeface="Apple SD Gothic Neo"/>
              </a:rPr>
              <a:t>04-44. VIA 지속 입력과 Task 알림의 후속 실행 구조</a:t>
            </a:r>
          </a:p>
        </p:txBody>
      </p:sp>
      <p:sp>
        <p:nvSpPr>
          <p:cNvPr id="5" name="dp44-comparison / n5 / path">
            <a:extLst xmlns:a="http://schemas.openxmlformats.org/drawingml/2006/main">
              <a:ext uri="{FF2B5EF4-FFF2-40B4-BE49-F238E27FC236}">
                <a16:creationId xmlns:a16="http://schemas.microsoft.com/office/drawing/2014/main" id="{46EF9FB6-D606-4C34-94ED-835E9D197E22}"/>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6" name="dp44-comparison / n6 / text 1">
            <a:extLst xmlns:a="http://schemas.openxmlformats.org/drawingml/2006/main">
              <a:ext uri="{FF2B5EF4-FFF2-40B4-BE49-F238E27FC236}">
                <a16:creationId xmlns:a16="http://schemas.microsoft.com/office/drawing/2014/main" id="{FF0FF530-561E-486A-95FE-1CA2C884B090}"/>
              </a:ext>
            </a:extLst>
          </p:cNvPr>
          <p:cNvSpPr>
            <a:spLocks xmlns:a="http://schemas.openxmlformats.org/drawingml/2006/main" noGrp="1"/>
          </p:cNvSpPr>
          <p:nvPr/>
        </p:nvSpPr>
        <p:spPr>
          <a:xfrm xmlns:a="http://schemas.openxmlformats.org/drawingml/2006/main">
            <a:off x="381000" y="1333500"/>
            <a:ext cx="17526000" cy="3038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8232E"/>
                </a:solidFill>
                <a:latin typeface="Apple SD Gothic Neo"/>
                <a:ea typeface="Apple SD Gothic Neo"/>
                <a:cs typeface="Apple SD Gothic Neo"/>
              </a:defRPr>
            </a:pPr>
            <a:r>
              <a:rPr sz="1650" b="0">
                <a:solidFill>
                  <a:srgbClr val="18232E"/>
                </a:solidFill>
                <a:latin typeface="Apple SD Gothic Neo"/>
                <a:ea typeface="Apple SD Gothic Neo"/>
                <a:cs typeface="Apple SD Gothic Neo"/>
              </a:rPr>
              <a:t>“잠깐, 표부터 설명해줘.” + 메일 수신자 질문 도착 + 이전 응답 준비가 늦게 완료</a:t>
            </a:r>
          </a:p>
        </p:txBody>
      </p:sp>
      <p:sp>
        <p:nvSpPr>
          <p:cNvPr id="7" name="dp44-comparison / n7 / text 1">
            <a:extLst xmlns:a="http://schemas.openxmlformats.org/drawingml/2006/main">
              <a:ext uri="{FF2B5EF4-FFF2-40B4-BE49-F238E27FC236}">
                <a16:creationId xmlns:a16="http://schemas.microsoft.com/office/drawing/2014/main" id="{0FB8BD09-7DD5-4522-86F7-B13B43F20043}"/>
              </a:ext>
            </a:extLst>
          </p:cNvPr>
          <p:cNvSpPr>
            <a:spLocks xmlns:a="http://schemas.openxmlformats.org/drawingml/2006/main" noGrp="1"/>
          </p:cNvSpPr>
          <p:nvPr/>
        </p:nvSpPr>
        <p:spPr>
          <a:xfrm xmlns:a="http://schemas.openxmlformats.org/drawingml/2006/main">
            <a:off x="381000" y="1628775"/>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계속 입력 수신 / 로컬 VAD와 즉시 음성 중단 / 클라우드 음성 / 의미 모델 / 같은 Request / Task / 실제 전달 원본</a:t>
            </a:r>
          </a:p>
        </p:txBody>
      </p:sp>
      <p:sp>
        <p:nvSpPr>
          <p:cNvPr id="8" name="dp44-comparison / n8">
            <a:extLst xmlns:a="http://schemas.openxmlformats.org/drawingml/2006/main">
              <a:ext uri="{FF2B5EF4-FFF2-40B4-BE49-F238E27FC236}">
                <a16:creationId xmlns:a16="http://schemas.microsoft.com/office/drawing/2014/main" id="{59D7D188-1E9C-462A-82E4-BDC486FC41FE}"/>
              </a:ext>
            </a:extLst>
          </p:cNvPr>
          <p:cNvSpPr>
            <a:spLocks xmlns:a="http://schemas.openxmlformats.org/drawingml/2006/main" noGrp="1"/>
          </p:cNvSpPr>
          <p:nvPr/>
        </p:nvSpPr>
        <p:spPr>
          <a:xfrm xmlns:a="http://schemas.openxmlformats.org/drawingml/2006/main">
            <a:off x="381000" y="1857375"/>
            <a:ext cx="17526000" cy="457200"/>
          </a:xfrm>
          <a:prstGeom xmlns:a="http://schemas.openxmlformats.org/drawingml/2006/main" prst="rect">
            <a:avLst/>
          </a:prstGeom>
          <a:solidFill xmlns:a="http://schemas.openxmlformats.org/drawingml/2006/main">
            <a:srgbClr val="D5E7C7"/>
          </a:solidFill>
          <a:ln xmlns:a="http://schemas.openxmlformats.org/drawingml/2006/main" w="16193">
            <a:solidFill>
              <a:srgbClr val="CDD6DE"/>
            </a:solidFill>
            <a:prstDash val="solid"/>
          </a:ln>
        </p:spPr>
      </p:sp>
      <p:sp>
        <p:nvSpPr>
          <p:cNvPr id="9" name="dp44-comparison / n9 / text 1">
            <a:extLst xmlns:a="http://schemas.openxmlformats.org/drawingml/2006/main">
              <a:ext uri="{FF2B5EF4-FFF2-40B4-BE49-F238E27FC236}">
                <a16:creationId xmlns:a16="http://schemas.microsoft.com/office/drawing/2014/main" id="{B557DF49-F6B9-433D-88E3-5678AE8D8028}"/>
              </a:ext>
            </a:extLst>
          </p:cNvPr>
          <p:cNvSpPr>
            <a:spLocks xmlns:a="http://schemas.openxmlformats.org/drawingml/2006/main" noGrp="1"/>
          </p:cNvSpPr>
          <p:nvPr/>
        </p:nvSpPr>
        <p:spPr>
          <a:xfrm xmlns:a="http://schemas.openxmlformats.org/drawingml/2006/main">
            <a:off x="1485900" y="1962150"/>
            <a:ext cx="79819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A 중앙에서 완료 회수와 다음 실행 지시</a:t>
            </a:r>
          </a:p>
        </p:txBody>
      </p:sp>
      <p:sp>
        <p:nvSpPr>
          <p:cNvPr id="10" name="dp44-comparison / n10 / text 1">
            <a:extLst xmlns:a="http://schemas.openxmlformats.org/drawingml/2006/main">
              <a:ext uri="{FF2B5EF4-FFF2-40B4-BE49-F238E27FC236}">
                <a16:creationId xmlns:a16="http://schemas.microsoft.com/office/drawing/2014/main" id="{1D17C6FE-8EA9-4F9F-BA5C-C24E1924AF99}"/>
              </a:ext>
            </a:extLst>
          </p:cNvPr>
          <p:cNvSpPr>
            <a:spLocks xmlns:a="http://schemas.openxmlformats.org/drawingml/2006/main" noGrp="1"/>
          </p:cNvSpPr>
          <p:nvPr/>
        </p:nvSpPr>
        <p:spPr>
          <a:xfrm xmlns:a="http://schemas.openxmlformats.org/drawingml/2006/main">
            <a:off x="9772650" y="1962150"/>
            <a:ext cx="7981950" cy="31765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B 연결된 단계가 입력과 조건으로 실행</a:t>
            </a:r>
          </a:p>
        </p:txBody>
      </p:sp>
      <p:sp>
        <p:nvSpPr>
          <p:cNvPr id="11" name="dp44-comparison / n11 / path">
            <a:extLst xmlns:a="http://schemas.openxmlformats.org/drawingml/2006/main">
              <a:ext uri="{FF2B5EF4-FFF2-40B4-BE49-F238E27FC236}">
                <a16:creationId xmlns:a16="http://schemas.microsoft.com/office/drawing/2014/main" id="{BDEF00E7-944D-428A-84F2-4147DD0FC343}"/>
              </a:ext>
            </a:extLst>
          </p:cNvPr>
          <p:cNvSpPr>
            <a:spLocks xmlns:a="http://schemas.openxmlformats.org/drawingml/2006/main" noGrp="1"/>
          </p:cNvSpPr>
          <p:nvPr/>
        </p:nvSpPr>
        <p:spPr>
          <a:xfrm xmlns:a="http://schemas.openxmlformats.org/drawingml/2006/main">
            <a:off x="9620250" y="1857375"/>
            <a:ext cx="953" cy="5715000"/>
          </a:xfrm>
          <a:custGeom xmlns:a="http://schemas.openxmlformats.org/drawingml/2006/main">
            <a:pathLst>
              <a:path w="953" h="5715000">
                <a:moveTo>
                  <a:pt x="0" y="0"/>
                </a:moveTo>
                <a:lnTo>
                  <a:pt x="0" y="5715000"/>
                </a:lnTo>
              </a:path>
            </a:pathLst>
          </a:custGeom>
          <a:noFill xmlns:a="http://schemas.openxmlformats.org/drawingml/2006/main"/>
          <a:ln xmlns:a="http://schemas.openxmlformats.org/drawingml/2006/main" w="19050">
            <a:solidFill>
              <a:srgbClr val="CDD6DE"/>
            </a:solidFill>
            <a:prstDash val="solid"/>
          </a:ln>
        </p:spPr>
      </p:sp>
      <p:sp>
        <p:nvSpPr>
          <p:cNvPr id="12" name="dp44-comparison / n12 / path">
            <a:extLst xmlns:a="http://schemas.openxmlformats.org/drawingml/2006/main">
              <a:ext uri="{FF2B5EF4-FFF2-40B4-BE49-F238E27FC236}">
                <a16:creationId xmlns:a16="http://schemas.microsoft.com/office/drawing/2014/main" id="{3E982AC4-9CEF-4E3C-A57D-40693AAC36FB}"/>
              </a:ext>
            </a:extLst>
          </p:cNvPr>
          <p:cNvSpPr>
            <a:spLocks xmlns:a="http://schemas.openxmlformats.org/drawingml/2006/main" noGrp="1"/>
          </p:cNvSpPr>
          <p:nvPr/>
        </p:nvSpPr>
        <p:spPr>
          <a:xfrm xmlns:a="http://schemas.openxmlformats.org/drawingml/2006/main">
            <a:off x="381000" y="75723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3" name="dp44-comparison / n13 / text 1">
            <a:extLst xmlns:a="http://schemas.openxmlformats.org/drawingml/2006/main">
              <a:ext uri="{FF2B5EF4-FFF2-40B4-BE49-F238E27FC236}">
                <a16:creationId xmlns:a16="http://schemas.microsoft.com/office/drawing/2014/main" id="{ABEC5052-D556-4564-82A0-32A161408E49}"/>
              </a:ext>
            </a:extLst>
          </p:cNvPr>
          <p:cNvSpPr>
            <a:spLocks xmlns:a="http://schemas.openxmlformats.org/drawingml/2006/main" noGrp="1"/>
          </p:cNvSpPr>
          <p:nvPr/>
        </p:nvSpPr>
        <p:spPr>
          <a:xfrm xmlns:a="http://schemas.openxmlformats.org/drawingml/2006/main">
            <a:off x="400050" y="7724775"/>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후속 처리: source / 권한 / 입력 세대 검사 → Publication Control → Interaction Manager 실제 표시/재생 → receipt</a:t>
            </a:r>
          </a:p>
        </p:txBody>
      </p:sp>
      <p:sp>
        <p:nvSpPr>
          <p:cNvPr id="14" name="dp44-comparison / n14 / text 1">
            <a:extLst xmlns:a="http://schemas.openxmlformats.org/drawingml/2006/main">
              <a:ext uri="{FF2B5EF4-FFF2-40B4-BE49-F238E27FC236}">
                <a16:creationId xmlns:a16="http://schemas.microsoft.com/office/drawing/2014/main" id="{AB311A21-8F6F-4AE6-A0C9-0125B6E13CA3}"/>
              </a:ext>
            </a:extLst>
          </p:cNvPr>
          <p:cNvSpPr>
            <a:spLocks xmlns:a="http://schemas.openxmlformats.org/drawingml/2006/main" noGrp="1"/>
          </p:cNvSpPr>
          <p:nvPr/>
        </p:nvSpPr>
        <p:spPr>
          <a:xfrm xmlns:a="http://schemas.openxmlformats.org/drawingml/2006/main">
            <a:off x="400050" y="8001000"/>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확인 질문은 별도 admission으로 현재 입력 해소를 기다리지 않고 제시 / 발화 시작은 업무 취소 완료가 아님</a:t>
            </a:r>
          </a:p>
        </p:txBody>
      </p:sp>
      <p:sp>
        <p:nvSpPr>
          <p:cNvPr id="267" name="dp44-v5-summary / n1">
            <a:extLst xmlns:a="http://schemas.openxmlformats.org/drawingml/2006/main">
              <a:ext uri="{FF2B5EF4-FFF2-40B4-BE49-F238E27FC236}">
                <a16:creationId xmlns:a16="http://schemas.microsoft.com/office/drawing/2014/main" id="{396F1435-6C3E-4386-A051-C4A9901EA5E7}"/>
              </a:ext>
            </a:extLst>
          </p:cNvPr>
          <p:cNvSpPr>
            <a:spLocks xmlns:a="http://schemas.openxmlformats.org/drawingml/2006/main" noGrp="1"/>
          </p:cNvSpPr>
          <p:nvPr/>
        </p:nvSpPr>
        <p:spPr>
          <a:xfrm xmlns:a="http://schemas.openxmlformats.org/drawingml/2006/main">
            <a:off x="381000" y="82962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68" name="dp44-v5-summary / n2">
            <a:extLst xmlns:a="http://schemas.openxmlformats.org/drawingml/2006/main">
              <a:ext uri="{FF2B5EF4-FFF2-40B4-BE49-F238E27FC236}">
                <a16:creationId xmlns:a16="http://schemas.microsoft.com/office/drawing/2014/main" id="{9E6B5009-53EB-45DE-8803-FB5F600F7E55}"/>
              </a:ext>
            </a:extLst>
          </p:cNvPr>
          <p:cNvSpPr>
            <a:spLocks xmlns:a="http://schemas.openxmlformats.org/drawingml/2006/main" noGrp="1"/>
          </p:cNvSpPr>
          <p:nvPr/>
        </p:nvSpPr>
        <p:spPr>
          <a:xfrm xmlns:a="http://schemas.openxmlformats.org/drawingml/2006/main">
            <a:off x="400050" y="835342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요청 처리 정확성</a:t>
            </a:r>
          </a:p>
        </p:txBody>
      </p:sp>
      <p:sp>
        <p:nvSpPr>
          <p:cNvPr id="269" name="dp44-v5-summary / n3">
            <a:extLst xmlns:a="http://schemas.openxmlformats.org/drawingml/2006/main">
              <a:ext uri="{FF2B5EF4-FFF2-40B4-BE49-F238E27FC236}">
                <a16:creationId xmlns:a16="http://schemas.microsoft.com/office/drawing/2014/main" id="{046E5F71-4C01-47B4-A047-A3C2806FC556}"/>
              </a:ext>
            </a:extLst>
          </p:cNvPr>
          <p:cNvSpPr>
            <a:spLocks xmlns:a="http://schemas.openxmlformats.org/drawingml/2006/main" noGrp="1"/>
          </p:cNvSpPr>
          <p:nvPr/>
        </p:nvSpPr>
        <p:spPr>
          <a:xfrm xmlns:a="http://schemas.openxmlformats.org/drawingml/2006/main">
            <a:off x="2857500" y="8353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[현재성 검사와 올바른 후속 지시]</a:t>
            </a:r>
          </a:p>
        </p:txBody>
      </p:sp>
      <p:sp>
        <p:nvSpPr>
          <p:cNvPr id="270" name="dp44-v5-summary / n4">
            <a:extLst xmlns:a="http://schemas.openxmlformats.org/drawingml/2006/main">
              <a:ext uri="{FF2B5EF4-FFF2-40B4-BE49-F238E27FC236}">
                <a16:creationId xmlns:a16="http://schemas.microsoft.com/office/drawing/2014/main" id="{C2FCDD12-530C-42C1-9FE2-9C8F7422D541}"/>
              </a:ext>
            </a:extLst>
          </p:cNvPr>
          <p:cNvSpPr>
            <a:spLocks xmlns:a="http://schemas.openxmlformats.org/drawingml/2006/main" noGrp="1"/>
          </p:cNvSpPr>
          <p:nvPr/>
        </p:nvSpPr>
        <p:spPr>
          <a:xfrm xmlns:a="http://schemas.openxmlformats.org/drawingml/2006/main">
            <a:off x="10001250" y="8353425"/>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[window와 Join의 현재성 검사]</a:t>
            </a:r>
          </a:p>
        </p:txBody>
      </p:sp>
      <p:sp>
        <p:nvSpPr>
          <p:cNvPr id="271" name="dp44-v5-summary / n5">
            <a:extLst xmlns:a="http://schemas.openxmlformats.org/drawingml/2006/main">
              <a:ext uri="{FF2B5EF4-FFF2-40B4-BE49-F238E27FC236}">
                <a16:creationId xmlns:a16="http://schemas.microsoft.com/office/drawing/2014/main" id="{289D93AF-3988-4D6A-848F-D281F7D01FE7}"/>
              </a:ext>
            </a:extLst>
          </p:cNvPr>
          <p:cNvSpPr>
            <a:spLocks xmlns:a="http://schemas.openxmlformats.org/drawingml/2006/main" noGrp="1"/>
          </p:cNvSpPr>
          <p:nvPr/>
        </p:nvSpPr>
        <p:spPr>
          <a:xfrm xmlns:a="http://schemas.openxmlformats.org/drawingml/2006/main">
            <a:off x="381000" y="85344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72" name="dp44-v5-summary / n6">
            <a:extLst xmlns:a="http://schemas.openxmlformats.org/drawingml/2006/main">
              <a:ext uri="{FF2B5EF4-FFF2-40B4-BE49-F238E27FC236}">
                <a16:creationId xmlns:a16="http://schemas.microsoft.com/office/drawing/2014/main" id="{68B1D873-6746-4AB4-A4E9-7941FDCF4E09}"/>
              </a:ext>
            </a:extLst>
          </p:cNvPr>
          <p:cNvSpPr>
            <a:spLocks xmlns:a="http://schemas.openxmlformats.org/drawingml/2006/main" noGrp="1"/>
          </p:cNvSpPr>
          <p:nvPr/>
        </p:nvSpPr>
        <p:spPr>
          <a:xfrm xmlns:a="http://schemas.openxmlformats.org/drawingml/2006/main">
            <a:off x="400050" y="85915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상호작용 응답시간</a:t>
            </a:r>
          </a:p>
        </p:txBody>
      </p:sp>
      <p:sp>
        <p:nvSpPr>
          <p:cNvPr id="273" name="dp44-v5-summary / n7">
            <a:extLst xmlns:a="http://schemas.openxmlformats.org/drawingml/2006/main">
              <a:ext uri="{FF2B5EF4-FFF2-40B4-BE49-F238E27FC236}">
                <a16:creationId xmlns:a16="http://schemas.microsoft.com/office/drawing/2014/main" id="{FCE90C6C-FE0B-42FC-815E-94111FC6B971}"/>
              </a:ext>
            </a:extLst>
          </p:cNvPr>
          <p:cNvSpPr>
            <a:spLocks xmlns:a="http://schemas.openxmlformats.org/drawingml/2006/main" noGrp="1"/>
          </p:cNvSpPr>
          <p:nvPr/>
        </p:nvSpPr>
        <p:spPr>
          <a:xfrm xmlns:a="http://schemas.openxmlformats.org/drawingml/2006/main">
            <a:off x="2857500" y="85915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[중앙 queue와 회수 대기]</a:t>
            </a:r>
          </a:p>
        </p:txBody>
      </p:sp>
      <p:sp>
        <p:nvSpPr>
          <p:cNvPr id="274" name="dp44-v5-summary / n8">
            <a:extLst xmlns:a="http://schemas.openxmlformats.org/drawingml/2006/main">
              <a:ext uri="{FF2B5EF4-FFF2-40B4-BE49-F238E27FC236}">
                <a16:creationId xmlns:a16="http://schemas.microsoft.com/office/drawing/2014/main" id="{F4AE6133-195A-4C2F-88B7-EE29F32FE37D}"/>
              </a:ext>
            </a:extLst>
          </p:cNvPr>
          <p:cNvSpPr>
            <a:spLocks xmlns:a="http://schemas.openxmlformats.org/drawingml/2006/main" noGrp="1"/>
          </p:cNvSpPr>
          <p:nvPr/>
        </p:nvSpPr>
        <p:spPr>
          <a:xfrm xmlns:a="http://schemas.openxmlformats.org/drawingml/2006/main">
            <a:off x="10001250" y="8591550"/>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[credit와 Stage 및 Join 대기]</a:t>
            </a:r>
          </a:p>
        </p:txBody>
      </p:sp>
      <p:sp>
        <p:nvSpPr>
          <p:cNvPr id="275" name="dp44-v5-summary / n9">
            <a:extLst xmlns:a="http://schemas.openxmlformats.org/drawingml/2006/main">
              <a:ext uri="{FF2B5EF4-FFF2-40B4-BE49-F238E27FC236}">
                <a16:creationId xmlns:a16="http://schemas.microsoft.com/office/drawing/2014/main" id="{36B44860-5BDE-44BA-957B-A735521C7D63}"/>
              </a:ext>
            </a:extLst>
          </p:cNvPr>
          <p:cNvSpPr>
            <a:spLocks xmlns:a="http://schemas.openxmlformats.org/drawingml/2006/main" noGrp="1"/>
          </p:cNvSpPr>
          <p:nvPr/>
        </p:nvSpPr>
        <p:spPr>
          <a:xfrm xmlns:a="http://schemas.openxmlformats.org/drawingml/2006/main">
            <a:off x="381000" y="877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76" name="dp44-v5-summary / n10">
            <a:extLst xmlns:a="http://schemas.openxmlformats.org/drawingml/2006/main">
              <a:ext uri="{FF2B5EF4-FFF2-40B4-BE49-F238E27FC236}">
                <a16:creationId xmlns:a16="http://schemas.microsoft.com/office/drawing/2014/main" id="{1A52E580-4EAD-45ED-A2E3-743F6850616C}"/>
              </a:ext>
            </a:extLst>
          </p:cNvPr>
          <p:cNvSpPr>
            <a:spLocks xmlns:a="http://schemas.openxmlformats.org/drawingml/2006/main" noGrp="1"/>
          </p:cNvSpPr>
          <p:nvPr/>
        </p:nvSpPr>
        <p:spPr>
          <a:xfrm xmlns:a="http://schemas.openxmlformats.org/drawingml/2006/main">
            <a:off x="400050" y="882967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요청 처리시간</a:t>
            </a:r>
          </a:p>
        </p:txBody>
      </p:sp>
      <p:sp>
        <p:nvSpPr>
          <p:cNvPr id="277" name="dp44-v5-summary / n11">
            <a:extLst xmlns:a="http://schemas.openxmlformats.org/drawingml/2006/main">
              <a:ext uri="{FF2B5EF4-FFF2-40B4-BE49-F238E27FC236}">
                <a16:creationId xmlns:a16="http://schemas.microsoft.com/office/drawing/2014/main" id="{E01A8073-DFA6-4A64-BF01-DD0B5B831F7A}"/>
              </a:ext>
            </a:extLst>
          </p:cNvPr>
          <p:cNvSpPr>
            <a:spLocks xmlns:a="http://schemas.openxmlformats.org/drawingml/2006/main" noGrp="1"/>
          </p:cNvSpPr>
          <p:nvPr/>
        </p:nvSpPr>
        <p:spPr>
          <a:xfrm xmlns:a="http://schemas.openxmlformats.org/drawingml/2006/main">
            <a:off x="2857500" y="882967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[완료 회수와 다음 실행의 연결]</a:t>
            </a:r>
          </a:p>
        </p:txBody>
      </p:sp>
      <p:sp>
        <p:nvSpPr>
          <p:cNvPr id="278" name="dp44-v5-summary / n12">
            <a:extLst xmlns:a="http://schemas.openxmlformats.org/drawingml/2006/main">
              <a:ext uri="{FF2B5EF4-FFF2-40B4-BE49-F238E27FC236}">
                <a16:creationId xmlns:a16="http://schemas.microsoft.com/office/drawing/2014/main" id="{A5C04DDC-0B3A-4FE5-A64A-BE96BD3F439E}"/>
              </a:ext>
            </a:extLst>
          </p:cNvPr>
          <p:cNvSpPr>
            <a:spLocks xmlns:a="http://schemas.openxmlformats.org/drawingml/2006/main" noGrp="1"/>
          </p:cNvSpPr>
          <p:nvPr/>
        </p:nvSpPr>
        <p:spPr>
          <a:xfrm xmlns:a="http://schemas.openxmlformats.org/drawingml/2006/main">
            <a:off x="10001250" y="8829675"/>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[Stage 활성화와 publication Join]</a:t>
            </a:r>
          </a:p>
        </p:txBody>
      </p:sp>
      <p:sp>
        <p:nvSpPr>
          <p:cNvPr id="279" name="dp44-v5-summary / n13">
            <a:extLst xmlns:a="http://schemas.openxmlformats.org/drawingml/2006/main">
              <a:ext uri="{FF2B5EF4-FFF2-40B4-BE49-F238E27FC236}">
                <a16:creationId xmlns:a16="http://schemas.microsoft.com/office/drawing/2014/main" id="{1DCDE5A1-0195-41D1-B54B-A0DF157F2DF0}"/>
              </a:ext>
            </a:extLst>
          </p:cNvPr>
          <p:cNvSpPr>
            <a:spLocks xmlns:a="http://schemas.openxmlformats.org/drawingml/2006/main" noGrp="1"/>
          </p:cNvSpPr>
          <p:nvPr/>
        </p:nvSpPr>
        <p:spPr>
          <a:xfrm xmlns:a="http://schemas.openxmlformats.org/drawingml/2006/main">
            <a:off x="381000" y="90106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80" name="dp44-v5-summary / n14">
            <a:extLst xmlns:a="http://schemas.openxmlformats.org/drawingml/2006/main">
              <a:ext uri="{FF2B5EF4-FFF2-40B4-BE49-F238E27FC236}">
                <a16:creationId xmlns:a16="http://schemas.microsoft.com/office/drawing/2014/main" id="{8523C676-A43A-44CE-A258-2924E3EB62B5}"/>
              </a:ext>
            </a:extLst>
          </p:cNvPr>
          <p:cNvSpPr>
            <a:spLocks xmlns:a="http://schemas.openxmlformats.org/drawingml/2006/main" noGrp="1"/>
          </p:cNvSpPr>
          <p:nvPr/>
        </p:nvSpPr>
        <p:spPr>
          <a:xfrm xmlns:a="http://schemas.openxmlformats.org/drawingml/2006/main">
            <a:off x="400050" y="906780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모델 사용 비용</a:t>
            </a:r>
          </a:p>
        </p:txBody>
      </p:sp>
      <p:sp>
        <p:nvSpPr>
          <p:cNvPr id="281" name="dp44-v5-summary / n15">
            <a:extLst xmlns:a="http://schemas.openxmlformats.org/drawingml/2006/main">
              <a:ext uri="{FF2B5EF4-FFF2-40B4-BE49-F238E27FC236}">
                <a16:creationId xmlns:a16="http://schemas.microsoft.com/office/drawing/2014/main" id="{D8523886-F786-4280-9BAA-6217614F6446}"/>
              </a:ext>
            </a:extLst>
          </p:cNvPr>
          <p:cNvSpPr>
            <a:spLocks xmlns:a="http://schemas.openxmlformats.org/drawingml/2006/main" noGrp="1"/>
          </p:cNvSpPr>
          <p:nvPr/>
        </p:nvSpPr>
        <p:spPr>
          <a:xfrm xmlns:a="http://schemas.openxmlformats.org/drawingml/2006/main">
            <a:off x="2857500" y="90678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[실제 호출과 retry 및 폐기 청구]</a:t>
            </a:r>
          </a:p>
        </p:txBody>
      </p:sp>
      <p:sp>
        <p:nvSpPr>
          <p:cNvPr id="282" name="dp44-v5-summary / n16">
            <a:extLst xmlns:a="http://schemas.openxmlformats.org/drawingml/2006/main">
              <a:ext uri="{FF2B5EF4-FFF2-40B4-BE49-F238E27FC236}">
                <a16:creationId xmlns:a16="http://schemas.microsoft.com/office/drawing/2014/main" id="{0D20DAF6-984D-4A1B-BB1D-BB45C039925B}"/>
              </a:ext>
            </a:extLst>
          </p:cNvPr>
          <p:cNvSpPr>
            <a:spLocks xmlns:a="http://schemas.openxmlformats.org/drawingml/2006/main" noGrp="1"/>
          </p:cNvSpPr>
          <p:nvPr/>
        </p:nvSpPr>
        <p:spPr>
          <a:xfrm xmlns:a="http://schemas.openxmlformats.org/drawingml/2006/main">
            <a:off x="10001250" y="9067800"/>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[실제 호출과 retry 및 폐기 청구]</a:t>
            </a:r>
          </a:p>
        </p:txBody>
      </p:sp>
      <p:sp>
        <p:nvSpPr>
          <p:cNvPr id="283" name="dp44-v5-summary / n17">
            <a:extLst xmlns:a="http://schemas.openxmlformats.org/drawingml/2006/main">
              <a:ext uri="{FF2B5EF4-FFF2-40B4-BE49-F238E27FC236}">
                <a16:creationId xmlns:a16="http://schemas.microsoft.com/office/drawing/2014/main" id="{7DFFBE34-8135-4DF4-ABB7-21E96135119E}"/>
              </a:ext>
            </a:extLst>
          </p:cNvPr>
          <p:cNvSpPr>
            <a:spLocks xmlns:a="http://schemas.openxmlformats.org/drawingml/2006/main" noGrp="1"/>
          </p:cNvSpPr>
          <p:nvPr/>
        </p:nvSpPr>
        <p:spPr>
          <a:xfrm xmlns:a="http://schemas.openxmlformats.org/drawingml/2006/main">
            <a:off x="381000" y="92487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84" name="dp44-v5-summary / n18">
            <a:extLst xmlns:a="http://schemas.openxmlformats.org/drawingml/2006/main">
              <a:ext uri="{FF2B5EF4-FFF2-40B4-BE49-F238E27FC236}">
                <a16:creationId xmlns:a16="http://schemas.microsoft.com/office/drawing/2014/main" id="{9D7242E7-A55C-45AD-809B-973ECC48AF1C}"/>
              </a:ext>
            </a:extLst>
          </p:cNvPr>
          <p:cNvSpPr>
            <a:spLocks xmlns:a="http://schemas.openxmlformats.org/drawingml/2006/main" noGrp="1"/>
          </p:cNvSpPr>
          <p:nvPr/>
        </p:nvSpPr>
        <p:spPr>
          <a:xfrm xmlns:a="http://schemas.openxmlformats.org/drawingml/2006/main">
            <a:off x="400050" y="930592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변경 용이성</a:t>
            </a:r>
          </a:p>
        </p:txBody>
      </p:sp>
      <p:sp>
        <p:nvSpPr>
          <p:cNvPr id="285" name="dp44-v5-summary / n19">
            <a:extLst xmlns:a="http://schemas.openxmlformats.org/drawingml/2006/main">
              <a:ext uri="{FF2B5EF4-FFF2-40B4-BE49-F238E27FC236}">
                <a16:creationId xmlns:a16="http://schemas.microsoft.com/office/drawing/2014/main" id="{0B20B4F9-B4D7-4799-A378-34EF876F0CEB}"/>
              </a:ext>
            </a:extLst>
          </p:cNvPr>
          <p:cNvSpPr>
            <a:spLocks xmlns:a="http://schemas.openxmlformats.org/drawingml/2006/main" noGrp="1"/>
          </p:cNvSpPr>
          <p:nvPr/>
        </p:nvSpPr>
        <p:spPr>
          <a:xfrm xmlns:a="http://schemas.openxmlformats.org/drawingml/2006/main">
            <a:off x="2857500" y="93059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[후속 규칙과 사건 계약의 수정]</a:t>
            </a:r>
          </a:p>
        </p:txBody>
      </p:sp>
      <p:sp>
        <p:nvSpPr>
          <p:cNvPr id="286" name="dp44-v5-summary / n20">
            <a:extLst xmlns:a="http://schemas.openxmlformats.org/drawingml/2006/main">
              <a:ext uri="{FF2B5EF4-FFF2-40B4-BE49-F238E27FC236}">
                <a16:creationId xmlns:a16="http://schemas.microsoft.com/office/drawing/2014/main" id="{02DD9AE1-1B81-4AD7-B44B-464604008507}"/>
              </a:ext>
            </a:extLst>
          </p:cNvPr>
          <p:cNvSpPr>
            <a:spLocks xmlns:a="http://schemas.openxmlformats.org/drawingml/2006/main" noGrp="1"/>
          </p:cNvSpPr>
          <p:nvPr/>
        </p:nvSpPr>
        <p:spPr>
          <a:xfrm xmlns:a="http://schemas.openxmlformats.org/drawingml/2006/main">
            <a:off x="10001250" y="9305925"/>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[단계와 Join 계약의 실제 수정]</a:t>
            </a:r>
          </a:p>
        </p:txBody>
      </p:sp>
      <p:sp>
        <p:nvSpPr>
          <p:cNvPr id="287" name="dp44-v5-summary / n21">
            <a:extLst xmlns:a="http://schemas.openxmlformats.org/drawingml/2006/main">
              <a:ext uri="{FF2B5EF4-FFF2-40B4-BE49-F238E27FC236}">
                <a16:creationId xmlns:a16="http://schemas.microsoft.com/office/drawing/2014/main" id="{4A9E00F5-C2C1-40AD-9FE1-4A6FD484B099}"/>
              </a:ext>
            </a:extLst>
          </p:cNvPr>
          <p:cNvSpPr>
            <a:spLocks xmlns:a="http://schemas.openxmlformats.org/drawingml/2006/main" noGrp="1"/>
          </p:cNvSpPr>
          <p:nvPr/>
        </p:nvSpPr>
        <p:spPr>
          <a:xfrm xmlns:a="http://schemas.openxmlformats.org/drawingml/2006/main">
            <a:off x="381000" y="94869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88" name="dp44-v5-summary / n22">
            <a:extLst xmlns:a="http://schemas.openxmlformats.org/drawingml/2006/main">
              <a:ext uri="{FF2B5EF4-FFF2-40B4-BE49-F238E27FC236}">
                <a16:creationId xmlns:a16="http://schemas.microsoft.com/office/drawing/2014/main" id="{6645C46D-6093-4C7B-A699-2DEE875A295D}"/>
              </a:ext>
            </a:extLst>
          </p:cNvPr>
          <p:cNvSpPr>
            <a:spLocks xmlns:a="http://schemas.openxmlformats.org/drawingml/2006/main" noGrp="1"/>
          </p:cNvSpPr>
          <p:nvPr/>
        </p:nvSpPr>
        <p:spPr>
          <a:xfrm xmlns:a="http://schemas.openxmlformats.org/drawingml/2006/main">
            <a:off x="400050" y="95440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로컬 VIA 메모리 사용량</a:t>
            </a:r>
          </a:p>
        </p:txBody>
      </p:sp>
      <p:sp>
        <p:nvSpPr>
          <p:cNvPr id="289" name="dp44-v5-summary / n23">
            <a:extLst xmlns:a="http://schemas.openxmlformats.org/drawingml/2006/main">
              <a:ext uri="{FF2B5EF4-FFF2-40B4-BE49-F238E27FC236}">
                <a16:creationId xmlns:a16="http://schemas.microsoft.com/office/drawing/2014/main" id="{05D05CC5-F7F0-4E92-B556-547867D1FE2C}"/>
              </a:ext>
            </a:extLst>
          </p:cNvPr>
          <p:cNvSpPr>
            <a:spLocks xmlns:a="http://schemas.openxmlformats.org/drawingml/2006/main" noGrp="1"/>
          </p:cNvSpPr>
          <p:nvPr/>
        </p:nvSpPr>
        <p:spPr>
          <a:xfrm xmlns:a="http://schemas.openxmlformats.org/drawingml/2006/main">
            <a:off x="2857500" y="95440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예산 1,792MiB  [중앙 진행 상태와 실행 대기열]</a:t>
            </a:r>
          </a:p>
        </p:txBody>
      </p:sp>
      <p:sp>
        <p:nvSpPr>
          <p:cNvPr id="290" name="dp44-v5-summary / n24">
            <a:extLst xmlns:a="http://schemas.openxmlformats.org/drawingml/2006/main">
              <a:ext uri="{FF2B5EF4-FFF2-40B4-BE49-F238E27FC236}">
                <a16:creationId xmlns:a16="http://schemas.microsoft.com/office/drawing/2014/main" id="{EE88734C-BE42-48B6-A813-62832A7A75DA}"/>
              </a:ext>
            </a:extLst>
          </p:cNvPr>
          <p:cNvSpPr>
            <a:spLocks xmlns:a="http://schemas.openxmlformats.org/drawingml/2006/main" noGrp="1"/>
          </p:cNvSpPr>
          <p:nvPr/>
        </p:nvSpPr>
        <p:spPr>
          <a:xfrm xmlns:a="http://schemas.openxmlformats.org/drawingml/2006/main">
            <a:off x="10001250" y="9544050"/>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예산 1,840MiB  [window와 credit 및 envelope copy]</a:t>
            </a:r>
          </a:p>
        </p:txBody>
      </p:sp>
      <p:sp>
        <p:nvSpPr>
          <p:cNvPr id="291" name="dp44-v5-summary / n25">
            <a:extLst xmlns:a="http://schemas.openxmlformats.org/drawingml/2006/main">
              <a:ext uri="{FF2B5EF4-FFF2-40B4-BE49-F238E27FC236}">
                <a16:creationId xmlns:a16="http://schemas.microsoft.com/office/drawing/2014/main" id="{177584E4-7C26-43CC-90A5-4D4EE6DB7EA0}"/>
              </a:ext>
            </a:extLst>
          </p:cNvPr>
          <p:cNvSpPr>
            <a:spLocks xmlns:a="http://schemas.openxmlformats.org/drawingml/2006/main" noGrp="1"/>
          </p:cNvSpPr>
          <p:nvPr/>
        </p:nvSpPr>
        <p:spPr>
          <a:xfrm xmlns:a="http://schemas.openxmlformats.org/drawingml/2006/main">
            <a:off x="381000" y="9810750"/>
            <a:ext cx="1752600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F6B77"/>
                </a:solidFill>
                <a:latin typeface="Apple SD Gothic Neo"/>
                <a:ea typeface="Apple SD Gothic Neo"/>
                <a:cs typeface="Apple SD Gothic Neo"/>
              </a:defRPr>
            </a:pPr>
            <a:r>
              <a:rPr sz="1125" b="0">
                <a:solidFill>
                  <a:srgbClr val="5F6B77"/>
                </a:solidFill>
                <a:latin typeface="Apple SD Gothic Neo"/>
                <a:ea typeface="Apple SD Gothic Neo"/>
                <a:cs typeface="Apple SD Gothic Neo"/>
              </a:rPr>
              <a:t>P21 비용 예산 소계 $0.35184, 잔여 $0.14816. 후보별 전체 청구와 목표 판정은 평가 전.</a:t>
            </a:r>
          </a:p>
        </p:txBody>
      </p:sp>
      <p:sp>
        <p:nvSpPr>
          <p:cNvPr id="292" name="dp44-v5-summary / n26">
            <a:extLst xmlns:a="http://schemas.openxmlformats.org/drawingml/2006/main">
              <a:ext uri="{FF2B5EF4-FFF2-40B4-BE49-F238E27FC236}">
                <a16:creationId xmlns:a16="http://schemas.microsoft.com/office/drawing/2014/main" id="{5BFDE993-08F6-4B0B-B415-0A650BFE656C}"/>
              </a:ext>
            </a:extLst>
          </p:cNvPr>
          <p:cNvSpPr>
            <a:spLocks xmlns:a="http://schemas.openxmlformats.org/drawingml/2006/main" noGrp="1"/>
          </p:cNvSpPr>
          <p:nvPr/>
        </p:nvSpPr>
        <p:spPr>
          <a:xfrm xmlns:a="http://schemas.openxmlformats.org/drawingml/2006/main">
            <a:off x="381000" y="10067925"/>
            <a:ext cx="17526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5F6B77"/>
                </a:solidFill>
                <a:latin typeface="Apple SD Gothic Neo"/>
                <a:ea typeface="Apple SD Gothic Neo"/>
                <a:cs typeface="Apple SD Gothic Neo"/>
              </a:defRPr>
            </a:pPr>
            <a:r>
              <a:rPr sz="1050" b="0">
                <a:solidFill>
                  <a:srgbClr val="5F6B77"/>
                </a:solidFill>
                <a:latin typeface="Apple SD Gothic Neo"/>
                <a:ea typeface="Apple SD Gothic Neo"/>
                <a:cs typeface="Apple SD Gothic Neo"/>
              </a:rPr>
              <a:t>ASR-QA-v6 / P21 기준 / 미실측은 0점이 아님 / 메모리는 예산 가정 / 지역 계산은 다음 장</a:t>
            </a:r>
          </a:p>
        </p:txBody>
      </p:sp>
      <p:sp>
        <p:nvSpPr>
          <p:cNvPr id="41" name="dp44-comparison / legend_continuation_0">
            <a:extLst xmlns:a="http://schemas.openxmlformats.org/drawingml/2006/main">
              <a:ext uri="{FF2B5EF4-FFF2-40B4-BE49-F238E27FC236}">
                <a16:creationId xmlns:a16="http://schemas.microsoft.com/office/drawing/2014/main" id="{15518DFA-8989-4E95-ACD7-FA670AC3ED65}"/>
              </a:ext>
            </a:extLst>
          </p:cNvPr>
          <p:cNvSpPr>
            <a:spLocks xmlns:a="http://schemas.openxmlformats.org/drawingml/2006/main" noGrp="1"/>
          </p:cNvSpPr>
          <p:nvPr/>
        </p:nvSpPr>
        <p:spPr>
          <a:xfrm xmlns:a="http://schemas.openxmlformats.org/drawingml/2006/main">
            <a:off x="447675" y="3257550"/>
            <a:ext cx="819150" cy="42005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2" name="dp44-comparison / legend_continuation_1 / text 1">
            <a:extLst xmlns:a="http://schemas.openxmlformats.org/drawingml/2006/main">
              <a:ext uri="{FF2B5EF4-FFF2-40B4-BE49-F238E27FC236}">
                <a16:creationId xmlns:a16="http://schemas.microsoft.com/office/drawing/2014/main" id="{A2AD2E74-D43F-4EDB-AE67-0DC05EDD76D9}"/>
              </a:ext>
            </a:extLst>
          </p:cNvPr>
          <p:cNvSpPr>
            <a:spLocks xmlns:a="http://schemas.openxmlformats.org/drawingml/2006/main" noGrp="1"/>
          </p:cNvSpPr>
          <p:nvPr/>
        </p:nvSpPr>
        <p:spPr>
          <a:xfrm xmlns:a="http://schemas.openxmlformats.org/drawingml/2006/main">
            <a:off x="466725" y="3329559"/>
            <a:ext cx="781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Legend</a:t>
            </a:r>
          </a:p>
        </p:txBody>
      </p:sp>
      <p:sp>
        <p:nvSpPr>
          <p:cNvPr id="43" name="dp44-comparison / legend_continuation_2">
            <a:extLst xmlns:a="http://schemas.openxmlformats.org/drawingml/2006/main">
              <a:ext uri="{FF2B5EF4-FFF2-40B4-BE49-F238E27FC236}">
                <a16:creationId xmlns:a16="http://schemas.microsoft.com/office/drawing/2014/main" id="{0A5C9E66-6249-4AE1-8A11-8B38E5D503A4}"/>
              </a:ext>
            </a:extLst>
          </p:cNvPr>
          <p:cNvSpPr>
            <a:spLocks xmlns:a="http://schemas.openxmlformats.org/drawingml/2006/main" noGrp="1"/>
          </p:cNvSpPr>
          <p:nvPr/>
        </p:nvSpPr>
        <p:spPr>
          <a:xfrm xmlns:a="http://schemas.openxmlformats.org/drawingml/2006/main">
            <a:off x="504825" y="3553587"/>
            <a:ext cx="704850" cy="216027"/>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4" name="dp44-comparison / legend_continuation_3 / text 1">
            <a:extLst xmlns:a="http://schemas.openxmlformats.org/drawingml/2006/main">
              <a:ext uri="{FF2B5EF4-FFF2-40B4-BE49-F238E27FC236}">
                <a16:creationId xmlns:a16="http://schemas.microsoft.com/office/drawing/2014/main" id="{7128053D-304D-45CC-80A4-929726EFD944}"/>
              </a:ext>
            </a:extLst>
          </p:cNvPr>
          <p:cNvSpPr>
            <a:spLocks xmlns:a="http://schemas.openxmlformats.org/drawingml/2006/main" noGrp="1"/>
          </p:cNvSpPr>
          <p:nvPr/>
        </p:nvSpPr>
        <p:spPr>
          <a:xfrm xmlns:a="http://schemas.openxmlformats.org/drawingml/2006/main">
            <a:off x="590550" y="3609594"/>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Component</a:t>
            </a:r>
          </a:p>
        </p:txBody>
      </p:sp>
      <p:sp>
        <p:nvSpPr>
          <p:cNvPr id="45" name="dp44-comparison / legend_continuation_4 / text 1">
            <a:extLst xmlns:a="http://schemas.openxmlformats.org/drawingml/2006/main">
              <a:ext uri="{FF2B5EF4-FFF2-40B4-BE49-F238E27FC236}">
                <a16:creationId xmlns:a16="http://schemas.microsoft.com/office/drawing/2014/main" id="{CA8EE084-F777-4C1D-8293-DF70087184AB}"/>
              </a:ext>
            </a:extLst>
          </p:cNvPr>
          <p:cNvSpPr>
            <a:spLocks xmlns:a="http://schemas.openxmlformats.org/drawingml/2006/main" noGrp="1"/>
          </p:cNvSpPr>
          <p:nvPr/>
        </p:nvSpPr>
        <p:spPr>
          <a:xfrm xmlns:a="http://schemas.openxmlformats.org/drawingml/2006/main">
            <a:off x="514350" y="379361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논리 책임</a:t>
            </a:r>
          </a:p>
        </p:txBody>
      </p:sp>
      <p:sp>
        <p:nvSpPr>
          <p:cNvPr id="46" name="dp44-comparison / legend_continuation_5">
            <a:extLst xmlns:a="http://schemas.openxmlformats.org/drawingml/2006/main">
              <a:ext uri="{FF2B5EF4-FFF2-40B4-BE49-F238E27FC236}">
                <a16:creationId xmlns:a16="http://schemas.microsoft.com/office/drawing/2014/main" id="{D34AA399-BC8E-4FEB-B95E-60B49EC43882}"/>
              </a:ext>
            </a:extLst>
          </p:cNvPr>
          <p:cNvSpPr>
            <a:spLocks xmlns:a="http://schemas.openxmlformats.org/drawingml/2006/main" noGrp="1"/>
          </p:cNvSpPr>
          <p:nvPr/>
        </p:nvSpPr>
        <p:spPr>
          <a:xfrm xmlns:a="http://schemas.openxmlformats.org/drawingml/2006/main">
            <a:off x="504825" y="4025646"/>
            <a:ext cx="704850" cy="216027"/>
          </a:xfrm>
          <a:prstGeom xmlns:a="http://schemas.openxmlformats.org/drawingml/2006/main" prst="roundRect">
            <a:avLst>
              <a:gd name="adj" fmla="val 35273"/>
            </a:avLst>
          </a:prstGeom>
          <a:solidFill xmlns:a="http://schemas.openxmlformats.org/drawingml/2006/main">
            <a:srgbClr val="FFFFFF"/>
          </a:solidFill>
          <a:ln xmlns:a="http://schemas.openxmlformats.org/drawingml/2006/main" w="9525">
            <a:solidFill>
              <a:srgbClr val="000000"/>
            </a:solidFill>
            <a:prstDash val="solid"/>
          </a:ln>
        </p:spPr>
      </p:sp>
      <p:sp>
        <p:nvSpPr>
          <p:cNvPr id="47" name="dp44-comparison / legend_continuation_6 / text 1">
            <a:extLst xmlns:a="http://schemas.openxmlformats.org/drawingml/2006/main">
              <a:ext uri="{FF2B5EF4-FFF2-40B4-BE49-F238E27FC236}">
                <a16:creationId xmlns:a16="http://schemas.microsoft.com/office/drawing/2014/main" id="{8126E048-00C7-4B07-A982-6D22A4800066}"/>
              </a:ext>
            </a:extLst>
          </p:cNvPr>
          <p:cNvSpPr>
            <a:spLocks xmlns:a="http://schemas.openxmlformats.org/drawingml/2006/main" noGrp="1"/>
          </p:cNvSpPr>
          <p:nvPr/>
        </p:nvSpPr>
        <p:spPr>
          <a:xfrm xmlns:a="http://schemas.openxmlformats.org/drawingml/2006/main">
            <a:off x="590550" y="4081653"/>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48" name="dp44-comparison / legend_continuation_7 / text 1">
            <a:extLst xmlns:a="http://schemas.openxmlformats.org/drawingml/2006/main">
              <a:ext uri="{FF2B5EF4-FFF2-40B4-BE49-F238E27FC236}">
                <a16:creationId xmlns:a16="http://schemas.microsoft.com/office/drawing/2014/main" id="{ECDAB91D-4AAC-40C5-8FD5-D938F1F55F49}"/>
              </a:ext>
            </a:extLst>
          </p:cNvPr>
          <p:cNvSpPr>
            <a:spLocks xmlns:a="http://schemas.openxmlformats.org/drawingml/2006/main" noGrp="1"/>
          </p:cNvSpPr>
          <p:nvPr/>
        </p:nvSpPr>
        <p:spPr>
          <a:xfrm xmlns:a="http://schemas.openxmlformats.org/drawingml/2006/main">
            <a:off x="514350" y="4265676"/>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내부 구현</a:t>
            </a:r>
          </a:p>
        </p:txBody>
      </p:sp>
      <p:sp>
        <p:nvSpPr>
          <p:cNvPr id="49" name="dp44-comparison / legend_continuation_8">
            <a:extLst xmlns:a="http://schemas.openxmlformats.org/drawingml/2006/main">
              <a:ext uri="{FF2B5EF4-FFF2-40B4-BE49-F238E27FC236}">
                <a16:creationId xmlns:a16="http://schemas.microsoft.com/office/drawing/2014/main" id="{438E98DD-94EB-44B0-9E55-EE593CE4AD8A}"/>
              </a:ext>
            </a:extLst>
          </p:cNvPr>
          <p:cNvSpPr>
            <a:spLocks xmlns:a="http://schemas.openxmlformats.org/drawingml/2006/main" noGrp="1"/>
          </p:cNvSpPr>
          <p:nvPr/>
        </p:nvSpPr>
        <p:spPr>
          <a:xfrm xmlns:a="http://schemas.openxmlformats.org/drawingml/2006/main">
            <a:off x="504825" y="4497705"/>
            <a:ext cx="704850" cy="216027"/>
          </a:xfrm>
          <a:custGeom xmlns:a="http://schemas.openxmlformats.org/drawingml/2006/main">
            <a:pathLst>
              <a:path w="704850" h="216027">
                <a:moveTo>
                  <a:pt x="0" y="0"/>
                </a:moveTo>
                <a:lnTo>
                  <a:pt x="533400" y="0"/>
                </a:lnTo>
                <a:lnTo>
                  <a:pt x="704850" y="171450"/>
                </a:lnTo>
                <a:lnTo>
                  <a:pt x="704850" y="216027"/>
                </a:lnTo>
                <a:lnTo>
                  <a:pt x="0" y="216027"/>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50" name="dp44-comparison / legend_continuation_8 / fold">
            <a:extLst xmlns:a="http://schemas.openxmlformats.org/drawingml/2006/main">
              <a:ext uri="{FF2B5EF4-FFF2-40B4-BE49-F238E27FC236}">
                <a16:creationId xmlns:a16="http://schemas.microsoft.com/office/drawing/2014/main" id="{F84461E6-D200-4A60-8714-46C3134BBA7E}"/>
              </a:ext>
            </a:extLst>
          </p:cNvPr>
          <p:cNvSpPr>
            <a:spLocks xmlns:a="http://schemas.openxmlformats.org/drawingml/2006/main" noGrp="1"/>
          </p:cNvSpPr>
          <p:nvPr/>
        </p:nvSpPr>
        <p:spPr>
          <a:xfrm xmlns:a="http://schemas.openxmlformats.org/drawingml/2006/main">
            <a:off x="1038225" y="449770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51" name="dp44-comparison / legend_continuation_9 / text 1">
            <a:extLst xmlns:a="http://schemas.openxmlformats.org/drawingml/2006/main">
              <a:ext uri="{FF2B5EF4-FFF2-40B4-BE49-F238E27FC236}">
                <a16:creationId xmlns:a16="http://schemas.microsoft.com/office/drawing/2014/main" id="{D2B1EA49-6512-4CA4-8FE9-A769E1493DC6}"/>
              </a:ext>
            </a:extLst>
          </p:cNvPr>
          <p:cNvSpPr>
            <a:spLocks xmlns:a="http://schemas.openxmlformats.org/drawingml/2006/main" noGrp="1"/>
          </p:cNvSpPr>
          <p:nvPr/>
        </p:nvSpPr>
        <p:spPr>
          <a:xfrm xmlns:a="http://schemas.openxmlformats.org/drawingml/2006/main">
            <a:off x="523875" y="4553712"/>
            <a:ext cx="666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Data</a:t>
            </a:r>
          </a:p>
        </p:txBody>
      </p:sp>
      <p:sp>
        <p:nvSpPr>
          <p:cNvPr id="52" name="dp44-comparison / legend_continuation_10 / text 1">
            <a:extLst xmlns:a="http://schemas.openxmlformats.org/drawingml/2006/main">
              <a:ext uri="{FF2B5EF4-FFF2-40B4-BE49-F238E27FC236}">
                <a16:creationId xmlns:a16="http://schemas.microsoft.com/office/drawing/2014/main" id="{D634E017-610B-425F-8A14-D30740FF057A}"/>
              </a:ext>
            </a:extLst>
          </p:cNvPr>
          <p:cNvSpPr>
            <a:spLocks xmlns:a="http://schemas.openxmlformats.org/drawingml/2006/main" noGrp="1"/>
          </p:cNvSpPr>
          <p:nvPr/>
        </p:nvSpPr>
        <p:spPr>
          <a:xfrm xmlns:a="http://schemas.openxmlformats.org/drawingml/2006/main">
            <a:off x="514350" y="473773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교환 예시</a:t>
            </a:r>
          </a:p>
        </p:txBody>
      </p:sp>
      <p:sp>
        <p:nvSpPr>
          <p:cNvPr id="53" name="dp44-comparison / legend_continuation_11">
            <a:extLst xmlns:a="http://schemas.openxmlformats.org/drawingml/2006/main">
              <a:ext uri="{FF2B5EF4-FFF2-40B4-BE49-F238E27FC236}">
                <a16:creationId xmlns:a16="http://schemas.microsoft.com/office/drawing/2014/main" id="{903B6DB6-67FE-4876-88BB-DDF616AED52F}"/>
              </a:ext>
            </a:extLst>
          </p:cNvPr>
          <p:cNvSpPr>
            <a:spLocks xmlns:a="http://schemas.openxmlformats.org/drawingml/2006/main" noGrp="1"/>
          </p:cNvSpPr>
          <p:nvPr/>
        </p:nvSpPr>
        <p:spPr>
          <a:xfrm xmlns:a="http://schemas.openxmlformats.org/drawingml/2006/main">
            <a:off x="504825" y="4961763"/>
            <a:ext cx="704850" cy="216027"/>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54" name="dp44-comparison / legend_continuation_12 / text 1">
            <a:extLst xmlns:a="http://schemas.openxmlformats.org/drawingml/2006/main">
              <a:ext uri="{FF2B5EF4-FFF2-40B4-BE49-F238E27FC236}">
                <a16:creationId xmlns:a16="http://schemas.microsoft.com/office/drawing/2014/main" id="{43764D8F-AD59-4304-ABA6-8915776F373A}"/>
              </a:ext>
            </a:extLst>
          </p:cNvPr>
          <p:cNvSpPr>
            <a:spLocks xmlns:a="http://schemas.openxmlformats.org/drawingml/2006/main" noGrp="1"/>
          </p:cNvSpPr>
          <p:nvPr/>
        </p:nvSpPr>
        <p:spPr>
          <a:xfrm xmlns:a="http://schemas.openxmlformats.org/drawingml/2006/main">
            <a:off x="590550" y="501777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LLM</a:t>
            </a:r>
          </a:p>
        </p:txBody>
      </p:sp>
      <p:sp>
        <p:nvSpPr>
          <p:cNvPr id="55" name="dp44-comparison / legend_continuation_13 / text 1">
            <a:extLst xmlns:a="http://schemas.openxmlformats.org/drawingml/2006/main">
              <a:ext uri="{FF2B5EF4-FFF2-40B4-BE49-F238E27FC236}">
                <a16:creationId xmlns:a16="http://schemas.microsoft.com/office/drawing/2014/main" id="{084FDD09-734F-4646-89BB-F4B14541FC2D}"/>
              </a:ext>
            </a:extLst>
          </p:cNvPr>
          <p:cNvSpPr>
            <a:spLocks xmlns:a="http://schemas.openxmlformats.org/drawingml/2006/main" noGrp="1"/>
          </p:cNvSpPr>
          <p:nvPr/>
        </p:nvSpPr>
        <p:spPr>
          <a:xfrm xmlns:a="http://schemas.openxmlformats.org/drawingml/2006/main">
            <a:off x="514350" y="5201793"/>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외부 모델</a:t>
            </a:r>
          </a:p>
        </p:txBody>
      </p:sp>
      <p:sp>
        <p:nvSpPr>
          <p:cNvPr id="56" name="dp44-comparison / legend_continuation_14">
            <a:extLst xmlns:a="http://schemas.openxmlformats.org/drawingml/2006/main">
              <a:ext uri="{FF2B5EF4-FFF2-40B4-BE49-F238E27FC236}">
                <a16:creationId xmlns:a16="http://schemas.microsoft.com/office/drawing/2014/main" id="{33FF9B74-108E-47BC-AD9D-BEE0A0BC183A}"/>
              </a:ext>
            </a:extLst>
          </p:cNvPr>
          <p:cNvSpPr>
            <a:spLocks xmlns:a="http://schemas.openxmlformats.org/drawingml/2006/main" noGrp="1"/>
          </p:cNvSpPr>
          <p:nvPr/>
        </p:nvSpPr>
        <p:spPr>
          <a:xfrm xmlns:a="http://schemas.openxmlformats.org/drawingml/2006/main">
            <a:off x="504825" y="5433822"/>
            <a:ext cx="704850" cy="216027"/>
          </a:xfrm>
          <a:prstGeom xmlns:a="http://schemas.openxmlformats.org/drawingml/2006/main" prst="roundRect">
            <a:avLst>
              <a:gd name="adj" fmla="val 35273"/>
            </a:avLst>
          </a:prstGeom>
          <a:solidFill xmlns:a="http://schemas.openxmlformats.org/drawingml/2006/main">
            <a:srgbClr val="FFF0DD"/>
          </a:solidFill>
          <a:ln xmlns:a="http://schemas.openxmlformats.org/drawingml/2006/main" w="9525">
            <a:solidFill>
              <a:srgbClr val="B8753F"/>
            </a:solidFill>
            <a:prstDash val="solid"/>
          </a:ln>
        </p:spPr>
      </p:sp>
      <p:sp>
        <p:nvSpPr>
          <p:cNvPr id="57" name="dp44-comparison / legend_continuation_15 / text 1">
            <a:extLst xmlns:a="http://schemas.openxmlformats.org/drawingml/2006/main">
              <a:ext uri="{FF2B5EF4-FFF2-40B4-BE49-F238E27FC236}">
                <a16:creationId xmlns:a16="http://schemas.microsoft.com/office/drawing/2014/main" id="{CC9282DD-6B08-4D10-AF07-2FA44B600146}"/>
              </a:ext>
            </a:extLst>
          </p:cNvPr>
          <p:cNvSpPr>
            <a:spLocks xmlns:a="http://schemas.openxmlformats.org/drawingml/2006/main" noGrp="1"/>
          </p:cNvSpPr>
          <p:nvPr/>
        </p:nvSpPr>
        <p:spPr>
          <a:xfrm xmlns:a="http://schemas.openxmlformats.org/drawingml/2006/main">
            <a:off x="590550" y="5489829"/>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58" name="dp44-comparison / legend_continuation_16 / text 1">
            <a:extLst xmlns:a="http://schemas.openxmlformats.org/drawingml/2006/main">
              <a:ext uri="{FF2B5EF4-FFF2-40B4-BE49-F238E27FC236}">
                <a16:creationId xmlns:a16="http://schemas.microsoft.com/office/drawing/2014/main" id="{FDE4FBF0-3595-446B-84E9-11FDB9A40673}"/>
              </a:ext>
            </a:extLst>
          </p:cNvPr>
          <p:cNvSpPr>
            <a:spLocks xmlns:a="http://schemas.openxmlformats.org/drawingml/2006/main" noGrp="1"/>
          </p:cNvSpPr>
          <p:nvPr/>
        </p:nvSpPr>
        <p:spPr>
          <a:xfrm xmlns:a="http://schemas.openxmlformats.org/drawingml/2006/main">
            <a:off x="514350" y="5673852"/>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차이: 살구색</a:t>
            </a:r>
          </a:p>
        </p:txBody>
      </p:sp>
      <p:sp>
        <p:nvSpPr>
          <p:cNvPr id="59" name="dp44-comparison / legend_continuation_17">
            <a:extLst xmlns:a="http://schemas.openxmlformats.org/drawingml/2006/main">
              <a:ext uri="{FF2B5EF4-FFF2-40B4-BE49-F238E27FC236}">
                <a16:creationId xmlns:a16="http://schemas.microsoft.com/office/drawing/2014/main" id="{B8041E81-84D4-4B87-B90D-702B33C0FF6A}"/>
              </a:ext>
            </a:extLst>
          </p:cNvPr>
          <p:cNvSpPr>
            <a:spLocks xmlns:a="http://schemas.openxmlformats.org/drawingml/2006/main" noGrp="1"/>
          </p:cNvSpPr>
          <p:nvPr/>
        </p:nvSpPr>
        <p:spPr>
          <a:xfrm xmlns:a="http://schemas.openxmlformats.org/drawingml/2006/main">
            <a:off x="504825" y="5865876"/>
            <a:ext cx="704850" cy="216027"/>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60" name="dp44-comparison / legend_continuation_18 / text 1">
            <a:extLst xmlns:a="http://schemas.openxmlformats.org/drawingml/2006/main">
              <a:ext uri="{FF2B5EF4-FFF2-40B4-BE49-F238E27FC236}">
                <a16:creationId xmlns:a16="http://schemas.microsoft.com/office/drawing/2014/main" id="{658917A0-4F25-4726-89A1-B17AEEE6F7B2}"/>
              </a:ext>
            </a:extLst>
          </p:cNvPr>
          <p:cNvSpPr>
            <a:spLocks xmlns:a="http://schemas.openxmlformats.org/drawingml/2006/main" noGrp="1"/>
          </p:cNvSpPr>
          <p:nvPr/>
        </p:nvSpPr>
        <p:spPr>
          <a:xfrm xmlns:a="http://schemas.openxmlformats.org/drawingml/2006/main">
            <a:off x="590550" y="5961888"/>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18232E"/>
                </a:solidFill>
                <a:latin typeface="Apple SD Gothic Neo"/>
                <a:ea typeface="Apple SD Gothic Neo"/>
                <a:cs typeface="Apple SD Gothic Neo"/>
              </a:defRPr>
            </a:pPr>
            <a:r>
              <a:rPr sz="750" b="0">
                <a:solidFill>
                  <a:srgbClr val="18232E"/>
                </a:solidFill>
                <a:latin typeface="Apple SD Gothic Neo"/>
                <a:ea typeface="Apple SD Gothic Neo"/>
                <a:cs typeface="Apple SD Gothic Neo"/>
              </a:rPr>
              <a:t>State</a:t>
            </a:r>
          </a:p>
        </p:txBody>
      </p:sp>
      <p:sp>
        <p:nvSpPr>
          <p:cNvPr id="61" name="dp44-comparison / legend_continuation_19 / text 1">
            <a:extLst xmlns:a="http://schemas.openxmlformats.org/drawingml/2006/main">
              <a:ext uri="{FF2B5EF4-FFF2-40B4-BE49-F238E27FC236}">
                <a16:creationId xmlns:a16="http://schemas.microsoft.com/office/drawing/2014/main" id="{919316E0-F80B-4AA9-ABE1-9B7EF13B8539}"/>
              </a:ext>
            </a:extLst>
          </p:cNvPr>
          <p:cNvSpPr>
            <a:spLocks xmlns:a="http://schemas.openxmlformats.org/drawingml/2006/main" noGrp="1"/>
          </p:cNvSpPr>
          <p:nvPr/>
        </p:nvSpPr>
        <p:spPr>
          <a:xfrm xmlns:a="http://schemas.openxmlformats.org/drawingml/2006/main">
            <a:off x="514350" y="611390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소유 상태</a:t>
            </a:r>
          </a:p>
        </p:txBody>
      </p:sp>
      <p:sp>
        <p:nvSpPr>
          <p:cNvPr id="62" name="dp44-comparison / legend_continuation_20 / path">
            <a:extLst xmlns:a="http://schemas.openxmlformats.org/drawingml/2006/main">
              <a:ext uri="{FF2B5EF4-FFF2-40B4-BE49-F238E27FC236}">
                <a16:creationId xmlns:a16="http://schemas.microsoft.com/office/drawing/2014/main" id="{D7C812E8-69C3-4102-AD7D-6A92B940D2B5}"/>
              </a:ext>
            </a:extLst>
          </p:cNvPr>
          <p:cNvSpPr>
            <a:spLocks xmlns:a="http://schemas.openxmlformats.org/drawingml/2006/main" noGrp="1"/>
          </p:cNvSpPr>
          <p:nvPr/>
        </p:nvSpPr>
        <p:spPr>
          <a:xfrm xmlns:a="http://schemas.openxmlformats.org/drawingml/2006/main">
            <a:off x="514350" y="6345936"/>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solid"/>
          </a:ln>
        </p:spPr>
      </p:sp>
      <p:sp>
        <p:nvSpPr>
          <p:cNvPr id="63" name="dp44-comparison / legend_continuation_20 / arrow">
            <a:extLst xmlns:a="http://schemas.openxmlformats.org/drawingml/2006/main">
              <a:ext uri="{FF2B5EF4-FFF2-40B4-BE49-F238E27FC236}">
                <a16:creationId xmlns:a16="http://schemas.microsoft.com/office/drawing/2014/main" id="{F8DA7D5F-1087-4D5D-95FC-9F8A69B48A96}"/>
              </a:ext>
            </a:extLst>
          </p:cNvPr>
          <p:cNvSpPr>
            <a:spLocks xmlns:a="http://schemas.openxmlformats.org/drawingml/2006/main" noGrp="1"/>
          </p:cNvSpPr>
          <p:nvPr/>
        </p:nvSpPr>
        <p:spPr>
          <a:xfrm xmlns:a="http://schemas.openxmlformats.org/drawingml/2006/main">
            <a:off x="837819" y="6312408"/>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4" name="dp44-comparison / legend_continuation_21 / text 1">
            <a:extLst xmlns:a="http://schemas.openxmlformats.org/drawingml/2006/main">
              <a:ext uri="{FF2B5EF4-FFF2-40B4-BE49-F238E27FC236}">
                <a16:creationId xmlns:a16="http://schemas.microsoft.com/office/drawing/2014/main" id="{9637013E-01DD-4E27-AF3E-0155ABA8BA8C}"/>
              </a:ext>
            </a:extLst>
          </p:cNvPr>
          <p:cNvSpPr>
            <a:spLocks xmlns:a="http://schemas.openxmlformats.org/drawingml/2006/main" noGrp="1"/>
          </p:cNvSpPr>
          <p:nvPr/>
        </p:nvSpPr>
        <p:spPr>
          <a:xfrm xmlns:a="http://schemas.openxmlformats.org/drawingml/2006/main">
            <a:off x="962025" y="6289929"/>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요청</a:t>
            </a:r>
          </a:p>
        </p:txBody>
      </p:sp>
      <p:sp>
        <p:nvSpPr>
          <p:cNvPr id="65" name="dp44-comparison / legend_continuation_22 / path">
            <a:extLst xmlns:a="http://schemas.openxmlformats.org/drawingml/2006/main">
              <a:ext uri="{FF2B5EF4-FFF2-40B4-BE49-F238E27FC236}">
                <a16:creationId xmlns:a16="http://schemas.microsoft.com/office/drawing/2014/main" id="{CC57AA60-8A84-4140-943C-CD1DF2831337}"/>
              </a:ext>
            </a:extLst>
          </p:cNvPr>
          <p:cNvSpPr>
            <a:spLocks xmlns:a="http://schemas.openxmlformats.org/drawingml/2006/main" noGrp="1"/>
          </p:cNvSpPr>
          <p:nvPr/>
        </p:nvSpPr>
        <p:spPr>
          <a:xfrm xmlns:a="http://schemas.openxmlformats.org/drawingml/2006/main">
            <a:off x="514350" y="6513957"/>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dash"/>
          </a:ln>
        </p:spPr>
      </p:sp>
      <p:sp>
        <p:nvSpPr>
          <p:cNvPr id="66" name="dp44-comparison / legend_continuation_22 / arrow">
            <a:extLst xmlns:a="http://schemas.openxmlformats.org/drawingml/2006/main">
              <a:ext uri="{FF2B5EF4-FFF2-40B4-BE49-F238E27FC236}">
                <a16:creationId xmlns:a16="http://schemas.microsoft.com/office/drawing/2014/main" id="{AD92B89A-6528-4A5B-960E-C8F47D433398}"/>
              </a:ext>
            </a:extLst>
          </p:cNvPr>
          <p:cNvSpPr>
            <a:spLocks xmlns:a="http://schemas.openxmlformats.org/drawingml/2006/main" noGrp="1"/>
          </p:cNvSpPr>
          <p:nvPr/>
        </p:nvSpPr>
        <p:spPr>
          <a:xfrm xmlns:a="http://schemas.openxmlformats.org/drawingml/2006/main">
            <a:off x="837819" y="6480429"/>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7" name="dp44-comparison / legend_continuation_23 / text 1">
            <a:extLst xmlns:a="http://schemas.openxmlformats.org/drawingml/2006/main">
              <a:ext uri="{FF2B5EF4-FFF2-40B4-BE49-F238E27FC236}">
                <a16:creationId xmlns:a16="http://schemas.microsoft.com/office/drawing/2014/main" id="{E4D1A82C-9758-48C3-ADC4-6EDA6F97AF5D}"/>
              </a:ext>
            </a:extLst>
          </p:cNvPr>
          <p:cNvSpPr>
            <a:spLocks xmlns:a="http://schemas.openxmlformats.org/drawingml/2006/main" noGrp="1"/>
          </p:cNvSpPr>
          <p:nvPr/>
        </p:nvSpPr>
        <p:spPr>
          <a:xfrm xmlns:a="http://schemas.openxmlformats.org/drawingml/2006/main">
            <a:off x="962025" y="6457950"/>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반환</a:t>
            </a:r>
          </a:p>
        </p:txBody>
      </p:sp>
      <p:sp>
        <p:nvSpPr>
          <p:cNvPr id="68" name="dp44-comparison / legend_continuation_24 / text 1">
            <a:extLst xmlns:a="http://schemas.openxmlformats.org/drawingml/2006/main">
              <a:ext uri="{FF2B5EF4-FFF2-40B4-BE49-F238E27FC236}">
                <a16:creationId xmlns:a16="http://schemas.microsoft.com/office/drawing/2014/main" id="{E124DF9F-5502-411F-AE6F-690045D3CA5F}"/>
              </a:ext>
            </a:extLst>
          </p:cNvPr>
          <p:cNvSpPr>
            <a:spLocks xmlns:a="http://schemas.openxmlformats.org/drawingml/2006/main" noGrp="1"/>
          </p:cNvSpPr>
          <p:nvPr/>
        </p:nvSpPr>
        <p:spPr>
          <a:xfrm xmlns:a="http://schemas.openxmlformats.org/drawingml/2006/main">
            <a:off x="514350" y="6721983"/>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아래: 순서도</a:t>
            </a:r>
          </a:p>
        </p:txBody>
      </p:sp>
      <p:sp>
        <p:nvSpPr>
          <p:cNvPr id="69" name="dp44-comparison / legend_continuation_25">
            <a:extLst xmlns:a="http://schemas.openxmlformats.org/drawingml/2006/main">
              <a:ext uri="{FF2B5EF4-FFF2-40B4-BE49-F238E27FC236}">
                <a16:creationId xmlns:a16="http://schemas.microsoft.com/office/drawing/2014/main" id="{5F835607-3428-49A4-BE9E-FBF70BCD1B3B}"/>
              </a:ext>
            </a:extLst>
          </p:cNvPr>
          <p:cNvSpPr>
            <a:spLocks xmlns:a="http://schemas.openxmlformats.org/drawingml/2006/main" noGrp="1"/>
          </p:cNvSpPr>
          <p:nvPr/>
        </p:nvSpPr>
        <p:spPr>
          <a:xfrm xmlns:a="http://schemas.openxmlformats.org/drawingml/2006/main">
            <a:off x="504825" y="6898005"/>
            <a:ext cx="285750" cy="144018"/>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0" name="dp44-comparison / legend_continuation_26 / text 1">
            <a:extLst xmlns:a="http://schemas.openxmlformats.org/drawingml/2006/main">
              <a:ext uri="{FF2B5EF4-FFF2-40B4-BE49-F238E27FC236}">
                <a16:creationId xmlns:a16="http://schemas.microsoft.com/office/drawing/2014/main" id="{92B16CEF-4312-4E20-9A47-3568BF907C49}"/>
              </a:ext>
            </a:extLst>
          </p:cNvPr>
          <p:cNvSpPr>
            <a:spLocks xmlns:a="http://schemas.openxmlformats.org/drawingml/2006/main" noGrp="1"/>
          </p:cNvSpPr>
          <p:nvPr/>
        </p:nvSpPr>
        <p:spPr>
          <a:xfrm xmlns:a="http://schemas.openxmlformats.org/drawingml/2006/main">
            <a:off x="590550" y="6918008"/>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1" name="dp44-comparison / legend_continuation_27 / text 1">
            <a:extLst xmlns:a="http://schemas.openxmlformats.org/drawingml/2006/main">
              <a:ext uri="{FF2B5EF4-FFF2-40B4-BE49-F238E27FC236}">
                <a16:creationId xmlns:a16="http://schemas.microsoft.com/office/drawing/2014/main" id="{33F3E6A8-C1BD-4D9A-B822-B10C6C431234}"/>
              </a:ext>
            </a:extLst>
          </p:cNvPr>
          <p:cNvSpPr>
            <a:spLocks xmlns:a="http://schemas.openxmlformats.org/drawingml/2006/main" noGrp="1"/>
          </p:cNvSpPr>
          <p:nvPr/>
        </p:nvSpPr>
        <p:spPr>
          <a:xfrm xmlns:a="http://schemas.openxmlformats.org/drawingml/2006/main">
            <a:off x="847725" y="6922008"/>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동작</a:t>
            </a:r>
          </a:p>
        </p:txBody>
      </p:sp>
      <p:sp>
        <p:nvSpPr>
          <p:cNvPr id="72" name="dp44-comparison / legend_continuation_28">
            <a:extLst xmlns:a="http://schemas.openxmlformats.org/drawingml/2006/main">
              <a:ext uri="{FF2B5EF4-FFF2-40B4-BE49-F238E27FC236}">
                <a16:creationId xmlns:a16="http://schemas.microsoft.com/office/drawing/2014/main" id="{2843F478-94FA-4799-9136-7837D847BF8A}"/>
              </a:ext>
            </a:extLst>
          </p:cNvPr>
          <p:cNvSpPr>
            <a:spLocks xmlns:a="http://schemas.openxmlformats.org/drawingml/2006/main" noGrp="1"/>
          </p:cNvSpPr>
          <p:nvPr/>
        </p:nvSpPr>
        <p:spPr>
          <a:xfrm xmlns:a="http://schemas.openxmlformats.org/drawingml/2006/main">
            <a:off x="504825" y="7162038"/>
            <a:ext cx="285750" cy="144018"/>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73" name="dp44-comparison / legend_continuation_29 / text 1">
            <a:extLst xmlns:a="http://schemas.openxmlformats.org/drawingml/2006/main">
              <a:ext uri="{FF2B5EF4-FFF2-40B4-BE49-F238E27FC236}">
                <a16:creationId xmlns:a16="http://schemas.microsoft.com/office/drawing/2014/main" id="{C49D5525-4FC1-4DE7-99D4-30EDAC8DE74D}"/>
              </a:ext>
            </a:extLst>
          </p:cNvPr>
          <p:cNvSpPr>
            <a:spLocks xmlns:a="http://schemas.openxmlformats.org/drawingml/2006/main" noGrp="1"/>
          </p:cNvSpPr>
          <p:nvPr/>
        </p:nvSpPr>
        <p:spPr>
          <a:xfrm xmlns:a="http://schemas.openxmlformats.org/drawingml/2006/main">
            <a:off x="590550" y="7182041"/>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4" name="dp44-comparison / legend_continuation_30 / text 1">
            <a:extLst xmlns:a="http://schemas.openxmlformats.org/drawingml/2006/main">
              <a:ext uri="{FF2B5EF4-FFF2-40B4-BE49-F238E27FC236}">
                <a16:creationId xmlns:a16="http://schemas.microsoft.com/office/drawing/2014/main" id="{AABA1A0F-D519-4E2E-B22E-AA08E5FCDA2E}"/>
              </a:ext>
            </a:extLst>
          </p:cNvPr>
          <p:cNvSpPr>
            <a:spLocks xmlns:a="http://schemas.openxmlformats.org/drawingml/2006/main" noGrp="1"/>
          </p:cNvSpPr>
          <p:nvPr/>
        </p:nvSpPr>
        <p:spPr>
          <a:xfrm xmlns:a="http://schemas.openxmlformats.org/drawingml/2006/main">
            <a:off x="847725" y="7186041"/>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분기</a:t>
            </a:r>
          </a:p>
        </p:txBody>
      </p:sp>
      <p:sp>
        <p:nvSpPr>
          <p:cNvPr id="75" name="dp44-comparison / n72">
            <a:extLst xmlns:a="http://schemas.openxmlformats.org/drawingml/2006/main">
              <a:ext uri="{FF2B5EF4-FFF2-40B4-BE49-F238E27FC236}">
                <a16:creationId xmlns:a16="http://schemas.microsoft.com/office/drawing/2014/main" id="{15DFDBDB-FF71-4311-AD1F-65DFCD8A5E75}"/>
              </a:ext>
            </a:extLst>
          </p:cNvPr>
          <p:cNvSpPr>
            <a:spLocks xmlns:a="http://schemas.openxmlformats.org/drawingml/2006/main" noGrp="1"/>
          </p:cNvSpPr>
          <p:nvPr/>
        </p:nvSpPr>
        <p:spPr>
          <a:xfrm xmlns:a="http://schemas.openxmlformats.org/drawingml/2006/main">
            <a:off x="1666875" y="2409825"/>
            <a:ext cx="25717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6" name="dp44-comparison / n73 / text 1">
            <a:extLst xmlns:a="http://schemas.openxmlformats.org/drawingml/2006/main">
              <a:ext uri="{FF2B5EF4-FFF2-40B4-BE49-F238E27FC236}">
                <a16:creationId xmlns:a16="http://schemas.microsoft.com/office/drawing/2014/main" id="{2F190DAF-6B0A-4B34-9427-52BE7BEACCB1}"/>
              </a:ext>
            </a:extLst>
          </p:cNvPr>
          <p:cNvSpPr>
            <a:spLocks xmlns:a="http://schemas.openxmlformats.org/drawingml/2006/main" noGrp="1"/>
          </p:cNvSpPr>
          <p:nvPr/>
        </p:nvSpPr>
        <p:spPr>
          <a:xfrm xmlns:a="http://schemas.openxmlformats.org/drawingml/2006/main">
            <a:off x="1752600" y="2460308"/>
            <a:ext cx="2400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77" name="dp44-comparison / n74">
            <a:extLst xmlns:a="http://schemas.openxmlformats.org/drawingml/2006/main">
              <a:ext uri="{FF2B5EF4-FFF2-40B4-BE49-F238E27FC236}">
                <a16:creationId xmlns:a16="http://schemas.microsoft.com/office/drawing/2014/main" id="{2C93C853-1843-4B3B-B318-DFB0E3980FE3}"/>
              </a:ext>
            </a:extLst>
          </p:cNvPr>
          <p:cNvSpPr>
            <a:spLocks xmlns:a="http://schemas.openxmlformats.org/drawingml/2006/main" noGrp="1"/>
          </p:cNvSpPr>
          <p:nvPr/>
        </p:nvSpPr>
        <p:spPr>
          <a:xfrm xmlns:a="http://schemas.openxmlformats.org/drawingml/2006/main">
            <a:off x="6334125" y="2409825"/>
            <a:ext cx="28575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8" name="dp44-comparison / n75 / text 1">
            <a:extLst xmlns:a="http://schemas.openxmlformats.org/drawingml/2006/main">
              <a:ext uri="{FF2B5EF4-FFF2-40B4-BE49-F238E27FC236}">
                <a16:creationId xmlns:a16="http://schemas.microsoft.com/office/drawing/2014/main" id="{235B6575-472A-4A77-B69C-A503E39069EB}"/>
              </a:ext>
            </a:extLst>
          </p:cNvPr>
          <p:cNvSpPr>
            <a:spLocks xmlns:a="http://schemas.openxmlformats.org/drawingml/2006/main" noGrp="1"/>
          </p:cNvSpPr>
          <p:nvPr/>
        </p:nvSpPr>
        <p:spPr>
          <a:xfrm xmlns:a="http://schemas.openxmlformats.org/drawingml/2006/main">
            <a:off x="6419850" y="2460308"/>
            <a:ext cx="26860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Task Manager</a:t>
            </a:r>
          </a:p>
        </p:txBody>
      </p:sp>
      <p:sp>
        <p:nvSpPr>
          <p:cNvPr id="79" name="dp44-comparison / n80">
            <a:extLst xmlns:a="http://schemas.openxmlformats.org/drawingml/2006/main">
              <a:ext uri="{FF2B5EF4-FFF2-40B4-BE49-F238E27FC236}">
                <a16:creationId xmlns:a16="http://schemas.microsoft.com/office/drawing/2014/main" id="{3D540F2A-75F3-4E38-A0C2-84C80D780642}"/>
              </a:ext>
            </a:extLst>
          </p:cNvPr>
          <p:cNvSpPr>
            <a:spLocks xmlns:a="http://schemas.openxmlformats.org/drawingml/2006/main" noGrp="1"/>
          </p:cNvSpPr>
          <p:nvPr/>
        </p:nvSpPr>
        <p:spPr>
          <a:xfrm xmlns:a="http://schemas.openxmlformats.org/drawingml/2006/main">
            <a:off x="1571625" y="3076575"/>
            <a:ext cx="7715250" cy="1409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80" name="dp44-comparison / n81 / text 1">
            <a:extLst xmlns:a="http://schemas.openxmlformats.org/drawingml/2006/main">
              <a:ext uri="{FF2B5EF4-FFF2-40B4-BE49-F238E27FC236}">
                <a16:creationId xmlns:a16="http://schemas.microsoft.com/office/drawing/2014/main" id="{01D5FA91-287A-4F05-A72B-759DA489634A}"/>
              </a:ext>
            </a:extLst>
          </p:cNvPr>
          <p:cNvSpPr>
            <a:spLocks xmlns:a="http://schemas.openxmlformats.org/drawingml/2006/main" noGrp="1"/>
          </p:cNvSpPr>
          <p:nvPr/>
        </p:nvSpPr>
        <p:spPr>
          <a:xfrm xmlns:a="http://schemas.openxmlformats.org/drawingml/2006/main">
            <a:off x="1695450" y="3171825"/>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Controller</a:t>
            </a:r>
          </a:p>
        </p:txBody>
      </p:sp>
      <p:sp>
        <p:nvSpPr>
          <p:cNvPr id="81" name="dp44-comparison / n82">
            <a:extLst xmlns:a="http://schemas.openxmlformats.org/drawingml/2006/main">
              <a:ext uri="{FF2B5EF4-FFF2-40B4-BE49-F238E27FC236}">
                <a16:creationId xmlns:a16="http://schemas.microsoft.com/office/drawing/2014/main" id="{F20EB0F5-E85D-47BB-8E78-10CCF7857C3C}"/>
              </a:ext>
            </a:extLst>
          </p:cNvPr>
          <p:cNvSpPr>
            <a:spLocks xmlns:a="http://schemas.openxmlformats.org/drawingml/2006/main" noGrp="1"/>
          </p:cNvSpPr>
          <p:nvPr/>
        </p:nvSpPr>
        <p:spPr>
          <a:xfrm xmlns:a="http://schemas.openxmlformats.org/drawingml/2006/main">
            <a:off x="1857375" y="3476625"/>
            <a:ext cx="2714625" cy="381000"/>
          </a:xfrm>
          <a:prstGeom xmlns:a="http://schemas.openxmlformats.org/drawingml/2006/main" prst="roundRect">
            <a:avLst>
              <a:gd name="adj" fmla="val 20000"/>
            </a:avLst>
          </a:prstGeom>
          <a:solidFill xmlns:a="http://schemas.openxmlformats.org/drawingml/2006/main">
            <a:srgbClr val="FFF0DD"/>
          </a:solidFill>
          <a:ln xmlns:a="http://schemas.openxmlformats.org/drawingml/2006/main" w="17145">
            <a:solidFill>
              <a:srgbClr val="B8753F"/>
            </a:solidFill>
            <a:prstDash val="solid"/>
          </a:ln>
        </p:spPr>
      </p:sp>
      <p:sp>
        <p:nvSpPr>
          <p:cNvPr id="82" name="dp44-comparison / n83 / text 1">
            <a:extLst xmlns:a="http://schemas.openxmlformats.org/drawingml/2006/main">
              <a:ext uri="{FF2B5EF4-FFF2-40B4-BE49-F238E27FC236}">
                <a16:creationId xmlns:a16="http://schemas.microsoft.com/office/drawing/2014/main" id="{C5C8012C-670F-45E7-A1CC-0EC842913CC8}"/>
              </a:ext>
            </a:extLst>
          </p:cNvPr>
          <p:cNvSpPr>
            <a:spLocks xmlns:a="http://schemas.openxmlformats.org/drawingml/2006/main" noGrp="1"/>
          </p:cNvSpPr>
          <p:nvPr/>
        </p:nvSpPr>
        <p:spPr>
          <a:xfrm xmlns:a="http://schemas.openxmlformats.org/drawingml/2006/main">
            <a:off x="1943100" y="3549491"/>
            <a:ext cx="2543175"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000000"/>
                </a:solidFill>
                <a:latin typeface="Apple SD Gothic Neo"/>
                <a:ea typeface="Apple SD Gothic Neo"/>
                <a:cs typeface="Apple SD Gothic Neo"/>
              </a:defRPr>
            </a:pPr>
            <a:r>
              <a:rPr sz="1425" b="1">
                <a:solidFill>
                  <a:srgbClr val="000000"/>
                </a:solidFill>
                <a:latin typeface="Apple SD Gothic Neo"/>
                <a:ea typeface="Apple SD Gothic Neo"/>
                <a:cs typeface="Apple SD Gothic Neo"/>
              </a:rPr>
              <a:t>Dialogue Dispatcher</a:t>
            </a:r>
          </a:p>
        </p:txBody>
      </p:sp>
      <p:sp>
        <p:nvSpPr>
          <p:cNvPr id="83" name="dp44-comparison / n84">
            <a:extLst xmlns:a="http://schemas.openxmlformats.org/drawingml/2006/main">
              <a:ext uri="{FF2B5EF4-FFF2-40B4-BE49-F238E27FC236}">
                <a16:creationId xmlns:a16="http://schemas.microsoft.com/office/drawing/2014/main" id="{56EE499D-8F51-4DA4-B83E-C982B71E8D78}"/>
              </a:ext>
            </a:extLst>
          </p:cNvPr>
          <p:cNvSpPr>
            <a:spLocks xmlns:a="http://schemas.openxmlformats.org/drawingml/2006/main" noGrp="1"/>
          </p:cNvSpPr>
          <p:nvPr/>
        </p:nvSpPr>
        <p:spPr>
          <a:xfrm xmlns:a="http://schemas.openxmlformats.org/drawingml/2006/main">
            <a:off x="5857875" y="3476625"/>
            <a:ext cx="3095625" cy="38100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84" name="dp44-comparison / n85 / text 1">
            <a:extLst xmlns:a="http://schemas.openxmlformats.org/drawingml/2006/main">
              <a:ext uri="{FF2B5EF4-FFF2-40B4-BE49-F238E27FC236}">
                <a16:creationId xmlns:a16="http://schemas.microsoft.com/office/drawing/2014/main" id="{D0F33FB9-F249-481A-9AA4-2B5D38963EA6}"/>
              </a:ext>
            </a:extLst>
          </p:cNvPr>
          <p:cNvSpPr>
            <a:spLocks xmlns:a="http://schemas.openxmlformats.org/drawingml/2006/main" noGrp="1"/>
          </p:cNvSpPr>
          <p:nvPr/>
        </p:nvSpPr>
        <p:spPr>
          <a:xfrm xmlns:a="http://schemas.openxmlformats.org/drawingml/2006/main">
            <a:off x="5943600" y="3569970"/>
            <a:ext cx="292417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Dialogue Progress State</a:t>
            </a:r>
          </a:p>
        </p:txBody>
      </p:sp>
      <p:sp>
        <p:nvSpPr>
          <p:cNvPr id="85" name="dp44-comparison / n86 / path">
            <a:extLst xmlns:a="http://schemas.openxmlformats.org/drawingml/2006/main">
              <a:ext uri="{FF2B5EF4-FFF2-40B4-BE49-F238E27FC236}">
                <a16:creationId xmlns:a16="http://schemas.microsoft.com/office/drawing/2014/main" id="{07AFC67B-CD7C-456D-86C2-5B784396ADBD}"/>
              </a:ext>
            </a:extLst>
          </p:cNvPr>
          <p:cNvSpPr>
            <a:spLocks xmlns:a="http://schemas.openxmlformats.org/drawingml/2006/main" noGrp="1"/>
          </p:cNvSpPr>
          <p:nvPr/>
        </p:nvSpPr>
        <p:spPr>
          <a:xfrm xmlns:a="http://schemas.openxmlformats.org/drawingml/2006/main">
            <a:off x="2952750" y="2733675"/>
            <a:ext cx="261938" cy="742950"/>
          </a:xfrm>
          <a:custGeom xmlns:a="http://schemas.openxmlformats.org/drawingml/2006/main">
            <a:pathLst>
              <a:path w="261938" h="742950">
                <a:moveTo>
                  <a:pt x="0" y="0"/>
                </a:moveTo>
                <a:lnTo>
                  <a:pt x="0" y="257175"/>
                </a:lnTo>
                <a:lnTo>
                  <a:pt x="261938" y="257175"/>
                </a:lnTo>
                <a:lnTo>
                  <a:pt x="261938" y="742950"/>
                </a:lnTo>
              </a:path>
            </a:pathLst>
          </a:custGeom>
          <a:noFill xmlns:a="http://schemas.openxmlformats.org/drawingml/2006/main"/>
          <a:ln xmlns:a="http://schemas.openxmlformats.org/drawingml/2006/main" w="10478">
            <a:solidFill>
              <a:srgbClr val="000000"/>
            </a:solidFill>
            <a:prstDash val="solid"/>
          </a:ln>
        </p:spPr>
      </p:sp>
      <p:sp>
        <p:nvSpPr>
          <p:cNvPr id="86" name="dp44-comparison / n86 / arrow">
            <a:extLst xmlns:a="http://schemas.openxmlformats.org/drawingml/2006/main">
              <a:ext uri="{FF2B5EF4-FFF2-40B4-BE49-F238E27FC236}">
                <a16:creationId xmlns:a16="http://schemas.microsoft.com/office/drawing/2014/main" id="{5A4DE3A8-A2B5-4A5A-A30D-48A7CC34DE06}"/>
              </a:ext>
            </a:extLst>
          </p:cNvPr>
          <p:cNvSpPr>
            <a:spLocks xmlns:a="http://schemas.openxmlformats.org/drawingml/2006/main" noGrp="1"/>
          </p:cNvSpPr>
          <p:nvPr/>
        </p:nvSpPr>
        <p:spPr>
          <a:xfrm xmlns:a="http://schemas.openxmlformats.org/drawingml/2006/main">
            <a:off x="3181160" y="34095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87" name="dp44-comparison / n87 / path">
            <a:extLst xmlns:a="http://schemas.openxmlformats.org/drawingml/2006/main">
              <a:ext uri="{FF2B5EF4-FFF2-40B4-BE49-F238E27FC236}">
                <a16:creationId xmlns:a16="http://schemas.microsoft.com/office/drawing/2014/main" id="{63F4EB99-3D39-45EC-A14A-7BBE2859924C}"/>
              </a:ext>
            </a:extLst>
          </p:cNvPr>
          <p:cNvSpPr>
            <a:spLocks xmlns:a="http://schemas.openxmlformats.org/drawingml/2006/main" noGrp="1"/>
          </p:cNvSpPr>
          <p:nvPr/>
        </p:nvSpPr>
        <p:spPr>
          <a:xfrm xmlns:a="http://schemas.openxmlformats.org/drawingml/2006/main">
            <a:off x="4071938" y="2733675"/>
            <a:ext cx="3690938" cy="742950"/>
          </a:xfrm>
          <a:custGeom xmlns:a="http://schemas.openxmlformats.org/drawingml/2006/main">
            <a:pathLst>
              <a:path w="3690938" h="742950">
                <a:moveTo>
                  <a:pt x="3690938" y="0"/>
                </a:moveTo>
                <a:lnTo>
                  <a:pt x="3690938" y="228600"/>
                </a:lnTo>
                <a:lnTo>
                  <a:pt x="0" y="228600"/>
                </a:lnTo>
                <a:lnTo>
                  <a:pt x="0" y="742950"/>
                </a:lnTo>
              </a:path>
            </a:pathLst>
          </a:custGeom>
          <a:noFill xmlns:a="http://schemas.openxmlformats.org/drawingml/2006/main"/>
          <a:ln xmlns:a="http://schemas.openxmlformats.org/drawingml/2006/main" w="10478">
            <a:solidFill>
              <a:srgbClr val="000000"/>
            </a:solidFill>
            <a:prstDash val="solid"/>
          </a:ln>
        </p:spPr>
      </p:sp>
      <p:sp>
        <p:nvSpPr>
          <p:cNvPr id="88" name="dp44-comparison / n87 / arrow">
            <a:extLst xmlns:a="http://schemas.openxmlformats.org/drawingml/2006/main">
              <a:ext uri="{FF2B5EF4-FFF2-40B4-BE49-F238E27FC236}">
                <a16:creationId xmlns:a16="http://schemas.microsoft.com/office/drawing/2014/main" id="{4D07F4BC-5AA8-46D4-B983-BB6D37DF0D8C}"/>
              </a:ext>
            </a:extLst>
          </p:cNvPr>
          <p:cNvSpPr>
            <a:spLocks xmlns:a="http://schemas.openxmlformats.org/drawingml/2006/main" noGrp="1"/>
          </p:cNvSpPr>
          <p:nvPr/>
        </p:nvSpPr>
        <p:spPr>
          <a:xfrm xmlns:a="http://schemas.openxmlformats.org/drawingml/2006/main">
            <a:off x="4038410" y="34095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89" name="dp44-comparison / n88 / path">
            <a:extLst xmlns:a="http://schemas.openxmlformats.org/drawingml/2006/main">
              <a:ext uri="{FF2B5EF4-FFF2-40B4-BE49-F238E27FC236}">
                <a16:creationId xmlns:a16="http://schemas.microsoft.com/office/drawing/2014/main" id="{C238EB93-2C45-473B-AF59-C72BAA63D014}"/>
              </a:ext>
            </a:extLst>
          </p:cNvPr>
          <p:cNvSpPr>
            <a:spLocks xmlns:a="http://schemas.openxmlformats.org/drawingml/2006/main" noGrp="1"/>
          </p:cNvSpPr>
          <p:nvPr/>
        </p:nvSpPr>
        <p:spPr>
          <a:xfrm xmlns:a="http://schemas.openxmlformats.org/drawingml/2006/main">
            <a:off x="4572000" y="3667125"/>
            <a:ext cx="1285875" cy="953"/>
          </a:xfrm>
          <a:custGeom xmlns:a="http://schemas.openxmlformats.org/drawingml/2006/main">
            <a:pathLst>
              <a:path w="1285875" h="953">
                <a:moveTo>
                  <a:pt x="0" y="0"/>
                </a:moveTo>
                <a:lnTo>
                  <a:pt x="1285875" y="0"/>
                </a:lnTo>
              </a:path>
            </a:pathLst>
          </a:custGeom>
          <a:noFill xmlns:a="http://schemas.openxmlformats.org/drawingml/2006/main"/>
          <a:ln xmlns:a="http://schemas.openxmlformats.org/drawingml/2006/main" w="10478">
            <a:solidFill>
              <a:srgbClr val="B8753F"/>
            </a:solidFill>
            <a:prstDash val="solid"/>
          </a:ln>
        </p:spPr>
      </p:sp>
      <p:sp>
        <p:nvSpPr>
          <p:cNvPr id="90" name="dp44-comparison / n88 / arrow">
            <a:extLst xmlns:a="http://schemas.openxmlformats.org/drawingml/2006/main">
              <a:ext uri="{FF2B5EF4-FFF2-40B4-BE49-F238E27FC236}">
                <a16:creationId xmlns:a16="http://schemas.microsoft.com/office/drawing/2014/main" id="{DC168270-9152-4F6F-BF66-E96CCFB84225}"/>
              </a:ext>
            </a:extLst>
          </p:cNvPr>
          <p:cNvSpPr>
            <a:spLocks xmlns:a="http://schemas.openxmlformats.org/drawingml/2006/main" noGrp="1"/>
          </p:cNvSpPr>
          <p:nvPr/>
        </p:nvSpPr>
        <p:spPr>
          <a:xfrm xmlns:a="http://schemas.openxmlformats.org/drawingml/2006/main">
            <a:off x="5790819" y="36335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91" name="dp44-comparison / n89 / path">
            <a:extLst xmlns:a="http://schemas.openxmlformats.org/drawingml/2006/main">
              <a:ext uri="{FF2B5EF4-FFF2-40B4-BE49-F238E27FC236}">
                <a16:creationId xmlns:a16="http://schemas.microsoft.com/office/drawing/2014/main" id="{5C8E9CDD-8B3B-4395-95CC-7FBD6F82A3B2}"/>
              </a:ext>
            </a:extLst>
          </p:cNvPr>
          <p:cNvSpPr>
            <a:spLocks xmlns:a="http://schemas.openxmlformats.org/drawingml/2006/main" noGrp="1"/>
          </p:cNvSpPr>
          <p:nvPr/>
        </p:nvSpPr>
        <p:spPr>
          <a:xfrm xmlns:a="http://schemas.openxmlformats.org/drawingml/2006/main">
            <a:off x="4572000" y="3752850"/>
            <a:ext cx="1285875" cy="180975"/>
          </a:xfrm>
          <a:custGeom xmlns:a="http://schemas.openxmlformats.org/drawingml/2006/main">
            <a:pathLst>
              <a:path w="1285875" h="180975">
                <a:moveTo>
                  <a:pt x="1285875" y="0"/>
                </a:moveTo>
                <a:lnTo>
                  <a:pt x="1123950" y="0"/>
                </a:lnTo>
                <a:lnTo>
                  <a:pt x="1123950" y="180975"/>
                </a:lnTo>
                <a:lnTo>
                  <a:pt x="152400" y="180975"/>
                </a:lnTo>
                <a:lnTo>
                  <a:pt x="152400" y="0"/>
                </a:lnTo>
                <a:lnTo>
                  <a:pt x="0" y="0"/>
                </a:lnTo>
              </a:path>
            </a:pathLst>
          </a:custGeom>
          <a:noFill xmlns:a="http://schemas.openxmlformats.org/drawingml/2006/main"/>
          <a:ln xmlns:a="http://schemas.openxmlformats.org/drawingml/2006/main" w="10478">
            <a:solidFill>
              <a:srgbClr val="B8753F"/>
            </a:solidFill>
            <a:prstDash val="dash"/>
          </a:ln>
        </p:spPr>
      </p:sp>
      <p:sp>
        <p:nvSpPr>
          <p:cNvPr id="92" name="dp44-comparison / n89 / arrow">
            <a:extLst xmlns:a="http://schemas.openxmlformats.org/drawingml/2006/main">
              <a:ext uri="{FF2B5EF4-FFF2-40B4-BE49-F238E27FC236}">
                <a16:creationId xmlns:a16="http://schemas.microsoft.com/office/drawing/2014/main" id="{1540F4A0-5C77-40C6-9433-AA99D37B0B18}"/>
              </a:ext>
            </a:extLst>
          </p:cNvPr>
          <p:cNvSpPr>
            <a:spLocks xmlns:a="http://schemas.openxmlformats.org/drawingml/2006/main" noGrp="1"/>
          </p:cNvSpPr>
          <p:nvPr/>
        </p:nvSpPr>
        <p:spPr>
          <a:xfrm xmlns:a="http://schemas.openxmlformats.org/drawingml/2006/main">
            <a:off x="4572000" y="371932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93" name="dp44-comparison / n94">
            <a:extLst xmlns:a="http://schemas.openxmlformats.org/drawingml/2006/main">
              <a:ext uri="{FF2B5EF4-FFF2-40B4-BE49-F238E27FC236}">
                <a16:creationId xmlns:a16="http://schemas.microsoft.com/office/drawing/2014/main" id="{E5DAFD93-0FA4-496F-9B48-A4A6264B080B}"/>
              </a:ext>
            </a:extLst>
          </p:cNvPr>
          <p:cNvSpPr>
            <a:spLocks xmlns:a="http://schemas.openxmlformats.org/drawingml/2006/main" noGrp="1"/>
          </p:cNvSpPr>
          <p:nvPr/>
        </p:nvSpPr>
        <p:spPr>
          <a:xfrm xmlns:a="http://schemas.openxmlformats.org/drawingml/2006/main">
            <a:off x="1666875" y="4762500"/>
            <a:ext cx="2238375" cy="3143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94" name="dp44-comparison / n95 / text 1">
            <a:extLst xmlns:a="http://schemas.openxmlformats.org/drawingml/2006/main">
              <a:ext uri="{FF2B5EF4-FFF2-40B4-BE49-F238E27FC236}">
                <a16:creationId xmlns:a16="http://schemas.microsoft.com/office/drawing/2014/main" id="{6EAF981D-4755-4BB9-B7B8-027CD40082C4}"/>
              </a:ext>
            </a:extLst>
          </p:cNvPr>
          <p:cNvSpPr>
            <a:spLocks xmlns:a="http://schemas.openxmlformats.org/drawingml/2006/main" noGrp="1"/>
          </p:cNvSpPr>
          <p:nvPr/>
        </p:nvSpPr>
        <p:spPr>
          <a:xfrm xmlns:a="http://schemas.openxmlformats.org/drawingml/2006/main">
            <a:off x="1752600" y="4814411"/>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Request Interpreter</a:t>
            </a:r>
          </a:p>
        </p:txBody>
      </p:sp>
      <p:sp>
        <p:nvSpPr>
          <p:cNvPr id="95" name="dp44-comparison / n96">
            <a:extLst xmlns:a="http://schemas.openxmlformats.org/drawingml/2006/main">
              <a:ext uri="{FF2B5EF4-FFF2-40B4-BE49-F238E27FC236}">
                <a16:creationId xmlns:a16="http://schemas.microsoft.com/office/drawing/2014/main" id="{54085AE1-FC2B-440C-B60D-ED95F7FED801}"/>
              </a:ext>
            </a:extLst>
          </p:cNvPr>
          <p:cNvSpPr>
            <a:spLocks xmlns:a="http://schemas.openxmlformats.org/drawingml/2006/main" noGrp="1"/>
          </p:cNvSpPr>
          <p:nvPr/>
        </p:nvSpPr>
        <p:spPr>
          <a:xfrm xmlns:a="http://schemas.openxmlformats.org/drawingml/2006/main">
            <a:off x="4286250" y="4705350"/>
            <a:ext cx="5000625" cy="14954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96" name="dp44-comparison / n97 / text 1">
            <a:extLst xmlns:a="http://schemas.openxmlformats.org/drawingml/2006/main">
              <a:ext uri="{FF2B5EF4-FFF2-40B4-BE49-F238E27FC236}">
                <a16:creationId xmlns:a16="http://schemas.microsoft.com/office/drawing/2014/main" id="{5E08C237-38F5-4D7A-B5CD-7635868B5818}"/>
              </a:ext>
            </a:extLst>
          </p:cNvPr>
          <p:cNvSpPr>
            <a:spLocks xmlns:a="http://schemas.openxmlformats.org/drawingml/2006/main" noGrp="1"/>
          </p:cNvSpPr>
          <p:nvPr/>
        </p:nvSpPr>
        <p:spPr>
          <a:xfrm xmlns:a="http://schemas.openxmlformats.org/drawingml/2006/main">
            <a:off x="4410075" y="4800600"/>
            <a:ext cx="47529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Response Manager</a:t>
            </a:r>
          </a:p>
        </p:txBody>
      </p:sp>
      <p:sp>
        <p:nvSpPr>
          <p:cNvPr id="97" name="dp44-comparison / n98">
            <a:extLst xmlns:a="http://schemas.openxmlformats.org/drawingml/2006/main">
              <a:ext uri="{FF2B5EF4-FFF2-40B4-BE49-F238E27FC236}">
                <a16:creationId xmlns:a16="http://schemas.microsoft.com/office/drawing/2014/main" id="{59FE2CBD-1A5D-4257-AD12-DA22793CBA62}"/>
              </a:ext>
            </a:extLst>
          </p:cNvPr>
          <p:cNvSpPr>
            <a:spLocks xmlns:a="http://schemas.openxmlformats.org/drawingml/2006/main" noGrp="1"/>
          </p:cNvSpPr>
          <p:nvPr/>
        </p:nvSpPr>
        <p:spPr>
          <a:xfrm xmlns:a="http://schemas.openxmlformats.org/drawingml/2006/main">
            <a:off x="4476750" y="5095875"/>
            <a:ext cx="2190750" cy="314325"/>
          </a:xfrm>
          <a:prstGeom xmlns:a="http://schemas.openxmlformats.org/drawingml/2006/main" prst="roundRect">
            <a:avLst>
              <a:gd name="adj" fmla="val 24242"/>
            </a:avLst>
          </a:prstGeom>
          <a:solidFill xmlns:a="http://schemas.openxmlformats.org/drawingml/2006/main">
            <a:srgbClr val="FFFFFF"/>
          </a:solidFill>
          <a:ln xmlns:a="http://schemas.openxmlformats.org/drawingml/2006/main" w="9525">
            <a:solidFill>
              <a:srgbClr val="000000"/>
            </a:solidFill>
            <a:prstDash val="solid"/>
          </a:ln>
        </p:spPr>
      </p:sp>
      <p:sp>
        <p:nvSpPr>
          <p:cNvPr id="98" name="dp44-comparison / n99 / text 1">
            <a:extLst xmlns:a="http://schemas.openxmlformats.org/drawingml/2006/main">
              <a:ext uri="{FF2B5EF4-FFF2-40B4-BE49-F238E27FC236}">
                <a16:creationId xmlns:a16="http://schemas.microsoft.com/office/drawing/2014/main" id="{76DC92B9-77E4-4D02-968F-BD984E92B6B6}"/>
              </a:ext>
            </a:extLst>
          </p:cNvPr>
          <p:cNvSpPr>
            <a:spLocks xmlns:a="http://schemas.openxmlformats.org/drawingml/2006/main" noGrp="1"/>
          </p:cNvSpPr>
          <p:nvPr/>
        </p:nvSpPr>
        <p:spPr>
          <a:xfrm xmlns:a="http://schemas.openxmlformats.org/drawingml/2006/main">
            <a:off x="4562475" y="5147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Response Composer</a:t>
            </a:r>
          </a:p>
        </p:txBody>
      </p:sp>
      <p:sp>
        <p:nvSpPr>
          <p:cNvPr id="99" name="dp44-comparison / n100 / path">
            <a:extLst xmlns:a="http://schemas.openxmlformats.org/drawingml/2006/main">
              <a:ext uri="{FF2B5EF4-FFF2-40B4-BE49-F238E27FC236}">
                <a16:creationId xmlns:a16="http://schemas.microsoft.com/office/drawing/2014/main" id="{E5C6F2DD-756D-445D-8078-056AC5072494}"/>
              </a:ext>
            </a:extLst>
          </p:cNvPr>
          <p:cNvSpPr>
            <a:spLocks xmlns:a="http://schemas.openxmlformats.org/drawingml/2006/main" noGrp="1"/>
          </p:cNvSpPr>
          <p:nvPr/>
        </p:nvSpPr>
        <p:spPr>
          <a:xfrm xmlns:a="http://schemas.openxmlformats.org/drawingml/2006/main">
            <a:off x="1571625" y="3667125"/>
            <a:ext cx="1214438" cy="1095375"/>
          </a:xfrm>
          <a:custGeom xmlns:a="http://schemas.openxmlformats.org/drawingml/2006/main">
            <a:pathLst>
              <a:path w="1214438" h="1095375">
                <a:moveTo>
                  <a:pt x="285750" y="0"/>
                </a:moveTo>
                <a:lnTo>
                  <a:pt x="0" y="0"/>
                </a:lnTo>
                <a:lnTo>
                  <a:pt x="0" y="981075"/>
                </a:lnTo>
                <a:lnTo>
                  <a:pt x="1214438" y="981075"/>
                </a:lnTo>
                <a:lnTo>
                  <a:pt x="1214438" y="1095375"/>
                </a:lnTo>
              </a:path>
            </a:pathLst>
          </a:custGeom>
          <a:noFill xmlns:a="http://schemas.openxmlformats.org/drawingml/2006/main"/>
          <a:ln xmlns:a="http://schemas.openxmlformats.org/drawingml/2006/main" w="10478">
            <a:solidFill>
              <a:srgbClr val="000000"/>
            </a:solidFill>
            <a:prstDash val="solid"/>
          </a:ln>
        </p:spPr>
      </p:sp>
      <p:sp>
        <p:nvSpPr>
          <p:cNvPr id="100" name="dp44-comparison / n100 / arrow">
            <a:extLst xmlns:a="http://schemas.openxmlformats.org/drawingml/2006/main">
              <a:ext uri="{FF2B5EF4-FFF2-40B4-BE49-F238E27FC236}">
                <a16:creationId xmlns:a16="http://schemas.microsoft.com/office/drawing/2014/main" id="{3ABF2A07-00CC-481D-8BCC-6E82F83081F2}"/>
              </a:ext>
            </a:extLst>
          </p:cNvPr>
          <p:cNvSpPr>
            <a:spLocks xmlns:a="http://schemas.openxmlformats.org/drawingml/2006/main" noGrp="1"/>
          </p:cNvSpPr>
          <p:nvPr/>
        </p:nvSpPr>
        <p:spPr>
          <a:xfrm xmlns:a="http://schemas.openxmlformats.org/drawingml/2006/main">
            <a:off x="2752535" y="46954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01" name="dp44-comparison / n101 / path">
            <a:extLst xmlns:a="http://schemas.openxmlformats.org/drawingml/2006/main">
              <a:ext uri="{FF2B5EF4-FFF2-40B4-BE49-F238E27FC236}">
                <a16:creationId xmlns:a16="http://schemas.microsoft.com/office/drawing/2014/main" id="{9757DFEA-F21A-4D57-814A-A4625B70FBCC}"/>
              </a:ext>
            </a:extLst>
          </p:cNvPr>
          <p:cNvSpPr>
            <a:spLocks xmlns:a="http://schemas.openxmlformats.org/drawingml/2006/main" noGrp="1"/>
          </p:cNvSpPr>
          <p:nvPr/>
        </p:nvSpPr>
        <p:spPr>
          <a:xfrm xmlns:a="http://schemas.openxmlformats.org/drawingml/2006/main">
            <a:off x="1476375" y="3762375"/>
            <a:ext cx="381000" cy="1157288"/>
          </a:xfrm>
          <a:custGeom xmlns:a="http://schemas.openxmlformats.org/drawingml/2006/main">
            <a:pathLst>
              <a:path w="381000" h="1157288">
                <a:moveTo>
                  <a:pt x="190500" y="1157288"/>
                </a:moveTo>
                <a:lnTo>
                  <a:pt x="0" y="1157288"/>
                </a:lnTo>
                <a:lnTo>
                  <a:pt x="0" y="0"/>
                </a:lnTo>
                <a:lnTo>
                  <a:pt x="381000" y="0"/>
                </a:lnTo>
              </a:path>
            </a:pathLst>
          </a:custGeom>
          <a:noFill xmlns:a="http://schemas.openxmlformats.org/drawingml/2006/main"/>
          <a:ln xmlns:a="http://schemas.openxmlformats.org/drawingml/2006/main" w="10478">
            <a:solidFill>
              <a:srgbClr val="B8753F"/>
            </a:solidFill>
            <a:prstDash val="dash"/>
          </a:ln>
        </p:spPr>
      </p:sp>
      <p:sp>
        <p:nvSpPr>
          <p:cNvPr id="102" name="dp44-comparison / n101 / arrow">
            <a:extLst xmlns:a="http://schemas.openxmlformats.org/drawingml/2006/main">
              <a:ext uri="{FF2B5EF4-FFF2-40B4-BE49-F238E27FC236}">
                <a16:creationId xmlns:a16="http://schemas.microsoft.com/office/drawing/2014/main" id="{87674683-6381-472B-A80F-1FD63153DCFD}"/>
              </a:ext>
            </a:extLst>
          </p:cNvPr>
          <p:cNvSpPr>
            <a:spLocks xmlns:a="http://schemas.openxmlformats.org/drawingml/2006/main" noGrp="1"/>
          </p:cNvSpPr>
          <p:nvPr/>
        </p:nvSpPr>
        <p:spPr>
          <a:xfrm xmlns:a="http://schemas.openxmlformats.org/drawingml/2006/main">
            <a:off x="1790319" y="37288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03" name="dp44-comparison / n104">
            <a:extLst xmlns:a="http://schemas.openxmlformats.org/drawingml/2006/main">
              <a:ext uri="{FF2B5EF4-FFF2-40B4-BE49-F238E27FC236}">
                <a16:creationId xmlns:a16="http://schemas.microsoft.com/office/drawing/2014/main" id="{C74FF008-02F7-4AFC-9DEE-7E98EC4DAED0}"/>
              </a:ext>
            </a:extLst>
          </p:cNvPr>
          <p:cNvSpPr>
            <a:spLocks xmlns:a="http://schemas.openxmlformats.org/drawingml/2006/main" noGrp="1"/>
          </p:cNvSpPr>
          <p:nvPr/>
        </p:nvSpPr>
        <p:spPr>
          <a:xfrm xmlns:a="http://schemas.openxmlformats.org/drawingml/2006/main">
            <a:off x="7000875" y="5095875"/>
            <a:ext cx="2095500" cy="314325"/>
          </a:xfrm>
          <a:prstGeom xmlns:a="http://schemas.openxmlformats.org/drawingml/2006/main" prst="roundRect">
            <a:avLst>
              <a:gd name="adj" fmla="val 24242"/>
            </a:avLst>
          </a:prstGeom>
          <a:solidFill xmlns:a="http://schemas.openxmlformats.org/drawingml/2006/main">
            <a:srgbClr val="FFFFFF"/>
          </a:solidFill>
          <a:ln xmlns:a="http://schemas.openxmlformats.org/drawingml/2006/main" w="9525">
            <a:solidFill>
              <a:srgbClr val="000000"/>
            </a:solidFill>
            <a:prstDash val="solid"/>
          </a:ln>
        </p:spPr>
      </p:sp>
      <p:sp>
        <p:nvSpPr>
          <p:cNvPr id="104" name="dp44-comparison / n105 / text 1">
            <a:extLst xmlns:a="http://schemas.openxmlformats.org/drawingml/2006/main">
              <a:ext uri="{FF2B5EF4-FFF2-40B4-BE49-F238E27FC236}">
                <a16:creationId xmlns:a16="http://schemas.microsoft.com/office/drawing/2014/main" id="{549C54A7-3FB1-4240-B804-7E2598C917AD}"/>
              </a:ext>
            </a:extLst>
          </p:cNvPr>
          <p:cNvSpPr>
            <a:spLocks xmlns:a="http://schemas.openxmlformats.org/drawingml/2006/main" noGrp="1"/>
          </p:cNvSpPr>
          <p:nvPr/>
        </p:nvSpPr>
        <p:spPr>
          <a:xfrm xmlns:a="http://schemas.openxmlformats.org/drawingml/2006/main">
            <a:off x="7086600" y="5153978"/>
            <a:ext cx="19240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Publication Control</a:t>
            </a:r>
          </a:p>
        </p:txBody>
      </p:sp>
      <p:sp>
        <p:nvSpPr>
          <p:cNvPr id="105" name="dp44-comparison / n106 / path">
            <a:extLst xmlns:a="http://schemas.openxmlformats.org/drawingml/2006/main">
              <a:ext uri="{FF2B5EF4-FFF2-40B4-BE49-F238E27FC236}">
                <a16:creationId xmlns:a16="http://schemas.microsoft.com/office/drawing/2014/main" id="{E20959EE-0C9C-4A08-B184-FCA63409EF06}"/>
              </a:ext>
            </a:extLst>
          </p:cNvPr>
          <p:cNvSpPr>
            <a:spLocks xmlns:a="http://schemas.openxmlformats.org/drawingml/2006/main" noGrp="1"/>
          </p:cNvSpPr>
          <p:nvPr/>
        </p:nvSpPr>
        <p:spPr>
          <a:xfrm xmlns:a="http://schemas.openxmlformats.org/drawingml/2006/main">
            <a:off x="3405188" y="3857625"/>
            <a:ext cx="2166938" cy="1238250"/>
          </a:xfrm>
          <a:custGeom xmlns:a="http://schemas.openxmlformats.org/drawingml/2006/main">
            <a:pathLst>
              <a:path w="2166938" h="1238250">
                <a:moveTo>
                  <a:pt x="0" y="0"/>
                </a:moveTo>
                <a:lnTo>
                  <a:pt x="0" y="704850"/>
                </a:lnTo>
                <a:lnTo>
                  <a:pt x="2166938" y="704850"/>
                </a:lnTo>
                <a:lnTo>
                  <a:pt x="2166938" y="1238250"/>
                </a:lnTo>
              </a:path>
            </a:pathLst>
          </a:custGeom>
          <a:noFill xmlns:a="http://schemas.openxmlformats.org/drawingml/2006/main"/>
          <a:ln xmlns:a="http://schemas.openxmlformats.org/drawingml/2006/main" w="10478">
            <a:solidFill>
              <a:srgbClr val="B8753F"/>
            </a:solidFill>
            <a:prstDash val="solid"/>
          </a:ln>
        </p:spPr>
      </p:sp>
      <p:sp>
        <p:nvSpPr>
          <p:cNvPr id="106" name="dp44-comparison / n106 / arrow">
            <a:extLst xmlns:a="http://schemas.openxmlformats.org/drawingml/2006/main">
              <a:ext uri="{FF2B5EF4-FFF2-40B4-BE49-F238E27FC236}">
                <a16:creationId xmlns:a16="http://schemas.microsoft.com/office/drawing/2014/main" id="{1019EB6F-C1C7-4AB2-B1FB-D2D4F53941B6}"/>
              </a:ext>
            </a:extLst>
          </p:cNvPr>
          <p:cNvSpPr>
            <a:spLocks xmlns:a="http://schemas.openxmlformats.org/drawingml/2006/main" noGrp="1"/>
          </p:cNvSpPr>
          <p:nvPr/>
        </p:nvSpPr>
        <p:spPr>
          <a:xfrm xmlns:a="http://schemas.openxmlformats.org/drawingml/2006/main">
            <a:off x="5538597" y="50288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107" name="dp44-comparison / n107 / path">
            <a:extLst xmlns:a="http://schemas.openxmlformats.org/drawingml/2006/main">
              <a:ext uri="{FF2B5EF4-FFF2-40B4-BE49-F238E27FC236}">
                <a16:creationId xmlns:a16="http://schemas.microsoft.com/office/drawing/2014/main" id="{2D8A9412-4A3F-4B57-812E-1AD2B04A4E78}"/>
              </a:ext>
            </a:extLst>
          </p:cNvPr>
          <p:cNvSpPr>
            <a:spLocks xmlns:a="http://schemas.openxmlformats.org/drawingml/2006/main" noGrp="1"/>
          </p:cNvSpPr>
          <p:nvPr/>
        </p:nvSpPr>
        <p:spPr>
          <a:xfrm xmlns:a="http://schemas.openxmlformats.org/drawingml/2006/main">
            <a:off x="4572000" y="3752850"/>
            <a:ext cx="1333500" cy="1343025"/>
          </a:xfrm>
          <a:custGeom xmlns:a="http://schemas.openxmlformats.org/drawingml/2006/main">
            <a:pathLst>
              <a:path w="1333500" h="1343025">
                <a:moveTo>
                  <a:pt x="1333500" y="1343025"/>
                </a:moveTo>
                <a:lnTo>
                  <a:pt x="1333500" y="857250"/>
                </a:lnTo>
                <a:lnTo>
                  <a:pt x="95250" y="857250"/>
                </a:lnTo>
                <a:lnTo>
                  <a:pt x="95250" y="0"/>
                </a:lnTo>
                <a:lnTo>
                  <a:pt x="0" y="0"/>
                </a:lnTo>
              </a:path>
            </a:pathLst>
          </a:custGeom>
          <a:noFill xmlns:a="http://schemas.openxmlformats.org/drawingml/2006/main"/>
          <a:ln xmlns:a="http://schemas.openxmlformats.org/drawingml/2006/main" w="10478">
            <a:solidFill>
              <a:srgbClr val="B8753F"/>
            </a:solidFill>
            <a:prstDash val="dash"/>
          </a:ln>
        </p:spPr>
      </p:sp>
      <p:sp>
        <p:nvSpPr>
          <p:cNvPr id="108" name="dp44-comparison / n107 / arrow">
            <a:extLst xmlns:a="http://schemas.openxmlformats.org/drawingml/2006/main">
              <a:ext uri="{FF2B5EF4-FFF2-40B4-BE49-F238E27FC236}">
                <a16:creationId xmlns:a16="http://schemas.microsoft.com/office/drawing/2014/main" id="{F9A5F577-B303-4D27-9B4E-B918813A9931}"/>
              </a:ext>
            </a:extLst>
          </p:cNvPr>
          <p:cNvSpPr>
            <a:spLocks xmlns:a="http://schemas.openxmlformats.org/drawingml/2006/main" noGrp="1"/>
          </p:cNvSpPr>
          <p:nvPr/>
        </p:nvSpPr>
        <p:spPr>
          <a:xfrm xmlns:a="http://schemas.openxmlformats.org/drawingml/2006/main">
            <a:off x="4572000" y="371932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109" name="dp44-comparison / n108 / path">
            <a:extLst xmlns:a="http://schemas.openxmlformats.org/drawingml/2006/main">
              <a:ext uri="{FF2B5EF4-FFF2-40B4-BE49-F238E27FC236}">
                <a16:creationId xmlns:a16="http://schemas.microsoft.com/office/drawing/2014/main" id="{1D48D584-2428-4EC8-950A-A3744CC88274}"/>
              </a:ext>
            </a:extLst>
          </p:cNvPr>
          <p:cNvSpPr>
            <a:spLocks xmlns:a="http://schemas.openxmlformats.org/drawingml/2006/main" noGrp="1"/>
          </p:cNvSpPr>
          <p:nvPr/>
        </p:nvSpPr>
        <p:spPr>
          <a:xfrm xmlns:a="http://schemas.openxmlformats.org/drawingml/2006/main">
            <a:off x="4572000" y="3600450"/>
            <a:ext cx="3476625" cy="1495425"/>
          </a:xfrm>
          <a:custGeom xmlns:a="http://schemas.openxmlformats.org/drawingml/2006/main">
            <a:pathLst>
              <a:path w="3476625" h="1495425">
                <a:moveTo>
                  <a:pt x="0" y="0"/>
                </a:moveTo>
                <a:lnTo>
                  <a:pt x="238125" y="0"/>
                </a:lnTo>
                <a:lnTo>
                  <a:pt x="238125" y="923925"/>
                </a:lnTo>
                <a:lnTo>
                  <a:pt x="3476625" y="923925"/>
                </a:lnTo>
                <a:lnTo>
                  <a:pt x="3476625" y="1495425"/>
                </a:lnTo>
              </a:path>
            </a:pathLst>
          </a:custGeom>
          <a:noFill xmlns:a="http://schemas.openxmlformats.org/drawingml/2006/main"/>
          <a:ln xmlns:a="http://schemas.openxmlformats.org/drawingml/2006/main" w="10478">
            <a:solidFill>
              <a:srgbClr val="B8753F"/>
            </a:solidFill>
            <a:prstDash val="solid"/>
          </a:ln>
        </p:spPr>
      </p:sp>
      <p:sp>
        <p:nvSpPr>
          <p:cNvPr id="110" name="dp44-comparison / n108 / arrow">
            <a:extLst xmlns:a="http://schemas.openxmlformats.org/drawingml/2006/main">
              <a:ext uri="{FF2B5EF4-FFF2-40B4-BE49-F238E27FC236}">
                <a16:creationId xmlns:a16="http://schemas.microsoft.com/office/drawing/2014/main" id="{20BA9F2C-98EF-41B3-90B2-59E001380CFC}"/>
              </a:ext>
            </a:extLst>
          </p:cNvPr>
          <p:cNvSpPr>
            <a:spLocks xmlns:a="http://schemas.openxmlformats.org/drawingml/2006/main" noGrp="1"/>
          </p:cNvSpPr>
          <p:nvPr/>
        </p:nvSpPr>
        <p:spPr>
          <a:xfrm xmlns:a="http://schemas.openxmlformats.org/drawingml/2006/main">
            <a:off x="8015097" y="50288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111" name="dp44-comparison / n117 / path">
            <a:extLst xmlns:a="http://schemas.openxmlformats.org/drawingml/2006/main">
              <a:ext uri="{FF2B5EF4-FFF2-40B4-BE49-F238E27FC236}">
                <a16:creationId xmlns:a16="http://schemas.microsoft.com/office/drawing/2014/main" id="{4AA20794-7287-4648-8ACA-94577A24582B}"/>
              </a:ext>
            </a:extLst>
          </p:cNvPr>
          <p:cNvSpPr>
            <a:spLocks xmlns:a="http://schemas.openxmlformats.org/drawingml/2006/main" noGrp="1"/>
          </p:cNvSpPr>
          <p:nvPr/>
        </p:nvSpPr>
        <p:spPr>
          <a:xfrm xmlns:a="http://schemas.openxmlformats.org/drawingml/2006/main">
            <a:off x="1571625" y="633412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112" name="dp44-comparison / n120">
            <a:extLst xmlns:a="http://schemas.openxmlformats.org/drawingml/2006/main">
              <a:ext uri="{FF2B5EF4-FFF2-40B4-BE49-F238E27FC236}">
                <a16:creationId xmlns:a16="http://schemas.microsoft.com/office/drawing/2014/main" id="{2A73AE59-2365-483A-85A4-F4F989DF678C}"/>
              </a:ext>
            </a:extLst>
          </p:cNvPr>
          <p:cNvSpPr>
            <a:spLocks xmlns:a="http://schemas.openxmlformats.org/drawingml/2006/main" noGrp="1"/>
          </p:cNvSpPr>
          <p:nvPr/>
        </p:nvSpPr>
        <p:spPr>
          <a:xfrm xmlns:a="http://schemas.openxmlformats.org/drawingml/2006/main">
            <a:off x="1666875" y="66198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3" name="dp44-comparison / n121 / text 1">
            <a:extLst xmlns:a="http://schemas.openxmlformats.org/drawingml/2006/main">
              <a:ext uri="{FF2B5EF4-FFF2-40B4-BE49-F238E27FC236}">
                <a16:creationId xmlns:a16="http://schemas.microsoft.com/office/drawing/2014/main" id="{9324B292-3506-4B5D-B5EF-4FD4CCCF5A8F}"/>
              </a:ext>
            </a:extLst>
          </p:cNvPr>
          <p:cNvSpPr>
            <a:spLocks xmlns:a="http://schemas.openxmlformats.org/drawingml/2006/main" noGrp="1"/>
          </p:cNvSpPr>
          <p:nvPr/>
        </p:nvSpPr>
        <p:spPr>
          <a:xfrm xmlns:a="http://schemas.openxmlformats.org/drawingml/2006/main">
            <a:off x="1752600" y="66555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Meaning1 완료</a:t>
            </a:r>
          </a:p>
        </p:txBody>
      </p:sp>
      <p:sp>
        <p:nvSpPr>
          <p:cNvPr id="114" name="dp44-comparison / n122">
            <a:extLst xmlns:a="http://schemas.openxmlformats.org/drawingml/2006/main">
              <a:ext uri="{FF2B5EF4-FFF2-40B4-BE49-F238E27FC236}">
                <a16:creationId xmlns:a16="http://schemas.microsoft.com/office/drawing/2014/main" id="{A5BDFA0E-7F1C-4659-8C72-2F51CD3625E4}"/>
              </a:ext>
            </a:extLst>
          </p:cNvPr>
          <p:cNvSpPr>
            <a:spLocks xmlns:a="http://schemas.openxmlformats.org/drawingml/2006/main" noGrp="1"/>
          </p:cNvSpPr>
          <p:nvPr/>
        </p:nvSpPr>
        <p:spPr>
          <a:xfrm xmlns:a="http://schemas.openxmlformats.org/drawingml/2006/main">
            <a:off x="4333875" y="66198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5" name="dp44-comparison / n123 / text 1">
            <a:extLst xmlns:a="http://schemas.openxmlformats.org/drawingml/2006/main">
              <a:ext uri="{FF2B5EF4-FFF2-40B4-BE49-F238E27FC236}">
                <a16:creationId xmlns:a16="http://schemas.microsoft.com/office/drawing/2014/main" id="{7A83E60D-B824-4351-8ACB-B39AFAED12CE}"/>
              </a:ext>
            </a:extLst>
          </p:cNvPr>
          <p:cNvSpPr>
            <a:spLocks xmlns:a="http://schemas.openxmlformats.org/drawingml/2006/main" noGrp="1"/>
          </p:cNvSpPr>
          <p:nvPr/>
        </p:nvSpPr>
        <p:spPr>
          <a:xfrm xmlns:a="http://schemas.openxmlformats.org/drawingml/2006/main">
            <a:off x="4419600" y="66555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Dispatcher: 준비 지시</a:t>
            </a:r>
          </a:p>
        </p:txBody>
      </p:sp>
      <p:sp>
        <p:nvSpPr>
          <p:cNvPr id="116" name="dp44-comparison / n124 / path">
            <a:extLst xmlns:a="http://schemas.openxmlformats.org/drawingml/2006/main">
              <a:ext uri="{FF2B5EF4-FFF2-40B4-BE49-F238E27FC236}">
                <a16:creationId xmlns:a16="http://schemas.microsoft.com/office/drawing/2014/main" id="{BEB0450F-B375-4293-BAB3-85B0EFCCD3A7}"/>
              </a:ext>
            </a:extLst>
          </p:cNvPr>
          <p:cNvSpPr>
            <a:spLocks xmlns:a="http://schemas.openxmlformats.org/drawingml/2006/main" noGrp="1"/>
          </p:cNvSpPr>
          <p:nvPr/>
        </p:nvSpPr>
        <p:spPr>
          <a:xfrm xmlns:a="http://schemas.openxmlformats.org/drawingml/2006/main">
            <a:off x="3905250" y="67484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17" name="dp44-comparison / n124 / arrow">
            <a:extLst xmlns:a="http://schemas.openxmlformats.org/drawingml/2006/main">
              <a:ext uri="{FF2B5EF4-FFF2-40B4-BE49-F238E27FC236}">
                <a16:creationId xmlns:a16="http://schemas.microsoft.com/office/drawing/2014/main" id="{689AA964-C0A8-422B-A032-23A0640C0443}"/>
              </a:ext>
            </a:extLst>
          </p:cNvPr>
          <p:cNvSpPr>
            <a:spLocks xmlns:a="http://schemas.openxmlformats.org/drawingml/2006/main" noGrp="1"/>
          </p:cNvSpPr>
          <p:nvPr/>
        </p:nvSpPr>
        <p:spPr>
          <a:xfrm xmlns:a="http://schemas.openxmlformats.org/drawingml/2006/main">
            <a:off x="4266819" y="67149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18" name="dp44-comparison / n125">
            <a:extLst xmlns:a="http://schemas.openxmlformats.org/drawingml/2006/main">
              <a:ext uri="{FF2B5EF4-FFF2-40B4-BE49-F238E27FC236}">
                <a16:creationId xmlns:a16="http://schemas.microsoft.com/office/drawing/2014/main" id="{255D470D-4BB1-4866-BB60-90E42B5C841E}"/>
              </a:ext>
            </a:extLst>
          </p:cNvPr>
          <p:cNvSpPr>
            <a:spLocks xmlns:a="http://schemas.openxmlformats.org/drawingml/2006/main" noGrp="1"/>
          </p:cNvSpPr>
          <p:nvPr/>
        </p:nvSpPr>
        <p:spPr>
          <a:xfrm xmlns:a="http://schemas.openxmlformats.org/drawingml/2006/main">
            <a:off x="7000875" y="661987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9" name="dp44-comparison / n126 / text 1">
            <a:extLst xmlns:a="http://schemas.openxmlformats.org/drawingml/2006/main">
              <a:ext uri="{FF2B5EF4-FFF2-40B4-BE49-F238E27FC236}">
                <a16:creationId xmlns:a16="http://schemas.microsoft.com/office/drawing/2014/main" id="{75550A39-1F58-48DC-98F0-FF08CD824B3D}"/>
              </a:ext>
            </a:extLst>
          </p:cNvPr>
          <p:cNvSpPr>
            <a:spLocks xmlns:a="http://schemas.openxmlformats.org/drawingml/2006/main" noGrp="1"/>
          </p:cNvSpPr>
          <p:nvPr/>
        </p:nvSpPr>
        <p:spPr>
          <a:xfrm xmlns:a="http://schemas.openxmlformats.org/drawingml/2006/main">
            <a:off x="7086600" y="665559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Composer: 후보 반환</a:t>
            </a:r>
          </a:p>
        </p:txBody>
      </p:sp>
      <p:sp>
        <p:nvSpPr>
          <p:cNvPr id="120" name="dp44-comparison / n127 / path">
            <a:extLst xmlns:a="http://schemas.openxmlformats.org/drawingml/2006/main">
              <a:ext uri="{FF2B5EF4-FFF2-40B4-BE49-F238E27FC236}">
                <a16:creationId xmlns:a16="http://schemas.microsoft.com/office/drawing/2014/main" id="{600AFC5A-8581-4044-9392-4CDFCACB1714}"/>
              </a:ext>
            </a:extLst>
          </p:cNvPr>
          <p:cNvSpPr>
            <a:spLocks xmlns:a="http://schemas.openxmlformats.org/drawingml/2006/main" noGrp="1"/>
          </p:cNvSpPr>
          <p:nvPr/>
        </p:nvSpPr>
        <p:spPr>
          <a:xfrm xmlns:a="http://schemas.openxmlformats.org/drawingml/2006/main">
            <a:off x="6572250" y="67484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21" name="dp44-comparison / n127 / arrow">
            <a:extLst xmlns:a="http://schemas.openxmlformats.org/drawingml/2006/main">
              <a:ext uri="{FF2B5EF4-FFF2-40B4-BE49-F238E27FC236}">
                <a16:creationId xmlns:a16="http://schemas.microsoft.com/office/drawing/2014/main" id="{1716F717-241B-4169-860D-949C09339B74}"/>
              </a:ext>
            </a:extLst>
          </p:cNvPr>
          <p:cNvSpPr>
            <a:spLocks xmlns:a="http://schemas.openxmlformats.org/drawingml/2006/main" noGrp="1"/>
          </p:cNvSpPr>
          <p:nvPr/>
        </p:nvSpPr>
        <p:spPr>
          <a:xfrm xmlns:a="http://schemas.openxmlformats.org/drawingml/2006/main">
            <a:off x="6933819" y="67149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22" name="dp44-comparison / n128 / path">
            <a:extLst xmlns:a="http://schemas.openxmlformats.org/drawingml/2006/main">
              <a:ext uri="{FF2B5EF4-FFF2-40B4-BE49-F238E27FC236}">
                <a16:creationId xmlns:a16="http://schemas.microsoft.com/office/drawing/2014/main" id="{FCE4A217-CEF3-488B-9F63-F25770D2DBDA}"/>
              </a:ext>
            </a:extLst>
          </p:cNvPr>
          <p:cNvSpPr>
            <a:spLocks xmlns:a="http://schemas.openxmlformats.org/drawingml/2006/main" noGrp="1"/>
          </p:cNvSpPr>
          <p:nvPr/>
        </p:nvSpPr>
        <p:spPr>
          <a:xfrm xmlns:a="http://schemas.openxmlformats.org/drawingml/2006/main">
            <a:off x="5453063" y="6877050"/>
            <a:ext cx="2643188" cy="133350"/>
          </a:xfrm>
          <a:custGeom xmlns:a="http://schemas.openxmlformats.org/drawingml/2006/main">
            <a:pathLst>
              <a:path w="2643188" h="133350">
                <a:moveTo>
                  <a:pt x="2643188" y="0"/>
                </a:moveTo>
                <a:lnTo>
                  <a:pt x="2643188" y="133350"/>
                </a:lnTo>
                <a:lnTo>
                  <a:pt x="0" y="133350"/>
                </a:lnTo>
                <a:lnTo>
                  <a:pt x="0" y="0"/>
                </a:lnTo>
              </a:path>
            </a:pathLst>
          </a:custGeom>
          <a:noFill xmlns:a="http://schemas.openxmlformats.org/drawingml/2006/main"/>
          <a:ln xmlns:a="http://schemas.openxmlformats.org/drawingml/2006/main" w="10478">
            <a:solidFill>
              <a:srgbClr val="B8753F"/>
            </a:solidFill>
            <a:prstDash val="dash"/>
          </a:ln>
        </p:spPr>
      </p:sp>
      <p:sp>
        <p:nvSpPr>
          <p:cNvPr id="123" name="dp44-comparison / n128 / arrow">
            <a:extLst xmlns:a="http://schemas.openxmlformats.org/drawingml/2006/main">
              <a:ext uri="{FF2B5EF4-FFF2-40B4-BE49-F238E27FC236}">
                <a16:creationId xmlns:a16="http://schemas.microsoft.com/office/drawing/2014/main" id="{CAC2C121-5ADB-4BA1-974A-6DB137034128}"/>
              </a:ext>
            </a:extLst>
          </p:cNvPr>
          <p:cNvSpPr>
            <a:spLocks xmlns:a="http://schemas.openxmlformats.org/drawingml/2006/main" noGrp="1"/>
          </p:cNvSpPr>
          <p:nvPr/>
        </p:nvSpPr>
        <p:spPr>
          <a:xfrm xmlns:a="http://schemas.openxmlformats.org/drawingml/2006/main">
            <a:off x="5419535" y="687705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124" name="dp44-comparison / n133">
            <a:extLst xmlns:a="http://schemas.openxmlformats.org/drawingml/2006/main">
              <a:ext uri="{FF2B5EF4-FFF2-40B4-BE49-F238E27FC236}">
                <a16:creationId xmlns:a16="http://schemas.microsoft.com/office/drawing/2014/main" id="{9FA6D584-48AD-45EA-AB31-2E20B68A3660}"/>
              </a:ext>
            </a:extLst>
          </p:cNvPr>
          <p:cNvSpPr>
            <a:spLocks xmlns:a="http://schemas.openxmlformats.org/drawingml/2006/main" noGrp="1"/>
          </p:cNvSpPr>
          <p:nvPr/>
        </p:nvSpPr>
        <p:spPr>
          <a:xfrm xmlns:a="http://schemas.openxmlformats.org/drawingml/2006/main">
            <a:off x="1666875" y="7286625"/>
            <a:ext cx="2238375"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5" name="dp44-comparison / n134 / text 1">
            <a:extLst xmlns:a="http://schemas.openxmlformats.org/drawingml/2006/main">
              <a:ext uri="{FF2B5EF4-FFF2-40B4-BE49-F238E27FC236}">
                <a16:creationId xmlns:a16="http://schemas.microsoft.com/office/drawing/2014/main" id="{5D6B766A-BFE6-45EF-948A-39BA09C6E8AF}"/>
              </a:ext>
            </a:extLst>
          </p:cNvPr>
          <p:cNvSpPr>
            <a:spLocks xmlns:a="http://schemas.openxmlformats.org/drawingml/2006/main" noGrp="1"/>
          </p:cNvSpPr>
          <p:nvPr/>
        </p:nvSpPr>
        <p:spPr>
          <a:xfrm xmlns:a="http://schemas.openxmlformats.org/drawingml/2006/main">
            <a:off x="1752600" y="7317581"/>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옛 응답 준비 완료</a:t>
            </a:r>
          </a:p>
        </p:txBody>
      </p:sp>
      <p:sp>
        <p:nvSpPr>
          <p:cNvPr id="126" name="dp44-comparison / n135">
            <a:extLst xmlns:a="http://schemas.openxmlformats.org/drawingml/2006/main">
              <a:ext uri="{FF2B5EF4-FFF2-40B4-BE49-F238E27FC236}">
                <a16:creationId xmlns:a16="http://schemas.microsoft.com/office/drawing/2014/main" id="{076BA1D1-CF14-4AF9-AFA9-7FE81F39DEB4}"/>
              </a:ext>
            </a:extLst>
          </p:cNvPr>
          <p:cNvSpPr>
            <a:spLocks xmlns:a="http://schemas.openxmlformats.org/drawingml/2006/main" noGrp="1"/>
          </p:cNvSpPr>
          <p:nvPr/>
        </p:nvSpPr>
        <p:spPr>
          <a:xfrm xmlns:a="http://schemas.openxmlformats.org/drawingml/2006/main">
            <a:off x="4333875" y="7286625"/>
            <a:ext cx="2238375"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7" name="dp44-comparison / n136 / text 1">
            <a:extLst xmlns:a="http://schemas.openxmlformats.org/drawingml/2006/main">
              <a:ext uri="{FF2B5EF4-FFF2-40B4-BE49-F238E27FC236}">
                <a16:creationId xmlns:a16="http://schemas.microsoft.com/office/drawing/2014/main" id="{68093A64-A595-4B36-ABB9-3AB956308C36}"/>
              </a:ext>
            </a:extLst>
          </p:cNvPr>
          <p:cNvSpPr>
            <a:spLocks xmlns:a="http://schemas.openxmlformats.org/drawingml/2006/main" noGrp="1"/>
          </p:cNvSpPr>
          <p:nvPr/>
        </p:nvSpPr>
        <p:spPr>
          <a:xfrm xmlns:a="http://schemas.openxmlformats.org/drawingml/2006/main">
            <a:off x="4419600" y="7317581"/>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Dispatcher: 현재성 검사</a:t>
            </a:r>
          </a:p>
        </p:txBody>
      </p:sp>
      <p:sp>
        <p:nvSpPr>
          <p:cNvPr id="128" name="dp44-comparison / n137 / path">
            <a:extLst xmlns:a="http://schemas.openxmlformats.org/drawingml/2006/main">
              <a:ext uri="{FF2B5EF4-FFF2-40B4-BE49-F238E27FC236}">
                <a16:creationId xmlns:a16="http://schemas.microsoft.com/office/drawing/2014/main" id="{51CEE340-B020-45CA-BFE4-455A61A79743}"/>
              </a:ext>
            </a:extLst>
          </p:cNvPr>
          <p:cNvSpPr>
            <a:spLocks xmlns:a="http://schemas.openxmlformats.org/drawingml/2006/main" noGrp="1"/>
          </p:cNvSpPr>
          <p:nvPr/>
        </p:nvSpPr>
        <p:spPr>
          <a:xfrm xmlns:a="http://schemas.openxmlformats.org/drawingml/2006/main">
            <a:off x="3905250" y="7410450"/>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29" name="dp44-comparison / n137 / arrow">
            <a:extLst xmlns:a="http://schemas.openxmlformats.org/drawingml/2006/main">
              <a:ext uri="{FF2B5EF4-FFF2-40B4-BE49-F238E27FC236}">
                <a16:creationId xmlns:a16="http://schemas.microsoft.com/office/drawing/2014/main" id="{EDE2A47F-CCE5-4453-8A83-B6E51DD17396}"/>
              </a:ext>
            </a:extLst>
          </p:cNvPr>
          <p:cNvSpPr>
            <a:spLocks xmlns:a="http://schemas.openxmlformats.org/drawingml/2006/main" noGrp="1"/>
          </p:cNvSpPr>
          <p:nvPr/>
        </p:nvSpPr>
        <p:spPr>
          <a:xfrm xmlns:a="http://schemas.openxmlformats.org/drawingml/2006/main">
            <a:off x="4266819" y="73769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0" name="dp44-comparison / n138">
            <a:extLst xmlns:a="http://schemas.openxmlformats.org/drawingml/2006/main">
              <a:ext uri="{FF2B5EF4-FFF2-40B4-BE49-F238E27FC236}">
                <a16:creationId xmlns:a16="http://schemas.microsoft.com/office/drawing/2014/main" id="{81D74A20-6555-4483-861D-B29C1E555AFF}"/>
              </a:ext>
            </a:extLst>
          </p:cNvPr>
          <p:cNvSpPr>
            <a:spLocks xmlns:a="http://schemas.openxmlformats.org/drawingml/2006/main" noGrp="1"/>
          </p:cNvSpPr>
          <p:nvPr/>
        </p:nvSpPr>
        <p:spPr>
          <a:xfrm xmlns:a="http://schemas.openxmlformats.org/drawingml/2006/main">
            <a:off x="7000875" y="7286625"/>
            <a:ext cx="2190750"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31" name="dp44-comparison / n139 / text 1">
            <a:extLst xmlns:a="http://schemas.openxmlformats.org/drawingml/2006/main">
              <a:ext uri="{FF2B5EF4-FFF2-40B4-BE49-F238E27FC236}">
                <a16:creationId xmlns:a16="http://schemas.microsoft.com/office/drawing/2014/main" id="{41F9B045-4BF4-48F6-8BB3-7E071A8DE41D}"/>
              </a:ext>
            </a:extLst>
          </p:cNvPr>
          <p:cNvSpPr>
            <a:spLocks xmlns:a="http://schemas.openxmlformats.org/drawingml/2006/main" noGrp="1"/>
          </p:cNvSpPr>
          <p:nvPr/>
        </p:nvSpPr>
        <p:spPr>
          <a:xfrm xmlns:a="http://schemas.openxmlformats.org/drawingml/2006/main">
            <a:off x="7086600" y="7317581"/>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중앙에서 무효 후보 폐기</a:t>
            </a:r>
          </a:p>
        </p:txBody>
      </p:sp>
      <p:sp>
        <p:nvSpPr>
          <p:cNvPr id="132" name="dp44-comparison / n140 / path">
            <a:extLst xmlns:a="http://schemas.openxmlformats.org/drawingml/2006/main">
              <a:ext uri="{FF2B5EF4-FFF2-40B4-BE49-F238E27FC236}">
                <a16:creationId xmlns:a16="http://schemas.microsoft.com/office/drawing/2014/main" id="{0B4E10BF-794E-4D5D-8B25-008EA91BE57F}"/>
              </a:ext>
            </a:extLst>
          </p:cNvPr>
          <p:cNvSpPr>
            <a:spLocks xmlns:a="http://schemas.openxmlformats.org/drawingml/2006/main" noGrp="1"/>
          </p:cNvSpPr>
          <p:nvPr/>
        </p:nvSpPr>
        <p:spPr>
          <a:xfrm xmlns:a="http://schemas.openxmlformats.org/drawingml/2006/main">
            <a:off x="6572250" y="7410450"/>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33" name="dp44-comparison / n140 / arrow">
            <a:extLst xmlns:a="http://schemas.openxmlformats.org/drawingml/2006/main">
              <a:ext uri="{FF2B5EF4-FFF2-40B4-BE49-F238E27FC236}">
                <a16:creationId xmlns:a16="http://schemas.microsoft.com/office/drawing/2014/main" id="{6BA7D571-F631-4604-9368-1E529C4218B1}"/>
              </a:ext>
            </a:extLst>
          </p:cNvPr>
          <p:cNvSpPr>
            <a:spLocks xmlns:a="http://schemas.openxmlformats.org/drawingml/2006/main" noGrp="1"/>
          </p:cNvSpPr>
          <p:nvPr/>
        </p:nvSpPr>
        <p:spPr>
          <a:xfrm xmlns:a="http://schemas.openxmlformats.org/drawingml/2006/main">
            <a:off x="6933819" y="73769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4" name="dp44-comparison / n76">
            <a:extLst xmlns:a="http://schemas.openxmlformats.org/drawingml/2006/main">
              <a:ext uri="{FF2B5EF4-FFF2-40B4-BE49-F238E27FC236}">
                <a16:creationId xmlns:a16="http://schemas.microsoft.com/office/drawing/2014/main" id="{8B96C399-B3AF-448D-A6E6-BA22D366FFF0}"/>
              </a:ext>
            </a:extLst>
          </p:cNvPr>
          <p:cNvSpPr>
            <a:spLocks xmlns:a="http://schemas.openxmlformats.org/drawingml/2006/main" noGrp="1"/>
          </p:cNvSpPr>
          <p:nvPr/>
        </p:nvSpPr>
        <p:spPr>
          <a:xfrm xmlns:a="http://schemas.openxmlformats.org/drawingml/2006/main">
            <a:off x="1647825" y="2771775"/>
            <a:ext cx="243935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5" name="dp44-comparison / n77 / text 1">
            <a:extLst xmlns:a="http://schemas.openxmlformats.org/drawingml/2006/main">
              <a:ext uri="{FF2B5EF4-FFF2-40B4-BE49-F238E27FC236}">
                <a16:creationId xmlns:a16="http://schemas.microsoft.com/office/drawing/2014/main" id="{AD7319D6-3D0A-4927-A647-EE963FCF9AE4}"/>
              </a:ext>
            </a:extLst>
          </p:cNvPr>
          <p:cNvSpPr>
            <a:spLocks xmlns:a="http://schemas.openxmlformats.org/drawingml/2006/main" noGrp="1"/>
          </p:cNvSpPr>
          <p:nvPr/>
        </p:nvSpPr>
        <p:spPr>
          <a:xfrm xmlns:a="http://schemas.openxmlformats.org/drawingml/2006/main">
            <a:off x="1666875" y="2781300"/>
            <a:ext cx="39052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Input1: “잠깐, 표부터 설명해줘”</a:t>
            </a:r>
          </a:p>
        </p:txBody>
      </p:sp>
      <p:sp>
        <p:nvSpPr>
          <p:cNvPr id="136" name="dp44-comparison / n78">
            <a:extLst xmlns:a="http://schemas.openxmlformats.org/drawingml/2006/main">
              <a:ext uri="{FF2B5EF4-FFF2-40B4-BE49-F238E27FC236}">
                <a16:creationId xmlns:a16="http://schemas.microsoft.com/office/drawing/2014/main" id="{6DF8254E-063B-4B42-A9E7-A2E1E6F46805}"/>
              </a:ext>
            </a:extLst>
          </p:cNvPr>
          <p:cNvSpPr>
            <a:spLocks xmlns:a="http://schemas.openxmlformats.org/drawingml/2006/main" noGrp="1"/>
          </p:cNvSpPr>
          <p:nvPr/>
        </p:nvSpPr>
        <p:spPr>
          <a:xfrm xmlns:a="http://schemas.openxmlformats.org/drawingml/2006/main">
            <a:off x="6315075" y="2771775"/>
            <a:ext cx="2556510"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7" name="dp44-comparison / n79 / text 1">
            <a:extLst xmlns:a="http://schemas.openxmlformats.org/drawingml/2006/main">
              <a:ext uri="{FF2B5EF4-FFF2-40B4-BE49-F238E27FC236}">
                <a16:creationId xmlns:a16="http://schemas.microsoft.com/office/drawing/2014/main" id="{342B9FCD-BFA7-481C-9452-4310E887930F}"/>
              </a:ext>
            </a:extLst>
          </p:cNvPr>
          <p:cNvSpPr>
            <a:spLocks xmlns:a="http://schemas.openxmlformats.org/drawingml/2006/main" noGrp="1"/>
          </p:cNvSpPr>
          <p:nvPr/>
        </p:nvSpPr>
        <p:spPr>
          <a:xfrm xmlns:a="http://schemas.openxmlformats.org/drawingml/2006/main">
            <a:off x="6334125" y="2781300"/>
            <a:ext cx="3048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Task1 메일 / Question1 수신자 질문</a:t>
            </a:r>
          </a:p>
        </p:txBody>
      </p:sp>
      <p:sp>
        <p:nvSpPr>
          <p:cNvPr id="138" name="dp44-comparison / n90">
            <a:extLst xmlns:a="http://schemas.openxmlformats.org/drawingml/2006/main">
              <a:ext uri="{FF2B5EF4-FFF2-40B4-BE49-F238E27FC236}">
                <a16:creationId xmlns:a16="http://schemas.microsoft.com/office/drawing/2014/main" id="{4762F7B9-81FD-466D-AE39-F3FD734B52B3}"/>
              </a:ext>
            </a:extLst>
          </p:cNvPr>
          <p:cNvSpPr>
            <a:spLocks xmlns:a="http://schemas.openxmlformats.org/drawingml/2006/main" noGrp="1"/>
          </p:cNvSpPr>
          <p:nvPr/>
        </p:nvSpPr>
        <p:spPr>
          <a:xfrm xmlns:a="http://schemas.openxmlformats.org/drawingml/2006/main">
            <a:off x="1838325" y="4038600"/>
            <a:ext cx="2650808" cy="21336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9" name="dp44-comparison / n91 / text 1">
            <a:extLst xmlns:a="http://schemas.openxmlformats.org/drawingml/2006/main">
              <a:ext uri="{FF2B5EF4-FFF2-40B4-BE49-F238E27FC236}">
                <a16:creationId xmlns:a16="http://schemas.microsoft.com/office/drawing/2014/main" id="{01964BD2-84F8-4D2B-8A6A-6E4337A34722}"/>
              </a:ext>
            </a:extLst>
          </p:cNvPr>
          <p:cNvSpPr>
            <a:spLocks xmlns:a="http://schemas.openxmlformats.org/drawingml/2006/main" noGrp="1"/>
          </p:cNvSpPr>
          <p:nvPr/>
        </p:nvSpPr>
        <p:spPr>
          <a:xfrm xmlns:a="http://schemas.openxmlformats.org/drawingml/2006/main">
            <a:off x="1857375" y="4048125"/>
            <a:ext cx="371475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000000"/>
                </a:solidFill>
                <a:latin typeface="Apple SD Gothic Neo"/>
                <a:ea typeface="Apple SD Gothic Neo"/>
                <a:cs typeface="Apple SD Gothic Neo"/>
              </a:defRPr>
            </a:pPr>
            <a:r>
              <a:rPr sz="1275" b="0">
                <a:solidFill>
                  <a:srgbClr val="000000"/>
                </a:solidFill>
                <a:latin typeface="Apple SD Gothic Neo"/>
                <a:ea typeface="Apple SD Gothic Neo"/>
                <a:cs typeface="Apple SD Gothic Neo"/>
              </a:rPr>
              <a:t>다음 실행 지시와 완료 결과 회수</a:t>
            </a:r>
          </a:p>
        </p:txBody>
      </p:sp>
      <p:sp>
        <p:nvSpPr>
          <p:cNvPr id="140" name="dp44-comparison / n92">
            <a:extLst xmlns:a="http://schemas.openxmlformats.org/drawingml/2006/main">
              <a:ext uri="{FF2B5EF4-FFF2-40B4-BE49-F238E27FC236}">
                <a16:creationId xmlns:a16="http://schemas.microsoft.com/office/drawing/2014/main" id="{6F1F653B-5442-48E7-871E-C2EC626FAEE5}"/>
              </a:ext>
            </a:extLst>
          </p:cNvPr>
          <p:cNvSpPr>
            <a:spLocks xmlns:a="http://schemas.openxmlformats.org/drawingml/2006/main" noGrp="1"/>
          </p:cNvSpPr>
          <p:nvPr/>
        </p:nvSpPr>
        <p:spPr>
          <a:xfrm xmlns:a="http://schemas.openxmlformats.org/drawingml/2006/main">
            <a:off x="5857875" y="3943350"/>
            <a:ext cx="3095625" cy="438150"/>
          </a:xfrm>
          <a:custGeom xmlns:a="http://schemas.openxmlformats.org/drawingml/2006/main">
            <a:pathLst>
              <a:path w="3095625" h="438150">
                <a:moveTo>
                  <a:pt x="0" y="0"/>
                </a:moveTo>
                <a:lnTo>
                  <a:pt x="2924175" y="0"/>
                </a:lnTo>
                <a:lnTo>
                  <a:pt x="3095625" y="171450"/>
                </a:lnTo>
                <a:lnTo>
                  <a:pt x="3095625" y="438150"/>
                </a:lnTo>
                <a:lnTo>
                  <a:pt x="0" y="43815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41" name="dp44-comparison / n92 / fold">
            <a:extLst xmlns:a="http://schemas.openxmlformats.org/drawingml/2006/main">
              <a:ext uri="{FF2B5EF4-FFF2-40B4-BE49-F238E27FC236}">
                <a16:creationId xmlns:a16="http://schemas.microsoft.com/office/drawing/2014/main" id="{5BB8092B-9AA2-4760-A347-C74047F9161A}"/>
              </a:ext>
            </a:extLst>
          </p:cNvPr>
          <p:cNvSpPr>
            <a:spLocks xmlns:a="http://schemas.openxmlformats.org/drawingml/2006/main" noGrp="1"/>
          </p:cNvSpPr>
          <p:nvPr/>
        </p:nvSpPr>
        <p:spPr>
          <a:xfrm xmlns:a="http://schemas.openxmlformats.org/drawingml/2006/main">
            <a:off x="8782050" y="39433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42" name="dp44-comparison / n93 / text 1">
            <a:extLst xmlns:a="http://schemas.openxmlformats.org/drawingml/2006/main">
              <a:ext uri="{FF2B5EF4-FFF2-40B4-BE49-F238E27FC236}">
                <a16:creationId xmlns:a16="http://schemas.microsoft.com/office/drawing/2014/main" id="{B7B5A5E4-AA30-4460-9C90-1EE6844E0924}"/>
              </a:ext>
            </a:extLst>
          </p:cNvPr>
          <p:cNvSpPr>
            <a:spLocks xmlns:a="http://schemas.openxmlformats.org/drawingml/2006/main" noGrp="1"/>
          </p:cNvSpPr>
          <p:nvPr/>
        </p:nvSpPr>
        <p:spPr>
          <a:xfrm xmlns:a="http://schemas.openxmlformats.org/drawingml/2006/main">
            <a:off x="5953125" y="4000500"/>
            <a:ext cx="282892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Input1 / Job1: 표 설명 준비</a:t>
            </a:r>
          </a:p>
        </p:txBody>
      </p:sp>
      <p:sp>
        <p:nvSpPr>
          <p:cNvPr id="143" name="dp44-comparison / n93 / text 2">
            <a:extLst xmlns:a="http://schemas.openxmlformats.org/drawingml/2006/main">
              <a:ext uri="{FF2B5EF4-FFF2-40B4-BE49-F238E27FC236}">
                <a16:creationId xmlns:a16="http://schemas.microsoft.com/office/drawing/2014/main" id="{DF43B1D7-0819-4611-8C9C-2464592CD208}"/>
              </a:ext>
            </a:extLst>
          </p:cNvPr>
          <p:cNvSpPr>
            <a:spLocks xmlns:a="http://schemas.openxmlformats.org/drawingml/2006/main" noGrp="1"/>
          </p:cNvSpPr>
          <p:nvPr/>
        </p:nvSpPr>
        <p:spPr>
          <a:xfrm xmlns:a="http://schemas.openxmlformats.org/drawingml/2006/main">
            <a:off x="5953125" y="4120515"/>
            <a:ext cx="282892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next:PREPARE_RESPONSE / waiting:Meaning1</a:t>
            </a:r>
          </a:p>
        </p:txBody>
      </p:sp>
      <p:sp>
        <p:nvSpPr>
          <p:cNvPr id="144" name="dp44-comparison / n93 / text 3">
            <a:extLst xmlns:a="http://schemas.openxmlformats.org/drawingml/2006/main">
              <a:ext uri="{FF2B5EF4-FFF2-40B4-BE49-F238E27FC236}">
                <a16:creationId xmlns:a16="http://schemas.microsoft.com/office/drawing/2014/main" id="{F389071F-1D48-4C62-A97C-3DE1A4C8E72D}"/>
              </a:ext>
            </a:extLst>
          </p:cNvPr>
          <p:cNvSpPr>
            <a:spLocks xmlns:a="http://schemas.openxmlformats.org/drawingml/2006/main" noGrp="1"/>
          </p:cNvSpPr>
          <p:nvPr/>
        </p:nvSpPr>
        <p:spPr>
          <a:xfrm xmlns:a="http://schemas.openxmlformats.org/drawingml/2006/main">
            <a:off x="5953125" y="4240530"/>
            <a:ext cx="282892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이전 Input0의 Candidate0: 무효</a:t>
            </a:r>
          </a:p>
        </p:txBody>
      </p:sp>
      <p:sp>
        <p:nvSpPr>
          <p:cNvPr id="145" name="dp44-comparison / n102">
            <a:extLst xmlns:a="http://schemas.openxmlformats.org/drawingml/2006/main">
              <a:ext uri="{FF2B5EF4-FFF2-40B4-BE49-F238E27FC236}">
                <a16:creationId xmlns:a16="http://schemas.microsoft.com/office/drawing/2014/main" id="{4DEA1FCC-E3E6-452E-B9E1-8734FA5BFE54}"/>
              </a:ext>
            </a:extLst>
          </p:cNvPr>
          <p:cNvSpPr>
            <a:spLocks xmlns:a="http://schemas.openxmlformats.org/drawingml/2006/main" noGrp="1"/>
          </p:cNvSpPr>
          <p:nvPr/>
        </p:nvSpPr>
        <p:spPr>
          <a:xfrm xmlns:a="http://schemas.openxmlformats.org/drawingml/2006/main">
            <a:off x="1647825" y="5133975"/>
            <a:ext cx="1505141"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6" name="dp44-comparison / n103 / text 1">
            <a:extLst xmlns:a="http://schemas.openxmlformats.org/drawingml/2006/main">
              <a:ext uri="{FF2B5EF4-FFF2-40B4-BE49-F238E27FC236}">
                <a16:creationId xmlns:a16="http://schemas.microsoft.com/office/drawing/2014/main" id="{AC98AE58-552B-4AF7-948A-56451BB3EBD4}"/>
              </a:ext>
            </a:extLst>
          </p:cNvPr>
          <p:cNvSpPr>
            <a:spLocks xmlns:a="http://schemas.openxmlformats.org/drawingml/2006/main" noGrp="1"/>
          </p:cNvSpPr>
          <p:nvPr/>
        </p:nvSpPr>
        <p:spPr>
          <a:xfrm xmlns:a="http://schemas.openxmlformats.org/drawingml/2006/main">
            <a:off x="1666875" y="5143500"/>
            <a:ext cx="22383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① 이해 완료: Meaning1</a:t>
            </a:r>
          </a:p>
        </p:txBody>
      </p:sp>
      <p:sp>
        <p:nvSpPr>
          <p:cNvPr id="147" name="dp44-comparison / n109">
            <a:extLst xmlns:a="http://schemas.openxmlformats.org/drawingml/2006/main">
              <a:ext uri="{FF2B5EF4-FFF2-40B4-BE49-F238E27FC236}">
                <a16:creationId xmlns:a16="http://schemas.microsoft.com/office/drawing/2014/main" id="{4476FF5D-D9FB-4BA8-997C-2C3BC4357EEB}"/>
              </a:ext>
            </a:extLst>
          </p:cNvPr>
          <p:cNvSpPr>
            <a:spLocks xmlns:a="http://schemas.openxmlformats.org/drawingml/2006/main" noGrp="1"/>
          </p:cNvSpPr>
          <p:nvPr/>
        </p:nvSpPr>
        <p:spPr>
          <a:xfrm xmlns:a="http://schemas.openxmlformats.org/drawingml/2006/main">
            <a:off x="5029200" y="4381500"/>
            <a:ext cx="229133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8" name="dp44-comparison / n110 / text 1">
            <a:extLst xmlns:a="http://schemas.openxmlformats.org/drawingml/2006/main">
              <a:ext uri="{FF2B5EF4-FFF2-40B4-BE49-F238E27FC236}">
                <a16:creationId xmlns:a16="http://schemas.microsoft.com/office/drawing/2014/main" id="{E1A8C03C-399D-4850-889D-F07D8156409F}"/>
              </a:ext>
            </a:extLst>
          </p:cNvPr>
          <p:cNvSpPr>
            <a:spLocks xmlns:a="http://schemas.openxmlformats.org/drawingml/2006/main" noGrp="1"/>
          </p:cNvSpPr>
          <p:nvPr/>
        </p:nvSpPr>
        <p:spPr>
          <a:xfrm xmlns:a="http://schemas.openxmlformats.org/drawingml/2006/main">
            <a:off x="5048250" y="4391025"/>
            <a:ext cx="39052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② 중앙의 준비 지시 / ③ 준비 결과 회수</a:t>
            </a:r>
          </a:p>
        </p:txBody>
      </p:sp>
      <p:sp>
        <p:nvSpPr>
          <p:cNvPr id="149" name="dp44-comparison / n111">
            <a:extLst xmlns:a="http://schemas.openxmlformats.org/drawingml/2006/main">
              <a:ext uri="{FF2B5EF4-FFF2-40B4-BE49-F238E27FC236}">
                <a16:creationId xmlns:a16="http://schemas.microsoft.com/office/drawing/2014/main" id="{3D943B5B-1165-4EE3-BE10-7259BEA4723C}"/>
              </a:ext>
            </a:extLst>
          </p:cNvPr>
          <p:cNvSpPr>
            <a:spLocks xmlns:a="http://schemas.openxmlformats.org/drawingml/2006/main" noGrp="1"/>
          </p:cNvSpPr>
          <p:nvPr/>
        </p:nvSpPr>
        <p:spPr>
          <a:xfrm xmlns:a="http://schemas.openxmlformats.org/drawingml/2006/main">
            <a:off x="1666875" y="5362575"/>
            <a:ext cx="2238375" cy="685800"/>
          </a:xfrm>
          <a:custGeom xmlns:a="http://schemas.openxmlformats.org/drawingml/2006/main">
            <a:pathLst>
              <a:path w="2238375" h="685800">
                <a:moveTo>
                  <a:pt x="0" y="0"/>
                </a:moveTo>
                <a:lnTo>
                  <a:pt x="2066925" y="0"/>
                </a:lnTo>
                <a:lnTo>
                  <a:pt x="2238375" y="171450"/>
                </a:lnTo>
                <a:lnTo>
                  <a:pt x="2238375" y="685800"/>
                </a:lnTo>
                <a:lnTo>
                  <a:pt x="0" y="6858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50" name="dp44-comparison / n111 / fold">
            <a:extLst xmlns:a="http://schemas.openxmlformats.org/drawingml/2006/main">
              <a:ext uri="{FF2B5EF4-FFF2-40B4-BE49-F238E27FC236}">
                <a16:creationId xmlns:a16="http://schemas.microsoft.com/office/drawing/2014/main" id="{B0B5F7D4-DC4F-4E16-B8AF-A7DCC49904CB}"/>
              </a:ext>
            </a:extLst>
          </p:cNvPr>
          <p:cNvSpPr>
            <a:spLocks xmlns:a="http://schemas.openxmlformats.org/drawingml/2006/main" noGrp="1"/>
          </p:cNvSpPr>
          <p:nvPr/>
        </p:nvSpPr>
        <p:spPr>
          <a:xfrm xmlns:a="http://schemas.openxmlformats.org/drawingml/2006/main">
            <a:off x="3733800" y="536257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51" name="dp44-comparison / n112 / text 1">
            <a:extLst xmlns:a="http://schemas.openxmlformats.org/drawingml/2006/main">
              <a:ext uri="{FF2B5EF4-FFF2-40B4-BE49-F238E27FC236}">
                <a16:creationId xmlns:a16="http://schemas.microsoft.com/office/drawing/2014/main" id="{98B04D6F-9B02-44B5-9692-16FCBDD9FC96}"/>
              </a:ext>
            </a:extLst>
          </p:cNvPr>
          <p:cNvSpPr>
            <a:spLocks xmlns:a="http://schemas.openxmlformats.org/drawingml/2006/main" noGrp="1"/>
          </p:cNvSpPr>
          <p:nvPr/>
        </p:nvSpPr>
        <p:spPr>
          <a:xfrm xmlns:a="http://schemas.openxmlformats.org/drawingml/2006/main">
            <a:off x="1762125" y="5419725"/>
            <a:ext cx="19716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준비 완료: Candidate1</a:t>
            </a:r>
          </a:p>
        </p:txBody>
      </p:sp>
      <p:sp>
        <p:nvSpPr>
          <p:cNvPr id="152" name="dp44-comparison / n112 / text 2">
            <a:extLst xmlns:a="http://schemas.openxmlformats.org/drawingml/2006/main">
              <a:ext uri="{FF2B5EF4-FFF2-40B4-BE49-F238E27FC236}">
                <a16:creationId xmlns:a16="http://schemas.microsoft.com/office/drawing/2014/main" id="{C593192F-F99C-4914-AF69-40457822F16A}"/>
              </a:ext>
            </a:extLst>
          </p:cNvPr>
          <p:cNvSpPr>
            <a:spLocks xmlns:a="http://schemas.openxmlformats.org/drawingml/2006/main" noGrp="1"/>
          </p:cNvSpPr>
          <p:nvPr/>
        </p:nvSpPr>
        <p:spPr>
          <a:xfrm xmlns:a="http://schemas.openxmlformats.org/drawingml/2006/main">
            <a:off x="1762125" y="5545455"/>
            <a:ext cx="19716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input_ref:Input1</a:t>
            </a:r>
          </a:p>
        </p:txBody>
      </p:sp>
      <p:sp>
        <p:nvSpPr>
          <p:cNvPr id="153" name="dp44-comparison / n112 / text 3">
            <a:extLst xmlns:a="http://schemas.openxmlformats.org/drawingml/2006/main">
              <a:ext uri="{FF2B5EF4-FFF2-40B4-BE49-F238E27FC236}">
                <a16:creationId xmlns:a16="http://schemas.microsoft.com/office/drawing/2014/main" id="{B162789D-C675-4450-8042-E4DDA05B60AA}"/>
              </a:ext>
            </a:extLst>
          </p:cNvPr>
          <p:cNvSpPr>
            <a:spLocks xmlns:a="http://schemas.openxmlformats.org/drawingml/2006/main" noGrp="1"/>
          </p:cNvSpPr>
          <p:nvPr/>
        </p:nvSpPr>
        <p:spPr>
          <a:xfrm xmlns:a="http://schemas.openxmlformats.org/drawingml/2006/main">
            <a:off x="1762125" y="5671185"/>
            <a:ext cx="19716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content_ref:표 설명</a:t>
            </a:r>
          </a:p>
        </p:txBody>
      </p:sp>
      <p:sp>
        <p:nvSpPr>
          <p:cNvPr id="154" name="dp44-comparison / n112 / text 4">
            <a:extLst xmlns:a="http://schemas.openxmlformats.org/drawingml/2006/main">
              <a:ext uri="{FF2B5EF4-FFF2-40B4-BE49-F238E27FC236}">
                <a16:creationId xmlns:a16="http://schemas.microsoft.com/office/drawing/2014/main" id="{37902A9A-B9E7-4E92-A8A7-CC14CD17CB79}"/>
              </a:ext>
            </a:extLst>
          </p:cNvPr>
          <p:cNvSpPr>
            <a:spLocks xmlns:a="http://schemas.openxmlformats.org/drawingml/2006/main" noGrp="1"/>
          </p:cNvSpPr>
          <p:nvPr/>
        </p:nvSpPr>
        <p:spPr>
          <a:xfrm xmlns:a="http://schemas.openxmlformats.org/drawingml/2006/main">
            <a:off x="1762125" y="5796915"/>
            <a:ext cx="19716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이 후보도 Dispatcher로 반환</a:t>
            </a:r>
          </a:p>
        </p:txBody>
      </p:sp>
      <p:sp>
        <p:nvSpPr>
          <p:cNvPr id="155" name="dp44-comparison / n113">
            <a:extLst xmlns:a="http://schemas.openxmlformats.org/drawingml/2006/main">
              <a:ext uri="{FF2B5EF4-FFF2-40B4-BE49-F238E27FC236}">
                <a16:creationId xmlns:a16="http://schemas.microsoft.com/office/drawing/2014/main" id="{39C20D61-AEB0-4BC2-A351-D2501F146D2D}"/>
              </a:ext>
            </a:extLst>
          </p:cNvPr>
          <p:cNvSpPr>
            <a:spLocks xmlns:a="http://schemas.openxmlformats.org/drawingml/2006/main" noGrp="1"/>
          </p:cNvSpPr>
          <p:nvPr/>
        </p:nvSpPr>
        <p:spPr>
          <a:xfrm xmlns:a="http://schemas.openxmlformats.org/drawingml/2006/main">
            <a:off x="4600575" y="5610225"/>
            <a:ext cx="2676144"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6" name="dp44-comparison / n114 / text 1">
            <a:extLst xmlns:a="http://schemas.openxmlformats.org/drawingml/2006/main">
              <a:ext uri="{FF2B5EF4-FFF2-40B4-BE49-F238E27FC236}">
                <a16:creationId xmlns:a16="http://schemas.microsoft.com/office/drawing/2014/main" id="{6117B7EE-DE99-473B-991E-3398A8DBCB6B}"/>
              </a:ext>
            </a:extLst>
          </p:cNvPr>
          <p:cNvSpPr>
            <a:spLocks xmlns:a="http://schemas.openxmlformats.org/drawingml/2006/main" noGrp="1"/>
          </p:cNvSpPr>
          <p:nvPr/>
        </p:nvSpPr>
        <p:spPr>
          <a:xfrm xmlns:a="http://schemas.openxmlformats.org/drawingml/2006/main">
            <a:off x="4619625" y="5619750"/>
            <a:ext cx="42862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000000"/>
                </a:solidFill>
                <a:latin typeface="Apple SD Gothic Neo"/>
                <a:ea typeface="Apple SD Gothic Neo"/>
                <a:cs typeface="Apple SD Gothic Neo"/>
              </a:defRPr>
            </a:pPr>
            <a:r>
              <a:rPr sz="1200" b="0">
                <a:solidFill>
                  <a:srgbClr val="000000"/>
                </a:solidFill>
                <a:latin typeface="Apple SD Gothic Neo"/>
                <a:ea typeface="Apple SD Gothic Neo"/>
                <a:cs typeface="Apple SD Gothic Neo"/>
              </a:rPr>
              <a:t>④ 현재성 검사 후 중앙의 게시 지시</a:t>
            </a:r>
          </a:p>
        </p:txBody>
      </p:sp>
      <p:sp>
        <p:nvSpPr>
          <p:cNvPr id="157" name="dp44-comparison / n115">
            <a:extLst xmlns:a="http://schemas.openxmlformats.org/drawingml/2006/main">
              <a:ext uri="{FF2B5EF4-FFF2-40B4-BE49-F238E27FC236}">
                <a16:creationId xmlns:a16="http://schemas.microsoft.com/office/drawing/2014/main" id="{A1832BD6-56EC-4054-A329-95BC1D4B395C}"/>
              </a:ext>
            </a:extLst>
          </p:cNvPr>
          <p:cNvSpPr>
            <a:spLocks xmlns:a="http://schemas.openxmlformats.org/drawingml/2006/main" noGrp="1"/>
          </p:cNvSpPr>
          <p:nvPr/>
        </p:nvSpPr>
        <p:spPr>
          <a:xfrm xmlns:a="http://schemas.openxmlformats.org/drawingml/2006/main">
            <a:off x="4600575" y="5876925"/>
            <a:ext cx="2715768" cy="20193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8" name="dp44-comparison / n116 / text 1">
            <a:extLst xmlns:a="http://schemas.openxmlformats.org/drawingml/2006/main">
              <a:ext uri="{FF2B5EF4-FFF2-40B4-BE49-F238E27FC236}">
                <a16:creationId xmlns:a16="http://schemas.microsoft.com/office/drawing/2014/main" id="{A927384E-A576-43D6-973A-823A471424E3}"/>
              </a:ext>
            </a:extLst>
          </p:cNvPr>
          <p:cNvSpPr>
            <a:spLocks xmlns:a="http://schemas.openxmlformats.org/drawingml/2006/main" noGrp="1"/>
          </p:cNvSpPr>
          <p:nvPr/>
        </p:nvSpPr>
        <p:spPr>
          <a:xfrm xmlns:a="http://schemas.openxmlformats.org/drawingml/2006/main">
            <a:off x="4619625" y="5886450"/>
            <a:ext cx="42862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000000"/>
                </a:solidFill>
                <a:latin typeface="Apple SD Gothic Neo"/>
                <a:ea typeface="Apple SD Gothic Neo"/>
                <a:cs typeface="Apple SD Gothic Neo"/>
              </a:defRPr>
            </a:pPr>
            <a:r>
              <a:rPr sz="1200" b="0">
                <a:solidFill>
                  <a:srgbClr val="000000"/>
                </a:solidFill>
                <a:latin typeface="Apple SD Gothic Neo"/>
                <a:ea typeface="Apple SD Gothic Neo"/>
                <a:cs typeface="Apple SD Gothic Neo"/>
              </a:rPr>
              <a:t>완료마다 다음 실행을 중앙에서 결정</a:t>
            </a:r>
          </a:p>
        </p:txBody>
      </p:sp>
      <p:sp>
        <p:nvSpPr>
          <p:cNvPr id="159" name="dp44-comparison / n118">
            <a:extLst xmlns:a="http://schemas.openxmlformats.org/drawingml/2006/main">
              <a:ext uri="{FF2B5EF4-FFF2-40B4-BE49-F238E27FC236}">
                <a16:creationId xmlns:a16="http://schemas.microsoft.com/office/drawing/2014/main" id="{3ADE1531-9C70-444F-BBCC-3517C170832E}"/>
              </a:ext>
            </a:extLst>
          </p:cNvPr>
          <p:cNvSpPr>
            <a:spLocks xmlns:a="http://schemas.openxmlformats.org/drawingml/2006/main" noGrp="1"/>
          </p:cNvSpPr>
          <p:nvPr/>
        </p:nvSpPr>
        <p:spPr>
          <a:xfrm xmlns:a="http://schemas.openxmlformats.org/drawingml/2006/main">
            <a:off x="1647825" y="6381750"/>
            <a:ext cx="2828544"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0" name="dp44-comparison / n119 / text 1">
            <a:extLst xmlns:a="http://schemas.openxmlformats.org/drawingml/2006/main">
              <a:ext uri="{FF2B5EF4-FFF2-40B4-BE49-F238E27FC236}">
                <a16:creationId xmlns:a16="http://schemas.microsoft.com/office/drawing/2014/main" id="{A37D5ABB-6C3E-41D2-A902-F1ADB45A10C5}"/>
              </a:ext>
            </a:extLst>
          </p:cNvPr>
          <p:cNvSpPr>
            <a:spLocks xmlns:a="http://schemas.openxmlformats.org/drawingml/2006/main" noGrp="1"/>
          </p:cNvSpPr>
          <p:nvPr/>
        </p:nvSpPr>
        <p:spPr>
          <a:xfrm xmlns:a="http://schemas.openxmlformats.org/drawingml/2006/main">
            <a:off x="1666875" y="639127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같은 완료 결과의 다음 처리</a:t>
            </a:r>
          </a:p>
        </p:txBody>
      </p:sp>
      <p:sp>
        <p:nvSpPr>
          <p:cNvPr id="161" name="dp44-comparison / n129">
            <a:extLst xmlns:a="http://schemas.openxmlformats.org/drawingml/2006/main">
              <a:ext uri="{FF2B5EF4-FFF2-40B4-BE49-F238E27FC236}">
                <a16:creationId xmlns:a16="http://schemas.microsoft.com/office/drawing/2014/main" id="{9AA02521-9784-4760-AC8F-446D82A99500}"/>
              </a:ext>
            </a:extLst>
          </p:cNvPr>
          <p:cNvSpPr>
            <a:spLocks xmlns:a="http://schemas.openxmlformats.org/drawingml/2006/main" noGrp="1"/>
          </p:cNvSpPr>
          <p:nvPr/>
        </p:nvSpPr>
        <p:spPr>
          <a:xfrm xmlns:a="http://schemas.openxmlformats.org/drawingml/2006/main">
            <a:off x="5524500" y="6877050"/>
            <a:ext cx="1654112"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2" name="dp44-comparison / n130 / text 1">
            <a:extLst xmlns:a="http://schemas.openxmlformats.org/drawingml/2006/main">
              <a:ext uri="{FF2B5EF4-FFF2-40B4-BE49-F238E27FC236}">
                <a16:creationId xmlns:a16="http://schemas.microsoft.com/office/drawing/2014/main" id="{4FA8D865-3168-49CC-BBC5-DE76E0F0BDC4}"/>
              </a:ext>
            </a:extLst>
          </p:cNvPr>
          <p:cNvSpPr>
            <a:spLocks xmlns:a="http://schemas.openxmlformats.org/drawingml/2006/main" noGrp="1"/>
          </p:cNvSpPr>
          <p:nvPr/>
        </p:nvSpPr>
        <p:spPr>
          <a:xfrm xmlns:a="http://schemas.openxmlformats.org/drawingml/2006/main">
            <a:off x="5543550" y="6886575"/>
            <a:ext cx="3667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중앙 회수 뒤 검사 / 게시 지시</a:t>
            </a:r>
          </a:p>
        </p:txBody>
      </p:sp>
      <p:sp>
        <p:nvSpPr>
          <p:cNvPr id="163" name="dp44-comparison / n131">
            <a:extLst xmlns:a="http://schemas.openxmlformats.org/drawingml/2006/main">
              <a:ext uri="{FF2B5EF4-FFF2-40B4-BE49-F238E27FC236}">
                <a16:creationId xmlns:a16="http://schemas.microsoft.com/office/drawing/2014/main" id="{1DCBA8D2-8090-41B2-B2F3-3FE16F7BD68B}"/>
              </a:ext>
            </a:extLst>
          </p:cNvPr>
          <p:cNvSpPr>
            <a:spLocks xmlns:a="http://schemas.openxmlformats.org/drawingml/2006/main" noGrp="1"/>
          </p:cNvSpPr>
          <p:nvPr/>
        </p:nvSpPr>
        <p:spPr>
          <a:xfrm xmlns:a="http://schemas.openxmlformats.org/drawingml/2006/main">
            <a:off x="1647825" y="7105650"/>
            <a:ext cx="2790444"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4" name="dp44-comparison / n132 / text 1">
            <a:extLst xmlns:a="http://schemas.openxmlformats.org/drawingml/2006/main">
              <a:ext uri="{FF2B5EF4-FFF2-40B4-BE49-F238E27FC236}">
                <a16:creationId xmlns:a16="http://schemas.microsoft.com/office/drawing/2014/main" id="{0976EC3B-2A12-4635-A3AD-9288016C8AF9}"/>
              </a:ext>
            </a:extLst>
          </p:cNvPr>
          <p:cNvSpPr>
            <a:spLocks xmlns:a="http://schemas.openxmlformats.org/drawingml/2006/main" noGrp="1"/>
          </p:cNvSpPr>
          <p:nvPr/>
        </p:nvSpPr>
        <p:spPr>
          <a:xfrm xmlns:a="http://schemas.openxmlformats.org/drawingml/2006/main">
            <a:off x="1666875" y="7115175"/>
            <a:ext cx="75247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늦은 Candidate0 / 이미 새 Input1 처리 중</a:t>
            </a:r>
          </a:p>
        </p:txBody>
      </p:sp>
      <p:sp>
        <p:nvSpPr>
          <p:cNvPr id="165" name="dp44-comparison / n141">
            <a:extLst xmlns:a="http://schemas.openxmlformats.org/drawingml/2006/main">
              <a:ext uri="{FF2B5EF4-FFF2-40B4-BE49-F238E27FC236}">
                <a16:creationId xmlns:a16="http://schemas.microsoft.com/office/drawing/2014/main" id="{4D427726-F38C-4D52-BB91-BC85FB69CCA2}"/>
              </a:ext>
            </a:extLst>
          </p:cNvPr>
          <p:cNvSpPr>
            <a:spLocks xmlns:a="http://schemas.openxmlformats.org/drawingml/2006/main" noGrp="1"/>
          </p:cNvSpPr>
          <p:nvPr/>
        </p:nvSpPr>
        <p:spPr>
          <a:xfrm xmlns:a="http://schemas.openxmlformats.org/drawingml/2006/main">
            <a:off x="9953625" y="2409825"/>
            <a:ext cx="257175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66" name="dp44-comparison / n142 / text 1">
            <a:extLst xmlns:a="http://schemas.openxmlformats.org/drawingml/2006/main">
              <a:ext uri="{FF2B5EF4-FFF2-40B4-BE49-F238E27FC236}">
                <a16:creationId xmlns:a16="http://schemas.microsoft.com/office/drawing/2014/main" id="{6A5544BF-97AD-483C-B98B-562FAF084B94}"/>
              </a:ext>
            </a:extLst>
          </p:cNvPr>
          <p:cNvSpPr>
            <a:spLocks xmlns:a="http://schemas.openxmlformats.org/drawingml/2006/main" noGrp="1"/>
          </p:cNvSpPr>
          <p:nvPr/>
        </p:nvSpPr>
        <p:spPr>
          <a:xfrm xmlns:a="http://schemas.openxmlformats.org/drawingml/2006/main">
            <a:off x="10039350" y="2460308"/>
            <a:ext cx="2400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Interaction Manager</a:t>
            </a:r>
          </a:p>
        </p:txBody>
      </p:sp>
      <p:sp>
        <p:nvSpPr>
          <p:cNvPr id="167" name="dp44-comparison / n143">
            <a:extLst xmlns:a="http://schemas.openxmlformats.org/drawingml/2006/main">
              <a:ext uri="{FF2B5EF4-FFF2-40B4-BE49-F238E27FC236}">
                <a16:creationId xmlns:a16="http://schemas.microsoft.com/office/drawing/2014/main" id="{4BB1BCAB-1653-479A-9C78-4769643B6375}"/>
              </a:ext>
            </a:extLst>
          </p:cNvPr>
          <p:cNvSpPr>
            <a:spLocks xmlns:a="http://schemas.openxmlformats.org/drawingml/2006/main" noGrp="1"/>
          </p:cNvSpPr>
          <p:nvPr/>
        </p:nvSpPr>
        <p:spPr>
          <a:xfrm xmlns:a="http://schemas.openxmlformats.org/drawingml/2006/main">
            <a:off x="14620875" y="2409825"/>
            <a:ext cx="2857500" cy="3238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68" name="dp44-comparison / n144 / text 1">
            <a:extLst xmlns:a="http://schemas.openxmlformats.org/drawingml/2006/main">
              <a:ext uri="{FF2B5EF4-FFF2-40B4-BE49-F238E27FC236}">
                <a16:creationId xmlns:a16="http://schemas.microsoft.com/office/drawing/2014/main" id="{E8642A01-C275-43D0-BF1E-4CFCB3246C5C}"/>
              </a:ext>
            </a:extLst>
          </p:cNvPr>
          <p:cNvSpPr>
            <a:spLocks xmlns:a="http://schemas.openxmlformats.org/drawingml/2006/main" noGrp="1"/>
          </p:cNvSpPr>
          <p:nvPr/>
        </p:nvSpPr>
        <p:spPr>
          <a:xfrm xmlns:a="http://schemas.openxmlformats.org/drawingml/2006/main">
            <a:off x="14706600" y="2460308"/>
            <a:ext cx="26860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Task Manager</a:t>
            </a:r>
          </a:p>
        </p:txBody>
      </p:sp>
      <p:sp>
        <p:nvSpPr>
          <p:cNvPr id="169" name="dp44-comparison / n149">
            <a:extLst xmlns:a="http://schemas.openxmlformats.org/drawingml/2006/main">
              <a:ext uri="{FF2B5EF4-FFF2-40B4-BE49-F238E27FC236}">
                <a16:creationId xmlns:a16="http://schemas.microsoft.com/office/drawing/2014/main" id="{CBDA552E-DB0D-4330-A804-00A0B58F822D}"/>
              </a:ext>
            </a:extLst>
          </p:cNvPr>
          <p:cNvSpPr>
            <a:spLocks xmlns:a="http://schemas.openxmlformats.org/drawingml/2006/main" noGrp="1"/>
          </p:cNvSpPr>
          <p:nvPr/>
        </p:nvSpPr>
        <p:spPr>
          <a:xfrm xmlns:a="http://schemas.openxmlformats.org/drawingml/2006/main">
            <a:off x="9858375" y="3076575"/>
            <a:ext cx="7715250" cy="14097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70" name="dp44-comparison / n150 / text 1">
            <a:extLst xmlns:a="http://schemas.openxmlformats.org/drawingml/2006/main">
              <a:ext uri="{FF2B5EF4-FFF2-40B4-BE49-F238E27FC236}">
                <a16:creationId xmlns:a16="http://schemas.microsoft.com/office/drawing/2014/main" id="{285A8F16-A6E4-43DB-8B6A-C42959AFFF1F}"/>
              </a:ext>
            </a:extLst>
          </p:cNvPr>
          <p:cNvSpPr>
            <a:spLocks xmlns:a="http://schemas.openxmlformats.org/drawingml/2006/main" noGrp="1"/>
          </p:cNvSpPr>
          <p:nvPr/>
        </p:nvSpPr>
        <p:spPr>
          <a:xfrm xmlns:a="http://schemas.openxmlformats.org/drawingml/2006/main">
            <a:off x="9982200" y="3171825"/>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Request Controller</a:t>
            </a:r>
          </a:p>
        </p:txBody>
      </p:sp>
      <p:sp>
        <p:nvSpPr>
          <p:cNvPr id="171" name="dp44-comparison / n151">
            <a:extLst xmlns:a="http://schemas.openxmlformats.org/drawingml/2006/main">
              <a:ext uri="{FF2B5EF4-FFF2-40B4-BE49-F238E27FC236}">
                <a16:creationId xmlns:a16="http://schemas.microsoft.com/office/drawing/2014/main" id="{A9381B15-9907-4301-BDD3-7B2715915DF1}"/>
              </a:ext>
            </a:extLst>
          </p:cNvPr>
          <p:cNvSpPr>
            <a:spLocks xmlns:a="http://schemas.openxmlformats.org/drawingml/2006/main" noGrp="1"/>
          </p:cNvSpPr>
          <p:nvPr/>
        </p:nvSpPr>
        <p:spPr>
          <a:xfrm xmlns:a="http://schemas.openxmlformats.org/drawingml/2006/main">
            <a:off x="10144125" y="3476625"/>
            <a:ext cx="2714625" cy="381000"/>
          </a:xfrm>
          <a:prstGeom xmlns:a="http://schemas.openxmlformats.org/drawingml/2006/main" prst="roundRect">
            <a:avLst>
              <a:gd name="adj" fmla="val 20000"/>
            </a:avLst>
          </a:prstGeom>
          <a:solidFill xmlns:a="http://schemas.openxmlformats.org/drawingml/2006/main">
            <a:srgbClr val="FFF0DD"/>
          </a:solidFill>
          <a:ln xmlns:a="http://schemas.openxmlformats.org/drawingml/2006/main" w="17145">
            <a:solidFill>
              <a:srgbClr val="B8753F"/>
            </a:solidFill>
            <a:prstDash val="solid"/>
          </a:ln>
        </p:spPr>
      </p:sp>
      <p:sp>
        <p:nvSpPr>
          <p:cNvPr id="172" name="dp44-comparison / n152 / text 1">
            <a:extLst xmlns:a="http://schemas.openxmlformats.org/drawingml/2006/main">
              <a:ext uri="{FF2B5EF4-FFF2-40B4-BE49-F238E27FC236}">
                <a16:creationId xmlns:a16="http://schemas.microsoft.com/office/drawing/2014/main" id="{747280F2-879E-46DB-A7BE-0296ECDD9BE2}"/>
              </a:ext>
            </a:extLst>
          </p:cNvPr>
          <p:cNvSpPr>
            <a:spLocks xmlns:a="http://schemas.openxmlformats.org/drawingml/2006/main" noGrp="1"/>
          </p:cNvSpPr>
          <p:nvPr/>
        </p:nvSpPr>
        <p:spPr>
          <a:xfrm xmlns:a="http://schemas.openxmlformats.org/drawingml/2006/main">
            <a:off x="10229850" y="3555683"/>
            <a:ext cx="2543175"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Input Resolution Stage</a:t>
            </a:r>
          </a:p>
        </p:txBody>
      </p:sp>
      <p:sp>
        <p:nvSpPr>
          <p:cNvPr id="173" name="dp44-comparison / n153">
            <a:extLst xmlns:a="http://schemas.openxmlformats.org/drawingml/2006/main">
              <a:ext uri="{FF2B5EF4-FFF2-40B4-BE49-F238E27FC236}">
                <a16:creationId xmlns:a16="http://schemas.microsoft.com/office/drawing/2014/main" id="{66CCBFF4-6922-491F-8360-0AD31E9D7BA9}"/>
              </a:ext>
            </a:extLst>
          </p:cNvPr>
          <p:cNvSpPr>
            <a:spLocks xmlns:a="http://schemas.openxmlformats.org/drawingml/2006/main" noGrp="1"/>
          </p:cNvSpPr>
          <p:nvPr/>
        </p:nvSpPr>
        <p:spPr>
          <a:xfrm xmlns:a="http://schemas.openxmlformats.org/drawingml/2006/main">
            <a:off x="14144625" y="3476625"/>
            <a:ext cx="3095625" cy="381000"/>
          </a:xfrm>
          <a:prstGeom xmlns:a="http://schemas.openxmlformats.org/drawingml/2006/main" prst="roundRect">
            <a:avLst>
              <a:gd name="adj" fmla="val 20000"/>
            </a:avLst>
          </a:prstGeom>
          <a:solidFill xmlns:a="http://schemas.openxmlformats.org/drawingml/2006/main">
            <a:srgbClr val="FFF0DD"/>
          </a:solidFill>
          <a:ln xmlns:a="http://schemas.openxmlformats.org/drawingml/2006/main" w="17145">
            <a:solidFill>
              <a:srgbClr val="B8753F"/>
            </a:solidFill>
            <a:prstDash val="solid"/>
          </a:ln>
        </p:spPr>
      </p:sp>
      <p:sp>
        <p:nvSpPr>
          <p:cNvPr id="174" name="dp44-comparison / n154 / text 1">
            <a:extLst xmlns:a="http://schemas.openxmlformats.org/drawingml/2006/main">
              <a:ext uri="{FF2B5EF4-FFF2-40B4-BE49-F238E27FC236}">
                <a16:creationId xmlns:a16="http://schemas.microsoft.com/office/drawing/2014/main" id="{E421329F-C238-40AC-88EF-A93293C1E1B8}"/>
              </a:ext>
            </a:extLst>
          </p:cNvPr>
          <p:cNvSpPr>
            <a:spLocks xmlns:a="http://schemas.openxmlformats.org/drawingml/2006/main" noGrp="1"/>
          </p:cNvSpPr>
          <p:nvPr/>
        </p:nvSpPr>
        <p:spPr>
          <a:xfrm xmlns:a="http://schemas.openxmlformats.org/drawingml/2006/main">
            <a:off x="14230350" y="3549491"/>
            <a:ext cx="2924175"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000000"/>
                </a:solidFill>
                <a:latin typeface="Apple SD Gothic Neo"/>
                <a:ea typeface="Apple SD Gothic Neo"/>
                <a:cs typeface="Apple SD Gothic Neo"/>
              </a:defRPr>
            </a:pPr>
            <a:r>
              <a:rPr sz="1425" b="1">
                <a:solidFill>
                  <a:srgbClr val="000000"/>
                </a:solidFill>
                <a:latin typeface="Apple SD Gothic Neo"/>
                <a:ea typeface="Apple SD Gothic Neo"/>
                <a:cs typeface="Apple SD Gothic Neo"/>
              </a:rPr>
              <a:t>Task Notice Stage</a:t>
            </a:r>
          </a:p>
        </p:txBody>
      </p:sp>
      <p:sp>
        <p:nvSpPr>
          <p:cNvPr id="175" name="dp44-comparison / n155">
            <a:extLst xmlns:a="http://schemas.openxmlformats.org/drawingml/2006/main">
              <a:ext uri="{FF2B5EF4-FFF2-40B4-BE49-F238E27FC236}">
                <a16:creationId xmlns:a16="http://schemas.microsoft.com/office/drawing/2014/main" id="{4B518160-D28E-4B36-952F-097617CC4086}"/>
              </a:ext>
            </a:extLst>
          </p:cNvPr>
          <p:cNvSpPr>
            <a:spLocks xmlns:a="http://schemas.openxmlformats.org/drawingml/2006/main" noGrp="1"/>
          </p:cNvSpPr>
          <p:nvPr/>
        </p:nvSpPr>
        <p:spPr>
          <a:xfrm xmlns:a="http://schemas.openxmlformats.org/drawingml/2006/main">
            <a:off x="10144125" y="4000500"/>
            <a:ext cx="2714625" cy="32385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176" name="dp44-comparison / n156 / text 1">
            <a:extLst xmlns:a="http://schemas.openxmlformats.org/drawingml/2006/main">
              <a:ext uri="{FF2B5EF4-FFF2-40B4-BE49-F238E27FC236}">
                <a16:creationId xmlns:a16="http://schemas.microsoft.com/office/drawing/2014/main" id="{00A12E8E-E4FD-45B1-A3E8-137673F7AA71}"/>
              </a:ext>
            </a:extLst>
          </p:cNvPr>
          <p:cNvSpPr>
            <a:spLocks xmlns:a="http://schemas.openxmlformats.org/drawingml/2006/main" noGrp="1"/>
          </p:cNvSpPr>
          <p:nvPr/>
        </p:nvSpPr>
        <p:spPr>
          <a:xfrm xmlns:a="http://schemas.openxmlformats.org/drawingml/2006/main">
            <a:off x="10229850" y="4070985"/>
            <a:ext cx="254317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Input Window</a:t>
            </a:r>
          </a:p>
        </p:txBody>
      </p:sp>
      <p:sp>
        <p:nvSpPr>
          <p:cNvPr id="177" name="dp44-comparison / n157">
            <a:extLst xmlns:a="http://schemas.openxmlformats.org/drawingml/2006/main">
              <a:ext uri="{FF2B5EF4-FFF2-40B4-BE49-F238E27FC236}">
                <a16:creationId xmlns:a16="http://schemas.microsoft.com/office/drawing/2014/main" id="{91EC9FA7-7426-4DFF-BEB7-F654CCA3DC88}"/>
              </a:ext>
            </a:extLst>
          </p:cNvPr>
          <p:cNvSpPr>
            <a:spLocks xmlns:a="http://schemas.openxmlformats.org/drawingml/2006/main" noGrp="1"/>
          </p:cNvSpPr>
          <p:nvPr/>
        </p:nvSpPr>
        <p:spPr>
          <a:xfrm xmlns:a="http://schemas.openxmlformats.org/drawingml/2006/main">
            <a:off x="14144625" y="4000500"/>
            <a:ext cx="3095625" cy="32385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178" name="dp44-comparison / n158 / text 1">
            <a:extLst xmlns:a="http://schemas.openxmlformats.org/drawingml/2006/main">
              <a:ext uri="{FF2B5EF4-FFF2-40B4-BE49-F238E27FC236}">
                <a16:creationId xmlns:a16="http://schemas.microsoft.com/office/drawing/2014/main" id="{19906768-3893-4697-8E4A-78D84CF78926}"/>
              </a:ext>
            </a:extLst>
          </p:cNvPr>
          <p:cNvSpPr>
            <a:spLocks xmlns:a="http://schemas.openxmlformats.org/drawingml/2006/main" noGrp="1"/>
          </p:cNvSpPr>
          <p:nvPr/>
        </p:nvSpPr>
        <p:spPr>
          <a:xfrm xmlns:a="http://schemas.openxmlformats.org/drawingml/2006/main">
            <a:off x="14230350" y="4070985"/>
            <a:ext cx="2924175"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Notice Window</a:t>
            </a:r>
          </a:p>
        </p:txBody>
      </p:sp>
      <p:sp>
        <p:nvSpPr>
          <p:cNvPr id="179" name="dp44-comparison / n159 / path">
            <a:extLst xmlns:a="http://schemas.openxmlformats.org/drawingml/2006/main">
              <a:ext uri="{FF2B5EF4-FFF2-40B4-BE49-F238E27FC236}">
                <a16:creationId xmlns:a16="http://schemas.microsoft.com/office/drawing/2014/main" id="{E2CE5732-7492-4381-AB27-32FAD518D416}"/>
              </a:ext>
            </a:extLst>
          </p:cNvPr>
          <p:cNvSpPr>
            <a:spLocks xmlns:a="http://schemas.openxmlformats.org/drawingml/2006/main" noGrp="1"/>
          </p:cNvSpPr>
          <p:nvPr/>
        </p:nvSpPr>
        <p:spPr>
          <a:xfrm xmlns:a="http://schemas.openxmlformats.org/drawingml/2006/main">
            <a:off x="11239500" y="2733675"/>
            <a:ext cx="261938" cy="742950"/>
          </a:xfrm>
          <a:custGeom xmlns:a="http://schemas.openxmlformats.org/drawingml/2006/main">
            <a:pathLst>
              <a:path w="261938" h="742950">
                <a:moveTo>
                  <a:pt x="0" y="0"/>
                </a:moveTo>
                <a:lnTo>
                  <a:pt x="0" y="257175"/>
                </a:lnTo>
                <a:lnTo>
                  <a:pt x="261938" y="257175"/>
                </a:lnTo>
                <a:lnTo>
                  <a:pt x="261938" y="742950"/>
                </a:lnTo>
              </a:path>
            </a:pathLst>
          </a:custGeom>
          <a:noFill xmlns:a="http://schemas.openxmlformats.org/drawingml/2006/main"/>
          <a:ln xmlns:a="http://schemas.openxmlformats.org/drawingml/2006/main" w="10478">
            <a:solidFill>
              <a:srgbClr val="000000"/>
            </a:solidFill>
            <a:prstDash val="solid"/>
          </a:ln>
        </p:spPr>
      </p:sp>
      <p:sp>
        <p:nvSpPr>
          <p:cNvPr id="180" name="dp44-comparison / n159 / arrow">
            <a:extLst xmlns:a="http://schemas.openxmlformats.org/drawingml/2006/main">
              <a:ext uri="{FF2B5EF4-FFF2-40B4-BE49-F238E27FC236}">
                <a16:creationId xmlns:a16="http://schemas.microsoft.com/office/drawing/2014/main" id="{F36D5160-C506-4167-9F2B-4FFC3017E64F}"/>
              </a:ext>
            </a:extLst>
          </p:cNvPr>
          <p:cNvSpPr>
            <a:spLocks xmlns:a="http://schemas.openxmlformats.org/drawingml/2006/main" noGrp="1"/>
          </p:cNvSpPr>
          <p:nvPr/>
        </p:nvSpPr>
        <p:spPr>
          <a:xfrm xmlns:a="http://schemas.openxmlformats.org/drawingml/2006/main">
            <a:off x="11467910" y="34095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81" name="dp44-comparison / n160 / path">
            <a:extLst xmlns:a="http://schemas.openxmlformats.org/drawingml/2006/main">
              <a:ext uri="{FF2B5EF4-FFF2-40B4-BE49-F238E27FC236}">
                <a16:creationId xmlns:a16="http://schemas.microsoft.com/office/drawing/2014/main" id="{65F49B0E-487C-4D93-BB2F-7FF2341DF703}"/>
              </a:ext>
            </a:extLst>
          </p:cNvPr>
          <p:cNvSpPr>
            <a:spLocks xmlns:a="http://schemas.openxmlformats.org/drawingml/2006/main" noGrp="1"/>
          </p:cNvSpPr>
          <p:nvPr/>
        </p:nvSpPr>
        <p:spPr>
          <a:xfrm xmlns:a="http://schemas.openxmlformats.org/drawingml/2006/main">
            <a:off x="15692438" y="2733675"/>
            <a:ext cx="357188" cy="742950"/>
          </a:xfrm>
          <a:custGeom xmlns:a="http://schemas.openxmlformats.org/drawingml/2006/main">
            <a:pathLst>
              <a:path w="357188" h="742950">
                <a:moveTo>
                  <a:pt x="357188" y="0"/>
                </a:moveTo>
                <a:lnTo>
                  <a:pt x="357188" y="257175"/>
                </a:lnTo>
                <a:lnTo>
                  <a:pt x="0" y="257175"/>
                </a:lnTo>
                <a:lnTo>
                  <a:pt x="0" y="742950"/>
                </a:lnTo>
              </a:path>
            </a:pathLst>
          </a:custGeom>
          <a:noFill xmlns:a="http://schemas.openxmlformats.org/drawingml/2006/main"/>
          <a:ln xmlns:a="http://schemas.openxmlformats.org/drawingml/2006/main" w="10478">
            <a:solidFill>
              <a:srgbClr val="000000"/>
            </a:solidFill>
            <a:prstDash val="solid"/>
          </a:ln>
        </p:spPr>
      </p:sp>
      <p:sp>
        <p:nvSpPr>
          <p:cNvPr id="182" name="dp44-comparison / n160 / arrow">
            <a:extLst xmlns:a="http://schemas.openxmlformats.org/drawingml/2006/main">
              <a:ext uri="{FF2B5EF4-FFF2-40B4-BE49-F238E27FC236}">
                <a16:creationId xmlns:a16="http://schemas.microsoft.com/office/drawing/2014/main" id="{FBE2C610-008B-420C-B08D-0AEED44D2DC7}"/>
              </a:ext>
            </a:extLst>
          </p:cNvPr>
          <p:cNvSpPr>
            <a:spLocks xmlns:a="http://schemas.openxmlformats.org/drawingml/2006/main" noGrp="1"/>
          </p:cNvSpPr>
          <p:nvPr/>
        </p:nvSpPr>
        <p:spPr>
          <a:xfrm xmlns:a="http://schemas.openxmlformats.org/drawingml/2006/main">
            <a:off x="15658910" y="34095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83" name="dp44-comparison / n161 / path">
            <a:extLst xmlns:a="http://schemas.openxmlformats.org/drawingml/2006/main">
              <a:ext uri="{FF2B5EF4-FFF2-40B4-BE49-F238E27FC236}">
                <a16:creationId xmlns:a16="http://schemas.microsoft.com/office/drawing/2014/main" id="{D754F83A-1937-48C7-95AE-5A0B6ECF6BB7}"/>
              </a:ext>
            </a:extLst>
          </p:cNvPr>
          <p:cNvSpPr>
            <a:spLocks xmlns:a="http://schemas.openxmlformats.org/drawingml/2006/main" noGrp="1"/>
          </p:cNvSpPr>
          <p:nvPr/>
        </p:nvSpPr>
        <p:spPr>
          <a:xfrm xmlns:a="http://schemas.openxmlformats.org/drawingml/2006/main">
            <a:off x="11501438" y="3857625"/>
            <a:ext cx="953" cy="142875"/>
          </a:xfrm>
          <a:custGeom xmlns:a="http://schemas.openxmlformats.org/drawingml/2006/main">
            <a:pathLst>
              <a:path w="953" h="142875">
                <a:moveTo>
                  <a:pt x="0" y="0"/>
                </a:moveTo>
                <a:lnTo>
                  <a:pt x="0" y="142875"/>
                </a:lnTo>
              </a:path>
            </a:pathLst>
          </a:custGeom>
          <a:noFill xmlns:a="http://schemas.openxmlformats.org/drawingml/2006/main"/>
          <a:ln xmlns:a="http://schemas.openxmlformats.org/drawingml/2006/main" w="10478">
            <a:solidFill>
              <a:srgbClr val="000000"/>
            </a:solidFill>
            <a:prstDash val="solid"/>
          </a:ln>
        </p:spPr>
      </p:sp>
      <p:sp>
        <p:nvSpPr>
          <p:cNvPr id="184" name="dp44-comparison / n161 / arrow">
            <a:extLst xmlns:a="http://schemas.openxmlformats.org/drawingml/2006/main">
              <a:ext uri="{FF2B5EF4-FFF2-40B4-BE49-F238E27FC236}">
                <a16:creationId xmlns:a16="http://schemas.microsoft.com/office/drawing/2014/main" id="{4BA208BB-C3D3-4976-AEF7-3219BD54B3F5}"/>
              </a:ext>
            </a:extLst>
          </p:cNvPr>
          <p:cNvSpPr>
            <a:spLocks xmlns:a="http://schemas.openxmlformats.org/drawingml/2006/main" noGrp="1"/>
          </p:cNvSpPr>
          <p:nvPr/>
        </p:nvSpPr>
        <p:spPr>
          <a:xfrm xmlns:a="http://schemas.openxmlformats.org/drawingml/2006/main">
            <a:off x="11467910" y="39334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85" name="dp44-comparison / n162 / path">
            <a:extLst xmlns:a="http://schemas.openxmlformats.org/drawingml/2006/main">
              <a:ext uri="{FF2B5EF4-FFF2-40B4-BE49-F238E27FC236}">
                <a16:creationId xmlns:a16="http://schemas.microsoft.com/office/drawing/2014/main" id="{D126C24B-4439-4751-A410-33751667877C}"/>
              </a:ext>
            </a:extLst>
          </p:cNvPr>
          <p:cNvSpPr>
            <a:spLocks xmlns:a="http://schemas.openxmlformats.org/drawingml/2006/main" noGrp="1"/>
          </p:cNvSpPr>
          <p:nvPr/>
        </p:nvSpPr>
        <p:spPr>
          <a:xfrm xmlns:a="http://schemas.openxmlformats.org/drawingml/2006/main">
            <a:off x="15692438" y="3857625"/>
            <a:ext cx="953" cy="142875"/>
          </a:xfrm>
          <a:custGeom xmlns:a="http://schemas.openxmlformats.org/drawingml/2006/main">
            <a:pathLst>
              <a:path w="953" h="142875">
                <a:moveTo>
                  <a:pt x="0" y="0"/>
                </a:moveTo>
                <a:lnTo>
                  <a:pt x="0" y="142875"/>
                </a:lnTo>
              </a:path>
            </a:pathLst>
          </a:custGeom>
          <a:noFill xmlns:a="http://schemas.openxmlformats.org/drawingml/2006/main"/>
          <a:ln xmlns:a="http://schemas.openxmlformats.org/drawingml/2006/main" w="10478">
            <a:solidFill>
              <a:srgbClr val="000000"/>
            </a:solidFill>
            <a:prstDash val="solid"/>
          </a:ln>
        </p:spPr>
      </p:sp>
      <p:sp>
        <p:nvSpPr>
          <p:cNvPr id="186" name="dp44-comparison / n162 / arrow">
            <a:extLst xmlns:a="http://schemas.openxmlformats.org/drawingml/2006/main">
              <a:ext uri="{FF2B5EF4-FFF2-40B4-BE49-F238E27FC236}">
                <a16:creationId xmlns:a16="http://schemas.microsoft.com/office/drawing/2014/main" id="{114B9279-324E-4559-9F65-55D459E60374}"/>
              </a:ext>
            </a:extLst>
          </p:cNvPr>
          <p:cNvSpPr>
            <a:spLocks xmlns:a="http://schemas.openxmlformats.org/drawingml/2006/main" noGrp="1"/>
          </p:cNvSpPr>
          <p:nvPr/>
        </p:nvSpPr>
        <p:spPr>
          <a:xfrm xmlns:a="http://schemas.openxmlformats.org/drawingml/2006/main">
            <a:off x="15658910" y="39334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87" name="dp44-comparison / n167">
            <a:extLst xmlns:a="http://schemas.openxmlformats.org/drawingml/2006/main">
              <a:ext uri="{FF2B5EF4-FFF2-40B4-BE49-F238E27FC236}">
                <a16:creationId xmlns:a16="http://schemas.microsoft.com/office/drawing/2014/main" id="{055145A9-E3D0-4D81-9A9A-5428BE14A0A9}"/>
              </a:ext>
            </a:extLst>
          </p:cNvPr>
          <p:cNvSpPr>
            <a:spLocks xmlns:a="http://schemas.openxmlformats.org/drawingml/2006/main" noGrp="1"/>
          </p:cNvSpPr>
          <p:nvPr/>
        </p:nvSpPr>
        <p:spPr>
          <a:xfrm xmlns:a="http://schemas.openxmlformats.org/drawingml/2006/main">
            <a:off x="9953625" y="4762500"/>
            <a:ext cx="2238375" cy="3143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8" name="dp44-comparison / n168 / text 1">
            <a:extLst xmlns:a="http://schemas.openxmlformats.org/drawingml/2006/main">
              <a:ext uri="{FF2B5EF4-FFF2-40B4-BE49-F238E27FC236}">
                <a16:creationId xmlns:a16="http://schemas.microsoft.com/office/drawing/2014/main" id="{18B233D1-B0D2-411B-A71F-34380506A747}"/>
              </a:ext>
            </a:extLst>
          </p:cNvPr>
          <p:cNvSpPr>
            <a:spLocks xmlns:a="http://schemas.openxmlformats.org/drawingml/2006/main" noGrp="1"/>
          </p:cNvSpPr>
          <p:nvPr/>
        </p:nvSpPr>
        <p:spPr>
          <a:xfrm xmlns:a="http://schemas.openxmlformats.org/drawingml/2006/main">
            <a:off x="10039350" y="4814411"/>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Request Interpreter</a:t>
            </a:r>
          </a:p>
        </p:txBody>
      </p:sp>
      <p:sp>
        <p:nvSpPr>
          <p:cNvPr id="189" name="dp44-comparison / n169">
            <a:extLst xmlns:a="http://schemas.openxmlformats.org/drawingml/2006/main">
              <a:ext uri="{FF2B5EF4-FFF2-40B4-BE49-F238E27FC236}">
                <a16:creationId xmlns:a16="http://schemas.microsoft.com/office/drawing/2014/main" id="{36454058-E979-4F12-A86C-3D3875C12E3D}"/>
              </a:ext>
            </a:extLst>
          </p:cNvPr>
          <p:cNvSpPr>
            <a:spLocks xmlns:a="http://schemas.openxmlformats.org/drawingml/2006/main" noGrp="1"/>
          </p:cNvSpPr>
          <p:nvPr/>
        </p:nvSpPr>
        <p:spPr>
          <a:xfrm xmlns:a="http://schemas.openxmlformats.org/drawingml/2006/main">
            <a:off x="12573000" y="4705350"/>
            <a:ext cx="5000625" cy="14954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90" name="dp44-comparison / n170 / text 1">
            <a:extLst xmlns:a="http://schemas.openxmlformats.org/drawingml/2006/main">
              <a:ext uri="{FF2B5EF4-FFF2-40B4-BE49-F238E27FC236}">
                <a16:creationId xmlns:a16="http://schemas.microsoft.com/office/drawing/2014/main" id="{43F90AE8-0DEC-4BA0-986D-1BBD05D2031F}"/>
              </a:ext>
            </a:extLst>
          </p:cNvPr>
          <p:cNvSpPr>
            <a:spLocks xmlns:a="http://schemas.openxmlformats.org/drawingml/2006/main" noGrp="1"/>
          </p:cNvSpPr>
          <p:nvPr/>
        </p:nvSpPr>
        <p:spPr>
          <a:xfrm xmlns:a="http://schemas.openxmlformats.org/drawingml/2006/main">
            <a:off x="12696825" y="4800600"/>
            <a:ext cx="4752975"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Response Manager</a:t>
            </a:r>
          </a:p>
        </p:txBody>
      </p:sp>
      <p:sp>
        <p:nvSpPr>
          <p:cNvPr id="191" name="dp44-comparison / n171">
            <a:extLst xmlns:a="http://schemas.openxmlformats.org/drawingml/2006/main">
              <a:ext uri="{FF2B5EF4-FFF2-40B4-BE49-F238E27FC236}">
                <a16:creationId xmlns:a16="http://schemas.microsoft.com/office/drawing/2014/main" id="{5E3DAC1D-1470-479A-9E82-703275B87746}"/>
              </a:ext>
            </a:extLst>
          </p:cNvPr>
          <p:cNvSpPr>
            <a:spLocks xmlns:a="http://schemas.openxmlformats.org/drawingml/2006/main" noGrp="1"/>
          </p:cNvSpPr>
          <p:nvPr/>
        </p:nvSpPr>
        <p:spPr>
          <a:xfrm xmlns:a="http://schemas.openxmlformats.org/drawingml/2006/main">
            <a:off x="12763500" y="5095875"/>
            <a:ext cx="2190750" cy="314325"/>
          </a:xfrm>
          <a:prstGeom xmlns:a="http://schemas.openxmlformats.org/drawingml/2006/main" prst="roundRect">
            <a:avLst>
              <a:gd name="adj" fmla="val 24242"/>
            </a:avLst>
          </a:prstGeom>
          <a:solidFill xmlns:a="http://schemas.openxmlformats.org/drawingml/2006/main">
            <a:srgbClr val="FFFFFF"/>
          </a:solidFill>
          <a:ln xmlns:a="http://schemas.openxmlformats.org/drawingml/2006/main" w="9525">
            <a:solidFill>
              <a:srgbClr val="000000"/>
            </a:solidFill>
            <a:prstDash val="solid"/>
          </a:ln>
        </p:spPr>
      </p:sp>
      <p:sp>
        <p:nvSpPr>
          <p:cNvPr id="192" name="dp44-comparison / n172 / text 1">
            <a:extLst xmlns:a="http://schemas.openxmlformats.org/drawingml/2006/main">
              <a:ext uri="{FF2B5EF4-FFF2-40B4-BE49-F238E27FC236}">
                <a16:creationId xmlns:a16="http://schemas.microsoft.com/office/drawing/2014/main" id="{4103D816-EFDC-449A-885A-E043A0806160}"/>
              </a:ext>
            </a:extLst>
          </p:cNvPr>
          <p:cNvSpPr>
            <a:spLocks xmlns:a="http://schemas.openxmlformats.org/drawingml/2006/main" noGrp="1"/>
          </p:cNvSpPr>
          <p:nvPr/>
        </p:nvSpPr>
        <p:spPr>
          <a:xfrm xmlns:a="http://schemas.openxmlformats.org/drawingml/2006/main">
            <a:off x="12849225" y="5147786"/>
            <a:ext cx="2019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Response Composer</a:t>
            </a:r>
          </a:p>
        </p:txBody>
      </p:sp>
      <p:sp>
        <p:nvSpPr>
          <p:cNvPr id="193" name="dp44-comparison / n173 / path">
            <a:extLst xmlns:a="http://schemas.openxmlformats.org/drawingml/2006/main">
              <a:ext uri="{FF2B5EF4-FFF2-40B4-BE49-F238E27FC236}">
                <a16:creationId xmlns:a16="http://schemas.microsoft.com/office/drawing/2014/main" id="{10E3A90F-FBA4-45EF-A2A8-F209E884CAEB}"/>
              </a:ext>
            </a:extLst>
          </p:cNvPr>
          <p:cNvSpPr>
            <a:spLocks xmlns:a="http://schemas.openxmlformats.org/drawingml/2006/main" noGrp="1"/>
          </p:cNvSpPr>
          <p:nvPr/>
        </p:nvSpPr>
        <p:spPr>
          <a:xfrm xmlns:a="http://schemas.openxmlformats.org/drawingml/2006/main">
            <a:off x="9858375" y="3667125"/>
            <a:ext cx="1214438" cy="1095375"/>
          </a:xfrm>
          <a:custGeom xmlns:a="http://schemas.openxmlformats.org/drawingml/2006/main">
            <a:pathLst>
              <a:path w="1214438" h="1095375">
                <a:moveTo>
                  <a:pt x="285750" y="0"/>
                </a:moveTo>
                <a:lnTo>
                  <a:pt x="0" y="0"/>
                </a:lnTo>
                <a:lnTo>
                  <a:pt x="0" y="981075"/>
                </a:lnTo>
                <a:lnTo>
                  <a:pt x="1214438" y="981075"/>
                </a:lnTo>
                <a:lnTo>
                  <a:pt x="1214438" y="1095375"/>
                </a:lnTo>
              </a:path>
            </a:pathLst>
          </a:custGeom>
          <a:noFill xmlns:a="http://schemas.openxmlformats.org/drawingml/2006/main"/>
          <a:ln xmlns:a="http://schemas.openxmlformats.org/drawingml/2006/main" w="10478">
            <a:solidFill>
              <a:srgbClr val="000000"/>
            </a:solidFill>
            <a:prstDash val="solid"/>
          </a:ln>
        </p:spPr>
      </p:sp>
      <p:sp>
        <p:nvSpPr>
          <p:cNvPr id="194" name="dp44-comparison / n173 / arrow">
            <a:extLst xmlns:a="http://schemas.openxmlformats.org/drawingml/2006/main">
              <a:ext uri="{FF2B5EF4-FFF2-40B4-BE49-F238E27FC236}">
                <a16:creationId xmlns:a16="http://schemas.microsoft.com/office/drawing/2014/main" id="{D2D936A9-590E-4619-AA37-D4951550A7A4}"/>
              </a:ext>
            </a:extLst>
          </p:cNvPr>
          <p:cNvSpPr>
            <a:spLocks xmlns:a="http://schemas.openxmlformats.org/drawingml/2006/main" noGrp="1"/>
          </p:cNvSpPr>
          <p:nvPr/>
        </p:nvSpPr>
        <p:spPr>
          <a:xfrm xmlns:a="http://schemas.openxmlformats.org/drawingml/2006/main">
            <a:off x="11039285" y="46954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195" name="dp44-comparison / n174 / path">
            <a:extLst xmlns:a="http://schemas.openxmlformats.org/drawingml/2006/main">
              <a:ext uri="{FF2B5EF4-FFF2-40B4-BE49-F238E27FC236}">
                <a16:creationId xmlns:a16="http://schemas.microsoft.com/office/drawing/2014/main" id="{1319C798-B255-40C0-A450-1438BDA53B59}"/>
              </a:ext>
            </a:extLst>
          </p:cNvPr>
          <p:cNvSpPr>
            <a:spLocks xmlns:a="http://schemas.openxmlformats.org/drawingml/2006/main" noGrp="1"/>
          </p:cNvSpPr>
          <p:nvPr/>
        </p:nvSpPr>
        <p:spPr>
          <a:xfrm xmlns:a="http://schemas.openxmlformats.org/drawingml/2006/main">
            <a:off x="9763125" y="3762375"/>
            <a:ext cx="381000" cy="1157288"/>
          </a:xfrm>
          <a:custGeom xmlns:a="http://schemas.openxmlformats.org/drawingml/2006/main">
            <a:pathLst>
              <a:path w="381000" h="1157288">
                <a:moveTo>
                  <a:pt x="190500" y="1157288"/>
                </a:moveTo>
                <a:lnTo>
                  <a:pt x="0" y="1157288"/>
                </a:lnTo>
                <a:lnTo>
                  <a:pt x="0" y="0"/>
                </a:lnTo>
                <a:lnTo>
                  <a:pt x="381000" y="0"/>
                </a:lnTo>
              </a:path>
            </a:pathLst>
          </a:custGeom>
          <a:noFill xmlns:a="http://schemas.openxmlformats.org/drawingml/2006/main"/>
          <a:ln xmlns:a="http://schemas.openxmlformats.org/drawingml/2006/main" w="10478">
            <a:solidFill>
              <a:srgbClr val="B8753F"/>
            </a:solidFill>
            <a:prstDash val="dash"/>
          </a:ln>
        </p:spPr>
      </p:sp>
      <p:sp>
        <p:nvSpPr>
          <p:cNvPr id="196" name="dp44-comparison / n174 / arrow">
            <a:extLst xmlns:a="http://schemas.openxmlformats.org/drawingml/2006/main">
              <a:ext uri="{FF2B5EF4-FFF2-40B4-BE49-F238E27FC236}">
                <a16:creationId xmlns:a16="http://schemas.microsoft.com/office/drawing/2014/main" id="{3E925FDF-D2FF-4088-B76A-D438013C8206}"/>
              </a:ext>
            </a:extLst>
          </p:cNvPr>
          <p:cNvSpPr>
            <a:spLocks xmlns:a="http://schemas.openxmlformats.org/drawingml/2006/main" noGrp="1"/>
          </p:cNvSpPr>
          <p:nvPr/>
        </p:nvSpPr>
        <p:spPr>
          <a:xfrm xmlns:a="http://schemas.openxmlformats.org/drawingml/2006/main">
            <a:off x="10077069" y="37288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97" name="dp44-comparison / n177">
            <a:extLst xmlns:a="http://schemas.openxmlformats.org/drawingml/2006/main">
              <a:ext uri="{FF2B5EF4-FFF2-40B4-BE49-F238E27FC236}">
                <a16:creationId xmlns:a16="http://schemas.microsoft.com/office/drawing/2014/main" id="{30366BDF-7D3A-4C91-9D59-0CFDB544F181}"/>
              </a:ext>
            </a:extLst>
          </p:cNvPr>
          <p:cNvSpPr>
            <a:spLocks xmlns:a="http://schemas.openxmlformats.org/drawingml/2006/main" noGrp="1"/>
          </p:cNvSpPr>
          <p:nvPr/>
        </p:nvSpPr>
        <p:spPr>
          <a:xfrm xmlns:a="http://schemas.openxmlformats.org/drawingml/2006/main">
            <a:off x="15287625" y="5095875"/>
            <a:ext cx="2095500" cy="314325"/>
          </a:xfrm>
          <a:prstGeom xmlns:a="http://schemas.openxmlformats.org/drawingml/2006/main" prst="roundRect">
            <a:avLst>
              <a:gd name="adj" fmla="val 24242"/>
            </a:avLst>
          </a:prstGeom>
          <a:solidFill xmlns:a="http://schemas.openxmlformats.org/drawingml/2006/main">
            <a:srgbClr val="FFF0DD"/>
          </a:solidFill>
          <a:ln xmlns:a="http://schemas.openxmlformats.org/drawingml/2006/main" w="17145">
            <a:solidFill>
              <a:srgbClr val="B8753F"/>
            </a:solidFill>
            <a:prstDash val="solid"/>
          </a:ln>
        </p:spPr>
      </p:sp>
      <p:sp>
        <p:nvSpPr>
          <p:cNvPr id="198" name="dp44-comparison / n178 / text 1">
            <a:extLst xmlns:a="http://schemas.openxmlformats.org/drawingml/2006/main">
              <a:ext uri="{FF2B5EF4-FFF2-40B4-BE49-F238E27FC236}">
                <a16:creationId xmlns:a16="http://schemas.microsoft.com/office/drawing/2014/main" id="{EC62D0DC-E885-40E8-B6C2-DED23D29A234}"/>
              </a:ext>
            </a:extLst>
          </p:cNvPr>
          <p:cNvSpPr>
            <a:spLocks xmlns:a="http://schemas.openxmlformats.org/drawingml/2006/main" noGrp="1"/>
          </p:cNvSpPr>
          <p:nvPr/>
        </p:nvSpPr>
        <p:spPr>
          <a:xfrm xmlns:a="http://schemas.openxmlformats.org/drawingml/2006/main">
            <a:off x="15373350" y="5141595"/>
            <a:ext cx="192405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Publication Join</a:t>
            </a:r>
          </a:p>
        </p:txBody>
      </p:sp>
      <p:sp>
        <p:nvSpPr>
          <p:cNvPr id="199" name="dp44-comparison / n179">
            <a:extLst xmlns:a="http://schemas.openxmlformats.org/drawingml/2006/main">
              <a:ext uri="{FF2B5EF4-FFF2-40B4-BE49-F238E27FC236}">
                <a16:creationId xmlns:a16="http://schemas.microsoft.com/office/drawing/2014/main" id="{E8B0C5AA-9214-4188-87AF-7289F1C2D4C2}"/>
              </a:ext>
            </a:extLst>
          </p:cNvPr>
          <p:cNvSpPr>
            <a:spLocks xmlns:a="http://schemas.openxmlformats.org/drawingml/2006/main" noGrp="1"/>
          </p:cNvSpPr>
          <p:nvPr/>
        </p:nvSpPr>
        <p:spPr>
          <a:xfrm xmlns:a="http://schemas.openxmlformats.org/drawingml/2006/main">
            <a:off x="15287625" y="5657850"/>
            <a:ext cx="2095500" cy="36195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200" name="dp44-comparison / n180 / text 1">
            <a:extLst xmlns:a="http://schemas.openxmlformats.org/drawingml/2006/main">
              <a:ext uri="{FF2B5EF4-FFF2-40B4-BE49-F238E27FC236}">
                <a16:creationId xmlns:a16="http://schemas.microsoft.com/office/drawing/2014/main" id="{D4F3B9D6-E6F2-499E-831E-327218B3F5E5}"/>
              </a:ext>
            </a:extLst>
          </p:cNvPr>
          <p:cNvSpPr>
            <a:spLocks xmlns:a="http://schemas.openxmlformats.org/drawingml/2006/main" noGrp="1"/>
          </p:cNvSpPr>
          <p:nvPr/>
        </p:nvSpPr>
        <p:spPr>
          <a:xfrm xmlns:a="http://schemas.openxmlformats.org/drawingml/2006/main">
            <a:off x="15373350" y="5764530"/>
            <a:ext cx="19240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75" b="0">
                <a:solidFill>
                  <a:srgbClr val="18232E"/>
                </a:solidFill>
                <a:latin typeface="Apple SD Gothic Neo"/>
                <a:ea typeface="Apple SD Gothic Neo"/>
                <a:cs typeface="Apple SD Gothic Neo"/>
              </a:defRPr>
            </a:pPr>
            <a:r>
              <a:rPr sz="975" b="0">
                <a:solidFill>
                  <a:srgbClr val="18232E"/>
                </a:solidFill>
                <a:latin typeface="Apple SD Gothic Neo"/>
                <a:ea typeface="Apple SD Gothic Neo"/>
                <a:cs typeface="Apple SD Gothic Neo"/>
              </a:rPr>
              <a:t>Publication Window</a:t>
            </a:r>
          </a:p>
        </p:txBody>
      </p:sp>
      <p:sp>
        <p:nvSpPr>
          <p:cNvPr id="201" name="dp44-comparison / n181">
            <a:extLst xmlns:a="http://schemas.openxmlformats.org/drawingml/2006/main">
              <a:ext uri="{FF2B5EF4-FFF2-40B4-BE49-F238E27FC236}">
                <a16:creationId xmlns:a16="http://schemas.microsoft.com/office/drawing/2014/main" id="{95A0B312-09E6-4834-8E32-A1853138637A}"/>
              </a:ext>
            </a:extLst>
          </p:cNvPr>
          <p:cNvSpPr>
            <a:spLocks xmlns:a="http://schemas.openxmlformats.org/drawingml/2006/main" noGrp="1"/>
          </p:cNvSpPr>
          <p:nvPr/>
        </p:nvSpPr>
        <p:spPr>
          <a:xfrm xmlns:a="http://schemas.openxmlformats.org/drawingml/2006/main">
            <a:off x="12763500" y="5762625"/>
            <a:ext cx="219075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9525">
            <a:solidFill>
              <a:srgbClr val="000000"/>
            </a:solidFill>
            <a:prstDash val="solid"/>
          </a:ln>
        </p:spPr>
      </p:sp>
      <p:sp>
        <p:nvSpPr>
          <p:cNvPr id="202" name="dp44-comparison / n182 / text 1">
            <a:extLst xmlns:a="http://schemas.openxmlformats.org/drawingml/2006/main">
              <a:ext uri="{FF2B5EF4-FFF2-40B4-BE49-F238E27FC236}">
                <a16:creationId xmlns:a16="http://schemas.microsoft.com/office/drawing/2014/main" id="{2F046F5B-3A7D-4054-919B-1C84A1B3B95D}"/>
              </a:ext>
            </a:extLst>
          </p:cNvPr>
          <p:cNvSpPr>
            <a:spLocks xmlns:a="http://schemas.openxmlformats.org/drawingml/2006/main" noGrp="1"/>
          </p:cNvSpPr>
          <p:nvPr/>
        </p:nvSpPr>
        <p:spPr>
          <a:xfrm xmlns:a="http://schemas.openxmlformats.org/drawingml/2006/main">
            <a:off x="12849225" y="5796915"/>
            <a:ext cx="20193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Publication Control</a:t>
            </a:r>
          </a:p>
        </p:txBody>
      </p:sp>
      <p:sp>
        <p:nvSpPr>
          <p:cNvPr id="203" name="dp44-comparison / n183 / path">
            <a:extLst xmlns:a="http://schemas.openxmlformats.org/drawingml/2006/main">
              <a:ext uri="{FF2B5EF4-FFF2-40B4-BE49-F238E27FC236}">
                <a16:creationId xmlns:a16="http://schemas.microsoft.com/office/drawing/2014/main" id="{02E0F7D3-4D1C-4CE2-8858-AEB66E2135FF}"/>
              </a:ext>
            </a:extLst>
          </p:cNvPr>
          <p:cNvSpPr>
            <a:spLocks xmlns:a="http://schemas.openxmlformats.org/drawingml/2006/main" noGrp="1"/>
          </p:cNvSpPr>
          <p:nvPr/>
        </p:nvSpPr>
        <p:spPr>
          <a:xfrm xmlns:a="http://schemas.openxmlformats.org/drawingml/2006/main">
            <a:off x="12496800" y="3752850"/>
            <a:ext cx="457200" cy="1500188"/>
          </a:xfrm>
          <a:custGeom xmlns:a="http://schemas.openxmlformats.org/drawingml/2006/main">
            <a:pathLst>
              <a:path w="457200" h="1500188">
                <a:moveTo>
                  <a:pt x="361950" y="0"/>
                </a:moveTo>
                <a:lnTo>
                  <a:pt x="457200" y="0"/>
                </a:lnTo>
                <a:lnTo>
                  <a:pt x="457200" y="819150"/>
                </a:lnTo>
                <a:lnTo>
                  <a:pt x="0" y="819150"/>
                </a:lnTo>
                <a:lnTo>
                  <a:pt x="0" y="1500188"/>
                </a:lnTo>
                <a:lnTo>
                  <a:pt x="266700" y="1500188"/>
                </a:lnTo>
              </a:path>
            </a:pathLst>
          </a:custGeom>
          <a:noFill xmlns:a="http://schemas.openxmlformats.org/drawingml/2006/main"/>
          <a:ln xmlns:a="http://schemas.openxmlformats.org/drawingml/2006/main" w="10478">
            <a:solidFill>
              <a:srgbClr val="B8753F"/>
            </a:solidFill>
            <a:prstDash val="solid"/>
          </a:ln>
        </p:spPr>
      </p:sp>
      <p:sp>
        <p:nvSpPr>
          <p:cNvPr id="204" name="dp44-comparison / n183 / arrow">
            <a:extLst xmlns:a="http://schemas.openxmlformats.org/drawingml/2006/main">
              <a:ext uri="{FF2B5EF4-FFF2-40B4-BE49-F238E27FC236}">
                <a16:creationId xmlns:a16="http://schemas.microsoft.com/office/drawing/2014/main" id="{6C0B3E39-CB4A-4736-BDE2-79FCEF2E740B}"/>
              </a:ext>
            </a:extLst>
          </p:cNvPr>
          <p:cNvSpPr>
            <a:spLocks xmlns:a="http://schemas.openxmlformats.org/drawingml/2006/main" noGrp="1"/>
          </p:cNvSpPr>
          <p:nvPr/>
        </p:nvSpPr>
        <p:spPr>
          <a:xfrm xmlns:a="http://schemas.openxmlformats.org/drawingml/2006/main">
            <a:off x="12696444" y="52195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05" name="dp44-comparison / n184 / path">
            <a:extLst xmlns:a="http://schemas.openxmlformats.org/drawingml/2006/main">
              <a:ext uri="{FF2B5EF4-FFF2-40B4-BE49-F238E27FC236}">
                <a16:creationId xmlns:a16="http://schemas.microsoft.com/office/drawing/2014/main" id="{B2EA0316-1E6F-4D98-8367-AF2E16930489}"/>
              </a:ext>
            </a:extLst>
          </p:cNvPr>
          <p:cNvSpPr>
            <a:spLocks xmlns:a="http://schemas.openxmlformats.org/drawingml/2006/main" noGrp="1"/>
          </p:cNvSpPr>
          <p:nvPr/>
        </p:nvSpPr>
        <p:spPr>
          <a:xfrm xmlns:a="http://schemas.openxmlformats.org/drawingml/2006/main">
            <a:off x="14192250" y="3667125"/>
            <a:ext cx="3476625" cy="1428750"/>
          </a:xfrm>
          <a:custGeom xmlns:a="http://schemas.openxmlformats.org/drawingml/2006/main">
            <a:pathLst>
              <a:path w="3476625" h="1428750">
                <a:moveTo>
                  <a:pt x="3048000" y="0"/>
                </a:moveTo>
                <a:lnTo>
                  <a:pt x="3476625" y="0"/>
                </a:lnTo>
                <a:lnTo>
                  <a:pt x="3476625" y="923925"/>
                </a:lnTo>
                <a:lnTo>
                  <a:pt x="0" y="923925"/>
                </a:lnTo>
                <a:lnTo>
                  <a:pt x="0" y="1428750"/>
                </a:lnTo>
              </a:path>
            </a:pathLst>
          </a:custGeom>
          <a:noFill xmlns:a="http://schemas.openxmlformats.org/drawingml/2006/main"/>
          <a:ln xmlns:a="http://schemas.openxmlformats.org/drawingml/2006/main" w="10478">
            <a:solidFill>
              <a:srgbClr val="B8753F"/>
            </a:solidFill>
            <a:prstDash val="solid"/>
          </a:ln>
        </p:spPr>
      </p:sp>
      <p:sp>
        <p:nvSpPr>
          <p:cNvPr id="206" name="dp44-comparison / n184 / arrow">
            <a:extLst xmlns:a="http://schemas.openxmlformats.org/drawingml/2006/main">
              <a:ext uri="{FF2B5EF4-FFF2-40B4-BE49-F238E27FC236}">
                <a16:creationId xmlns:a16="http://schemas.microsoft.com/office/drawing/2014/main" id="{C9A1FC25-71DC-4CC9-B655-82FE7AACD192}"/>
              </a:ext>
            </a:extLst>
          </p:cNvPr>
          <p:cNvSpPr>
            <a:spLocks xmlns:a="http://schemas.openxmlformats.org/drawingml/2006/main" noGrp="1"/>
          </p:cNvSpPr>
          <p:nvPr/>
        </p:nvSpPr>
        <p:spPr>
          <a:xfrm xmlns:a="http://schemas.openxmlformats.org/drawingml/2006/main">
            <a:off x="14158722" y="50288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07" name="dp44-comparison / n185 / path">
            <a:extLst xmlns:a="http://schemas.openxmlformats.org/drawingml/2006/main">
              <a:ext uri="{FF2B5EF4-FFF2-40B4-BE49-F238E27FC236}">
                <a16:creationId xmlns:a16="http://schemas.microsoft.com/office/drawing/2014/main" id="{730868AB-B6EE-4F18-8FD8-7E21C75E4D5A}"/>
              </a:ext>
            </a:extLst>
          </p:cNvPr>
          <p:cNvSpPr>
            <a:spLocks xmlns:a="http://schemas.openxmlformats.org/drawingml/2006/main" noGrp="1"/>
          </p:cNvSpPr>
          <p:nvPr/>
        </p:nvSpPr>
        <p:spPr>
          <a:xfrm xmlns:a="http://schemas.openxmlformats.org/drawingml/2006/main">
            <a:off x="14954250" y="5253038"/>
            <a:ext cx="333375" cy="953"/>
          </a:xfrm>
          <a:custGeom xmlns:a="http://schemas.openxmlformats.org/drawingml/2006/main">
            <a:pathLst>
              <a:path w="333375" h="953">
                <a:moveTo>
                  <a:pt x="0" y="0"/>
                </a:moveTo>
                <a:lnTo>
                  <a:pt x="333375" y="0"/>
                </a:lnTo>
              </a:path>
            </a:pathLst>
          </a:custGeom>
          <a:noFill xmlns:a="http://schemas.openxmlformats.org/drawingml/2006/main"/>
          <a:ln xmlns:a="http://schemas.openxmlformats.org/drawingml/2006/main" w="10478">
            <a:solidFill>
              <a:srgbClr val="B8753F"/>
            </a:solidFill>
            <a:prstDash val="solid"/>
          </a:ln>
        </p:spPr>
      </p:sp>
      <p:sp>
        <p:nvSpPr>
          <p:cNvPr id="208" name="dp44-comparison / n185 / arrow">
            <a:extLst xmlns:a="http://schemas.openxmlformats.org/drawingml/2006/main">
              <a:ext uri="{FF2B5EF4-FFF2-40B4-BE49-F238E27FC236}">
                <a16:creationId xmlns:a16="http://schemas.microsoft.com/office/drawing/2014/main" id="{5DE40595-95C5-45D2-A1A0-B11F0513F305}"/>
              </a:ext>
            </a:extLst>
          </p:cNvPr>
          <p:cNvSpPr>
            <a:spLocks xmlns:a="http://schemas.openxmlformats.org/drawingml/2006/main" noGrp="1"/>
          </p:cNvSpPr>
          <p:nvPr/>
        </p:nvSpPr>
        <p:spPr>
          <a:xfrm xmlns:a="http://schemas.openxmlformats.org/drawingml/2006/main">
            <a:off x="15220569" y="52195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09" name="dp44-comparison / n186 / path">
            <a:extLst xmlns:a="http://schemas.openxmlformats.org/drawingml/2006/main">
              <a:ext uri="{FF2B5EF4-FFF2-40B4-BE49-F238E27FC236}">
                <a16:creationId xmlns:a16="http://schemas.microsoft.com/office/drawing/2014/main" id="{DDF1645D-2EAF-442F-A6DF-75328A3A2973}"/>
              </a:ext>
            </a:extLst>
          </p:cNvPr>
          <p:cNvSpPr>
            <a:spLocks xmlns:a="http://schemas.openxmlformats.org/drawingml/2006/main" noGrp="1"/>
          </p:cNvSpPr>
          <p:nvPr/>
        </p:nvSpPr>
        <p:spPr>
          <a:xfrm xmlns:a="http://schemas.openxmlformats.org/drawingml/2006/main">
            <a:off x="12858750" y="3600450"/>
            <a:ext cx="3476625" cy="1495425"/>
          </a:xfrm>
          <a:custGeom xmlns:a="http://schemas.openxmlformats.org/drawingml/2006/main">
            <a:pathLst>
              <a:path w="3476625" h="1495425">
                <a:moveTo>
                  <a:pt x="0" y="0"/>
                </a:moveTo>
                <a:lnTo>
                  <a:pt x="238125" y="0"/>
                </a:lnTo>
                <a:lnTo>
                  <a:pt x="238125" y="933450"/>
                </a:lnTo>
                <a:lnTo>
                  <a:pt x="3476625" y="933450"/>
                </a:lnTo>
                <a:lnTo>
                  <a:pt x="3476625" y="1495425"/>
                </a:lnTo>
              </a:path>
            </a:pathLst>
          </a:custGeom>
          <a:noFill xmlns:a="http://schemas.openxmlformats.org/drawingml/2006/main"/>
          <a:ln xmlns:a="http://schemas.openxmlformats.org/drawingml/2006/main" w="10478">
            <a:solidFill>
              <a:srgbClr val="B8753F"/>
            </a:solidFill>
            <a:prstDash val="solid"/>
          </a:ln>
        </p:spPr>
      </p:sp>
      <p:sp>
        <p:nvSpPr>
          <p:cNvPr id="210" name="dp44-comparison / n186 / arrow">
            <a:extLst xmlns:a="http://schemas.openxmlformats.org/drawingml/2006/main">
              <a:ext uri="{FF2B5EF4-FFF2-40B4-BE49-F238E27FC236}">
                <a16:creationId xmlns:a16="http://schemas.microsoft.com/office/drawing/2014/main" id="{D31E595D-4307-4302-A1BD-EB1C2B52979F}"/>
              </a:ext>
            </a:extLst>
          </p:cNvPr>
          <p:cNvSpPr>
            <a:spLocks xmlns:a="http://schemas.openxmlformats.org/drawingml/2006/main" noGrp="1"/>
          </p:cNvSpPr>
          <p:nvPr/>
        </p:nvSpPr>
        <p:spPr>
          <a:xfrm xmlns:a="http://schemas.openxmlformats.org/drawingml/2006/main">
            <a:off x="16301847" y="502881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11" name="dp44-comparison / n189 / path">
            <a:extLst xmlns:a="http://schemas.openxmlformats.org/drawingml/2006/main">
              <a:ext uri="{FF2B5EF4-FFF2-40B4-BE49-F238E27FC236}">
                <a16:creationId xmlns:a16="http://schemas.microsoft.com/office/drawing/2014/main" id="{9D91FB67-AEAF-4E15-9718-B0E9E47EFDED}"/>
              </a:ext>
            </a:extLst>
          </p:cNvPr>
          <p:cNvSpPr>
            <a:spLocks xmlns:a="http://schemas.openxmlformats.org/drawingml/2006/main" noGrp="1"/>
          </p:cNvSpPr>
          <p:nvPr/>
        </p:nvSpPr>
        <p:spPr>
          <a:xfrm xmlns:a="http://schemas.openxmlformats.org/drawingml/2006/main">
            <a:off x="16764000" y="5410200"/>
            <a:ext cx="953" cy="247650"/>
          </a:xfrm>
          <a:custGeom xmlns:a="http://schemas.openxmlformats.org/drawingml/2006/main">
            <a:pathLst>
              <a:path w="953" h="247650">
                <a:moveTo>
                  <a:pt x="0" y="0"/>
                </a:moveTo>
                <a:lnTo>
                  <a:pt x="0" y="247650"/>
                </a:lnTo>
              </a:path>
            </a:pathLst>
          </a:custGeom>
          <a:noFill xmlns:a="http://schemas.openxmlformats.org/drawingml/2006/main"/>
          <a:ln xmlns:a="http://schemas.openxmlformats.org/drawingml/2006/main" w="10478">
            <a:solidFill>
              <a:srgbClr val="B8753F"/>
            </a:solidFill>
            <a:prstDash val="solid"/>
          </a:ln>
        </p:spPr>
      </p:sp>
      <p:sp>
        <p:nvSpPr>
          <p:cNvPr id="212" name="dp44-comparison / n189 / arrow">
            <a:extLst xmlns:a="http://schemas.openxmlformats.org/drawingml/2006/main">
              <a:ext uri="{FF2B5EF4-FFF2-40B4-BE49-F238E27FC236}">
                <a16:creationId xmlns:a16="http://schemas.microsoft.com/office/drawing/2014/main" id="{A3954C7E-CAC9-499B-9130-EC2F5DC99685}"/>
              </a:ext>
            </a:extLst>
          </p:cNvPr>
          <p:cNvSpPr>
            <a:spLocks xmlns:a="http://schemas.openxmlformats.org/drawingml/2006/main" noGrp="1"/>
          </p:cNvSpPr>
          <p:nvPr/>
        </p:nvSpPr>
        <p:spPr>
          <a:xfrm xmlns:a="http://schemas.openxmlformats.org/drawingml/2006/main">
            <a:off x="16730472" y="5590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13" name="dp44-comparison / n190 / path">
            <a:extLst xmlns:a="http://schemas.openxmlformats.org/drawingml/2006/main">
              <a:ext uri="{FF2B5EF4-FFF2-40B4-BE49-F238E27FC236}">
                <a16:creationId xmlns:a16="http://schemas.microsoft.com/office/drawing/2014/main" id="{CF9D8F12-64A5-4E33-B112-34444EFC7845}"/>
              </a:ext>
            </a:extLst>
          </p:cNvPr>
          <p:cNvSpPr>
            <a:spLocks xmlns:a="http://schemas.openxmlformats.org/drawingml/2006/main" noGrp="1"/>
          </p:cNvSpPr>
          <p:nvPr/>
        </p:nvSpPr>
        <p:spPr>
          <a:xfrm xmlns:a="http://schemas.openxmlformats.org/drawingml/2006/main">
            <a:off x="13858875" y="5410200"/>
            <a:ext cx="2047875" cy="352425"/>
          </a:xfrm>
          <a:custGeom xmlns:a="http://schemas.openxmlformats.org/drawingml/2006/main">
            <a:pathLst>
              <a:path w="2047875" h="352425">
                <a:moveTo>
                  <a:pt x="2047875" y="0"/>
                </a:moveTo>
                <a:lnTo>
                  <a:pt x="2047875" y="133350"/>
                </a:lnTo>
                <a:lnTo>
                  <a:pt x="0" y="133350"/>
                </a:lnTo>
                <a:lnTo>
                  <a:pt x="0" y="352425"/>
                </a:lnTo>
              </a:path>
            </a:pathLst>
          </a:custGeom>
          <a:noFill xmlns:a="http://schemas.openxmlformats.org/drawingml/2006/main"/>
          <a:ln xmlns:a="http://schemas.openxmlformats.org/drawingml/2006/main" w="10478">
            <a:solidFill>
              <a:srgbClr val="B8753F"/>
            </a:solidFill>
            <a:prstDash val="solid"/>
          </a:ln>
        </p:spPr>
      </p:sp>
      <p:sp>
        <p:nvSpPr>
          <p:cNvPr id="214" name="dp44-comparison / n190 / arrow">
            <a:extLst xmlns:a="http://schemas.openxmlformats.org/drawingml/2006/main">
              <a:ext uri="{FF2B5EF4-FFF2-40B4-BE49-F238E27FC236}">
                <a16:creationId xmlns:a16="http://schemas.microsoft.com/office/drawing/2014/main" id="{D03EF4C5-8D7B-4717-BFEC-D804D86C38D2}"/>
              </a:ext>
            </a:extLst>
          </p:cNvPr>
          <p:cNvSpPr>
            <a:spLocks xmlns:a="http://schemas.openxmlformats.org/drawingml/2006/main" noGrp="1"/>
          </p:cNvSpPr>
          <p:nvPr/>
        </p:nvSpPr>
        <p:spPr>
          <a:xfrm xmlns:a="http://schemas.openxmlformats.org/drawingml/2006/main">
            <a:off x="13825347" y="56955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15" name="dp44-comparison / n199 / path">
            <a:extLst xmlns:a="http://schemas.openxmlformats.org/drawingml/2006/main">
              <a:ext uri="{FF2B5EF4-FFF2-40B4-BE49-F238E27FC236}">
                <a16:creationId xmlns:a16="http://schemas.microsoft.com/office/drawing/2014/main" id="{BFAE381C-3754-45D0-8571-025D26F74FCA}"/>
              </a:ext>
            </a:extLst>
          </p:cNvPr>
          <p:cNvSpPr>
            <a:spLocks xmlns:a="http://schemas.openxmlformats.org/drawingml/2006/main" noGrp="1"/>
          </p:cNvSpPr>
          <p:nvPr/>
        </p:nvSpPr>
        <p:spPr>
          <a:xfrm xmlns:a="http://schemas.openxmlformats.org/drawingml/2006/main">
            <a:off x="9858375" y="633412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216" name="dp44-comparison / n202">
            <a:extLst xmlns:a="http://schemas.openxmlformats.org/drawingml/2006/main">
              <a:ext uri="{FF2B5EF4-FFF2-40B4-BE49-F238E27FC236}">
                <a16:creationId xmlns:a16="http://schemas.microsoft.com/office/drawing/2014/main" id="{390B3CA6-15A8-43D4-A702-33B082A843B6}"/>
              </a:ext>
            </a:extLst>
          </p:cNvPr>
          <p:cNvSpPr>
            <a:spLocks xmlns:a="http://schemas.openxmlformats.org/drawingml/2006/main" noGrp="1"/>
          </p:cNvSpPr>
          <p:nvPr/>
        </p:nvSpPr>
        <p:spPr>
          <a:xfrm xmlns:a="http://schemas.openxmlformats.org/drawingml/2006/main">
            <a:off x="9953625" y="66198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17" name="dp44-comparison / n203 / text 1">
            <a:extLst xmlns:a="http://schemas.openxmlformats.org/drawingml/2006/main">
              <a:ext uri="{FF2B5EF4-FFF2-40B4-BE49-F238E27FC236}">
                <a16:creationId xmlns:a16="http://schemas.microsoft.com/office/drawing/2014/main" id="{85E34A2C-EFF1-4752-8560-015EFC80FECE}"/>
              </a:ext>
            </a:extLst>
          </p:cNvPr>
          <p:cNvSpPr>
            <a:spLocks xmlns:a="http://schemas.openxmlformats.org/drawingml/2006/main" noGrp="1"/>
          </p:cNvSpPr>
          <p:nvPr/>
        </p:nvSpPr>
        <p:spPr>
          <a:xfrm xmlns:a="http://schemas.openxmlformats.org/drawingml/2006/main">
            <a:off x="10039350" y="66555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Meaning1 완료</a:t>
            </a:r>
          </a:p>
        </p:txBody>
      </p:sp>
      <p:sp>
        <p:nvSpPr>
          <p:cNvPr id="218" name="dp44-comparison / n204">
            <a:extLst xmlns:a="http://schemas.openxmlformats.org/drawingml/2006/main">
              <a:ext uri="{FF2B5EF4-FFF2-40B4-BE49-F238E27FC236}">
                <a16:creationId xmlns:a16="http://schemas.microsoft.com/office/drawing/2014/main" id="{48757CEC-27CD-4F5C-845B-8A17A43A07B3}"/>
              </a:ext>
            </a:extLst>
          </p:cNvPr>
          <p:cNvSpPr>
            <a:spLocks xmlns:a="http://schemas.openxmlformats.org/drawingml/2006/main" noGrp="1"/>
          </p:cNvSpPr>
          <p:nvPr/>
        </p:nvSpPr>
        <p:spPr>
          <a:xfrm xmlns:a="http://schemas.openxmlformats.org/drawingml/2006/main">
            <a:off x="12620625" y="661987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19" name="dp44-comparison / n205 / text 1">
            <a:extLst xmlns:a="http://schemas.openxmlformats.org/drawingml/2006/main">
              <a:ext uri="{FF2B5EF4-FFF2-40B4-BE49-F238E27FC236}">
                <a16:creationId xmlns:a16="http://schemas.microsoft.com/office/drawing/2014/main" id="{06A4A7F9-DC6E-4739-86F8-62FA6C6278E5}"/>
              </a:ext>
            </a:extLst>
          </p:cNvPr>
          <p:cNvSpPr>
            <a:spLocks xmlns:a="http://schemas.openxmlformats.org/drawingml/2006/main" noGrp="1"/>
          </p:cNvSpPr>
          <p:nvPr/>
        </p:nvSpPr>
        <p:spPr>
          <a:xfrm xmlns:a="http://schemas.openxmlformats.org/drawingml/2006/main">
            <a:off x="12706350" y="665559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Composer: 후보 생산</a:t>
            </a:r>
          </a:p>
        </p:txBody>
      </p:sp>
      <p:sp>
        <p:nvSpPr>
          <p:cNvPr id="220" name="dp44-comparison / n206 / path">
            <a:extLst xmlns:a="http://schemas.openxmlformats.org/drawingml/2006/main">
              <a:ext uri="{FF2B5EF4-FFF2-40B4-BE49-F238E27FC236}">
                <a16:creationId xmlns:a16="http://schemas.microsoft.com/office/drawing/2014/main" id="{20F8F83E-E357-46F4-9458-D2A63531DEFB}"/>
              </a:ext>
            </a:extLst>
          </p:cNvPr>
          <p:cNvSpPr>
            <a:spLocks xmlns:a="http://schemas.openxmlformats.org/drawingml/2006/main" noGrp="1"/>
          </p:cNvSpPr>
          <p:nvPr/>
        </p:nvSpPr>
        <p:spPr>
          <a:xfrm xmlns:a="http://schemas.openxmlformats.org/drawingml/2006/main">
            <a:off x="12192000" y="67484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21" name="dp44-comparison / n206 / arrow">
            <a:extLst xmlns:a="http://schemas.openxmlformats.org/drawingml/2006/main">
              <a:ext uri="{FF2B5EF4-FFF2-40B4-BE49-F238E27FC236}">
                <a16:creationId xmlns:a16="http://schemas.microsoft.com/office/drawing/2014/main" id="{581184C5-556A-4643-AEB1-A3EFB29DFF44}"/>
              </a:ext>
            </a:extLst>
          </p:cNvPr>
          <p:cNvSpPr>
            <a:spLocks xmlns:a="http://schemas.openxmlformats.org/drawingml/2006/main" noGrp="1"/>
          </p:cNvSpPr>
          <p:nvPr/>
        </p:nvSpPr>
        <p:spPr>
          <a:xfrm xmlns:a="http://schemas.openxmlformats.org/drawingml/2006/main">
            <a:off x="12553569" y="67149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2" name="dp44-comparison / n207">
            <a:extLst xmlns:a="http://schemas.openxmlformats.org/drawingml/2006/main">
              <a:ext uri="{FF2B5EF4-FFF2-40B4-BE49-F238E27FC236}">
                <a16:creationId xmlns:a16="http://schemas.microsoft.com/office/drawing/2014/main" id="{A728C120-4C5F-44E6-AF0B-E7E2FA9215E4}"/>
              </a:ext>
            </a:extLst>
          </p:cNvPr>
          <p:cNvSpPr>
            <a:spLocks xmlns:a="http://schemas.openxmlformats.org/drawingml/2006/main" noGrp="1"/>
          </p:cNvSpPr>
          <p:nvPr/>
        </p:nvSpPr>
        <p:spPr>
          <a:xfrm xmlns:a="http://schemas.openxmlformats.org/drawingml/2006/main">
            <a:off x="15287625" y="661987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23" name="dp44-comparison / n208 / text 1">
            <a:extLst xmlns:a="http://schemas.openxmlformats.org/drawingml/2006/main">
              <a:ext uri="{FF2B5EF4-FFF2-40B4-BE49-F238E27FC236}">
                <a16:creationId xmlns:a16="http://schemas.microsoft.com/office/drawing/2014/main" id="{4639490A-69C0-4EE4-8572-CEAF7357884E}"/>
              </a:ext>
            </a:extLst>
          </p:cNvPr>
          <p:cNvSpPr>
            <a:spLocks xmlns:a="http://schemas.openxmlformats.org/drawingml/2006/main" noGrp="1"/>
          </p:cNvSpPr>
          <p:nvPr/>
        </p:nvSpPr>
        <p:spPr>
          <a:xfrm xmlns:a="http://schemas.openxmlformats.org/drawingml/2006/main">
            <a:off x="15373350" y="665559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Join: 조건 검사 후 게시</a:t>
            </a:r>
          </a:p>
        </p:txBody>
      </p:sp>
      <p:sp>
        <p:nvSpPr>
          <p:cNvPr id="224" name="dp44-comparison / n209 / path">
            <a:extLst xmlns:a="http://schemas.openxmlformats.org/drawingml/2006/main">
              <a:ext uri="{FF2B5EF4-FFF2-40B4-BE49-F238E27FC236}">
                <a16:creationId xmlns:a16="http://schemas.microsoft.com/office/drawing/2014/main" id="{4ED6DA26-523D-41B1-8847-E2CB2910618A}"/>
              </a:ext>
            </a:extLst>
          </p:cNvPr>
          <p:cNvSpPr>
            <a:spLocks xmlns:a="http://schemas.openxmlformats.org/drawingml/2006/main" noGrp="1"/>
          </p:cNvSpPr>
          <p:nvPr/>
        </p:nvSpPr>
        <p:spPr>
          <a:xfrm xmlns:a="http://schemas.openxmlformats.org/drawingml/2006/main">
            <a:off x="14859000" y="674846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25" name="dp44-comparison / n209 / arrow">
            <a:extLst xmlns:a="http://schemas.openxmlformats.org/drawingml/2006/main">
              <a:ext uri="{FF2B5EF4-FFF2-40B4-BE49-F238E27FC236}">
                <a16:creationId xmlns:a16="http://schemas.microsoft.com/office/drawing/2014/main" id="{ABF98DF5-A4FE-4A87-AEF8-02D511937857}"/>
              </a:ext>
            </a:extLst>
          </p:cNvPr>
          <p:cNvSpPr>
            <a:spLocks xmlns:a="http://schemas.openxmlformats.org/drawingml/2006/main" noGrp="1"/>
          </p:cNvSpPr>
          <p:nvPr/>
        </p:nvSpPr>
        <p:spPr>
          <a:xfrm xmlns:a="http://schemas.openxmlformats.org/drawingml/2006/main">
            <a:off x="15220569" y="671493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26" name="dp44-comparison / n214">
            <a:extLst xmlns:a="http://schemas.openxmlformats.org/drawingml/2006/main">
              <a:ext uri="{FF2B5EF4-FFF2-40B4-BE49-F238E27FC236}">
                <a16:creationId xmlns:a16="http://schemas.microsoft.com/office/drawing/2014/main" id="{DD08E3B5-C032-4F28-9102-C0576E242A03}"/>
              </a:ext>
            </a:extLst>
          </p:cNvPr>
          <p:cNvSpPr>
            <a:spLocks xmlns:a="http://schemas.openxmlformats.org/drawingml/2006/main" noGrp="1"/>
          </p:cNvSpPr>
          <p:nvPr/>
        </p:nvSpPr>
        <p:spPr>
          <a:xfrm xmlns:a="http://schemas.openxmlformats.org/drawingml/2006/main">
            <a:off x="9953625" y="7286625"/>
            <a:ext cx="2238375"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27" name="dp44-comparison / n215 / text 1">
            <a:extLst xmlns:a="http://schemas.openxmlformats.org/drawingml/2006/main">
              <a:ext uri="{FF2B5EF4-FFF2-40B4-BE49-F238E27FC236}">
                <a16:creationId xmlns:a16="http://schemas.microsoft.com/office/drawing/2014/main" id="{15B90F8B-E3DE-4B2F-AC0B-DE585508D256}"/>
              </a:ext>
            </a:extLst>
          </p:cNvPr>
          <p:cNvSpPr>
            <a:spLocks xmlns:a="http://schemas.openxmlformats.org/drawingml/2006/main" noGrp="1"/>
          </p:cNvSpPr>
          <p:nvPr/>
        </p:nvSpPr>
        <p:spPr>
          <a:xfrm xmlns:a="http://schemas.openxmlformats.org/drawingml/2006/main">
            <a:off x="10039350" y="7317581"/>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옛 응답 준비 완료</a:t>
            </a:r>
          </a:p>
        </p:txBody>
      </p:sp>
      <p:sp>
        <p:nvSpPr>
          <p:cNvPr id="228" name="dp44-comparison / n216">
            <a:extLst xmlns:a="http://schemas.openxmlformats.org/drawingml/2006/main">
              <a:ext uri="{FF2B5EF4-FFF2-40B4-BE49-F238E27FC236}">
                <a16:creationId xmlns:a16="http://schemas.microsoft.com/office/drawing/2014/main" id="{4781A5E8-2D59-4D0B-B899-F8DB56BD6AA4}"/>
              </a:ext>
            </a:extLst>
          </p:cNvPr>
          <p:cNvSpPr>
            <a:spLocks xmlns:a="http://schemas.openxmlformats.org/drawingml/2006/main" noGrp="1"/>
          </p:cNvSpPr>
          <p:nvPr/>
        </p:nvSpPr>
        <p:spPr>
          <a:xfrm xmlns:a="http://schemas.openxmlformats.org/drawingml/2006/main">
            <a:off x="12620625" y="7286625"/>
            <a:ext cx="2238375"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29" name="dp44-comparison / n217 / text 1">
            <a:extLst xmlns:a="http://schemas.openxmlformats.org/drawingml/2006/main">
              <a:ext uri="{FF2B5EF4-FFF2-40B4-BE49-F238E27FC236}">
                <a16:creationId xmlns:a16="http://schemas.microsoft.com/office/drawing/2014/main" id="{B1284759-8764-40E8-B65A-D14A7FB562FF}"/>
              </a:ext>
            </a:extLst>
          </p:cNvPr>
          <p:cNvSpPr>
            <a:spLocks xmlns:a="http://schemas.openxmlformats.org/drawingml/2006/main" noGrp="1"/>
          </p:cNvSpPr>
          <p:nvPr/>
        </p:nvSpPr>
        <p:spPr>
          <a:xfrm xmlns:a="http://schemas.openxmlformats.org/drawingml/2006/main">
            <a:off x="12706350" y="7317581"/>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Join: 현재 입력 조건 검사</a:t>
            </a:r>
          </a:p>
        </p:txBody>
      </p:sp>
      <p:sp>
        <p:nvSpPr>
          <p:cNvPr id="230" name="dp44-comparison / n218 / path">
            <a:extLst xmlns:a="http://schemas.openxmlformats.org/drawingml/2006/main">
              <a:ext uri="{FF2B5EF4-FFF2-40B4-BE49-F238E27FC236}">
                <a16:creationId xmlns:a16="http://schemas.microsoft.com/office/drawing/2014/main" id="{BC691165-0BB0-4B31-9821-125902DD2D1F}"/>
              </a:ext>
            </a:extLst>
          </p:cNvPr>
          <p:cNvSpPr>
            <a:spLocks xmlns:a="http://schemas.openxmlformats.org/drawingml/2006/main" noGrp="1"/>
          </p:cNvSpPr>
          <p:nvPr/>
        </p:nvSpPr>
        <p:spPr>
          <a:xfrm xmlns:a="http://schemas.openxmlformats.org/drawingml/2006/main">
            <a:off x="12192000" y="7410450"/>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31" name="dp44-comparison / n218 / arrow">
            <a:extLst xmlns:a="http://schemas.openxmlformats.org/drawingml/2006/main">
              <a:ext uri="{FF2B5EF4-FFF2-40B4-BE49-F238E27FC236}">
                <a16:creationId xmlns:a16="http://schemas.microsoft.com/office/drawing/2014/main" id="{94707A04-F833-4D5C-B18F-5D7B90068898}"/>
              </a:ext>
            </a:extLst>
          </p:cNvPr>
          <p:cNvSpPr>
            <a:spLocks xmlns:a="http://schemas.openxmlformats.org/drawingml/2006/main" noGrp="1"/>
          </p:cNvSpPr>
          <p:nvPr/>
        </p:nvSpPr>
        <p:spPr>
          <a:xfrm xmlns:a="http://schemas.openxmlformats.org/drawingml/2006/main">
            <a:off x="12553569" y="73769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2" name="dp44-comparison / n219">
            <a:extLst xmlns:a="http://schemas.openxmlformats.org/drawingml/2006/main">
              <a:ext uri="{FF2B5EF4-FFF2-40B4-BE49-F238E27FC236}">
                <a16:creationId xmlns:a16="http://schemas.microsoft.com/office/drawing/2014/main" id="{FF149AFC-4483-4170-BBE3-769598011F58}"/>
              </a:ext>
            </a:extLst>
          </p:cNvPr>
          <p:cNvSpPr>
            <a:spLocks xmlns:a="http://schemas.openxmlformats.org/drawingml/2006/main" noGrp="1"/>
          </p:cNvSpPr>
          <p:nvPr/>
        </p:nvSpPr>
        <p:spPr>
          <a:xfrm xmlns:a="http://schemas.openxmlformats.org/drawingml/2006/main">
            <a:off x="15287625" y="7286625"/>
            <a:ext cx="2190750" cy="24765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33" name="dp44-comparison / n220 / text 1">
            <a:extLst xmlns:a="http://schemas.openxmlformats.org/drawingml/2006/main">
              <a:ext uri="{FF2B5EF4-FFF2-40B4-BE49-F238E27FC236}">
                <a16:creationId xmlns:a16="http://schemas.microsoft.com/office/drawing/2014/main" id="{6C60BE3A-3F6E-45A1-BAF2-27274773E741}"/>
              </a:ext>
            </a:extLst>
          </p:cNvPr>
          <p:cNvSpPr>
            <a:spLocks xmlns:a="http://schemas.openxmlformats.org/drawingml/2006/main" noGrp="1"/>
          </p:cNvSpPr>
          <p:nvPr/>
        </p:nvSpPr>
        <p:spPr>
          <a:xfrm xmlns:a="http://schemas.openxmlformats.org/drawingml/2006/main">
            <a:off x="15373350" y="7317581"/>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Publication Window에서 폐기</a:t>
            </a:r>
          </a:p>
        </p:txBody>
      </p:sp>
      <p:sp>
        <p:nvSpPr>
          <p:cNvPr id="234" name="dp44-comparison / n221 / path">
            <a:extLst xmlns:a="http://schemas.openxmlformats.org/drawingml/2006/main">
              <a:ext uri="{FF2B5EF4-FFF2-40B4-BE49-F238E27FC236}">
                <a16:creationId xmlns:a16="http://schemas.microsoft.com/office/drawing/2014/main" id="{6DE4F2FD-B8B6-4102-8E28-9CA845C7244F}"/>
              </a:ext>
            </a:extLst>
          </p:cNvPr>
          <p:cNvSpPr>
            <a:spLocks xmlns:a="http://schemas.openxmlformats.org/drawingml/2006/main" noGrp="1"/>
          </p:cNvSpPr>
          <p:nvPr/>
        </p:nvSpPr>
        <p:spPr>
          <a:xfrm xmlns:a="http://schemas.openxmlformats.org/drawingml/2006/main">
            <a:off x="14859000" y="7410450"/>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35" name="dp44-comparison / n221 / arrow">
            <a:extLst xmlns:a="http://schemas.openxmlformats.org/drawingml/2006/main">
              <a:ext uri="{FF2B5EF4-FFF2-40B4-BE49-F238E27FC236}">
                <a16:creationId xmlns:a16="http://schemas.microsoft.com/office/drawing/2014/main" id="{D2D67F8C-C729-469C-9567-DE1B807AD253}"/>
              </a:ext>
            </a:extLst>
          </p:cNvPr>
          <p:cNvSpPr>
            <a:spLocks xmlns:a="http://schemas.openxmlformats.org/drawingml/2006/main" noGrp="1"/>
          </p:cNvSpPr>
          <p:nvPr/>
        </p:nvSpPr>
        <p:spPr>
          <a:xfrm xmlns:a="http://schemas.openxmlformats.org/drawingml/2006/main">
            <a:off x="15220569" y="7376922"/>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6" name="dp44-comparison / n145">
            <a:extLst xmlns:a="http://schemas.openxmlformats.org/drawingml/2006/main">
              <a:ext uri="{FF2B5EF4-FFF2-40B4-BE49-F238E27FC236}">
                <a16:creationId xmlns:a16="http://schemas.microsoft.com/office/drawing/2014/main" id="{012AED2C-D09F-468B-A4C0-9CE4B86B47FB}"/>
              </a:ext>
            </a:extLst>
          </p:cNvPr>
          <p:cNvSpPr>
            <a:spLocks xmlns:a="http://schemas.openxmlformats.org/drawingml/2006/main" noGrp="1"/>
          </p:cNvSpPr>
          <p:nvPr/>
        </p:nvSpPr>
        <p:spPr>
          <a:xfrm xmlns:a="http://schemas.openxmlformats.org/drawingml/2006/main">
            <a:off x="9934575" y="2771775"/>
            <a:ext cx="2439353" cy="1905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37" name="dp44-comparison / n146 / text 1">
            <a:extLst xmlns:a="http://schemas.openxmlformats.org/drawingml/2006/main">
              <a:ext uri="{FF2B5EF4-FFF2-40B4-BE49-F238E27FC236}">
                <a16:creationId xmlns:a16="http://schemas.microsoft.com/office/drawing/2014/main" id="{148079F7-7843-4FD9-9ADE-119B21CAD976}"/>
              </a:ext>
            </a:extLst>
          </p:cNvPr>
          <p:cNvSpPr>
            <a:spLocks xmlns:a="http://schemas.openxmlformats.org/drawingml/2006/main" noGrp="1"/>
          </p:cNvSpPr>
          <p:nvPr/>
        </p:nvSpPr>
        <p:spPr>
          <a:xfrm xmlns:a="http://schemas.openxmlformats.org/drawingml/2006/main">
            <a:off x="9953625" y="2781300"/>
            <a:ext cx="39052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000000"/>
                </a:solidFill>
                <a:latin typeface="Apple SD Gothic Neo"/>
                <a:ea typeface="Apple SD Gothic Neo"/>
                <a:cs typeface="Apple SD Gothic Neo"/>
              </a:defRPr>
            </a:pPr>
            <a:r>
              <a:rPr sz="1125" b="0">
                <a:solidFill>
                  <a:srgbClr val="000000"/>
                </a:solidFill>
                <a:latin typeface="Apple SD Gothic Neo"/>
                <a:ea typeface="Apple SD Gothic Neo"/>
                <a:cs typeface="Apple SD Gothic Neo"/>
              </a:rPr>
              <a:t>Input1: “잠깐, 표부터 설명해줘”</a:t>
            </a:r>
          </a:p>
        </p:txBody>
      </p:sp>
      <p:sp>
        <p:nvSpPr>
          <p:cNvPr id="238" name="dp44-comparison / n147">
            <a:extLst xmlns:a="http://schemas.openxmlformats.org/drawingml/2006/main">
              <a:ext uri="{FF2B5EF4-FFF2-40B4-BE49-F238E27FC236}">
                <a16:creationId xmlns:a16="http://schemas.microsoft.com/office/drawing/2014/main" id="{2B395979-EAB9-4744-878B-2F7AAD7C2BA8}"/>
              </a:ext>
            </a:extLst>
          </p:cNvPr>
          <p:cNvSpPr>
            <a:spLocks xmlns:a="http://schemas.openxmlformats.org/drawingml/2006/main" noGrp="1"/>
          </p:cNvSpPr>
          <p:nvPr/>
        </p:nvSpPr>
        <p:spPr>
          <a:xfrm xmlns:a="http://schemas.openxmlformats.org/drawingml/2006/main">
            <a:off x="14601825" y="2771775"/>
            <a:ext cx="2556510"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39" name="dp44-comparison / n148 / text 1">
            <a:extLst xmlns:a="http://schemas.openxmlformats.org/drawingml/2006/main">
              <a:ext uri="{FF2B5EF4-FFF2-40B4-BE49-F238E27FC236}">
                <a16:creationId xmlns:a16="http://schemas.microsoft.com/office/drawing/2014/main" id="{F4B6459C-C43C-4DB5-A058-7BA13F10DFA0}"/>
              </a:ext>
            </a:extLst>
          </p:cNvPr>
          <p:cNvSpPr>
            <a:spLocks xmlns:a="http://schemas.openxmlformats.org/drawingml/2006/main" noGrp="1"/>
          </p:cNvSpPr>
          <p:nvPr/>
        </p:nvSpPr>
        <p:spPr>
          <a:xfrm xmlns:a="http://schemas.openxmlformats.org/drawingml/2006/main">
            <a:off x="14620875" y="2781300"/>
            <a:ext cx="304800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Task1 메일 / Question1 수신자 질문</a:t>
            </a:r>
          </a:p>
        </p:txBody>
      </p:sp>
      <p:sp>
        <p:nvSpPr>
          <p:cNvPr id="240" name="dp44-comparison / n163">
            <a:extLst xmlns:a="http://schemas.openxmlformats.org/drawingml/2006/main">
              <a:ext uri="{FF2B5EF4-FFF2-40B4-BE49-F238E27FC236}">
                <a16:creationId xmlns:a16="http://schemas.microsoft.com/office/drawing/2014/main" id="{D49FD6C3-6574-4A14-B13C-347B8523F838}"/>
              </a:ext>
            </a:extLst>
          </p:cNvPr>
          <p:cNvSpPr>
            <a:spLocks xmlns:a="http://schemas.openxmlformats.org/drawingml/2006/main" noGrp="1"/>
          </p:cNvSpPr>
          <p:nvPr/>
        </p:nvSpPr>
        <p:spPr>
          <a:xfrm xmlns:a="http://schemas.openxmlformats.org/drawingml/2006/main">
            <a:off x="10125075" y="3886200"/>
            <a:ext cx="139636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1" name="dp44-comparison / n164 / text 1">
            <a:extLst xmlns:a="http://schemas.openxmlformats.org/drawingml/2006/main">
              <a:ext uri="{FF2B5EF4-FFF2-40B4-BE49-F238E27FC236}">
                <a16:creationId xmlns:a16="http://schemas.microsoft.com/office/drawing/2014/main" id="{CEAFA764-94B2-40CC-B769-F7008FCB1B25}"/>
              </a:ext>
            </a:extLst>
          </p:cNvPr>
          <p:cNvSpPr>
            <a:spLocks xmlns:a="http://schemas.openxmlformats.org/drawingml/2006/main" noGrp="1"/>
          </p:cNvSpPr>
          <p:nvPr/>
        </p:nvSpPr>
        <p:spPr>
          <a:xfrm xmlns:a="http://schemas.openxmlformats.org/drawingml/2006/main">
            <a:off x="10144125" y="3895725"/>
            <a:ext cx="28575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Input1 / Job1 / 현재 입력</a:t>
            </a:r>
          </a:p>
        </p:txBody>
      </p:sp>
      <p:sp>
        <p:nvSpPr>
          <p:cNvPr id="242" name="dp44-comparison / n165">
            <a:extLst xmlns:a="http://schemas.openxmlformats.org/drawingml/2006/main">
              <a:ext uri="{FF2B5EF4-FFF2-40B4-BE49-F238E27FC236}">
                <a16:creationId xmlns:a16="http://schemas.microsoft.com/office/drawing/2014/main" id="{D4942946-897E-4D93-9B6D-9466942701D8}"/>
              </a:ext>
            </a:extLst>
          </p:cNvPr>
          <p:cNvSpPr>
            <a:spLocks xmlns:a="http://schemas.openxmlformats.org/drawingml/2006/main" noGrp="1"/>
          </p:cNvSpPr>
          <p:nvPr/>
        </p:nvSpPr>
        <p:spPr>
          <a:xfrm xmlns:a="http://schemas.openxmlformats.org/drawingml/2006/main">
            <a:off x="14125575" y="3886200"/>
            <a:ext cx="1863090"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3" name="dp44-comparison / n166 / text 1">
            <a:extLst xmlns:a="http://schemas.openxmlformats.org/drawingml/2006/main">
              <a:ext uri="{FF2B5EF4-FFF2-40B4-BE49-F238E27FC236}">
                <a16:creationId xmlns:a16="http://schemas.microsoft.com/office/drawing/2014/main" id="{861920FC-805A-4892-A369-D5C4AADF2317}"/>
              </a:ext>
            </a:extLst>
          </p:cNvPr>
          <p:cNvSpPr>
            <a:spLocks xmlns:a="http://schemas.openxmlformats.org/drawingml/2006/main" noGrp="1"/>
          </p:cNvSpPr>
          <p:nvPr/>
        </p:nvSpPr>
        <p:spPr>
          <a:xfrm xmlns:a="http://schemas.openxmlformats.org/drawingml/2006/main">
            <a:off x="14144625" y="3895725"/>
            <a:ext cx="309562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Task1 / Question1 / 정보 변경 확인</a:t>
            </a:r>
          </a:p>
        </p:txBody>
      </p:sp>
      <p:sp>
        <p:nvSpPr>
          <p:cNvPr id="244" name="dp44-comparison / n175">
            <a:extLst xmlns:a="http://schemas.openxmlformats.org/drawingml/2006/main">
              <a:ext uri="{FF2B5EF4-FFF2-40B4-BE49-F238E27FC236}">
                <a16:creationId xmlns:a16="http://schemas.microsoft.com/office/drawing/2014/main" id="{3512A24D-C5B2-49FF-B2BC-B62DAD352F8F}"/>
              </a:ext>
            </a:extLst>
          </p:cNvPr>
          <p:cNvSpPr>
            <a:spLocks xmlns:a="http://schemas.openxmlformats.org/drawingml/2006/main" noGrp="1"/>
          </p:cNvSpPr>
          <p:nvPr/>
        </p:nvSpPr>
        <p:spPr>
          <a:xfrm xmlns:a="http://schemas.openxmlformats.org/drawingml/2006/main">
            <a:off x="9934575" y="5133975"/>
            <a:ext cx="1505141"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5" name="dp44-comparison / n176 / text 1">
            <a:extLst xmlns:a="http://schemas.openxmlformats.org/drawingml/2006/main">
              <a:ext uri="{FF2B5EF4-FFF2-40B4-BE49-F238E27FC236}">
                <a16:creationId xmlns:a16="http://schemas.microsoft.com/office/drawing/2014/main" id="{82ED31AD-78BA-42DC-B96E-02B58175F9ED}"/>
              </a:ext>
            </a:extLst>
          </p:cNvPr>
          <p:cNvSpPr>
            <a:spLocks xmlns:a="http://schemas.openxmlformats.org/drawingml/2006/main" noGrp="1"/>
          </p:cNvSpPr>
          <p:nvPr/>
        </p:nvSpPr>
        <p:spPr>
          <a:xfrm xmlns:a="http://schemas.openxmlformats.org/drawingml/2006/main">
            <a:off x="9953625" y="5143500"/>
            <a:ext cx="223837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① 이해 완료: Meaning1</a:t>
            </a:r>
          </a:p>
        </p:txBody>
      </p:sp>
      <p:sp>
        <p:nvSpPr>
          <p:cNvPr id="246" name="dp44-comparison / n187">
            <a:extLst xmlns:a="http://schemas.openxmlformats.org/drawingml/2006/main">
              <a:ext uri="{FF2B5EF4-FFF2-40B4-BE49-F238E27FC236}">
                <a16:creationId xmlns:a16="http://schemas.microsoft.com/office/drawing/2014/main" id="{BEE7DB8A-9FE8-4EEC-96D2-119E9A959736}"/>
              </a:ext>
            </a:extLst>
          </p:cNvPr>
          <p:cNvSpPr>
            <a:spLocks xmlns:a="http://schemas.openxmlformats.org/drawingml/2006/main" noGrp="1"/>
          </p:cNvSpPr>
          <p:nvPr/>
        </p:nvSpPr>
        <p:spPr>
          <a:xfrm xmlns:a="http://schemas.openxmlformats.org/drawingml/2006/main">
            <a:off x="13325475" y="4381500"/>
            <a:ext cx="2886266"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7" name="dp44-comparison / n188 / text 1">
            <a:extLst xmlns:a="http://schemas.openxmlformats.org/drawingml/2006/main">
              <a:ext uri="{FF2B5EF4-FFF2-40B4-BE49-F238E27FC236}">
                <a16:creationId xmlns:a16="http://schemas.microsoft.com/office/drawing/2014/main" id="{C4EC1B60-C825-48B7-9773-2238E579ECD0}"/>
              </a:ext>
            </a:extLst>
          </p:cNvPr>
          <p:cNvSpPr>
            <a:spLocks xmlns:a="http://schemas.openxmlformats.org/drawingml/2006/main" noGrp="1"/>
          </p:cNvSpPr>
          <p:nvPr/>
        </p:nvSpPr>
        <p:spPr>
          <a:xfrm xmlns:a="http://schemas.openxmlformats.org/drawingml/2006/main">
            <a:off x="13344525" y="4391025"/>
            <a:ext cx="40862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Meaning1 / NoticeReady / 입력 해소 또는 질문 허용</a:t>
            </a:r>
          </a:p>
        </p:txBody>
      </p:sp>
      <p:sp>
        <p:nvSpPr>
          <p:cNvPr id="248" name="dp44-comparison / n191">
            <a:extLst xmlns:a="http://schemas.openxmlformats.org/drawingml/2006/main">
              <a:ext uri="{FF2B5EF4-FFF2-40B4-BE49-F238E27FC236}">
                <a16:creationId xmlns:a16="http://schemas.microsoft.com/office/drawing/2014/main" id="{394BB0E6-B7D8-4B73-B849-76001E21FD74}"/>
              </a:ext>
            </a:extLst>
          </p:cNvPr>
          <p:cNvSpPr>
            <a:spLocks xmlns:a="http://schemas.openxmlformats.org/drawingml/2006/main" noGrp="1"/>
          </p:cNvSpPr>
          <p:nvPr/>
        </p:nvSpPr>
        <p:spPr>
          <a:xfrm xmlns:a="http://schemas.openxmlformats.org/drawingml/2006/main">
            <a:off x="12934950" y="5448300"/>
            <a:ext cx="7391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9" name="dp44-comparison / n192 / text 1">
            <a:extLst xmlns:a="http://schemas.openxmlformats.org/drawingml/2006/main">
              <a:ext uri="{FF2B5EF4-FFF2-40B4-BE49-F238E27FC236}">
                <a16:creationId xmlns:a16="http://schemas.microsoft.com/office/drawing/2014/main" id="{8BE347DD-DE75-4EFC-B38F-A1D6CB598362}"/>
              </a:ext>
            </a:extLst>
          </p:cNvPr>
          <p:cNvSpPr>
            <a:spLocks xmlns:a="http://schemas.openxmlformats.org/drawingml/2006/main" noGrp="1"/>
          </p:cNvSpPr>
          <p:nvPr/>
        </p:nvSpPr>
        <p:spPr>
          <a:xfrm xmlns:a="http://schemas.openxmlformats.org/drawingml/2006/main">
            <a:off x="12954000" y="5457825"/>
            <a:ext cx="20002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Candidate1</a:t>
            </a:r>
          </a:p>
        </p:txBody>
      </p:sp>
      <p:sp>
        <p:nvSpPr>
          <p:cNvPr id="250" name="dp44-comparison / n193">
            <a:extLst xmlns:a="http://schemas.openxmlformats.org/drawingml/2006/main">
              <a:ext uri="{FF2B5EF4-FFF2-40B4-BE49-F238E27FC236}">
                <a16:creationId xmlns:a16="http://schemas.microsoft.com/office/drawing/2014/main" id="{B176834C-0970-4F45-B001-9A182FD95B92}"/>
              </a:ext>
            </a:extLst>
          </p:cNvPr>
          <p:cNvSpPr>
            <a:spLocks xmlns:a="http://schemas.openxmlformats.org/drawingml/2006/main" noGrp="1"/>
          </p:cNvSpPr>
          <p:nvPr/>
        </p:nvSpPr>
        <p:spPr>
          <a:xfrm xmlns:a="http://schemas.openxmlformats.org/drawingml/2006/main">
            <a:off x="9953625" y="5362575"/>
            <a:ext cx="2238375" cy="685800"/>
          </a:xfrm>
          <a:custGeom xmlns:a="http://schemas.openxmlformats.org/drawingml/2006/main">
            <a:pathLst>
              <a:path w="2238375" h="685800">
                <a:moveTo>
                  <a:pt x="0" y="0"/>
                </a:moveTo>
                <a:lnTo>
                  <a:pt x="2066925" y="0"/>
                </a:lnTo>
                <a:lnTo>
                  <a:pt x="2238375" y="171450"/>
                </a:lnTo>
                <a:lnTo>
                  <a:pt x="2238375" y="685800"/>
                </a:lnTo>
                <a:lnTo>
                  <a:pt x="0" y="68580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51" name="dp44-comparison / n193 / fold">
            <a:extLst xmlns:a="http://schemas.openxmlformats.org/drawingml/2006/main">
              <a:ext uri="{FF2B5EF4-FFF2-40B4-BE49-F238E27FC236}">
                <a16:creationId xmlns:a16="http://schemas.microsoft.com/office/drawing/2014/main" id="{317A893F-A524-4436-B990-28F9066032A4}"/>
              </a:ext>
            </a:extLst>
          </p:cNvPr>
          <p:cNvSpPr>
            <a:spLocks xmlns:a="http://schemas.openxmlformats.org/drawingml/2006/main" noGrp="1"/>
          </p:cNvSpPr>
          <p:nvPr/>
        </p:nvSpPr>
        <p:spPr>
          <a:xfrm xmlns:a="http://schemas.openxmlformats.org/drawingml/2006/main">
            <a:off x="12020550" y="536257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52" name="dp44-comparison / n194 / text 1">
            <a:extLst xmlns:a="http://schemas.openxmlformats.org/drawingml/2006/main">
              <a:ext uri="{FF2B5EF4-FFF2-40B4-BE49-F238E27FC236}">
                <a16:creationId xmlns:a16="http://schemas.microsoft.com/office/drawing/2014/main" id="{A3F4CA02-2EE3-4EB6-AC3B-D0D5DE3D71B6}"/>
              </a:ext>
            </a:extLst>
          </p:cNvPr>
          <p:cNvSpPr>
            <a:spLocks xmlns:a="http://schemas.openxmlformats.org/drawingml/2006/main" noGrp="1"/>
          </p:cNvSpPr>
          <p:nvPr/>
        </p:nvSpPr>
        <p:spPr>
          <a:xfrm xmlns:a="http://schemas.openxmlformats.org/drawingml/2006/main">
            <a:off x="10048875" y="5419725"/>
            <a:ext cx="197167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단계 출력: Candidate1</a:t>
            </a:r>
          </a:p>
        </p:txBody>
      </p:sp>
      <p:sp>
        <p:nvSpPr>
          <p:cNvPr id="253" name="dp44-comparison / n194 / text 2">
            <a:extLst xmlns:a="http://schemas.openxmlformats.org/drawingml/2006/main">
              <a:ext uri="{FF2B5EF4-FFF2-40B4-BE49-F238E27FC236}">
                <a16:creationId xmlns:a16="http://schemas.microsoft.com/office/drawing/2014/main" id="{C4F79300-AE3D-4CA3-B038-FFC6A83E3F43}"/>
              </a:ext>
            </a:extLst>
          </p:cNvPr>
          <p:cNvSpPr>
            <a:spLocks xmlns:a="http://schemas.openxmlformats.org/drawingml/2006/main" noGrp="1"/>
          </p:cNvSpPr>
          <p:nvPr/>
        </p:nvSpPr>
        <p:spPr>
          <a:xfrm xmlns:a="http://schemas.openxmlformats.org/drawingml/2006/main">
            <a:off x="10048875" y="5539740"/>
            <a:ext cx="197167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input_ref:Input1 / required_refs</a:t>
            </a:r>
          </a:p>
        </p:txBody>
      </p:sp>
      <p:sp>
        <p:nvSpPr>
          <p:cNvPr id="254" name="dp44-comparison / n194 / text 3">
            <a:extLst xmlns:a="http://schemas.openxmlformats.org/drawingml/2006/main">
              <a:ext uri="{FF2B5EF4-FFF2-40B4-BE49-F238E27FC236}">
                <a16:creationId xmlns:a16="http://schemas.microsoft.com/office/drawing/2014/main" id="{1265FED0-0441-418B-BB91-8E1D2AE027F4}"/>
              </a:ext>
            </a:extLst>
          </p:cNvPr>
          <p:cNvSpPr>
            <a:spLocks xmlns:a="http://schemas.openxmlformats.org/drawingml/2006/main" noGrp="1"/>
          </p:cNvSpPr>
          <p:nvPr/>
        </p:nvSpPr>
        <p:spPr>
          <a:xfrm xmlns:a="http://schemas.openxmlformats.org/drawingml/2006/main">
            <a:off x="10048875" y="5659755"/>
            <a:ext cx="197167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입력과 정보 조건 충족: ELIGIBLE</a:t>
            </a:r>
          </a:p>
        </p:txBody>
      </p:sp>
      <p:sp>
        <p:nvSpPr>
          <p:cNvPr id="255" name="dp44-comparison / n194 / text 4">
            <a:extLst xmlns:a="http://schemas.openxmlformats.org/drawingml/2006/main">
              <a:ext uri="{FF2B5EF4-FFF2-40B4-BE49-F238E27FC236}">
                <a16:creationId xmlns:a16="http://schemas.microsoft.com/office/drawing/2014/main" id="{34D80C48-E8F0-4A20-939E-8DF05342EEA1}"/>
              </a:ext>
            </a:extLst>
          </p:cNvPr>
          <p:cNvSpPr>
            <a:spLocks xmlns:a="http://schemas.openxmlformats.org/drawingml/2006/main" noGrp="1"/>
          </p:cNvSpPr>
          <p:nvPr/>
        </p:nvSpPr>
        <p:spPr>
          <a:xfrm xmlns:a="http://schemas.openxmlformats.org/drawingml/2006/main">
            <a:off x="10048875" y="5779770"/>
            <a:ext cx="1971675"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부족: 대기 / 옛 후보: DISCARDED</a:t>
            </a:r>
          </a:p>
        </p:txBody>
      </p:sp>
      <p:sp>
        <p:nvSpPr>
          <p:cNvPr id="256" name="dp44-comparison / n195">
            <a:extLst xmlns:a="http://schemas.openxmlformats.org/drawingml/2006/main">
              <a:ext uri="{FF2B5EF4-FFF2-40B4-BE49-F238E27FC236}">
                <a16:creationId xmlns:a16="http://schemas.microsoft.com/office/drawing/2014/main" id="{BE0F721E-237D-4C1D-B07C-EA3FB21D16D1}"/>
              </a:ext>
            </a:extLst>
          </p:cNvPr>
          <p:cNvSpPr>
            <a:spLocks xmlns:a="http://schemas.openxmlformats.org/drawingml/2006/main" noGrp="1"/>
          </p:cNvSpPr>
          <p:nvPr/>
        </p:nvSpPr>
        <p:spPr>
          <a:xfrm xmlns:a="http://schemas.openxmlformats.org/drawingml/2006/main">
            <a:off x="15268575" y="5438775"/>
            <a:ext cx="182689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7" name="dp44-comparison / n196 / text 1">
            <a:extLst xmlns:a="http://schemas.openxmlformats.org/drawingml/2006/main">
              <a:ext uri="{FF2B5EF4-FFF2-40B4-BE49-F238E27FC236}">
                <a16:creationId xmlns:a16="http://schemas.microsoft.com/office/drawing/2014/main" id="{17FAEDF0-9901-4925-924A-44A905F1FB57}"/>
              </a:ext>
            </a:extLst>
          </p:cNvPr>
          <p:cNvSpPr>
            <a:spLocks xmlns:a="http://schemas.openxmlformats.org/drawingml/2006/main" noGrp="1"/>
          </p:cNvSpPr>
          <p:nvPr/>
        </p:nvSpPr>
        <p:spPr>
          <a:xfrm xmlns:a="http://schemas.openxmlformats.org/drawingml/2006/main">
            <a:off x="15287625" y="5448300"/>
            <a:ext cx="20955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후보 + 해당 입력 / 정보 / 전달 상태</a:t>
            </a:r>
          </a:p>
        </p:txBody>
      </p:sp>
      <p:sp>
        <p:nvSpPr>
          <p:cNvPr id="258" name="dp44-comparison / n197">
            <a:extLst xmlns:a="http://schemas.openxmlformats.org/drawingml/2006/main">
              <a:ext uri="{FF2B5EF4-FFF2-40B4-BE49-F238E27FC236}">
                <a16:creationId xmlns:a16="http://schemas.microsoft.com/office/drawing/2014/main" id="{43D09EC8-C676-4E00-8EC3-81F64EA6140B}"/>
              </a:ext>
            </a:extLst>
          </p:cNvPr>
          <p:cNvSpPr>
            <a:spLocks xmlns:a="http://schemas.openxmlformats.org/drawingml/2006/main" noGrp="1"/>
          </p:cNvSpPr>
          <p:nvPr/>
        </p:nvSpPr>
        <p:spPr>
          <a:xfrm xmlns:a="http://schemas.openxmlformats.org/drawingml/2006/main">
            <a:off x="12934950" y="6057900"/>
            <a:ext cx="27965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9" name="dp44-comparison / n198 / text 1">
            <a:extLst xmlns:a="http://schemas.openxmlformats.org/drawingml/2006/main">
              <a:ext uri="{FF2B5EF4-FFF2-40B4-BE49-F238E27FC236}">
                <a16:creationId xmlns:a16="http://schemas.microsoft.com/office/drawing/2014/main" id="{5249CB9E-F032-4336-9A21-AA79536FB281}"/>
              </a:ext>
            </a:extLst>
          </p:cNvPr>
          <p:cNvSpPr>
            <a:spLocks xmlns:a="http://schemas.openxmlformats.org/drawingml/2006/main" noGrp="1"/>
          </p:cNvSpPr>
          <p:nvPr/>
        </p:nvSpPr>
        <p:spPr>
          <a:xfrm xmlns:a="http://schemas.openxmlformats.org/drawingml/2006/main">
            <a:off x="12954000" y="6067425"/>
            <a:ext cx="43815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조건 충족 시 게시 단계 활성화 / 중앙 회수 없음</a:t>
            </a:r>
          </a:p>
        </p:txBody>
      </p:sp>
      <p:sp>
        <p:nvSpPr>
          <p:cNvPr id="260" name="dp44-comparison / n200">
            <a:extLst xmlns:a="http://schemas.openxmlformats.org/drawingml/2006/main">
              <a:ext uri="{FF2B5EF4-FFF2-40B4-BE49-F238E27FC236}">
                <a16:creationId xmlns:a16="http://schemas.microsoft.com/office/drawing/2014/main" id="{5D00DB23-85E1-4EDC-BCA4-C02279BBE757}"/>
              </a:ext>
            </a:extLst>
          </p:cNvPr>
          <p:cNvSpPr>
            <a:spLocks xmlns:a="http://schemas.openxmlformats.org/drawingml/2006/main" noGrp="1"/>
          </p:cNvSpPr>
          <p:nvPr/>
        </p:nvSpPr>
        <p:spPr>
          <a:xfrm xmlns:a="http://schemas.openxmlformats.org/drawingml/2006/main">
            <a:off x="9934575" y="6381750"/>
            <a:ext cx="2828544"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1" name="dp44-comparison / n201 / text 1">
            <a:extLst xmlns:a="http://schemas.openxmlformats.org/drawingml/2006/main">
              <a:ext uri="{FF2B5EF4-FFF2-40B4-BE49-F238E27FC236}">
                <a16:creationId xmlns:a16="http://schemas.microsoft.com/office/drawing/2014/main" id="{3E1BE21D-61BC-4D13-B209-4679E3025013}"/>
              </a:ext>
            </a:extLst>
          </p:cNvPr>
          <p:cNvSpPr>
            <a:spLocks xmlns:a="http://schemas.openxmlformats.org/drawingml/2006/main" noGrp="1"/>
          </p:cNvSpPr>
          <p:nvPr/>
        </p:nvSpPr>
        <p:spPr>
          <a:xfrm xmlns:a="http://schemas.openxmlformats.org/drawingml/2006/main">
            <a:off x="9953625" y="639127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같은 완료 결과의 다음 처리</a:t>
            </a:r>
          </a:p>
        </p:txBody>
      </p:sp>
      <p:sp>
        <p:nvSpPr>
          <p:cNvPr id="262" name="dp44-comparison / n210">
            <a:extLst xmlns:a="http://schemas.openxmlformats.org/drawingml/2006/main">
              <a:ext uri="{FF2B5EF4-FFF2-40B4-BE49-F238E27FC236}">
                <a16:creationId xmlns:a16="http://schemas.microsoft.com/office/drawing/2014/main" id="{0F8FB0C4-6C03-4DAF-8B0C-2358638ED991}"/>
              </a:ext>
            </a:extLst>
          </p:cNvPr>
          <p:cNvSpPr>
            <a:spLocks xmlns:a="http://schemas.openxmlformats.org/drawingml/2006/main" noGrp="1"/>
          </p:cNvSpPr>
          <p:nvPr/>
        </p:nvSpPr>
        <p:spPr>
          <a:xfrm xmlns:a="http://schemas.openxmlformats.org/drawingml/2006/main">
            <a:off x="12649200" y="6924675"/>
            <a:ext cx="2995422"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3" name="dp44-comparison / n211 / text 1">
            <a:extLst xmlns:a="http://schemas.openxmlformats.org/drawingml/2006/main">
              <a:ext uri="{FF2B5EF4-FFF2-40B4-BE49-F238E27FC236}">
                <a16:creationId xmlns:a16="http://schemas.microsoft.com/office/drawing/2014/main" id="{841673A6-CFA6-493B-A404-BEB051204918}"/>
              </a:ext>
            </a:extLst>
          </p:cNvPr>
          <p:cNvSpPr>
            <a:spLocks xmlns:a="http://schemas.openxmlformats.org/drawingml/2006/main" noGrp="1"/>
          </p:cNvSpPr>
          <p:nvPr/>
        </p:nvSpPr>
        <p:spPr>
          <a:xfrm xmlns:a="http://schemas.openxmlformats.org/drawingml/2006/main">
            <a:off x="12668250" y="6934200"/>
            <a:ext cx="47625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알림 후보도 같은 Join으로 연결 / 입력별 상태 유지</a:t>
            </a:r>
          </a:p>
        </p:txBody>
      </p:sp>
      <p:sp>
        <p:nvSpPr>
          <p:cNvPr id="264" name="dp44-comparison / n212">
            <a:extLst xmlns:a="http://schemas.openxmlformats.org/drawingml/2006/main">
              <a:ext uri="{FF2B5EF4-FFF2-40B4-BE49-F238E27FC236}">
                <a16:creationId xmlns:a16="http://schemas.microsoft.com/office/drawing/2014/main" id="{8B309A13-5447-4F81-824C-5AB915CAFFF2}"/>
              </a:ext>
            </a:extLst>
          </p:cNvPr>
          <p:cNvSpPr>
            <a:spLocks xmlns:a="http://schemas.openxmlformats.org/drawingml/2006/main" noGrp="1"/>
          </p:cNvSpPr>
          <p:nvPr/>
        </p:nvSpPr>
        <p:spPr>
          <a:xfrm xmlns:a="http://schemas.openxmlformats.org/drawingml/2006/main">
            <a:off x="9934575" y="7105650"/>
            <a:ext cx="2790444"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5" name="dp44-comparison / n213 / text 1">
            <a:extLst xmlns:a="http://schemas.openxmlformats.org/drawingml/2006/main">
              <a:ext uri="{FF2B5EF4-FFF2-40B4-BE49-F238E27FC236}">
                <a16:creationId xmlns:a16="http://schemas.microsoft.com/office/drawing/2014/main" id="{EB07B714-044F-4872-AFFD-6811839125E5}"/>
              </a:ext>
            </a:extLst>
          </p:cNvPr>
          <p:cNvSpPr>
            <a:spLocks xmlns:a="http://schemas.openxmlformats.org/drawingml/2006/main" noGrp="1"/>
          </p:cNvSpPr>
          <p:nvPr/>
        </p:nvSpPr>
        <p:spPr>
          <a:xfrm xmlns:a="http://schemas.openxmlformats.org/drawingml/2006/main">
            <a:off x="9953625" y="7115175"/>
            <a:ext cx="752475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늦은 Candidate0 / 이미 새 Input1 처리 중</a:t>
            </a:r>
          </a:p>
        </p:txBody>
      </p:sp>
    </p:spTree>
    <p:extLst>
      <p:ext uri="{BB962C8B-B14F-4D97-AF65-F5344CB8AC3E}">
        <p14:creationId xmlns:p14="http://schemas.microsoft.com/office/powerpoint/2010/main" val="663736752"/>
      </p:ext>
    </p:extLst>
  </p:cSld>
</p:sld>
</file>

<file path=ppt/slides/slide9.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p:grpSpPr>
      <p:sp>
        <p:nvSpPr>
          <p:cNvPr id="27" name="dp45-background / title / 1">
            <a:extLst>
              <a:ext uri="{FF2B5EF4-FFF2-40B4-BE49-F238E27FC236}">
                <ns2:creationId id="{2BC78B4B-6818-406C-B813-2C328D735E49}"/>
              </a:ext>
            </a:extLst>
          </p:cNvPr>
          <p:cNvSpPr>
            <a:spLocks noGrp="1"/>
          </p:cNvSpPr>
          <p:nvPr/>
        </p:nvSpPr>
        <p:spPr>
          <a:xfrm>
            <a:off x="666750" y="495300"/>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이전 설명과 여러 Agent의 결과를,</a:t>
            </a:r>
          </a:p>
        </p:txBody>
      </p:sp>
      <p:sp>
        <p:nvSpPr>
          <p:cNvPr id="2" name="dp45-background / title / 2">
            <a:extLst>
              <a:ext uri="{FF2B5EF4-FFF2-40B4-BE49-F238E27FC236}">
                <ns2:creationId id="{608853CF-1913-449E-91EF-126B496AD672}"/>
              </a:ext>
            </a:extLst>
          </p:cNvPr>
          <p:cNvSpPr>
            <a:spLocks noGrp="1"/>
          </p:cNvSpPr>
          <p:nvPr/>
        </p:nvSpPr>
        <p:spPr>
          <a:xfrm>
            <a:off x="666750" y="1090613"/>
            <a:ext cx="1695450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새 Request에 함께 활용하는 VIA</a:t>
            </a:r>
          </a:p>
        </p:txBody>
      </p:sp>
      <p:sp>
        <p:nvSpPr>
          <p:cNvPr id="3" name="dp45-background / request / 1">
            <a:extLst>
              <a:ext uri="{FF2B5EF4-FFF2-40B4-BE49-F238E27FC236}">
                <ns2:creationId id="{A5CF8480-6DE0-4E72-ADF2-DA3DFCD75FFF}"/>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“지난번 네가 설명한 평가 기준으로,</a:t>
            </a:r>
          </a:p>
        </p:txBody>
      </p:sp>
      <p:sp>
        <p:nvSpPr>
          <p:cNvPr id="4" name="dp45-background / request / 2">
            <a:extLst>
              <a:ext uri="{FF2B5EF4-FFF2-40B4-BE49-F238E27FC236}">
                <ns2:creationId id="{E8E5101F-F87B-401C-A461-33BDDCD5CDB2}"/>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제품 비교와 견적 결과를 함께 써서 제안서를 만들어줘.”</a:t>
            </a:r>
          </a:p>
        </p:txBody>
      </p:sp>
      <p:pic>
        <p:nvPicPr>
          <p:cNvPr id="31" name=""/>
          <p:cNvPicPr>
            <a:picLocks noChangeAspect="1"/>
          </p:cNvPicPr>
          <p:nvPr/>
        </p:nvPicPr>
        <p:blipFill>
          <a:blip r:embed="RviaBackgroundImage1"/>
          <a:srcRect l="0" t="11000" r="66000" b="13000"/>
          <a:stretch>
            <a:fillRect l="0" t="0" r="0" b="0"/>
          </a:stretch>
        </p:blipFill>
        <p:spPr>
          <a:xfrm>
            <a:off x="1428750" y="2971800"/>
            <a:ext cx="3429000" cy="2590800"/>
          </a:xfrm>
          <a:prstGeom prst="rect">
            <a:avLst/>
          </a:prstGeom>
        </p:spPr>
      </p:pic>
      <p:pic>
        <p:nvPicPr>
          <p:cNvPr id="32" name=""/>
          <p:cNvPicPr>
            <a:picLocks noChangeAspect="1"/>
          </p:cNvPicPr>
          <p:nvPr/>
        </p:nvPicPr>
        <p:blipFill>
          <a:blip r:embed="RviaBackgroundImage2"/>
          <a:srcRect l="37000" t="11000" r="35000" b="13000"/>
          <a:stretch>
            <a:fillRect l="0" t="0" r="0" b="0"/>
          </a:stretch>
        </p:blipFill>
        <p:spPr>
          <a:xfrm>
            <a:off x="7715250" y="2971800"/>
            <a:ext cx="2952750" cy="2590800"/>
          </a:xfrm>
          <a:prstGeom prst="rect">
            <a:avLst/>
          </a:prstGeom>
        </p:spPr>
      </p:pic>
      <p:pic>
        <p:nvPicPr>
          <p:cNvPr id="33" name=""/>
          <p:cNvPicPr>
            <a:picLocks noChangeAspect="1"/>
          </p:cNvPicPr>
          <p:nvPr/>
        </p:nvPicPr>
        <p:blipFill>
          <a:blip r:embed="RviaBackgroundImage3"/>
          <a:srcRect l="65500" t="10000" r="0" b="12000"/>
          <a:stretch>
            <a:fillRect l="0" t="0" r="0" b="0"/>
          </a:stretch>
        </p:blipFill>
        <p:spPr>
          <a:xfrm>
            <a:off x="13454063" y="2971800"/>
            <a:ext cx="3381375" cy="2590800"/>
          </a:xfrm>
          <a:prstGeom prst="rect">
            <a:avLst/>
          </a:prstGeom>
        </p:spPr>
      </p:pic>
      <p:sp>
        <p:nvSpPr>
          <p:cNvPr id="8" name="dp45-background / participant 0 / 1">
            <a:extLst>
              <a:ext uri="{FF2B5EF4-FFF2-40B4-BE49-F238E27FC236}">
                <ns2:creationId id="{9D45AFCE-0880-4198-A1DA-5D156DBDF7E1}"/>
              </a:ext>
            </a:extLst>
          </p:cNvPr>
          <p:cNvSpPr>
            <a:spLocks noGrp="1"/>
          </p:cNvSpPr>
          <p:nvPr/>
        </p:nvSpPr>
        <p:spPr>
          <a:xfrm>
            <a:off x="5238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서로 다른 과거 기록</a:t>
            </a:r>
          </a:p>
        </p:txBody>
      </p:sp>
      <p:sp>
        <p:nvSpPr>
          <p:cNvPr id="9" name="dp45-background / participant 1 / 1">
            <a:extLst>
              <a:ext uri="{FF2B5EF4-FFF2-40B4-BE49-F238E27FC236}">
                <ns2:creationId id="{A9CD5550-417B-46E8-B6FA-BA359127B2DA}"/>
              </a:ext>
            </a:extLst>
          </p:cNvPr>
          <p:cNvSpPr>
            <a:spLocks noGrp="1"/>
          </p:cNvSpPr>
          <p:nvPr/>
        </p:nvSpPr>
        <p:spPr>
          <a:xfrm>
            <a:off x="6572250" y="5734050"/>
            <a:ext cx="5238750" cy="437198"/>
          </a:xfrm>
          <a:prstGeom prst="rect">
            <a:avLst/>
          </a:prstGeom>
          <a:noFill/>
          <a:ln w="0">
            <a:noFill/>
          </a:ln>
        </p:spPr>
        <p:txBody>
          <a:bodyPr wrap="none" lIns="0" tIns="0" rIns="0" bIns="0" anchor="t">
            <a:noAutofit/>
          </a:bodyPr>
          <a:lstStyle/>
          <a:p>
            <a:pPr algn="ctr">
              <a:defRPr sz="2550" b="1">
                <a:solidFill>
                  <a:srgbClr val="397C80"/>
                </a:solidFill>
                <a:latin typeface="Apple SD Gothic Neo"/>
                <a:ea typeface="Apple SD Gothic Neo"/>
                <a:cs typeface="Apple SD Gothic Neo"/>
              </a:defRPr>
            </a:pPr>
            <a:r>
              <a:rPr sz="2550" b="1">
                <a:solidFill>
                  <a:srgbClr val="397C80"/>
                </a:solidFill>
                <a:latin typeface="Apple SD Gothic Neo"/>
                <a:ea typeface="Apple SD Gothic Neo"/>
                <a:cs typeface="Apple SD Gothic Neo"/>
              </a:rPr>
              <a:t>VIA의 맥락 연결</a:t>
            </a:r>
          </a:p>
        </p:txBody>
      </p:sp>
      <p:sp>
        <p:nvSpPr>
          <p:cNvPr id="10" name="dp45-background / participant 2 / 1">
            <a:extLst>
              <a:ext uri="{FF2B5EF4-FFF2-40B4-BE49-F238E27FC236}">
                <ns2:creationId id="{E745BF85-A65E-40A7-8F04-722C61B37F50}"/>
              </a:ext>
            </a:extLst>
          </p:cNvPr>
          <p:cNvSpPr>
            <a:spLocks noGrp="1"/>
          </p:cNvSpPr>
          <p:nvPr/>
        </p:nvSpPr>
        <p:spPr>
          <a:xfrm>
            <a:off x="12525375" y="5734050"/>
            <a:ext cx="5238750" cy="437198"/>
          </a:xfrm>
          <a:prstGeom prst="rect">
            <a:avLst/>
          </a:prstGeom>
          <a:noFill/>
          <a:ln w="0">
            <a:noFill/>
          </a:ln>
        </p:spPr>
        <p:txBody>
          <a:bodyPr wrap="none" lIns="0" tIns="0" rIns="0" bIns="0" anchor="t">
            <a:noAutofit/>
          </a:bodyPr>
          <a:lstStyle/>
          <a:p>
            <a:pPr algn="ctr">
              <a:defRPr sz="2550" b="1">
                <a:solidFill>
                  <a:srgbClr val="202B30"/>
                </a:solidFill>
                <a:latin typeface="Apple SD Gothic Neo"/>
                <a:ea typeface="Apple SD Gothic Neo"/>
                <a:cs typeface="Apple SD Gothic Neo"/>
              </a:defRPr>
            </a:pPr>
            <a:r>
              <a:rPr sz="2550" b="1">
                <a:solidFill>
                  <a:srgbClr val="202B30"/>
                </a:solidFill>
                <a:latin typeface="Apple SD Gothic Neo"/>
                <a:ea typeface="Apple SD Gothic Neo"/>
                <a:cs typeface="Apple SD Gothic Neo"/>
              </a:rPr>
              <a:t>새 Task를 수행하는 Agent</a:t>
            </a:r>
          </a:p>
        </p:txBody>
      </p:sp>
      <p:sp>
        <p:nvSpPr>
          <p:cNvPr id="11" name="dp45-background / evidence-to-via">
            <a:extLst>
              <a:ext uri="{FF2B5EF4-FFF2-40B4-BE49-F238E27FC236}">
                <ns2:creationId id="{8CC2C518-0338-4D2F-95A9-EFB8B92058C2}"/>
              </a:ext>
            </a:extLst>
          </p:cNvPr>
          <p:cNvSpPr>
            <a:spLocks noGrp="1"/>
          </p:cNvSpPr>
          <p:nvPr/>
        </p:nvSpPr>
        <p:spPr>
          <a:xfrm>
            <a:off x="5619750" y="6334125"/>
            <a:ext cx="1095375" cy="953"/>
          </a:xfrm>
          <a:custGeom>
            <a:pathLst>
              <a:path w="1095375" h="953">
                <a:moveTo>
                  <a:pt x="0" y="0"/>
                </a:moveTo>
                <a:lnTo>
                  <a:pt x="1095375" y="0"/>
                </a:lnTo>
              </a:path>
            </a:pathLst>
          </a:custGeom>
          <a:noFill/>
          <a:ln w="19050">
            <a:solidFill>
              <a:srgbClr val="397C80"/>
            </a:solidFill>
            <a:prstDash val="solid"/>
          </a:ln>
        </p:spPr>
      </p:sp>
      <p:sp>
        <p:nvSpPr>
          <p:cNvPr id="12" name="dp45-background / evidence-to-via / arrow">
            <a:extLst>
              <a:ext uri="{FF2B5EF4-FFF2-40B4-BE49-F238E27FC236}">
                <ns2:creationId id="{3D046910-4FC4-437B-A3EF-AD8F9A090EBD}"/>
              </a:ext>
            </a:extLst>
          </p:cNvPr>
          <p:cNvSpPr>
            <a:spLocks noGrp="1"/>
          </p:cNvSpPr>
          <p:nvPr/>
        </p:nvSpPr>
        <p:spPr>
          <a:xfrm>
            <a:off x="6581775"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3" name="dp45-background / via-to-agent">
            <a:extLst>
              <a:ext uri="{FF2B5EF4-FFF2-40B4-BE49-F238E27FC236}">
                <ns2:creationId id="{BA721D73-F2F8-42F1-B700-3EE1C0784CE0}"/>
              </a:ext>
            </a:extLst>
          </p:cNvPr>
          <p:cNvSpPr>
            <a:spLocks noGrp="1"/>
          </p:cNvSpPr>
          <p:nvPr/>
        </p:nvSpPr>
        <p:spPr>
          <a:xfrm>
            <a:off x="11668125" y="6334125"/>
            <a:ext cx="1095375" cy="953"/>
          </a:xfrm>
          <a:custGeom>
            <a:pathLst>
              <a:path w="1095375" h="953">
                <a:moveTo>
                  <a:pt x="0" y="0"/>
                </a:moveTo>
                <a:lnTo>
                  <a:pt x="1095375" y="0"/>
                </a:lnTo>
              </a:path>
            </a:pathLst>
          </a:custGeom>
          <a:noFill/>
          <a:ln w="19050">
            <a:solidFill>
              <a:srgbClr val="397C80"/>
            </a:solidFill>
            <a:prstDash val="solid"/>
          </a:ln>
        </p:spPr>
      </p:sp>
      <p:sp>
        <p:nvSpPr>
          <p:cNvPr id="14" name="dp45-background / via-to-agent / arrow">
            <a:extLst>
              <a:ext uri="{FF2B5EF4-FFF2-40B4-BE49-F238E27FC236}">
                <ns2:creationId id="{28E3ABD6-6998-45F8-BF00-81BA209D9C32}"/>
              </a:ext>
            </a:extLst>
          </p:cNvPr>
          <p:cNvSpPr>
            <a:spLocks noGrp="1"/>
          </p:cNvSpPr>
          <p:nvPr/>
        </p:nvSpPr>
        <p:spPr>
          <a:xfrm>
            <a:off x="12630150" y="6267450"/>
            <a:ext cx="133350" cy="133350"/>
          </a:xfrm>
          <a:custGeom>
            <a:pathLst>
              <a:path w="133350" h="133350">
                <a:moveTo>
                  <a:pt x="0" y="133350"/>
                </a:moveTo>
                <a:lnTo>
                  <a:pt x="133350" y="66675"/>
                </a:lnTo>
                <a:lnTo>
                  <a:pt x="0" y="0"/>
                </a:lnTo>
              </a:path>
            </a:pathLst>
          </a:custGeom>
          <a:noFill/>
          <a:ln w="19050">
            <a:solidFill>
              <a:srgbClr val="397C80"/>
            </a:solidFill>
            <a:prstDash val="solid"/>
          </a:ln>
        </p:spPr>
      </p:sp>
      <p:sp>
        <p:nvSpPr>
          <p:cNvPr id="15" name="dp45-background / past-records / 1">
            <a:extLst>
              <a:ext uri="{FF2B5EF4-FFF2-40B4-BE49-F238E27FC236}">
                <ns2:creationId id="{CD3BE1AC-3EEC-4F0C-B767-F971440DA4AF}"/>
              </a:ext>
            </a:extLst>
          </p:cNvPr>
          <p:cNvSpPr>
            <a:spLocks noGrp="1"/>
          </p:cNvSpPr>
          <p:nvPr/>
        </p:nvSpPr>
        <p:spPr>
          <a:xfrm>
            <a:off x="523875" y="6591300"/>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VIA가 설명한 평가 기준</a:t>
            </a:r>
          </a:p>
        </p:txBody>
      </p:sp>
      <p:sp>
        <p:nvSpPr>
          <p:cNvPr id="16" name="dp45-background / past-records / 2">
            <a:extLst>
              <a:ext uri="{FF2B5EF4-FFF2-40B4-BE49-F238E27FC236}">
                <ns2:creationId id="{9F30F7CB-82C1-4593-81C5-2A8B7ACADDF9}"/>
              </a:ext>
            </a:extLst>
          </p:cNvPr>
          <p:cNvSpPr>
            <a:spLocks noGrp="1"/>
          </p:cNvSpPr>
          <p:nvPr/>
        </p:nvSpPr>
        <p:spPr>
          <a:xfrm>
            <a:off x="523875" y="6936581"/>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제품 조사 Agent의 비교 결과</a:t>
            </a:r>
          </a:p>
        </p:txBody>
      </p:sp>
      <p:sp>
        <p:nvSpPr>
          <p:cNvPr id="17" name="dp45-background / past-records / 3">
            <a:extLst>
              <a:ext uri="{FF2B5EF4-FFF2-40B4-BE49-F238E27FC236}">
                <ns2:creationId id="{51DA65E0-C635-402B-8747-93E7C18E7E8A}"/>
              </a:ext>
            </a:extLst>
          </p:cNvPr>
          <p:cNvSpPr>
            <a:spLocks noGrp="1"/>
          </p:cNvSpPr>
          <p:nvPr/>
        </p:nvSpPr>
        <p:spPr>
          <a:xfrm>
            <a:off x="523875" y="7281863"/>
            <a:ext cx="5238750" cy="372904"/>
          </a:xfrm>
          <a:prstGeom prst="rect">
            <a:avLst/>
          </a:prstGeom>
          <a:noFill/>
          <a:ln w="0">
            <a:noFill/>
          </a:ln>
        </p:spPr>
        <p:txBody>
          <a:bodyPr wrap="none" lIns="0" tIns="0" rIns="0" bIns="0" anchor="t">
            <a:noAutofit/>
          </a:bodyPr>
          <a:lstStyle/>
          <a:p>
            <a:pPr algn="ctr">
              <a:defRPr sz="2175" b="0">
                <a:solidFill>
                  <a:srgbClr val="202B30"/>
                </a:solidFill>
                <a:latin typeface="Apple SD Gothic Neo"/>
                <a:ea typeface="Apple SD Gothic Neo"/>
                <a:cs typeface="Apple SD Gothic Neo"/>
              </a:defRPr>
            </a:pPr>
            <a:r>
              <a:rPr sz="2175" b="0">
                <a:solidFill>
                  <a:srgbClr val="202B30"/>
                </a:solidFill>
                <a:latin typeface="Apple SD Gothic Neo"/>
                <a:ea typeface="Apple SD Gothic Neo"/>
                <a:cs typeface="Apple SD Gothic Neo"/>
              </a:rPr>
              <a:t>견적 Agent의 견적 결과</a:t>
            </a:r>
          </a:p>
        </p:txBody>
      </p:sp>
      <p:sp>
        <p:nvSpPr>
          <p:cNvPr id="18" name="dp45-background / context / 1">
            <a:extLst>
              <a:ext uri="{FF2B5EF4-FFF2-40B4-BE49-F238E27FC236}">
                <ns2:creationId id="{67E12E21-89B3-4C22-B73D-99AFAAB913C9}"/>
              </a:ext>
            </a:extLst>
          </p:cNvPr>
          <p:cNvSpPr>
            <a:spLocks noGrp="1"/>
          </p:cNvSpPr>
          <p:nvPr/>
        </p:nvSpPr>
        <p:spPr>
          <a:xfrm>
            <a:off x="6572250" y="6591300"/>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관련 기록, 실제 전달 범위 확인</a:t>
            </a:r>
          </a:p>
        </p:txBody>
      </p:sp>
      <p:sp>
        <p:nvSpPr>
          <p:cNvPr id="19" name="dp45-background / context / 2">
            <a:extLst>
              <a:ext uri="{FF2B5EF4-FFF2-40B4-BE49-F238E27FC236}">
                <ns2:creationId id="{7E757AC0-E8D0-4B7B-AC53-8D9FA7C60634}"/>
              </a:ext>
            </a:extLst>
          </p:cNvPr>
          <p:cNvSpPr>
            <a:spLocks noGrp="1"/>
          </p:cNvSpPr>
          <p:nvPr/>
        </p:nvSpPr>
        <p:spPr>
          <a:xfrm>
            <a:off x="6572250" y="6912769"/>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필요한 발췌, 결과 참조 연결</a:t>
            </a:r>
          </a:p>
        </p:txBody>
      </p:sp>
      <p:sp>
        <p:nvSpPr>
          <p:cNvPr id="20" name="dp45-background / context / 3">
            <a:extLst>
              <a:ext uri="{FF2B5EF4-FFF2-40B4-BE49-F238E27FC236}">
                <ns2:creationId id="{289FE650-E1A9-4904-A46F-88FF60EE11C1}"/>
              </a:ext>
            </a:extLst>
          </p:cNvPr>
          <p:cNvSpPr>
            <a:spLocks noGrp="1"/>
          </p:cNvSpPr>
          <p:nvPr/>
        </p:nvSpPr>
        <p:spPr>
          <a:xfrm>
            <a:off x="6572250" y="7234238"/>
            <a:ext cx="5238750" cy="347186"/>
          </a:xfrm>
          <a:prstGeom prst="rect">
            <a:avLst/>
          </a:prstGeom>
          <a:noFill/>
          <a:ln w="0">
            <a:noFill/>
          </a:ln>
        </p:spPr>
        <p:txBody>
          <a:bodyPr wrap="none" lIns="0" tIns="0" rIns="0" bIns="0" anchor="t">
            <a:noAutofit/>
          </a:bodyPr>
          <a:lstStyle/>
          <a:p>
            <a:pPr algn="ctr">
              <a:defRPr sz="2025" b="0">
                <a:solidFill>
                  <a:srgbClr val="202B30"/>
                </a:solidFill>
                <a:latin typeface="Apple SD Gothic Neo"/>
                <a:ea typeface="Apple SD Gothic Neo"/>
                <a:cs typeface="Apple SD Gothic Neo"/>
              </a:defRPr>
            </a:pPr>
            <a:r>
              <a:rPr sz="2025" b="0">
                <a:solidFill>
                  <a:srgbClr val="202B30"/>
                </a:solidFill>
                <a:latin typeface="Apple SD Gothic Neo"/>
                <a:ea typeface="Apple SD Gothic Neo"/>
                <a:cs typeface="Apple SD Gothic Neo"/>
              </a:rPr>
              <a:t>이번 Request에 필요한 맥락 제공</a:t>
            </a:r>
          </a:p>
        </p:txBody>
      </p:sp>
      <p:sp>
        <p:nvSpPr>
          <p:cNvPr id="21" name="dp45-background / domain-work / 1">
            <a:extLst>
              <a:ext uri="{FF2B5EF4-FFF2-40B4-BE49-F238E27FC236}">
                <ns2:creationId id="{3ECE4081-3A17-40EF-A93F-793374F0C1D0}"/>
              </a:ext>
            </a:extLst>
          </p:cNvPr>
          <p:cNvSpPr>
            <a:spLocks noGrp="1"/>
          </p:cNvSpPr>
          <p:nvPr/>
        </p:nvSpPr>
        <p:spPr>
          <a:xfrm>
            <a:off x="12525375" y="6591300"/>
            <a:ext cx="5238750" cy="360045"/>
          </a:xfrm>
          <a:prstGeom prst="rect">
            <a:avLst/>
          </a:prstGeom>
          <a:noFill/>
          <a:ln w="0">
            <a:noFill/>
          </a:ln>
        </p:spPr>
        <p:txBody>
          <a:bodyPr wrap="none" lIns="0" tIns="0" rIns="0" bIns="0" anchor="t">
            <a:noAutofit/>
          </a:bodyPr>
          <a:lstStyle/>
          <a:p>
            <a:pPr algn="ctr">
              <a:defRPr sz="2100" b="0">
                <a:solidFill>
                  <a:srgbClr val="202B30"/>
                </a:solidFill>
                <a:latin typeface="Apple SD Gothic Neo"/>
                <a:ea typeface="Apple SD Gothic Neo"/>
                <a:cs typeface="Apple SD Gothic Neo"/>
              </a:defRPr>
            </a:pPr>
            <a:r>
              <a:rPr sz="2100" b="0">
                <a:solidFill>
                  <a:srgbClr val="202B30"/>
                </a:solidFill>
                <a:latin typeface="Apple SD Gothic Neo"/>
                <a:ea typeface="Apple SD Gothic Neo"/>
                <a:cs typeface="Apple SD Gothic Neo"/>
              </a:rPr>
              <a:t>평가 기준을 적용해 자료 분석</a:t>
            </a:r>
          </a:p>
        </p:txBody>
      </p:sp>
      <p:sp>
        <p:nvSpPr>
          <p:cNvPr id="22" name="dp45-background / domain-work / 2">
            <a:extLst>
              <a:ext uri="{FF2B5EF4-FFF2-40B4-BE49-F238E27FC236}">
                <ns2:creationId id="{1D746C4C-8437-472B-9966-0E357A7A46CC}"/>
              </a:ext>
            </a:extLst>
          </p:cNvPr>
          <p:cNvSpPr>
            <a:spLocks noGrp="1"/>
          </p:cNvSpPr>
          <p:nvPr/>
        </p:nvSpPr>
        <p:spPr>
          <a:xfrm>
            <a:off x="12525375" y="6924675"/>
            <a:ext cx="5238750" cy="360045"/>
          </a:xfrm>
          <a:prstGeom prst="rect">
            <a:avLst/>
          </a:prstGeom>
          <a:noFill/>
          <a:ln w="0">
            <a:noFill/>
          </a:ln>
        </p:spPr>
        <p:txBody>
          <a:bodyPr wrap="none" lIns="0" tIns="0" rIns="0" bIns="0" anchor="t">
            <a:noAutofit/>
          </a:bodyPr>
          <a:lstStyle/>
          <a:p>
            <a:pPr algn="ctr">
              <a:defRPr sz="2100" b="0">
                <a:solidFill>
                  <a:srgbClr val="202B30"/>
                </a:solidFill>
                <a:latin typeface="Apple SD Gothic Neo"/>
                <a:ea typeface="Apple SD Gothic Neo"/>
                <a:cs typeface="Apple SD Gothic Neo"/>
              </a:defRPr>
            </a:pPr>
            <a:r>
              <a:rPr sz="2100" b="0">
                <a:solidFill>
                  <a:srgbClr val="202B30"/>
                </a:solidFill>
                <a:latin typeface="Apple SD Gothic Neo"/>
                <a:ea typeface="Apple SD Gothic Neo"/>
                <a:cs typeface="Apple SD Gothic Neo"/>
              </a:rPr>
              <a:t>새 제안서 작성</a:t>
            </a:r>
          </a:p>
        </p:txBody>
      </p:sp>
      <p:sp>
        <p:nvSpPr>
          <p:cNvPr id="23" name="dp45-background / user-benefit / 1">
            <a:extLst>
              <a:ext uri="{FF2B5EF4-FFF2-40B4-BE49-F238E27FC236}">
                <ns2:creationId id="{DF95B438-4532-4305-A56F-56CF60810CCD}"/>
              </a:ext>
            </a:extLst>
          </p:cNvPr>
          <p:cNvSpPr>
            <a:spLocks noGrp="1"/>
          </p:cNvSpPr>
          <p:nvPr/>
        </p:nvSpPr>
        <p:spPr>
          <a:xfrm>
            <a:off x="904875" y="8267700"/>
            <a:ext cx="16478250" cy="372904"/>
          </a:xfrm>
          <a:prstGeom prst="rect">
            <a:avLst/>
          </a:prstGeom>
          <a:noFill/>
          <a:ln w="0">
            <a:noFill/>
          </a:ln>
        </p:spPr>
        <p:txBody>
          <a:bodyPr wrap="none" lIns="0" tIns="0" rIns="0" bIns="0" anchor="t">
            <a:noAutofit/>
          </a:bodyPr>
          <a:lstStyle/>
          <a:p>
            <a:pPr algn="ctr">
              <a:defRPr sz="2175" b="1">
                <a:solidFill>
                  <a:srgbClr val="202B30"/>
                </a:solidFill>
                <a:latin typeface="Apple SD Gothic Neo"/>
                <a:ea typeface="Apple SD Gothic Neo"/>
                <a:cs typeface="Apple SD Gothic Neo"/>
              </a:defRPr>
            </a:pPr>
            <a:r>
              <a:rPr sz="2175" b="1">
                <a:solidFill>
                  <a:srgbClr val="202B30"/>
                </a:solidFill>
                <a:latin typeface="Apple SD Gothic Neo"/>
                <a:ea typeface="Apple SD Gothic Neo"/>
                <a:cs typeface="Apple SD Gothic Neo"/>
              </a:rPr>
              <a:t>사용자는 이전 설명과 여러 Task의 결과를 다시 모아 전달할 필요가 없습니다</a:t>
            </a:r>
          </a:p>
        </p:txBody>
      </p:sp>
      <p:sp>
        <p:nvSpPr>
          <p:cNvPr id="24" name="dp45-background / challenge-divider">
            <a:extLst>
              <a:ext uri="{FF2B5EF4-FFF2-40B4-BE49-F238E27FC236}">
                <ns2:creationId id="{7569077A-DED2-4E7A-B91E-5DEECE68641B}"/>
              </a:ext>
            </a:extLst>
          </p:cNvPr>
          <p:cNvSpPr>
            <a:spLocks noGrp="1"/>
          </p:cNvSpPr>
          <p:nvPr/>
        </p:nvSpPr>
        <p:spPr>
          <a:xfrm>
            <a:off x="904875" y="8943975"/>
            <a:ext cx="16478250" cy="953"/>
          </a:xfrm>
          <a:custGeom>
            <a:pathLst>
              <a:path w="16478250" h="953">
                <a:moveTo>
                  <a:pt x="0" y="0"/>
                </a:moveTo>
                <a:lnTo>
                  <a:pt x="16478250" y="0"/>
                </a:lnTo>
              </a:path>
            </a:pathLst>
          </a:custGeom>
          <a:noFill/>
          <a:ln w="12383">
            <a:solidFill>
              <a:srgbClr val="CDD7DA"/>
            </a:solidFill>
            <a:prstDash val="solid"/>
          </a:ln>
        </p:spPr>
      </p:sp>
      <p:sp>
        <p:nvSpPr>
          <p:cNvPr id="25" name="dp45-background / design-challenge / 1">
            <a:extLst>
              <a:ext uri="{FF2B5EF4-FFF2-40B4-BE49-F238E27FC236}">
                <ns2:creationId id="{DF16BB4B-3C3F-4C79-B52C-C50DE745A0EC}"/>
              </a:ext>
            </a:extLst>
          </p:cNvPr>
          <p:cNvSpPr>
            <a:spLocks noGrp="1"/>
          </p:cNvSpPr>
          <p:nvPr/>
        </p:nvSpPr>
        <p:spPr>
          <a:xfrm>
            <a:off x="904875" y="915352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과거 대화와 여러 Task에 흩어진 정보 중 현재 Request에 필요한 내용을 찾아,</a:t>
            </a:r>
          </a:p>
        </p:txBody>
      </p:sp>
      <p:sp>
        <p:nvSpPr>
          <p:cNvPr id="26" name="dp45-background / design-challenge / 2">
            <a:extLst>
              <a:ext uri="{FF2B5EF4-FFF2-40B4-BE49-F238E27FC236}">
                <ns2:creationId id="{2C0BEF4A-3494-4C0B-A5EB-BEAFCD8AE07E}"/>
              </a:ext>
            </a:extLst>
          </p:cNvPr>
          <p:cNvSpPr>
            <a:spLocks noGrp="1"/>
          </p:cNvSpPr>
          <p:nvPr/>
        </p:nvSpPr>
        <p:spPr>
          <a:xfrm>
            <a:off x="904875" y="9534525"/>
            <a:ext cx="16478250" cy="411480"/>
          </a:xfrm>
          <a:prstGeom prst="rect">
            <a:avLst/>
          </a:prstGeom>
          <a:noFill/>
          <a:ln w="0">
            <a:noFill/>
          </a:ln>
        </p:spPr>
        <p:txBody>
          <a:bodyPr wrap="none" lIns="0" tIns="0" rIns="0" bIns="0" anchor="t">
            <a:noAutofit/>
          </a:bodyPr>
          <a:lstStyle/>
          <a:p>
            <a:pPr algn="ctr">
              <a:defRPr sz="2400" b="1">
                <a:solidFill>
                  <a:srgbClr val="397C80"/>
                </a:solidFill>
                <a:latin typeface="Apple SD Gothic Neo"/>
                <a:ea typeface="Apple SD Gothic Neo"/>
                <a:cs typeface="Apple SD Gothic Neo"/>
              </a:defRPr>
            </a:pPr>
            <a:r>
              <a:rPr sz="2400" b="1">
                <a:solidFill>
                  <a:srgbClr val="397C80"/>
                </a:solidFill>
                <a:latin typeface="Apple SD Gothic Neo"/>
                <a:ea typeface="Apple SD Gothic Neo"/>
                <a:cs typeface="Apple SD Gothic Neo"/>
              </a:rPr>
              <a:t>정정 이력과 실제 전달 내용을 반영해 제공하는 맥락 관리 구조</a:t>
            </a:r>
          </a:p>
        </p:txBody>
      </p:sp>
    </p:spTree>
    <p:extLst>
      <p:ext uri="{BB962C8B-B14F-4D97-AF65-F5344CB8AC3E}">
        <p14:creationId val="33194702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4" name="dp45-comparison / n1">
            <a:extLst xmlns:a="http://schemas.openxmlformats.org/drawingml/2006/main">
              <a:ext uri="{FF2B5EF4-FFF2-40B4-BE49-F238E27FC236}">
                <a16:creationId xmlns:a16="http://schemas.microsoft.com/office/drawing/2014/main" id="{E1BCBBC5-DF86-41AD-9756-7530D0E71F55}"/>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dp45-comparison / n2 / text 1">
            <a:extLst xmlns:a="http://schemas.openxmlformats.org/drawingml/2006/main">
              <a:ext uri="{FF2B5EF4-FFF2-40B4-BE49-F238E27FC236}">
                <a16:creationId xmlns:a16="http://schemas.microsoft.com/office/drawing/2014/main" id="{F3820487-2C7E-449E-947A-24FDE7146385}"/>
              </a:ext>
            </a:extLst>
          </p:cNvPr>
          <p:cNvSpPr>
            <a:spLocks xmlns:a="http://schemas.openxmlformats.org/drawingml/2006/main" noGrp="1"/>
          </p:cNvSpPr>
          <p:nvPr/>
        </p:nvSpPr>
        <p:spPr>
          <a:xfrm xmlns:a="http://schemas.openxmlformats.org/drawingml/2006/main">
            <a:off x="381000" y="209550"/>
            <a:ext cx="123825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DP 설계 비교</a:t>
            </a:r>
          </a:p>
        </p:txBody>
      </p:sp>
      <p:sp>
        <p:nvSpPr>
          <p:cNvPr id="3" name="dp45-comparison / n3 / text 1">
            <a:extLst xmlns:a="http://schemas.openxmlformats.org/drawingml/2006/main">
              <a:ext uri="{FF2B5EF4-FFF2-40B4-BE49-F238E27FC236}">
                <a16:creationId xmlns:a16="http://schemas.microsoft.com/office/drawing/2014/main" id="{680B980E-0939-4BDB-9098-0C07EFE13A4B}"/>
              </a:ext>
            </a:extLst>
          </p:cNvPr>
          <p:cNvSpPr>
            <a:spLocks xmlns:a="http://schemas.openxmlformats.org/drawingml/2006/main" noGrp="1"/>
          </p:cNvSpPr>
          <p:nvPr/>
        </p:nvSpPr>
        <p:spPr>
          <a:xfrm xmlns:a="http://schemas.openxmlformats.org/drawingml/2006/main">
            <a:off x="13620750" y="209550"/>
            <a:ext cx="428625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구조 비교 / 장단점 / QA Trade-off</a:t>
            </a:r>
          </a:p>
        </p:txBody>
      </p:sp>
      <p:sp>
        <p:nvSpPr>
          <p:cNvPr id="4" name="dp45-comparison / n4 / text 1">
            <a:extLst xmlns:a="http://schemas.openxmlformats.org/drawingml/2006/main">
              <a:ext uri="{FF2B5EF4-FFF2-40B4-BE49-F238E27FC236}">
                <a16:creationId xmlns:a16="http://schemas.microsoft.com/office/drawing/2014/main" id="{DE078271-D5AB-4E3B-9A29-4935B8B3C684}"/>
              </a:ext>
            </a:extLst>
          </p:cNvPr>
          <p:cNvSpPr>
            <a:spLocks xmlns:a="http://schemas.openxmlformats.org/drawingml/2006/main" noGrp="1"/>
          </p:cNvSpPr>
          <p:nvPr/>
        </p:nvSpPr>
        <p:spPr>
          <a:xfrm xmlns:a="http://schemas.openxmlformats.org/drawingml/2006/main">
            <a:off x="381000" y="619125"/>
            <a:ext cx="17526000" cy="5386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2925" b="1">
                <a:solidFill>
                  <a:srgbClr val="18232E"/>
                </a:solidFill>
                <a:latin typeface="Apple SD Gothic Neo"/>
                <a:ea typeface="Apple SD Gothic Neo"/>
                <a:cs typeface="Apple SD Gothic Neo"/>
              </a:defRPr>
            </a:pPr>
            <a:r>
              <a:rPr sz="2925" b="1">
                <a:solidFill>
                  <a:srgbClr val="18232E"/>
                </a:solidFill>
                <a:latin typeface="Apple SD Gothic Neo"/>
                <a:ea typeface="Apple SD Gothic Neo"/>
                <a:cs typeface="Apple SD Gothic Neo"/>
              </a:rPr>
              <a:t>04-45. VIA 과거 정보의 Request별 구성과 공통 생산 및 조회</a:t>
            </a:r>
          </a:p>
        </p:txBody>
      </p:sp>
      <p:sp>
        <p:nvSpPr>
          <p:cNvPr id="5" name="dp45-comparison / n5 / path">
            <a:extLst xmlns:a="http://schemas.openxmlformats.org/drawingml/2006/main">
              <a:ext uri="{FF2B5EF4-FFF2-40B4-BE49-F238E27FC236}">
                <a16:creationId xmlns:a16="http://schemas.microsoft.com/office/drawing/2014/main" id="{4557CE31-8ACB-4E23-A7CA-4E13FC548E2E}"/>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6" name="dp45-comparison / n6 / text 1">
            <a:extLst xmlns:a="http://schemas.openxmlformats.org/drawingml/2006/main">
              <a:ext uri="{FF2B5EF4-FFF2-40B4-BE49-F238E27FC236}">
                <a16:creationId xmlns:a16="http://schemas.microsoft.com/office/drawing/2014/main" id="{719D88DA-42F4-4794-9DF4-FC26DF5C25E3}"/>
              </a:ext>
            </a:extLst>
          </p:cNvPr>
          <p:cNvSpPr>
            <a:spLocks xmlns:a="http://schemas.openxmlformats.org/drawingml/2006/main" noGrp="1"/>
          </p:cNvSpPr>
          <p:nvPr/>
        </p:nvSpPr>
        <p:spPr>
          <a:xfrm xmlns:a="http://schemas.openxmlformats.org/drawingml/2006/main">
            <a:off x="381000" y="1304925"/>
            <a:ext cx="17526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18232E"/>
                </a:solidFill>
                <a:latin typeface="Apple SD Gothic Neo"/>
                <a:ea typeface="Apple SD Gothic Neo"/>
                <a:cs typeface="Apple SD Gothic Neo"/>
              </a:defRPr>
            </a:pPr>
            <a:r>
              <a:rPr sz="1500" b="0">
                <a:solidFill>
                  <a:srgbClr val="18232E"/>
                </a:solidFill>
                <a:latin typeface="Apple SD Gothic Neo"/>
                <a:ea typeface="Apple SD Gothic Neo"/>
                <a:cs typeface="Apple SD Gothic Neo"/>
              </a:rPr>
              <a:t>“지난번 네가 설명한 평가 기준에 맞춰, 앞서 조사한 제품 비교 결과와 받아둔 견적을 이번 제안서에 반영해줘.”</a:t>
            </a:r>
          </a:p>
        </p:txBody>
      </p:sp>
      <p:sp>
        <p:nvSpPr>
          <p:cNvPr id="7" name="dp45-comparison / n7 / text 1">
            <a:extLst xmlns:a="http://schemas.openxmlformats.org/drawingml/2006/main">
              <a:ext uri="{FF2B5EF4-FFF2-40B4-BE49-F238E27FC236}">
                <a16:creationId xmlns:a16="http://schemas.microsoft.com/office/drawing/2014/main" id="{3FF8F708-7464-4469-86CA-A0587DFE3519}"/>
              </a:ext>
            </a:extLst>
          </p:cNvPr>
          <p:cNvSpPr>
            <a:spLocks xmlns:a="http://schemas.openxmlformats.org/drawingml/2006/main" noGrp="1"/>
          </p:cNvSpPr>
          <p:nvPr/>
        </p:nvSpPr>
        <p:spPr>
          <a:xfrm xmlns:a="http://schemas.openxmlformats.org/drawingml/2006/main">
            <a:off x="381000" y="1600200"/>
            <a:ext cx="175260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공통: VIA가 실제 설명한 내용 + 제품 조사와 견적의 결과 / 현재 제안서 업무 연결은 해석 결과 / 로컬 VIA + 클라우드 모델</a:t>
            </a:r>
          </a:p>
        </p:txBody>
      </p:sp>
      <p:sp>
        <p:nvSpPr>
          <p:cNvPr id="8" name="dp45-comparison / n8">
            <a:extLst xmlns:a="http://schemas.openxmlformats.org/drawingml/2006/main">
              <a:ext uri="{FF2B5EF4-FFF2-40B4-BE49-F238E27FC236}">
                <a16:creationId xmlns:a16="http://schemas.microsoft.com/office/drawing/2014/main" id="{4E1CCC2D-04AF-4B29-B92C-C052344E9A78}"/>
              </a:ext>
            </a:extLst>
          </p:cNvPr>
          <p:cNvSpPr>
            <a:spLocks xmlns:a="http://schemas.openxmlformats.org/drawingml/2006/main" noGrp="1"/>
          </p:cNvSpPr>
          <p:nvPr/>
        </p:nvSpPr>
        <p:spPr>
          <a:xfrm xmlns:a="http://schemas.openxmlformats.org/drawingml/2006/main">
            <a:off x="381000" y="1857375"/>
            <a:ext cx="17526000" cy="457200"/>
          </a:xfrm>
          <a:prstGeom xmlns:a="http://schemas.openxmlformats.org/drawingml/2006/main" prst="rect">
            <a:avLst/>
          </a:prstGeom>
          <a:solidFill xmlns:a="http://schemas.openxmlformats.org/drawingml/2006/main">
            <a:srgbClr val="D5E7C7"/>
          </a:solidFill>
          <a:ln xmlns:a="http://schemas.openxmlformats.org/drawingml/2006/main" w="16193">
            <a:solidFill>
              <a:srgbClr val="CDD6DE"/>
            </a:solidFill>
            <a:prstDash val="solid"/>
          </a:ln>
        </p:spPr>
      </p:sp>
      <p:sp>
        <p:nvSpPr>
          <p:cNvPr id="9" name="dp45-comparison / n9 / text 1">
            <a:extLst xmlns:a="http://schemas.openxmlformats.org/drawingml/2006/main">
              <a:ext uri="{FF2B5EF4-FFF2-40B4-BE49-F238E27FC236}">
                <a16:creationId xmlns:a16="http://schemas.microsoft.com/office/drawing/2014/main" id="{45DC2BF9-3872-4FBF-80D1-CA4E2C022C81}"/>
              </a:ext>
            </a:extLst>
          </p:cNvPr>
          <p:cNvSpPr>
            <a:spLocks xmlns:a="http://schemas.openxmlformats.org/drawingml/2006/main" noGrp="1"/>
          </p:cNvSpPr>
          <p:nvPr/>
        </p:nvSpPr>
        <p:spPr>
          <a:xfrm xmlns:a="http://schemas.openxmlformats.org/drawingml/2006/main">
            <a:off x="1485900" y="1962150"/>
            <a:ext cx="7981950" cy="34528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A 원본 서비스 조합형</a:t>
            </a:r>
          </a:p>
        </p:txBody>
      </p:sp>
      <p:sp>
        <p:nvSpPr>
          <p:cNvPr id="10" name="dp45-comparison / n10 / text 1">
            <a:extLst xmlns:a="http://schemas.openxmlformats.org/drawingml/2006/main">
              <a:ext uri="{FF2B5EF4-FFF2-40B4-BE49-F238E27FC236}">
                <a16:creationId xmlns:a16="http://schemas.microsoft.com/office/drawing/2014/main" id="{8AAC3C03-C7E4-47C8-82A6-D17D48AC8F21}"/>
              </a:ext>
            </a:extLst>
          </p:cNvPr>
          <p:cNvSpPr>
            <a:spLocks xmlns:a="http://schemas.openxmlformats.org/drawingml/2006/main" noGrp="1"/>
          </p:cNvSpPr>
          <p:nvPr/>
        </p:nvSpPr>
        <p:spPr>
          <a:xfrm xmlns:a="http://schemas.openxmlformats.org/drawingml/2006/main">
            <a:off x="9772650" y="1962150"/>
            <a:ext cx="7981950" cy="34528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1">
                <a:solidFill>
                  <a:srgbClr val="18232E"/>
                </a:solidFill>
                <a:latin typeface="Apple SD Gothic Neo"/>
                <a:ea typeface="Apple SD Gothic Neo"/>
                <a:cs typeface="Apple SD Gothic Neo"/>
              </a:defRPr>
            </a:pPr>
            <a:r>
              <a:rPr sz="1875" b="1">
                <a:solidFill>
                  <a:srgbClr val="18232E"/>
                </a:solidFill>
                <a:latin typeface="Apple SD Gothic Neo"/>
                <a:ea typeface="Apple SD Gothic Neo"/>
                <a:cs typeface="Apple SD Gothic Neo"/>
              </a:rPr>
              <a:t>B 공통 파생 기억 저장소형</a:t>
            </a:r>
          </a:p>
        </p:txBody>
      </p:sp>
      <p:sp>
        <p:nvSpPr>
          <p:cNvPr id="11" name="dp45-comparison / n11 / path">
            <a:extLst xmlns:a="http://schemas.openxmlformats.org/drawingml/2006/main">
              <a:ext uri="{FF2B5EF4-FFF2-40B4-BE49-F238E27FC236}">
                <a16:creationId xmlns:a16="http://schemas.microsoft.com/office/drawing/2014/main" id="{8A6C861D-6F6E-4E41-BE84-4FB30EC9C466}"/>
              </a:ext>
            </a:extLst>
          </p:cNvPr>
          <p:cNvSpPr>
            <a:spLocks xmlns:a="http://schemas.openxmlformats.org/drawingml/2006/main" noGrp="1"/>
          </p:cNvSpPr>
          <p:nvPr/>
        </p:nvSpPr>
        <p:spPr>
          <a:xfrm xmlns:a="http://schemas.openxmlformats.org/drawingml/2006/main">
            <a:off x="9620250" y="1857375"/>
            <a:ext cx="953" cy="5715000"/>
          </a:xfrm>
          <a:custGeom xmlns:a="http://schemas.openxmlformats.org/drawingml/2006/main">
            <a:pathLst>
              <a:path w="953" h="5715000">
                <a:moveTo>
                  <a:pt x="0" y="0"/>
                </a:moveTo>
                <a:lnTo>
                  <a:pt x="0" y="5715000"/>
                </a:lnTo>
              </a:path>
            </a:pathLst>
          </a:custGeom>
          <a:noFill xmlns:a="http://schemas.openxmlformats.org/drawingml/2006/main"/>
          <a:ln xmlns:a="http://schemas.openxmlformats.org/drawingml/2006/main" w="19050">
            <a:solidFill>
              <a:srgbClr val="CDD6DE"/>
            </a:solidFill>
            <a:prstDash val="solid"/>
          </a:ln>
        </p:spPr>
      </p:sp>
      <p:sp>
        <p:nvSpPr>
          <p:cNvPr id="12" name="dp45-comparison / n12 / path">
            <a:extLst xmlns:a="http://schemas.openxmlformats.org/drawingml/2006/main">
              <a:ext uri="{FF2B5EF4-FFF2-40B4-BE49-F238E27FC236}">
                <a16:creationId xmlns:a16="http://schemas.microsoft.com/office/drawing/2014/main" id="{0C14A470-130F-4C02-B0E0-1AEA6F27EDCF}"/>
              </a:ext>
            </a:extLst>
          </p:cNvPr>
          <p:cNvSpPr>
            <a:spLocks xmlns:a="http://schemas.openxmlformats.org/drawingml/2006/main" noGrp="1"/>
          </p:cNvSpPr>
          <p:nvPr/>
        </p:nvSpPr>
        <p:spPr>
          <a:xfrm xmlns:a="http://schemas.openxmlformats.org/drawingml/2006/main">
            <a:off x="381000" y="75723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9050">
            <a:solidFill>
              <a:srgbClr val="CDD6DE"/>
            </a:solidFill>
            <a:prstDash val="solid"/>
          </a:ln>
        </p:spPr>
      </p:sp>
      <p:sp>
        <p:nvSpPr>
          <p:cNvPr id="13" name="dp45-comparison / n13 / text 1">
            <a:extLst xmlns:a="http://schemas.openxmlformats.org/drawingml/2006/main">
              <a:ext uri="{FF2B5EF4-FFF2-40B4-BE49-F238E27FC236}">
                <a16:creationId xmlns:a16="http://schemas.microsoft.com/office/drawing/2014/main" id="{301E5772-F68A-40F3-BEBB-95C20C48137A}"/>
              </a:ext>
            </a:extLst>
          </p:cNvPr>
          <p:cNvSpPr>
            <a:spLocks xmlns:a="http://schemas.openxmlformats.org/drawingml/2006/main" noGrp="1"/>
          </p:cNvSpPr>
          <p:nvPr/>
        </p:nvSpPr>
        <p:spPr>
          <a:xfrm xmlns:a="http://schemas.openxmlformats.org/drawingml/2006/main">
            <a:off x="381000" y="7705725"/>
            <a:ext cx="17526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PARTIAL: 실제 전달한 예외 문구 한 구간과 결과 참조의 예시 / 기준 전체의 완전 추출을 뜻하지 않음 / 과거 게시와 현재 의미 채택은 별개</a:t>
            </a:r>
          </a:p>
        </p:txBody>
      </p:sp>
      <p:sp>
        <p:nvSpPr>
          <p:cNvPr id="14" name="dp45-comparison / n14 / text 1">
            <a:extLst xmlns:a="http://schemas.openxmlformats.org/drawingml/2006/main">
              <a:ext uri="{FF2B5EF4-FFF2-40B4-BE49-F238E27FC236}">
                <a16:creationId xmlns:a16="http://schemas.microsoft.com/office/drawing/2014/main" id="{14AD77A4-F4B7-43BD-B53F-E5AEACB57C5E}"/>
              </a:ext>
            </a:extLst>
          </p:cNvPr>
          <p:cNvSpPr>
            <a:spLocks xmlns:a="http://schemas.openxmlformats.org/drawingml/2006/main" noGrp="1"/>
          </p:cNvSpPr>
          <p:nvPr/>
        </p:nvSpPr>
        <p:spPr>
          <a:xfrm xmlns:a="http://schemas.openxmlformats.org/drawingml/2006/main">
            <a:off x="381000" y="7981950"/>
            <a:ext cx="175260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첫 요청 / 준비된 반복 조회 / 정정 직후 / 표현 밖 관계를 구분. A의 유효 관계 cache와 부분 갱신도 허용한다.</a:t>
            </a:r>
          </a:p>
        </p:txBody>
      </p:sp>
      <p:sp>
        <p:nvSpPr>
          <p:cNvPr id="305" name="dp45-v5-summary / n1">
            <a:extLst xmlns:a="http://schemas.openxmlformats.org/drawingml/2006/main">
              <a:ext uri="{FF2B5EF4-FFF2-40B4-BE49-F238E27FC236}">
                <a16:creationId xmlns:a16="http://schemas.microsoft.com/office/drawing/2014/main" id="{D4EA064B-9BAC-4B2A-B125-2DDCCF109CE3}"/>
              </a:ext>
            </a:extLst>
          </p:cNvPr>
          <p:cNvSpPr>
            <a:spLocks xmlns:a="http://schemas.openxmlformats.org/drawingml/2006/main" noGrp="1"/>
          </p:cNvSpPr>
          <p:nvPr/>
        </p:nvSpPr>
        <p:spPr>
          <a:xfrm xmlns:a="http://schemas.openxmlformats.org/drawingml/2006/main">
            <a:off x="381000" y="82962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06" name="dp45-v5-summary / n2">
            <a:extLst xmlns:a="http://schemas.openxmlformats.org/drawingml/2006/main">
              <a:ext uri="{FF2B5EF4-FFF2-40B4-BE49-F238E27FC236}">
                <a16:creationId xmlns:a16="http://schemas.microsoft.com/office/drawing/2014/main" id="{FFA8F87D-763B-471A-A92D-3A54F041D436}"/>
              </a:ext>
            </a:extLst>
          </p:cNvPr>
          <p:cNvSpPr>
            <a:spLocks xmlns:a="http://schemas.openxmlformats.org/drawingml/2006/main" noGrp="1"/>
          </p:cNvSpPr>
          <p:nvPr/>
        </p:nvSpPr>
        <p:spPr>
          <a:xfrm xmlns:a="http://schemas.openxmlformats.org/drawingml/2006/main">
            <a:off x="400050" y="835342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요청 처리 정확성</a:t>
            </a:r>
          </a:p>
        </p:txBody>
      </p:sp>
      <p:sp>
        <p:nvSpPr>
          <p:cNvPr id="307" name="dp45-v5-summary / n3">
            <a:extLst xmlns:a="http://schemas.openxmlformats.org/drawingml/2006/main">
              <a:ext uri="{FF2B5EF4-FFF2-40B4-BE49-F238E27FC236}">
                <a16:creationId xmlns:a16="http://schemas.microsoft.com/office/drawing/2014/main" id="{9D202C4B-925F-4FEA-963F-EED87566F99E}"/>
              </a:ext>
            </a:extLst>
          </p:cNvPr>
          <p:cNvSpPr>
            <a:spLocks xmlns:a="http://schemas.openxmlformats.org/drawingml/2006/main" noGrp="1"/>
          </p:cNvSpPr>
          <p:nvPr/>
        </p:nvSpPr>
        <p:spPr>
          <a:xfrm xmlns:a="http://schemas.openxmlformats.org/drawingml/2006/main">
            <a:off x="2857500" y="8353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[원문과 유효 cache의 조건 보존]</a:t>
            </a:r>
          </a:p>
        </p:txBody>
      </p:sp>
      <p:sp>
        <p:nvSpPr>
          <p:cNvPr id="308" name="dp45-v5-summary / n4">
            <a:extLst xmlns:a="http://schemas.openxmlformats.org/drawingml/2006/main">
              <a:ext uri="{FF2B5EF4-FFF2-40B4-BE49-F238E27FC236}">
                <a16:creationId xmlns:a16="http://schemas.microsoft.com/office/drawing/2014/main" id="{5E3F5AC9-9EF1-4891-AD86-8C546E5C94C2}"/>
              </a:ext>
            </a:extLst>
          </p:cNvPr>
          <p:cNvSpPr>
            <a:spLocks xmlns:a="http://schemas.openxmlformats.org/drawingml/2006/main" noGrp="1"/>
          </p:cNvSpPr>
          <p:nvPr/>
        </p:nvSpPr>
        <p:spPr>
          <a:xfrm xmlns:a="http://schemas.openxmlformats.org/drawingml/2006/main">
            <a:off x="10001250" y="8353425"/>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[게시 관계의 coverage와 예외 보존]</a:t>
            </a:r>
          </a:p>
        </p:txBody>
      </p:sp>
      <p:sp>
        <p:nvSpPr>
          <p:cNvPr id="309" name="dp45-v5-summary / n5">
            <a:extLst xmlns:a="http://schemas.openxmlformats.org/drawingml/2006/main">
              <a:ext uri="{FF2B5EF4-FFF2-40B4-BE49-F238E27FC236}">
                <a16:creationId xmlns:a16="http://schemas.microsoft.com/office/drawing/2014/main" id="{411ED8AC-EA95-4B8D-B0BE-E0286E14D2A4}"/>
              </a:ext>
            </a:extLst>
          </p:cNvPr>
          <p:cNvSpPr>
            <a:spLocks xmlns:a="http://schemas.openxmlformats.org/drawingml/2006/main" noGrp="1"/>
          </p:cNvSpPr>
          <p:nvPr/>
        </p:nvSpPr>
        <p:spPr>
          <a:xfrm xmlns:a="http://schemas.openxmlformats.org/drawingml/2006/main">
            <a:off x="381000" y="85344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10" name="dp45-v5-summary / n6">
            <a:extLst xmlns:a="http://schemas.openxmlformats.org/drawingml/2006/main">
              <a:ext uri="{FF2B5EF4-FFF2-40B4-BE49-F238E27FC236}">
                <a16:creationId xmlns:a16="http://schemas.microsoft.com/office/drawing/2014/main" id="{AC17D3EF-C50C-4227-9D39-7CD47822E2E5}"/>
              </a:ext>
            </a:extLst>
          </p:cNvPr>
          <p:cNvSpPr>
            <a:spLocks xmlns:a="http://schemas.openxmlformats.org/drawingml/2006/main" noGrp="1"/>
          </p:cNvSpPr>
          <p:nvPr/>
        </p:nvSpPr>
        <p:spPr>
          <a:xfrm xmlns:a="http://schemas.openxmlformats.org/drawingml/2006/main">
            <a:off x="400050" y="85915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상호작용 응답시간</a:t>
            </a:r>
          </a:p>
        </p:txBody>
      </p:sp>
      <p:sp>
        <p:nvSpPr>
          <p:cNvPr id="311" name="dp45-v5-summary / n7">
            <a:extLst xmlns:a="http://schemas.openxmlformats.org/drawingml/2006/main">
              <a:ext uri="{FF2B5EF4-FFF2-40B4-BE49-F238E27FC236}">
                <a16:creationId xmlns:a16="http://schemas.microsoft.com/office/drawing/2014/main" id="{3B059090-DF17-4BC2-AC58-0994D0CC0736}"/>
              </a:ext>
            </a:extLst>
          </p:cNvPr>
          <p:cNvSpPr>
            <a:spLocks xmlns:a="http://schemas.openxmlformats.org/drawingml/2006/main" noGrp="1"/>
          </p:cNvSpPr>
          <p:nvPr/>
        </p:nvSpPr>
        <p:spPr>
          <a:xfrm xmlns:a="http://schemas.openxmlformats.org/drawingml/2006/main">
            <a:off x="2857500" y="85915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[최초 조합과 재사용 cache 대기]</a:t>
            </a:r>
          </a:p>
        </p:txBody>
      </p:sp>
      <p:sp>
        <p:nvSpPr>
          <p:cNvPr id="312" name="dp45-v5-summary / n8">
            <a:extLst xmlns:a="http://schemas.openxmlformats.org/drawingml/2006/main">
              <a:ext uri="{FF2B5EF4-FFF2-40B4-BE49-F238E27FC236}">
                <a16:creationId xmlns:a16="http://schemas.microsoft.com/office/drawing/2014/main" id="{35F96B96-DDB9-4142-A123-91596EB921CE}"/>
              </a:ext>
            </a:extLst>
          </p:cNvPr>
          <p:cNvSpPr>
            <a:spLocks xmlns:a="http://schemas.openxmlformats.org/drawingml/2006/main" noGrp="1"/>
          </p:cNvSpPr>
          <p:nvPr/>
        </p:nvSpPr>
        <p:spPr>
          <a:xfrm xmlns:a="http://schemas.openxmlformats.org/drawingml/2006/main">
            <a:off x="10001250" y="8591550"/>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[준비된 조회와 미게시 backfill 대기]</a:t>
            </a:r>
          </a:p>
        </p:txBody>
      </p:sp>
      <p:sp>
        <p:nvSpPr>
          <p:cNvPr id="313" name="dp45-v5-summary / n9">
            <a:extLst xmlns:a="http://schemas.openxmlformats.org/drawingml/2006/main">
              <a:ext uri="{FF2B5EF4-FFF2-40B4-BE49-F238E27FC236}">
                <a16:creationId xmlns:a16="http://schemas.microsoft.com/office/drawing/2014/main" id="{CA05DA6A-8F2E-48A1-B9C5-96E60DA0AB15}"/>
              </a:ext>
            </a:extLst>
          </p:cNvPr>
          <p:cNvSpPr>
            <a:spLocks xmlns:a="http://schemas.openxmlformats.org/drawingml/2006/main" noGrp="1"/>
          </p:cNvSpPr>
          <p:nvPr/>
        </p:nvSpPr>
        <p:spPr>
          <a:xfrm xmlns:a="http://schemas.openxmlformats.org/drawingml/2006/main">
            <a:off x="381000" y="877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14" name="dp45-v5-summary / n10">
            <a:extLst xmlns:a="http://schemas.openxmlformats.org/drawingml/2006/main">
              <a:ext uri="{FF2B5EF4-FFF2-40B4-BE49-F238E27FC236}">
                <a16:creationId xmlns:a16="http://schemas.microsoft.com/office/drawing/2014/main" id="{CD241364-3072-426B-925C-5FA99D4DF722}"/>
              </a:ext>
            </a:extLst>
          </p:cNvPr>
          <p:cNvSpPr>
            <a:spLocks xmlns:a="http://schemas.openxmlformats.org/drawingml/2006/main" noGrp="1"/>
          </p:cNvSpPr>
          <p:nvPr/>
        </p:nvSpPr>
        <p:spPr>
          <a:xfrm xmlns:a="http://schemas.openxmlformats.org/drawingml/2006/main">
            <a:off x="400050" y="882967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요청 처리시간</a:t>
            </a:r>
          </a:p>
        </p:txBody>
      </p:sp>
      <p:sp>
        <p:nvSpPr>
          <p:cNvPr id="315" name="dp45-v5-summary / n11">
            <a:extLst xmlns:a="http://schemas.openxmlformats.org/drawingml/2006/main">
              <a:ext uri="{FF2B5EF4-FFF2-40B4-BE49-F238E27FC236}">
                <a16:creationId xmlns:a16="http://schemas.microsoft.com/office/drawing/2014/main" id="{912AD28A-7C0A-4AF7-A851-01CAC5CF3A13}"/>
              </a:ext>
            </a:extLst>
          </p:cNvPr>
          <p:cNvSpPr>
            <a:spLocks xmlns:a="http://schemas.openxmlformats.org/drawingml/2006/main" noGrp="1"/>
          </p:cNvSpPr>
          <p:nvPr/>
        </p:nvSpPr>
        <p:spPr>
          <a:xfrm xmlns:a="http://schemas.openxmlformats.org/drawingml/2006/main">
            <a:off x="2857500" y="882967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[첫 사용과 반복 및 갱신 후 조합]</a:t>
            </a:r>
          </a:p>
        </p:txBody>
      </p:sp>
      <p:sp>
        <p:nvSpPr>
          <p:cNvPr id="316" name="dp45-v5-summary / n12">
            <a:extLst xmlns:a="http://schemas.openxmlformats.org/drawingml/2006/main">
              <a:ext uri="{FF2B5EF4-FFF2-40B4-BE49-F238E27FC236}">
                <a16:creationId xmlns:a16="http://schemas.microsoft.com/office/drawing/2014/main" id="{F54913EB-9767-4B28-8C6D-E497B651A2A8}"/>
              </a:ext>
            </a:extLst>
          </p:cNvPr>
          <p:cNvSpPr>
            <a:spLocks xmlns:a="http://schemas.openxmlformats.org/drawingml/2006/main" noGrp="1"/>
          </p:cNvSpPr>
          <p:nvPr/>
        </p:nvSpPr>
        <p:spPr>
          <a:xfrm xmlns:a="http://schemas.openxmlformats.org/drawingml/2006/main">
            <a:off x="10001250" y="8829675"/>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[조회와 원문검증 및 동기 backfill]</a:t>
            </a:r>
          </a:p>
        </p:txBody>
      </p:sp>
      <p:sp>
        <p:nvSpPr>
          <p:cNvPr id="317" name="dp45-v5-summary / n13">
            <a:extLst xmlns:a="http://schemas.openxmlformats.org/drawingml/2006/main">
              <a:ext uri="{FF2B5EF4-FFF2-40B4-BE49-F238E27FC236}">
                <a16:creationId xmlns:a16="http://schemas.microsoft.com/office/drawing/2014/main" id="{8909F820-D94F-479F-A14A-CCEE4E74CBA2}"/>
              </a:ext>
            </a:extLst>
          </p:cNvPr>
          <p:cNvSpPr>
            <a:spLocks xmlns:a="http://schemas.openxmlformats.org/drawingml/2006/main" noGrp="1"/>
          </p:cNvSpPr>
          <p:nvPr/>
        </p:nvSpPr>
        <p:spPr>
          <a:xfrm xmlns:a="http://schemas.openxmlformats.org/drawingml/2006/main">
            <a:off x="381000" y="90106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18" name="dp45-v5-summary / n14">
            <a:extLst xmlns:a="http://schemas.openxmlformats.org/drawingml/2006/main">
              <a:ext uri="{FF2B5EF4-FFF2-40B4-BE49-F238E27FC236}">
                <a16:creationId xmlns:a16="http://schemas.microsoft.com/office/drawing/2014/main" id="{091DA110-8769-488C-BBA1-A025AD712D7D}"/>
              </a:ext>
            </a:extLst>
          </p:cNvPr>
          <p:cNvSpPr>
            <a:spLocks xmlns:a="http://schemas.openxmlformats.org/drawingml/2006/main" noGrp="1"/>
          </p:cNvSpPr>
          <p:nvPr/>
        </p:nvSpPr>
        <p:spPr>
          <a:xfrm xmlns:a="http://schemas.openxmlformats.org/drawingml/2006/main">
            <a:off x="400050" y="906780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모델 사용 비용</a:t>
            </a:r>
          </a:p>
        </p:txBody>
      </p:sp>
      <p:sp>
        <p:nvSpPr>
          <p:cNvPr id="319" name="dp45-v5-summary / n15">
            <a:extLst xmlns:a="http://schemas.openxmlformats.org/drawingml/2006/main">
              <a:ext uri="{FF2B5EF4-FFF2-40B4-BE49-F238E27FC236}">
                <a16:creationId xmlns:a16="http://schemas.microsoft.com/office/drawing/2014/main" id="{B6584A14-E021-4BA9-9BE6-36C43B8B005B}"/>
              </a:ext>
            </a:extLst>
          </p:cNvPr>
          <p:cNvSpPr>
            <a:spLocks xmlns:a="http://schemas.openxmlformats.org/drawingml/2006/main" noGrp="1"/>
          </p:cNvSpPr>
          <p:nvPr/>
        </p:nvSpPr>
        <p:spPr>
          <a:xfrm xmlns:a="http://schemas.openxmlformats.org/drawingml/2006/main">
            <a:off x="2857500" y="90678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[cache miss와 실제 추가 해석 청구]</a:t>
            </a:r>
          </a:p>
        </p:txBody>
      </p:sp>
      <p:sp>
        <p:nvSpPr>
          <p:cNvPr id="320" name="dp45-v5-summary / n16">
            <a:extLst xmlns:a="http://schemas.openxmlformats.org/drawingml/2006/main">
              <a:ext uri="{FF2B5EF4-FFF2-40B4-BE49-F238E27FC236}">
                <a16:creationId xmlns:a16="http://schemas.microsoft.com/office/drawing/2014/main" id="{241DDEEC-DFE1-40F9-8097-A2ED77EDB0A5}"/>
              </a:ext>
            </a:extLst>
          </p:cNvPr>
          <p:cNvSpPr>
            <a:spLocks xmlns:a="http://schemas.openxmlformats.org/drawingml/2006/main" noGrp="1"/>
          </p:cNvSpPr>
          <p:nvPr/>
        </p:nvSpPr>
        <p:spPr>
          <a:xfrm xmlns:a="http://schemas.openxmlformats.org/drawingml/2006/main">
            <a:off x="10001250" y="9067800"/>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[초기와 미사용 갱신 및 철회 청구]</a:t>
            </a:r>
          </a:p>
        </p:txBody>
      </p:sp>
      <p:sp>
        <p:nvSpPr>
          <p:cNvPr id="321" name="dp45-v5-summary / n17">
            <a:extLst xmlns:a="http://schemas.openxmlformats.org/drawingml/2006/main">
              <a:ext uri="{FF2B5EF4-FFF2-40B4-BE49-F238E27FC236}">
                <a16:creationId xmlns:a16="http://schemas.microsoft.com/office/drawing/2014/main" id="{5AE138C9-DD16-4263-9A78-C31D74554EF9}"/>
              </a:ext>
            </a:extLst>
          </p:cNvPr>
          <p:cNvSpPr>
            <a:spLocks xmlns:a="http://schemas.openxmlformats.org/drawingml/2006/main" noGrp="1"/>
          </p:cNvSpPr>
          <p:nvPr/>
        </p:nvSpPr>
        <p:spPr>
          <a:xfrm xmlns:a="http://schemas.openxmlformats.org/drawingml/2006/main">
            <a:off x="381000" y="92487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22" name="dp45-v5-summary / n18">
            <a:extLst xmlns:a="http://schemas.openxmlformats.org/drawingml/2006/main">
              <a:ext uri="{FF2B5EF4-FFF2-40B4-BE49-F238E27FC236}">
                <a16:creationId xmlns:a16="http://schemas.microsoft.com/office/drawing/2014/main" id="{BB50C27A-0F16-4269-839E-93438EE068B8}"/>
              </a:ext>
            </a:extLst>
          </p:cNvPr>
          <p:cNvSpPr>
            <a:spLocks xmlns:a="http://schemas.openxmlformats.org/drawingml/2006/main" noGrp="1"/>
          </p:cNvSpPr>
          <p:nvPr/>
        </p:nvSpPr>
        <p:spPr>
          <a:xfrm xmlns:a="http://schemas.openxmlformats.org/drawingml/2006/main">
            <a:off x="400050" y="9305925"/>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VIA 변경 용이성</a:t>
            </a:r>
          </a:p>
        </p:txBody>
      </p:sp>
      <p:sp>
        <p:nvSpPr>
          <p:cNvPr id="323" name="dp45-v5-summary / n19">
            <a:extLst xmlns:a="http://schemas.openxmlformats.org/drawingml/2006/main">
              <a:ext uri="{FF2B5EF4-FFF2-40B4-BE49-F238E27FC236}">
                <a16:creationId xmlns:a16="http://schemas.microsoft.com/office/drawing/2014/main" id="{58EC372C-B508-4815-96B1-020147887448}"/>
              </a:ext>
            </a:extLst>
          </p:cNvPr>
          <p:cNvSpPr>
            <a:spLocks xmlns:a="http://schemas.openxmlformats.org/drawingml/2006/main" noGrp="1"/>
          </p:cNvSpPr>
          <p:nvPr/>
        </p:nvSpPr>
        <p:spPr>
          <a:xfrm xmlns:a="http://schemas.openxmlformats.org/drawingml/2006/main">
            <a:off x="2857500" y="93059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[조합과 cache의 철회 처리 수정]</a:t>
            </a:r>
          </a:p>
        </p:txBody>
      </p:sp>
      <p:sp>
        <p:nvSpPr>
          <p:cNvPr id="324" name="dp45-v5-summary / n20">
            <a:extLst xmlns:a="http://schemas.openxmlformats.org/drawingml/2006/main">
              <a:ext uri="{FF2B5EF4-FFF2-40B4-BE49-F238E27FC236}">
                <a16:creationId xmlns:a16="http://schemas.microsoft.com/office/drawing/2014/main" id="{04D46C24-52F1-4A14-8253-FBCC08355924}"/>
              </a:ext>
            </a:extLst>
          </p:cNvPr>
          <p:cNvSpPr>
            <a:spLocks xmlns:a="http://schemas.openxmlformats.org/drawingml/2006/main" noGrp="1"/>
          </p:cNvSpPr>
          <p:nvPr/>
        </p:nvSpPr>
        <p:spPr>
          <a:xfrm xmlns:a="http://schemas.openxmlformats.org/drawingml/2006/main">
            <a:off x="10001250" y="9305925"/>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평가 전  [생산자와 조회자의 철회 처리 수정]</a:t>
            </a:r>
          </a:p>
        </p:txBody>
      </p:sp>
      <p:sp>
        <p:nvSpPr>
          <p:cNvPr id="325" name="dp45-v5-summary / n21">
            <a:extLst xmlns:a="http://schemas.openxmlformats.org/drawingml/2006/main">
              <a:ext uri="{FF2B5EF4-FFF2-40B4-BE49-F238E27FC236}">
                <a16:creationId xmlns:a16="http://schemas.microsoft.com/office/drawing/2014/main" id="{D2739DC9-D644-4B55-8255-B374E0A15614}"/>
              </a:ext>
            </a:extLst>
          </p:cNvPr>
          <p:cNvSpPr>
            <a:spLocks xmlns:a="http://schemas.openxmlformats.org/drawingml/2006/main" noGrp="1"/>
          </p:cNvSpPr>
          <p:nvPr/>
        </p:nvSpPr>
        <p:spPr>
          <a:xfrm xmlns:a="http://schemas.openxmlformats.org/drawingml/2006/main">
            <a:off x="381000" y="94869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26" name="dp45-v5-summary / n22">
            <a:extLst xmlns:a="http://schemas.openxmlformats.org/drawingml/2006/main">
              <a:ext uri="{FF2B5EF4-FFF2-40B4-BE49-F238E27FC236}">
                <a16:creationId xmlns:a16="http://schemas.microsoft.com/office/drawing/2014/main" id="{90D65D04-063D-43D0-A21E-5802A3974B34}"/>
              </a:ext>
            </a:extLst>
          </p:cNvPr>
          <p:cNvSpPr>
            <a:spLocks xmlns:a="http://schemas.openxmlformats.org/drawingml/2006/main" noGrp="1"/>
          </p:cNvSpPr>
          <p:nvPr/>
        </p:nvSpPr>
        <p:spPr>
          <a:xfrm xmlns:a="http://schemas.openxmlformats.org/drawingml/2006/main">
            <a:off x="400050" y="9544050"/>
            <a:ext cx="2333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18232E"/>
                </a:solidFill>
                <a:latin typeface="Apple SD Gothic Neo"/>
                <a:ea typeface="Apple SD Gothic Neo"/>
                <a:cs typeface="Apple SD Gothic Neo"/>
              </a:defRPr>
            </a:pPr>
            <a:r>
              <a:rPr sz="1200" b="1">
                <a:solidFill>
                  <a:srgbClr val="18232E"/>
                </a:solidFill>
                <a:latin typeface="Apple SD Gothic Neo"/>
                <a:ea typeface="Apple SD Gothic Neo"/>
                <a:cs typeface="Apple SD Gothic Neo"/>
              </a:rPr>
              <a:t>로컬 VIA 메모리 사용량</a:t>
            </a:r>
          </a:p>
        </p:txBody>
      </p:sp>
      <p:sp>
        <p:nvSpPr>
          <p:cNvPr id="327" name="dp45-v5-summary / n23">
            <a:extLst xmlns:a="http://schemas.openxmlformats.org/drawingml/2006/main">
              <a:ext uri="{FF2B5EF4-FFF2-40B4-BE49-F238E27FC236}">
                <a16:creationId xmlns:a16="http://schemas.microsoft.com/office/drawing/2014/main" id="{0BB912E4-A139-46F0-894F-323C22346319}"/>
              </a:ext>
            </a:extLst>
          </p:cNvPr>
          <p:cNvSpPr>
            <a:spLocks xmlns:a="http://schemas.openxmlformats.org/drawingml/2006/main" noGrp="1"/>
          </p:cNvSpPr>
          <p:nvPr/>
        </p:nvSpPr>
        <p:spPr>
          <a:xfrm xmlns:a="http://schemas.openxmlformats.org/drawingml/2006/main">
            <a:off x="2857500" y="954405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예산 1,792MiB  [원문 Context와 선택 cache]</a:t>
            </a:r>
          </a:p>
        </p:txBody>
      </p:sp>
      <p:sp>
        <p:nvSpPr>
          <p:cNvPr id="328" name="dp45-v5-summary / n24">
            <a:extLst xmlns:a="http://schemas.openxmlformats.org/drawingml/2006/main">
              <a:ext uri="{FF2B5EF4-FFF2-40B4-BE49-F238E27FC236}">
                <a16:creationId xmlns:a16="http://schemas.microsoft.com/office/drawing/2014/main" id="{00FA2D21-AB7D-451B-B33B-3AF7BB7E297B}"/>
              </a:ext>
            </a:extLst>
          </p:cNvPr>
          <p:cNvSpPr>
            <a:spLocks xmlns:a="http://schemas.openxmlformats.org/drawingml/2006/main" noGrp="1"/>
          </p:cNvSpPr>
          <p:nvPr/>
        </p:nvSpPr>
        <p:spPr>
          <a:xfrm xmlns:a="http://schemas.openxmlformats.org/drawingml/2006/main">
            <a:off x="10001250" y="9544050"/>
            <a:ext cx="7858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예산 1,920MiB  [관계 index와 생산 상태 및 원문]</a:t>
            </a:r>
          </a:p>
        </p:txBody>
      </p:sp>
      <p:sp>
        <p:nvSpPr>
          <p:cNvPr id="329" name="dp45-v5-summary / n25">
            <a:extLst xmlns:a="http://schemas.openxmlformats.org/drawingml/2006/main">
              <a:ext uri="{FF2B5EF4-FFF2-40B4-BE49-F238E27FC236}">
                <a16:creationId xmlns:a16="http://schemas.microsoft.com/office/drawing/2014/main" id="{B8795731-DC89-44BF-82BE-4FD199401D96}"/>
              </a:ext>
            </a:extLst>
          </p:cNvPr>
          <p:cNvSpPr>
            <a:spLocks xmlns:a="http://schemas.openxmlformats.org/drawingml/2006/main" noGrp="1"/>
          </p:cNvSpPr>
          <p:nvPr/>
        </p:nvSpPr>
        <p:spPr>
          <a:xfrm xmlns:a="http://schemas.openxmlformats.org/drawingml/2006/main">
            <a:off x="381000" y="9810750"/>
            <a:ext cx="1752600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F6B77"/>
                </a:solidFill>
                <a:latin typeface="Apple SD Gothic Neo"/>
                <a:ea typeface="Apple SD Gothic Neo"/>
                <a:cs typeface="Apple SD Gothic Neo"/>
              </a:defRPr>
            </a:pPr>
            <a:r>
              <a:rPr sz="1125" b="0">
                <a:solidFill>
                  <a:srgbClr val="5F6B77"/>
                </a:solidFill>
                <a:latin typeface="Apple SD Gothic Neo"/>
                <a:ea typeface="Apple SD Gothic Neo"/>
                <a:cs typeface="Apple SD Gothic Neo"/>
              </a:rPr>
              <a:t>P21 비용 예산 소계 $0.35184, 잔여 $0.14816. 후보별 전체 청구와 목표 판정은 평가 전.</a:t>
            </a:r>
          </a:p>
        </p:txBody>
      </p:sp>
      <p:sp>
        <p:nvSpPr>
          <p:cNvPr id="330" name="dp45-v5-summary / n26">
            <a:extLst xmlns:a="http://schemas.openxmlformats.org/drawingml/2006/main">
              <a:ext uri="{FF2B5EF4-FFF2-40B4-BE49-F238E27FC236}">
                <a16:creationId xmlns:a16="http://schemas.microsoft.com/office/drawing/2014/main" id="{A5C57EC2-A8AB-4D43-8C61-7EE512D05EB6}"/>
              </a:ext>
            </a:extLst>
          </p:cNvPr>
          <p:cNvSpPr>
            <a:spLocks xmlns:a="http://schemas.openxmlformats.org/drawingml/2006/main" noGrp="1"/>
          </p:cNvSpPr>
          <p:nvPr/>
        </p:nvSpPr>
        <p:spPr>
          <a:xfrm xmlns:a="http://schemas.openxmlformats.org/drawingml/2006/main">
            <a:off x="381000" y="10067925"/>
            <a:ext cx="17526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5F6B77"/>
                </a:solidFill>
                <a:latin typeface="Apple SD Gothic Neo"/>
                <a:ea typeface="Apple SD Gothic Neo"/>
                <a:cs typeface="Apple SD Gothic Neo"/>
              </a:defRPr>
            </a:pPr>
            <a:r>
              <a:rPr sz="1050" b="0">
                <a:solidFill>
                  <a:srgbClr val="5F6B77"/>
                </a:solidFill>
                <a:latin typeface="Apple SD Gothic Neo"/>
                <a:ea typeface="Apple SD Gothic Neo"/>
                <a:cs typeface="Apple SD Gothic Neo"/>
              </a:rPr>
              <a:t>ASR-QA-v6 / P21 기준 / 미실측은 0점이 아님 / 메모리는 예산 가정 / 지역 계산은 다음 장</a:t>
            </a:r>
          </a:p>
        </p:txBody>
      </p:sp>
      <p:sp>
        <p:nvSpPr>
          <p:cNvPr id="41" name="dp45-comparison / legend_continuation_0">
            <a:extLst xmlns:a="http://schemas.openxmlformats.org/drawingml/2006/main">
              <a:ext uri="{FF2B5EF4-FFF2-40B4-BE49-F238E27FC236}">
                <a16:creationId xmlns:a16="http://schemas.microsoft.com/office/drawing/2014/main" id="{9C4B664D-D444-4BC7-B0D6-8AEF8132B3D8}"/>
              </a:ext>
            </a:extLst>
          </p:cNvPr>
          <p:cNvSpPr>
            <a:spLocks xmlns:a="http://schemas.openxmlformats.org/drawingml/2006/main" noGrp="1"/>
          </p:cNvSpPr>
          <p:nvPr/>
        </p:nvSpPr>
        <p:spPr>
          <a:xfrm xmlns:a="http://schemas.openxmlformats.org/drawingml/2006/main">
            <a:off x="447675" y="3257550"/>
            <a:ext cx="819150" cy="42005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2" name="dp45-comparison / legend_continuation_1 / text 1">
            <a:extLst xmlns:a="http://schemas.openxmlformats.org/drawingml/2006/main">
              <a:ext uri="{FF2B5EF4-FFF2-40B4-BE49-F238E27FC236}">
                <a16:creationId xmlns:a16="http://schemas.microsoft.com/office/drawing/2014/main" id="{F6040DA5-6766-46D3-898D-6556F9C25230}"/>
              </a:ext>
            </a:extLst>
          </p:cNvPr>
          <p:cNvSpPr>
            <a:spLocks xmlns:a="http://schemas.openxmlformats.org/drawingml/2006/main" noGrp="1"/>
          </p:cNvSpPr>
          <p:nvPr/>
        </p:nvSpPr>
        <p:spPr>
          <a:xfrm xmlns:a="http://schemas.openxmlformats.org/drawingml/2006/main">
            <a:off x="466725" y="3329559"/>
            <a:ext cx="78105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Legend</a:t>
            </a:r>
          </a:p>
        </p:txBody>
      </p:sp>
      <p:sp>
        <p:nvSpPr>
          <p:cNvPr id="43" name="dp45-comparison / legend_continuation_2">
            <a:extLst xmlns:a="http://schemas.openxmlformats.org/drawingml/2006/main">
              <a:ext uri="{FF2B5EF4-FFF2-40B4-BE49-F238E27FC236}">
                <a16:creationId xmlns:a16="http://schemas.microsoft.com/office/drawing/2014/main" id="{6067826F-FC35-41F1-9EEA-16A922316E98}"/>
              </a:ext>
            </a:extLst>
          </p:cNvPr>
          <p:cNvSpPr>
            <a:spLocks xmlns:a="http://schemas.openxmlformats.org/drawingml/2006/main" noGrp="1"/>
          </p:cNvSpPr>
          <p:nvPr/>
        </p:nvSpPr>
        <p:spPr>
          <a:xfrm xmlns:a="http://schemas.openxmlformats.org/drawingml/2006/main">
            <a:off x="504825" y="3553587"/>
            <a:ext cx="704850" cy="216027"/>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44" name="dp45-comparison / legend_continuation_3 / text 1">
            <a:extLst xmlns:a="http://schemas.openxmlformats.org/drawingml/2006/main">
              <a:ext uri="{FF2B5EF4-FFF2-40B4-BE49-F238E27FC236}">
                <a16:creationId xmlns:a16="http://schemas.microsoft.com/office/drawing/2014/main" id="{F940EF61-C6BA-47CD-8349-50C9C6C83F68}"/>
              </a:ext>
            </a:extLst>
          </p:cNvPr>
          <p:cNvSpPr>
            <a:spLocks xmlns:a="http://schemas.openxmlformats.org/drawingml/2006/main" noGrp="1"/>
          </p:cNvSpPr>
          <p:nvPr/>
        </p:nvSpPr>
        <p:spPr>
          <a:xfrm xmlns:a="http://schemas.openxmlformats.org/drawingml/2006/main">
            <a:off x="590550" y="3609594"/>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Component</a:t>
            </a:r>
          </a:p>
        </p:txBody>
      </p:sp>
      <p:sp>
        <p:nvSpPr>
          <p:cNvPr id="45" name="dp45-comparison / legend_continuation_4 / text 1">
            <a:extLst xmlns:a="http://schemas.openxmlformats.org/drawingml/2006/main">
              <a:ext uri="{FF2B5EF4-FFF2-40B4-BE49-F238E27FC236}">
                <a16:creationId xmlns:a16="http://schemas.microsoft.com/office/drawing/2014/main" id="{8459572A-12F2-4B32-B1D4-B70F9F18C56C}"/>
              </a:ext>
            </a:extLst>
          </p:cNvPr>
          <p:cNvSpPr>
            <a:spLocks xmlns:a="http://schemas.openxmlformats.org/drawingml/2006/main" noGrp="1"/>
          </p:cNvSpPr>
          <p:nvPr/>
        </p:nvSpPr>
        <p:spPr>
          <a:xfrm xmlns:a="http://schemas.openxmlformats.org/drawingml/2006/main">
            <a:off x="514350" y="379361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논리 책임</a:t>
            </a:r>
          </a:p>
        </p:txBody>
      </p:sp>
      <p:sp>
        <p:nvSpPr>
          <p:cNvPr id="46" name="dp45-comparison / legend_continuation_5">
            <a:extLst xmlns:a="http://schemas.openxmlformats.org/drawingml/2006/main">
              <a:ext uri="{FF2B5EF4-FFF2-40B4-BE49-F238E27FC236}">
                <a16:creationId xmlns:a16="http://schemas.microsoft.com/office/drawing/2014/main" id="{9B99842E-F88D-4006-B22B-A57AA5BBC15C}"/>
              </a:ext>
            </a:extLst>
          </p:cNvPr>
          <p:cNvSpPr>
            <a:spLocks xmlns:a="http://schemas.openxmlformats.org/drawingml/2006/main" noGrp="1"/>
          </p:cNvSpPr>
          <p:nvPr/>
        </p:nvSpPr>
        <p:spPr>
          <a:xfrm xmlns:a="http://schemas.openxmlformats.org/drawingml/2006/main">
            <a:off x="504825" y="4025646"/>
            <a:ext cx="704850" cy="216027"/>
          </a:xfrm>
          <a:prstGeom xmlns:a="http://schemas.openxmlformats.org/drawingml/2006/main" prst="roundRect">
            <a:avLst>
              <a:gd name="adj" fmla="val 35273"/>
            </a:avLst>
          </a:prstGeom>
          <a:solidFill xmlns:a="http://schemas.openxmlformats.org/drawingml/2006/main">
            <a:srgbClr val="FFFFFF"/>
          </a:solidFill>
          <a:ln xmlns:a="http://schemas.openxmlformats.org/drawingml/2006/main" w="9525">
            <a:solidFill>
              <a:srgbClr val="000000"/>
            </a:solidFill>
            <a:prstDash val="solid"/>
          </a:ln>
        </p:spPr>
      </p:sp>
      <p:sp>
        <p:nvSpPr>
          <p:cNvPr id="47" name="dp45-comparison / legend_continuation_6 / text 1">
            <a:extLst xmlns:a="http://schemas.openxmlformats.org/drawingml/2006/main">
              <a:ext uri="{FF2B5EF4-FFF2-40B4-BE49-F238E27FC236}">
                <a16:creationId xmlns:a16="http://schemas.microsoft.com/office/drawing/2014/main" id="{749CE019-96E9-433D-8D38-420033E3B35F}"/>
              </a:ext>
            </a:extLst>
          </p:cNvPr>
          <p:cNvSpPr>
            <a:spLocks xmlns:a="http://schemas.openxmlformats.org/drawingml/2006/main" noGrp="1"/>
          </p:cNvSpPr>
          <p:nvPr/>
        </p:nvSpPr>
        <p:spPr>
          <a:xfrm xmlns:a="http://schemas.openxmlformats.org/drawingml/2006/main">
            <a:off x="590550" y="4081653"/>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48" name="dp45-comparison / legend_continuation_7 / text 1">
            <a:extLst xmlns:a="http://schemas.openxmlformats.org/drawingml/2006/main">
              <a:ext uri="{FF2B5EF4-FFF2-40B4-BE49-F238E27FC236}">
                <a16:creationId xmlns:a16="http://schemas.microsoft.com/office/drawing/2014/main" id="{A26ECB5D-7AE4-42BD-AD5F-DE59151AF709}"/>
              </a:ext>
            </a:extLst>
          </p:cNvPr>
          <p:cNvSpPr>
            <a:spLocks xmlns:a="http://schemas.openxmlformats.org/drawingml/2006/main" noGrp="1"/>
          </p:cNvSpPr>
          <p:nvPr/>
        </p:nvSpPr>
        <p:spPr>
          <a:xfrm xmlns:a="http://schemas.openxmlformats.org/drawingml/2006/main">
            <a:off x="514350" y="4265676"/>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내부 구현</a:t>
            </a:r>
          </a:p>
        </p:txBody>
      </p:sp>
      <p:sp>
        <p:nvSpPr>
          <p:cNvPr id="49" name="dp45-comparison / legend_continuation_8">
            <a:extLst xmlns:a="http://schemas.openxmlformats.org/drawingml/2006/main">
              <a:ext uri="{FF2B5EF4-FFF2-40B4-BE49-F238E27FC236}">
                <a16:creationId xmlns:a16="http://schemas.microsoft.com/office/drawing/2014/main" id="{F9B7818B-B2C9-4F43-A1D9-A345C4E7FB7C}"/>
              </a:ext>
            </a:extLst>
          </p:cNvPr>
          <p:cNvSpPr>
            <a:spLocks xmlns:a="http://schemas.openxmlformats.org/drawingml/2006/main" noGrp="1"/>
          </p:cNvSpPr>
          <p:nvPr/>
        </p:nvSpPr>
        <p:spPr>
          <a:xfrm xmlns:a="http://schemas.openxmlformats.org/drawingml/2006/main">
            <a:off x="504825" y="4497705"/>
            <a:ext cx="704850" cy="216027"/>
          </a:xfrm>
          <a:custGeom xmlns:a="http://schemas.openxmlformats.org/drawingml/2006/main">
            <a:pathLst>
              <a:path w="704850" h="216027">
                <a:moveTo>
                  <a:pt x="0" y="0"/>
                </a:moveTo>
                <a:lnTo>
                  <a:pt x="533400" y="0"/>
                </a:lnTo>
                <a:lnTo>
                  <a:pt x="704850" y="171450"/>
                </a:lnTo>
                <a:lnTo>
                  <a:pt x="704850" y="216027"/>
                </a:lnTo>
                <a:lnTo>
                  <a:pt x="0" y="216027"/>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50" name="dp45-comparison / legend_continuation_8 / fold">
            <a:extLst xmlns:a="http://schemas.openxmlformats.org/drawingml/2006/main">
              <a:ext uri="{FF2B5EF4-FFF2-40B4-BE49-F238E27FC236}">
                <a16:creationId xmlns:a16="http://schemas.microsoft.com/office/drawing/2014/main" id="{6A2DC598-18FE-44D6-826F-E3F32DEE6369}"/>
              </a:ext>
            </a:extLst>
          </p:cNvPr>
          <p:cNvSpPr>
            <a:spLocks xmlns:a="http://schemas.openxmlformats.org/drawingml/2006/main" noGrp="1"/>
          </p:cNvSpPr>
          <p:nvPr/>
        </p:nvSpPr>
        <p:spPr>
          <a:xfrm xmlns:a="http://schemas.openxmlformats.org/drawingml/2006/main">
            <a:off x="1038225" y="4497705"/>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51" name="dp45-comparison / legend_continuation_9 / text 1">
            <a:extLst xmlns:a="http://schemas.openxmlformats.org/drawingml/2006/main">
              <a:ext uri="{FF2B5EF4-FFF2-40B4-BE49-F238E27FC236}">
                <a16:creationId xmlns:a16="http://schemas.microsoft.com/office/drawing/2014/main" id="{7C59A7E7-B1D0-4F2F-A8D5-E39CF1C9FCE9}"/>
              </a:ext>
            </a:extLst>
          </p:cNvPr>
          <p:cNvSpPr>
            <a:spLocks xmlns:a="http://schemas.openxmlformats.org/drawingml/2006/main" noGrp="1"/>
          </p:cNvSpPr>
          <p:nvPr/>
        </p:nvSpPr>
        <p:spPr>
          <a:xfrm xmlns:a="http://schemas.openxmlformats.org/drawingml/2006/main">
            <a:off x="523875" y="4553712"/>
            <a:ext cx="666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Data</a:t>
            </a:r>
          </a:p>
        </p:txBody>
      </p:sp>
      <p:sp>
        <p:nvSpPr>
          <p:cNvPr id="52" name="dp45-comparison / legend_continuation_10 / text 1">
            <a:extLst xmlns:a="http://schemas.openxmlformats.org/drawingml/2006/main">
              <a:ext uri="{FF2B5EF4-FFF2-40B4-BE49-F238E27FC236}">
                <a16:creationId xmlns:a16="http://schemas.microsoft.com/office/drawing/2014/main" id="{DF3AD842-9DBB-40B5-8159-7E5CBCF44355}"/>
              </a:ext>
            </a:extLst>
          </p:cNvPr>
          <p:cNvSpPr>
            <a:spLocks xmlns:a="http://schemas.openxmlformats.org/drawingml/2006/main" noGrp="1"/>
          </p:cNvSpPr>
          <p:nvPr/>
        </p:nvSpPr>
        <p:spPr>
          <a:xfrm xmlns:a="http://schemas.openxmlformats.org/drawingml/2006/main">
            <a:off x="514350" y="4737735"/>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교환 예시</a:t>
            </a:r>
          </a:p>
        </p:txBody>
      </p:sp>
      <p:sp>
        <p:nvSpPr>
          <p:cNvPr id="53" name="dp45-comparison / legend_continuation_11">
            <a:extLst xmlns:a="http://schemas.openxmlformats.org/drawingml/2006/main">
              <a:ext uri="{FF2B5EF4-FFF2-40B4-BE49-F238E27FC236}">
                <a16:creationId xmlns:a16="http://schemas.microsoft.com/office/drawing/2014/main" id="{06A3214A-6E8B-4C37-9A5E-54DF4395B3D1}"/>
              </a:ext>
            </a:extLst>
          </p:cNvPr>
          <p:cNvSpPr>
            <a:spLocks xmlns:a="http://schemas.openxmlformats.org/drawingml/2006/main" noGrp="1"/>
          </p:cNvSpPr>
          <p:nvPr/>
        </p:nvSpPr>
        <p:spPr>
          <a:xfrm xmlns:a="http://schemas.openxmlformats.org/drawingml/2006/main">
            <a:off x="504825" y="4961763"/>
            <a:ext cx="704850" cy="216027"/>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54" name="dp45-comparison / legend_continuation_12 / text 1">
            <a:extLst xmlns:a="http://schemas.openxmlformats.org/drawingml/2006/main">
              <a:ext uri="{FF2B5EF4-FFF2-40B4-BE49-F238E27FC236}">
                <a16:creationId xmlns:a16="http://schemas.microsoft.com/office/drawing/2014/main" id="{99A96383-C66B-409B-A0D9-EAE082A889BF}"/>
              </a:ext>
            </a:extLst>
          </p:cNvPr>
          <p:cNvSpPr>
            <a:spLocks xmlns:a="http://schemas.openxmlformats.org/drawingml/2006/main" noGrp="1"/>
          </p:cNvSpPr>
          <p:nvPr/>
        </p:nvSpPr>
        <p:spPr>
          <a:xfrm xmlns:a="http://schemas.openxmlformats.org/drawingml/2006/main">
            <a:off x="590550" y="5017770"/>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LLM</a:t>
            </a:r>
          </a:p>
        </p:txBody>
      </p:sp>
      <p:sp>
        <p:nvSpPr>
          <p:cNvPr id="55" name="dp45-comparison / legend_continuation_13 / text 1">
            <a:extLst xmlns:a="http://schemas.openxmlformats.org/drawingml/2006/main">
              <a:ext uri="{FF2B5EF4-FFF2-40B4-BE49-F238E27FC236}">
                <a16:creationId xmlns:a16="http://schemas.microsoft.com/office/drawing/2014/main" id="{7C0CE6FF-7DCC-48E7-9314-5556A09947E7}"/>
              </a:ext>
            </a:extLst>
          </p:cNvPr>
          <p:cNvSpPr>
            <a:spLocks xmlns:a="http://schemas.openxmlformats.org/drawingml/2006/main" noGrp="1"/>
          </p:cNvSpPr>
          <p:nvPr/>
        </p:nvSpPr>
        <p:spPr>
          <a:xfrm xmlns:a="http://schemas.openxmlformats.org/drawingml/2006/main">
            <a:off x="514350" y="5201793"/>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외부 모델</a:t>
            </a:r>
          </a:p>
        </p:txBody>
      </p:sp>
      <p:sp>
        <p:nvSpPr>
          <p:cNvPr id="56" name="dp45-comparison / legend_continuation_14">
            <a:extLst xmlns:a="http://schemas.openxmlformats.org/drawingml/2006/main">
              <a:ext uri="{FF2B5EF4-FFF2-40B4-BE49-F238E27FC236}">
                <a16:creationId xmlns:a16="http://schemas.microsoft.com/office/drawing/2014/main" id="{A0051BEC-CAD5-416A-B223-2B7ADCE2E507}"/>
              </a:ext>
            </a:extLst>
          </p:cNvPr>
          <p:cNvSpPr>
            <a:spLocks xmlns:a="http://schemas.openxmlformats.org/drawingml/2006/main" noGrp="1"/>
          </p:cNvSpPr>
          <p:nvPr/>
        </p:nvSpPr>
        <p:spPr>
          <a:xfrm xmlns:a="http://schemas.openxmlformats.org/drawingml/2006/main">
            <a:off x="504825" y="5433822"/>
            <a:ext cx="704850" cy="216027"/>
          </a:xfrm>
          <a:prstGeom xmlns:a="http://schemas.openxmlformats.org/drawingml/2006/main" prst="roundRect">
            <a:avLst>
              <a:gd name="adj" fmla="val 35273"/>
            </a:avLst>
          </a:prstGeom>
          <a:solidFill xmlns:a="http://schemas.openxmlformats.org/drawingml/2006/main">
            <a:srgbClr val="FFF0DD"/>
          </a:solidFill>
          <a:ln xmlns:a="http://schemas.openxmlformats.org/drawingml/2006/main" w="9525">
            <a:solidFill>
              <a:srgbClr val="B8753F"/>
            </a:solidFill>
            <a:prstDash val="solid"/>
          </a:ln>
        </p:spPr>
      </p:sp>
      <p:sp>
        <p:nvSpPr>
          <p:cNvPr id="57" name="dp45-comparison / legend_continuation_15 / text 1">
            <a:extLst xmlns:a="http://schemas.openxmlformats.org/drawingml/2006/main">
              <a:ext uri="{FF2B5EF4-FFF2-40B4-BE49-F238E27FC236}">
                <a16:creationId xmlns:a16="http://schemas.microsoft.com/office/drawing/2014/main" id="{B79E5CFA-6773-4595-81EC-D9FF7EF37BC4}"/>
              </a:ext>
            </a:extLst>
          </p:cNvPr>
          <p:cNvSpPr>
            <a:spLocks xmlns:a="http://schemas.openxmlformats.org/drawingml/2006/main" noGrp="1"/>
          </p:cNvSpPr>
          <p:nvPr/>
        </p:nvSpPr>
        <p:spPr>
          <a:xfrm xmlns:a="http://schemas.openxmlformats.org/drawingml/2006/main">
            <a:off x="590550" y="5489829"/>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1">
                <a:solidFill>
                  <a:srgbClr val="000000"/>
                </a:solidFill>
                <a:latin typeface="Apple SD Gothic Neo"/>
                <a:ea typeface="Apple SD Gothic Neo"/>
                <a:cs typeface="Apple SD Gothic Neo"/>
              </a:defRPr>
            </a:pPr>
            <a:r>
              <a:rPr sz="750" b="1">
                <a:solidFill>
                  <a:srgbClr val="000000"/>
                </a:solidFill>
                <a:latin typeface="Apple SD Gothic Neo"/>
                <a:ea typeface="Apple SD Gothic Neo"/>
                <a:cs typeface="Apple SD Gothic Neo"/>
              </a:rPr>
              <a:t>Module</a:t>
            </a:r>
          </a:p>
        </p:txBody>
      </p:sp>
      <p:sp>
        <p:nvSpPr>
          <p:cNvPr id="58" name="dp45-comparison / legend_continuation_16 / text 1">
            <a:extLst xmlns:a="http://schemas.openxmlformats.org/drawingml/2006/main">
              <a:ext uri="{FF2B5EF4-FFF2-40B4-BE49-F238E27FC236}">
                <a16:creationId xmlns:a16="http://schemas.microsoft.com/office/drawing/2014/main" id="{76959A61-0B29-41A2-99F5-5B12CBAD5C0F}"/>
              </a:ext>
            </a:extLst>
          </p:cNvPr>
          <p:cNvSpPr>
            <a:spLocks xmlns:a="http://schemas.openxmlformats.org/drawingml/2006/main" noGrp="1"/>
          </p:cNvSpPr>
          <p:nvPr/>
        </p:nvSpPr>
        <p:spPr>
          <a:xfrm xmlns:a="http://schemas.openxmlformats.org/drawingml/2006/main">
            <a:off x="514350" y="5673852"/>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차이: 살구색</a:t>
            </a:r>
          </a:p>
        </p:txBody>
      </p:sp>
      <p:sp>
        <p:nvSpPr>
          <p:cNvPr id="59" name="dp45-comparison / legend_continuation_17">
            <a:extLst xmlns:a="http://schemas.openxmlformats.org/drawingml/2006/main">
              <a:ext uri="{FF2B5EF4-FFF2-40B4-BE49-F238E27FC236}">
                <a16:creationId xmlns:a16="http://schemas.microsoft.com/office/drawing/2014/main" id="{AD5825EF-8259-4EFD-908D-D5B57314F3B3}"/>
              </a:ext>
            </a:extLst>
          </p:cNvPr>
          <p:cNvSpPr>
            <a:spLocks xmlns:a="http://schemas.openxmlformats.org/drawingml/2006/main" noGrp="1"/>
          </p:cNvSpPr>
          <p:nvPr/>
        </p:nvSpPr>
        <p:spPr>
          <a:xfrm xmlns:a="http://schemas.openxmlformats.org/drawingml/2006/main">
            <a:off x="504825" y="5865876"/>
            <a:ext cx="704850" cy="216027"/>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60" name="dp45-comparison / legend_continuation_18 / text 1">
            <a:extLst xmlns:a="http://schemas.openxmlformats.org/drawingml/2006/main">
              <a:ext uri="{FF2B5EF4-FFF2-40B4-BE49-F238E27FC236}">
                <a16:creationId xmlns:a16="http://schemas.microsoft.com/office/drawing/2014/main" id="{4BBD1DF9-4F93-4453-A6BA-6DA8846A9CE6}"/>
              </a:ext>
            </a:extLst>
          </p:cNvPr>
          <p:cNvSpPr>
            <a:spLocks xmlns:a="http://schemas.openxmlformats.org/drawingml/2006/main" noGrp="1"/>
          </p:cNvSpPr>
          <p:nvPr/>
        </p:nvSpPr>
        <p:spPr>
          <a:xfrm xmlns:a="http://schemas.openxmlformats.org/drawingml/2006/main">
            <a:off x="590550" y="5961888"/>
            <a:ext cx="5334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750" b="0">
                <a:solidFill>
                  <a:srgbClr val="18232E"/>
                </a:solidFill>
                <a:latin typeface="Apple SD Gothic Neo"/>
                <a:ea typeface="Apple SD Gothic Neo"/>
                <a:cs typeface="Apple SD Gothic Neo"/>
              </a:defRPr>
            </a:pPr>
            <a:r>
              <a:rPr sz="750" b="0">
                <a:solidFill>
                  <a:srgbClr val="18232E"/>
                </a:solidFill>
                <a:latin typeface="Apple SD Gothic Neo"/>
                <a:ea typeface="Apple SD Gothic Neo"/>
                <a:cs typeface="Apple SD Gothic Neo"/>
              </a:rPr>
              <a:t>State</a:t>
            </a:r>
          </a:p>
        </p:txBody>
      </p:sp>
      <p:sp>
        <p:nvSpPr>
          <p:cNvPr id="61" name="dp45-comparison / legend_continuation_19 / text 1">
            <a:extLst xmlns:a="http://schemas.openxmlformats.org/drawingml/2006/main">
              <a:ext uri="{FF2B5EF4-FFF2-40B4-BE49-F238E27FC236}">
                <a16:creationId xmlns:a16="http://schemas.microsoft.com/office/drawing/2014/main" id="{D9C483BC-6BD6-418C-A531-40016459E995}"/>
              </a:ext>
            </a:extLst>
          </p:cNvPr>
          <p:cNvSpPr>
            <a:spLocks xmlns:a="http://schemas.openxmlformats.org/drawingml/2006/main" noGrp="1"/>
          </p:cNvSpPr>
          <p:nvPr/>
        </p:nvSpPr>
        <p:spPr>
          <a:xfrm xmlns:a="http://schemas.openxmlformats.org/drawingml/2006/main">
            <a:off x="514350" y="6113907"/>
            <a:ext cx="7239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소유 상태</a:t>
            </a:r>
          </a:p>
        </p:txBody>
      </p:sp>
      <p:sp>
        <p:nvSpPr>
          <p:cNvPr id="62" name="dp45-comparison / legend_continuation_20 / path">
            <a:extLst xmlns:a="http://schemas.openxmlformats.org/drawingml/2006/main">
              <a:ext uri="{FF2B5EF4-FFF2-40B4-BE49-F238E27FC236}">
                <a16:creationId xmlns:a16="http://schemas.microsoft.com/office/drawing/2014/main" id="{844F7EA7-2281-4D35-A5BB-1750CE149AE5}"/>
              </a:ext>
            </a:extLst>
          </p:cNvPr>
          <p:cNvSpPr>
            <a:spLocks xmlns:a="http://schemas.openxmlformats.org/drawingml/2006/main" noGrp="1"/>
          </p:cNvSpPr>
          <p:nvPr/>
        </p:nvSpPr>
        <p:spPr>
          <a:xfrm xmlns:a="http://schemas.openxmlformats.org/drawingml/2006/main">
            <a:off x="514350" y="6345936"/>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solid"/>
          </a:ln>
        </p:spPr>
      </p:sp>
      <p:sp>
        <p:nvSpPr>
          <p:cNvPr id="63" name="dp45-comparison / legend_continuation_20 / arrow">
            <a:extLst xmlns:a="http://schemas.openxmlformats.org/drawingml/2006/main">
              <a:ext uri="{FF2B5EF4-FFF2-40B4-BE49-F238E27FC236}">
                <a16:creationId xmlns:a16="http://schemas.microsoft.com/office/drawing/2014/main" id="{446AE336-7F9B-430A-B559-F1D32EDFA2AF}"/>
              </a:ext>
            </a:extLst>
          </p:cNvPr>
          <p:cNvSpPr>
            <a:spLocks xmlns:a="http://schemas.openxmlformats.org/drawingml/2006/main" noGrp="1"/>
          </p:cNvSpPr>
          <p:nvPr/>
        </p:nvSpPr>
        <p:spPr>
          <a:xfrm xmlns:a="http://schemas.openxmlformats.org/drawingml/2006/main">
            <a:off x="837819" y="6312408"/>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4" name="dp45-comparison / legend_continuation_21 / text 1">
            <a:extLst xmlns:a="http://schemas.openxmlformats.org/drawingml/2006/main">
              <a:ext uri="{FF2B5EF4-FFF2-40B4-BE49-F238E27FC236}">
                <a16:creationId xmlns:a16="http://schemas.microsoft.com/office/drawing/2014/main" id="{986E9A34-39D8-4D43-A561-4BAF6C183EAA}"/>
              </a:ext>
            </a:extLst>
          </p:cNvPr>
          <p:cNvSpPr>
            <a:spLocks xmlns:a="http://schemas.openxmlformats.org/drawingml/2006/main" noGrp="1"/>
          </p:cNvSpPr>
          <p:nvPr/>
        </p:nvSpPr>
        <p:spPr>
          <a:xfrm xmlns:a="http://schemas.openxmlformats.org/drawingml/2006/main">
            <a:off x="962025" y="6289929"/>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요청</a:t>
            </a:r>
          </a:p>
        </p:txBody>
      </p:sp>
      <p:sp>
        <p:nvSpPr>
          <p:cNvPr id="65" name="dp45-comparison / legend_continuation_22 / path">
            <a:extLst xmlns:a="http://schemas.openxmlformats.org/drawingml/2006/main">
              <a:ext uri="{FF2B5EF4-FFF2-40B4-BE49-F238E27FC236}">
                <a16:creationId xmlns:a16="http://schemas.microsoft.com/office/drawing/2014/main" id="{DF96F52B-4496-4F22-9802-B457657D88D1}"/>
              </a:ext>
            </a:extLst>
          </p:cNvPr>
          <p:cNvSpPr>
            <a:spLocks xmlns:a="http://schemas.openxmlformats.org/drawingml/2006/main" noGrp="1"/>
          </p:cNvSpPr>
          <p:nvPr/>
        </p:nvSpPr>
        <p:spPr>
          <a:xfrm xmlns:a="http://schemas.openxmlformats.org/drawingml/2006/main">
            <a:off x="514350" y="6513957"/>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10478">
            <a:solidFill>
              <a:srgbClr val="000000"/>
            </a:solidFill>
            <a:prstDash val="dash"/>
          </a:ln>
        </p:spPr>
      </p:sp>
      <p:sp>
        <p:nvSpPr>
          <p:cNvPr id="66" name="dp45-comparison / legend_continuation_22 / arrow">
            <a:extLst xmlns:a="http://schemas.openxmlformats.org/drawingml/2006/main">
              <a:ext uri="{FF2B5EF4-FFF2-40B4-BE49-F238E27FC236}">
                <a16:creationId xmlns:a16="http://schemas.microsoft.com/office/drawing/2014/main" id="{3F83018E-A48E-4FF4-BEDE-5BE0A853F241}"/>
              </a:ext>
            </a:extLst>
          </p:cNvPr>
          <p:cNvSpPr>
            <a:spLocks xmlns:a="http://schemas.openxmlformats.org/drawingml/2006/main" noGrp="1"/>
          </p:cNvSpPr>
          <p:nvPr/>
        </p:nvSpPr>
        <p:spPr>
          <a:xfrm xmlns:a="http://schemas.openxmlformats.org/drawingml/2006/main">
            <a:off x="837819" y="6480429"/>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67" name="dp45-comparison / legend_continuation_23 / text 1">
            <a:extLst xmlns:a="http://schemas.openxmlformats.org/drawingml/2006/main">
              <a:ext uri="{FF2B5EF4-FFF2-40B4-BE49-F238E27FC236}">
                <a16:creationId xmlns:a16="http://schemas.microsoft.com/office/drawing/2014/main" id="{F8881E7C-681B-4AA5-9132-86695694CCDE}"/>
              </a:ext>
            </a:extLst>
          </p:cNvPr>
          <p:cNvSpPr>
            <a:spLocks xmlns:a="http://schemas.openxmlformats.org/drawingml/2006/main" noGrp="1"/>
          </p:cNvSpPr>
          <p:nvPr/>
        </p:nvSpPr>
        <p:spPr>
          <a:xfrm xmlns:a="http://schemas.openxmlformats.org/drawingml/2006/main">
            <a:off x="962025" y="6457950"/>
            <a:ext cx="28575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반환</a:t>
            </a:r>
          </a:p>
        </p:txBody>
      </p:sp>
      <p:sp>
        <p:nvSpPr>
          <p:cNvPr id="68" name="dp45-comparison / legend_continuation_24 / text 1">
            <a:extLst xmlns:a="http://schemas.openxmlformats.org/drawingml/2006/main">
              <a:ext uri="{FF2B5EF4-FFF2-40B4-BE49-F238E27FC236}">
                <a16:creationId xmlns:a16="http://schemas.microsoft.com/office/drawing/2014/main" id="{336D6C12-8F72-4AF1-8596-EA07E569E44E}"/>
              </a:ext>
            </a:extLst>
          </p:cNvPr>
          <p:cNvSpPr>
            <a:spLocks xmlns:a="http://schemas.openxmlformats.org/drawingml/2006/main" noGrp="1"/>
          </p:cNvSpPr>
          <p:nvPr/>
        </p:nvSpPr>
        <p:spPr>
          <a:xfrm xmlns:a="http://schemas.openxmlformats.org/drawingml/2006/main">
            <a:off x="514350" y="6721983"/>
            <a:ext cx="7239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아래: 순서도</a:t>
            </a:r>
          </a:p>
        </p:txBody>
      </p:sp>
      <p:sp>
        <p:nvSpPr>
          <p:cNvPr id="69" name="dp45-comparison / legend_continuation_25">
            <a:extLst xmlns:a="http://schemas.openxmlformats.org/drawingml/2006/main">
              <a:ext uri="{FF2B5EF4-FFF2-40B4-BE49-F238E27FC236}">
                <a16:creationId xmlns:a16="http://schemas.microsoft.com/office/drawing/2014/main" id="{A1D5678D-835C-4EED-B16E-97D1BE8086FE}"/>
              </a:ext>
            </a:extLst>
          </p:cNvPr>
          <p:cNvSpPr>
            <a:spLocks xmlns:a="http://schemas.openxmlformats.org/drawingml/2006/main" noGrp="1"/>
          </p:cNvSpPr>
          <p:nvPr/>
        </p:nvSpPr>
        <p:spPr>
          <a:xfrm xmlns:a="http://schemas.openxmlformats.org/drawingml/2006/main">
            <a:off x="504825" y="6898005"/>
            <a:ext cx="285750" cy="144018"/>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0" name="dp45-comparison / legend_continuation_26 / text 1">
            <a:extLst xmlns:a="http://schemas.openxmlformats.org/drawingml/2006/main">
              <a:ext uri="{FF2B5EF4-FFF2-40B4-BE49-F238E27FC236}">
                <a16:creationId xmlns:a16="http://schemas.microsoft.com/office/drawing/2014/main" id="{203CC53E-9E99-40E5-8047-1523DE84F0AC}"/>
              </a:ext>
            </a:extLst>
          </p:cNvPr>
          <p:cNvSpPr>
            <a:spLocks xmlns:a="http://schemas.openxmlformats.org/drawingml/2006/main" noGrp="1"/>
          </p:cNvSpPr>
          <p:nvPr/>
        </p:nvSpPr>
        <p:spPr>
          <a:xfrm xmlns:a="http://schemas.openxmlformats.org/drawingml/2006/main">
            <a:off x="590550" y="6918008"/>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1" name="dp45-comparison / legend_continuation_27 / text 1">
            <a:extLst xmlns:a="http://schemas.openxmlformats.org/drawingml/2006/main">
              <a:ext uri="{FF2B5EF4-FFF2-40B4-BE49-F238E27FC236}">
                <a16:creationId xmlns:a16="http://schemas.microsoft.com/office/drawing/2014/main" id="{D415AF75-1B81-40AB-8226-E2D720C87E9A}"/>
              </a:ext>
            </a:extLst>
          </p:cNvPr>
          <p:cNvSpPr>
            <a:spLocks xmlns:a="http://schemas.openxmlformats.org/drawingml/2006/main" noGrp="1"/>
          </p:cNvSpPr>
          <p:nvPr/>
        </p:nvSpPr>
        <p:spPr>
          <a:xfrm xmlns:a="http://schemas.openxmlformats.org/drawingml/2006/main">
            <a:off x="847725" y="6922008"/>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동작</a:t>
            </a:r>
          </a:p>
        </p:txBody>
      </p:sp>
      <p:sp>
        <p:nvSpPr>
          <p:cNvPr id="72" name="dp45-comparison / legend_continuation_28">
            <a:extLst xmlns:a="http://schemas.openxmlformats.org/drawingml/2006/main">
              <a:ext uri="{FF2B5EF4-FFF2-40B4-BE49-F238E27FC236}">
                <a16:creationId xmlns:a16="http://schemas.microsoft.com/office/drawing/2014/main" id="{BD7E38DE-0267-43B3-B646-2DB1611BF3B8}"/>
              </a:ext>
            </a:extLst>
          </p:cNvPr>
          <p:cNvSpPr>
            <a:spLocks xmlns:a="http://schemas.openxmlformats.org/drawingml/2006/main" noGrp="1"/>
          </p:cNvSpPr>
          <p:nvPr/>
        </p:nvSpPr>
        <p:spPr>
          <a:xfrm xmlns:a="http://schemas.openxmlformats.org/drawingml/2006/main">
            <a:off x="504825" y="7162038"/>
            <a:ext cx="285750" cy="144018"/>
          </a:xfrm>
          <a:prstGeom xmlns:a="http://schemas.openxmlformats.org/drawingml/2006/main" prst="diamond">
            <a:avLst/>
          </a:prstGeom>
          <a:solidFill xmlns:a="http://schemas.openxmlformats.org/drawingml/2006/main">
            <a:srgbClr val="FFFFFF"/>
          </a:solidFill>
          <a:ln xmlns:a="http://schemas.openxmlformats.org/drawingml/2006/main" w="9525">
            <a:solidFill>
              <a:srgbClr val="000000"/>
            </a:solidFill>
            <a:prstDash val="solid"/>
          </a:ln>
        </p:spPr>
      </p:sp>
      <p:sp>
        <p:nvSpPr>
          <p:cNvPr id="73" name="dp45-comparison / legend_continuation_29 / text 1">
            <a:extLst xmlns:a="http://schemas.openxmlformats.org/drawingml/2006/main">
              <a:ext uri="{FF2B5EF4-FFF2-40B4-BE49-F238E27FC236}">
                <a16:creationId xmlns:a16="http://schemas.microsoft.com/office/drawing/2014/main" id="{F564EB89-5B7A-4AAB-B70B-9E44115DABCB}"/>
              </a:ext>
            </a:extLst>
          </p:cNvPr>
          <p:cNvSpPr>
            <a:spLocks xmlns:a="http://schemas.openxmlformats.org/drawingml/2006/main" noGrp="1"/>
          </p:cNvSpPr>
          <p:nvPr/>
        </p:nvSpPr>
        <p:spPr>
          <a:xfrm xmlns:a="http://schemas.openxmlformats.org/drawingml/2006/main">
            <a:off x="590550" y="7182041"/>
            <a:ext cx="1143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74" name="dp45-comparison / legend_continuation_30 / text 1">
            <a:extLst xmlns:a="http://schemas.openxmlformats.org/drawingml/2006/main">
              <a:ext uri="{FF2B5EF4-FFF2-40B4-BE49-F238E27FC236}">
                <a16:creationId xmlns:a16="http://schemas.microsoft.com/office/drawing/2014/main" id="{37896095-FA61-4971-A7BC-5999024AF08D}"/>
              </a:ext>
            </a:extLst>
          </p:cNvPr>
          <p:cNvSpPr>
            <a:spLocks xmlns:a="http://schemas.openxmlformats.org/drawingml/2006/main" noGrp="1"/>
          </p:cNvSpPr>
          <p:nvPr/>
        </p:nvSpPr>
        <p:spPr>
          <a:xfrm xmlns:a="http://schemas.openxmlformats.org/drawingml/2006/main">
            <a:off x="847725" y="7186041"/>
            <a:ext cx="333375"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분기</a:t>
            </a:r>
          </a:p>
        </p:txBody>
      </p:sp>
      <p:sp>
        <p:nvSpPr>
          <p:cNvPr id="75" name="dp45-comparison / n72">
            <a:extLst xmlns:a="http://schemas.openxmlformats.org/drawingml/2006/main">
              <a:ext uri="{FF2B5EF4-FFF2-40B4-BE49-F238E27FC236}">
                <a16:creationId xmlns:a16="http://schemas.microsoft.com/office/drawing/2014/main" id="{EDBB8967-FD66-4E9E-B26E-D21496D69EEA}"/>
              </a:ext>
            </a:extLst>
          </p:cNvPr>
          <p:cNvSpPr>
            <a:spLocks xmlns:a="http://schemas.openxmlformats.org/drawingml/2006/main" noGrp="1"/>
          </p:cNvSpPr>
          <p:nvPr/>
        </p:nvSpPr>
        <p:spPr>
          <a:xfrm xmlns:a="http://schemas.openxmlformats.org/drawingml/2006/main">
            <a:off x="1666875" y="2409825"/>
            <a:ext cx="23812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6" name="dp45-comparison / n73 / text 1">
            <a:extLst xmlns:a="http://schemas.openxmlformats.org/drawingml/2006/main">
              <a:ext uri="{FF2B5EF4-FFF2-40B4-BE49-F238E27FC236}">
                <a16:creationId xmlns:a16="http://schemas.microsoft.com/office/drawing/2014/main" id="{6AE6E6EB-6D0E-4FAF-A359-A3E841E45BB8}"/>
              </a:ext>
            </a:extLst>
          </p:cNvPr>
          <p:cNvSpPr>
            <a:spLocks xmlns:a="http://schemas.openxmlformats.org/drawingml/2006/main" noGrp="1"/>
          </p:cNvSpPr>
          <p:nvPr/>
        </p:nvSpPr>
        <p:spPr>
          <a:xfrm xmlns:a="http://schemas.openxmlformats.org/drawingml/2006/main">
            <a:off x="1752600" y="2456974"/>
            <a:ext cx="22098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Request Interpreter</a:t>
            </a:r>
          </a:p>
        </p:txBody>
      </p:sp>
      <p:sp>
        <p:nvSpPr>
          <p:cNvPr id="77" name="dp45-comparison / n74">
            <a:extLst xmlns:a="http://schemas.openxmlformats.org/drawingml/2006/main">
              <a:ext uri="{FF2B5EF4-FFF2-40B4-BE49-F238E27FC236}">
                <a16:creationId xmlns:a16="http://schemas.microsoft.com/office/drawing/2014/main" id="{B881AE6B-F1CC-4C91-81D3-64F8C1002B30}"/>
              </a:ext>
            </a:extLst>
          </p:cNvPr>
          <p:cNvSpPr>
            <a:spLocks xmlns:a="http://schemas.openxmlformats.org/drawingml/2006/main" noGrp="1"/>
          </p:cNvSpPr>
          <p:nvPr/>
        </p:nvSpPr>
        <p:spPr>
          <a:xfrm xmlns:a="http://schemas.openxmlformats.org/drawingml/2006/main">
            <a:off x="4572000" y="2409825"/>
            <a:ext cx="2238375"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78" name="dp45-comparison / n75 / text 1">
            <a:extLst xmlns:a="http://schemas.openxmlformats.org/drawingml/2006/main">
              <a:ext uri="{FF2B5EF4-FFF2-40B4-BE49-F238E27FC236}">
                <a16:creationId xmlns:a16="http://schemas.microsoft.com/office/drawing/2014/main" id="{6F95E305-E8C6-41A9-A268-B0B295869025}"/>
              </a:ext>
            </a:extLst>
          </p:cNvPr>
          <p:cNvSpPr>
            <a:spLocks xmlns:a="http://schemas.openxmlformats.org/drawingml/2006/main" noGrp="1"/>
          </p:cNvSpPr>
          <p:nvPr/>
        </p:nvSpPr>
        <p:spPr>
          <a:xfrm xmlns:a="http://schemas.openxmlformats.org/drawingml/2006/main">
            <a:off x="4657725" y="2456974"/>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Response Manager</a:t>
            </a:r>
          </a:p>
        </p:txBody>
      </p:sp>
      <p:sp>
        <p:nvSpPr>
          <p:cNvPr id="79" name="dp45-comparison / n76">
            <a:extLst xmlns:a="http://schemas.openxmlformats.org/drawingml/2006/main">
              <a:ext uri="{FF2B5EF4-FFF2-40B4-BE49-F238E27FC236}">
                <a16:creationId xmlns:a16="http://schemas.microsoft.com/office/drawing/2014/main" id="{29FFA2A9-4E94-4EAA-A7F7-00C06F0CD3A8}"/>
              </a:ext>
            </a:extLst>
          </p:cNvPr>
          <p:cNvSpPr>
            <a:spLocks xmlns:a="http://schemas.openxmlformats.org/drawingml/2006/main" noGrp="1"/>
          </p:cNvSpPr>
          <p:nvPr/>
        </p:nvSpPr>
        <p:spPr>
          <a:xfrm xmlns:a="http://schemas.openxmlformats.org/drawingml/2006/main">
            <a:off x="7096125" y="2409825"/>
            <a:ext cx="21907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80" name="dp45-comparison / n77 / text 1">
            <a:extLst xmlns:a="http://schemas.openxmlformats.org/drawingml/2006/main">
              <a:ext uri="{FF2B5EF4-FFF2-40B4-BE49-F238E27FC236}">
                <a16:creationId xmlns:a16="http://schemas.microsoft.com/office/drawing/2014/main" id="{795AA238-0EDD-4DEE-A01C-700065189F3D}"/>
              </a:ext>
            </a:extLst>
          </p:cNvPr>
          <p:cNvSpPr>
            <a:spLocks xmlns:a="http://schemas.openxmlformats.org/drawingml/2006/main" noGrp="1"/>
          </p:cNvSpPr>
          <p:nvPr/>
        </p:nvSpPr>
        <p:spPr>
          <a:xfrm xmlns:a="http://schemas.openxmlformats.org/drawingml/2006/main">
            <a:off x="7181850" y="2450783"/>
            <a:ext cx="2019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Task Manager</a:t>
            </a:r>
          </a:p>
        </p:txBody>
      </p:sp>
      <p:sp>
        <p:nvSpPr>
          <p:cNvPr id="81" name="dp45-comparison / n88">
            <a:extLst xmlns:a="http://schemas.openxmlformats.org/drawingml/2006/main">
              <a:ext uri="{FF2B5EF4-FFF2-40B4-BE49-F238E27FC236}">
                <a16:creationId xmlns:a16="http://schemas.microsoft.com/office/drawing/2014/main" id="{862E52BA-81D8-4D83-849D-7B83456D1F2C}"/>
              </a:ext>
            </a:extLst>
          </p:cNvPr>
          <p:cNvSpPr>
            <a:spLocks xmlns:a="http://schemas.openxmlformats.org/drawingml/2006/main" noGrp="1"/>
          </p:cNvSpPr>
          <p:nvPr/>
        </p:nvSpPr>
        <p:spPr>
          <a:xfrm xmlns:a="http://schemas.openxmlformats.org/drawingml/2006/main">
            <a:off x="1571625" y="3276600"/>
            <a:ext cx="7715250" cy="27051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82" name="dp45-comparison / n89 / text 1">
            <a:extLst xmlns:a="http://schemas.openxmlformats.org/drawingml/2006/main">
              <a:ext uri="{FF2B5EF4-FFF2-40B4-BE49-F238E27FC236}">
                <a16:creationId xmlns:a16="http://schemas.microsoft.com/office/drawing/2014/main" id="{77E66E14-8BEA-4853-860A-FFBDB90BC006}"/>
              </a:ext>
            </a:extLst>
          </p:cNvPr>
          <p:cNvSpPr>
            <a:spLocks xmlns:a="http://schemas.openxmlformats.org/drawingml/2006/main" noGrp="1"/>
          </p:cNvSpPr>
          <p:nvPr/>
        </p:nvSpPr>
        <p:spPr>
          <a:xfrm xmlns:a="http://schemas.openxmlformats.org/drawingml/2006/main">
            <a:off x="1695450" y="3371850"/>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Context Manager</a:t>
            </a:r>
          </a:p>
        </p:txBody>
      </p:sp>
      <p:sp>
        <p:nvSpPr>
          <p:cNvPr id="83" name="dp45-comparison / n90">
            <a:extLst xmlns:a="http://schemas.openxmlformats.org/drawingml/2006/main">
              <a:ext uri="{FF2B5EF4-FFF2-40B4-BE49-F238E27FC236}">
                <a16:creationId xmlns:a16="http://schemas.microsoft.com/office/drawing/2014/main" id="{79DAEF86-897A-4228-8FA2-997CC4CCCAE6}"/>
              </a:ext>
            </a:extLst>
          </p:cNvPr>
          <p:cNvSpPr>
            <a:spLocks xmlns:a="http://schemas.openxmlformats.org/drawingml/2006/main" noGrp="1"/>
          </p:cNvSpPr>
          <p:nvPr/>
        </p:nvSpPr>
        <p:spPr>
          <a:xfrm xmlns:a="http://schemas.openxmlformats.org/drawingml/2006/main">
            <a:off x="1857375" y="3752850"/>
            <a:ext cx="2571750" cy="361950"/>
          </a:xfrm>
          <a:prstGeom xmlns:a="http://schemas.openxmlformats.org/drawingml/2006/main" prst="roundRect">
            <a:avLst>
              <a:gd name="adj" fmla="val 21053"/>
            </a:avLst>
          </a:prstGeom>
          <a:solidFill xmlns:a="http://schemas.openxmlformats.org/drawingml/2006/main">
            <a:srgbClr val="FFF0DD"/>
          </a:solidFill>
          <a:ln xmlns:a="http://schemas.openxmlformats.org/drawingml/2006/main" w="17145">
            <a:solidFill>
              <a:srgbClr val="B8753F"/>
            </a:solidFill>
            <a:prstDash val="solid"/>
          </a:ln>
        </p:spPr>
      </p:sp>
      <p:sp>
        <p:nvSpPr>
          <p:cNvPr id="84" name="dp45-comparison / n91 / text 1">
            <a:extLst xmlns:a="http://schemas.openxmlformats.org/drawingml/2006/main">
              <a:ext uri="{FF2B5EF4-FFF2-40B4-BE49-F238E27FC236}">
                <a16:creationId xmlns:a16="http://schemas.microsoft.com/office/drawing/2014/main" id="{96388BE6-5002-4E1C-BA98-BCAC4860C7DF}"/>
              </a:ext>
            </a:extLst>
          </p:cNvPr>
          <p:cNvSpPr>
            <a:spLocks xmlns:a="http://schemas.openxmlformats.org/drawingml/2006/main" noGrp="1"/>
          </p:cNvSpPr>
          <p:nvPr/>
        </p:nvSpPr>
        <p:spPr>
          <a:xfrm xmlns:a="http://schemas.openxmlformats.org/drawingml/2006/main">
            <a:off x="1943100" y="3816191"/>
            <a:ext cx="24003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000000"/>
                </a:solidFill>
                <a:latin typeface="Apple SD Gothic Neo"/>
                <a:ea typeface="Apple SD Gothic Neo"/>
                <a:cs typeface="Apple SD Gothic Neo"/>
              </a:defRPr>
            </a:pPr>
            <a:r>
              <a:rPr sz="1425" b="1">
                <a:solidFill>
                  <a:srgbClr val="000000"/>
                </a:solidFill>
                <a:latin typeface="Apple SD Gothic Neo"/>
                <a:ea typeface="Apple SD Gothic Neo"/>
                <a:cs typeface="Apple SD Gothic Neo"/>
              </a:rPr>
              <a:t>Context Composer</a:t>
            </a:r>
          </a:p>
        </p:txBody>
      </p:sp>
      <p:sp>
        <p:nvSpPr>
          <p:cNvPr id="85" name="dp45-comparison / n92">
            <a:extLst xmlns:a="http://schemas.openxmlformats.org/drawingml/2006/main">
              <a:ext uri="{FF2B5EF4-FFF2-40B4-BE49-F238E27FC236}">
                <a16:creationId xmlns:a16="http://schemas.microsoft.com/office/drawing/2014/main" id="{2F20C446-9F14-48CE-B5A7-DDDCE550DC1D}"/>
              </a:ext>
            </a:extLst>
          </p:cNvPr>
          <p:cNvSpPr>
            <a:spLocks xmlns:a="http://schemas.openxmlformats.org/drawingml/2006/main" noGrp="1"/>
          </p:cNvSpPr>
          <p:nvPr/>
        </p:nvSpPr>
        <p:spPr>
          <a:xfrm xmlns:a="http://schemas.openxmlformats.org/drawingml/2006/main">
            <a:off x="1857375" y="5191125"/>
            <a:ext cx="2571750" cy="381000"/>
          </a:xfrm>
          <a:prstGeom xmlns:a="http://schemas.openxmlformats.org/drawingml/2006/main" prst="can">
            <a:avLst>
              <a:gd name="adj" fmla="val 20000"/>
            </a:avLst>
          </a:prstGeom>
          <a:solidFill xmlns:a="http://schemas.openxmlformats.org/drawingml/2006/main">
            <a:srgbClr val="FFFFFF"/>
          </a:solidFill>
          <a:ln xmlns:a="http://schemas.openxmlformats.org/drawingml/2006/main" w="9525">
            <a:solidFill>
              <a:srgbClr val="000000"/>
            </a:solidFill>
            <a:prstDash val="solid"/>
          </a:ln>
        </p:spPr>
      </p:sp>
      <p:sp>
        <p:nvSpPr>
          <p:cNvPr id="86" name="dp45-comparison / n93 / text 1">
            <a:extLst xmlns:a="http://schemas.openxmlformats.org/drawingml/2006/main">
              <a:ext uri="{FF2B5EF4-FFF2-40B4-BE49-F238E27FC236}">
                <a16:creationId xmlns:a16="http://schemas.microsoft.com/office/drawing/2014/main" id="{D10F3AD2-369D-42AA-AB19-EC3AF7BFF682}"/>
              </a:ext>
            </a:extLst>
          </p:cNvPr>
          <p:cNvSpPr>
            <a:spLocks xmlns:a="http://schemas.openxmlformats.org/drawingml/2006/main" noGrp="1"/>
          </p:cNvSpPr>
          <p:nvPr/>
        </p:nvSpPr>
        <p:spPr>
          <a:xfrm xmlns:a="http://schemas.openxmlformats.org/drawingml/2006/main">
            <a:off x="1943100" y="5284470"/>
            <a:ext cx="2400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Source View Cache</a:t>
            </a:r>
          </a:p>
        </p:txBody>
      </p:sp>
      <p:sp>
        <p:nvSpPr>
          <p:cNvPr id="87" name="dp45-comparison / n94">
            <a:extLst xmlns:a="http://schemas.openxmlformats.org/drawingml/2006/main">
              <a:ext uri="{FF2B5EF4-FFF2-40B4-BE49-F238E27FC236}">
                <a16:creationId xmlns:a16="http://schemas.microsoft.com/office/drawing/2014/main" id="{66C9334E-81EC-42D8-A104-C2914EAB28CF}"/>
              </a:ext>
            </a:extLst>
          </p:cNvPr>
          <p:cNvSpPr>
            <a:spLocks xmlns:a="http://schemas.openxmlformats.org/drawingml/2006/main" noGrp="1"/>
          </p:cNvSpPr>
          <p:nvPr/>
        </p:nvSpPr>
        <p:spPr>
          <a:xfrm xmlns:a="http://schemas.openxmlformats.org/drawingml/2006/main">
            <a:off x="5953125" y="5191125"/>
            <a:ext cx="2952750" cy="38100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88" name="dp45-comparison / n95 / text 1">
            <a:extLst xmlns:a="http://schemas.openxmlformats.org/drawingml/2006/main">
              <a:ext uri="{FF2B5EF4-FFF2-40B4-BE49-F238E27FC236}">
                <a16:creationId xmlns:a16="http://schemas.microsoft.com/office/drawing/2014/main" id="{81C4F0A7-8150-497E-9E4E-C95863D3C15D}"/>
              </a:ext>
            </a:extLst>
          </p:cNvPr>
          <p:cNvSpPr>
            <a:spLocks xmlns:a="http://schemas.openxmlformats.org/drawingml/2006/main" noGrp="1"/>
          </p:cNvSpPr>
          <p:nvPr/>
        </p:nvSpPr>
        <p:spPr>
          <a:xfrm xmlns:a="http://schemas.openxmlformats.org/drawingml/2006/main">
            <a:off x="6038850" y="5284470"/>
            <a:ext cx="27813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0">
                <a:solidFill>
                  <a:srgbClr val="18232E"/>
                </a:solidFill>
                <a:latin typeface="Apple SD Gothic Neo"/>
                <a:ea typeface="Apple SD Gothic Neo"/>
                <a:cs typeface="Apple SD Gothic Neo"/>
              </a:defRPr>
            </a:pPr>
            <a:r>
              <a:rPr sz="1275" b="0">
                <a:solidFill>
                  <a:srgbClr val="18232E"/>
                </a:solidFill>
                <a:latin typeface="Apple SD Gothic Neo"/>
                <a:ea typeface="Apple SD Gothic Neo"/>
                <a:cs typeface="Apple SD Gothic Neo"/>
              </a:rPr>
              <a:t>Request Evidence Set</a:t>
            </a:r>
          </a:p>
        </p:txBody>
      </p:sp>
      <p:sp>
        <p:nvSpPr>
          <p:cNvPr id="89" name="dp45-comparison / n96 / path">
            <a:extLst xmlns:a="http://schemas.openxmlformats.org/drawingml/2006/main">
              <a:ext uri="{FF2B5EF4-FFF2-40B4-BE49-F238E27FC236}">
                <a16:creationId xmlns:a16="http://schemas.microsoft.com/office/drawing/2014/main" id="{D7B359DB-756C-4FCD-8CF3-ECEF169F02EC}"/>
              </a:ext>
            </a:extLst>
          </p:cNvPr>
          <p:cNvSpPr>
            <a:spLocks xmlns:a="http://schemas.openxmlformats.org/drawingml/2006/main" noGrp="1"/>
          </p:cNvSpPr>
          <p:nvPr/>
        </p:nvSpPr>
        <p:spPr>
          <a:xfrm xmlns:a="http://schemas.openxmlformats.org/drawingml/2006/main">
            <a:off x="3905250" y="2714625"/>
            <a:ext cx="2762250" cy="1038225"/>
          </a:xfrm>
          <a:custGeom xmlns:a="http://schemas.openxmlformats.org/drawingml/2006/main">
            <a:pathLst>
              <a:path w="2762250" h="1038225">
                <a:moveTo>
                  <a:pt x="0" y="1038225"/>
                </a:moveTo>
                <a:lnTo>
                  <a:pt x="0" y="419100"/>
                </a:lnTo>
                <a:lnTo>
                  <a:pt x="2762250" y="419100"/>
                </a:lnTo>
                <a:lnTo>
                  <a:pt x="2762250" y="0"/>
                </a:lnTo>
              </a:path>
            </a:pathLst>
          </a:custGeom>
          <a:noFill xmlns:a="http://schemas.openxmlformats.org/drawingml/2006/main"/>
          <a:ln xmlns:a="http://schemas.openxmlformats.org/drawingml/2006/main" w="10478">
            <a:solidFill>
              <a:srgbClr val="000000"/>
            </a:solidFill>
            <a:prstDash val="solid"/>
          </a:ln>
        </p:spPr>
      </p:sp>
      <p:sp>
        <p:nvSpPr>
          <p:cNvPr id="90" name="dp45-comparison / n96 / arrow">
            <a:extLst xmlns:a="http://schemas.openxmlformats.org/drawingml/2006/main">
              <a:ext uri="{FF2B5EF4-FFF2-40B4-BE49-F238E27FC236}">
                <a16:creationId xmlns:a16="http://schemas.microsoft.com/office/drawing/2014/main" id="{040CD6EA-226B-4805-A7D6-6B1BC6FF0AFA}"/>
              </a:ext>
            </a:extLst>
          </p:cNvPr>
          <p:cNvSpPr>
            <a:spLocks xmlns:a="http://schemas.openxmlformats.org/drawingml/2006/main" noGrp="1"/>
          </p:cNvSpPr>
          <p:nvPr/>
        </p:nvSpPr>
        <p:spPr>
          <a:xfrm xmlns:a="http://schemas.openxmlformats.org/drawingml/2006/main">
            <a:off x="6633972" y="27146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91" name="dp45-comparison / n97 / path">
            <a:extLst xmlns:a="http://schemas.openxmlformats.org/drawingml/2006/main">
              <a:ext uri="{FF2B5EF4-FFF2-40B4-BE49-F238E27FC236}">
                <a16:creationId xmlns:a16="http://schemas.microsoft.com/office/drawing/2014/main" id="{44877ABE-E164-4CC3-912B-E485B03FAEC5}"/>
              </a:ext>
            </a:extLst>
          </p:cNvPr>
          <p:cNvSpPr>
            <a:spLocks xmlns:a="http://schemas.openxmlformats.org/drawingml/2006/main" noGrp="1"/>
          </p:cNvSpPr>
          <p:nvPr/>
        </p:nvSpPr>
        <p:spPr>
          <a:xfrm xmlns:a="http://schemas.openxmlformats.org/drawingml/2006/main">
            <a:off x="3943350" y="2714625"/>
            <a:ext cx="2762250" cy="1038225"/>
          </a:xfrm>
          <a:custGeom xmlns:a="http://schemas.openxmlformats.org/drawingml/2006/main">
            <a:pathLst>
              <a:path w="2762250" h="1038225">
                <a:moveTo>
                  <a:pt x="2762250" y="0"/>
                </a:moveTo>
                <a:lnTo>
                  <a:pt x="2762250" y="495300"/>
                </a:lnTo>
                <a:lnTo>
                  <a:pt x="0" y="495300"/>
                </a:lnTo>
                <a:lnTo>
                  <a:pt x="0" y="1038225"/>
                </a:lnTo>
              </a:path>
            </a:pathLst>
          </a:custGeom>
          <a:noFill xmlns:a="http://schemas.openxmlformats.org/drawingml/2006/main"/>
          <a:ln xmlns:a="http://schemas.openxmlformats.org/drawingml/2006/main" w="10478">
            <a:solidFill>
              <a:srgbClr val="000000"/>
            </a:solidFill>
            <a:prstDash val="dash"/>
          </a:ln>
        </p:spPr>
      </p:sp>
      <p:sp>
        <p:nvSpPr>
          <p:cNvPr id="92" name="dp45-comparison / n97 / arrow">
            <a:extLst xmlns:a="http://schemas.openxmlformats.org/drawingml/2006/main">
              <a:ext uri="{FF2B5EF4-FFF2-40B4-BE49-F238E27FC236}">
                <a16:creationId xmlns:a16="http://schemas.microsoft.com/office/drawing/2014/main" id="{5C6352C2-826B-4565-B6A6-2EFEC030D618}"/>
              </a:ext>
            </a:extLst>
          </p:cNvPr>
          <p:cNvSpPr>
            <a:spLocks xmlns:a="http://schemas.openxmlformats.org/drawingml/2006/main" noGrp="1"/>
          </p:cNvSpPr>
          <p:nvPr/>
        </p:nvSpPr>
        <p:spPr>
          <a:xfrm xmlns:a="http://schemas.openxmlformats.org/drawingml/2006/main">
            <a:off x="3909822"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93" name="dp45-comparison / n98 / path">
            <a:extLst xmlns:a="http://schemas.openxmlformats.org/drawingml/2006/main">
              <a:ext uri="{FF2B5EF4-FFF2-40B4-BE49-F238E27FC236}">
                <a16:creationId xmlns:a16="http://schemas.microsoft.com/office/drawing/2014/main" id="{6B9219C0-D27F-4A5A-A9CD-027D8471AB13}"/>
              </a:ext>
            </a:extLst>
          </p:cNvPr>
          <p:cNvSpPr>
            <a:spLocks xmlns:a="http://schemas.openxmlformats.org/drawingml/2006/main" noGrp="1"/>
          </p:cNvSpPr>
          <p:nvPr/>
        </p:nvSpPr>
        <p:spPr>
          <a:xfrm xmlns:a="http://schemas.openxmlformats.org/drawingml/2006/main">
            <a:off x="4143375" y="2714625"/>
            <a:ext cx="5048250" cy="1038225"/>
          </a:xfrm>
          <a:custGeom xmlns:a="http://schemas.openxmlformats.org/drawingml/2006/main">
            <a:pathLst>
              <a:path w="5048250" h="1038225">
                <a:moveTo>
                  <a:pt x="0" y="1038225"/>
                </a:moveTo>
                <a:lnTo>
                  <a:pt x="0" y="419100"/>
                </a:lnTo>
                <a:lnTo>
                  <a:pt x="5048250" y="419100"/>
                </a:lnTo>
                <a:lnTo>
                  <a:pt x="5048250" y="0"/>
                </a:lnTo>
              </a:path>
            </a:pathLst>
          </a:custGeom>
          <a:noFill xmlns:a="http://schemas.openxmlformats.org/drawingml/2006/main"/>
          <a:ln xmlns:a="http://schemas.openxmlformats.org/drawingml/2006/main" w="10478">
            <a:solidFill>
              <a:srgbClr val="000000"/>
            </a:solidFill>
            <a:prstDash val="solid"/>
          </a:ln>
        </p:spPr>
      </p:sp>
      <p:sp>
        <p:nvSpPr>
          <p:cNvPr id="94" name="dp45-comparison / n98 / arrow">
            <a:extLst xmlns:a="http://schemas.openxmlformats.org/drawingml/2006/main">
              <a:ext uri="{FF2B5EF4-FFF2-40B4-BE49-F238E27FC236}">
                <a16:creationId xmlns:a16="http://schemas.microsoft.com/office/drawing/2014/main" id="{D6A7B91D-FD3B-4409-B67D-12A586BA9293}"/>
              </a:ext>
            </a:extLst>
          </p:cNvPr>
          <p:cNvSpPr>
            <a:spLocks xmlns:a="http://schemas.openxmlformats.org/drawingml/2006/main" noGrp="1"/>
          </p:cNvSpPr>
          <p:nvPr/>
        </p:nvSpPr>
        <p:spPr>
          <a:xfrm xmlns:a="http://schemas.openxmlformats.org/drawingml/2006/main">
            <a:off x="9158097" y="27146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95" name="dp45-comparison / n99 / path">
            <a:extLst xmlns:a="http://schemas.openxmlformats.org/drawingml/2006/main">
              <a:ext uri="{FF2B5EF4-FFF2-40B4-BE49-F238E27FC236}">
                <a16:creationId xmlns:a16="http://schemas.microsoft.com/office/drawing/2014/main" id="{6420D9D8-2A99-42A6-9C2F-CA31A1DFDFDC}"/>
              </a:ext>
            </a:extLst>
          </p:cNvPr>
          <p:cNvSpPr>
            <a:spLocks xmlns:a="http://schemas.openxmlformats.org/drawingml/2006/main" noGrp="1"/>
          </p:cNvSpPr>
          <p:nvPr/>
        </p:nvSpPr>
        <p:spPr>
          <a:xfrm xmlns:a="http://schemas.openxmlformats.org/drawingml/2006/main">
            <a:off x="4181475" y="2714625"/>
            <a:ext cx="5048250" cy="1038225"/>
          </a:xfrm>
          <a:custGeom xmlns:a="http://schemas.openxmlformats.org/drawingml/2006/main">
            <a:pathLst>
              <a:path w="5048250" h="1038225">
                <a:moveTo>
                  <a:pt x="5048250" y="0"/>
                </a:moveTo>
                <a:lnTo>
                  <a:pt x="5048250" y="495300"/>
                </a:lnTo>
                <a:lnTo>
                  <a:pt x="0" y="495300"/>
                </a:lnTo>
                <a:lnTo>
                  <a:pt x="0" y="1038225"/>
                </a:lnTo>
              </a:path>
            </a:pathLst>
          </a:custGeom>
          <a:noFill xmlns:a="http://schemas.openxmlformats.org/drawingml/2006/main"/>
          <a:ln xmlns:a="http://schemas.openxmlformats.org/drawingml/2006/main" w="10478">
            <a:solidFill>
              <a:srgbClr val="000000"/>
            </a:solidFill>
            <a:prstDash val="dash"/>
          </a:ln>
        </p:spPr>
      </p:sp>
      <p:sp>
        <p:nvSpPr>
          <p:cNvPr id="96" name="dp45-comparison / n99 / arrow">
            <a:extLst xmlns:a="http://schemas.openxmlformats.org/drawingml/2006/main">
              <a:ext uri="{FF2B5EF4-FFF2-40B4-BE49-F238E27FC236}">
                <a16:creationId xmlns:a16="http://schemas.microsoft.com/office/drawing/2014/main" id="{8768FD56-5C1E-4BC1-853A-01629EF8F678}"/>
              </a:ext>
            </a:extLst>
          </p:cNvPr>
          <p:cNvSpPr>
            <a:spLocks xmlns:a="http://schemas.openxmlformats.org/drawingml/2006/main" noGrp="1"/>
          </p:cNvSpPr>
          <p:nvPr/>
        </p:nvSpPr>
        <p:spPr>
          <a:xfrm xmlns:a="http://schemas.openxmlformats.org/drawingml/2006/main">
            <a:off x="4147947"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97" name="dp45-comparison / n102 / path">
            <a:extLst xmlns:a="http://schemas.openxmlformats.org/drawingml/2006/main">
              <a:ext uri="{FF2B5EF4-FFF2-40B4-BE49-F238E27FC236}">
                <a16:creationId xmlns:a16="http://schemas.microsoft.com/office/drawing/2014/main" id="{D09D7D16-3F15-4ACF-8E7B-03901D8E0BC7}"/>
              </a:ext>
            </a:extLst>
          </p:cNvPr>
          <p:cNvSpPr>
            <a:spLocks xmlns:a="http://schemas.openxmlformats.org/drawingml/2006/main" noGrp="1"/>
          </p:cNvSpPr>
          <p:nvPr/>
        </p:nvSpPr>
        <p:spPr>
          <a:xfrm xmlns:a="http://schemas.openxmlformats.org/drawingml/2006/main">
            <a:off x="2905125" y="4114800"/>
            <a:ext cx="953" cy="1076325"/>
          </a:xfrm>
          <a:custGeom xmlns:a="http://schemas.openxmlformats.org/drawingml/2006/main">
            <a:pathLst>
              <a:path w="953" h="1076325">
                <a:moveTo>
                  <a:pt x="0" y="0"/>
                </a:moveTo>
                <a:lnTo>
                  <a:pt x="0" y="1076325"/>
                </a:lnTo>
              </a:path>
            </a:pathLst>
          </a:custGeom>
          <a:noFill xmlns:a="http://schemas.openxmlformats.org/drawingml/2006/main"/>
          <a:ln xmlns:a="http://schemas.openxmlformats.org/drawingml/2006/main" w="10478">
            <a:solidFill>
              <a:srgbClr val="000000"/>
            </a:solidFill>
            <a:prstDash val="solid"/>
          </a:ln>
        </p:spPr>
      </p:sp>
      <p:sp>
        <p:nvSpPr>
          <p:cNvPr id="98" name="dp45-comparison / n102 / arrow">
            <a:extLst xmlns:a="http://schemas.openxmlformats.org/drawingml/2006/main">
              <a:ext uri="{FF2B5EF4-FFF2-40B4-BE49-F238E27FC236}">
                <a16:creationId xmlns:a16="http://schemas.microsoft.com/office/drawing/2014/main" id="{176FFC31-762A-4B05-A625-83A58C062811}"/>
              </a:ext>
            </a:extLst>
          </p:cNvPr>
          <p:cNvSpPr>
            <a:spLocks xmlns:a="http://schemas.openxmlformats.org/drawingml/2006/main" noGrp="1"/>
          </p:cNvSpPr>
          <p:nvPr/>
        </p:nvSpPr>
        <p:spPr>
          <a:xfrm xmlns:a="http://schemas.openxmlformats.org/drawingml/2006/main">
            <a:off x="2871597" y="51240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99" name="dp45-comparison / n103 / path">
            <a:extLst xmlns:a="http://schemas.openxmlformats.org/drawingml/2006/main">
              <a:ext uri="{FF2B5EF4-FFF2-40B4-BE49-F238E27FC236}">
                <a16:creationId xmlns:a16="http://schemas.microsoft.com/office/drawing/2014/main" id="{9C710B6D-FE7B-4867-AB9C-99674C47017E}"/>
              </a:ext>
            </a:extLst>
          </p:cNvPr>
          <p:cNvSpPr>
            <a:spLocks xmlns:a="http://schemas.openxmlformats.org/drawingml/2006/main" noGrp="1"/>
          </p:cNvSpPr>
          <p:nvPr/>
        </p:nvSpPr>
        <p:spPr>
          <a:xfrm xmlns:a="http://schemas.openxmlformats.org/drawingml/2006/main">
            <a:off x="3381375" y="4114800"/>
            <a:ext cx="953" cy="1076325"/>
          </a:xfrm>
          <a:custGeom xmlns:a="http://schemas.openxmlformats.org/drawingml/2006/main">
            <a:pathLst>
              <a:path w="953" h="1076325">
                <a:moveTo>
                  <a:pt x="0" y="1076325"/>
                </a:moveTo>
                <a:lnTo>
                  <a:pt x="0" y="0"/>
                </a:lnTo>
              </a:path>
            </a:pathLst>
          </a:custGeom>
          <a:noFill xmlns:a="http://schemas.openxmlformats.org/drawingml/2006/main"/>
          <a:ln xmlns:a="http://schemas.openxmlformats.org/drawingml/2006/main" w="10478">
            <a:solidFill>
              <a:srgbClr val="000000"/>
            </a:solidFill>
            <a:prstDash val="dash"/>
          </a:ln>
        </p:spPr>
      </p:sp>
      <p:sp>
        <p:nvSpPr>
          <p:cNvPr id="100" name="dp45-comparison / n103 / arrow">
            <a:extLst xmlns:a="http://schemas.openxmlformats.org/drawingml/2006/main">
              <a:ext uri="{FF2B5EF4-FFF2-40B4-BE49-F238E27FC236}">
                <a16:creationId xmlns:a16="http://schemas.microsoft.com/office/drawing/2014/main" id="{7A0B15AC-4112-4424-B315-703914DAFC18}"/>
              </a:ext>
            </a:extLst>
          </p:cNvPr>
          <p:cNvSpPr>
            <a:spLocks xmlns:a="http://schemas.openxmlformats.org/drawingml/2006/main" noGrp="1"/>
          </p:cNvSpPr>
          <p:nvPr/>
        </p:nvSpPr>
        <p:spPr>
          <a:xfrm xmlns:a="http://schemas.openxmlformats.org/drawingml/2006/main">
            <a:off x="3347847" y="411480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101" name="dp45-comparison / n108 / path">
            <a:extLst xmlns:a="http://schemas.openxmlformats.org/drawingml/2006/main">
              <a:ext uri="{FF2B5EF4-FFF2-40B4-BE49-F238E27FC236}">
                <a16:creationId xmlns:a16="http://schemas.microsoft.com/office/drawing/2014/main" id="{F4EC5E1A-2A74-42ED-A4C2-7A3EDF03708C}"/>
              </a:ext>
            </a:extLst>
          </p:cNvPr>
          <p:cNvSpPr>
            <a:spLocks xmlns:a="http://schemas.openxmlformats.org/drawingml/2006/main" noGrp="1"/>
          </p:cNvSpPr>
          <p:nvPr/>
        </p:nvSpPr>
        <p:spPr>
          <a:xfrm xmlns:a="http://schemas.openxmlformats.org/drawingml/2006/main">
            <a:off x="4429125" y="3933825"/>
            <a:ext cx="3000375" cy="1257300"/>
          </a:xfrm>
          <a:custGeom xmlns:a="http://schemas.openxmlformats.org/drawingml/2006/main">
            <a:pathLst>
              <a:path w="3000375" h="1257300">
                <a:moveTo>
                  <a:pt x="0" y="0"/>
                </a:moveTo>
                <a:lnTo>
                  <a:pt x="381000" y="0"/>
                </a:lnTo>
                <a:lnTo>
                  <a:pt x="381000" y="1181100"/>
                </a:lnTo>
                <a:lnTo>
                  <a:pt x="3000375" y="1181100"/>
                </a:lnTo>
                <a:lnTo>
                  <a:pt x="3000375" y="1257300"/>
                </a:lnTo>
              </a:path>
            </a:pathLst>
          </a:custGeom>
          <a:noFill xmlns:a="http://schemas.openxmlformats.org/drawingml/2006/main"/>
          <a:ln xmlns:a="http://schemas.openxmlformats.org/drawingml/2006/main" w="10478">
            <a:solidFill>
              <a:srgbClr val="B8753F"/>
            </a:solidFill>
            <a:prstDash val="solid"/>
          </a:ln>
        </p:spPr>
      </p:sp>
      <p:sp>
        <p:nvSpPr>
          <p:cNvPr id="102" name="dp45-comparison / n108 / arrow">
            <a:extLst xmlns:a="http://schemas.openxmlformats.org/drawingml/2006/main">
              <a:ext uri="{FF2B5EF4-FFF2-40B4-BE49-F238E27FC236}">
                <a16:creationId xmlns:a16="http://schemas.microsoft.com/office/drawing/2014/main" id="{E12143EE-16A5-42C1-9BBB-30992D3FFA4E}"/>
              </a:ext>
            </a:extLst>
          </p:cNvPr>
          <p:cNvSpPr>
            <a:spLocks xmlns:a="http://schemas.openxmlformats.org/drawingml/2006/main" noGrp="1"/>
          </p:cNvSpPr>
          <p:nvPr/>
        </p:nvSpPr>
        <p:spPr>
          <a:xfrm xmlns:a="http://schemas.openxmlformats.org/drawingml/2006/main">
            <a:off x="7395972" y="5124069"/>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103" name="dp45-comparison / n109 / path">
            <a:extLst xmlns:a="http://schemas.openxmlformats.org/drawingml/2006/main">
              <a:ext uri="{FF2B5EF4-FFF2-40B4-BE49-F238E27FC236}">
                <a16:creationId xmlns:a16="http://schemas.microsoft.com/office/drawing/2014/main" id="{151130CB-2D1B-4EA1-A1C4-782B311685BE}"/>
              </a:ext>
            </a:extLst>
          </p:cNvPr>
          <p:cNvSpPr>
            <a:spLocks xmlns:a="http://schemas.openxmlformats.org/drawingml/2006/main" noGrp="1"/>
          </p:cNvSpPr>
          <p:nvPr/>
        </p:nvSpPr>
        <p:spPr>
          <a:xfrm xmlns:a="http://schemas.openxmlformats.org/drawingml/2006/main">
            <a:off x="4429125" y="4029075"/>
            <a:ext cx="3143250" cy="1162050"/>
          </a:xfrm>
          <a:custGeom xmlns:a="http://schemas.openxmlformats.org/drawingml/2006/main">
            <a:pathLst>
              <a:path w="3143250" h="1162050">
                <a:moveTo>
                  <a:pt x="3143250" y="1162050"/>
                </a:moveTo>
                <a:lnTo>
                  <a:pt x="3143250" y="1038225"/>
                </a:lnTo>
                <a:lnTo>
                  <a:pt x="476250" y="1038225"/>
                </a:lnTo>
                <a:lnTo>
                  <a:pt x="476250" y="0"/>
                </a:lnTo>
                <a:lnTo>
                  <a:pt x="0" y="0"/>
                </a:lnTo>
              </a:path>
            </a:pathLst>
          </a:custGeom>
          <a:noFill xmlns:a="http://schemas.openxmlformats.org/drawingml/2006/main"/>
          <a:ln xmlns:a="http://schemas.openxmlformats.org/drawingml/2006/main" w="10478">
            <a:solidFill>
              <a:srgbClr val="B8753F"/>
            </a:solidFill>
            <a:prstDash val="dash"/>
          </a:ln>
        </p:spPr>
      </p:sp>
      <p:sp>
        <p:nvSpPr>
          <p:cNvPr id="104" name="dp45-comparison / n109 / arrow">
            <a:extLst xmlns:a="http://schemas.openxmlformats.org/drawingml/2006/main">
              <a:ext uri="{FF2B5EF4-FFF2-40B4-BE49-F238E27FC236}">
                <a16:creationId xmlns:a16="http://schemas.microsoft.com/office/drawing/2014/main" id="{87EFDF25-C509-4CC0-969A-2436C22B7E4E}"/>
              </a:ext>
            </a:extLst>
          </p:cNvPr>
          <p:cNvSpPr>
            <a:spLocks xmlns:a="http://schemas.openxmlformats.org/drawingml/2006/main" noGrp="1"/>
          </p:cNvSpPr>
          <p:nvPr/>
        </p:nvSpPr>
        <p:spPr>
          <a:xfrm xmlns:a="http://schemas.openxmlformats.org/drawingml/2006/main">
            <a:off x="4429125" y="39955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105" name="dp45-comparison / n116 / path">
            <a:extLst xmlns:a="http://schemas.openxmlformats.org/drawingml/2006/main">
              <a:ext uri="{FF2B5EF4-FFF2-40B4-BE49-F238E27FC236}">
                <a16:creationId xmlns:a16="http://schemas.microsoft.com/office/drawing/2014/main" id="{FF0719B1-BB45-47FB-89B0-8D4854BFB652}"/>
              </a:ext>
            </a:extLst>
          </p:cNvPr>
          <p:cNvSpPr>
            <a:spLocks xmlns:a="http://schemas.openxmlformats.org/drawingml/2006/main" noGrp="1"/>
          </p:cNvSpPr>
          <p:nvPr/>
        </p:nvSpPr>
        <p:spPr>
          <a:xfrm xmlns:a="http://schemas.openxmlformats.org/drawingml/2006/main">
            <a:off x="1447800" y="2562225"/>
            <a:ext cx="409575" cy="1371600"/>
          </a:xfrm>
          <a:custGeom xmlns:a="http://schemas.openxmlformats.org/drawingml/2006/main">
            <a:pathLst>
              <a:path w="409575" h="1371600">
                <a:moveTo>
                  <a:pt x="219075" y="0"/>
                </a:moveTo>
                <a:lnTo>
                  <a:pt x="0" y="0"/>
                </a:lnTo>
                <a:lnTo>
                  <a:pt x="0" y="1371600"/>
                </a:lnTo>
                <a:lnTo>
                  <a:pt x="409575" y="1371600"/>
                </a:lnTo>
              </a:path>
            </a:pathLst>
          </a:custGeom>
          <a:noFill xmlns:a="http://schemas.openxmlformats.org/drawingml/2006/main"/>
          <a:ln xmlns:a="http://schemas.openxmlformats.org/drawingml/2006/main" w="10478">
            <a:solidFill>
              <a:srgbClr val="B8753F"/>
            </a:solidFill>
            <a:prstDash val="solid"/>
          </a:ln>
        </p:spPr>
      </p:sp>
      <p:sp>
        <p:nvSpPr>
          <p:cNvPr id="106" name="dp45-comparison / n116 / arrow">
            <a:extLst xmlns:a="http://schemas.openxmlformats.org/drawingml/2006/main">
              <a:ext uri="{FF2B5EF4-FFF2-40B4-BE49-F238E27FC236}">
                <a16:creationId xmlns:a16="http://schemas.microsoft.com/office/drawing/2014/main" id="{53690F01-1478-4A61-863E-43C72B6D4413}"/>
              </a:ext>
            </a:extLst>
          </p:cNvPr>
          <p:cNvSpPr>
            <a:spLocks xmlns:a="http://schemas.openxmlformats.org/drawingml/2006/main" noGrp="1"/>
          </p:cNvSpPr>
          <p:nvPr/>
        </p:nvSpPr>
        <p:spPr>
          <a:xfrm xmlns:a="http://schemas.openxmlformats.org/drawingml/2006/main">
            <a:off x="1790319" y="39002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07" name="dp45-comparison / n117 / path">
            <a:extLst xmlns:a="http://schemas.openxmlformats.org/drawingml/2006/main">
              <a:ext uri="{FF2B5EF4-FFF2-40B4-BE49-F238E27FC236}">
                <a16:creationId xmlns:a16="http://schemas.microsoft.com/office/drawing/2014/main" id="{4D371327-C6F6-4508-9137-AFE2DBE350BF}"/>
              </a:ext>
            </a:extLst>
          </p:cNvPr>
          <p:cNvSpPr>
            <a:spLocks xmlns:a="http://schemas.openxmlformats.org/drawingml/2006/main" noGrp="1"/>
          </p:cNvSpPr>
          <p:nvPr/>
        </p:nvSpPr>
        <p:spPr>
          <a:xfrm xmlns:a="http://schemas.openxmlformats.org/drawingml/2006/main">
            <a:off x="1524000" y="2638425"/>
            <a:ext cx="333375" cy="1381125"/>
          </a:xfrm>
          <a:custGeom xmlns:a="http://schemas.openxmlformats.org/drawingml/2006/main">
            <a:pathLst>
              <a:path w="333375" h="1381125">
                <a:moveTo>
                  <a:pt x="333375" y="1381125"/>
                </a:moveTo>
                <a:lnTo>
                  <a:pt x="0" y="1381125"/>
                </a:lnTo>
                <a:lnTo>
                  <a:pt x="0" y="0"/>
                </a:lnTo>
                <a:lnTo>
                  <a:pt x="142875" y="0"/>
                </a:lnTo>
              </a:path>
            </a:pathLst>
          </a:custGeom>
          <a:noFill xmlns:a="http://schemas.openxmlformats.org/drawingml/2006/main"/>
          <a:ln xmlns:a="http://schemas.openxmlformats.org/drawingml/2006/main" w="10478">
            <a:solidFill>
              <a:srgbClr val="B8753F"/>
            </a:solidFill>
            <a:prstDash val="dash"/>
          </a:ln>
        </p:spPr>
      </p:sp>
      <p:sp>
        <p:nvSpPr>
          <p:cNvPr id="108" name="dp45-comparison / n117 / arrow">
            <a:extLst xmlns:a="http://schemas.openxmlformats.org/drawingml/2006/main">
              <a:ext uri="{FF2B5EF4-FFF2-40B4-BE49-F238E27FC236}">
                <a16:creationId xmlns:a16="http://schemas.microsoft.com/office/drawing/2014/main" id="{36F7B903-B03F-4E76-9045-B10328BF6E11}"/>
              </a:ext>
            </a:extLst>
          </p:cNvPr>
          <p:cNvSpPr>
            <a:spLocks xmlns:a="http://schemas.openxmlformats.org/drawingml/2006/main" noGrp="1"/>
          </p:cNvSpPr>
          <p:nvPr/>
        </p:nvSpPr>
        <p:spPr>
          <a:xfrm xmlns:a="http://schemas.openxmlformats.org/drawingml/2006/main">
            <a:off x="1599819" y="26048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09" name="dp45-comparison / n120">
            <a:extLst xmlns:a="http://schemas.openxmlformats.org/drawingml/2006/main">
              <a:ext uri="{FF2B5EF4-FFF2-40B4-BE49-F238E27FC236}">
                <a16:creationId xmlns:a16="http://schemas.microsoft.com/office/drawing/2014/main" id="{B4A43EE1-C5F2-42F1-8C78-1899D2B5C494}"/>
              </a:ext>
            </a:extLst>
          </p:cNvPr>
          <p:cNvSpPr>
            <a:spLocks xmlns:a="http://schemas.openxmlformats.org/drawingml/2006/main" noGrp="1"/>
          </p:cNvSpPr>
          <p:nvPr/>
        </p:nvSpPr>
        <p:spPr>
          <a:xfrm xmlns:a="http://schemas.openxmlformats.org/drawingml/2006/main">
            <a:off x="1857375" y="6076950"/>
            <a:ext cx="2571750" cy="2381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10" name="dp45-comparison / n121 / text 1">
            <a:extLst xmlns:a="http://schemas.openxmlformats.org/drawingml/2006/main">
              <a:ext uri="{FF2B5EF4-FFF2-40B4-BE49-F238E27FC236}">
                <a16:creationId xmlns:a16="http://schemas.microsoft.com/office/drawing/2014/main" id="{7A94E2CC-C1EB-4B20-84DB-1B9F27A0ACE8}"/>
              </a:ext>
            </a:extLst>
          </p:cNvPr>
          <p:cNvSpPr>
            <a:spLocks xmlns:a="http://schemas.openxmlformats.org/drawingml/2006/main" noGrp="1"/>
          </p:cNvSpPr>
          <p:nvPr/>
        </p:nvSpPr>
        <p:spPr>
          <a:xfrm xmlns:a="http://schemas.openxmlformats.org/drawingml/2006/main">
            <a:off x="1943100" y="6096953"/>
            <a:ext cx="24003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Model Access</a:t>
            </a:r>
          </a:p>
        </p:txBody>
      </p:sp>
      <p:sp>
        <p:nvSpPr>
          <p:cNvPr id="111" name="dp45-comparison / n122">
            <a:extLst xmlns:a="http://schemas.openxmlformats.org/drawingml/2006/main">
              <a:ext uri="{FF2B5EF4-FFF2-40B4-BE49-F238E27FC236}">
                <a16:creationId xmlns:a16="http://schemas.microsoft.com/office/drawing/2014/main" id="{D6A8F2B5-DA06-478B-8EAC-411EBE14467E}"/>
              </a:ext>
            </a:extLst>
          </p:cNvPr>
          <p:cNvSpPr>
            <a:spLocks xmlns:a="http://schemas.openxmlformats.org/drawingml/2006/main" noGrp="1"/>
          </p:cNvSpPr>
          <p:nvPr/>
        </p:nvSpPr>
        <p:spPr>
          <a:xfrm xmlns:a="http://schemas.openxmlformats.org/drawingml/2006/main">
            <a:off x="6334125" y="6076950"/>
            <a:ext cx="2857500" cy="238125"/>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112" name="dp45-comparison / n123 / text 1">
            <a:extLst xmlns:a="http://schemas.openxmlformats.org/drawingml/2006/main">
              <a:ext uri="{FF2B5EF4-FFF2-40B4-BE49-F238E27FC236}">
                <a16:creationId xmlns:a16="http://schemas.microsoft.com/office/drawing/2014/main" id="{784E6D1E-C5A8-4CC3-A4B7-F269B80E3379}"/>
              </a:ext>
            </a:extLst>
          </p:cNvPr>
          <p:cNvSpPr>
            <a:spLocks xmlns:a="http://schemas.openxmlformats.org/drawingml/2006/main" noGrp="1"/>
          </p:cNvSpPr>
          <p:nvPr/>
        </p:nvSpPr>
        <p:spPr>
          <a:xfrm xmlns:a="http://schemas.openxmlformats.org/drawingml/2006/main">
            <a:off x="6419850" y="6096953"/>
            <a:ext cx="26860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클라우드 의미 LLM</a:t>
            </a:r>
          </a:p>
        </p:txBody>
      </p:sp>
      <p:sp>
        <p:nvSpPr>
          <p:cNvPr id="113" name="dp45-comparison / n124 / path">
            <a:extLst xmlns:a="http://schemas.openxmlformats.org/drawingml/2006/main">
              <a:ext uri="{FF2B5EF4-FFF2-40B4-BE49-F238E27FC236}">
                <a16:creationId xmlns:a16="http://schemas.microsoft.com/office/drawing/2014/main" id="{E3D8BEDD-5129-4F40-BFB2-0E4E662B646B}"/>
              </a:ext>
            </a:extLst>
          </p:cNvPr>
          <p:cNvSpPr>
            <a:spLocks xmlns:a="http://schemas.openxmlformats.org/drawingml/2006/main" noGrp="1"/>
          </p:cNvSpPr>
          <p:nvPr/>
        </p:nvSpPr>
        <p:spPr>
          <a:xfrm xmlns:a="http://schemas.openxmlformats.org/drawingml/2006/main">
            <a:off x="1638300" y="3933825"/>
            <a:ext cx="219075" cy="2262188"/>
          </a:xfrm>
          <a:custGeom xmlns:a="http://schemas.openxmlformats.org/drawingml/2006/main">
            <a:pathLst>
              <a:path w="219075" h="2262188">
                <a:moveTo>
                  <a:pt x="219075" y="0"/>
                </a:moveTo>
                <a:lnTo>
                  <a:pt x="0" y="0"/>
                </a:lnTo>
                <a:lnTo>
                  <a:pt x="0" y="2262188"/>
                </a:lnTo>
                <a:lnTo>
                  <a:pt x="219075" y="2262188"/>
                </a:lnTo>
              </a:path>
            </a:pathLst>
          </a:custGeom>
          <a:noFill xmlns:a="http://schemas.openxmlformats.org/drawingml/2006/main"/>
          <a:ln xmlns:a="http://schemas.openxmlformats.org/drawingml/2006/main" w="10478">
            <a:solidFill>
              <a:srgbClr val="000000"/>
            </a:solidFill>
            <a:prstDash val="solid"/>
          </a:ln>
        </p:spPr>
      </p:sp>
      <p:sp>
        <p:nvSpPr>
          <p:cNvPr id="114" name="dp45-comparison / n124 / arrow">
            <a:extLst xmlns:a="http://schemas.openxmlformats.org/drawingml/2006/main">
              <a:ext uri="{FF2B5EF4-FFF2-40B4-BE49-F238E27FC236}">
                <a16:creationId xmlns:a16="http://schemas.microsoft.com/office/drawing/2014/main" id="{879A7D0F-F6C9-4F53-B2E8-5C1B8D80500C}"/>
              </a:ext>
            </a:extLst>
          </p:cNvPr>
          <p:cNvSpPr>
            <a:spLocks xmlns:a="http://schemas.openxmlformats.org/drawingml/2006/main" noGrp="1"/>
          </p:cNvSpPr>
          <p:nvPr/>
        </p:nvSpPr>
        <p:spPr>
          <a:xfrm xmlns:a="http://schemas.openxmlformats.org/drawingml/2006/main">
            <a:off x="1790319" y="61624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15" name="dp45-comparison / n125 / path">
            <a:extLst xmlns:a="http://schemas.openxmlformats.org/drawingml/2006/main">
              <a:ext uri="{FF2B5EF4-FFF2-40B4-BE49-F238E27FC236}">
                <a16:creationId xmlns:a16="http://schemas.microsoft.com/office/drawing/2014/main" id="{78AA5789-6A21-4255-B8EB-625C964AC4C9}"/>
              </a:ext>
            </a:extLst>
          </p:cNvPr>
          <p:cNvSpPr>
            <a:spLocks xmlns:a="http://schemas.openxmlformats.org/drawingml/2006/main" noGrp="1"/>
          </p:cNvSpPr>
          <p:nvPr/>
        </p:nvSpPr>
        <p:spPr>
          <a:xfrm xmlns:a="http://schemas.openxmlformats.org/drawingml/2006/main">
            <a:off x="1714500" y="4029075"/>
            <a:ext cx="142875" cy="2224088"/>
          </a:xfrm>
          <a:custGeom xmlns:a="http://schemas.openxmlformats.org/drawingml/2006/main">
            <a:pathLst>
              <a:path w="142875" h="2224088">
                <a:moveTo>
                  <a:pt x="142875" y="2224088"/>
                </a:moveTo>
                <a:lnTo>
                  <a:pt x="0" y="2224088"/>
                </a:lnTo>
                <a:lnTo>
                  <a:pt x="0" y="0"/>
                </a:lnTo>
                <a:lnTo>
                  <a:pt x="142875" y="0"/>
                </a:lnTo>
              </a:path>
            </a:pathLst>
          </a:custGeom>
          <a:noFill xmlns:a="http://schemas.openxmlformats.org/drawingml/2006/main"/>
          <a:ln xmlns:a="http://schemas.openxmlformats.org/drawingml/2006/main" w="10478">
            <a:solidFill>
              <a:srgbClr val="000000"/>
            </a:solidFill>
            <a:prstDash val="dash"/>
          </a:ln>
        </p:spPr>
      </p:sp>
      <p:sp>
        <p:nvSpPr>
          <p:cNvPr id="116" name="dp45-comparison / n125 / arrow">
            <a:extLst xmlns:a="http://schemas.openxmlformats.org/drawingml/2006/main">
              <a:ext uri="{FF2B5EF4-FFF2-40B4-BE49-F238E27FC236}">
                <a16:creationId xmlns:a16="http://schemas.microsoft.com/office/drawing/2014/main" id="{9252D5C7-3FAD-44B2-85AE-D5F2D500E7B7}"/>
              </a:ext>
            </a:extLst>
          </p:cNvPr>
          <p:cNvSpPr>
            <a:spLocks xmlns:a="http://schemas.openxmlformats.org/drawingml/2006/main" noGrp="1"/>
          </p:cNvSpPr>
          <p:nvPr/>
        </p:nvSpPr>
        <p:spPr>
          <a:xfrm xmlns:a="http://schemas.openxmlformats.org/drawingml/2006/main">
            <a:off x="1790319" y="39955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17" name="dp45-comparison / n126 / path">
            <a:extLst xmlns:a="http://schemas.openxmlformats.org/drawingml/2006/main">
              <a:ext uri="{FF2B5EF4-FFF2-40B4-BE49-F238E27FC236}">
                <a16:creationId xmlns:a16="http://schemas.microsoft.com/office/drawing/2014/main" id="{8DB03CD2-36B1-4913-9B7F-08F9F61845B3}"/>
              </a:ext>
            </a:extLst>
          </p:cNvPr>
          <p:cNvSpPr>
            <a:spLocks xmlns:a="http://schemas.openxmlformats.org/drawingml/2006/main" noGrp="1"/>
          </p:cNvSpPr>
          <p:nvPr/>
        </p:nvSpPr>
        <p:spPr>
          <a:xfrm xmlns:a="http://schemas.openxmlformats.org/drawingml/2006/main">
            <a:off x="4429125" y="6157913"/>
            <a:ext cx="1905000" cy="953"/>
          </a:xfrm>
          <a:custGeom xmlns:a="http://schemas.openxmlformats.org/drawingml/2006/main">
            <a:pathLst>
              <a:path w="1905000" h="953">
                <a:moveTo>
                  <a:pt x="0" y="0"/>
                </a:moveTo>
                <a:lnTo>
                  <a:pt x="1905000" y="0"/>
                </a:lnTo>
              </a:path>
            </a:pathLst>
          </a:custGeom>
          <a:noFill xmlns:a="http://schemas.openxmlformats.org/drawingml/2006/main"/>
          <a:ln xmlns:a="http://schemas.openxmlformats.org/drawingml/2006/main" w="10478">
            <a:solidFill>
              <a:srgbClr val="000000"/>
            </a:solidFill>
            <a:prstDash val="solid"/>
          </a:ln>
        </p:spPr>
      </p:sp>
      <p:sp>
        <p:nvSpPr>
          <p:cNvPr id="118" name="dp45-comparison / n126 / arrow">
            <a:extLst xmlns:a="http://schemas.openxmlformats.org/drawingml/2006/main">
              <a:ext uri="{FF2B5EF4-FFF2-40B4-BE49-F238E27FC236}">
                <a16:creationId xmlns:a16="http://schemas.microsoft.com/office/drawing/2014/main" id="{41F501EB-D5CB-47AC-A1B2-DEC83D392A58}"/>
              </a:ext>
            </a:extLst>
          </p:cNvPr>
          <p:cNvSpPr>
            <a:spLocks xmlns:a="http://schemas.openxmlformats.org/drawingml/2006/main" noGrp="1"/>
          </p:cNvSpPr>
          <p:nvPr/>
        </p:nvSpPr>
        <p:spPr>
          <a:xfrm xmlns:a="http://schemas.openxmlformats.org/drawingml/2006/main">
            <a:off x="6267069" y="61243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119" name="dp45-comparison / n127 / path">
            <a:extLst xmlns:a="http://schemas.openxmlformats.org/drawingml/2006/main">
              <a:ext uri="{FF2B5EF4-FFF2-40B4-BE49-F238E27FC236}">
                <a16:creationId xmlns:a16="http://schemas.microsoft.com/office/drawing/2014/main" id="{F314221A-781F-47EF-8B76-CE33BF7CFCC5}"/>
              </a:ext>
            </a:extLst>
          </p:cNvPr>
          <p:cNvSpPr>
            <a:spLocks xmlns:a="http://schemas.openxmlformats.org/drawingml/2006/main" noGrp="1"/>
          </p:cNvSpPr>
          <p:nvPr/>
        </p:nvSpPr>
        <p:spPr>
          <a:xfrm xmlns:a="http://schemas.openxmlformats.org/drawingml/2006/main">
            <a:off x="4429125" y="6243638"/>
            <a:ext cx="1905000" cy="953"/>
          </a:xfrm>
          <a:custGeom xmlns:a="http://schemas.openxmlformats.org/drawingml/2006/main">
            <a:pathLst>
              <a:path w="1905000" h="953">
                <a:moveTo>
                  <a:pt x="1905000" y="0"/>
                </a:moveTo>
                <a:lnTo>
                  <a:pt x="0" y="0"/>
                </a:lnTo>
              </a:path>
            </a:pathLst>
          </a:custGeom>
          <a:noFill xmlns:a="http://schemas.openxmlformats.org/drawingml/2006/main"/>
          <a:ln xmlns:a="http://schemas.openxmlformats.org/drawingml/2006/main" w="10478">
            <a:solidFill>
              <a:srgbClr val="000000"/>
            </a:solidFill>
            <a:prstDash val="dash"/>
          </a:ln>
        </p:spPr>
      </p:sp>
      <p:sp>
        <p:nvSpPr>
          <p:cNvPr id="120" name="dp45-comparison / n127 / arrow">
            <a:extLst xmlns:a="http://schemas.openxmlformats.org/drawingml/2006/main">
              <a:ext uri="{FF2B5EF4-FFF2-40B4-BE49-F238E27FC236}">
                <a16:creationId xmlns:a16="http://schemas.microsoft.com/office/drawing/2014/main" id="{56079DA8-0ED8-4C67-8DD7-332EAF0455B5}"/>
              </a:ext>
            </a:extLst>
          </p:cNvPr>
          <p:cNvSpPr>
            <a:spLocks xmlns:a="http://schemas.openxmlformats.org/drawingml/2006/main" noGrp="1"/>
          </p:cNvSpPr>
          <p:nvPr/>
        </p:nvSpPr>
        <p:spPr>
          <a:xfrm xmlns:a="http://schemas.openxmlformats.org/drawingml/2006/main">
            <a:off x="4429125" y="6210110"/>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121" name="dp45-comparison / n130 / path">
            <a:extLst xmlns:a="http://schemas.openxmlformats.org/drawingml/2006/main">
              <a:ext uri="{FF2B5EF4-FFF2-40B4-BE49-F238E27FC236}">
                <a16:creationId xmlns:a16="http://schemas.microsoft.com/office/drawing/2014/main" id="{C874EBF8-D9CB-42D9-ACD7-A1C1641D50D9}"/>
              </a:ext>
            </a:extLst>
          </p:cNvPr>
          <p:cNvSpPr>
            <a:spLocks xmlns:a="http://schemas.openxmlformats.org/drawingml/2006/main" noGrp="1"/>
          </p:cNvSpPr>
          <p:nvPr/>
        </p:nvSpPr>
        <p:spPr>
          <a:xfrm xmlns:a="http://schemas.openxmlformats.org/drawingml/2006/main">
            <a:off x="1571625" y="644842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122" name="dp45-comparison / n133">
            <a:extLst xmlns:a="http://schemas.openxmlformats.org/drawingml/2006/main">
              <a:ext uri="{FF2B5EF4-FFF2-40B4-BE49-F238E27FC236}">
                <a16:creationId xmlns:a16="http://schemas.microsoft.com/office/drawing/2014/main" id="{F0EC092A-497C-480F-96C4-CF3129A6E74F}"/>
              </a:ext>
            </a:extLst>
          </p:cNvPr>
          <p:cNvSpPr>
            <a:spLocks xmlns:a="http://schemas.openxmlformats.org/drawingml/2006/main" noGrp="1"/>
          </p:cNvSpPr>
          <p:nvPr/>
        </p:nvSpPr>
        <p:spPr>
          <a:xfrm xmlns:a="http://schemas.openxmlformats.org/drawingml/2006/main">
            <a:off x="1666875" y="671512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3" name="dp45-comparison / n134 / text 1">
            <a:extLst xmlns:a="http://schemas.openxmlformats.org/drawingml/2006/main">
              <a:ext uri="{FF2B5EF4-FFF2-40B4-BE49-F238E27FC236}">
                <a16:creationId xmlns:a16="http://schemas.microsoft.com/office/drawing/2014/main" id="{37A701A3-DDCC-477D-AC01-6D1E253DC08F}"/>
              </a:ext>
            </a:extLst>
          </p:cNvPr>
          <p:cNvSpPr>
            <a:spLocks xmlns:a="http://schemas.openxmlformats.org/drawingml/2006/main" noGrp="1"/>
          </p:cNvSpPr>
          <p:nvPr/>
        </p:nvSpPr>
        <p:spPr>
          <a:xfrm xmlns:a="http://schemas.openxmlformats.org/drawingml/2006/main">
            <a:off x="1752600" y="675084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현재 Query1 도착</a:t>
            </a:r>
          </a:p>
        </p:txBody>
      </p:sp>
      <p:sp>
        <p:nvSpPr>
          <p:cNvPr id="124" name="dp45-comparison / n135">
            <a:extLst xmlns:a="http://schemas.openxmlformats.org/drawingml/2006/main">
              <a:ext uri="{FF2B5EF4-FFF2-40B4-BE49-F238E27FC236}">
                <a16:creationId xmlns:a16="http://schemas.microsoft.com/office/drawing/2014/main" id="{5D89E3F5-15D9-4A97-A61F-03D6436B7A96}"/>
              </a:ext>
            </a:extLst>
          </p:cNvPr>
          <p:cNvSpPr>
            <a:spLocks xmlns:a="http://schemas.openxmlformats.org/drawingml/2006/main" noGrp="1"/>
          </p:cNvSpPr>
          <p:nvPr/>
        </p:nvSpPr>
        <p:spPr>
          <a:xfrm xmlns:a="http://schemas.openxmlformats.org/drawingml/2006/main">
            <a:off x="4333875" y="671512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5" name="dp45-comparison / n136 / text 1">
            <a:extLst xmlns:a="http://schemas.openxmlformats.org/drawingml/2006/main">
              <a:ext uri="{FF2B5EF4-FFF2-40B4-BE49-F238E27FC236}">
                <a16:creationId xmlns:a16="http://schemas.microsoft.com/office/drawing/2014/main" id="{CBEAB143-237A-4F75-9C91-094BDA851CD2}"/>
              </a:ext>
            </a:extLst>
          </p:cNvPr>
          <p:cNvSpPr>
            <a:spLocks xmlns:a="http://schemas.openxmlformats.org/drawingml/2006/main" noGrp="1"/>
          </p:cNvSpPr>
          <p:nvPr/>
        </p:nvSpPr>
        <p:spPr>
          <a:xfrm xmlns:a="http://schemas.openxmlformats.org/drawingml/2006/main">
            <a:off x="4419600" y="675084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Composer: 원본 조회 / 결합</a:t>
            </a:r>
          </a:p>
        </p:txBody>
      </p:sp>
      <p:sp>
        <p:nvSpPr>
          <p:cNvPr id="126" name="dp45-comparison / n137 / path">
            <a:extLst xmlns:a="http://schemas.openxmlformats.org/drawingml/2006/main">
              <a:ext uri="{FF2B5EF4-FFF2-40B4-BE49-F238E27FC236}">
                <a16:creationId xmlns:a16="http://schemas.microsoft.com/office/drawing/2014/main" id="{007A54D2-DE75-48F8-8EDC-4B383EE2A4C9}"/>
              </a:ext>
            </a:extLst>
          </p:cNvPr>
          <p:cNvSpPr>
            <a:spLocks xmlns:a="http://schemas.openxmlformats.org/drawingml/2006/main" noGrp="1"/>
          </p:cNvSpPr>
          <p:nvPr/>
        </p:nvSpPr>
        <p:spPr>
          <a:xfrm xmlns:a="http://schemas.openxmlformats.org/drawingml/2006/main">
            <a:off x="3905250" y="68437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27" name="dp45-comparison / n137 / arrow">
            <a:extLst xmlns:a="http://schemas.openxmlformats.org/drawingml/2006/main">
              <a:ext uri="{FF2B5EF4-FFF2-40B4-BE49-F238E27FC236}">
                <a16:creationId xmlns:a16="http://schemas.microsoft.com/office/drawing/2014/main" id="{68DDC289-3778-4126-AC58-E276320D10B9}"/>
              </a:ext>
            </a:extLst>
          </p:cNvPr>
          <p:cNvSpPr>
            <a:spLocks xmlns:a="http://schemas.openxmlformats.org/drawingml/2006/main" noGrp="1"/>
          </p:cNvSpPr>
          <p:nvPr/>
        </p:nvSpPr>
        <p:spPr>
          <a:xfrm xmlns:a="http://schemas.openxmlformats.org/drawingml/2006/main">
            <a:off x="4266819" y="68101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28" name="dp45-comparison / n138">
            <a:extLst xmlns:a="http://schemas.openxmlformats.org/drawingml/2006/main">
              <a:ext uri="{FF2B5EF4-FFF2-40B4-BE49-F238E27FC236}">
                <a16:creationId xmlns:a16="http://schemas.microsoft.com/office/drawing/2014/main" id="{4DA388E7-4005-4FFA-BEE5-E30FDAF1AACE}"/>
              </a:ext>
            </a:extLst>
          </p:cNvPr>
          <p:cNvSpPr>
            <a:spLocks xmlns:a="http://schemas.openxmlformats.org/drawingml/2006/main" noGrp="1"/>
          </p:cNvSpPr>
          <p:nvPr/>
        </p:nvSpPr>
        <p:spPr>
          <a:xfrm xmlns:a="http://schemas.openxmlformats.org/drawingml/2006/main">
            <a:off x="7000875" y="671512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29" name="dp45-comparison / n139 / text 1">
            <a:extLst xmlns:a="http://schemas.openxmlformats.org/drawingml/2006/main">
              <a:ext uri="{FF2B5EF4-FFF2-40B4-BE49-F238E27FC236}">
                <a16:creationId xmlns:a16="http://schemas.microsoft.com/office/drawing/2014/main" id="{D982A7BB-D79A-4239-962D-968190245BB7}"/>
              </a:ext>
            </a:extLst>
          </p:cNvPr>
          <p:cNvSpPr>
            <a:spLocks xmlns:a="http://schemas.openxmlformats.org/drawingml/2006/main" noGrp="1"/>
          </p:cNvSpPr>
          <p:nvPr/>
        </p:nvSpPr>
        <p:spPr>
          <a:xfrm xmlns:a="http://schemas.openxmlformats.org/drawingml/2006/main">
            <a:off x="7086600" y="675084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Bundle1을 caller에 반환</a:t>
            </a:r>
          </a:p>
        </p:txBody>
      </p:sp>
      <p:sp>
        <p:nvSpPr>
          <p:cNvPr id="130" name="dp45-comparison / n140 / path">
            <a:extLst xmlns:a="http://schemas.openxmlformats.org/drawingml/2006/main">
              <a:ext uri="{FF2B5EF4-FFF2-40B4-BE49-F238E27FC236}">
                <a16:creationId xmlns:a16="http://schemas.microsoft.com/office/drawing/2014/main" id="{F7186A59-D65C-4922-94DD-ABF60E50B024}"/>
              </a:ext>
            </a:extLst>
          </p:cNvPr>
          <p:cNvSpPr>
            <a:spLocks xmlns:a="http://schemas.openxmlformats.org/drawingml/2006/main" noGrp="1"/>
          </p:cNvSpPr>
          <p:nvPr/>
        </p:nvSpPr>
        <p:spPr>
          <a:xfrm xmlns:a="http://schemas.openxmlformats.org/drawingml/2006/main">
            <a:off x="6572250" y="68437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31" name="dp45-comparison / n140 / arrow">
            <a:extLst xmlns:a="http://schemas.openxmlformats.org/drawingml/2006/main">
              <a:ext uri="{FF2B5EF4-FFF2-40B4-BE49-F238E27FC236}">
                <a16:creationId xmlns:a16="http://schemas.microsoft.com/office/drawing/2014/main" id="{3BD6635A-54D6-4D17-AFCF-A447511EB969}"/>
              </a:ext>
            </a:extLst>
          </p:cNvPr>
          <p:cNvSpPr>
            <a:spLocks xmlns:a="http://schemas.openxmlformats.org/drawingml/2006/main" noGrp="1"/>
          </p:cNvSpPr>
          <p:nvPr/>
        </p:nvSpPr>
        <p:spPr>
          <a:xfrm xmlns:a="http://schemas.openxmlformats.org/drawingml/2006/main">
            <a:off x="6933819" y="68101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2" name="dp45-comparison / n141">
            <a:extLst xmlns:a="http://schemas.openxmlformats.org/drawingml/2006/main">
              <a:ext uri="{FF2B5EF4-FFF2-40B4-BE49-F238E27FC236}">
                <a16:creationId xmlns:a16="http://schemas.microsoft.com/office/drawing/2014/main" id="{472CA240-B40A-4429-A613-17D75E69B73A}"/>
              </a:ext>
            </a:extLst>
          </p:cNvPr>
          <p:cNvSpPr>
            <a:spLocks xmlns:a="http://schemas.openxmlformats.org/drawingml/2006/main" noGrp="1"/>
          </p:cNvSpPr>
          <p:nvPr/>
        </p:nvSpPr>
        <p:spPr>
          <a:xfrm xmlns:a="http://schemas.openxmlformats.org/drawingml/2006/main">
            <a:off x="1666875" y="7258050"/>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33" name="dp45-comparison / n142 / text 1">
            <a:extLst xmlns:a="http://schemas.openxmlformats.org/drawingml/2006/main">
              <a:ext uri="{FF2B5EF4-FFF2-40B4-BE49-F238E27FC236}">
                <a16:creationId xmlns:a16="http://schemas.microsoft.com/office/drawing/2014/main" id="{A5382BC6-C601-4799-BCB2-5DFDA78EEA5D}"/>
              </a:ext>
            </a:extLst>
          </p:cNvPr>
          <p:cNvSpPr>
            <a:spLocks xmlns:a="http://schemas.openxmlformats.org/drawingml/2006/main" noGrp="1"/>
          </p:cNvSpPr>
          <p:nvPr/>
        </p:nvSpPr>
        <p:spPr>
          <a:xfrm xmlns:a="http://schemas.openxmlformats.org/drawingml/2006/main">
            <a:off x="1752600" y="7293769"/>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같은 정보 반복 요청</a:t>
            </a:r>
          </a:p>
        </p:txBody>
      </p:sp>
      <p:sp>
        <p:nvSpPr>
          <p:cNvPr id="134" name="dp45-comparison / n143">
            <a:extLst xmlns:a="http://schemas.openxmlformats.org/drawingml/2006/main">
              <a:ext uri="{FF2B5EF4-FFF2-40B4-BE49-F238E27FC236}">
                <a16:creationId xmlns:a16="http://schemas.microsoft.com/office/drawing/2014/main" id="{BB5D0B0C-3040-44CC-B6AD-CD39051F7AC9}"/>
              </a:ext>
            </a:extLst>
          </p:cNvPr>
          <p:cNvSpPr>
            <a:spLocks xmlns:a="http://schemas.openxmlformats.org/drawingml/2006/main" noGrp="1"/>
          </p:cNvSpPr>
          <p:nvPr/>
        </p:nvSpPr>
        <p:spPr>
          <a:xfrm xmlns:a="http://schemas.openxmlformats.org/drawingml/2006/main">
            <a:off x="4333875" y="7258050"/>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35" name="dp45-comparison / n144 / text 1">
            <a:extLst xmlns:a="http://schemas.openxmlformats.org/drawingml/2006/main">
              <a:ext uri="{FF2B5EF4-FFF2-40B4-BE49-F238E27FC236}">
                <a16:creationId xmlns:a16="http://schemas.microsoft.com/office/drawing/2014/main" id="{25BA42F5-904B-43F4-8633-C66B6957F441}"/>
              </a:ext>
            </a:extLst>
          </p:cNvPr>
          <p:cNvSpPr>
            <a:spLocks xmlns:a="http://schemas.openxmlformats.org/drawingml/2006/main" noGrp="1"/>
          </p:cNvSpPr>
          <p:nvPr/>
        </p:nvSpPr>
        <p:spPr>
          <a:xfrm xmlns:a="http://schemas.openxmlformats.org/drawingml/2006/main">
            <a:off x="4419600" y="7293769"/>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유효 cache / 부분 갱신</a:t>
            </a:r>
          </a:p>
        </p:txBody>
      </p:sp>
      <p:sp>
        <p:nvSpPr>
          <p:cNvPr id="136" name="dp45-comparison / n145 / path">
            <a:extLst xmlns:a="http://schemas.openxmlformats.org/drawingml/2006/main">
              <a:ext uri="{FF2B5EF4-FFF2-40B4-BE49-F238E27FC236}">
                <a16:creationId xmlns:a16="http://schemas.microsoft.com/office/drawing/2014/main" id="{EDEE15F6-05C0-49D7-97E5-A938B9B29EA8}"/>
              </a:ext>
            </a:extLst>
          </p:cNvPr>
          <p:cNvSpPr>
            <a:spLocks xmlns:a="http://schemas.openxmlformats.org/drawingml/2006/main" noGrp="1"/>
          </p:cNvSpPr>
          <p:nvPr/>
        </p:nvSpPr>
        <p:spPr>
          <a:xfrm xmlns:a="http://schemas.openxmlformats.org/drawingml/2006/main">
            <a:off x="3905250" y="7386638"/>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37" name="dp45-comparison / n145 / arrow">
            <a:extLst xmlns:a="http://schemas.openxmlformats.org/drawingml/2006/main">
              <a:ext uri="{FF2B5EF4-FFF2-40B4-BE49-F238E27FC236}">
                <a16:creationId xmlns:a16="http://schemas.microsoft.com/office/drawing/2014/main" id="{10E667E3-9D1E-473B-B71F-52A2E433388E}"/>
              </a:ext>
            </a:extLst>
          </p:cNvPr>
          <p:cNvSpPr>
            <a:spLocks xmlns:a="http://schemas.openxmlformats.org/drawingml/2006/main" noGrp="1"/>
          </p:cNvSpPr>
          <p:nvPr/>
        </p:nvSpPr>
        <p:spPr>
          <a:xfrm xmlns:a="http://schemas.openxmlformats.org/drawingml/2006/main">
            <a:off x="4266819" y="73531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38" name="dp45-comparison / n146">
            <a:extLst xmlns:a="http://schemas.openxmlformats.org/drawingml/2006/main">
              <a:ext uri="{FF2B5EF4-FFF2-40B4-BE49-F238E27FC236}">
                <a16:creationId xmlns:a16="http://schemas.microsoft.com/office/drawing/2014/main" id="{FE5EFB4D-1217-460D-B041-1C28BD0BF38D}"/>
              </a:ext>
            </a:extLst>
          </p:cNvPr>
          <p:cNvSpPr>
            <a:spLocks xmlns:a="http://schemas.openxmlformats.org/drawingml/2006/main" noGrp="1"/>
          </p:cNvSpPr>
          <p:nvPr/>
        </p:nvSpPr>
        <p:spPr>
          <a:xfrm xmlns:a="http://schemas.openxmlformats.org/drawingml/2006/main">
            <a:off x="7000875" y="72580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39" name="dp45-comparison / n147 / text 1">
            <a:extLst xmlns:a="http://schemas.openxmlformats.org/drawingml/2006/main">
              <a:ext uri="{FF2B5EF4-FFF2-40B4-BE49-F238E27FC236}">
                <a16:creationId xmlns:a16="http://schemas.microsoft.com/office/drawing/2014/main" id="{0DB54A58-7804-4EBB-86F0-D8214944BE57}"/>
              </a:ext>
            </a:extLst>
          </p:cNvPr>
          <p:cNvSpPr>
            <a:spLocks xmlns:a="http://schemas.openxmlformats.org/drawingml/2006/main" noGrp="1"/>
          </p:cNvSpPr>
          <p:nvPr/>
        </p:nvSpPr>
        <p:spPr>
          <a:xfrm xmlns:a="http://schemas.openxmlformats.org/drawingml/2006/main">
            <a:off x="7086600" y="7293769"/>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현재 목적의 묶음 구성</a:t>
            </a:r>
          </a:p>
        </p:txBody>
      </p:sp>
      <p:sp>
        <p:nvSpPr>
          <p:cNvPr id="140" name="dp45-comparison / n148 / path">
            <a:extLst xmlns:a="http://schemas.openxmlformats.org/drawingml/2006/main">
              <a:ext uri="{FF2B5EF4-FFF2-40B4-BE49-F238E27FC236}">
                <a16:creationId xmlns:a16="http://schemas.microsoft.com/office/drawing/2014/main" id="{67B105CE-472D-4222-827A-45BD046FA1FA}"/>
              </a:ext>
            </a:extLst>
          </p:cNvPr>
          <p:cNvSpPr>
            <a:spLocks xmlns:a="http://schemas.openxmlformats.org/drawingml/2006/main" noGrp="1"/>
          </p:cNvSpPr>
          <p:nvPr/>
        </p:nvSpPr>
        <p:spPr>
          <a:xfrm xmlns:a="http://schemas.openxmlformats.org/drawingml/2006/main">
            <a:off x="6572250" y="7386638"/>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141" name="dp45-comparison / n148 / arrow">
            <a:extLst xmlns:a="http://schemas.openxmlformats.org/drawingml/2006/main">
              <a:ext uri="{FF2B5EF4-FFF2-40B4-BE49-F238E27FC236}">
                <a16:creationId xmlns:a16="http://schemas.microsoft.com/office/drawing/2014/main" id="{53A64EA1-8751-4888-94BC-61CF49AF359F}"/>
              </a:ext>
            </a:extLst>
          </p:cNvPr>
          <p:cNvSpPr>
            <a:spLocks xmlns:a="http://schemas.openxmlformats.org/drawingml/2006/main" noGrp="1"/>
          </p:cNvSpPr>
          <p:nvPr/>
        </p:nvSpPr>
        <p:spPr>
          <a:xfrm xmlns:a="http://schemas.openxmlformats.org/drawingml/2006/main">
            <a:off x="6933819" y="73531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142" name="dp45-comparison / n78">
            <a:extLst xmlns:a="http://schemas.openxmlformats.org/drawingml/2006/main">
              <a:ext uri="{FF2B5EF4-FFF2-40B4-BE49-F238E27FC236}">
                <a16:creationId xmlns:a16="http://schemas.microsoft.com/office/drawing/2014/main" id="{3E202C2C-1727-4C45-9ED0-F9EC21E9C126}"/>
              </a:ext>
            </a:extLst>
          </p:cNvPr>
          <p:cNvSpPr>
            <a:spLocks xmlns:a="http://schemas.openxmlformats.org/drawingml/2006/main" noGrp="1"/>
          </p:cNvSpPr>
          <p:nvPr/>
        </p:nvSpPr>
        <p:spPr>
          <a:xfrm xmlns:a="http://schemas.openxmlformats.org/drawingml/2006/main">
            <a:off x="1647825" y="2771775"/>
            <a:ext cx="1980629"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3" name="dp45-comparison / n79 / text 1">
            <a:extLst xmlns:a="http://schemas.openxmlformats.org/drawingml/2006/main">
              <a:ext uri="{FF2B5EF4-FFF2-40B4-BE49-F238E27FC236}">
                <a16:creationId xmlns:a16="http://schemas.microsoft.com/office/drawing/2014/main" id="{8BDBB50E-791C-47F4-8C64-1A7043D1FB2B}"/>
              </a:ext>
            </a:extLst>
          </p:cNvPr>
          <p:cNvSpPr>
            <a:spLocks xmlns:a="http://schemas.openxmlformats.org/drawingml/2006/main" noGrp="1"/>
          </p:cNvSpPr>
          <p:nvPr/>
        </p:nvSpPr>
        <p:spPr>
          <a:xfrm xmlns:a="http://schemas.openxmlformats.org/drawingml/2006/main">
            <a:off x="1666875" y="2781300"/>
            <a:ext cx="26670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Query1: 평가 기준과 과거 결과</a:t>
            </a:r>
          </a:p>
        </p:txBody>
      </p:sp>
      <p:sp>
        <p:nvSpPr>
          <p:cNvPr id="144" name="dp45-comparison / n80">
            <a:extLst xmlns:a="http://schemas.openxmlformats.org/drawingml/2006/main">
              <a:ext uri="{FF2B5EF4-FFF2-40B4-BE49-F238E27FC236}">
                <a16:creationId xmlns:a16="http://schemas.microsoft.com/office/drawing/2014/main" id="{9D1277BD-8E23-42AD-9895-EEB3822CA42D}"/>
              </a:ext>
            </a:extLst>
          </p:cNvPr>
          <p:cNvSpPr>
            <a:spLocks xmlns:a="http://schemas.openxmlformats.org/drawingml/2006/main" noGrp="1"/>
          </p:cNvSpPr>
          <p:nvPr/>
        </p:nvSpPr>
        <p:spPr>
          <a:xfrm xmlns:a="http://schemas.openxmlformats.org/drawingml/2006/main">
            <a:off x="4600575" y="2762250"/>
            <a:ext cx="173126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5" name="dp45-comparison / n81 / text 1">
            <a:extLst xmlns:a="http://schemas.openxmlformats.org/drawingml/2006/main">
              <a:ext uri="{FF2B5EF4-FFF2-40B4-BE49-F238E27FC236}">
                <a16:creationId xmlns:a16="http://schemas.microsoft.com/office/drawing/2014/main" id="{F8C85EFE-2AEE-4666-BDED-29092DD1EB44}"/>
              </a:ext>
            </a:extLst>
          </p:cNvPr>
          <p:cNvSpPr>
            <a:spLocks xmlns:a="http://schemas.openxmlformats.org/drawingml/2006/main" noGrp="1"/>
          </p:cNvSpPr>
          <p:nvPr/>
        </p:nvSpPr>
        <p:spPr>
          <a:xfrm xmlns:a="http://schemas.openxmlformats.org/drawingml/2006/main">
            <a:off x="4619625" y="2771775"/>
            <a:ext cx="20478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설명 원문 / 실제 전달한 범위</a:t>
            </a:r>
          </a:p>
        </p:txBody>
      </p:sp>
      <p:sp>
        <p:nvSpPr>
          <p:cNvPr id="146" name="dp45-comparison / n82">
            <a:extLst xmlns:a="http://schemas.openxmlformats.org/drawingml/2006/main">
              <a:ext uri="{FF2B5EF4-FFF2-40B4-BE49-F238E27FC236}">
                <a16:creationId xmlns:a16="http://schemas.microsoft.com/office/drawing/2014/main" id="{ED7B4DD0-430C-4752-BC3E-610C3BE1198C}"/>
              </a:ext>
            </a:extLst>
          </p:cNvPr>
          <p:cNvSpPr>
            <a:spLocks xmlns:a="http://schemas.openxmlformats.org/drawingml/2006/main" noGrp="1"/>
          </p:cNvSpPr>
          <p:nvPr/>
        </p:nvSpPr>
        <p:spPr>
          <a:xfrm xmlns:a="http://schemas.openxmlformats.org/drawingml/2006/main">
            <a:off x="7124700" y="2762250"/>
            <a:ext cx="182270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7" name="dp45-comparison / n83 / text 1">
            <a:extLst xmlns:a="http://schemas.openxmlformats.org/drawingml/2006/main">
              <a:ext uri="{FF2B5EF4-FFF2-40B4-BE49-F238E27FC236}">
                <a16:creationId xmlns:a16="http://schemas.microsoft.com/office/drawing/2014/main" id="{87132FDA-890C-46F2-BAFC-3257F4F1C8B6}"/>
              </a:ext>
            </a:extLst>
          </p:cNvPr>
          <p:cNvSpPr>
            <a:spLocks xmlns:a="http://schemas.openxmlformats.org/drawingml/2006/main" noGrp="1"/>
          </p:cNvSpPr>
          <p:nvPr/>
        </p:nvSpPr>
        <p:spPr>
          <a:xfrm xmlns:a="http://schemas.openxmlformats.org/drawingml/2006/main">
            <a:off x="7143750" y="2771775"/>
            <a:ext cx="20955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Task1 제품 조사 / Task2 견적</a:t>
            </a:r>
          </a:p>
        </p:txBody>
      </p:sp>
      <p:sp>
        <p:nvSpPr>
          <p:cNvPr id="148" name="dp45-comparison / n84">
            <a:extLst xmlns:a="http://schemas.openxmlformats.org/drawingml/2006/main">
              <a:ext uri="{FF2B5EF4-FFF2-40B4-BE49-F238E27FC236}">
                <a16:creationId xmlns:a16="http://schemas.microsoft.com/office/drawing/2014/main" id="{90041367-3042-4B3F-B375-80A25876DBD5}"/>
              </a:ext>
            </a:extLst>
          </p:cNvPr>
          <p:cNvSpPr>
            <a:spLocks xmlns:a="http://schemas.openxmlformats.org/drawingml/2006/main" noGrp="1"/>
          </p:cNvSpPr>
          <p:nvPr/>
        </p:nvSpPr>
        <p:spPr>
          <a:xfrm xmlns:a="http://schemas.openxmlformats.org/drawingml/2006/main">
            <a:off x="4600575" y="2924175"/>
            <a:ext cx="120777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9" name="dp45-comparison / n85 / text 1">
            <a:extLst xmlns:a="http://schemas.openxmlformats.org/drawingml/2006/main">
              <a:ext uri="{FF2B5EF4-FFF2-40B4-BE49-F238E27FC236}">
                <a16:creationId xmlns:a16="http://schemas.microsoft.com/office/drawing/2014/main" id="{3069C894-36AC-4C3B-A23A-E99D22BE8ECA}"/>
              </a:ext>
            </a:extLst>
          </p:cNvPr>
          <p:cNvSpPr>
            <a:spLocks xmlns:a="http://schemas.openxmlformats.org/drawingml/2006/main" noGrp="1"/>
          </p:cNvSpPr>
          <p:nvPr/>
        </p:nvSpPr>
        <p:spPr>
          <a:xfrm xmlns:a="http://schemas.openxmlformats.org/drawingml/2006/main">
            <a:off x="4619625" y="2933700"/>
            <a:ext cx="20478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“가격이 같은 경우…”</a:t>
            </a:r>
          </a:p>
        </p:txBody>
      </p:sp>
      <p:sp>
        <p:nvSpPr>
          <p:cNvPr id="150" name="dp45-comparison / n86">
            <a:extLst xmlns:a="http://schemas.openxmlformats.org/drawingml/2006/main">
              <a:ext uri="{FF2B5EF4-FFF2-40B4-BE49-F238E27FC236}">
                <a16:creationId xmlns:a16="http://schemas.microsoft.com/office/drawing/2014/main" id="{9ADCD626-953A-4138-972E-4740121D13DE}"/>
              </a:ext>
            </a:extLst>
          </p:cNvPr>
          <p:cNvSpPr>
            <a:spLocks xmlns:a="http://schemas.openxmlformats.org/drawingml/2006/main" noGrp="1"/>
          </p:cNvSpPr>
          <p:nvPr/>
        </p:nvSpPr>
        <p:spPr>
          <a:xfrm xmlns:a="http://schemas.openxmlformats.org/drawingml/2006/main">
            <a:off x="7124700" y="2924175"/>
            <a:ext cx="1731645"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1" name="dp45-comparison / n87 / text 1">
            <a:extLst xmlns:a="http://schemas.openxmlformats.org/drawingml/2006/main">
              <a:ext uri="{FF2B5EF4-FFF2-40B4-BE49-F238E27FC236}">
                <a16:creationId xmlns:a16="http://schemas.microsoft.com/office/drawing/2014/main" id="{959D0887-1517-4890-B298-C959D041F385}"/>
              </a:ext>
            </a:extLst>
          </p:cNvPr>
          <p:cNvSpPr>
            <a:spLocks xmlns:a="http://schemas.openxmlformats.org/drawingml/2006/main" noGrp="1"/>
          </p:cNvSpPr>
          <p:nvPr/>
        </p:nvSpPr>
        <p:spPr>
          <a:xfrm xmlns:a="http://schemas.openxmlformats.org/drawingml/2006/main">
            <a:off x="7143750" y="2933700"/>
            <a:ext cx="20955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제품 결과 개정 2 / 견적 개정 1</a:t>
            </a:r>
          </a:p>
        </p:txBody>
      </p:sp>
      <p:sp>
        <p:nvSpPr>
          <p:cNvPr id="152" name="dp45-comparison / n100">
            <a:extLst xmlns:a="http://schemas.openxmlformats.org/drawingml/2006/main">
              <a:ext uri="{FF2B5EF4-FFF2-40B4-BE49-F238E27FC236}">
                <a16:creationId xmlns:a16="http://schemas.microsoft.com/office/drawing/2014/main" id="{C8658861-1FEF-486D-9A69-FA6BE95BB68F}"/>
              </a:ext>
            </a:extLst>
          </p:cNvPr>
          <p:cNvSpPr>
            <a:spLocks xmlns:a="http://schemas.openxmlformats.org/drawingml/2006/main" noGrp="1"/>
          </p:cNvSpPr>
          <p:nvPr/>
        </p:nvSpPr>
        <p:spPr>
          <a:xfrm xmlns:a="http://schemas.openxmlformats.org/drawingml/2006/main">
            <a:off x="5457825" y="3362325"/>
            <a:ext cx="2281809"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3" name="dp45-comparison / n101 / text 1">
            <a:extLst xmlns:a="http://schemas.openxmlformats.org/drawingml/2006/main">
              <a:ext uri="{FF2B5EF4-FFF2-40B4-BE49-F238E27FC236}">
                <a16:creationId xmlns:a16="http://schemas.microsoft.com/office/drawing/2014/main" id="{0C5B1B96-99F5-45D4-BA3B-C1E88A8D1EC6}"/>
              </a:ext>
            </a:extLst>
          </p:cNvPr>
          <p:cNvSpPr>
            <a:spLocks xmlns:a="http://schemas.openxmlformats.org/drawingml/2006/main" noGrp="1"/>
          </p:cNvSpPr>
          <p:nvPr/>
        </p:nvSpPr>
        <p:spPr>
          <a:xfrm xmlns:a="http://schemas.openxmlformats.org/drawingml/2006/main">
            <a:off x="5476875" y="3371850"/>
            <a:ext cx="35242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② Query에 맞춘 원본 읽기 / 반환</a:t>
            </a:r>
          </a:p>
        </p:txBody>
      </p:sp>
      <p:sp>
        <p:nvSpPr>
          <p:cNvPr id="154" name="dp45-comparison / n104">
            <a:extLst xmlns:a="http://schemas.openxmlformats.org/drawingml/2006/main">
              <a:ext uri="{FF2B5EF4-FFF2-40B4-BE49-F238E27FC236}">
                <a16:creationId xmlns:a16="http://schemas.microsoft.com/office/drawing/2014/main" id="{8CDAC728-89C9-4B2C-8993-6F9B526CB5B0}"/>
              </a:ext>
            </a:extLst>
          </p:cNvPr>
          <p:cNvSpPr>
            <a:spLocks xmlns:a="http://schemas.openxmlformats.org/drawingml/2006/main" noGrp="1"/>
          </p:cNvSpPr>
          <p:nvPr/>
        </p:nvSpPr>
        <p:spPr>
          <a:xfrm xmlns:a="http://schemas.openxmlformats.org/drawingml/2006/main">
            <a:off x="1933575" y="4314825"/>
            <a:ext cx="2124266"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5" name="dp45-comparison / n105 / text 1">
            <a:extLst xmlns:a="http://schemas.openxmlformats.org/drawingml/2006/main">
              <a:ext uri="{FF2B5EF4-FFF2-40B4-BE49-F238E27FC236}">
                <a16:creationId xmlns:a16="http://schemas.microsoft.com/office/drawing/2014/main" id="{7F7E0A97-EA67-45E2-8970-E9F43A846CB5}"/>
              </a:ext>
            </a:extLst>
          </p:cNvPr>
          <p:cNvSpPr>
            <a:spLocks xmlns:a="http://schemas.openxmlformats.org/drawingml/2006/main" noGrp="1"/>
          </p:cNvSpPr>
          <p:nvPr/>
        </p:nvSpPr>
        <p:spPr>
          <a:xfrm xmlns:a="http://schemas.openxmlformats.org/drawingml/2006/main">
            <a:off x="1952625" y="4324350"/>
            <a:ext cx="252412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③ 원본 확인 / 유효 cache 재사용</a:t>
            </a:r>
          </a:p>
        </p:txBody>
      </p:sp>
      <p:sp>
        <p:nvSpPr>
          <p:cNvPr id="156" name="dp45-comparison / n106">
            <a:extLst xmlns:a="http://schemas.openxmlformats.org/drawingml/2006/main">
              <a:ext uri="{FF2B5EF4-FFF2-40B4-BE49-F238E27FC236}">
                <a16:creationId xmlns:a16="http://schemas.microsoft.com/office/drawing/2014/main" id="{E8F35412-F623-4314-B063-FA2392D90E8A}"/>
              </a:ext>
            </a:extLst>
          </p:cNvPr>
          <p:cNvSpPr>
            <a:spLocks xmlns:a="http://schemas.openxmlformats.org/drawingml/2006/main" noGrp="1"/>
          </p:cNvSpPr>
          <p:nvPr/>
        </p:nvSpPr>
        <p:spPr>
          <a:xfrm xmlns:a="http://schemas.openxmlformats.org/drawingml/2006/main">
            <a:off x="1933575" y="4533900"/>
            <a:ext cx="2188655"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7" name="dp45-comparison / n107 / text 1">
            <a:extLst xmlns:a="http://schemas.openxmlformats.org/drawingml/2006/main">
              <a:ext uri="{FF2B5EF4-FFF2-40B4-BE49-F238E27FC236}">
                <a16:creationId xmlns:a16="http://schemas.microsoft.com/office/drawing/2014/main" id="{C0E8F7E1-6DB3-43A8-9CD8-8E91E1E3F314}"/>
              </a:ext>
            </a:extLst>
          </p:cNvPr>
          <p:cNvSpPr>
            <a:spLocks xmlns:a="http://schemas.openxmlformats.org/drawingml/2006/main" noGrp="1"/>
          </p:cNvSpPr>
          <p:nvPr/>
        </p:nvSpPr>
        <p:spPr>
          <a:xfrm xmlns:a="http://schemas.openxmlformats.org/drawingml/2006/main">
            <a:off x="1952625" y="4543425"/>
            <a:ext cx="2524125"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필요한 원본 추가 조회 / 부분 갱신</a:t>
            </a:r>
          </a:p>
        </p:txBody>
      </p:sp>
      <p:sp>
        <p:nvSpPr>
          <p:cNvPr id="158" name="dp45-comparison / n110">
            <a:extLst xmlns:a="http://schemas.openxmlformats.org/drawingml/2006/main">
              <a:ext uri="{FF2B5EF4-FFF2-40B4-BE49-F238E27FC236}">
                <a16:creationId xmlns:a16="http://schemas.microsoft.com/office/drawing/2014/main" id="{A7F7F74B-257B-4942-BB25-321DAEF0D63E}"/>
              </a:ext>
            </a:extLst>
          </p:cNvPr>
          <p:cNvSpPr>
            <a:spLocks xmlns:a="http://schemas.openxmlformats.org/drawingml/2006/main" noGrp="1"/>
          </p:cNvSpPr>
          <p:nvPr/>
        </p:nvSpPr>
        <p:spPr>
          <a:xfrm xmlns:a="http://schemas.openxmlformats.org/drawingml/2006/main">
            <a:off x="5191125" y="3752850"/>
            <a:ext cx="3714750" cy="1123950"/>
          </a:xfrm>
          <a:custGeom xmlns:a="http://schemas.openxmlformats.org/drawingml/2006/main">
            <a:pathLst>
              <a:path w="3714750" h="1123950">
                <a:moveTo>
                  <a:pt x="0" y="0"/>
                </a:moveTo>
                <a:lnTo>
                  <a:pt x="3543300" y="0"/>
                </a:lnTo>
                <a:lnTo>
                  <a:pt x="3714750" y="171450"/>
                </a:lnTo>
                <a:lnTo>
                  <a:pt x="3714750" y="1123950"/>
                </a:lnTo>
                <a:lnTo>
                  <a:pt x="0" y="1123950"/>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159" name="dp45-comparison / n110 / fold">
            <a:extLst xmlns:a="http://schemas.openxmlformats.org/drawingml/2006/main">
              <a:ext uri="{FF2B5EF4-FFF2-40B4-BE49-F238E27FC236}">
                <a16:creationId xmlns:a16="http://schemas.microsoft.com/office/drawing/2014/main" id="{30ACA1F8-9326-42E4-9E93-704E237D8C54}"/>
              </a:ext>
            </a:extLst>
          </p:cNvPr>
          <p:cNvSpPr>
            <a:spLocks xmlns:a="http://schemas.openxmlformats.org/drawingml/2006/main" noGrp="1"/>
          </p:cNvSpPr>
          <p:nvPr/>
        </p:nvSpPr>
        <p:spPr>
          <a:xfrm xmlns:a="http://schemas.openxmlformats.org/drawingml/2006/main">
            <a:off x="8734425" y="375285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160" name="dp45-comparison / n111 / text 1">
            <a:extLst xmlns:a="http://schemas.openxmlformats.org/drawingml/2006/main">
              <a:ext uri="{FF2B5EF4-FFF2-40B4-BE49-F238E27FC236}">
                <a16:creationId xmlns:a16="http://schemas.microsoft.com/office/drawing/2014/main" id="{3F03EBA6-5E9A-48E2-B7D4-4F1B1D257AF1}"/>
              </a:ext>
            </a:extLst>
          </p:cNvPr>
          <p:cNvSpPr>
            <a:spLocks xmlns:a="http://schemas.openxmlformats.org/drawingml/2006/main" noGrp="1"/>
          </p:cNvSpPr>
          <p:nvPr/>
        </p:nvSpPr>
        <p:spPr>
          <a:xfrm xmlns:a="http://schemas.openxmlformats.org/drawingml/2006/main">
            <a:off x="5286375" y="381000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이번 Query의 Bundle1 / Receipt1 (필드 축약)</a:t>
            </a:r>
          </a:p>
        </p:txBody>
      </p:sp>
      <p:sp>
        <p:nvSpPr>
          <p:cNvPr id="161" name="dp45-comparison / n111 / text 2">
            <a:extLst xmlns:a="http://schemas.openxmlformats.org/drawingml/2006/main">
              <a:ext uri="{FF2B5EF4-FFF2-40B4-BE49-F238E27FC236}">
                <a16:creationId xmlns:a16="http://schemas.microsoft.com/office/drawing/2014/main" id="{BDA3D480-8086-47FD-B1F0-322427FEA11A}"/>
              </a:ext>
            </a:extLst>
          </p:cNvPr>
          <p:cNvSpPr>
            <a:spLocks xmlns:a="http://schemas.openxmlformats.org/drawingml/2006/main" noGrp="1"/>
          </p:cNvSpPr>
          <p:nvPr/>
        </p:nvSpPr>
        <p:spPr>
          <a:xfrm xmlns:a="http://schemas.openxmlformats.org/drawingml/2006/main">
            <a:off x="5286375" y="393573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status:PARTIAL / acquisition:OWNER_COMPOSITION</a:t>
            </a:r>
          </a:p>
        </p:txBody>
      </p:sp>
      <p:sp>
        <p:nvSpPr>
          <p:cNvPr id="162" name="dp45-comparison / n111 / text 3">
            <a:extLst xmlns:a="http://schemas.openxmlformats.org/drawingml/2006/main">
              <a:ext uri="{FF2B5EF4-FFF2-40B4-BE49-F238E27FC236}">
                <a16:creationId xmlns:a16="http://schemas.microsoft.com/office/drawing/2014/main" id="{063E124D-2233-4D04-B65A-A1B17DEDEEB7}"/>
              </a:ext>
            </a:extLst>
          </p:cNvPr>
          <p:cNvSpPr>
            <a:spLocks xmlns:a="http://schemas.openxmlformats.org/drawingml/2006/main" noGrp="1"/>
          </p:cNvSpPr>
          <p:nvPr/>
        </p:nvSpPr>
        <p:spPr>
          <a:xfrm xmlns:a="http://schemas.openxmlformats.org/drawingml/2006/main">
            <a:off x="5286375" y="406146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evidence: 실제 전달한 예외 문구 발췌</a:t>
            </a:r>
          </a:p>
        </p:txBody>
      </p:sp>
      <p:sp>
        <p:nvSpPr>
          <p:cNvPr id="163" name="dp45-comparison / n111 / text 4">
            <a:extLst xmlns:a="http://schemas.openxmlformats.org/drawingml/2006/main">
              <a:ext uri="{FF2B5EF4-FFF2-40B4-BE49-F238E27FC236}">
                <a16:creationId xmlns:a16="http://schemas.microsoft.com/office/drawing/2014/main" id="{1A9725DE-14E6-49A6-828C-8015106471C6}"/>
              </a:ext>
            </a:extLst>
          </p:cNvPr>
          <p:cNvSpPr>
            <a:spLocks xmlns:a="http://schemas.openxmlformats.org/drawingml/2006/main" noGrp="1"/>
          </p:cNvSpPr>
          <p:nvPr/>
        </p:nvSpPr>
        <p:spPr>
          <a:xfrm xmlns:a="http://schemas.openxmlformats.org/drawingml/2006/main">
            <a:off x="5286375" y="418719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  “가격이 같은 경우 유지보수 기간을 우선합니다.”</a:t>
            </a:r>
          </a:p>
        </p:txBody>
      </p:sp>
      <p:sp>
        <p:nvSpPr>
          <p:cNvPr id="164" name="dp45-comparison / n111 / text 5">
            <a:extLst xmlns:a="http://schemas.openxmlformats.org/drawingml/2006/main">
              <a:ext uri="{FF2B5EF4-FFF2-40B4-BE49-F238E27FC236}">
                <a16:creationId xmlns:a16="http://schemas.microsoft.com/office/drawing/2014/main" id="{7F9E5CA6-C10F-4F9A-9A60-5769FEAC9F0F}"/>
              </a:ext>
            </a:extLst>
          </p:cNvPr>
          <p:cNvSpPr>
            <a:spLocks xmlns:a="http://schemas.openxmlformats.org/drawingml/2006/main" noGrp="1"/>
          </p:cNvSpPr>
          <p:nvPr/>
        </p:nvSpPr>
        <p:spPr>
          <a:xfrm xmlns:a="http://schemas.openxmlformats.org/drawingml/2006/main">
            <a:off x="5286375" y="431292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  Task1 → 제품 비교 결과 / Task2 → 견적 결과</a:t>
            </a:r>
          </a:p>
        </p:txBody>
      </p:sp>
      <p:sp>
        <p:nvSpPr>
          <p:cNvPr id="165" name="dp45-comparison / n111 / text 6">
            <a:extLst xmlns:a="http://schemas.openxmlformats.org/drawingml/2006/main">
              <a:ext uri="{FF2B5EF4-FFF2-40B4-BE49-F238E27FC236}">
                <a16:creationId xmlns:a16="http://schemas.microsoft.com/office/drawing/2014/main" id="{48F36C0C-EFBA-41AB-8279-2A5D54C400A4}"/>
              </a:ext>
            </a:extLst>
          </p:cNvPr>
          <p:cNvSpPr>
            <a:spLocks xmlns:a="http://schemas.openxmlformats.org/drawingml/2006/main" noGrp="1"/>
          </p:cNvSpPr>
          <p:nvPr/>
        </p:nvSpPr>
        <p:spPr>
          <a:xfrm xmlns:a="http://schemas.openxmlformats.org/drawingml/2006/main">
            <a:off x="5286375" y="4438650"/>
            <a:ext cx="34480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checked_revisions / read_ranges: 원본 확인 범위</a:t>
            </a:r>
          </a:p>
        </p:txBody>
      </p:sp>
      <p:sp>
        <p:nvSpPr>
          <p:cNvPr id="166" name="dp45-comparison / n112">
            <a:extLst xmlns:a="http://schemas.openxmlformats.org/drawingml/2006/main">
              <a:ext uri="{FF2B5EF4-FFF2-40B4-BE49-F238E27FC236}">
                <a16:creationId xmlns:a16="http://schemas.microsoft.com/office/drawing/2014/main" id="{FFF3ABEC-203F-482B-9BE6-1600B3DB6AEB}"/>
              </a:ext>
            </a:extLst>
          </p:cNvPr>
          <p:cNvSpPr>
            <a:spLocks xmlns:a="http://schemas.openxmlformats.org/drawingml/2006/main" noGrp="1"/>
          </p:cNvSpPr>
          <p:nvPr/>
        </p:nvSpPr>
        <p:spPr>
          <a:xfrm xmlns:a="http://schemas.openxmlformats.org/drawingml/2006/main">
            <a:off x="1838325" y="5686425"/>
            <a:ext cx="2437829"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7" name="dp45-comparison / n113 / text 1">
            <a:extLst xmlns:a="http://schemas.openxmlformats.org/drawingml/2006/main">
              <a:ext uri="{FF2B5EF4-FFF2-40B4-BE49-F238E27FC236}">
                <a16:creationId xmlns:a16="http://schemas.microsoft.com/office/drawing/2014/main" id="{95182870-BDF8-40C1-88F2-49DFDCFBB87A}"/>
              </a:ext>
            </a:extLst>
          </p:cNvPr>
          <p:cNvSpPr>
            <a:spLocks xmlns:a="http://schemas.openxmlformats.org/drawingml/2006/main" noGrp="1"/>
          </p:cNvSpPr>
          <p:nvPr/>
        </p:nvSpPr>
        <p:spPr>
          <a:xfrm xmlns:a="http://schemas.openxmlformats.org/drawingml/2006/main">
            <a:off x="1857375" y="5695950"/>
            <a:ext cx="29051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선택 cache는 재사용 / 구성 책임은 이번 조회</a:t>
            </a:r>
          </a:p>
        </p:txBody>
      </p:sp>
      <p:sp>
        <p:nvSpPr>
          <p:cNvPr id="168" name="dp45-comparison / n114">
            <a:extLst xmlns:a="http://schemas.openxmlformats.org/drawingml/2006/main">
              <a:ext uri="{FF2B5EF4-FFF2-40B4-BE49-F238E27FC236}">
                <a16:creationId xmlns:a16="http://schemas.microsoft.com/office/drawing/2014/main" id="{6DC12ECF-98F3-4301-A930-046071AC65B5}"/>
              </a:ext>
            </a:extLst>
          </p:cNvPr>
          <p:cNvSpPr>
            <a:spLocks xmlns:a="http://schemas.openxmlformats.org/drawingml/2006/main" noGrp="1"/>
          </p:cNvSpPr>
          <p:nvPr/>
        </p:nvSpPr>
        <p:spPr>
          <a:xfrm xmlns:a="http://schemas.openxmlformats.org/drawingml/2006/main">
            <a:off x="5934075" y="5686425"/>
            <a:ext cx="211074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69" name="dp45-comparison / n115 / text 1">
            <a:extLst xmlns:a="http://schemas.openxmlformats.org/drawingml/2006/main">
              <a:ext uri="{FF2B5EF4-FFF2-40B4-BE49-F238E27FC236}">
                <a16:creationId xmlns:a16="http://schemas.microsoft.com/office/drawing/2014/main" id="{1C286DD8-8893-4D4F-9585-A23D5DEF9B42}"/>
              </a:ext>
            </a:extLst>
          </p:cNvPr>
          <p:cNvSpPr>
            <a:spLocks xmlns:a="http://schemas.openxmlformats.org/drawingml/2006/main" noGrp="1"/>
          </p:cNvSpPr>
          <p:nvPr/>
        </p:nvSpPr>
        <p:spPr>
          <a:xfrm xmlns:a="http://schemas.openxmlformats.org/drawingml/2006/main">
            <a:off x="5953125" y="5695950"/>
            <a:ext cx="29527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이번 Query 수명의 발췌와 결과 참조</a:t>
            </a:r>
          </a:p>
        </p:txBody>
      </p:sp>
      <p:sp>
        <p:nvSpPr>
          <p:cNvPr id="170" name="dp45-comparison / n118">
            <a:extLst xmlns:a="http://schemas.openxmlformats.org/drawingml/2006/main">
              <a:ext uri="{FF2B5EF4-FFF2-40B4-BE49-F238E27FC236}">
                <a16:creationId xmlns:a16="http://schemas.microsoft.com/office/drawing/2014/main" id="{31185756-7320-416C-8869-E1FA5E1FD6D9}"/>
              </a:ext>
            </a:extLst>
          </p:cNvPr>
          <p:cNvSpPr>
            <a:spLocks xmlns:a="http://schemas.openxmlformats.org/drawingml/2006/main" noGrp="1"/>
          </p:cNvSpPr>
          <p:nvPr/>
        </p:nvSpPr>
        <p:spPr>
          <a:xfrm xmlns:a="http://schemas.openxmlformats.org/drawingml/2006/main">
            <a:off x="1838325" y="3619500"/>
            <a:ext cx="763905" cy="1333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1" name="dp45-comparison / n119 / text 1">
            <a:extLst xmlns:a="http://schemas.openxmlformats.org/drawingml/2006/main">
              <a:ext uri="{FF2B5EF4-FFF2-40B4-BE49-F238E27FC236}">
                <a16:creationId xmlns:a16="http://schemas.microsoft.com/office/drawing/2014/main" id="{79B79BF2-8639-4B84-808A-80086055857E}"/>
              </a:ext>
            </a:extLst>
          </p:cNvPr>
          <p:cNvSpPr>
            <a:spLocks xmlns:a="http://schemas.openxmlformats.org/drawingml/2006/main" noGrp="1"/>
          </p:cNvSpPr>
          <p:nvPr/>
        </p:nvSpPr>
        <p:spPr>
          <a:xfrm xmlns:a="http://schemas.openxmlformats.org/drawingml/2006/main">
            <a:off x="1857375" y="3629025"/>
            <a:ext cx="2857500" cy="13811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 b="0">
                <a:solidFill>
                  <a:srgbClr val="000000"/>
                </a:solidFill>
                <a:latin typeface="Apple SD Gothic Neo"/>
                <a:ea typeface="Apple SD Gothic Neo"/>
                <a:cs typeface="Apple SD Gothic Neo"/>
              </a:defRPr>
            </a:pPr>
            <a:r>
              <a:rPr sz="750" b="0">
                <a:solidFill>
                  <a:srgbClr val="000000"/>
                </a:solidFill>
                <a:latin typeface="Apple SD Gothic Neo"/>
                <a:ea typeface="Apple SD Gothic Neo"/>
                <a:cs typeface="Apple SD Gothic Neo"/>
              </a:rPr>
              <a:t>① 현재 Query1</a:t>
            </a:r>
          </a:p>
        </p:txBody>
      </p:sp>
      <p:sp>
        <p:nvSpPr>
          <p:cNvPr id="172" name="dp45-comparison / n128">
            <a:extLst xmlns:a="http://schemas.openxmlformats.org/drawingml/2006/main">
              <a:ext uri="{FF2B5EF4-FFF2-40B4-BE49-F238E27FC236}">
                <a16:creationId xmlns:a16="http://schemas.microsoft.com/office/drawing/2014/main" id="{D402C0D0-8B86-4EE8-966A-B1B827101C73}"/>
              </a:ext>
            </a:extLst>
          </p:cNvPr>
          <p:cNvSpPr>
            <a:spLocks xmlns:a="http://schemas.openxmlformats.org/drawingml/2006/main" noGrp="1"/>
          </p:cNvSpPr>
          <p:nvPr/>
        </p:nvSpPr>
        <p:spPr>
          <a:xfrm xmlns:a="http://schemas.openxmlformats.org/drawingml/2006/main">
            <a:off x="4648200" y="6057900"/>
            <a:ext cx="1306258"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3" name="dp45-comparison / n129 / text 1">
            <a:extLst xmlns:a="http://schemas.openxmlformats.org/drawingml/2006/main">
              <a:ext uri="{FF2B5EF4-FFF2-40B4-BE49-F238E27FC236}">
                <a16:creationId xmlns:a16="http://schemas.microsoft.com/office/drawing/2014/main" id="{FB447984-92AA-417F-9BE7-A5146B58BB0C}"/>
              </a:ext>
            </a:extLst>
          </p:cNvPr>
          <p:cNvSpPr>
            <a:spLocks xmlns:a="http://schemas.openxmlformats.org/drawingml/2006/main" noGrp="1"/>
          </p:cNvSpPr>
          <p:nvPr/>
        </p:nvSpPr>
        <p:spPr>
          <a:xfrm xmlns:a="http://schemas.openxmlformats.org/drawingml/2006/main">
            <a:off x="4667250" y="6067425"/>
            <a:ext cx="15716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필요한 과거 의미만 가공</a:t>
            </a:r>
          </a:p>
        </p:txBody>
      </p:sp>
      <p:sp>
        <p:nvSpPr>
          <p:cNvPr id="174" name="dp45-comparison / n131">
            <a:extLst xmlns:a="http://schemas.openxmlformats.org/drawingml/2006/main">
              <a:ext uri="{FF2B5EF4-FFF2-40B4-BE49-F238E27FC236}">
                <a16:creationId xmlns:a16="http://schemas.microsoft.com/office/drawing/2014/main" id="{1E22CE64-775D-40A9-A7ED-6F284180425B}"/>
              </a:ext>
            </a:extLst>
          </p:cNvPr>
          <p:cNvSpPr>
            <a:spLocks xmlns:a="http://schemas.openxmlformats.org/drawingml/2006/main" noGrp="1"/>
          </p:cNvSpPr>
          <p:nvPr/>
        </p:nvSpPr>
        <p:spPr>
          <a:xfrm xmlns:a="http://schemas.openxmlformats.org/drawingml/2006/main">
            <a:off x="1647825" y="6477000"/>
            <a:ext cx="24845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5" name="dp45-comparison / n132 / text 1">
            <a:extLst xmlns:a="http://schemas.openxmlformats.org/drawingml/2006/main">
              <a:ext uri="{FF2B5EF4-FFF2-40B4-BE49-F238E27FC236}">
                <a16:creationId xmlns:a16="http://schemas.microsoft.com/office/drawing/2014/main" id="{00FBEE2D-6878-40E3-B236-75D6CE772EB9}"/>
              </a:ext>
            </a:extLst>
          </p:cNvPr>
          <p:cNvSpPr>
            <a:spLocks xmlns:a="http://schemas.openxmlformats.org/drawingml/2006/main" noGrp="1"/>
          </p:cNvSpPr>
          <p:nvPr/>
        </p:nvSpPr>
        <p:spPr>
          <a:xfrm xmlns:a="http://schemas.openxmlformats.org/drawingml/2006/main">
            <a:off x="1666875" y="648652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생산 시점과 조회 경로</a:t>
            </a:r>
          </a:p>
        </p:txBody>
      </p:sp>
      <p:sp>
        <p:nvSpPr>
          <p:cNvPr id="176" name="dp45-comparison / n149">
            <a:extLst xmlns:a="http://schemas.openxmlformats.org/drawingml/2006/main">
              <a:ext uri="{FF2B5EF4-FFF2-40B4-BE49-F238E27FC236}">
                <a16:creationId xmlns:a16="http://schemas.microsoft.com/office/drawing/2014/main" id="{22FA2199-284A-4516-AE30-652A0C487A6D}"/>
              </a:ext>
            </a:extLst>
          </p:cNvPr>
          <p:cNvSpPr>
            <a:spLocks xmlns:a="http://schemas.openxmlformats.org/drawingml/2006/main" noGrp="1"/>
          </p:cNvSpPr>
          <p:nvPr/>
        </p:nvSpPr>
        <p:spPr>
          <a:xfrm xmlns:a="http://schemas.openxmlformats.org/drawingml/2006/main">
            <a:off x="1647825" y="7058025"/>
            <a:ext cx="261137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7" name="dp45-comparison / n150 / text 1">
            <a:extLst xmlns:a="http://schemas.openxmlformats.org/drawingml/2006/main">
              <a:ext uri="{FF2B5EF4-FFF2-40B4-BE49-F238E27FC236}">
                <a16:creationId xmlns:a16="http://schemas.microsoft.com/office/drawing/2014/main" id="{4B4F357C-09DF-47BD-94A7-A3762F6C2C37}"/>
              </a:ext>
            </a:extLst>
          </p:cNvPr>
          <p:cNvSpPr>
            <a:spLocks xmlns:a="http://schemas.openxmlformats.org/drawingml/2006/main" noGrp="1"/>
          </p:cNvSpPr>
          <p:nvPr/>
        </p:nvSpPr>
        <p:spPr>
          <a:xfrm xmlns:a="http://schemas.openxmlformats.org/drawingml/2006/main">
            <a:off x="1666875" y="7067550"/>
            <a:ext cx="75247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A의 cache 허용 / Request별 구성 책임 유지</a:t>
            </a:r>
          </a:p>
        </p:txBody>
      </p:sp>
      <p:sp>
        <p:nvSpPr>
          <p:cNvPr id="178" name="dp45-comparison / n151">
            <a:extLst xmlns:a="http://schemas.openxmlformats.org/drawingml/2006/main">
              <a:ext uri="{FF2B5EF4-FFF2-40B4-BE49-F238E27FC236}">
                <a16:creationId xmlns:a16="http://schemas.microsoft.com/office/drawing/2014/main" id="{3AAC4F77-261A-4D58-8812-4CF4AF6B0631}"/>
              </a:ext>
            </a:extLst>
          </p:cNvPr>
          <p:cNvSpPr>
            <a:spLocks xmlns:a="http://schemas.openxmlformats.org/drawingml/2006/main" noGrp="1"/>
          </p:cNvSpPr>
          <p:nvPr/>
        </p:nvSpPr>
        <p:spPr>
          <a:xfrm xmlns:a="http://schemas.openxmlformats.org/drawingml/2006/main">
            <a:off x="9953625" y="2409825"/>
            <a:ext cx="23812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79" name="dp45-comparison / n152 / text 1">
            <a:extLst xmlns:a="http://schemas.openxmlformats.org/drawingml/2006/main">
              <a:ext uri="{FF2B5EF4-FFF2-40B4-BE49-F238E27FC236}">
                <a16:creationId xmlns:a16="http://schemas.microsoft.com/office/drawing/2014/main" id="{1C381424-25F1-49E2-AAB8-BAE1C9229B74}"/>
              </a:ext>
            </a:extLst>
          </p:cNvPr>
          <p:cNvSpPr>
            <a:spLocks xmlns:a="http://schemas.openxmlformats.org/drawingml/2006/main" noGrp="1"/>
          </p:cNvSpPr>
          <p:nvPr/>
        </p:nvSpPr>
        <p:spPr>
          <a:xfrm xmlns:a="http://schemas.openxmlformats.org/drawingml/2006/main">
            <a:off x="10039350" y="2456974"/>
            <a:ext cx="2209800"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Request Interpreter</a:t>
            </a:r>
          </a:p>
        </p:txBody>
      </p:sp>
      <p:sp>
        <p:nvSpPr>
          <p:cNvPr id="180" name="dp45-comparison / n153">
            <a:extLst xmlns:a="http://schemas.openxmlformats.org/drawingml/2006/main">
              <a:ext uri="{FF2B5EF4-FFF2-40B4-BE49-F238E27FC236}">
                <a16:creationId xmlns:a16="http://schemas.microsoft.com/office/drawing/2014/main" id="{75A275FE-19ED-4794-BD4A-37F6A7D88CB9}"/>
              </a:ext>
            </a:extLst>
          </p:cNvPr>
          <p:cNvSpPr>
            <a:spLocks xmlns:a="http://schemas.openxmlformats.org/drawingml/2006/main" noGrp="1"/>
          </p:cNvSpPr>
          <p:nvPr/>
        </p:nvSpPr>
        <p:spPr>
          <a:xfrm xmlns:a="http://schemas.openxmlformats.org/drawingml/2006/main">
            <a:off x="12858750" y="2409825"/>
            <a:ext cx="2238375"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1" name="dp45-comparison / n154 / text 1">
            <a:extLst xmlns:a="http://schemas.openxmlformats.org/drawingml/2006/main">
              <a:ext uri="{FF2B5EF4-FFF2-40B4-BE49-F238E27FC236}">
                <a16:creationId xmlns:a16="http://schemas.microsoft.com/office/drawing/2014/main" id="{E78C03FF-625D-42AB-9A04-3F5112736B84}"/>
              </a:ext>
            </a:extLst>
          </p:cNvPr>
          <p:cNvSpPr>
            <a:spLocks xmlns:a="http://schemas.openxmlformats.org/drawingml/2006/main" noGrp="1"/>
          </p:cNvSpPr>
          <p:nvPr/>
        </p:nvSpPr>
        <p:spPr>
          <a:xfrm xmlns:a="http://schemas.openxmlformats.org/drawingml/2006/main">
            <a:off x="12944475" y="2456974"/>
            <a:ext cx="2066925" cy="2347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75" b="1">
                <a:solidFill>
                  <a:srgbClr val="000000"/>
                </a:solidFill>
                <a:latin typeface="Apple SD Gothic Neo"/>
                <a:ea typeface="Apple SD Gothic Neo"/>
                <a:cs typeface="Apple SD Gothic Neo"/>
              </a:defRPr>
            </a:pPr>
            <a:r>
              <a:rPr sz="1275" b="1">
                <a:solidFill>
                  <a:srgbClr val="000000"/>
                </a:solidFill>
                <a:latin typeface="Apple SD Gothic Neo"/>
                <a:ea typeface="Apple SD Gothic Neo"/>
                <a:cs typeface="Apple SD Gothic Neo"/>
              </a:rPr>
              <a:t>Response Manager</a:t>
            </a:r>
          </a:p>
        </p:txBody>
      </p:sp>
      <p:sp>
        <p:nvSpPr>
          <p:cNvPr id="182" name="dp45-comparison / n155">
            <a:extLst xmlns:a="http://schemas.openxmlformats.org/drawingml/2006/main">
              <a:ext uri="{FF2B5EF4-FFF2-40B4-BE49-F238E27FC236}">
                <a16:creationId xmlns:a16="http://schemas.microsoft.com/office/drawing/2014/main" id="{D44AAB4E-E63A-4FA9-B9FD-8354C03F2A30}"/>
              </a:ext>
            </a:extLst>
          </p:cNvPr>
          <p:cNvSpPr>
            <a:spLocks xmlns:a="http://schemas.openxmlformats.org/drawingml/2006/main" noGrp="1"/>
          </p:cNvSpPr>
          <p:nvPr/>
        </p:nvSpPr>
        <p:spPr>
          <a:xfrm xmlns:a="http://schemas.openxmlformats.org/drawingml/2006/main">
            <a:off x="15382875" y="2409825"/>
            <a:ext cx="2190750"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3" name="dp45-comparison / n156 / text 1">
            <a:extLst xmlns:a="http://schemas.openxmlformats.org/drawingml/2006/main">
              <a:ext uri="{FF2B5EF4-FFF2-40B4-BE49-F238E27FC236}">
                <a16:creationId xmlns:a16="http://schemas.microsoft.com/office/drawing/2014/main" id="{FC7FFFEA-0A9D-4F4D-9F59-880F78885DE6}"/>
              </a:ext>
            </a:extLst>
          </p:cNvPr>
          <p:cNvSpPr>
            <a:spLocks xmlns:a="http://schemas.openxmlformats.org/drawingml/2006/main" noGrp="1"/>
          </p:cNvSpPr>
          <p:nvPr/>
        </p:nvSpPr>
        <p:spPr>
          <a:xfrm xmlns:a="http://schemas.openxmlformats.org/drawingml/2006/main">
            <a:off x="15468600" y="2450783"/>
            <a:ext cx="2019300" cy="2486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1">
                <a:solidFill>
                  <a:srgbClr val="000000"/>
                </a:solidFill>
                <a:latin typeface="Apple SD Gothic Neo"/>
                <a:ea typeface="Apple SD Gothic Neo"/>
                <a:cs typeface="Apple SD Gothic Neo"/>
              </a:defRPr>
            </a:pPr>
            <a:r>
              <a:rPr sz="1350" b="1">
                <a:solidFill>
                  <a:srgbClr val="000000"/>
                </a:solidFill>
                <a:latin typeface="Apple SD Gothic Neo"/>
                <a:ea typeface="Apple SD Gothic Neo"/>
                <a:cs typeface="Apple SD Gothic Neo"/>
              </a:rPr>
              <a:t>Task Manager</a:t>
            </a:r>
          </a:p>
        </p:txBody>
      </p:sp>
      <p:sp>
        <p:nvSpPr>
          <p:cNvPr id="184" name="dp45-comparison / n167">
            <a:extLst xmlns:a="http://schemas.openxmlformats.org/drawingml/2006/main">
              <a:ext uri="{FF2B5EF4-FFF2-40B4-BE49-F238E27FC236}">
                <a16:creationId xmlns:a16="http://schemas.microsoft.com/office/drawing/2014/main" id="{78088C89-2527-4970-A523-D3E9062B679A}"/>
              </a:ext>
            </a:extLst>
          </p:cNvPr>
          <p:cNvSpPr>
            <a:spLocks xmlns:a="http://schemas.openxmlformats.org/drawingml/2006/main" noGrp="1"/>
          </p:cNvSpPr>
          <p:nvPr/>
        </p:nvSpPr>
        <p:spPr>
          <a:xfrm xmlns:a="http://schemas.openxmlformats.org/drawingml/2006/main">
            <a:off x="9858375" y="3276600"/>
            <a:ext cx="7715250" cy="2705100"/>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185" name="dp45-comparison / n168 / text 1">
            <a:extLst xmlns:a="http://schemas.openxmlformats.org/drawingml/2006/main">
              <a:ext uri="{FF2B5EF4-FFF2-40B4-BE49-F238E27FC236}">
                <a16:creationId xmlns:a16="http://schemas.microsoft.com/office/drawing/2014/main" id="{40C3921E-E9F6-4AC8-87E6-2495FFE6E9A3}"/>
              </a:ext>
            </a:extLst>
          </p:cNvPr>
          <p:cNvSpPr>
            <a:spLocks xmlns:a="http://schemas.openxmlformats.org/drawingml/2006/main" noGrp="1"/>
          </p:cNvSpPr>
          <p:nvPr/>
        </p:nvSpPr>
        <p:spPr>
          <a:xfrm xmlns:a="http://schemas.openxmlformats.org/drawingml/2006/main">
            <a:off x="9982200" y="3371850"/>
            <a:ext cx="7467600" cy="2900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000000"/>
                </a:solidFill>
                <a:latin typeface="Apple SD Gothic Neo"/>
                <a:ea typeface="Apple SD Gothic Neo"/>
                <a:cs typeface="Apple SD Gothic Neo"/>
              </a:defRPr>
            </a:pPr>
            <a:r>
              <a:rPr sz="1575" b="1">
                <a:solidFill>
                  <a:srgbClr val="000000"/>
                </a:solidFill>
                <a:latin typeface="Apple SD Gothic Neo"/>
                <a:ea typeface="Apple SD Gothic Neo"/>
                <a:cs typeface="Apple SD Gothic Neo"/>
              </a:rPr>
              <a:t>Context Manager</a:t>
            </a:r>
          </a:p>
        </p:txBody>
      </p:sp>
      <p:sp>
        <p:nvSpPr>
          <p:cNvPr id="186" name="dp45-comparison / n169">
            <a:extLst xmlns:a="http://schemas.openxmlformats.org/drawingml/2006/main">
              <a:ext uri="{FF2B5EF4-FFF2-40B4-BE49-F238E27FC236}">
                <a16:creationId xmlns:a16="http://schemas.microsoft.com/office/drawing/2014/main" id="{7FB73FB7-47F8-4E5F-9C68-22AC622AD2BA}"/>
              </a:ext>
            </a:extLst>
          </p:cNvPr>
          <p:cNvSpPr>
            <a:spLocks xmlns:a="http://schemas.openxmlformats.org/drawingml/2006/main" noGrp="1"/>
          </p:cNvSpPr>
          <p:nvPr/>
        </p:nvSpPr>
        <p:spPr>
          <a:xfrm xmlns:a="http://schemas.openxmlformats.org/drawingml/2006/main">
            <a:off x="10144125" y="3752850"/>
            <a:ext cx="2571750" cy="361950"/>
          </a:xfrm>
          <a:prstGeom xmlns:a="http://schemas.openxmlformats.org/drawingml/2006/main" prst="roundRect">
            <a:avLst>
              <a:gd name="adj" fmla="val 21053"/>
            </a:avLst>
          </a:prstGeom>
          <a:solidFill xmlns:a="http://schemas.openxmlformats.org/drawingml/2006/main">
            <a:srgbClr val="FFF0DD"/>
          </a:solidFill>
          <a:ln xmlns:a="http://schemas.openxmlformats.org/drawingml/2006/main" w="17145">
            <a:solidFill>
              <a:srgbClr val="B8753F"/>
            </a:solidFill>
            <a:prstDash val="solid"/>
          </a:ln>
        </p:spPr>
      </p:sp>
      <p:sp>
        <p:nvSpPr>
          <p:cNvPr id="187" name="dp45-comparison / n170 / text 1">
            <a:extLst xmlns:a="http://schemas.openxmlformats.org/drawingml/2006/main">
              <a:ext uri="{FF2B5EF4-FFF2-40B4-BE49-F238E27FC236}">
                <a16:creationId xmlns:a16="http://schemas.microsoft.com/office/drawing/2014/main" id="{E1659267-0448-4A7D-A67F-394489045947}"/>
              </a:ext>
            </a:extLst>
          </p:cNvPr>
          <p:cNvSpPr>
            <a:spLocks xmlns:a="http://schemas.openxmlformats.org/drawingml/2006/main" noGrp="1"/>
          </p:cNvSpPr>
          <p:nvPr/>
        </p:nvSpPr>
        <p:spPr>
          <a:xfrm xmlns:a="http://schemas.openxmlformats.org/drawingml/2006/main">
            <a:off x="10229850" y="3816191"/>
            <a:ext cx="24003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000000"/>
                </a:solidFill>
                <a:latin typeface="Apple SD Gothic Neo"/>
                <a:ea typeface="Apple SD Gothic Neo"/>
                <a:cs typeface="Apple SD Gothic Neo"/>
              </a:defRPr>
            </a:pPr>
            <a:r>
              <a:rPr sz="1425" b="1">
                <a:solidFill>
                  <a:srgbClr val="000000"/>
                </a:solidFill>
                <a:latin typeface="Apple SD Gothic Neo"/>
                <a:ea typeface="Apple SD Gothic Neo"/>
                <a:cs typeface="Apple SD Gothic Neo"/>
              </a:rPr>
              <a:t>Memory Publisher</a:t>
            </a:r>
          </a:p>
        </p:txBody>
      </p:sp>
      <p:sp>
        <p:nvSpPr>
          <p:cNvPr id="188" name="dp45-comparison / n171">
            <a:extLst xmlns:a="http://schemas.openxmlformats.org/drawingml/2006/main">
              <a:ext uri="{FF2B5EF4-FFF2-40B4-BE49-F238E27FC236}">
                <a16:creationId xmlns:a16="http://schemas.microsoft.com/office/drawing/2014/main" id="{3630E5B6-A2B6-443B-BD9B-562DB85544C8}"/>
              </a:ext>
            </a:extLst>
          </p:cNvPr>
          <p:cNvSpPr>
            <a:spLocks xmlns:a="http://schemas.openxmlformats.org/drawingml/2006/main" noGrp="1"/>
          </p:cNvSpPr>
          <p:nvPr/>
        </p:nvSpPr>
        <p:spPr>
          <a:xfrm xmlns:a="http://schemas.openxmlformats.org/drawingml/2006/main">
            <a:off x="14239875" y="3752850"/>
            <a:ext cx="2952750" cy="400050"/>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189" name="dp45-comparison / n172 / text 1">
            <a:extLst xmlns:a="http://schemas.openxmlformats.org/drawingml/2006/main">
              <a:ext uri="{FF2B5EF4-FFF2-40B4-BE49-F238E27FC236}">
                <a16:creationId xmlns:a16="http://schemas.microsoft.com/office/drawing/2014/main" id="{08FCD77D-CF25-47AF-ADE4-C4C72C9EEFDC}"/>
              </a:ext>
            </a:extLst>
          </p:cNvPr>
          <p:cNvSpPr>
            <a:spLocks xmlns:a="http://schemas.openxmlformats.org/drawingml/2006/main" noGrp="1"/>
          </p:cNvSpPr>
          <p:nvPr/>
        </p:nvSpPr>
        <p:spPr>
          <a:xfrm xmlns:a="http://schemas.openxmlformats.org/drawingml/2006/main">
            <a:off x="14325600" y="3867150"/>
            <a:ext cx="2781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0">
                <a:solidFill>
                  <a:srgbClr val="18232E"/>
                </a:solidFill>
                <a:latin typeface="Apple SD Gothic Neo"/>
                <a:ea typeface="Apple SD Gothic Neo"/>
                <a:cs typeface="Apple SD Gothic Neo"/>
              </a:defRPr>
            </a:pPr>
            <a:r>
              <a:rPr sz="1125" b="0">
                <a:solidFill>
                  <a:srgbClr val="18232E"/>
                </a:solidFill>
                <a:latin typeface="Apple SD Gothic Neo"/>
                <a:ea typeface="Apple SD Gothic Neo"/>
                <a:cs typeface="Apple SD Gothic Neo"/>
              </a:rPr>
              <a:t>Episodic Memory Repository</a:t>
            </a:r>
          </a:p>
        </p:txBody>
      </p:sp>
      <p:sp>
        <p:nvSpPr>
          <p:cNvPr id="190" name="dp45-comparison / n173">
            <a:extLst xmlns:a="http://schemas.openxmlformats.org/drawingml/2006/main">
              <a:ext uri="{FF2B5EF4-FFF2-40B4-BE49-F238E27FC236}">
                <a16:creationId xmlns:a16="http://schemas.microsoft.com/office/drawing/2014/main" id="{03CB6A18-63F3-4E66-B82E-A8499B0F1A96}"/>
              </a:ext>
            </a:extLst>
          </p:cNvPr>
          <p:cNvSpPr>
            <a:spLocks xmlns:a="http://schemas.openxmlformats.org/drawingml/2006/main" noGrp="1"/>
          </p:cNvSpPr>
          <p:nvPr/>
        </p:nvSpPr>
        <p:spPr>
          <a:xfrm xmlns:a="http://schemas.openxmlformats.org/drawingml/2006/main">
            <a:off x="10144125" y="5219700"/>
            <a:ext cx="2571750" cy="361950"/>
          </a:xfrm>
          <a:prstGeom xmlns:a="http://schemas.openxmlformats.org/drawingml/2006/main" prst="roundRect">
            <a:avLst>
              <a:gd name="adj" fmla="val 21053"/>
            </a:avLst>
          </a:prstGeom>
          <a:solidFill xmlns:a="http://schemas.openxmlformats.org/drawingml/2006/main">
            <a:srgbClr val="FFF0DD"/>
          </a:solidFill>
          <a:ln xmlns:a="http://schemas.openxmlformats.org/drawingml/2006/main" w="17145">
            <a:solidFill>
              <a:srgbClr val="B8753F"/>
            </a:solidFill>
            <a:prstDash val="solid"/>
          </a:ln>
        </p:spPr>
      </p:sp>
      <p:sp>
        <p:nvSpPr>
          <p:cNvPr id="191" name="dp45-comparison / n174 / text 1">
            <a:extLst xmlns:a="http://schemas.openxmlformats.org/drawingml/2006/main">
              <a:ext uri="{FF2B5EF4-FFF2-40B4-BE49-F238E27FC236}">
                <a16:creationId xmlns:a16="http://schemas.microsoft.com/office/drawing/2014/main" id="{3B04A098-87F5-4B44-9516-436D67D98766}"/>
              </a:ext>
            </a:extLst>
          </p:cNvPr>
          <p:cNvSpPr>
            <a:spLocks xmlns:a="http://schemas.openxmlformats.org/drawingml/2006/main" noGrp="1"/>
          </p:cNvSpPr>
          <p:nvPr/>
        </p:nvSpPr>
        <p:spPr>
          <a:xfrm xmlns:a="http://schemas.openxmlformats.org/drawingml/2006/main">
            <a:off x="10229850" y="5283041"/>
            <a:ext cx="2400300" cy="2624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425" b="1">
                <a:solidFill>
                  <a:srgbClr val="000000"/>
                </a:solidFill>
                <a:latin typeface="Apple SD Gothic Neo"/>
                <a:ea typeface="Apple SD Gothic Neo"/>
                <a:cs typeface="Apple SD Gothic Neo"/>
              </a:defRPr>
            </a:pPr>
            <a:r>
              <a:rPr sz="1425" b="1">
                <a:solidFill>
                  <a:srgbClr val="000000"/>
                </a:solidFill>
                <a:latin typeface="Apple SD Gothic Neo"/>
                <a:ea typeface="Apple SD Gothic Neo"/>
                <a:cs typeface="Apple SD Gothic Neo"/>
              </a:rPr>
              <a:t>Evidence Reader</a:t>
            </a:r>
          </a:p>
        </p:txBody>
      </p:sp>
      <p:sp>
        <p:nvSpPr>
          <p:cNvPr id="192" name="dp45-comparison / n175">
            <a:extLst xmlns:a="http://schemas.openxmlformats.org/drawingml/2006/main">
              <a:ext uri="{FF2B5EF4-FFF2-40B4-BE49-F238E27FC236}">
                <a16:creationId xmlns:a16="http://schemas.microsoft.com/office/drawing/2014/main" id="{54A14F51-6160-4F8C-B592-50B2C3F40FDA}"/>
              </a:ext>
            </a:extLst>
          </p:cNvPr>
          <p:cNvSpPr>
            <a:spLocks xmlns:a="http://schemas.openxmlformats.org/drawingml/2006/main" noGrp="1"/>
          </p:cNvSpPr>
          <p:nvPr/>
        </p:nvSpPr>
        <p:spPr>
          <a:xfrm xmlns:a="http://schemas.openxmlformats.org/drawingml/2006/main">
            <a:off x="14239875" y="5476875"/>
            <a:ext cx="2952750" cy="314325"/>
          </a:xfrm>
          <a:prstGeom xmlns:a="http://schemas.openxmlformats.org/drawingml/2006/main" prst="can">
            <a:avLst>
              <a:gd name="adj" fmla="val 20000"/>
            </a:avLst>
          </a:prstGeom>
          <a:solidFill xmlns:a="http://schemas.openxmlformats.org/drawingml/2006/main">
            <a:srgbClr val="FFF0DD"/>
          </a:solidFill>
          <a:ln xmlns:a="http://schemas.openxmlformats.org/drawingml/2006/main" w="9525">
            <a:solidFill>
              <a:srgbClr val="B8753F"/>
            </a:solidFill>
            <a:prstDash val="solid"/>
          </a:ln>
        </p:spPr>
      </p:sp>
      <p:sp>
        <p:nvSpPr>
          <p:cNvPr id="193" name="dp45-comparison / n176 / text 1">
            <a:extLst xmlns:a="http://schemas.openxmlformats.org/drawingml/2006/main">
              <a:ext uri="{FF2B5EF4-FFF2-40B4-BE49-F238E27FC236}">
                <a16:creationId xmlns:a16="http://schemas.microsoft.com/office/drawing/2014/main" id="{33385F3A-3232-4C76-89C4-B5410FF7F0E7}"/>
              </a:ext>
            </a:extLst>
          </p:cNvPr>
          <p:cNvSpPr>
            <a:spLocks xmlns:a="http://schemas.openxmlformats.org/drawingml/2006/main" noGrp="1"/>
          </p:cNvSpPr>
          <p:nvPr/>
        </p:nvSpPr>
        <p:spPr>
          <a:xfrm xmlns:a="http://schemas.openxmlformats.org/drawingml/2006/main">
            <a:off x="14325600" y="5542598"/>
            <a:ext cx="27813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18232E"/>
                </a:solidFill>
                <a:latin typeface="Apple SD Gothic Neo"/>
                <a:ea typeface="Apple SD Gothic Neo"/>
                <a:cs typeface="Apple SD Gothic Neo"/>
              </a:defRPr>
            </a:pPr>
            <a:r>
              <a:rPr sz="1200" b="0">
                <a:solidFill>
                  <a:srgbClr val="18232E"/>
                </a:solidFill>
                <a:latin typeface="Apple SD Gothic Neo"/>
                <a:ea typeface="Apple SD Gothic Neo"/>
                <a:cs typeface="Apple SD Gothic Neo"/>
              </a:rPr>
              <a:t>Coverage State</a:t>
            </a:r>
          </a:p>
        </p:txBody>
      </p:sp>
      <p:sp>
        <p:nvSpPr>
          <p:cNvPr id="194" name="dp45-comparison / n177 / path">
            <a:extLst xmlns:a="http://schemas.openxmlformats.org/drawingml/2006/main">
              <a:ext uri="{FF2B5EF4-FFF2-40B4-BE49-F238E27FC236}">
                <a16:creationId xmlns:a16="http://schemas.microsoft.com/office/drawing/2014/main" id="{1023F68E-F8F0-4A04-848D-EE39D1D39F9D}"/>
              </a:ext>
            </a:extLst>
          </p:cNvPr>
          <p:cNvSpPr>
            <a:spLocks xmlns:a="http://schemas.openxmlformats.org/drawingml/2006/main" noGrp="1"/>
          </p:cNvSpPr>
          <p:nvPr/>
        </p:nvSpPr>
        <p:spPr>
          <a:xfrm xmlns:a="http://schemas.openxmlformats.org/drawingml/2006/main">
            <a:off x="12115800" y="2714625"/>
            <a:ext cx="2762250" cy="1038225"/>
          </a:xfrm>
          <a:custGeom xmlns:a="http://schemas.openxmlformats.org/drawingml/2006/main">
            <a:pathLst>
              <a:path w="2762250" h="1038225">
                <a:moveTo>
                  <a:pt x="2762250" y="0"/>
                </a:moveTo>
                <a:lnTo>
                  <a:pt x="2762250" y="352425"/>
                </a:lnTo>
                <a:lnTo>
                  <a:pt x="0" y="352425"/>
                </a:lnTo>
                <a:lnTo>
                  <a:pt x="0" y="1038225"/>
                </a:lnTo>
              </a:path>
            </a:pathLst>
          </a:custGeom>
          <a:noFill xmlns:a="http://schemas.openxmlformats.org/drawingml/2006/main"/>
          <a:ln xmlns:a="http://schemas.openxmlformats.org/drawingml/2006/main" w="10478">
            <a:solidFill>
              <a:srgbClr val="B8753F"/>
            </a:solidFill>
            <a:prstDash val="solid"/>
          </a:ln>
        </p:spPr>
      </p:sp>
      <p:sp>
        <p:nvSpPr>
          <p:cNvPr id="195" name="dp45-comparison / n177 / arrow">
            <a:extLst xmlns:a="http://schemas.openxmlformats.org/drawingml/2006/main">
              <a:ext uri="{FF2B5EF4-FFF2-40B4-BE49-F238E27FC236}">
                <a16:creationId xmlns:a16="http://schemas.microsoft.com/office/drawing/2014/main" id="{DBF0F14C-44E3-40B7-8461-8789250D1704}"/>
              </a:ext>
            </a:extLst>
          </p:cNvPr>
          <p:cNvSpPr>
            <a:spLocks xmlns:a="http://schemas.openxmlformats.org/drawingml/2006/main" noGrp="1"/>
          </p:cNvSpPr>
          <p:nvPr/>
        </p:nvSpPr>
        <p:spPr>
          <a:xfrm xmlns:a="http://schemas.openxmlformats.org/drawingml/2006/main">
            <a:off x="12082272"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196" name="dp45-comparison / n178 / path">
            <a:extLst xmlns:a="http://schemas.openxmlformats.org/drawingml/2006/main">
              <a:ext uri="{FF2B5EF4-FFF2-40B4-BE49-F238E27FC236}">
                <a16:creationId xmlns:a16="http://schemas.microsoft.com/office/drawing/2014/main" id="{F8F96BCD-F5F0-4553-84C4-791A643EF29E}"/>
              </a:ext>
            </a:extLst>
          </p:cNvPr>
          <p:cNvSpPr>
            <a:spLocks xmlns:a="http://schemas.openxmlformats.org/drawingml/2006/main" noGrp="1"/>
          </p:cNvSpPr>
          <p:nvPr/>
        </p:nvSpPr>
        <p:spPr>
          <a:xfrm xmlns:a="http://schemas.openxmlformats.org/drawingml/2006/main">
            <a:off x="12192000" y="2714625"/>
            <a:ext cx="2762250" cy="1038225"/>
          </a:xfrm>
          <a:custGeom xmlns:a="http://schemas.openxmlformats.org/drawingml/2006/main">
            <a:pathLst>
              <a:path w="2762250" h="1038225">
                <a:moveTo>
                  <a:pt x="0" y="1038225"/>
                </a:moveTo>
                <a:lnTo>
                  <a:pt x="0" y="419100"/>
                </a:lnTo>
                <a:lnTo>
                  <a:pt x="2762250" y="419100"/>
                </a:lnTo>
                <a:lnTo>
                  <a:pt x="2762250" y="0"/>
                </a:lnTo>
              </a:path>
            </a:pathLst>
          </a:custGeom>
          <a:noFill xmlns:a="http://schemas.openxmlformats.org/drawingml/2006/main"/>
          <a:ln xmlns:a="http://schemas.openxmlformats.org/drawingml/2006/main" w="10478">
            <a:solidFill>
              <a:srgbClr val="000000"/>
            </a:solidFill>
            <a:prstDash val="solid"/>
          </a:ln>
        </p:spPr>
      </p:sp>
      <p:sp>
        <p:nvSpPr>
          <p:cNvPr id="197" name="dp45-comparison / n178 / arrow">
            <a:extLst xmlns:a="http://schemas.openxmlformats.org/drawingml/2006/main">
              <a:ext uri="{FF2B5EF4-FFF2-40B4-BE49-F238E27FC236}">
                <a16:creationId xmlns:a16="http://schemas.microsoft.com/office/drawing/2014/main" id="{CE3DD192-A4EB-444B-B54C-4C77F7C7508B}"/>
              </a:ext>
            </a:extLst>
          </p:cNvPr>
          <p:cNvSpPr>
            <a:spLocks xmlns:a="http://schemas.openxmlformats.org/drawingml/2006/main" noGrp="1"/>
          </p:cNvSpPr>
          <p:nvPr/>
        </p:nvSpPr>
        <p:spPr>
          <a:xfrm xmlns:a="http://schemas.openxmlformats.org/drawingml/2006/main">
            <a:off x="14920722" y="27146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198" name="dp45-comparison / n179 / path">
            <a:extLst xmlns:a="http://schemas.openxmlformats.org/drawingml/2006/main">
              <a:ext uri="{FF2B5EF4-FFF2-40B4-BE49-F238E27FC236}">
                <a16:creationId xmlns:a16="http://schemas.microsoft.com/office/drawing/2014/main" id="{35922650-623D-4C26-B281-D2B9CD34DA72}"/>
              </a:ext>
            </a:extLst>
          </p:cNvPr>
          <p:cNvSpPr>
            <a:spLocks xmlns:a="http://schemas.openxmlformats.org/drawingml/2006/main" noGrp="1"/>
          </p:cNvSpPr>
          <p:nvPr/>
        </p:nvSpPr>
        <p:spPr>
          <a:xfrm xmlns:a="http://schemas.openxmlformats.org/drawingml/2006/main">
            <a:off x="12230100" y="2714625"/>
            <a:ext cx="2762250" cy="1038225"/>
          </a:xfrm>
          <a:custGeom xmlns:a="http://schemas.openxmlformats.org/drawingml/2006/main">
            <a:pathLst>
              <a:path w="2762250" h="1038225">
                <a:moveTo>
                  <a:pt x="2762250" y="0"/>
                </a:moveTo>
                <a:lnTo>
                  <a:pt x="2762250" y="495300"/>
                </a:lnTo>
                <a:lnTo>
                  <a:pt x="0" y="495300"/>
                </a:lnTo>
                <a:lnTo>
                  <a:pt x="0" y="1038225"/>
                </a:lnTo>
              </a:path>
            </a:pathLst>
          </a:custGeom>
          <a:noFill xmlns:a="http://schemas.openxmlformats.org/drawingml/2006/main"/>
          <a:ln xmlns:a="http://schemas.openxmlformats.org/drawingml/2006/main" w="10478">
            <a:solidFill>
              <a:srgbClr val="000000"/>
            </a:solidFill>
            <a:prstDash val="dash"/>
          </a:ln>
        </p:spPr>
      </p:sp>
      <p:sp>
        <p:nvSpPr>
          <p:cNvPr id="199" name="dp45-comparison / n179 / arrow">
            <a:extLst xmlns:a="http://schemas.openxmlformats.org/drawingml/2006/main">
              <a:ext uri="{FF2B5EF4-FFF2-40B4-BE49-F238E27FC236}">
                <a16:creationId xmlns:a16="http://schemas.microsoft.com/office/drawing/2014/main" id="{FC8D935E-B63E-456C-84D9-7CE18EE980A6}"/>
              </a:ext>
            </a:extLst>
          </p:cNvPr>
          <p:cNvSpPr>
            <a:spLocks xmlns:a="http://schemas.openxmlformats.org/drawingml/2006/main" noGrp="1"/>
          </p:cNvSpPr>
          <p:nvPr/>
        </p:nvSpPr>
        <p:spPr>
          <a:xfrm xmlns:a="http://schemas.openxmlformats.org/drawingml/2006/main">
            <a:off x="12196572"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00" name="dp45-comparison / n180 / path">
            <a:extLst xmlns:a="http://schemas.openxmlformats.org/drawingml/2006/main">
              <a:ext uri="{FF2B5EF4-FFF2-40B4-BE49-F238E27FC236}">
                <a16:creationId xmlns:a16="http://schemas.microsoft.com/office/drawing/2014/main" id="{433668F0-8FE9-483F-BA62-63B563293A4D}"/>
              </a:ext>
            </a:extLst>
          </p:cNvPr>
          <p:cNvSpPr>
            <a:spLocks xmlns:a="http://schemas.openxmlformats.org/drawingml/2006/main" noGrp="1"/>
          </p:cNvSpPr>
          <p:nvPr/>
        </p:nvSpPr>
        <p:spPr>
          <a:xfrm xmlns:a="http://schemas.openxmlformats.org/drawingml/2006/main">
            <a:off x="12353925" y="2714625"/>
            <a:ext cx="5048250" cy="1038225"/>
          </a:xfrm>
          <a:custGeom xmlns:a="http://schemas.openxmlformats.org/drawingml/2006/main">
            <a:pathLst>
              <a:path w="5048250" h="1038225">
                <a:moveTo>
                  <a:pt x="5048250" y="0"/>
                </a:moveTo>
                <a:lnTo>
                  <a:pt x="5048250" y="352425"/>
                </a:lnTo>
                <a:lnTo>
                  <a:pt x="0" y="352425"/>
                </a:lnTo>
                <a:lnTo>
                  <a:pt x="0" y="1038225"/>
                </a:lnTo>
              </a:path>
            </a:pathLst>
          </a:custGeom>
          <a:noFill xmlns:a="http://schemas.openxmlformats.org/drawingml/2006/main"/>
          <a:ln xmlns:a="http://schemas.openxmlformats.org/drawingml/2006/main" w="10478">
            <a:solidFill>
              <a:srgbClr val="B8753F"/>
            </a:solidFill>
            <a:prstDash val="solid"/>
          </a:ln>
        </p:spPr>
      </p:sp>
      <p:sp>
        <p:nvSpPr>
          <p:cNvPr id="201" name="dp45-comparison / n180 / arrow">
            <a:extLst xmlns:a="http://schemas.openxmlformats.org/drawingml/2006/main">
              <a:ext uri="{FF2B5EF4-FFF2-40B4-BE49-F238E27FC236}">
                <a16:creationId xmlns:a16="http://schemas.microsoft.com/office/drawing/2014/main" id="{FB81B58B-9E2C-40CC-A1B2-04F1FB89A795}"/>
              </a:ext>
            </a:extLst>
          </p:cNvPr>
          <p:cNvSpPr>
            <a:spLocks xmlns:a="http://schemas.openxmlformats.org/drawingml/2006/main" noGrp="1"/>
          </p:cNvSpPr>
          <p:nvPr/>
        </p:nvSpPr>
        <p:spPr>
          <a:xfrm xmlns:a="http://schemas.openxmlformats.org/drawingml/2006/main">
            <a:off x="12320397"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02" name="dp45-comparison / n181 / path">
            <a:extLst xmlns:a="http://schemas.openxmlformats.org/drawingml/2006/main">
              <a:ext uri="{FF2B5EF4-FFF2-40B4-BE49-F238E27FC236}">
                <a16:creationId xmlns:a16="http://schemas.microsoft.com/office/drawing/2014/main" id="{BDDA27AE-8311-4B17-879E-8656DC5E8703}"/>
              </a:ext>
            </a:extLst>
          </p:cNvPr>
          <p:cNvSpPr>
            <a:spLocks xmlns:a="http://schemas.openxmlformats.org/drawingml/2006/main" noGrp="1"/>
          </p:cNvSpPr>
          <p:nvPr/>
        </p:nvSpPr>
        <p:spPr>
          <a:xfrm xmlns:a="http://schemas.openxmlformats.org/drawingml/2006/main">
            <a:off x="12430125" y="2714625"/>
            <a:ext cx="5048250" cy="1038225"/>
          </a:xfrm>
          <a:custGeom xmlns:a="http://schemas.openxmlformats.org/drawingml/2006/main">
            <a:pathLst>
              <a:path w="5048250" h="1038225">
                <a:moveTo>
                  <a:pt x="0" y="1038225"/>
                </a:moveTo>
                <a:lnTo>
                  <a:pt x="0" y="419100"/>
                </a:lnTo>
                <a:lnTo>
                  <a:pt x="5048250" y="419100"/>
                </a:lnTo>
                <a:lnTo>
                  <a:pt x="5048250" y="0"/>
                </a:lnTo>
              </a:path>
            </a:pathLst>
          </a:custGeom>
          <a:noFill xmlns:a="http://schemas.openxmlformats.org/drawingml/2006/main"/>
          <a:ln xmlns:a="http://schemas.openxmlformats.org/drawingml/2006/main" w="10478">
            <a:solidFill>
              <a:srgbClr val="000000"/>
            </a:solidFill>
            <a:prstDash val="solid"/>
          </a:ln>
        </p:spPr>
      </p:sp>
      <p:sp>
        <p:nvSpPr>
          <p:cNvPr id="203" name="dp45-comparison / n181 / arrow">
            <a:extLst xmlns:a="http://schemas.openxmlformats.org/drawingml/2006/main">
              <a:ext uri="{FF2B5EF4-FFF2-40B4-BE49-F238E27FC236}">
                <a16:creationId xmlns:a16="http://schemas.microsoft.com/office/drawing/2014/main" id="{736EFD4B-A71E-4795-86FE-1685A0C6AC56}"/>
              </a:ext>
            </a:extLst>
          </p:cNvPr>
          <p:cNvSpPr>
            <a:spLocks xmlns:a="http://schemas.openxmlformats.org/drawingml/2006/main" noGrp="1"/>
          </p:cNvSpPr>
          <p:nvPr/>
        </p:nvSpPr>
        <p:spPr>
          <a:xfrm xmlns:a="http://schemas.openxmlformats.org/drawingml/2006/main">
            <a:off x="17444847" y="27146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204" name="dp45-comparison / n182 / path">
            <a:extLst xmlns:a="http://schemas.openxmlformats.org/drawingml/2006/main">
              <a:ext uri="{FF2B5EF4-FFF2-40B4-BE49-F238E27FC236}">
                <a16:creationId xmlns:a16="http://schemas.microsoft.com/office/drawing/2014/main" id="{7A761DF2-47B9-407D-B43D-56AF0D7824A7}"/>
              </a:ext>
            </a:extLst>
          </p:cNvPr>
          <p:cNvSpPr>
            <a:spLocks xmlns:a="http://schemas.openxmlformats.org/drawingml/2006/main" noGrp="1"/>
          </p:cNvSpPr>
          <p:nvPr/>
        </p:nvSpPr>
        <p:spPr>
          <a:xfrm xmlns:a="http://schemas.openxmlformats.org/drawingml/2006/main">
            <a:off x="12468225" y="2714625"/>
            <a:ext cx="5048250" cy="1038225"/>
          </a:xfrm>
          <a:custGeom xmlns:a="http://schemas.openxmlformats.org/drawingml/2006/main">
            <a:pathLst>
              <a:path w="5048250" h="1038225">
                <a:moveTo>
                  <a:pt x="5048250" y="0"/>
                </a:moveTo>
                <a:lnTo>
                  <a:pt x="5048250" y="495300"/>
                </a:lnTo>
                <a:lnTo>
                  <a:pt x="0" y="495300"/>
                </a:lnTo>
                <a:lnTo>
                  <a:pt x="0" y="1038225"/>
                </a:lnTo>
              </a:path>
            </a:pathLst>
          </a:custGeom>
          <a:noFill xmlns:a="http://schemas.openxmlformats.org/drawingml/2006/main"/>
          <a:ln xmlns:a="http://schemas.openxmlformats.org/drawingml/2006/main" w="10478">
            <a:solidFill>
              <a:srgbClr val="000000"/>
            </a:solidFill>
            <a:prstDash val="dash"/>
          </a:ln>
        </p:spPr>
      </p:sp>
      <p:sp>
        <p:nvSpPr>
          <p:cNvPr id="205" name="dp45-comparison / n182 / arrow">
            <a:extLst xmlns:a="http://schemas.openxmlformats.org/drawingml/2006/main">
              <a:ext uri="{FF2B5EF4-FFF2-40B4-BE49-F238E27FC236}">
                <a16:creationId xmlns:a16="http://schemas.microsoft.com/office/drawing/2014/main" id="{D8077D7D-3DC6-4CCB-B3A2-D0E862928863}"/>
              </a:ext>
            </a:extLst>
          </p:cNvPr>
          <p:cNvSpPr>
            <a:spLocks xmlns:a="http://schemas.openxmlformats.org/drawingml/2006/main" noGrp="1"/>
          </p:cNvSpPr>
          <p:nvPr/>
        </p:nvSpPr>
        <p:spPr>
          <a:xfrm xmlns:a="http://schemas.openxmlformats.org/drawingml/2006/main">
            <a:off x="12434697" y="368579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000000"/>
            </a:solidFill>
            <a:prstDash val="solid"/>
          </a:ln>
        </p:spPr>
      </p:sp>
      <p:sp>
        <p:nvSpPr>
          <p:cNvPr id="206" name="dp45-comparison / n185 / path">
            <a:extLst xmlns:a="http://schemas.openxmlformats.org/drawingml/2006/main">
              <a:ext uri="{FF2B5EF4-FFF2-40B4-BE49-F238E27FC236}">
                <a16:creationId xmlns:a16="http://schemas.microsoft.com/office/drawing/2014/main" id="{A98D6180-5F01-4301-B0AE-5B05C350B0E6}"/>
              </a:ext>
            </a:extLst>
          </p:cNvPr>
          <p:cNvSpPr>
            <a:spLocks xmlns:a="http://schemas.openxmlformats.org/drawingml/2006/main" noGrp="1"/>
          </p:cNvSpPr>
          <p:nvPr/>
        </p:nvSpPr>
        <p:spPr>
          <a:xfrm xmlns:a="http://schemas.openxmlformats.org/drawingml/2006/main">
            <a:off x="12715875" y="3895725"/>
            <a:ext cx="1524000" cy="953"/>
          </a:xfrm>
          <a:custGeom xmlns:a="http://schemas.openxmlformats.org/drawingml/2006/main">
            <a:pathLst>
              <a:path w="1524000" h="953">
                <a:moveTo>
                  <a:pt x="0" y="0"/>
                </a:moveTo>
                <a:lnTo>
                  <a:pt x="1524000" y="0"/>
                </a:lnTo>
              </a:path>
            </a:pathLst>
          </a:custGeom>
          <a:noFill xmlns:a="http://schemas.openxmlformats.org/drawingml/2006/main"/>
          <a:ln xmlns:a="http://schemas.openxmlformats.org/drawingml/2006/main" w="10478">
            <a:solidFill>
              <a:srgbClr val="B8753F"/>
            </a:solidFill>
            <a:prstDash val="solid"/>
          </a:ln>
        </p:spPr>
      </p:sp>
      <p:sp>
        <p:nvSpPr>
          <p:cNvPr id="207" name="dp45-comparison / n185 / arrow">
            <a:extLst xmlns:a="http://schemas.openxmlformats.org/drawingml/2006/main">
              <a:ext uri="{FF2B5EF4-FFF2-40B4-BE49-F238E27FC236}">
                <a16:creationId xmlns:a16="http://schemas.microsoft.com/office/drawing/2014/main" id="{DC8959A3-1C83-4BF7-A83E-E7F5D2111ED4}"/>
              </a:ext>
            </a:extLst>
          </p:cNvPr>
          <p:cNvSpPr>
            <a:spLocks xmlns:a="http://schemas.openxmlformats.org/drawingml/2006/main" noGrp="1"/>
          </p:cNvSpPr>
          <p:nvPr/>
        </p:nvSpPr>
        <p:spPr>
          <a:xfrm xmlns:a="http://schemas.openxmlformats.org/drawingml/2006/main">
            <a:off x="14172819" y="38621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08" name="dp45-comparison / n186 / path">
            <a:extLst xmlns:a="http://schemas.openxmlformats.org/drawingml/2006/main">
              <a:ext uri="{FF2B5EF4-FFF2-40B4-BE49-F238E27FC236}">
                <a16:creationId xmlns:a16="http://schemas.microsoft.com/office/drawing/2014/main" id="{597F743D-9071-4FA4-B9D5-3B1B6EBBD289}"/>
              </a:ext>
            </a:extLst>
          </p:cNvPr>
          <p:cNvSpPr>
            <a:spLocks xmlns:a="http://schemas.openxmlformats.org/drawingml/2006/main" noGrp="1"/>
          </p:cNvSpPr>
          <p:nvPr/>
        </p:nvSpPr>
        <p:spPr>
          <a:xfrm xmlns:a="http://schemas.openxmlformats.org/drawingml/2006/main">
            <a:off x="12715875" y="4029075"/>
            <a:ext cx="1524000" cy="1528763"/>
          </a:xfrm>
          <a:custGeom xmlns:a="http://schemas.openxmlformats.org/drawingml/2006/main">
            <a:pathLst>
              <a:path w="1524000" h="1528763">
                <a:moveTo>
                  <a:pt x="0" y="0"/>
                </a:moveTo>
                <a:lnTo>
                  <a:pt x="1314450" y="0"/>
                </a:lnTo>
                <a:lnTo>
                  <a:pt x="1314450" y="1528763"/>
                </a:lnTo>
                <a:lnTo>
                  <a:pt x="1524000" y="1528763"/>
                </a:lnTo>
              </a:path>
            </a:pathLst>
          </a:custGeom>
          <a:noFill xmlns:a="http://schemas.openxmlformats.org/drawingml/2006/main"/>
          <a:ln xmlns:a="http://schemas.openxmlformats.org/drawingml/2006/main" w="10478">
            <a:solidFill>
              <a:srgbClr val="B8753F"/>
            </a:solidFill>
            <a:prstDash val="solid"/>
          </a:ln>
        </p:spPr>
      </p:sp>
      <p:sp>
        <p:nvSpPr>
          <p:cNvPr id="209" name="dp45-comparison / n186 / arrow">
            <a:extLst xmlns:a="http://schemas.openxmlformats.org/drawingml/2006/main">
              <a:ext uri="{FF2B5EF4-FFF2-40B4-BE49-F238E27FC236}">
                <a16:creationId xmlns:a16="http://schemas.microsoft.com/office/drawing/2014/main" id="{0C3CBCDD-B39F-41F1-8027-79533E3376AD}"/>
              </a:ext>
            </a:extLst>
          </p:cNvPr>
          <p:cNvSpPr>
            <a:spLocks xmlns:a="http://schemas.openxmlformats.org/drawingml/2006/main" noGrp="1"/>
          </p:cNvSpPr>
          <p:nvPr/>
        </p:nvSpPr>
        <p:spPr>
          <a:xfrm xmlns:a="http://schemas.openxmlformats.org/drawingml/2006/main">
            <a:off x="14172819" y="55243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10" name="dp45-comparison / n189 / path">
            <a:extLst xmlns:a="http://schemas.openxmlformats.org/drawingml/2006/main">
              <a:ext uri="{FF2B5EF4-FFF2-40B4-BE49-F238E27FC236}">
                <a16:creationId xmlns:a16="http://schemas.microsoft.com/office/drawing/2014/main" id="{7AA900C7-A8B1-4AD9-9DE9-5EA78540E419}"/>
              </a:ext>
            </a:extLst>
          </p:cNvPr>
          <p:cNvSpPr>
            <a:spLocks xmlns:a="http://schemas.openxmlformats.org/drawingml/2006/main" noGrp="1"/>
          </p:cNvSpPr>
          <p:nvPr/>
        </p:nvSpPr>
        <p:spPr>
          <a:xfrm xmlns:a="http://schemas.openxmlformats.org/drawingml/2006/main">
            <a:off x="12715875" y="4152900"/>
            <a:ext cx="3000375" cy="1171575"/>
          </a:xfrm>
          <a:custGeom xmlns:a="http://schemas.openxmlformats.org/drawingml/2006/main">
            <a:pathLst>
              <a:path w="3000375" h="1171575">
                <a:moveTo>
                  <a:pt x="0" y="1171575"/>
                </a:moveTo>
                <a:lnTo>
                  <a:pt x="857250" y="1171575"/>
                </a:lnTo>
                <a:lnTo>
                  <a:pt x="857250" y="66675"/>
                </a:lnTo>
                <a:lnTo>
                  <a:pt x="3000375" y="66675"/>
                </a:lnTo>
                <a:lnTo>
                  <a:pt x="3000375" y="0"/>
                </a:lnTo>
              </a:path>
            </a:pathLst>
          </a:custGeom>
          <a:noFill xmlns:a="http://schemas.openxmlformats.org/drawingml/2006/main"/>
          <a:ln xmlns:a="http://schemas.openxmlformats.org/drawingml/2006/main" w="10478">
            <a:solidFill>
              <a:srgbClr val="B8753F"/>
            </a:solidFill>
            <a:prstDash val="solid"/>
          </a:ln>
        </p:spPr>
      </p:sp>
      <p:sp>
        <p:nvSpPr>
          <p:cNvPr id="211" name="dp45-comparison / n189 / arrow">
            <a:extLst xmlns:a="http://schemas.openxmlformats.org/drawingml/2006/main">
              <a:ext uri="{FF2B5EF4-FFF2-40B4-BE49-F238E27FC236}">
                <a16:creationId xmlns:a16="http://schemas.microsoft.com/office/drawing/2014/main" id="{5CBA2286-6C90-4C0C-8D0C-CD0DA26251E3}"/>
              </a:ext>
            </a:extLst>
          </p:cNvPr>
          <p:cNvSpPr>
            <a:spLocks xmlns:a="http://schemas.openxmlformats.org/drawingml/2006/main" noGrp="1"/>
          </p:cNvSpPr>
          <p:nvPr/>
        </p:nvSpPr>
        <p:spPr>
          <a:xfrm xmlns:a="http://schemas.openxmlformats.org/drawingml/2006/main">
            <a:off x="15682722" y="415290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212" name="dp45-comparison / n190 / path">
            <a:extLst xmlns:a="http://schemas.openxmlformats.org/drawingml/2006/main">
              <a:ext uri="{FF2B5EF4-FFF2-40B4-BE49-F238E27FC236}">
                <a16:creationId xmlns:a16="http://schemas.microsoft.com/office/drawing/2014/main" id="{D19E32D2-4E3C-4E7D-84EE-85ADEB561A99}"/>
              </a:ext>
            </a:extLst>
          </p:cNvPr>
          <p:cNvSpPr>
            <a:spLocks xmlns:a="http://schemas.openxmlformats.org/drawingml/2006/main" noGrp="1"/>
          </p:cNvSpPr>
          <p:nvPr/>
        </p:nvSpPr>
        <p:spPr>
          <a:xfrm xmlns:a="http://schemas.openxmlformats.org/drawingml/2006/main">
            <a:off x="12715875" y="4152900"/>
            <a:ext cx="3143250" cy="1285875"/>
          </a:xfrm>
          <a:custGeom xmlns:a="http://schemas.openxmlformats.org/drawingml/2006/main">
            <a:pathLst>
              <a:path w="3143250" h="1285875">
                <a:moveTo>
                  <a:pt x="3143250" y="0"/>
                </a:moveTo>
                <a:lnTo>
                  <a:pt x="3143250" y="104775"/>
                </a:lnTo>
                <a:lnTo>
                  <a:pt x="952500" y="104775"/>
                </a:lnTo>
                <a:lnTo>
                  <a:pt x="952500" y="1285875"/>
                </a:lnTo>
                <a:lnTo>
                  <a:pt x="0" y="1285875"/>
                </a:lnTo>
              </a:path>
            </a:pathLst>
          </a:custGeom>
          <a:noFill xmlns:a="http://schemas.openxmlformats.org/drawingml/2006/main"/>
          <a:ln xmlns:a="http://schemas.openxmlformats.org/drawingml/2006/main" w="10478">
            <a:solidFill>
              <a:srgbClr val="B8753F"/>
            </a:solidFill>
            <a:prstDash val="dash"/>
          </a:ln>
        </p:spPr>
      </p:sp>
      <p:sp>
        <p:nvSpPr>
          <p:cNvPr id="213" name="dp45-comparison / n190 / arrow">
            <a:extLst xmlns:a="http://schemas.openxmlformats.org/drawingml/2006/main">
              <a:ext uri="{FF2B5EF4-FFF2-40B4-BE49-F238E27FC236}">
                <a16:creationId xmlns:a16="http://schemas.microsoft.com/office/drawing/2014/main" id="{E518A6B3-C942-491E-B82C-866E7F1146D1}"/>
              </a:ext>
            </a:extLst>
          </p:cNvPr>
          <p:cNvSpPr>
            <a:spLocks xmlns:a="http://schemas.openxmlformats.org/drawingml/2006/main" noGrp="1"/>
          </p:cNvSpPr>
          <p:nvPr/>
        </p:nvSpPr>
        <p:spPr>
          <a:xfrm xmlns:a="http://schemas.openxmlformats.org/drawingml/2006/main">
            <a:off x="12715875" y="540524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214" name="dp45-comparison / n191 / path">
            <a:extLst xmlns:a="http://schemas.openxmlformats.org/drawingml/2006/main">
              <a:ext uri="{FF2B5EF4-FFF2-40B4-BE49-F238E27FC236}">
                <a16:creationId xmlns:a16="http://schemas.microsoft.com/office/drawing/2014/main" id="{00BD20F5-AD72-4872-AF55-D305D05AA1F5}"/>
              </a:ext>
            </a:extLst>
          </p:cNvPr>
          <p:cNvSpPr>
            <a:spLocks xmlns:a="http://schemas.openxmlformats.org/drawingml/2006/main" noGrp="1"/>
          </p:cNvSpPr>
          <p:nvPr/>
        </p:nvSpPr>
        <p:spPr>
          <a:xfrm xmlns:a="http://schemas.openxmlformats.org/drawingml/2006/main">
            <a:off x="12715875" y="5524500"/>
            <a:ext cx="1524000" cy="109538"/>
          </a:xfrm>
          <a:custGeom xmlns:a="http://schemas.openxmlformats.org/drawingml/2006/main">
            <a:pathLst>
              <a:path w="1524000" h="109538">
                <a:moveTo>
                  <a:pt x="1524000" y="109538"/>
                </a:moveTo>
                <a:lnTo>
                  <a:pt x="285750" y="109538"/>
                </a:lnTo>
                <a:lnTo>
                  <a:pt x="285750" y="0"/>
                </a:lnTo>
                <a:lnTo>
                  <a:pt x="0" y="0"/>
                </a:lnTo>
              </a:path>
            </a:pathLst>
          </a:custGeom>
          <a:noFill xmlns:a="http://schemas.openxmlformats.org/drawingml/2006/main"/>
          <a:ln xmlns:a="http://schemas.openxmlformats.org/drawingml/2006/main" w="10478">
            <a:solidFill>
              <a:srgbClr val="B8753F"/>
            </a:solidFill>
            <a:prstDash val="dash"/>
          </a:ln>
        </p:spPr>
      </p:sp>
      <p:sp>
        <p:nvSpPr>
          <p:cNvPr id="215" name="dp45-comparison / n191 / arrow">
            <a:extLst xmlns:a="http://schemas.openxmlformats.org/drawingml/2006/main">
              <a:ext uri="{FF2B5EF4-FFF2-40B4-BE49-F238E27FC236}">
                <a16:creationId xmlns:a16="http://schemas.microsoft.com/office/drawing/2014/main" id="{F233A73F-1BF2-412D-BF47-05A01ABFBCAB}"/>
              </a:ext>
            </a:extLst>
          </p:cNvPr>
          <p:cNvSpPr>
            <a:spLocks xmlns:a="http://schemas.openxmlformats.org/drawingml/2006/main" noGrp="1"/>
          </p:cNvSpPr>
          <p:nvPr/>
        </p:nvSpPr>
        <p:spPr>
          <a:xfrm xmlns:a="http://schemas.openxmlformats.org/drawingml/2006/main">
            <a:off x="12715875" y="5490972"/>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B8753F"/>
            </a:solidFill>
            <a:prstDash val="solid"/>
          </a:ln>
        </p:spPr>
      </p:sp>
      <p:sp>
        <p:nvSpPr>
          <p:cNvPr id="216" name="dp45-comparison / n192 / path">
            <a:extLst xmlns:a="http://schemas.openxmlformats.org/drawingml/2006/main">
              <a:ext uri="{FF2B5EF4-FFF2-40B4-BE49-F238E27FC236}">
                <a16:creationId xmlns:a16="http://schemas.microsoft.com/office/drawing/2014/main" id="{095C4C56-9C45-49F0-A7ED-8C709BCF8AF7}"/>
              </a:ext>
            </a:extLst>
          </p:cNvPr>
          <p:cNvSpPr>
            <a:spLocks xmlns:a="http://schemas.openxmlformats.org/drawingml/2006/main" noGrp="1"/>
          </p:cNvSpPr>
          <p:nvPr/>
        </p:nvSpPr>
        <p:spPr>
          <a:xfrm xmlns:a="http://schemas.openxmlformats.org/drawingml/2006/main">
            <a:off x="11191875" y="4114800"/>
            <a:ext cx="953" cy="1104900"/>
          </a:xfrm>
          <a:custGeom xmlns:a="http://schemas.openxmlformats.org/drawingml/2006/main">
            <a:pathLst>
              <a:path w="953" h="1104900">
                <a:moveTo>
                  <a:pt x="0" y="1104900"/>
                </a:moveTo>
                <a:lnTo>
                  <a:pt x="0" y="0"/>
                </a:lnTo>
              </a:path>
            </a:pathLst>
          </a:custGeom>
          <a:noFill xmlns:a="http://schemas.openxmlformats.org/drawingml/2006/main"/>
          <a:ln xmlns:a="http://schemas.openxmlformats.org/drawingml/2006/main" w="10478">
            <a:solidFill>
              <a:srgbClr val="B8753F"/>
            </a:solidFill>
            <a:prstDash val="solid"/>
          </a:ln>
        </p:spPr>
      </p:sp>
      <p:sp>
        <p:nvSpPr>
          <p:cNvPr id="217" name="dp45-comparison / n192 / arrow">
            <a:extLst xmlns:a="http://schemas.openxmlformats.org/drawingml/2006/main">
              <a:ext uri="{FF2B5EF4-FFF2-40B4-BE49-F238E27FC236}">
                <a16:creationId xmlns:a16="http://schemas.microsoft.com/office/drawing/2014/main" id="{2A768A63-0E93-47A7-8C41-97FAFAD4BBA6}"/>
              </a:ext>
            </a:extLst>
          </p:cNvPr>
          <p:cNvSpPr>
            <a:spLocks xmlns:a="http://schemas.openxmlformats.org/drawingml/2006/main" noGrp="1"/>
          </p:cNvSpPr>
          <p:nvPr/>
        </p:nvSpPr>
        <p:spPr>
          <a:xfrm xmlns:a="http://schemas.openxmlformats.org/drawingml/2006/main">
            <a:off x="11158347" y="411480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B8753F"/>
            </a:solidFill>
            <a:prstDash val="solid"/>
          </a:ln>
        </p:spPr>
      </p:sp>
      <p:sp>
        <p:nvSpPr>
          <p:cNvPr id="218" name="dp45-comparison / n193 / path">
            <a:extLst xmlns:a="http://schemas.openxmlformats.org/drawingml/2006/main">
              <a:ext uri="{FF2B5EF4-FFF2-40B4-BE49-F238E27FC236}">
                <a16:creationId xmlns:a16="http://schemas.microsoft.com/office/drawing/2014/main" id="{5D1CC04B-9F9E-4D84-8E84-7AACC0CF9F64}"/>
              </a:ext>
            </a:extLst>
          </p:cNvPr>
          <p:cNvSpPr>
            <a:spLocks xmlns:a="http://schemas.openxmlformats.org/drawingml/2006/main" noGrp="1"/>
          </p:cNvSpPr>
          <p:nvPr/>
        </p:nvSpPr>
        <p:spPr>
          <a:xfrm xmlns:a="http://schemas.openxmlformats.org/drawingml/2006/main">
            <a:off x="11668125" y="4114800"/>
            <a:ext cx="953" cy="1104900"/>
          </a:xfrm>
          <a:custGeom xmlns:a="http://schemas.openxmlformats.org/drawingml/2006/main">
            <a:pathLst>
              <a:path w="953" h="1104900">
                <a:moveTo>
                  <a:pt x="0" y="0"/>
                </a:moveTo>
                <a:lnTo>
                  <a:pt x="0" y="1104900"/>
                </a:lnTo>
              </a:path>
            </a:pathLst>
          </a:custGeom>
          <a:noFill xmlns:a="http://schemas.openxmlformats.org/drawingml/2006/main"/>
          <a:ln xmlns:a="http://schemas.openxmlformats.org/drawingml/2006/main" w="10478">
            <a:solidFill>
              <a:srgbClr val="B8753F"/>
            </a:solidFill>
            <a:prstDash val="dash"/>
          </a:ln>
        </p:spPr>
      </p:sp>
      <p:sp>
        <p:nvSpPr>
          <p:cNvPr id="219" name="dp45-comparison / n193 / arrow">
            <a:extLst xmlns:a="http://schemas.openxmlformats.org/drawingml/2006/main">
              <a:ext uri="{FF2B5EF4-FFF2-40B4-BE49-F238E27FC236}">
                <a16:creationId xmlns:a16="http://schemas.microsoft.com/office/drawing/2014/main" id="{4C90461C-19A2-428E-B049-E5615E7B3A9A}"/>
              </a:ext>
            </a:extLst>
          </p:cNvPr>
          <p:cNvSpPr>
            <a:spLocks xmlns:a="http://schemas.openxmlformats.org/drawingml/2006/main" noGrp="1"/>
          </p:cNvSpPr>
          <p:nvPr/>
        </p:nvSpPr>
        <p:spPr>
          <a:xfrm xmlns:a="http://schemas.openxmlformats.org/drawingml/2006/main">
            <a:off x="11634597" y="5152644"/>
            <a:ext cx="67056" cy="67056"/>
          </a:xfrm>
          <a:custGeom xmlns:a="http://schemas.openxmlformats.org/drawingml/2006/main">
            <a:pathLst>
              <a:path w="67056" h="67056">
                <a:moveTo>
                  <a:pt x="0" y="0"/>
                </a:moveTo>
                <a:lnTo>
                  <a:pt x="33528" y="67056"/>
                </a:lnTo>
                <a:lnTo>
                  <a:pt x="67056" y="0"/>
                </a:lnTo>
              </a:path>
            </a:pathLst>
          </a:custGeom>
          <a:noFill xmlns:a="http://schemas.openxmlformats.org/drawingml/2006/main"/>
          <a:ln xmlns:a="http://schemas.openxmlformats.org/drawingml/2006/main" w="13411">
            <a:solidFill>
              <a:srgbClr val="B8753F"/>
            </a:solidFill>
            <a:prstDash val="solid"/>
          </a:ln>
        </p:spPr>
      </p:sp>
      <p:sp>
        <p:nvSpPr>
          <p:cNvPr id="220" name="dp45-comparison / n202 / path">
            <a:extLst xmlns:a="http://schemas.openxmlformats.org/drawingml/2006/main">
              <a:ext uri="{FF2B5EF4-FFF2-40B4-BE49-F238E27FC236}">
                <a16:creationId xmlns:a16="http://schemas.microsoft.com/office/drawing/2014/main" id="{63865D14-93F8-45DF-9E56-E0B322E45DCF}"/>
              </a:ext>
            </a:extLst>
          </p:cNvPr>
          <p:cNvSpPr>
            <a:spLocks xmlns:a="http://schemas.openxmlformats.org/drawingml/2006/main" noGrp="1"/>
          </p:cNvSpPr>
          <p:nvPr/>
        </p:nvSpPr>
        <p:spPr>
          <a:xfrm xmlns:a="http://schemas.openxmlformats.org/drawingml/2006/main">
            <a:off x="12382500" y="2638425"/>
            <a:ext cx="5324475" cy="3267075"/>
          </a:xfrm>
          <a:custGeom xmlns:a="http://schemas.openxmlformats.org/drawingml/2006/main">
            <a:pathLst>
              <a:path w="5324475" h="3267075">
                <a:moveTo>
                  <a:pt x="0" y="2943225"/>
                </a:moveTo>
                <a:lnTo>
                  <a:pt x="0" y="3267075"/>
                </a:lnTo>
                <a:lnTo>
                  <a:pt x="5324475" y="3267075"/>
                </a:lnTo>
                <a:lnTo>
                  <a:pt x="5324475" y="0"/>
                </a:lnTo>
                <a:lnTo>
                  <a:pt x="5191125" y="0"/>
                </a:lnTo>
              </a:path>
            </a:pathLst>
          </a:custGeom>
          <a:noFill xmlns:a="http://schemas.openxmlformats.org/drawingml/2006/main"/>
          <a:ln xmlns:a="http://schemas.openxmlformats.org/drawingml/2006/main" w="10478">
            <a:solidFill>
              <a:srgbClr val="000000"/>
            </a:solidFill>
            <a:prstDash val="solid"/>
          </a:ln>
        </p:spPr>
      </p:sp>
      <p:sp>
        <p:nvSpPr>
          <p:cNvPr id="221" name="dp45-comparison / n202 / arrow">
            <a:extLst xmlns:a="http://schemas.openxmlformats.org/drawingml/2006/main">
              <a:ext uri="{FF2B5EF4-FFF2-40B4-BE49-F238E27FC236}">
                <a16:creationId xmlns:a16="http://schemas.microsoft.com/office/drawing/2014/main" id="{2A34CAEA-57A7-40B5-ACFD-31759006C4F6}"/>
              </a:ext>
            </a:extLst>
          </p:cNvPr>
          <p:cNvSpPr>
            <a:spLocks xmlns:a="http://schemas.openxmlformats.org/drawingml/2006/main" noGrp="1"/>
          </p:cNvSpPr>
          <p:nvPr/>
        </p:nvSpPr>
        <p:spPr>
          <a:xfrm xmlns:a="http://schemas.openxmlformats.org/drawingml/2006/main">
            <a:off x="17573625" y="260489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22" name="dp45-comparison / n203 / path">
            <a:extLst xmlns:a="http://schemas.openxmlformats.org/drawingml/2006/main">
              <a:ext uri="{FF2B5EF4-FFF2-40B4-BE49-F238E27FC236}">
                <a16:creationId xmlns:a16="http://schemas.microsoft.com/office/drawing/2014/main" id="{EB82A643-B04D-4D3D-B6C1-2C0B22D528EB}"/>
              </a:ext>
            </a:extLst>
          </p:cNvPr>
          <p:cNvSpPr>
            <a:spLocks xmlns:a="http://schemas.openxmlformats.org/drawingml/2006/main" noGrp="1"/>
          </p:cNvSpPr>
          <p:nvPr/>
        </p:nvSpPr>
        <p:spPr>
          <a:xfrm xmlns:a="http://schemas.openxmlformats.org/drawingml/2006/main">
            <a:off x="12430125" y="2686050"/>
            <a:ext cx="5324475" cy="3248025"/>
          </a:xfrm>
          <a:custGeom xmlns:a="http://schemas.openxmlformats.org/drawingml/2006/main">
            <a:pathLst>
              <a:path w="5324475" h="3248025">
                <a:moveTo>
                  <a:pt x="5143500" y="0"/>
                </a:moveTo>
                <a:lnTo>
                  <a:pt x="5324475" y="0"/>
                </a:lnTo>
                <a:lnTo>
                  <a:pt x="5324475" y="3248025"/>
                </a:lnTo>
                <a:lnTo>
                  <a:pt x="0" y="3248025"/>
                </a:lnTo>
                <a:lnTo>
                  <a:pt x="0" y="2895600"/>
                </a:lnTo>
              </a:path>
            </a:pathLst>
          </a:custGeom>
          <a:noFill xmlns:a="http://schemas.openxmlformats.org/drawingml/2006/main"/>
          <a:ln xmlns:a="http://schemas.openxmlformats.org/drawingml/2006/main" w="10478">
            <a:solidFill>
              <a:srgbClr val="000000"/>
            </a:solidFill>
            <a:prstDash val="dash"/>
          </a:ln>
        </p:spPr>
      </p:sp>
      <p:sp>
        <p:nvSpPr>
          <p:cNvPr id="223" name="dp45-comparison / n203 / arrow">
            <a:extLst xmlns:a="http://schemas.openxmlformats.org/drawingml/2006/main">
              <a:ext uri="{FF2B5EF4-FFF2-40B4-BE49-F238E27FC236}">
                <a16:creationId xmlns:a16="http://schemas.microsoft.com/office/drawing/2014/main" id="{85B0722D-FA22-4DCA-9ECA-FBEA879B3D1C}"/>
              </a:ext>
            </a:extLst>
          </p:cNvPr>
          <p:cNvSpPr>
            <a:spLocks xmlns:a="http://schemas.openxmlformats.org/drawingml/2006/main" noGrp="1"/>
          </p:cNvSpPr>
          <p:nvPr/>
        </p:nvSpPr>
        <p:spPr>
          <a:xfrm xmlns:a="http://schemas.openxmlformats.org/drawingml/2006/main">
            <a:off x="12396597" y="5581650"/>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224" name="dp45-comparison / n204 / path">
            <a:extLst xmlns:a="http://schemas.openxmlformats.org/drawingml/2006/main">
              <a:ext uri="{FF2B5EF4-FFF2-40B4-BE49-F238E27FC236}">
                <a16:creationId xmlns:a16="http://schemas.microsoft.com/office/drawing/2014/main" id="{A95858D1-8FD8-49E9-A972-9E42005F5FD4}"/>
              </a:ext>
            </a:extLst>
          </p:cNvPr>
          <p:cNvSpPr>
            <a:spLocks xmlns:a="http://schemas.openxmlformats.org/drawingml/2006/main" noGrp="1"/>
          </p:cNvSpPr>
          <p:nvPr/>
        </p:nvSpPr>
        <p:spPr>
          <a:xfrm xmlns:a="http://schemas.openxmlformats.org/drawingml/2006/main">
            <a:off x="12715875" y="2714625"/>
            <a:ext cx="4886325" cy="2590800"/>
          </a:xfrm>
          <a:custGeom xmlns:a="http://schemas.openxmlformats.org/drawingml/2006/main">
            <a:pathLst>
              <a:path w="4886325" h="2590800">
                <a:moveTo>
                  <a:pt x="0" y="2590800"/>
                </a:moveTo>
                <a:lnTo>
                  <a:pt x="4886325" y="2590800"/>
                </a:lnTo>
                <a:lnTo>
                  <a:pt x="4886325" y="419100"/>
                </a:lnTo>
                <a:lnTo>
                  <a:pt x="2309813" y="419100"/>
                </a:lnTo>
                <a:lnTo>
                  <a:pt x="2309813" y="0"/>
                </a:lnTo>
              </a:path>
            </a:pathLst>
          </a:custGeom>
          <a:noFill xmlns:a="http://schemas.openxmlformats.org/drawingml/2006/main"/>
          <a:ln xmlns:a="http://schemas.openxmlformats.org/drawingml/2006/main" w="10478">
            <a:solidFill>
              <a:srgbClr val="000000"/>
            </a:solidFill>
            <a:prstDash val="solid"/>
          </a:ln>
        </p:spPr>
      </p:sp>
      <p:sp>
        <p:nvSpPr>
          <p:cNvPr id="225" name="dp45-comparison / n204 / arrow">
            <a:extLst xmlns:a="http://schemas.openxmlformats.org/drawingml/2006/main">
              <a:ext uri="{FF2B5EF4-FFF2-40B4-BE49-F238E27FC236}">
                <a16:creationId xmlns:a16="http://schemas.microsoft.com/office/drawing/2014/main" id="{09B88E48-32E4-417B-8F1A-44399DB17EF0}"/>
              </a:ext>
            </a:extLst>
          </p:cNvPr>
          <p:cNvSpPr>
            <a:spLocks xmlns:a="http://schemas.openxmlformats.org/drawingml/2006/main" noGrp="1"/>
          </p:cNvSpPr>
          <p:nvPr/>
        </p:nvSpPr>
        <p:spPr>
          <a:xfrm xmlns:a="http://schemas.openxmlformats.org/drawingml/2006/main">
            <a:off x="14992160" y="2714625"/>
            <a:ext cx="67056" cy="67056"/>
          </a:xfrm>
          <a:custGeom xmlns:a="http://schemas.openxmlformats.org/drawingml/2006/main">
            <a:pathLst>
              <a:path w="67056" h="67056">
                <a:moveTo>
                  <a:pt x="67056" y="67056"/>
                </a:moveTo>
                <a:lnTo>
                  <a:pt x="33528" y="0"/>
                </a:lnTo>
                <a:lnTo>
                  <a:pt x="0" y="67056"/>
                </a:lnTo>
              </a:path>
            </a:pathLst>
          </a:custGeom>
          <a:noFill xmlns:a="http://schemas.openxmlformats.org/drawingml/2006/main"/>
          <a:ln xmlns:a="http://schemas.openxmlformats.org/drawingml/2006/main" w="13411">
            <a:solidFill>
              <a:srgbClr val="000000"/>
            </a:solidFill>
            <a:prstDash val="solid"/>
          </a:ln>
        </p:spPr>
      </p:sp>
      <p:sp>
        <p:nvSpPr>
          <p:cNvPr id="226" name="dp45-comparison / n205 / path">
            <a:extLst xmlns:a="http://schemas.openxmlformats.org/drawingml/2006/main">
              <a:ext uri="{FF2B5EF4-FFF2-40B4-BE49-F238E27FC236}">
                <a16:creationId xmlns:a16="http://schemas.microsoft.com/office/drawing/2014/main" id="{C03A3D60-B455-49C7-BD3B-AE304FBDF597}"/>
              </a:ext>
            </a:extLst>
          </p:cNvPr>
          <p:cNvSpPr>
            <a:spLocks xmlns:a="http://schemas.openxmlformats.org/drawingml/2006/main" noGrp="1"/>
          </p:cNvSpPr>
          <p:nvPr/>
        </p:nvSpPr>
        <p:spPr>
          <a:xfrm xmlns:a="http://schemas.openxmlformats.org/drawingml/2006/main">
            <a:off x="12715875" y="2714625"/>
            <a:ext cx="4924425" cy="2628900"/>
          </a:xfrm>
          <a:custGeom xmlns:a="http://schemas.openxmlformats.org/drawingml/2006/main">
            <a:pathLst>
              <a:path w="4924425" h="2628900">
                <a:moveTo>
                  <a:pt x="2347913" y="0"/>
                </a:moveTo>
                <a:lnTo>
                  <a:pt x="2347913" y="457200"/>
                </a:lnTo>
                <a:lnTo>
                  <a:pt x="4924425" y="457200"/>
                </a:lnTo>
                <a:lnTo>
                  <a:pt x="4924425" y="2628900"/>
                </a:lnTo>
                <a:lnTo>
                  <a:pt x="0" y="2628900"/>
                </a:lnTo>
              </a:path>
            </a:pathLst>
          </a:custGeom>
          <a:noFill xmlns:a="http://schemas.openxmlformats.org/drawingml/2006/main"/>
          <a:ln xmlns:a="http://schemas.openxmlformats.org/drawingml/2006/main" w="10478">
            <a:solidFill>
              <a:srgbClr val="000000"/>
            </a:solidFill>
            <a:prstDash val="dash"/>
          </a:ln>
        </p:spPr>
      </p:sp>
      <p:sp>
        <p:nvSpPr>
          <p:cNvPr id="227" name="dp45-comparison / n205 / arrow">
            <a:extLst xmlns:a="http://schemas.openxmlformats.org/drawingml/2006/main">
              <a:ext uri="{FF2B5EF4-FFF2-40B4-BE49-F238E27FC236}">
                <a16:creationId xmlns:a16="http://schemas.microsoft.com/office/drawing/2014/main" id="{9D6B43B4-74CB-4777-A441-8A865FF59AD9}"/>
              </a:ext>
            </a:extLst>
          </p:cNvPr>
          <p:cNvSpPr>
            <a:spLocks xmlns:a="http://schemas.openxmlformats.org/drawingml/2006/main" noGrp="1"/>
          </p:cNvSpPr>
          <p:nvPr/>
        </p:nvSpPr>
        <p:spPr>
          <a:xfrm xmlns:a="http://schemas.openxmlformats.org/drawingml/2006/main">
            <a:off x="12715875" y="5309997"/>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28" name="dp45-comparison / n208 / path">
            <a:extLst xmlns:a="http://schemas.openxmlformats.org/drawingml/2006/main">
              <a:ext uri="{FF2B5EF4-FFF2-40B4-BE49-F238E27FC236}">
                <a16:creationId xmlns:a16="http://schemas.microsoft.com/office/drawing/2014/main" id="{4D0DF3E6-6C1D-4943-8EF5-CC7A64BAEC1B}"/>
              </a:ext>
            </a:extLst>
          </p:cNvPr>
          <p:cNvSpPr>
            <a:spLocks xmlns:a="http://schemas.openxmlformats.org/drawingml/2006/main" noGrp="1"/>
          </p:cNvSpPr>
          <p:nvPr/>
        </p:nvSpPr>
        <p:spPr>
          <a:xfrm xmlns:a="http://schemas.openxmlformats.org/drawingml/2006/main">
            <a:off x="9734550" y="2562225"/>
            <a:ext cx="409575" cy="2838450"/>
          </a:xfrm>
          <a:custGeom xmlns:a="http://schemas.openxmlformats.org/drawingml/2006/main">
            <a:pathLst>
              <a:path w="409575" h="2838450">
                <a:moveTo>
                  <a:pt x="219075" y="0"/>
                </a:moveTo>
                <a:lnTo>
                  <a:pt x="0" y="0"/>
                </a:lnTo>
                <a:lnTo>
                  <a:pt x="0" y="2838450"/>
                </a:lnTo>
                <a:lnTo>
                  <a:pt x="409575" y="2838450"/>
                </a:lnTo>
              </a:path>
            </a:pathLst>
          </a:custGeom>
          <a:noFill xmlns:a="http://schemas.openxmlformats.org/drawingml/2006/main"/>
          <a:ln xmlns:a="http://schemas.openxmlformats.org/drawingml/2006/main" w="10478">
            <a:solidFill>
              <a:srgbClr val="B8753F"/>
            </a:solidFill>
            <a:prstDash val="solid"/>
          </a:ln>
        </p:spPr>
      </p:sp>
      <p:sp>
        <p:nvSpPr>
          <p:cNvPr id="229" name="dp45-comparison / n208 / arrow">
            <a:extLst xmlns:a="http://schemas.openxmlformats.org/drawingml/2006/main">
              <a:ext uri="{FF2B5EF4-FFF2-40B4-BE49-F238E27FC236}">
                <a16:creationId xmlns:a16="http://schemas.microsoft.com/office/drawing/2014/main" id="{55E4401C-4004-4F05-AFBD-B31EA32C8397}"/>
              </a:ext>
            </a:extLst>
          </p:cNvPr>
          <p:cNvSpPr>
            <a:spLocks xmlns:a="http://schemas.openxmlformats.org/drawingml/2006/main" noGrp="1"/>
          </p:cNvSpPr>
          <p:nvPr/>
        </p:nvSpPr>
        <p:spPr>
          <a:xfrm xmlns:a="http://schemas.openxmlformats.org/drawingml/2006/main">
            <a:off x="10077069" y="53671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0" name="dp45-comparison / n209 / path">
            <a:extLst xmlns:a="http://schemas.openxmlformats.org/drawingml/2006/main">
              <a:ext uri="{FF2B5EF4-FFF2-40B4-BE49-F238E27FC236}">
                <a16:creationId xmlns:a16="http://schemas.microsoft.com/office/drawing/2014/main" id="{B32A822C-72BD-4CE3-985E-C52213C01F09}"/>
              </a:ext>
            </a:extLst>
          </p:cNvPr>
          <p:cNvSpPr>
            <a:spLocks xmlns:a="http://schemas.openxmlformats.org/drawingml/2006/main" noGrp="1"/>
          </p:cNvSpPr>
          <p:nvPr/>
        </p:nvSpPr>
        <p:spPr>
          <a:xfrm xmlns:a="http://schemas.openxmlformats.org/drawingml/2006/main">
            <a:off x="9810750" y="2638425"/>
            <a:ext cx="333375" cy="2847975"/>
          </a:xfrm>
          <a:custGeom xmlns:a="http://schemas.openxmlformats.org/drawingml/2006/main">
            <a:pathLst>
              <a:path w="333375" h="2847975">
                <a:moveTo>
                  <a:pt x="333375" y="2847975"/>
                </a:moveTo>
                <a:lnTo>
                  <a:pt x="0" y="2847975"/>
                </a:lnTo>
                <a:lnTo>
                  <a:pt x="0" y="0"/>
                </a:lnTo>
                <a:lnTo>
                  <a:pt x="142875" y="0"/>
                </a:lnTo>
              </a:path>
            </a:pathLst>
          </a:custGeom>
          <a:noFill xmlns:a="http://schemas.openxmlformats.org/drawingml/2006/main"/>
          <a:ln xmlns:a="http://schemas.openxmlformats.org/drawingml/2006/main" w="10478">
            <a:solidFill>
              <a:srgbClr val="B8753F"/>
            </a:solidFill>
            <a:prstDash val="dash"/>
          </a:ln>
        </p:spPr>
      </p:sp>
      <p:sp>
        <p:nvSpPr>
          <p:cNvPr id="231" name="dp45-comparison / n209 / arrow">
            <a:extLst xmlns:a="http://schemas.openxmlformats.org/drawingml/2006/main">
              <a:ext uri="{FF2B5EF4-FFF2-40B4-BE49-F238E27FC236}">
                <a16:creationId xmlns:a16="http://schemas.microsoft.com/office/drawing/2014/main" id="{F049A37E-6203-4AF2-8455-299BC01929C6}"/>
              </a:ext>
            </a:extLst>
          </p:cNvPr>
          <p:cNvSpPr>
            <a:spLocks xmlns:a="http://schemas.openxmlformats.org/drawingml/2006/main" noGrp="1"/>
          </p:cNvSpPr>
          <p:nvPr/>
        </p:nvSpPr>
        <p:spPr>
          <a:xfrm xmlns:a="http://schemas.openxmlformats.org/drawingml/2006/main">
            <a:off x="9886569" y="260489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32" name="dp45-comparison / n212">
            <a:extLst xmlns:a="http://schemas.openxmlformats.org/drawingml/2006/main">
              <a:ext uri="{FF2B5EF4-FFF2-40B4-BE49-F238E27FC236}">
                <a16:creationId xmlns:a16="http://schemas.microsoft.com/office/drawing/2014/main" id="{B8507AA3-E08C-4DB0-BBA8-E85F4DD19480}"/>
              </a:ext>
            </a:extLst>
          </p:cNvPr>
          <p:cNvSpPr>
            <a:spLocks xmlns:a="http://schemas.openxmlformats.org/drawingml/2006/main" noGrp="1"/>
          </p:cNvSpPr>
          <p:nvPr/>
        </p:nvSpPr>
        <p:spPr>
          <a:xfrm xmlns:a="http://schemas.openxmlformats.org/drawingml/2006/main">
            <a:off x="10144125" y="6076950"/>
            <a:ext cx="2571750" cy="23812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33" name="dp45-comparison / n213 / text 1">
            <a:extLst xmlns:a="http://schemas.openxmlformats.org/drawingml/2006/main">
              <a:ext uri="{FF2B5EF4-FFF2-40B4-BE49-F238E27FC236}">
                <a16:creationId xmlns:a16="http://schemas.microsoft.com/office/drawing/2014/main" id="{69AB35BB-30F9-4358-A519-150216F714D7}"/>
              </a:ext>
            </a:extLst>
          </p:cNvPr>
          <p:cNvSpPr>
            <a:spLocks xmlns:a="http://schemas.openxmlformats.org/drawingml/2006/main" noGrp="1"/>
          </p:cNvSpPr>
          <p:nvPr/>
        </p:nvSpPr>
        <p:spPr>
          <a:xfrm xmlns:a="http://schemas.openxmlformats.org/drawingml/2006/main">
            <a:off x="10229850" y="6096953"/>
            <a:ext cx="240030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Model Access</a:t>
            </a:r>
          </a:p>
        </p:txBody>
      </p:sp>
      <p:sp>
        <p:nvSpPr>
          <p:cNvPr id="234" name="dp45-comparison / n214">
            <a:extLst xmlns:a="http://schemas.openxmlformats.org/drawingml/2006/main">
              <a:ext uri="{FF2B5EF4-FFF2-40B4-BE49-F238E27FC236}">
                <a16:creationId xmlns:a16="http://schemas.microsoft.com/office/drawing/2014/main" id="{8EB1AE35-67F3-4C39-9B34-8F1A11F63B19}"/>
              </a:ext>
            </a:extLst>
          </p:cNvPr>
          <p:cNvSpPr>
            <a:spLocks xmlns:a="http://schemas.openxmlformats.org/drawingml/2006/main" noGrp="1"/>
          </p:cNvSpPr>
          <p:nvPr/>
        </p:nvSpPr>
        <p:spPr>
          <a:xfrm xmlns:a="http://schemas.openxmlformats.org/drawingml/2006/main">
            <a:off x="14620875" y="6076950"/>
            <a:ext cx="2857500" cy="238125"/>
          </a:xfrm>
          <a:prstGeom xmlns:a="http://schemas.openxmlformats.org/drawingml/2006/main" prst="hexagon">
            <a:avLst/>
          </a:prstGeom>
          <a:solidFill xmlns:a="http://schemas.openxmlformats.org/drawingml/2006/main">
            <a:srgbClr val="FFFFFF"/>
          </a:solidFill>
          <a:ln xmlns:a="http://schemas.openxmlformats.org/drawingml/2006/main" w="9525">
            <a:solidFill>
              <a:srgbClr val="000000"/>
            </a:solidFill>
            <a:prstDash val="solid"/>
          </a:ln>
        </p:spPr>
      </p:sp>
      <p:sp>
        <p:nvSpPr>
          <p:cNvPr id="235" name="dp45-comparison / n215 / text 1">
            <a:extLst xmlns:a="http://schemas.openxmlformats.org/drawingml/2006/main">
              <a:ext uri="{FF2B5EF4-FFF2-40B4-BE49-F238E27FC236}">
                <a16:creationId xmlns:a16="http://schemas.microsoft.com/office/drawing/2014/main" id="{DB359A28-252A-41D7-B00A-6DECC4A18DDC}"/>
              </a:ext>
            </a:extLst>
          </p:cNvPr>
          <p:cNvSpPr>
            <a:spLocks xmlns:a="http://schemas.openxmlformats.org/drawingml/2006/main" noGrp="1"/>
          </p:cNvSpPr>
          <p:nvPr/>
        </p:nvSpPr>
        <p:spPr>
          <a:xfrm xmlns:a="http://schemas.openxmlformats.org/drawingml/2006/main">
            <a:off x="14706600" y="6096953"/>
            <a:ext cx="2686050" cy="22098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1">
                <a:solidFill>
                  <a:srgbClr val="000000"/>
                </a:solidFill>
                <a:latin typeface="Apple SD Gothic Neo"/>
                <a:ea typeface="Apple SD Gothic Neo"/>
                <a:cs typeface="Apple SD Gothic Neo"/>
              </a:defRPr>
            </a:pPr>
            <a:r>
              <a:rPr sz="1200" b="1">
                <a:solidFill>
                  <a:srgbClr val="000000"/>
                </a:solidFill>
                <a:latin typeface="Apple SD Gothic Neo"/>
                <a:ea typeface="Apple SD Gothic Neo"/>
                <a:cs typeface="Apple SD Gothic Neo"/>
              </a:rPr>
              <a:t>클라우드 의미 LLM</a:t>
            </a:r>
          </a:p>
        </p:txBody>
      </p:sp>
      <p:sp>
        <p:nvSpPr>
          <p:cNvPr id="236" name="dp45-comparison / n216 / path">
            <a:extLst xmlns:a="http://schemas.openxmlformats.org/drawingml/2006/main">
              <a:ext uri="{FF2B5EF4-FFF2-40B4-BE49-F238E27FC236}">
                <a16:creationId xmlns:a16="http://schemas.microsoft.com/office/drawing/2014/main" id="{EFECFF52-C903-469A-BFB0-DF9F141A9494}"/>
              </a:ext>
            </a:extLst>
          </p:cNvPr>
          <p:cNvSpPr>
            <a:spLocks xmlns:a="http://schemas.openxmlformats.org/drawingml/2006/main" noGrp="1"/>
          </p:cNvSpPr>
          <p:nvPr/>
        </p:nvSpPr>
        <p:spPr>
          <a:xfrm xmlns:a="http://schemas.openxmlformats.org/drawingml/2006/main">
            <a:off x="9925050" y="3933825"/>
            <a:ext cx="219075" cy="2262188"/>
          </a:xfrm>
          <a:custGeom xmlns:a="http://schemas.openxmlformats.org/drawingml/2006/main">
            <a:pathLst>
              <a:path w="219075" h="2262188">
                <a:moveTo>
                  <a:pt x="219075" y="0"/>
                </a:moveTo>
                <a:lnTo>
                  <a:pt x="0" y="0"/>
                </a:lnTo>
                <a:lnTo>
                  <a:pt x="0" y="2262188"/>
                </a:lnTo>
                <a:lnTo>
                  <a:pt x="219075" y="2262188"/>
                </a:lnTo>
              </a:path>
            </a:pathLst>
          </a:custGeom>
          <a:noFill xmlns:a="http://schemas.openxmlformats.org/drawingml/2006/main"/>
          <a:ln xmlns:a="http://schemas.openxmlformats.org/drawingml/2006/main" w="10478">
            <a:solidFill>
              <a:srgbClr val="000000"/>
            </a:solidFill>
            <a:prstDash val="solid"/>
          </a:ln>
        </p:spPr>
      </p:sp>
      <p:sp>
        <p:nvSpPr>
          <p:cNvPr id="237" name="dp45-comparison / n216 / arrow">
            <a:extLst xmlns:a="http://schemas.openxmlformats.org/drawingml/2006/main">
              <a:ext uri="{FF2B5EF4-FFF2-40B4-BE49-F238E27FC236}">
                <a16:creationId xmlns:a16="http://schemas.microsoft.com/office/drawing/2014/main" id="{634BB9AE-F4B7-4AFE-BC57-EB281B2DD0A4}"/>
              </a:ext>
            </a:extLst>
          </p:cNvPr>
          <p:cNvSpPr>
            <a:spLocks xmlns:a="http://schemas.openxmlformats.org/drawingml/2006/main" noGrp="1"/>
          </p:cNvSpPr>
          <p:nvPr/>
        </p:nvSpPr>
        <p:spPr>
          <a:xfrm xmlns:a="http://schemas.openxmlformats.org/drawingml/2006/main">
            <a:off x="10077069" y="61624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38" name="dp45-comparison / n217 / path">
            <a:extLst xmlns:a="http://schemas.openxmlformats.org/drawingml/2006/main">
              <a:ext uri="{FF2B5EF4-FFF2-40B4-BE49-F238E27FC236}">
                <a16:creationId xmlns:a16="http://schemas.microsoft.com/office/drawing/2014/main" id="{6B037651-72F9-4133-806D-992A6D33C883}"/>
              </a:ext>
            </a:extLst>
          </p:cNvPr>
          <p:cNvSpPr>
            <a:spLocks xmlns:a="http://schemas.openxmlformats.org/drawingml/2006/main" noGrp="1"/>
          </p:cNvSpPr>
          <p:nvPr/>
        </p:nvSpPr>
        <p:spPr>
          <a:xfrm xmlns:a="http://schemas.openxmlformats.org/drawingml/2006/main">
            <a:off x="10001250" y="4029075"/>
            <a:ext cx="142875" cy="2224088"/>
          </a:xfrm>
          <a:custGeom xmlns:a="http://schemas.openxmlformats.org/drawingml/2006/main">
            <a:pathLst>
              <a:path w="142875" h="2224088">
                <a:moveTo>
                  <a:pt x="142875" y="2224088"/>
                </a:moveTo>
                <a:lnTo>
                  <a:pt x="0" y="2224088"/>
                </a:lnTo>
                <a:lnTo>
                  <a:pt x="0" y="0"/>
                </a:lnTo>
                <a:lnTo>
                  <a:pt x="142875" y="0"/>
                </a:lnTo>
              </a:path>
            </a:pathLst>
          </a:custGeom>
          <a:noFill xmlns:a="http://schemas.openxmlformats.org/drawingml/2006/main"/>
          <a:ln xmlns:a="http://schemas.openxmlformats.org/drawingml/2006/main" w="10478">
            <a:solidFill>
              <a:srgbClr val="000000"/>
            </a:solidFill>
            <a:prstDash val="dash"/>
          </a:ln>
        </p:spPr>
      </p:sp>
      <p:sp>
        <p:nvSpPr>
          <p:cNvPr id="239" name="dp45-comparison / n217 / arrow">
            <a:extLst xmlns:a="http://schemas.openxmlformats.org/drawingml/2006/main">
              <a:ext uri="{FF2B5EF4-FFF2-40B4-BE49-F238E27FC236}">
                <a16:creationId xmlns:a16="http://schemas.microsoft.com/office/drawing/2014/main" id="{F576800E-1843-48F1-9A36-18C89B1FA6B2}"/>
              </a:ext>
            </a:extLst>
          </p:cNvPr>
          <p:cNvSpPr>
            <a:spLocks xmlns:a="http://schemas.openxmlformats.org/drawingml/2006/main" noGrp="1"/>
          </p:cNvSpPr>
          <p:nvPr/>
        </p:nvSpPr>
        <p:spPr>
          <a:xfrm xmlns:a="http://schemas.openxmlformats.org/drawingml/2006/main">
            <a:off x="10077069" y="3995547"/>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40" name="dp45-comparison / n218 / path">
            <a:extLst xmlns:a="http://schemas.openxmlformats.org/drawingml/2006/main">
              <a:ext uri="{FF2B5EF4-FFF2-40B4-BE49-F238E27FC236}">
                <a16:creationId xmlns:a16="http://schemas.microsoft.com/office/drawing/2014/main" id="{27803556-5FED-4E35-866F-FBF43C7CE703}"/>
              </a:ext>
            </a:extLst>
          </p:cNvPr>
          <p:cNvSpPr>
            <a:spLocks xmlns:a="http://schemas.openxmlformats.org/drawingml/2006/main" noGrp="1"/>
          </p:cNvSpPr>
          <p:nvPr/>
        </p:nvSpPr>
        <p:spPr>
          <a:xfrm xmlns:a="http://schemas.openxmlformats.org/drawingml/2006/main">
            <a:off x="12715875" y="6157913"/>
            <a:ext cx="1905000" cy="953"/>
          </a:xfrm>
          <a:custGeom xmlns:a="http://schemas.openxmlformats.org/drawingml/2006/main">
            <a:pathLst>
              <a:path w="1905000" h="953">
                <a:moveTo>
                  <a:pt x="0" y="0"/>
                </a:moveTo>
                <a:lnTo>
                  <a:pt x="1905000" y="0"/>
                </a:lnTo>
              </a:path>
            </a:pathLst>
          </a:custGeom>
          <a:noFill xmlns:a="http://schemas.openxmlformats.org/drawingml/2006/main"/>
          <a:ln xmlns:a="http://schemas.openxmlformats.org/drawingml/2006/main" w="10478">
            <a:solidFill>
              <a:srgbClr val="000000"/>
            </a:solidFill>
            <a:prstDash val="solid"/>
          </a:ln>
        </p:spPr>
      </p:sp>
      <p:sp>
        <p:nvSpPr>
          <p:cNvPr id="241" name="dp45-comparison / n218 / arrow">
            <a:extLst xmlns:a="http://schemas.openxmlformats.org/drawingml/2006/main">
              <a:ext uri="{FF2B5EF4-FFF2-40B4-BE49-F238E27FC236}">
                <a16:creationId xmlns:a16="http://schemas.microsoft.com/office/drawing/2014/main" id="{6E51AB4A-262D-46DE-83CC-4ED8689F3455}"/>
              </a:ext>
            </a:extLst>
          </p:cNvPr>
          <p:cNvSpPr>
            <a:spLocks xmlns:a="http://schemas.openxmlformats.org/drawingml/2006/main" noGrp="1"/>
          </p:cNvSpPr>
          <p:nvPr/>
        </p:nvSpPr>
        <p:spPr>
          <a:xfrm xmlns:a="http://schemas.openxmlformats.org/drawingml/2006/main">
            <a:off x="14553819" y="61243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000000"/>
            </a:solidFill>
            <a:prstDash val="solid"/>
          </a:ln>
        </p:spPr>
      </p:sp>
      <p:sp>
        <p:nvSpPr>
          <p:cNvPr id="242" name="dp45-comparison / n219 / path">
            <a:extLst xmlns:a="http://schemas.openxmlformats.org/drawingml/2006/main">
              <a:ext uri="{FF2B5EF4-FFF2-40B4-BE49-F238E27FC236}">
                <a16:creationId xmlns:a16="http://schemas.microsoft.com/office/drawing/2014/main" id="{ABF69102-5539-4EF9-9CF2-693D9B962DF3}"/>
              </a:ext>
            </a:extLst>
          </p:cNvPr>
          <p:cNvSpPr>
            <a:spLocks xmlns:a="http://schemas.openxmlformats.org/drawingml/2006/main" noGrp="1"/>
          </p:cNvSpPr>
          <p:nvPr/>
        </p:nvSpPr>
        <p:spPr>
          <a:xfrm xmlns:a="http://schemas.openxmlformats.org/drawingml/2006/main">
            <a:off x="12715875" y="6243638"/>
            <a:ext cx="1905000" cy="953"/>
          </a:xfrm>
          <a:custGeom xmlns:a="http://schemas.openxmlformats.org/drawingml/2006/main">
            <a:pathLst>
              <a:path w="1905000" h="953">
                <a:moveTo>
                  <a:pt x="1905000" y="0"/>
                </a:moveTo>
                <a:lnTo>
                  <a:pt x="0" y="0"/>
                </a:lnTo>
              </a:path>
            </a:pathLst>
          </a:custGeom>
          <a:noFill xmlns:a="http://schemas.openxmlformats.org/drawingml/2006/main"/>
          <a:ln xmlns:a="http://schemas.openxmlformats.org/drawingml/2006/main" w="10478">
            <a:solidFill>
              <a:srgbClr val="000000"/>
            </a:solidFill>
            <a:prstDash val="dash"/>
          </a:ln>
        </p:spPr>
      </p:sp>
      <p:sp>
        <p:nvSpPr>
          <p:cNvPr id="243" name="dp45-comparison / n219 / arrow">
            <a:extLst xmlns:a="http://schemas.openxmlformats.org/drawingml/2006/main">
              <a:ext uri="{FF2B5EF4-FFF2-40B4-BE49-F238E27FC236}">
                <a16:creationId xmlns:a16="http://schemas.microsoft.com/office/drawing/2014/main" id="{F1373230-205D-4BA4-BE3D-3A4AFA2B15BD}"/>
              </a:ext>
            </a:extLst>
          </p:cNvPr>
          <p:cNvSpPr>
            <a:spLocks xmlns:a="http://schemas.openxmlformats.org/drawingml/2006/main" noGrp="1"/>
          </p:cNvSpPr>
          <p:nvPr/>
        </p:nvSpPr>
        <p:spPr>
          <a:xfrm xmlns:a="http://schemas.openxmlformats.org/drawingml/2006/main">
            <a:off x="12715875" y="6210110"/>
            <a:ext cx="67056" cy="67056"/>
          </a:xfrm>
          <a:custGeom xmlns:a="http://schemas.openxmlformats.org/drawingml/2006/main">
            <a:pathLst>
              <a:path w="67056" h="67056">
                <a:moveTo>
                  <a:pt x="67056" y="0"/>
                </a:moveTo>
                <a:lnTo>
                  <a:pt x="0" y="33528"/>
                </a:lnTo>
                <a:lnTo>
                  <a:pt x="67056" y="67056"/>
                </a:lnTo>
              </a:path>
            </a:pathLst>
          </a:custGeom>
          <a:noFill xmlns:a="http://schemas.openxmlformats.org/drawingml/2006/main"/>
          <a:ln xmlns:a="http://schemas.openxmlformats.org/drawingml/2006/main" w="13411">
            <a:solidFill>
              <a:srgbClr val="000000"/>
            </a:solidFill>
            <a:prstDash val="solid"/>
          </a:ln>
        </p:spPr>
      </p:sp>
      <p:sp>
        <p:nvSpPr>
          <p:cNvPr id="244" name="dp45-comparison / n222 / path">
            <a:extLst xmlns:a="http://schemas.openxmlformats.org/drawingml/2006/main">
              <a:ext uri="{FF2B5EF4-FFF2-40B4-BE49-F238E27FC236}">
                <a16:creationId xmlns:a16="http://schemas.microsoft.com/office/drawing/2014/main" id="{6388FA69-D568-4ED5-ABE6-748AED1085A9}"/>
              </a:ext>
            </a:extLst>
          </p:cNvPr>
          <p:cNvSpPr>
            <a:spLocks xmlns:a="http://schemas.openxmlformats.org/drawingml/2006/main" noGrp="1"/>
          </p:cNvSpPr>
          <p:nvPr/>
        </p:nvSpPr>
        <p:spPr>
          <a:xfrm xmlns:a="http://schemas.openxmlformats.org/drawingml/2006/main">
            <a:off x="9858375" y="6448425"/>
            <a:ext cx="7715250" cy="953"/>
          </a:xfrm>
          <a:custGeom xmlns:a="http://schemas.openxmlformats.org/drawingml/2006/main">
            <a:pathLst>
              <a:path w="7715250" h="953">
                <a:moveTo>
                  <a:pt x="0" y="0"/>
                </a:moveTo>
                <a:lnTo>
                  <a:pt x="7715250" y="0"/>
                </a:lnTo>
              </a:path>
            </a:pathLst>
          </a:custGeom>
          <a:noFill xmlns:a="http://schemas.openxmlformats.org/drawingml/2006/main"/>
          <a:ln xmlns:a="http://schemas.openxmlformats.org/drawingml/2006/main" w="10478">
            <a:solidFill>
              <a:srgbClr val="000000"/>
            </a:solidFill>
            <a:prstDash val="solid"/>
          </a:ln>
        </p:spPr>
      </p:sp>
      <p:sp>
        <p:nvSpPr>
          <p:cNvPr id="245" name="dp45-comparison / n225">
            <a:extLst xmlns:a="http://schemas.openxmlformats.org/drawingml/2006/main">
              <a:ext uri="{FF2B5EF4-FFF2-40B4-BE49-F238E27FC236}">
                <a16:creationId xmlns:a16="http://schemas.microsoft.com/office/drawing/2014/main" id="{DA8481A1-009F-4AD5-BB1E-FA5F55014C0C}"/>
              </a:ext>
            </a:extLst>
          </p:cNvPr>
          <p:cNvSpPr>
            <a:spLocks xmlns:a="http://schemas.openxmlformats.org/drawingml/2006/main" noGrp="1"/>
          </p:cNvSpPr>
          <p:nvPr/>
        </p:nvSpPr>
        <p:spPr>
          <a:xfrm xmlns:a="http://schemas.openxmlformats.org/drawingml/2006/main">
            <a:off x="9953625" y="671512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46" name="dp45-comparison / n226 / text 1">
            <a:extLst xmlns:a="http://schemas.openxmlformats.org/drawingml/2006/main">
              <a:ext uri="{FF2B5EF4-FFF2-40B4-BE49-F238E27FC236}">
                <a16:creationId xmlns:a16="http://schemas.microsoft.com/office/drawing/2014/main" id="{DDF49C3A-6401-4C26-A4C5-A4A8E275A0A1}"/>
              </a:ext>
            </a:extLst>
          </p:cNvPr>
          <p:cNvSpPr>
            <a:spLocks xmlns:a="http://schemas.openxmlformats.org/drawingml/2006/main" noGrp="1"/>
          </p:cNvSpPr>
          <p:nvPr/>
        </p:nvSpPr>
        <p:spPr>
          <a:xfrm xmlns:a="http://schemas.openxmlformats.org/drawingml/2006/main">
            <a:off x="10039350" y="675084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원본 변경 또는 생산 요청</a:t>
            </a:r>
          </a:p>
        </p:txBody>
      </p:sp>
      <p:sp>
        <p:nvSpPr>
          <p:cNvPr id="247" name="dp45-comparison / n227">
            <a:extLst xmlns:a="http://schemas.openxmlformats.org/drawingml/2006/main">
              <a:ext uri="{FF2B5EF4-FFF2-40B4-BE49-F238E27FC236}">
                <a16:creationId xmlns:a16="http://schemas.microsoft.com/office/drawing/2014/main" id="{6E62BD2C-30EE-4283-8B96-0943EC1E9FF2}"/>
              </a:ext>
            </a:extLst>
          </p:cNvPr>
          <p:cNvSpPr>
            <a:spLocks xmlns:a="http://schemas.openxmlformats.org/drawingml/2006/main" noGrp="1"/>
          </p:cNvSpPr>
          <p:nvPr/>
        </p:nvSpPr>
        <p:spPr>
          <a:xfrm xmlns:a="http://schemas.openxmlformats.org/drawingml/2006/main">
            <a:off x="12620625" y="6715125"/>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48" name="dp45-comparison / n228 / text 1">
            <a:extLst xmlns:a="http://schemas.openxmlformats.org/drawingml/2006/main">
              <a:ext uri="{FF2B5EF4-FFF2-40B4-BE49-F238E27FC236}">
                <a16:creationId xmlns:a16="http://schemas.microsoft.com/office/drawing/2014/main" id="{3BCE481D-2BCE-4154-BA8F-6928B8AA24D5}"/>
              </a:ext>
            </a:extLst>
          </p:cNvPr>
          <p:cNvSpPr>
            <a:spLocks xmlns:a="http://schemas.openxmlformats.org/drawingml/2006/main" noGrp="1"/>
          </p:cNvSpPr>
          <p:nvPr/>
        </p:nvSpPr>
        <p:spPr>
          <a:xfrm xmlns:a="http://schemas.openxmlformats.org/drawingml/2006/main">
            <a:off x="12706350" y="6750844"/>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Publisher: 공통 관계 게시</a:t>
            </a:r>
          </a:p>
        </p:txBody>
      </p:sp>
      <p:sp>
        <p:nvSpPr>
          <p:cNvPr id="249" name="dp45-comparison / n229 / path">
            <a:extLst xmlns:a="http://schemas.openxmlformats.org/drawingml/2006/main">
              <a:ext uri="{FF2B5EF4-FFF2-40B4-BE49-F238E27FC236}">
                <a16:creationId xmlns:a16="http://schemas.microsoft.com/office/drawing/2014/main" id="{56448189-5A14-44A0-9662-28626EA3CEDC}"/>
              </a:ext>
            </a:extLst>
          </p:cNvPr>
          <p:cNvSpPr>
            <a:spLocks xmlns:a="http://schemas.openxmlformats.org/drawingml/2006/main" noGrp="1"/>
          </p:cNvSpPr>
          <p:nvPr/>
        </p:nvSpPr>
        <p:spPr>
          <a:xfrm xmlns:a="http://schemas.openxmlformats.org/drawingml/2006/main">
            <a:off x="12192000" y="68437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50" name="dp45-comparison / n229 / arrow">
            <a:extLst xmlns:a="http://schemas.openxmlformats.org/drawingml/2006/main">
              <a:ext uri="{FF2B5EF4-FFF2-40B4-BE49-F238E27FC236}">
                <a16:creationId xmlns:a16="http://schemas.microsoft.com/office/drawing/2014/main" id="{62CCFE01-627A-4496-B4CA-54769C5698C4}"/>
              </a:ext>
            </a:extLst>
          </p:cNvPr>
          <p:cNvSpPr>
            <a:spLocks xmlns:a="http://schemas.openxmlformats.org/drawingml/2006/main" noGrp="1"/>
          </p:cNvSpPr>
          <p:nvPr/>
        </p:nvSpPr>
        <p:spPr>
          <a:xfrm xmlns:a="http://schemas.openxmlformats.org/drawingml/2006/main">
            <a:off x="12553569" y="68101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51" name="dp45-comparison / n230">
            <a:extLst xmlns:a="http://schemas.openxmlformats.org/drawingml/2006/main">
              <a:ext uri="{FF2B5EF4-FFF2-40B4-BE49-F238E27FC236}">
                <a16:creationId xmlns:a16="http://schemas.microsoft.com/office/drawing/2014/main" id="{9AC9E401-690C-4CE6-9AAC-EBA117D90FDC}"/>
              </a:ext>
            </a:extLst>
          </p:cNvPr>
          <p:cNvSpPr>
            <a:spLocks xmlns:a="http://schemas.openxmlformats.org/drawingml/2006/main" noGrp="1"/>
          </p:cNvSpPr>
          <p:nvPr/>
        </p:nvSpPr>
        <p:spPr>
          <a:xfrm xmlns:a="http://schemas.openxmlformats.org/drawingml/2006/main">
            <a:off x="15287625" y="6715125"/>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2" name="dp45-comparison / n231 / text 1">
            <a:extLst xmlns:a="http://schemas.openxmlformats.org/drawingml/2006/main">
              <a:ext uri="{FF2B5EF4-FFF2-40B4-BE49-F238E27FC236}">
                <a16:creationId xmlns:a16="http://schemas.microsoft.com/office/drawing/2014/main" id="{93BD9FD7-3F43-43AD-B1A7-F61257F85E5D}"/>
              </a:ext>
            </a:extLst>
          </p:cNvPr>
          <p:cNvSpPr>
            <a:spLocks xmlns:a="http://schemas.openxmlformats.org/drawingml/2006/main" noGrp="1"/>
          </p:cNvSpPr>
          <p:nvPr/>
        </p:nvSpPr>
        <p:spPr>
          <a:xfrm xmlns:a="http://schemas.openxmlformats.org/drawingml/2006/main">
            <a:off x="15373350" y="6750844"/>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Repository와 Coverage 유지</a:t>
            </a:r>
          </a:p>
        </p:txBody>
      </p:sp>
      <p:sp>
        <p:nvSpPr>
          <p:cNvPr id="253" name="dp45-comparison / n232 / path">
            <a:extLst xmlns:a="http://schemas.openxmlformats.org/drawingml/2006/main">
              <a:ext uri="{FF2B5EF4-FFF2-40B4-BE49-F238E27FC236}">
                <a16:creationId xmlns:a16="http://schemas.microsoft.com/office/drawing/2014/main" id="{3D1B6973-4024-4A5E-BB19-3BC73E88C851}"/>
              </a:ext>
            </a:extLst>
          </p:cNvPr>
          <p:cNvSpPr>
            <a:spLocks xmlns:a="http://schemas.openxmlformats.org/drawingml/2006/main" noGrp="1"/>
          </p:cNvSpPr>
          <p:nvPr/>
        </p:nvSpPr>
        <p:spPr>
          <a:xfrm xmlns:a="http://schemas.openxmlformats.org/drawingml/2006/main">
            <a:off x="14859000" y="6843713"/>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54" name="dp45-comparison / n232 / arrow">
            <a:extLst xmlns:a="http://schemas.openxmlformats.org/drawingml/2006/main">
              <a:ext uri="{FF2B5EF4-FFF2-40B4-BE49-F238E27FC236}">
                <a16:creationId xmlns:a16="http://schemas.microsoft.com/office/drawing/2014/main" id="{4206A140-B754-44B0-BC0A-F4CF661D4860}"/>
              </a:ext>
            </a:extLst>
          </p:cNvPr>
          <p:cNvSpPr>
            <a:spLocks xmlns:a="http://schemas.openxmlformats.org/drawingml/2006/main" noGrp="1"/>
          </p:cNvSpPr>
          <p:nvPr/>
        </p:nvSpPr>
        <p:spPr>
          <a:xfrm xmlns:a="http://schemas.openxmlformats.org/drawingml/2006/main">
            <a:off x="15220569" y="6810185"/>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55" name="dp45-comparison / n233">
            <a:extLst xmlns:a="http://schemas.openxmlformats.org/drawingml/2006/main">
              <a:ext uri="{FF2B5EF4-FFF2-40B4-BE49-F238E27FC236}">
                <a16:creationId xmlns:a16="http://schemas.microsoft.com/office/drawing/2014/main" id="{ADB9EE68-2BCA-4882-94C7-53FAB82F2802}"/>
              </a:ext>
            </a:extLst>
          </p:cNvPr>
          <p:cNvSpPr>
            <a:spLocks xmlns:a="http://schemas.openxmlformats.org/drawingml/2006/main" noGrp="1"/>
          </p:cNvSpPr>
          <p:nvPr/>
        </p:nvSpPr>
        <p:spPr>
          <a:xfrm xmlns:a="http://schemas.openxmlformats.org/drawingml/2006/main">
            <a:off x="9953625" y="7258050"/>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6" name="dp45-comparison / n234 / text 1">
            <a:extLst xmlns:a="http://schemas.openxmlformats.org/drawingml/2006/main">
              <a:ext uri="{FF2B5EF4-FFF2-40B4-BE49-F238E27FC236}">
                <a16:creationId xmlns:a16="http://schemas.microsoft.com/office/drawing/2014/main" id="{81338FAE-330A-4843-BFD8-37AFDE5611FF}"/>
              </a:ext>
            </a:extLst>
          </p:cNvPr>
          <p:cNvSpPr>
            <a:spLocks xmlns:a="http://schemas.openxmlformats.org/drawingml/2006/main" noGrp="1"/>
          </p:cNvSpPr>
          <p:nvPr/>
        </p:nvSpPr>
        <p:spPr>
          <a:xfrm xmlns:a="http://schemas.openxmlformats.org/drawingml/2006/main">
            <a:off x="10039350" y="7293769"/>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현재 Query1 도착</a:t>
            </a:r>
          </a:p>
        </p:txBody>
      </p:sp>
      <p:sp>
        <p:nvSpPr>
          <p:cNvPr id="257" name="dp45-comparison / n235">
            <a:extLst xmlns:a="http://schemas.openxmlformats.org/drawingml/2006/main">
              <a:ext uri="{FF2B5EF4-FFF2-40B4-BE49-F238E27FC236}">
                <a16:creationId xmlns:a16="http://schemas.microsoft.com/office/drawing/2014/main" id="{3316044F-E899-4B31-A040-3DC82405EE87}"/>
              </a:ext>
            </a:extLst>
          </p:cNvPr>
          <p:cNvSpPr>
            <a:spLocks xmlns:a="http://schemas.openxmlformats.org/drawingml/2006/main" noGrp="1"/>
          </p:cNvSpPr>
          <p:nvPr/>
        </p:nvSpPr>
        <p:spPr>
          <a:xfrm xmlns:a="http://schemas.openxmlformats.org/drawingml/2006/main">
            <a:off x="12620625" y="7258050"/>
            <a:ext cx="2238375"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58" name="dp45-comparison / n236 / text 1">
            <a:extLst xmlns:a="http://schemas.openxmlformats.org/drawingml/2006/main">
              <a:ext uri="{FF2B5EF4-FFF2-40B4-BE49-F238E27FC236}">
                <a16:creationId xmlns:a16="http://schemas.microsoft.com/office/drawing/2014/main" id="{C88F8816-EBF5-487D-8025-570190860D90}"/>
              </a:ext>
            </a:extLst>
          </p:cNvPr>
          <p:cNvSpPr>
            <a:spLocks xmlns:a="http://schemas.openxmlformats.org/drawingml/2006/main" noGrp="1"/>
          </p:cNvSpPr>
          <p:nvPr/>
        </p:nvSpPr>
        <p:spPr>
          <a:xfrm xmlns:a="http://schemas.openxmlformats.org/drawingml/2006/main">
            <a:off x="12706350" y="7293769"/>
            <a:ext cx="2066925"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Reader: 게시 관계 읽기</a:t>
            </a:r>
          </a:p>
        </p:txBody>
      </p:sp>
      <p:sp>
        <p:nvSpPr>
          <p:cNvPr id="259" name="dp45-comparison / n237 / path">
            <a:extLst xmlns:a="http://schemas.openxmlformats.org/drawingml/2006/main">
              <a:ext uri="{FF2B5EF4-FFF2-40B4-BE49-F238E27FC236}">
                <a16:creationId xmlns:a16="http://schemas.microsoft.com/office/drawing/2014/main" id="{70BC3753-0DE9-49C4-836E-F32EE275EF50}"/>
              </a:ext>
            </a:extLst>
          </p:cNvPr>
          <p:cNvSpPr>
            <a:spLocks xmlns:a="http://schemas.openxmlformats.org/drawingml/2006/main" noGrp="1"/>
          </p:cNvSpPr>
          <p:nvPr/>
        </p:nvSpPr>
        <p:spPr>
          <a:xfrm xmlns:a="http://schemas.openxmlformats.org/drawingml/2006/main">
            <a:off x="12192000" y="7386638"/>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60" name="dp45-comparison / n237 / arrow">
            <a:extLst xmlns:a="http://schemas.openxmlformats.org/drawingml/2006/main">
              <a:ext uri="{FF2B5EF4-FFF2-40B4-BE49-F238E27FC236}">
                <a16:creationId xmlns:a16="http://schemas.microsoft.com/office/drawing/2014/main" id="{182BB609-691E-494C-ACFF-3AC762D4DA7C}"/>
              </a:ext>
            </a:extLst>
          </p:cNvPr>
          <p:cNvSpPr>
            <a:spLocks xmlns:a="http://schemas.openxmlformats.org/drawingml/2006/main" noGrp="1"/>
          </p:cNvSpPr>
          <p:nvPr/>
        </p:nvSpPr>
        <p:spPr>
          <a:xfrm xmlns:a="http://schemas.openxmlformats.org/drawingml/2006/main">
            <a:off x="12553569" y="73531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61" name="dp45-comparison / n238">
            <a:extLst xmlns:a="http://schemas.openxmlformats.org/drawingml/2006/main">
              <a:ext uri="{FF2B5EF4-FFF2-40B4-BE49-F238E27FC236}">
                <a16:creationId xmlns:a16="http://schemas.microsoft.com/office/drawing/2014/main" id="{5EDE5EEC-F85F-4677-9E39-9399C313B776}"/>
              </a:ext>
            </a:extLst>
          </p:cNvPr>
          <p:cNvSpPr>
            <a:spLocks xmlns:a="http://schemas.openxmlformats.org/drawingml/2006/main" noGrp="1"/>
          </p:cNvSpPr>
          <p:nvPr/>
        </p:nvSpPr>
        <p:spPr>
          <a:xfrm xmlns:a="http://schemas.openxmlformats.org/drawingml/2006/main">
            <a:off x="15287625" y="7258050"/>
            <a:ext cx="2190750" cy="257175"/>
          </a:xfrm>
          <a:prstGeom xmlns:a="http://schemas.openxmlformats.org/drawingml/2006/main" prst="rect">
            <a:avLst/>
          </a:prstGeom>
          <a:solidFill xmlns:a="http://schemas.openxmlformats.org/drawingml/2006/main">
            <a:srgbClr val="FFFFFF"/>
          </a:solidFill>
          <a:ln xmlns:a="http://schemas.openxmlformats.org/drawingml/2006/main" w="9525">
            <a:solidFill>
              <a:srgbClr val="000000"/>
            </a:solidFill>
            <a:prstDash val="solid"/>
          </a:ln>
        </p:spPr>
      </p:sp>
      <p:sp>
        <p:nvSpPr>
          <p:cNvPr id="262" name="dp45-comparison / n239 / text 1">
            <a:extLst xmlns:a="http://schemas.openxmlformats.org/drawingml/2006/main">
              <a:ext uri="{FF2B5EF4-FFF2-40B4-BE49-F238E27FC236}">
                <a16:creationId xmlns:a16="http://schemas.microsoft.com/office/drawing/2014/main" id="{B64BEDFE-D9E0-4844-9057-C8C7CD2FE7AF}"/>
              </a:ext>
            </a:extLst>
          </p:cNvPr>
          <p:cNvSpPr>
            <a:spLocks xmlns:a="http://schemas.openxmlformats.org/drawingml/2006/main" noGrp="1"/>
          </p:cNvSpPr>
          <p:nvPr/>
        </p:nvSpPr>
        <p:spPr>
          <a:xfrm xmlns:a="http://schemas.openxmlformats.org/drawingml/2006/main">
            <a:off x="15373350" y="7293769"/>
            <a:ext cx="2019300" cy="20716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125" b="1">
                <a:solidFill>
                  <a:srgbClr val="000000"/>
                </a:solidFill>
                <a:latin typeface="Apple SD Gothic Neo"/>
                <a:ea typeface="Apple SD Gothic Neo"/>
                <a:cs typeface="Apple SD Gothic Neo"/>
              </a:defRPr>
            </a:pPr>
            <a:r>
              <a:rPr sz="1125" b="1">
                <a:solidFill>
                  <a:srgbClr val="000000"/>
                </a:solidFill>
                <a:latin typeface="Apple SD Gothic Neo"/>
                <a:ea typeface="Apple SD Gothic Neo"/>
                <a:cs typeface="Apple SD Gothic Neo"/>
              </a:rPr>
              <a:t>원본 확인 후 Bundle1 반환</a:t>
            </a:r>
          </a:p>
        </p:txBody>
      </p:sp>
      <p:sp>
        <p:nvSpPr>
          <p:cNvPr id="263" name="dp45-comparison / n240 / path">
            <a:extLst xmlns:a="http://schemas.openxmlformats.org/drawingml/2006/main">
              <a:ext uri="{FF2B5EF4-FFF2-40B4-BE49-F238E27FC236}">
                <a16:creationId xmlns:a16="http://schemas.microsoft.com/office/drawing/2014/main" id="{EBDB35FA-C596-433B-9AF5-4899BA92E3B1}"/>
              </a:ext>
            </a:extLst>
          </p:cNvPr>
          <p:cNvSpPr>
            <a:spLocks xmlns:a="http://schemas.openxmlformats.org/drawingml/2006/main" noGrp="1"/>
          </p:cNvSpPr>
          <p:nvPr/>
        </p:nvSpPr>
        <p:spPr>
          <a:xfrm xmlns:a="http://schemas.openxmlformats.org/drawingml/2006/main">
            <a:off x="14859000" y="7386638"/>
            <a:ext cx="428625" cy="953"/>
          </a:xfrm>
          <a:custGeom xmlns:a="http://schemas.openxmlformats.org/drawingml/2006/main">
            <a:pathLst>
              <a:path w="428625" h="953">
                <a:moveTo>
                  <a:pt x="0" y="0"/>
                </a:moveTo>
                <a:lnTo>
                  <a:pt x="428625" y="0"/>
                </a:lnTo>
              </a:path>
            </a:pathLst>
          </a:custGeom>
          <a:noFill xmlns:a="http://schemas.openxmlformats.org/drawingml/2006/main"/>
          <a:ln xmlns:a="http://schemas.openxmlformats.org/drawingml/2006/main" w="10478">
            <a:solidFill>
              <a:srgbClr val="B8753F"/>
            </a:solidFill>
            <a:prstDash val="solid"/>
          </a:ln>
        </p:spPr>
      </p:sp>
      <p:sp>
        <p:nvSpPr>
          <p:cNvPr id="264" name="dp45-comparison / n240 / arrow">
            <a:extLst xmlns:a="http://schemas.openxmlformats.org/drawingml/2006/main">
              <a:ext uri="{FF2B5EF4-FFF2-40B4-BE49-F238E27FC236}">
                <a16:creationId xmlns:a16="http://schemas.microsoft.com/office/drawing/2014/main" id="{83248224-6B67-4A77-9300-59A83747CA63}"/>
              </a:ext>
            </a:extLst>
          </p:cNvPr>
          <p:cNvSpPr>
            <a:spLocks xmlns:a="http://schemas.openxmlformats.org/drawingml/2006/main" noGrp="1"/>
          </p:cNvSpPr>
          <p:nvPr/>
        </p:nvSpPr>
        <p:spPr>
          <a:xfrm xmlns:a="http://schemas.openxmlformats.org/drawingml/2006/main">
            <a:off x="15220569" y="7353110"/>
            <a:ext cx="67056" cy="67056"/>
          </a:xfrm>
          <a:custGeom xmlns:a="http://schemas.openxmlformats.org/drawingml/2006/main">
            <a:pathLst>
              <a:path w="67056" h="67056">
                <a:moveTo>
                  <a:pt x="0" y="67056"/>
                </a:moveTo>
                <a:lnTo>
                  <a:pt x="67056" y="33528"/>
                </a:lnTo>
                <a:lnTo>
                  <a:pt x="0" y="0"/>
                </a:lnTo>
              </a:path>
            </a:pathLst>
          </a:custGeom>
          <a:noFill xmlns:a="http://schemas.openxmlformats.org/drawingml/2006/main"/>
          <a:ln xmlns:a="http://schemas.openxmlformats.org/drawingml/2006/main" w="13411">
            <a:solidFill>
              <a:srgbClr val="B8753F"/>
            </a:solidFill>
            <a:prstDash val="solid"/>
          </a:ln>
        </p:spPr>
      </p:sp>
      <p:sp>
        <p:nvSpPr>
          <p:cNvPr id="265" name="dp45-comparison / n157">
            <a:extLst xmlns:a="http://schemas.openxmlformats.org/drawingml/2006/main">
              <a:ext uri="{FF2B5EF4-FFF2-40B4-BE49-F238E27FC236}">
                <a16:creationId xmlns:a16="http://schemas.microsoft.com/office/drawing/2014/main" id="{6B7AA8B3-5E58-483E-B086-8966EC13CFC1}"/>
              </a:ext>
            </a:extLst>
          </p:cNvPr>
          <p:cNvSpPr>
            <a:spLocks xmlns:a="http://schemas.openxmlformats.org/drawingml/2006/main" noGrp="1"/>
          </p:cNvSpPr>
          <p:nvPr/>
        </p:nvSpPr>
        <p:spPr>
          <a:xfrm xmlns:a="http://schemas.openxmlformats.org/drawingml/2006/main">
            <a:off x="9934575" y="2771775"/>
            <a:ext cx="1980629"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6" name="dp45-comparison / n158 / text 1">
            <a:extLst xmlns:a="http://schemas.openxmlformats.org/drawingml/2006/main">
              <a:ext uri="{FF2B5EF4-FFF2-40B4-BE49-F238E27FC236}">
                <a16:creationId xmlns:a16="http://schemas.microsoft.com/office/drawing/2014/main" id="{19ED1C59-986C-449E-8163-4AA6352A9FF7}"/>
              </a:ext>
            </a:extLst>
          </p:cNvPr>
          <p:cNvSpPr>
            <a:spLocks xmlns:a="http://schemas.openxmlformats.org/drawingml/2006/main" noGrp="1"/>
          </p:cNvSpPr>
          <p:nvPr/>
        </p:nvSpPr>
        <p:spPr>
          <a:xfrm xmlns:a="http://schemas.openxmlformats.org/drawingml/2006/main">
            <a:off x="9953625" y="2781300"/>
            <a:ext cx="26670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Query1: 평가 기준과 과거 결과</a:t>
            </a:r>
          </a:p>
        </p:txBody>
      </p:sp>
      <p:sp>
        <p:nvSpPr>
          <p:cNvPr id="267" name="dp45-comparison / n159">
            <a:extLst xmlns:a="http://schemas.openxmlformats.org/drawingml/2006/main">
              <a:ext uri="{FF2B5EF4-FFF2-40B4-BE49-F238E27FC236}">
                <a16:creationId xmlns:a16="http://schemas.microsoft.com/office/drawing/2014/main" id="{33CA3BBF-708F-4783-9272-479E2239270A}"/>
              </a:ext>
            </a:extLst>
          </p:cNvPr>
          <p:cNvSpPr>
            <a:spLocks xmlns:a="http://schemas.openxmlformats.org/drawingml/2006/main" noGrp="1"/>
          </p:cNvSpPr>
          <p:nvPr/>
        </p:nvSpPr>
        <p:spPr>
          <a:xfrm xmlns:a="http://schemas.openxmlformats.org/drawingml/2006/main">
            <a:off x="12887325" y="2762250"/>
            <a:ext cx="173126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8" name="dp45-comparison / n160 / text 1">
            <a:extLst xmlns:a="http://schemas.openxmlformats.org/drawingml/2006/main">
              <a:ext uri="{FF2B5EF4-FFF2-40B4-BE49-F238E27FC236}">
                <a16:creationId xmlns:a16="http://schemas.microsoft.com/office/drawing/2014/main" id="{339E523D-E875-4BC5-AE4C-3C7E9E91436A}"/>
              </a:ext>
            </a:extLst>
          </p:cNvPr>
          <p:cNvSpPr>
            <a:spLocks xmlns:a="http://schemas.openxmlformats.org/drawingml/2006/main" noGrp="1"/>
          </p:cNvSpPr>
          <p:nvPr/>
        </p:nvSpPr>
        <p:spPr>
          <a:xfrm xmlns:a="http://schemas.openxmlformats.org/drawingml/2006/main">
            <a:off x="12906375" y="2771775"/>
            <a:ext cx="20478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설명 원문 / 실제 전달한 범위</a:t>
            </a:r>
          </a:p>
        </p:txBody>
      </p:sp>
      <p:sp>
        <p:nvSpPr>
          <p:cNvPr id="269" name="dp45-comparison / n161">
            <a:extLst xmlns:a="http://schemas.openxmlformats.org/drawingml/2006/main">
              <a:ext uri="{FF2B5EF4-FFF2-40B4-BE49-F238E27FC236}">
                <a16:creationId xmlns:a16="http://schemas.microsoft.com/office/drawing/2014/main" id="{1D05C98C-FEB5-4EA4-B1C2-0809624A6400}"/>
              </a:ext>
            </a:extLst>
          </p:cNvPr>
          <p:cNvSpPr>
            <a:spLocks xmlns:a="http://schemas.openxmlformats.org/drawingml/2006/main" noGrp="1"/>
          </p:cNvSpPr>
          <p:nvPr/>
        </p:nvSpPr>
        <p:spPr>
          <a:xfrm xmlns:a="http://schemas.openxmlformats.org/drawingml/2006/main">
            <a:off x="15411450" y="2762250"/>
            <a:ext cx="1822704"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0" name="dp45-comparison / n162 / text 1">
            <a:extLst xmlns:a="http://schemas.openxmlformats.org/drawingml/2006/main">
              <a:ext uri="{FF2B5EF4-FFF2-40B4-BE49-F238E27FC236}">
                <a16:creationId xmlns:a16="http://schemas.microsoft.com/office/drawing/2014/main" id="{2288C222-1A05-4DE0-BBE8-C44156C188BD}"/>
              </a:ext>
            </a:extLst>
          </p:cNvPr>
          <p:cNvSpPr>
            <a:spLocks xmlns:a="http://schemas.openxmlformats.org/drawingml/2006/main" noGrp="1"/>
          </p:cNvSpPr>
          <p:nvPr/>
        </p:nvSpPr>
        <p:spPr>
          <a:xfrm xmlns:a="http://schemas.openxmlformats.org/drawingml/2006/main">
            <a:off x="15430500" y="2771775"/>
            <a:ext cx="209550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Task1 제품 조사 / Task2 견적</a:t>
            </a:r>
          </a:p>
        </p:txBody>
      </p:sp>
      <p:sp>
        <p:nvSpPr>
          <p:cNvPr id="271" name="dp45-comparison / n163">
            <a:extLst xmlns:a="http://schemas.openxmlformats.org/drawingml/2006/main">
              <a:ext uri="{FF2B5EF4-FFF2-40B4-BE49-F238E27FC236}">
                <a16:creationId xmlns:a16="http://schemas.microsoft.com/office/drawing/2014/main" id="{8E098F75-43F1-4EAF-B51F-8DBC300CCD39}"/>
              </a:ext>
            </a:extLst>
          </p:cNvPr>
          <p:cNvSpPr>
            <a:spLocks xmlns:a="http://schemas.openxmlformats.org/drawingml/2006/main" noGrp="1"/>
          </p:cNvSpPr>
          <p:nvPr/>
        </p:nvSpPr>
        <p:spPr>
          <a:xfrm xmlns:a="http://schemas.openxmlformats.org/drawingml/2006/main">
            <a:off x="12887325" y="2924175"/>
            <a:ext cx="1207770"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2" name="dp45-comparison / n164 / text 1">
            <a:extLst xmlns:a="http://schemas.openxmlformats.org/drawingml/2006/main">
              <a:ext uri="{FF2B5EF4-FFF2-40B4-BE49-F238E27FC236}">
                <a16:creationId xmlns:a16="http://schemas.microsoft.com/office/drawing/2014/main" id="{F4A72F5A-9E49-44DF-8F36-0B6EE76B156E}"/>
              </a:ext>
            </a:extLst>
          </p:cNvPr>
          <p:cNvSpPr>
            <a:spLocks xmlns:a="http://schemas.openxmlformats.org/drawingml/2006/main" noGrp="1"/>
          </p:cNvSpPr>
          <p:nvPr/>
        </p:nvSpPr>
        <p:spPr>
          <a:xfrm xmlns:a="http://schemas.openxmlformats.org/drawingml/2006/main">
            <a:off x="12906375" y="2933700"/>
            <a:ext cx="2047875"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“가격이 같은 경우…”</a:t>
            </a:r>
          </a:p>
        </p:txBody>
      </p:sp>
      <p:sp>
        <p:nvSpPr>
          <p:cNvPr id="273" name="dp45-comparison / n165">
            <a:extLst xmlns:a="http://schemas.openxmlformats.org/drawingml/2006/main">
              <a:ext uri="{FF2B5EF4-FFF2-40B4-BE49-F238E27FC236}">
                <a16:creationId xmlns:a16="http://schemas.microsoft.com/office/drawing/2014/main" id="{6895F6A8-918A-4363-BAF4-B735725AE6C1}"/>
              </a:ext>
            </a:extLst>
          </p:cNvPr>
          <p:cNvSpPr>
            <a:spLocks xmlns:a="http://schemas.openxmlformats.org/drawingml/2006/main" noGrp="1"/>
          </p:cNvSpPr>
          <p:nvPr/>
        </p:nvSpPr>
        <p:spPr>
          <a:xfrm xmlns:a="http://schemas.openxmlformats.org/drawingml/2006/main">
            <a:off x="15411450" y="2924175"/>
            <a:ext cx="1731645"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4" name="dp45-comparison / n166 / text 1">
            <a:extLst xmlns:a="http://schemas.openxmlformats.org/drawingml/2006/main">
              <a:ext uri="{FF2B5EF4-FFF2-40B4-BE49-F238E27FC236}">
                <a16:creationId xmlns:a16="http://schemas.microsoft.com/office/drawing/2014/main" id="{198AE5B3-1BA7-4D38-A123-DA7232BDB172}"/>
              </a:ext>
            </a:extLst>
          </p:cNvPr>
          <p:cNvSpPr>
            <a:spLocks xmlns:a="http://schemas.openxmlformats.org/drawingml/2006/main" noGrp="1"/>
          </p:cNvSpPr>
          <p:nvPr/>
        </p:nvSpPr>
        <p:spPr>
          <a:xfrm xmlns:a="http://schemas.openxmlformats.org/drawingml/2006/main">
            <a:off x="15430500" y="2933700"/>
            <a:ext cx="209550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제품 결과 개정 2 / 견적 개정 1</a:t>
            </a:r>
          </a:p>
        </p:txBody>
      </p:sp>
      <p:sp>
        <p:nvSpPr>
          <p:cNvPr id="275" name="dp45-comparison / n183">
            <a:extLst xmlns:a="http://schemas.openxmlformats.org/drawingml/2006/main">
              <a:ext uri="{FF2B5EF4-FFF2-40B4-BE49-F238E27FC236}">
                <a16:creationId xmlns:a16="http://schemas.microsoft.com/office/drawing/2014/main" id="{76D66A59-F505-4110-B461-2DD72EAEB728}"/>
              </a:ext>
            </a:extLst>
          </p:cNvPr>
          <p:cNvSpPr>
            <a:spLocks xmlns:a="http://schemas.openxmlformats.org/drawingml/2006/main" noGrp="1"/>
          </p:cNvSpPr>
          <p:nvPr/>
        </p:nvSpPr>
        <p:spPr>
          <a:xfrm xmlns:a="http://schemas.openxmlformats.org/drawingml/2006/main">
            <a:off x="13744575" y="3362325"/>
            <a:ext cx="2815209"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76" name="dp45-comparison / n184 / text 1">
            <a:extLst xmlns:a="http://schemas.openxmlformats.org/drawingml/2006/main">
              <a:ext uri="{FF2B5EF4-FFF2-40B4-BE49-F238E27FC236}">
                <a16:creationId xmlns:a16="http://schemas.microsoft.com/office/drawing/2014/main" id="{6B68494E-A085-467C-A118-D96C04A4C45B}"/>
              </a:ext>
            </a:extLst>
          </p:cNvPr>
          <p:cNvSpPr>
            <a:spLocks xmlns:a="http://schemas.openxmlformats.org/drawingml/2006/main" noGrp="1"/>
          </p:cNvSpPr>
          <p:nvPr/>
        </p:nvSpPr>
        <p:spPr>
          <a:xfrm xmlns:a="http://schemas.openxmlformats.org/drawingml/2006/main">
            <a:off x="13763625" y="3371850"/>
            <a:ext cx="36195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① 원본 변경 / 생산 / 검증 / 같은 개정 게시</a:t>
            </a:r>
          </a:p>
        </p:txBody>
      </p:sp>
      <p:sp>
        <p:nvSpPr>
          <p:cNvPr id="277" name="dp45-comparison / n187">
            <a:extLst xmlns:a="http://schemas.openxmlformats.org/drawingml/2006/main">
              <a:ext uri="{FF2B5EF4-FFF2-40B4-BE49-F238E27FC236}">
                <a16:creationId xmlns:a16="http://schemas.microsoft.com/office/drawing/2014/main" id="{31ECDC31-53BC-4C9A-852D-1B4052F82702}"/>
              </a:ext>
            </a:extLst>
          </p:cNvPr>
          <p:cNvSpPr>
            <a:spLocks xmlns:a="http://schemas.openxmlformats.org/drawingml/2006/main" noGrp="1"/>
          </p:cNvSpPr>
          <p:nvPr/>
        </p:nvSpPr>
        <p:spPr>
          <a:xfrm xmlns:a="http://schemas.openxmlformats.org/drawingml/2006/main">
            <a:off x="14239875" y="4305300"/>
            <a:ext cx="2952750" cy="942975"/>
          </a:xfrm>
          <a:custGeom xmlns:a="http://schemas.openxmlformats.org/drawingml/2006/main">
            <a:pathLst>
              <a:path w="2952750" h="942975">
                <a:moveTo>
                  <a:pt x="0" y="0"/>
                </a:moveTo>
                <a:lnTo>
                  <a:pt x="2781300" y="0"/>
                </a:lnTo>
                <a:lnTo>
                  <a:pt x="2952750" y="171450"/>
                </a:lnTo>
                <a:lnTo>
                  <a:pt x="2952750" y="942975"/>
                </a:lnTo>
                <a:lnTo>
                  <a:pt x="0" y="942975"/>
                </a:lnTo>
                <a:close/>
              </a:path>
            </a:pathLst>
          </a:custGeom>
          <a:solidFill xmlns:a="http://schemas.openxmlformats.org/drawingml/2006/main">
            <a:srgbClr val="FFFFFF"/>
          </a:solidFill>
          <a:ln xmlns:a="http://schemas.openxmlformats.org/drawingml/2006/main" w="9525">
            <a:solidFill>
              <a:srgbClr val="000000"/>
            </a:solidFill>
            <a:prstDash val="solid"/>
          </a:ln>
        </p:spPr>
      </p:sp>
      <p:sp>
        <p:nvSpPr>
          <p:cNvPr id="278" name="dp45-comparison / n187 / fold">
            <a:extLst xmlns:a="http://schemas.openxmlformats.org/drawingml/2006/main">
              <a:ext uri="{FF2B5EF4-FFF2-40B4-BE49-F238E27FC236}">
                <a16:creationId xmlns:a16="http://schemas.microsoft.com/office/drawing/2014/main" id="{27494741-A52C-4A48-87D3-015440562D67}"/>
              </a:ext>
            </a:extLst>
          </p:cNvPr>
          <p:cNvSpPr>
            <a:spLocks xmlns:a="http://schemas.openxmlformats.org/drawingml/2006/main" noGrp="1"/>
          </p:cNvSpPr>
          <p:nvPr/>
        </p:nvSpPr>
        <p:spPr>
          <a:xfrm xmlns:a="http://schemas.openxmlformats.org/drawingml/2006/main">
            <a:off x="17021175" y="4305300"/>
            <a:ext cx="171450" cy="171450"/>
          </a:xfrm>
          <a:custGeom xmlns:a="http://schemas.openxmlformats.org/drawingml/2006/main">
            <a:pathLst>
              <a:path w="171450" h="171450">
                <a:moveTo>
                  <a:pt x="0" y="0"/>
                </a:moveTo>
                <a:lnTo>
                  <a:pt x="0" y="171450"/>
                </a:lnTo>
                <a:lnTo>
                  <a:pt x="171450" y="171450"/>
                </a:lnTo>
              </a:path>
            </a:pathLst>
          </a:custGeom>
          <a:noFill xmlns:a="http://schemas.openxmlformats.org/drawingml/2006/main"/>
          <a:ln xmlns:a="http://schemas.openxmlformats.org/drawingml/2006/main" w="9525">
            <a:solidFill>
              <a:srgbClr val="000000"/>
            </a:solidFill>
            <a:prstDash val="solid"/>
          </a:ln>
        </p:spPr>
      </p:sp>
      <p:sp>
        <p:nvSpPr>
          <p:cNvPr id="279" name="dp45-comparison / n188 / text 1">
            <a:extLst xmlns:a="http://schemas.openxmlformats.org/drawingml/2006/main">
              <a:ext uri="{FF2B5EF4-FFF2-40B4-BE49-F238E27FC236}">
                <a16:creationId xmlns:a16="http://schemas.microsoft.com/office/drawing/2014/main" id="{A6495DE3-9389-40BE-B610-9BBB6642943F}"/>
              </a:ext>
            </a:extLst>
          </p:cNvPr>
          <p:cNvSpPr>
            <a:spLocks xmlns:a="http://schemas.openxmlformats.org/drawingml/2006/main" noGrp="1"/>
          </p:cNvSpPr>
          <p:nvPr/>
        </p:nvSpPr>
        <p:spPr>
          <a:xfrm xmlns:a="http://schemas.openxmlformats.org/drawingml/2006/main">
            <a:off x="14335125" y="4362450"/>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Memory1 / relation_kind:EXPLAINS_ITEM</a:t>
            </a:r>
          </a:p>
        </p:txBody>
      </p:sp>
      <p:sp>
        <p:nvSpPr>
          <p:cNvPr id="280" name="dp45-comparison / n188 / text 2">
            <a:extLst xmlns:a="http://schemas.openxmlformats.org/drawingml/2006/main">
              <a:ext uri="{FF2B5EF4-FFF2-40B4-BE49-F238E27FC236}">
                <a16:creationId xmlns:a16="http://schemas.microsoft.com/office/drawing/2014/main" id="{8977BD77-24A0-4027-B785-77C03CC4FCF3}"/>
              </a:ext>
            </a:extLst>
          </p:cNvPr>
          <p:cNvSpPr>
            <a:spLocks xmlns:a="http://schemas.openxmlformats.org/drawingml/2006/main" noGrp="1"/>
          </p:cNvSpPr>
          <p:nvPr/>
        </p:nvSpPr>
        <p:spPr>
          <a:xfrm xmlns:a="http://schemas.openxmlformats.org/drawingml/2006/main">
            <a:off x="14335125" y="4482465"/>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from/to: 실제 전달 → 설명 원문</a:t>
            </a:r>
          </a:p>
        </p:txBody>
      </p:sp>
      <p:sp>
        <p:nvSpPr>
          <p:cNvPr id="281" name="dp45-comparison / n188 / text 3">
            <a:extLst xmlns:a="http://schemas.openxmlformats.org/drawingml/2006/main">
              <a:ext uri="{FF2B5EF4-FFF2-40B4-BE49-F238E27FC236}">
                <a16:creationId xmlns:a16="http://schemas.microsoft.com/office/drawing/2014/main" id="{656A5BC8-605D-4CC7-BE8C-771A52C01457}"/>
              </a:ext>
            </a:extLst>
          </p:cNvPr>
          <p:cNvSpPr>
            <a:spLocks xmlns:a="http://schemas.openxmlformats.org/drawingml/2006/main" noGrp="1"/>
          </p:cNvSpPr>
          <p:nvPr/>
        </p:nvSpPr>
        <p:spPr>
          <a:xfrm xmlns:a="http://schemas.openxmlformats.org/drawingml/2006/main">
            <a:off x="14335125" y="4602480"/>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value: “가격이 같은 경우 유지보수 기간을</a:t>
            </a:r>
          </a:p>
        </p:txBody>
      </p:sp>
      <p:sp>
        <p:nvSpPr>
          <p:cNvPr id="282" name="dp45-comparison / n188 / text 4">
            <a:extLst xmlns:a="http://schemas.openxmlformats.org/drawingml/2006/main">
              <a:ext uri="{FF2B5EF4-FFF2-40B4-BE49-F238E27FC236}">
                <a16:creationId xmlns:a16="http://schemas.microsoft.com/office/drawing/2014/main" id="{6C679D1D-1A92-4590-B933-9737A3FF15F0}"/>
              </a:ext>
            </a:extLst>
          </p:cNvPr>
          <p:cNvSpPr>
            <a:spLocks xmlns:a="http://schemas.openxmlformats.org/drawingml/2006/main" noGrp="1"/>
          </p:cNvSpPr>
          <p:nvPr/>
        </p:nvSpPr>
        <p:spPr>
          <a:xfrm xmlns:a="http://schemas.openxmlformats.org/drawingml/2006/main">
            <a:off x="14335125" y="4722495"/>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  우선합니다.” / MODEL_DERIVED</a:t>
            </a:r>
          </a:p>
        </p:txBody>
      </p:sp>
      <p:sp>
        <p:nvSpPr>
          <p:cNvPr id="283" name="dp45-comparison / n188 / text 5">
            <a:extLst xmlns:a="http://schemas.openxmlformats.org/drawingml/2006/main">
              <a:ext uri="{FF2B5EF4-FFF2-40B4-BE49-F238E27FC236}">
                <a16:creationId xmlns:a16="http://schemas.microsoft.com/office/drawing/2014/main" id="{A4A70E82-BD42-4615-B86F-33DC165B1585}"/>
              </a:ext>
            </a:extLst>
          </p:cNvPr>
          <p:cNvSpPr>
            <a:spLocks xmlns:a="http://schemas.openxmlformats.org/drawingml/2006/main" noGrp="1"/>
          </p:cNvSpPr>
          <p:nvPr/>
        </p:nvSpPr>
        <p:spPr>
          <a:xfrm xmlns:a="http://schemas.openxmlformats.org/drawingml/2006/main">
            <a:off x="14335125" y="4842510"/>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HAS_RESULT: 제품 Task → 제품 결과 / EXPLICIT</a:t>
            </a:r>
          </a:p>
        </p:txBody>
      </p:sp>
      <p:sp>
        <p:nvSpPr>
          <p:cNvPr id="284" name="dp45-comparison / n188 / text 6">
            <a:extLst xmlns:a="http://schemas.openxmlformats.org/drawingml/2006/main">
              <a:ext uri="{FF2B5EF4-FFF2-40B4-BE49-F238E27FC236}">
                <a16:creationId xmlns:a16="http://schemas.microsoft.com/office/drawing/2014/main" id="{5FDD3F84-5F8A-4879-8FC7-2230D489E7DE}"/>
              </a:ext>
            </a:extLst>
          </p:cNvPr>
          <p:cNvSpPr>
            <a:spLocks xmlns:a="http://schemas.openxmlformats.org/drawingml/2006/main" noGrp="1"/>
          </p:cNvSpPr>
          <p:nvPr/>
        </p:nvSpPr>
        <p:spPr>
          <a:xfrm xmlns:a="http://schemas.openxmlformats.org/drawingml/2006/main">
            <a:off x="14335125" y="4962525"/>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HAS_RESULT: 견적 Task → 견적 결과 / EXPLICIT</a:t>
            </a:r>
          </a:p>
        </p:txBody>
      </p:sp>
      <p:sp>
        <p:nvSpPr>
          <p:cNvPr id="285" name="dp45-comparison / n188 / text 7">
            <a:extLst xmlns:a="http://schemas.openxmlformats.org/drawingml/2006/main">
              <a:ext uri="{FF2B5EF4-FFF2-40B4-BE49-F238E27FC236}">
                <a16:creationId xmlns:a16="http://schemas.microsoft.com/office/drawing/2014/main" id="{175BF28E-E4E2-4506-944E-FE2D642AF1C9}"/>
              </a:ext>
            </a:extLst>
          </p:cNvPr>
          <p:cNvSpPr>
            <a:spLocks xmlns:a="http://schemas.openxmlformats.org/drawingml/2006/main" noGrp="1"/>
          </p:cNvSpPr>
          <p:nvPr/>
        </p:nvSpPr>
        <p:spPr>
          <a:xfrm xmlns:a="http://schemas.openxmlformats.org/drawingml/2006/main">
            <a:off x="14335125" y="5082540"/>
            <a:ext cx="2686050" cy="1450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788" b="0">
                <a:solidFill>
                  <a:srgbClr val="000000"/>
                </a:solidFill>
                <a:latin typeface="Apple SD Gothic Neo"/>
                <a:ea typeface="Apple SD Gothic Neo"/>
                <a:cs typeface="Apple SD Gothic Neo"/>
              </a:defRPr>
            </a:pPr>
            <a:r>
              <a:rPr sz="788" b="0">
                <a:solidFill>
                  <a:srgbClr val="000000"/>
                </a:solidFill>
                <a:latin typeface="Apple SD Gothic Neo"/>
                <a:ea typeface="Apple SD Gothic Neo"/>
                <a:cs typeface="Apple SD Gothic Neo"/>
              </a:rPr>
              <a:t>source_spans / dependency_vector / 개정</a:t>
            </a:r>
          </a:p>
        </p:txBody>
      </p:sp>
      <p:sp>
        <p:nvSpPr>
          <p:cNvPr id="286" name="dp45-comparison / n194">
            <a:extLst xmlns:a="http://schemas.openxmlformats.org/drawingml/2006/main">
              <a:ext uri="{FF2B5EF4-FFF2-40B4-BE49-F238E27FC236}">
                <a16:creationId xmlns:a16="http://schemas.microsoft.com/office/drawing/2014/main" id="{4AFE8E12-0D9F-4B45-B071-3F974DF6D24F}"/>
              </a:ext>
            </a:extLst>
          </p:cNvPr>
          <p:cNvSpPr>
            <a:spLocks xmlns:a="http://schemas.openxmlformats.org/drawingml/2006/main" noGrp="1"/>
          </p:cNvSpPr>
          <p:nvPr/>
        </p:nvSpPr>
        <p:spPr>
          <a:xfrm xmlns:a="http://schemas.openxmlformats.org/drawingml/2006/main">
            <a:off x="10220325" y="4314825"/>
            <a:ext cx="1886712"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7" name="dp45-comparison / n195 / text 1">
            <a:extLst xmlns:a="http://schemas.openxmlformats.org/drawingml/2006/main">
              <a:ext uri="{FF2B5EF4-FFF2-40B4-BE49-F238E27FC236}">
                <a16:creationId xmlns:a16="http://schemas.microsoft.com/office/drawing/2014/main" id="{0EE020F7-2209-4D3F-9FF3-ACB9B29D2CBA}"/>
              </a:ext>
            </a:extLst>
          </p:cNvPr>
          <p:cNvSpPr>
            <a:spLocks xmlns:a="http://schemas.openxmlformats.org/drawingml/2006/main" noGrp="1"/>
          </p:cNvSpPr>
          <p:nvPr/>
        </p:nvSpPr>
        <p:spPr>
          <a:xfrm xmlns:a="http://schemas.openxmlformats.org/drawingml/2006/main">
            <a:off x="10239375" y="4324350"/>
            <a:ext cx="26193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NOT_COVERED: 지원 범위 생산 요청</a:t>
            </a:r>
          </a:p>
        </p:txBody>
      </p:sp>
      <p:sp>
        <p:nvSpPr>
          <p:cNvPr id="288" name="dp45-comparison / n196">
            <a:extLst xmlns:a="http://schemas.openxmlformats.org/drawingml/2006/main">
              <a:ext uri="{FF2B5EF4-FFF2-40B4-BE49-F238E27FC236}">
                <a16:creationId xmlns:a16="http://schemas.microsoft.com/office/drawing/2014/main" id="{9C03684A-B22B-4024-86C9-C39AF1A3180B}"/>
              </a:ext>
            </a:extLst>
          </p:cNvPr>
          <p:cNvSpPr>
            <a:spLocks xmlns:a="http://schemas.openxmlformats.org/drawingml/2006/main" noGrp="1"/>
          </p:cNvSpPr>
          <p:nvPr/>
        </p:nvSpPr>
        <p:spPr>
          <a:xfrm xmlns:a="http://schemas.openxmlformats.org/drawingml/2006/main">
            <a:off x="10220325" y="4533900"/>
            <a:ext cx="2272284"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9" name="dp45-comparison / n197 / text 1">
            <a:extLst xmlns:a="http://schemas.openxmlformats.org/drawingml/2006/main">
              <a:ext uri="{FF2B5EF4-FFF2-40B4-BE49-F238E27FC236}">
                <a16:creationId xmlns:a16="http://schemas.microsoft.com/office/drawing/2014/main" id="{426CDD62-6CDA-48BC-8F57-A34A38DA8F49}"/>
              </a:ext>
            </a:extLst>
          </p:cNvPr>
          <p:cNvSpPr>
            <a:spLocks xmlns:a="http://schemas.openxmlformats.org/drawingml/2006/main" noGrp="1"/>
          </p:cNvSpPr>
          <p:nvPr/>
        </p:nvSpPr>
        <p:spPr>
          <a:xfrm xmlns:a="http://schemas.openxmlformats.org/drawingml/2006/main">
            <a:off x="10239375" y="4543425"/>
            <a:ext cx="261937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게시 개정 반환 후 Reader가 저장소 재조회</a:t>
            </a:r>
          </a:p>
        </p:txBody>
      </p:sp>
      <p:sp>
        <p:nvSpPr>
          <p:cNvPr id="290" name="dp45-comparison / n198">
            <a:extLst xmlns:a="http://schemas.openxmlformats.org/drawingml/2006/main">
              <a:ext uri="{FF2B5EF4-FFF2-40B4-BE49-F238E27FC236}">
                <a16:creationId xmlns:a16="http://schemas.microsoft.com/office/drawing/2014/main" id="{CA27AEFC-D458-49F0-A167-2DE10597F4CA}"/>
              </a:ext>
            </a:extLst>
          </p:cNvPr>
          <p:cNvSpPr>
            <a:spLocks xmlns:a="http://schemas.openxmlformats.org/drawingml/2006/main" noGrp="1"/>
          </p:cNvSpPr>
          <p:nvPr/>
        </p:nvSpPr>
        <p:spPr>
          <a:xfrm xmlns:a="http://schemas.openxmlformats.org/drawingml/2006/main">
            <a:off x="10125075" y="5686425"/>
            <a:ext cx="2991041"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1" name="dp45-comparison / n199 / text 1">
            <a:extLst xmlns:a="http://schemas.openxmlformats.org/drawingml/2006/main">
              <a:ext uri="{FF2B5EF4-FFF2-40B4-BE49-F238E27FC236}">
                <a16:creationId xmlns:a16="http://schemas.microsoft.com/office/drawing/2014/main" id="{1A891CA5-C8B1-4AFA-8D3D-EE852FAD4E25}"/>
              </a:ext>
            </a:extLst>
          </p:cNvPr>
          <p:cNvSpPr>
            <a:spLocks xmlns:a="http://schemas.openxmlformats.org/drawingml/2006/main" noGrp="1"/>
          </p:cNvSpPr>
          <p:nvPr/>
        </p:nvSpPr>
        <p:spPr>
          <a:xfrm xmlns:a="http://schemas.openxmlformats.org/drawingml/2006/main">
            <a:off x="10144125" y="5695950"/>
            <a:ext cx="3714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지원 밖 관계: UNSUPPORTED_RELATION / 반복 생산 없음</a:t>
            </a:r>
          </a:p>
        </p:txBody>
      </p:sp>
      <p:sp>
        <p:nvSpPr>
          <p:cNvPr id="292" name="dp45-comparison / n200">
            <a:extLst xmlns:a="http://schemas.openxmlformats.org/drawingml/2006/main">
              <a:ext uri="{FF2B5EF4-FFF2-40B4-BE49-F238E27FC236}">
                <a16:creationId xmlns:a16="http://schemas.microsoft.com/office/drawing/2014/main" id="{C3D32650-B77E-4EC7-8DC9-10C7C9211545}"/>
              </a:ext>
            </a:extLst>
          </p:cNvPr>
          <p:cNvSpPr>
            <a:spLocks xmlns:a="http://schemas.openxmlformats.org/drawingml/2006/main" noGrp="1"/>
          </p:cNvSpPr>
          <p:nvPr/>
        </p:nvSpPr>
        <p:spPr>
          <a:xfrm xmlns:a="http://schemas.openxmlformats.org/drawingml/2006/main">
            <a:off x="14220825" y="5800725"/>
            <a:ext cx="2177987"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3" name="dp45-comparison / n201 / text 1">
            <a:extLst xmlns:a="http://schemas.openxmlformats.org/drawingml/2006/main">
              <a:ext uri="{FF2B5EF4-FFF2-40B4-BE49-F238E27FC236}">
                <a16:creationId xmlns:a16="http://schemas.microsoft.com/office/drawing/2014/main" id="{3DF01EB6-C905-4BA7-8AF9-8E1E653C87C6}"/>
              </a:ext>
            </a:extLst>
          </p:cNvPr>
          <p:cNvSpPr>
            <a:spLocks xmlns:a="http://schemas.openxmlformats.org/drawingml/2006/main" noGrp="1"/>
          </p:cNvSpPr>
          <p:nvPr/>
        </p:nvSpPr>
        <p:spPr>
          <a:xfrm xmlns:a="http://schemas.openxmlformats.org/drawingml/2006/main">
            <a:off x="14239875" y="5810250"/>
            <a:ext cx="2952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예외 문구만 생산 / 나머지 기준은 미생산</a:t>
            </a:r>
          </a:p>
        </p:txBody>
      </p:sp>
      <p:sp>
        <p:nvSpPr>
          <p:cNvPr id="294" name="dp45-comparison / n206">
            <a:extLst xmlns:a="http://schemas.openxmlformats.org/drawingml/2006/main">
              <a:ext uri="{FF2B5EF4-FFF2-40B4-BE49-F238E27FC236}">
                <a16:creationId xmlns:a16="http://schemas.microsoft.com/office/drawing/2014/main" id="{EE3730EB-D56C-4CAC-9B80-F95E88E568CC}"/>
              </a:ext>
            </a:extLst>
          </p:cNvPr>
          <p:cNvSpPr>
            <a:spLocks xmlns:a="http://schemas.openxmlformats.org/drawingml/2006/main" noGrp="1"/>
          </p:cNvSpPr>
          <p:nvPr/>
        </p:nvSpPr>
        <p:spPr>
          <a:xfrm xmlns:a="http://schemas.openxmlformats.org/drawingml/2006/main">
            <a:off x="10125075" y="5819775"/>
            <a:ext cx="2045970"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5" name="dp45-comparison / n207 / text 1">
            <a:extLst xmlns:a="http://schemas.openxmlformats.org/drawingml/2006/main">
              <a:ext uri="{FF2B5EF4-FFF2-40B4-BE49-F238E27FC236}">
                <a16:creationId xmlns:a16="http://schemas.microsoft.com/office/drawing/2014/main" id="{789052CA-85CC-44FA-83F1-DFDD0F5EE20A}"/>
              </a:ext>
            </a:extLst>
          </p:cNvPr>
          <p:cNvSpPr>
            <a:spLocks xmlns:a="http://schemas.openxmlformats.org/drawingml/2006/main" noGrp="1"/>
          </p:cNvSpPr>
          <p:nvPr/>
        </p:nvSpPr>
        <p:spPr>
          <a:xfrm xmlns:a="http://schemas.openxmlformats.org/drawingml/2006/main">
            <a:off x="10144125" y="5829300"/>
            <a:ext cx="3333750"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현재 개정과 요청한 원문은 owner 확인</a:t>
            </a:r>
          </a:p>
        </p:txBody>
      </p:sp>
      <p:sp>
        <p:nvSpPr>
          <p:cNvPr id="296" name="dp45-comparison / n210">
            <a:extLst xmlns:a="http://schemas.openxmlformats.org/drawingml/2006/main">
              <a:ext uri="{FF2B5EF4-FFF2-40B4-BE49-F238E27FC236}">
                <a16:creationId xmlns:a16="http://schemas.microsoft.com/office/drawing/2014/main" id="{2EC72412-3915-43BF-8D5A-B41119D8C6A2}"/>
              </a:ext>
            </a:extLst>
          </p:cNvPr>
          <p:cNvSpPr>
            <a:spLocks xmlns:a="http://schemas.openxmlformats.org/drawingml/2006/main" noGrp="1"/>
          </p:cNvSpPr>
          <p:nvPr/>
        </p:nvSpPr>
        <p:spPr>
          <a:xfrm xmlns:a="http://schemas.openxmlformats.org/drawingml/2006/main">
            <a:off x="10125075" y="5029200"/>
            <a:ext cx="2379345" cy="16764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7" name="dp45-comparison / n211 / text 1">
            <a:extLst xmlns:a="http://schemas.openxmlformats.org/drawingml/2006/main">
              <a:ext uri="{FF2B5EF4-FFF2-40B4-BE49-F238E27FC236}">
                <a16:creationId xmlns:a16="http://schemas.microsoft.com/office/drawing/2014/main" id="{B42E108A-3966-4494-AB7A-B416EBE752C3}"/>
              </a:ext>
            </a:extLst>
          </p:cNvPr>
          <p:cNvSpPr>
            <a:spLocks xmlns:a="http://schemas.openxmlformats.org/drawingml/2006/main" noGrp="1"/>
          </p:cNvSpPr>
          <p:nvPr/>
        </p:nvSpPr>
        <p:spPr>
          <a:xfrm xmlns:a="http://schemas.openxmlformats.org/drawingml/2006/main">
            <a:off x="10144125" y="5038725"/>
            <a:ext cx="2857500" cy="1795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75" b="0">
                <a:solidFill>
                  <a:srgbClr val="000000"/>
                </a:solidFill>
                <a:latin typeface="Apple SD Gothic Neo"/>
                <a:ea typeface="Apple SD Gothic Neo"/>
                <a:cs typeface="Apple SD Gothic Neo"/>
              </a:defRPr>
            </a:pPr>
            <a:r>
              <a:rPr sz="975" b="0">
                <a:solidFill>
                  <a:srgbClr val="000000"/>
                </a:solidFill>
                <a:latin typeface="Apple SD Gothic Neo"/>
                <a:ea typeface="Apple SD Gothic Neo"/>
                <a:cs typeface="Apple SD Gothic Neo"/>
              </a:rPr>
              <a:t>② 현재 Query1 / Reader로 별도 시작</a:t>
            </a:r>
          </a:p>
        </p:txBody>
      </p:sp>
      <p:sp>
        <p:nvSpPr>
          <p:cNvPr id="298" name="dp45-comparison / n220">
            <a:extLst xmlns:a="http://schemas.openxmlformats.org/drawingml/2006/main">
              <a:ext uri="{FF2B5EF4-FFF2-40B4-BE49-F238E27FC236}">
                <a16:creationId xmlns:a16="http://schemas.microsoft.com/office/drawing/2014/main" id="{856D43CA-D870-4288-BED4-4F7F144F2C30}"/>
              </a:ext>
            </a:extLst>
          </p:cNvPr>
          <p:cNvSpPr>
            <a:spLocks xmlns:a="http://schemas.openxmlformats.org/drawingml/2006/main" noGrp="1"/>
          </p:cNvSpPr>
          <p:nvPr/>
        </p:nvSpPr>
        <p:spPr>
          <a:xfrm xmlns:a="http://schemas.openxmlformats.org/drawingml/2006/main">
            <a:off x="12934950" y="6057900"/>
            <a:ext cx="1306258" cy="14478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99" name="dp45-comparison / n221 / text 1">
            <a:extLst xmlns:a="http://schemas.openxmlformats.org/drawingml/2006/main">
              <a:ext uri="{FF2B5EF4-FFF2-40B4-BE49-F238E27FC236}">
                <a16:creationId xmlns:a16="http://schemas.microsoft.com/office/drawing/2014/main" id="{17E00372-F493-454F-A18B-273869D99DAE}"/>
              </a:ext>
            </a:extLst>
          </p:cNvPr>
          <p:cNvSpPr>
            <a:spLocks xmlns:a="http://schemas.openxmlformats.org/drawingml/2006/main" noGrp="1"/>
          </p:cNvSpPr>
          <p:nvPr/>
        </p:nvSpPr>
        <p:spPr>
          <a:xfrm xmlns:a="http://schemas.openxmlformats.org/drawingml/2006/main">
            <a:off x="12954000" y="6067425"/>
            <a:ext cx="1571625" cy="1519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825" b="0">
                <a:solidFill>
                  <a:srgbClr val="000000"/>
                </a:solidFill>
                <a:latin typeface="Apple SD Gothic Neo"/>
                <a:ea typeface="Apple SD Gothic Neo"/>
                <a:cs typeface="Apple SD Gothic Neo"/>
              </a:defRPr>
            </a:pPr>
            <a:r>
              <a:rPr sz="825" b="0">
                <a:solidFill>
                  <a:srgbClr val="000000"/>
                </a:solidFill>
                <a:latin typeface="Apple SD Gothic Neo"/>
                <a:ea typeface="Apple SD Gothic Neo"/>
                <a:cs typeface="Apple SD Gothic Neo"/>
              </a:rPr>
              <a:t>필요한 과거 의미만 가공</a:t>
            </a:r>
          </a:p>
        </p:txBody>
      </p:sp>
      <p:sp>
        <p:nvSpPr>
          <p:cNvPr id="300" name="dp45-comparison / n223">
            <a:extLst xmlns:a="http://schemas.openxmlformats.org/drawingml/2006/main">
              <a:ext uri="{FF2B5EF4-FFF2-40B4-BE49-F238E27FC236}">
                <a16:creationId xmlns:a16="http://schemas.microsoft.com/office/drawing/2014/main" id="{6F520FE8-BF3D-428C-8928-5CE1EE1D7DF5}"/>
              </a:ext>
            </a:extLst>
          </p:cNvPr>
          <p:cNvSpPr>
            <a:spLocks xmlns:a="http://schemas.openxmlformats.org/drawingml/2006/main" noGrp="1"/>
          </p:cNvSpPr>
          <p:nvPr/>
        </p:nvSpPr>
        <p:spPr>
          <a:xfrm xmlns:a="http://schemas.openxmlformats.org/drawingml/2006/main">
            <a:off x="9934575" y="6477000"/>
            <a:ext cx="2484501" cy="17907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01" name="dp45-comparison / n224 / text 1">
            <a:extLst xmlns:a="http://schemas.openxmlformats.org/drawingml/2006/main">
              <a:ext uri="{FF2B5EF4-FFF2-40B4-BE49-F238E27FC236}">
                <a16:creationId xmlns:a16="http://schemas.microsoft.com/office/drawing/2014/main" id="{319C599B-C959-4B81-870B-DB95C2429F8A}"/>
              </a:ext>
            </a:extLst>
          </p:cNvPr>
          <p:cNvSpPr>
            <a:spLocks xmlns:a="http://schemas.openxmlformats.org/drawingml/2006/main" noGrp="1"/>
          </p:cNvSpPr>
          <p:nvPr/>
        </p:nvSpPr>
        <p:spPr>
          <a:xfrm xmlns:a="http://schemas.openxmlformats.org/drawingml/2006/main">
            <a:off x="9953625" y="6486525"/>
            <a:ext cx="7524750" cy="193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000000"/>
                </a:solidFill>
                <a:latin typeface="Apple SD Gothic Neo"/>
                <a:ea typeface="Apple SD Gothic Neo"/>
                <a:cs typeface="Apple SD Gothic Neo"/>
              </a:defRPr>
            </a:pPr>
            <a:r>
              <a:rPr sz="1050" b="0">
                <a:solidFill>
                  <a:srgbClr val="000000"/>
                </a:solidFill>
                <a:latin typeface="Apple SD Gothic Neo"/>
                <a:ea typeface="Apple SD Gothic Neo"/>
                <a:cs typeface="Apple SD Gothic Neo"/>
              </a:rPr>
              <a:t>실행 순서도 / 생산 시점과 조회 경로</a:t>
            </a:r>
          </a:p>
        </p:txBody>
      </p:sp>
      <p:sp>
        <p:nvSpPr>
          <p:cNvPr id="302" name="dp45-comparison / n241">
            <a:extLst xmlns:a="http://schemas.openxmlformats.org/drawingml/2006/main">
              <a:ext uri="{FF2B5EF4-FFF2-40B4-BE49-F238E27FC236}">
                <a16:creationId xmlns:a16="http://schemas.microsoft.com/office/drawing/2014/main" id="{B39BE0BE-1814-470D-9520-A6604DAFD30E}"/>
              </a:ext>
            </a:extLst>
          </p:cNvPr>
          <p:cNvSpPr>
            <a:spLocks xmlns:a="http://schemas.openxmlformats.org/drawingml/2006/main" noGrp="1"/>
          </p:cNvSpPr>
          <p:nvPr/>
        </p:nvSpPr>
        <p:spPr>
          <a:xfrm xmlns:a="http://schemas.openxmlformats.org/drawingml/2006/main">
            <a:off x="9934575" y="7058025"/>
            <a:ext cx="5272278" cy="15621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03" name="dp45-comparison / n242 / text 1">
            <a:extLst xmlns:a="http://schemas.openxmlformats.org/drawingml/2006/main">
              <a:ext uri="{FF2B5EF4-FFF2-40B4-BE49-F238E27FC236}">
                <a16:creationId xmlns:a16="http://schemas.microsoft.com/office/drawing/2014/main" id="{2D94C4D2-E5E6-49B0-ADC4-E9E181D02AC2}"/>
              </a:ext>
            </a:extLst>
          </p:cNvPr>
          <p:cNvSpPr>
            <a:spLocks xmlns:a="http://schemas.openxmlformats.org/drawingml/2006/main" noGrp="1"/>
          </p:cNvSpPr>
          <p:nvPr/>
        </p:nvSpPr>
        <p:spPr>
          <a:xfrm xmlns:a="http://schemas.openxmlformats.org/drawingml/2006/main">
            <a:off x="9953625" y="7067550"/>
            <a:ext cx="7524750" cy="16573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0">
                <a:solidFill>
                  <a:srgbClr val="000000"/>
                </a:solidFill>
                <a:latin typeface="Apple SD Gothic Neo"/>
                <a:ea typeface="Apple SD Gothic Neo"/>
                <a:cs typeface="Apple SD Gothic Neo"/>
              </a:defRPr>
            </a:pPr>
            <a:r>
              <a:rPr sz="900" b="0">
                <a:solidFill>
                  <a:srgbClr val="000000"/>
                </a:solidFill>
                <a:latin typeface="Apple SD Gothic Neo"/>
                <a:ea typeface="Apple SD Gothic Neo"/>
                <a:cs typeface="Apple SD Gothic Neo"/>
              </a:rPr>
              <a:t>미생산 지원 범위: Publisher 게시 뒤 Reader 재조회 / 현재 Request 정답은 저장하지 않음</a:t>
            </a:r>
          </a:p>
        </p:txBody>
      </p:sp>
    </p:spTree>
    <p:extLst>
      <p:ext uri="{BB962C8B-B14F-4D97-AF65-F5344CB8AC3E}">
        <p14:creationId xmlns:p14="http://schemas.microsoft.com/office/powerpoint/2010/main" val="582865921"/>
      </p:ext>
    </p:extLst>
  </p:cSld>
</p:sld>
</file>

<file path=ppt/slides/slide11.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p:grpSpPr>
      <p:sp>
        <p:nvSpPr>
          <p:cNvPr id="39" name="via-v2-responsibilities / title / 1">
            <a:extLst>
              <a:ext uri="{FF2B5EF4-FFF2-40B4-BE49-F238E27FC236}">
                <ns2:creationId id="{124AFF3E-1658-4E04-8AFD-0F4B9BB8BC30}"/>
              </a:ext>
            </a:extLst>
          </p:cNvPr>
          <p:cNvSpPr>
            <a:spLocks noGrp="1"/>
          </p:cNvSpPr>
          <p:nvPr/>
        </p:nvSpPr>
        <p:spPr>
          <a:xfrm>
            <a:off x="666750" y="495300"/>
            <a:ext cx="17049750" cy="630079"/>
          </a:xfrm>
          <a:prstGeom prst="rect">
            <a:avLst/>
          </a:prstGeom>
          <a:noFill/>
          <a:ln w="0">
            <a:noFill/>
          </a:ln>
        </p:spPr>
        <p:txBody>
          <a:bodyPr wrap="none" lIns="0" tIns="0" rIns="0" bIns="0" anchor="t">
            <a:noAutofit/>
          </a:bodyPr>
          <a:lstStyle/>
          <a:p>
            <a:pPr algn="l">
              <a:defRPr sz="3675" b="1">
                <a:solidFill>
                  <a:srgbClr val="202B30"/>
                </a:solidFill>
                <a:latin typeface="Apple SD Gothic Neo"/>
                <a:ea typeface="Apple SD Gothic Neo"/>
                <a:cs typeface="Apple SD Gothic Neo"/>
              </a:defRPr>
            </a:pPr>
            <a:r>
              <a:rPr sz="3675" b="1">
                <a:solidFill>
                  <a:srgbClr val="202B30"/>
                </a:solidFill>
                <a:latin typeface="Apple SD Gothic Neo"/>
                <a:ea typeface="Apple SD Gothic Neo"/>
                <a:cs typeface="Apple SD Gothic Neo"/>
              </a:rPr>
              <a:t>사용자의 요청을 이해해 업무를 위임하고,</a:t>
            </a:r>
          </a:p>
        </p:txBody>
      </p:sp>
      <p:sp>
        <p:nvSpPr>
          <p:cNvPr id="2" name="via-v2-responsibilities / title / 2">
            <a:extLst>
              <a:ext uri="{FF2B5EF4-FFF2-40B4-BE49-F238E27FC236}">
                <ns2:creationId id="{F8DA2694-522B-4449-9D12-FD105AF07FF5}"/>
              </a:ext>
            </a:extLst>
          </p:cNvPr>
          <p:cNvSpPr>
            <a:spLocks noGrp="1"/>
          </p:cNvSpPr>
          <p:nvPr/>
        </p:nvSpPr>
        <p:spPr>
          <a:xfrm>
            <a:off x="666750" y="1078706"/>
            <a:ext cx="17049750" cy="630079"/>
          </a:xfrm>
          <a:prstGeom prst="rect">
            <a:avLst/>
          </a:prstGeom>
          <a:noFill/>
          <a:ln w="0">
            <a:noFill/>
          </a:ln>
        </p:spPr>
        <p:txBody>
          <a:bodyPr wrap="none" lIns="0" tIns="0" rIns="0" bIns="0" anchor="t">
            <a:noAutofit/>
          </a:bodyPr>
          <a:lstStyle/>
          <a:p>
            <a:pPr algn="l">
              <a:defRPr sz="3675" b="1">
                <a:solidFill>
                  <a:srgbClr val="202B30"/>
                </a:solidFill>
                <a:latin typeface="Apple SD Gothic Neo"/>
                <a:ea typeface="Apple SD Gothic Neo"/>
                <a:cs typeface="Apple SD Gothic Neo"/>
              </a:defRPr>
            </a:pPr>
            <a:r>
              <a:rPr sz="3675" b="1">
                <a:solidFill>
                  <a:srgbClr val="202B30"/>
                </a:solidFill>
                <a:latin typeface="Apple SD Gothic Neo"/>
                <a:ea typeface="Apple SD Gothic Neo"/>
                <a:cs typeface="Apple SD Gothic Neo"/>
              </a:rPr>
              <a:t>입력부터 응답까지 사용자와의 대화를 관리하는 VIA</a:t>
            </a:r>
          </a:p>
        </p:txBody>
      </p:sp>
      <p:sp>
        <p:nvSpPr>
          <p:cNvPr id="3" name="via-v2-responsibilities / request / 1">
            <a:extLst>
              <a:ext uri="{FF2B5EF4-FFF2-40B4-BE49-F238E27FC236}">
                <ns2:creationId id="{85FB4578-D750-4F8D-BA00-641A7CA68189}"/>
              </a:ext>
            </a:extLst>
          </p:cNvPr>
          <p:cNvSpPr>
            <a:spLocks noGrp="1"/>
          </p:cNvSpPr>
          <p:nvPr/>
        </p:nvSpPr>
        <p:spPr>
          <a:xfrm>
            <a:off x="904875" y="1962150"/>
            <a:ext cx="16573500" cy="475774"/>
          </a:xfrm>
          <a:prstGeom prst="rect">
            <a:avLst/>
          </a:prstGeom>
          <a:noFill/>
          <a:ln w="0">
            <a:noFill/>
          </a:ln>
        </p:spPr>
        <p:txBody>
          <a:bodyPr wrap="none" lIns="0" tIns="0" rIns="0" bIns="0" anchor="t">
            <a:noAutofit/>
          </a:bodyPr>
          <a:lstStyle/>
          <a:p>
            <a:pPr algn="l">
              <a:defRPr sz="2775" b="1">
                <a:solidFill>
                  <a:srgbClr val="397C80"/>
                </a:solidFill>
                <a:latin typeface="Apple SD Gothic Neo"/>
                <a:ea typeface="Apple SD Gothic Neo"/>
                <a:cs typeface="Apple SD Gothic Neo"/>
              </a:defRPr>
            </a:pPr>
            <a:r>
              <a:rPr sz="2775" b="1">
                <a:solidFill>
                  <a:srgbClr val="397C80"/>
                </a:solidFill>
                <a:latin typeface="Apple SD Gothic Neo"/>
                <a:ea typeface="Apple SD Gothic Neo"/>
                <a:cs typeface="Apple SD Gothic Neo"/>
              </a:rPr>
              <a:t>“이 표와 지난달 매출보고서를 바탕으로</a:t>
            </a:r>
          </a:p>
        </p:txBody>
      </p:sp>
      <p:sp>
        <p:nvSpPr>
          <p:cNvPr id="4" name="via-v2-responsibilities / request / 2">
            <a:extLst>
              <a:ext uri="{FF2B5EF4-FFF2-40B4-BE49-F238E27FC236}">
                <ns2:creationId id="{5597778F-3398-413D-8753-4AFB0EC52922}"/>
              </a:ext>
            </a:extLst>
          </p:cNvPr>
          <p:cNvSpPr>
            <a:spLocks noGrp="1"/>
          </p:cNvSpPr>
          <p:nvPr/>
        </p:nvSpPr>
        <p:spPr>
          <a:xfrm>
            <a:off x="904875" y="2402681"/>
            <a:ext cx="16573500" cy="475774"/>
          </a:xfrm>
          <a:prstGeom prst="rect">
            <a:avLst/>
          </a:prstGeom>
          <a:noFill/>
          <a:ln w="0">
            <a:noFill/>
          </a:ln>
        </p:spPr>
        <p:txBody>
          <a:bodyPr wrap="none" lIns="0" tIns="0" rIns="0" bIns="0" anchor="t">
            <a:noAutofit/>
          </a:bodyPr>
          <a:lstStyle/>
          <a:p>
            <a:pPr algn="l">
              <a:defRPr sz="2775" b="1">
                <a:solidFill>
                  <a:srgbClr val="397C80"/>
                </a:solidFill>
                <a:latin typeface="Apple SD Gothic Neo"/>
                <a:ea typeface="Apple SD Gothic Neo"/>
                <a:cs typeface="Apple SD Gothic Neo"/>
              </a:defRPr>
            </a:pPr>
            <a:r>
              <a:rPr sz="2775" b="1">
                <a:solidFill>
                  <a:srgbClr val="397C80"/>
                </a:solidFill>
                <a:latin typeface="Apple SD Gothic Neo"/>
                <a:ea typeface="Apple SD Gothic Neo"/>
                <a:cs typeface="Apple SD Gothic Neo"/>
              </a:rPr>
              <a:t>이번 달 매출보고서를 만들어줘.”</a:t>
            </a:r>
          </a:p>
        </p:txBody>
      </p:sp>
      <p:pic>
        <p:nvPicPr>
          <p:cNvPr id="43" name=""/>
          <p:cNvPicPr>
            <a:picLocks noChangeAspect="1"/>
          </p:cNvPicPr>
          <p:nvPr/>
        </p:nvPicPr>
        <p:blipFill>
          <a:blip r:embed="RviaIntroImage1"/>
          <a:srcRect l="0" t="15000" r="70000" b="19000"/>
          <a:stretch>
            <a:fillRect l="0" t="0" r="0" b="0"/>
          </a:stretch>
        </p:blipFill>
        <p:spPr>
          <a:xfrm>
            <a:off x="1119188" y="2933700"/>
            <a:ext cx="4048125" cy="2952750"/>
          </a:xfrm>
          <a:prstGeom prst="rect">
            <a:avLst/>
          </a:prstGeom>
        </p:spPr>
      </p:pic>
      <p:pic>
        <p:nvPicPr>
          <p:cNvPr id="44" name=""/>
          <p:cNvPicPr>
            <a:picLocks noChangeAspect="1"/>
          </p:cNvPicPr>
          <p:nvPr/>
        </p:nvPicPr>
        <p:blipFill>
          <a:blip r:embed="RviaIntroImage2"/>
          <a:srcRect l="35000" t="25000" r="34000" b="17000"/>
          <a:stretch>
            <a:fillRect l="0" t="0" r="0" b="0"/>
          </a:stretch>
        </p:blipFill>
        <p:spPr>
          <a:xfrm>
            <a:off x="6810375" y="2933700"/>
            <a:ext cx="4762500" cy="2952750"/>
          </a:xfrm>
          <a:prstGeom prst="rect">
            <a:avLst/>
          </a:prstGeom>
        </p:spPr>
      </p:pic>
      <p:pic>
        <p:nvPicPr>
          <p:cNvPr id="45" name=""/>
          <p:cNvPicPr>
            <a:picLocks noChangeAspect="1"/>
          </p:cNvPicPr>
          <p:nvPr/>
        </p:nvPicPr>
        <p:blipFill>
          <a:blip r:embed="RviaIntroImage3"/>
          <a:srcRect l="73500" t="15000" r="500" b="17000"/>
          <a:stretch>
            <a:fillRect l="0" t="0" r="0" b="0"/>
          </a:stretch>
        </p:blipFill>
        <p:spPr>
          <a:xfrm>
            <a:off x="13454063" y="2933700"/>
            <a:ext cx="3381375" cy="2952750"/>
          </a:xfrm>
          <a:prstGeom prst="rect">
            <a:avLst/>
          </a:prstGeom>
        </p:spPr>
      </p:pic>
      <p:sp>
        <p:nvSpPr>
          <p:cNvPr id="8" name="via-v2-responsibilities / user / 1">
            <a:extLst>
              <a:ext uri="{FF2B5EF4-FFF2-40B4-BE49-F238E27FC236}">
                <ns2:creationId id="{23D95B26-BFA9-450B-BA41-0DDD36AE7AB3}"/>
              </a:ext>
            </a:extLst>
          </p:cNvPr>
          <p:cNvSpPr>
            <a:spLocks noGrp="1"/>
          </p:cNvSpPr>
          <p:nvPr/>
        </p:nvSpPr>
        <p:spPr>
          <a:xfrm>
            <a:off x="809625" y="5981700"/>
            <a:ext cx="4667250" cy="450056"/>
          </a:xfrm>
          <a:prstGeom prst="rect">
            <a:avLst/>
          </a:prstGeom>
          <a:noFill/>
          <a:ln w="0">
            <a:noFill/>
          </a:ln>
        </p:spPr>
        <p:txBody>
          <a:bodyPr wrap="none" lIns="0" tIns="0" rIns="0" bIns="0" anchor="t">
            <a:noAutofit/>
          </a:bodyPr>
          <a:lstStyle/>
          <a:p>
            <a:pPr algn="ctr">
              <a:defRPr sz="2625" b="1">
                <a:solidFill>
                  <a:srgbClr val="202B30"/>
                </a:solidFill>
                <a:latin typeface="Apple SD Gothic Neo"/>
                <a:ea typeface="Apple SD Gothic Neo"/>
                <a:cs typeface="Apple SD Gothic Neo"/>
              </a:defRPr>
            </a:pPr>
            <a:r>
              <a:rPr sz="2625" b="1">
                <a:solidFill>
                  <a:srgbClr val="202B30"/>
                </a:solidFill>
                <a:latin typeface="Apple SD Gothic Neo"/>
                <a:ea typeface="Apple SD Gothic Neo"/>
                <a:cs typeface="Apple SD Gothic Neo"/>
              </a:rPr>
              <a:t>사용자</a:t>
            </a:r>
          </a:p>
        </p:txBody>
      </p:sp>
      <p:sp>
        <p:nvSpPr>
          <p:cNvPr id="9" name="via-v2-responsibilities / via / 1">
            <a:extLst>
              <a:ext uri="{FF2B5EF4-FFF2-40B4-BE49-F238E27FC236}">
                <ns2:creationId id="{4946E43C-CD15-47E4-885E-05A2A9FE72B5}"/>
              </a:ext>
            </a:extLst>
          </p:cNvPr>
          <p:cNvSpPr>
            <a:spLocks noGrp="1"/>
          </p:cNvSpPr>
          <p:nvPr/>
        </p:nvSpPr>
        <p:spPr>
          <a:xfrm>
            <a:off x="6858000" y="5981700"/>
            <a:ext cx="4667250" cy="450056"/>
          </a:xfrm>
          <a:prstGeom prst="rect">
            <a:avLst/>
          </a:prstGeom>
          <a:noFill/>
          <a:ln w="0">
            <a:noFill/>
          </a:ln>
        </p:spPr>
        <p:txBody>
          <a:bodyPr wrap="none" lIns="0" tIns="0" rIns="0" bIns="0" anchor="t">
            <a:noAutofit/>
          </a:bodyPr>
          <a:lstStyle/>
          <a:p>
            <a:pPr algn="ctr">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VIA</a:t>
            </a:r>
          </a:p>
        </p:txBody>
      </p:sp>
      <p:sp>
        <p:nvSpPr>
          <p:cNvPr id="10" name="via-v2-responsibilities / agent / 1">
            <a:extLst>
              <a:ext uri="{FF2B5EF4-FFF2-40B4-BE49-F238E27FC236}">
                <ns2:creationId id="{7F97669D-DD59-4385-AFB8-D0779B541C34}"/>
              </a:ext>
            </a:extLst>
          </p:cNvPr>
          <p:cNvSpPr>
            <a:spLocks noGrp="1"/>
          </p:cNvSpPr>
          <p:nvPr/>
        </p:nvSpPr>
        <p:spPr>
          <a:xfrm>
            <a:off x="12811125" y="5981700"/>
            <a:ext cx="4667250" cy="450056"/>
          </a:xfrm>
          <a:prstGeom prst="rect">
            <a:avLst/>
          </a:prstGeom>
          <a:noFill/>
          <a:ln w="0">
            <a:noFill/>
          </a:ln>
        </p:spPr>
        <p:txBody>
          <a:bodyPr wrap="none" lIns="0" tIns="0" rIns="0" bIns="0" anchor="t">
            <a:noAutofit/>
          </a:bodyPr>
          <a:lstStyle/>
          <a:p>
            <a:pPr algn="ctr">
              <a:defRPr sz="2625" b="1">
                <a:solidFill>
                  <a:srgbClr val="202B30"/>
                </a:solidFill>
                <a:latin typeface="Apple SD Gothic Neo"/>
                <a:ea typeface="Apple SD Gothic Neo"/>
                <a:cs typeface="Apple SD Gothic Neo"/>
              </a:defRPr>
            </a:pPr>
            <a:r>
              <a:rPr sz="2625" b="1">
                <a:solidFill>
                  <a:srgbClr val="202B30"/>
                </a:solidFill>
                <a:latin typeface="Apple SD Gothic Neo"/>
                <a:ea typeface="Apple SD Gothic Neo"/>
                <a:cs typeface="Apple SD Gothic Neo"/>
              </a:rPr>
              <a:t>업무 수행 Agent</a:t>
            </a:r>
          </a:p>
        </p:txBody>
      </p:sp>
      <p:sp>
        <p:nvSpPr>
          <p:cNvPr id="11" name="via-v2-responsibilities / participant 330">
            <a:extLst>
              <a:ext uri="{FF2B5EF4-FFF2-40B4-BE49-F238E27FC236}">
                <ns2:creationId id="{E4348228-A04A-4BD1-AE02-EC1B50B53782}"/>
              </a:ext>
            </a:extLst>
          </p:cNvPr>
          <p:cNvSpPr>
            <a:spLocks noGrp="1"/>
          </p:cNvSpPr>
          <p:nvPr/>
        </p:nvSpPr>
        <p:spPr>
          <a:xfrm>
            <a:off x="3143250" y="6477000"/>
            <a:ext cx="953" cy="2857500"/>
          </a:xfrm>
          <a:custGeom>
            <a:pathLst>
              <a:path w="953" h="2857500">
                <a:moveTo>
                  <a:pt x="0" y="0"/>
                </a:moveTo>
                <a:lnTo>
                  <a:pt x="0" y="2857500"/>
                </a:lnTo>
              </a:path>
            </a:pathLst>
          </a:custGeom>
          <a:noFill/>
          <a:ln w="13335">
            <a:solidFill>
              <a:srgbClr val="CDD7DA"/>
            </a:solidFill>
            <a:prstDash val="dash"/>
          </a:ln>
        </p:spPr>
      </p:sp>
      <p:sp>
        <p:nvSpPr>
          <p:cNvPr id="12" name="via-v2-responsibilities / participant 965">
            <a:extLst>
              <a:ext uri="{FF2B5EF4-FFF2-40B4-BE49-F238E27FC236}">
                <ns2:creationId id="{7268593E-9B5B-4EAB-BAD8-6E3CE025C28F}"/>
              </a:ext>
            </a:extLst>
          </p:cNvPr>
          <p:cNvSpPr>
            <a:spLocks noGrp="1"/>
          </p:cNvSpPr>
          <p:nvPr/>
        </p:nvSpPr>
        <p:spPr>
          <a:xfrm>
            <a:off x="9191625" y="6477000"/>
            <a:ext cx="953" cy="2857500"/>
          </a:xfrm>
          <a:custGeom>
            <a:pathLst>
              <a:path w="953" h="2857500">
                <a:moveTo>
                  <a:pt x="0" y="0"/>
                </a:moveTo>
                <a:lnTo>
                  <a:pt x="0" y="2857500"/>
                </a:lnTo>
              </a:path>
            </a:pathLst>
          </a:custGeom>
          <a:noFill/>
          <a:ln w="13335">
            <a:solidFill>
              <a:srgbClr val="CDD7DA"/>
            </a:solidFill>
            <a:prstDash val="dash"/>
          </a:ln>
        </p:spPr>
      </p:sp>
      <p:sp>
        <p:nvSpPr>
          <p:cNvPr id="13" name="via-v2-responsibilities / participant 1590">
            <a:extLst>
              <a:ext uri="{FF2B5EF4-FFF2-40B4-BE49-F238E27FC236}">
                <ns2:creationId id="{B01BBB9E-7FCF-41D7-B9F7-CB182EC81B14}"/>
              </a:ext>
            </a:extLst>
          </p:cNvPr>
          <p:cNvSpPr>
            <a:spLocks noGrp="1"/>
          </p:cNvSpPr>
          <p:nvPr/>
        </p:nvSpPr>
        <p:spPr>
          <a:xfrm>
            <a:off x="15144750" y="6477000"/>
            <a:ext cx="953" cy="2857500"/>
          </a:xfrm>
          <a:custGeom>
            <a:pathLst>
              <a:path w="953" h="2857500">
                <a:moveTo>
                  <a:pt x="0" y="0"/>
                </a:moveTo>
                <a:lnTo>
                  <a:pt x="0" y="2857500"/>
                </a:lnTo>
              </a:path>
            </a:pathLst>
          </a:custGeom>
          <a:noFill/>
          <a:ln w="13335">
            <a:solidFill>
              <a:srgbClr val="CDD7DA"/>
            </a:solidFill>
            <a:prstDash val="dash"/>
          </a:ln>
        </p:spPr>
      </p:sp>
      <p:sp>
        <p:nvSpPr>
          <p:cNvPr id="14" name="via-v2-responsibilities / initial-input">
            <a:extLst>
              <a:ext uri="{FF2B5EF4-FFF2-40B4-BE49-F238E27FC236}">
                <ns2:creationId id="{384E52ED-2D0E-48F3-9358-9CF6E0C9D231}"/>
              </a:ext>
            </a:extLst>
          </p:cNvPr>
          <p:cNvSpPr>
            <a:spLocks noGrp="1"/>
          </p:cNvSpPr>
          <p:nvPr/>
        </p:nvSpPr>
        <p:spPr>
          <a:xfrm>
            <a:off x="3143250" y="6905625"/>
            <a:ext cx="6048375" cy="953"/>
          </a:xfrm>
          <a:custGeom>
            <a:pathLst>
              <a:path w="6048375" h="953">
                <a:moveTo>
                  <a:pt x="0" y="0"/>
                </a:moveTo>
                <a:lnTo>
                  <a:pt x="6048375" y="0"/>
                </a:lnTo>
              </a:path>
            </a:pathLst>
          </a:custGeom>
          <a:noFill/>
          <a:ln w="20003">
            <a:solidFill>
              <a:srgbClr val="397C80"/>
            </a:solidFill>
            <a:prstDash val="solid"/>
          </a:ln>
        </p:spPr>
      </p:sp>
      <p:sp>
        <p:nvSpPr>
          <p:cNvPr id="15" name="via-v2-responsibilities / initial-input / arrow">
            <a:extLst>
              <a:ext uri="{FF2B5EF4-FFF2-40B4-BE49-F238E27FC236}">
                <ns2:creationId id="{28E2C2C6-A539-4817-88BD-55978F443EFE}"/>
              </a:ext>
            </a:extLst>
          </p:cNvPr>
          <p:cNvSpPr>
            <a:spLocks noGrp="1"/>
          </p:cNvSpPr>
          <p:nvPr/>
        </p:nvSpPr>
        <p:spPr>
          <a:xfrm>
            <a:off x="9058275"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6" name="via-v2-responsibilities / initial-input label / 1">
            <a:extLst>
              <a:ext uri="{FF2B5EF4-FFF2-40B4-BE49-F238E27FC236}">
                <ns2:creationId id="{76578A66-B40F-49DB-83C3-3453E02B121D}"/>
              </a:ext>
            </a:extLst>
          </p:cNvPr>
          <p:cNvSpPr>
            <a:spLocks noGrp="1"/>
          </p:cNvSpPr>
          <p:nvPr/>
        </p:nvSpPr>
        <p:spPr>
          <a:xfrm>
            <a:off x="3381375" y="6457950"/>
            <a:ext cx="5572125" cy="372904"/>
          </a:xfrm>
          <a:prstGeom prst="rect">
            <a:avLst/>
          </a:prstGeom>
          <a:noFill/>
          <a:ln w="0">
            <a:noFill/>
          </a:ln>
        </p:spPr>
        <p:txBody>
          <a:bodyPr wrap="none" lIns="0" tIns="0" rIns="0" bIns="0" anchor="t">
            <a:noAutofit/>
          </a:bodyPr>
          <a:lstStyle/>
          <a:p>
            <a:pPr algn="ctr">
              <a:defRPr sz="2175" b="0">
                <a:solidFill>
                  <a:srgbClr val="397C80"/>
                </a:solidFill>
                <a:latin typeface="Apple SD Gothic Neo"/>
                <a:ea typeface="Apple SD Gothic Neo"/>
                <a:cs typeface="Apple SD Gothic Neo"/>
              </a:defRPr>
            </a:pPr>
            <a:r>
              <a:rPr sz="2175" b="0">
                <a:solidFill>
                  <a:srgbClr val="397C80"/>
                </a:solidFill>
                <a:latin typeface="Apple SD Gothic Neo"/>
                <a:ea typeface="Apple SD Gothic Neo"/>
                <a:cs typeface="Apple SD Gothic Neo"/>
              </a:rPr>
              <a:t>음성 요청 + 선택한 표</a:t>
            </a:r>
          </a:p>
        </p:txBody>
      </p:sp>
      <p:sp>
        <p:nvSpPr>
          <p:cNvPr id="17" name="via-v2-responsibilities / delegate">
            <a:extLst>
              <a:ext uri="{FF2B5EF4-FFF2-40B4-BE49-F238E27FC236}">
                <ns2:creationId id="{915B6279-EA1D-4545-A1A7-EA965DED3CF1}"/>
              </a:ext>
            </a:extLst>
          </p:cNvPr>
          <p:cNvSpPr>
            <a:spLocks noGrp="1"/>
          </p:cNvSpPr>
          <p:nvPr/>
        </p:nvSpPr>
        <p:spPr>
          <a:xfrm>
            <a:off x="9191625" y="6905625"/>
            <a:ext cx="5953125" cy="953"/>
          </a:xfrm>
          <a:custGeom>
            <a:pathLst>
              <a:path w="5953125" h="953">
                <a:moveTo>
                  <a:pt x="0" y="0"/>
                </a:moveTo>
                <a:lnTo>
                  <a:pt x="5953125" y="0"/>
                </a:lnTo>
              </a:path>
            </a:pathLst>
          </a:custGeom>
          <a:noFill/>
          <a:ln w="20003">
            <a:solidFill>
              <a:srgbClr val="397C80"/>
            </a:solidFill>
            <a:prstDash val="solid"/>
          </a:ln>
        </p:spPr>
      </p:sp>
      <p:sp>
        <p:nvSpPr>
          <p:cNvPr id="18" name="via-v2-responsibilities / delegate / arrow">
            <a:extLst>
              <a:ext uri="{FF2B5EF4-FFF2-40B4-BE49-F238E27FC236}">
                <ns2:creationId id="{045834FF-F60D-433D-9625-3EF6AFCAFD50}"/>
              </a:ext>
            </a:extLst>
          </p:cNvPr>
          <p:cNvSpPr>
            <a:spLocks noGrp="1"/>
          </p:cNvSpPr>
          <p:nvPr/>
        </p:nvSpPr>
        <p:spPr>
          <a:xfrm>
            <a:off x="15011400"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9" name="via-v2-responsibilities / delegate label / 1">
            <a:extLst>
              <a:ext uri="{FF2B5EF4-FFF2-40B4-BE49-F238E27FC236}">
                <ns2:creationId id="{588991A2-54F7-4B35-A0C3-877C2D284FBE}"/>
              </a:ext>
            </a:extLst>
          </p:cNvPr>
          <p:cNvSpPr>
            <a:spLocks noGrp="1"/>
          </p:cNvSpPr>
          <p:nvPr/>
        </p:nvSpPr>
        <p:spPr>
          <a:xfrm>
            <a:off x="9429750" y="6457950"/>
            <a:ext cx="5476875" cy="347186"/>
          </a:xfrm>
          <a:prstGeom prst="rect">
            <a:avLst/>
          </a:prstGeom>
          <a:noFill/>
          <a:ln w="0">
            <a:noFill/>
          </a:ln>
        </p:spPr>
        <p:txBody>
          <a:bodyPr wrap="none" lIns="0" tIns="0" rIns="0" bIns="0" anchor="t">
            <a:noAutofit/>
          </a:bodyPr>
          <a:lstStyle/>
          <a:p>
            <a:pPr algn="ctr">
              <a:defRPr sz="2025" b="0">
                <a:solidFill>
                  <a:srgbClr val="397C80"/>
                </a:solidFill>
                <a:latin typeface="Apple SD Gothic Neo"/>
                <a:ea typeface="Apple SD Gothic Neo"/>
                <a:cs typeface="Apple SD Gothic Neo"/>
              </a:defRPr>
            </a:pPr>
            <a:r>
              <a:rPr sz="2025" b="0">
                <a:solidFill>
                  <a:srgbClr val="397C80"/>
                </a:solidFill>
                <a:latin typeface="Apple SD Gothic Neo"/>
                <a:ea typeface="Apple SD Gothic Neo"/>
                <a:cs typeface="Apple SD Gothic Neo"/>
              </a:rPr>
              <a:t>목표·자료·조건을 이해해 위임</a:t>
            </a:r>
          </a:p>
        </p:txBody>
      </p:sp>
      <p:sp>
        <p:nvSpPr>
          <p:cNvPr id="20" name="via-v2-responsibilities / agent-question">
            <a:extLst>
              <a:ext uri="{FF2B5EF4-FFF2-40B4-BE49-F238E27FC236}">
                <ns2:creationId id="{24BE2FBB-7CA5-439D-9A21-4F6A58D32100}"/>
              </a:ext>
            </a:extLst>
          </p:cNvPr>
          <p:cNvSpPr>
            <a:spLocks noGrp="1"/>
          </p:cNvSpPr>
          <p:nvPr/>
        </p:nvSpPr>
        <p:spPr>
          <a:xfrm>
            <a:off x="9191625" y="7667625"/>
            <a:ext cx="5953125" cy="953"/>
          </a:xfrm>
          <a:custGeom>
            <a:pathLst>
              <a:path w="5953125" h="953">
                <a:moveTo>
                  <a:pt x="5953125" y="0"/>
                </a:moveTo>
                <a:lnTo>
                  <a:pt x="0" y="0"/>
                </a:lnTo>
              </a:path>
            </a:pathLst>
          </a:custGeom>
          <a:noFill/>
          <a:ln w="20003">
            <a:solidFill>
              <a:srgbClr val="A56237"/>
            </a:solidFill>
            <a:prstDash val="solid"/>
          </a:ln>
        </p:spPr>
      </p:sp>
      <p:sp>
        <p:nvSpPr>
          <p:cNvPr id="21" name="via-v2-responsibilities / agent-question / arrow">
            <a:extLst>
              <a:ext uri="{FF2B5EF4-FFF2-40B4-BE49-F238E27FC236}">
                <ns2:creationId id="{0FF6184F-3956-4192-9AB0-9017A92EF9AC}"/>
              </a:ext>
            </a:extLst>
          </p:cNvPr>
          <p:cNvSpPr>
            <a:spLocks noGrp="1"/>
          </p:cNvSpPr>
          <p:nvPr/>
        </p:nvSpPr>
        <p:spPr>
          <a:xfrm>
            <a:off x="9191625"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2" name="via-v2-responsibilities / agent-question label / 1">
            <a:extLst>
              <a:ext uri="{FF2B5EF4-FFF2-40B4-BE49-F238E27FC236}">
                <ns2:creationId id="{8DFA088B-1FAD-4197-97AF-6BCC8DBC8BD3}"/>
              </a:ext>
            </a:extLst>
          </p:cNvPr>
          <p:cNvSpPr>
            <a:spLocks noGrp="1"/>
          </p:cNvSpPr>
          <p:nvPr/>
        </p:nvSpPr>
        <p:spPr>
          <a:xfrm>
            <a:off x="9429750" y="7219950"/>
            <a:ext cx="5476875" cy="360045"/>
          </a:xfrm>
          <a:prstGeom prst="rect">
            <a:avLst/>
          </a:prstGeom>
          <a:noFill/>
          <a:ln w="0">
            <a:noFill/>
          </a:ln>
        </p:spPr>
        <p:txBody>
          <a:bodyPr wrap="none" lIns="0" tIns="0" rIns="0" bIns="0" anchor="t">
            <a:noAutofit/>
          </a:bodyPr>
          <a:lstStyle/>
          <a:p>
            <a:pPr algn="ctr">
              <a:defRPr sz="2100" b="0">
                <a:solidFill>
                  <a:srgbClr val="A56237"/>
                </a:solidFill>
                <a:latin typeface="Apple SD Gothic Neo"/>
                <a:ea typeface="Apple SD Gothic Neo"/>
                <a:cs typeface="Apple SD Gothic Neo"/>
              </a:defRPr>
            </a:pPr>
            <a:r>
              <a:rPr sz="2100" b="0">
                <a:solidFill>
                  <a:srgbClr val="A56237"/>
                </a:solidFill>
                <a:latin typeface="Apple SD Gothic Neo"/>
                <a:ea typeface="Apple SD Gothic Neo"/>
                <a:cs typeface="Apple SD Gothic Neo"/>
              </a:rPr>
              <a:t>강조할 항목은 무엇인가요?</a:t>
            </a:r>
          </a:p>
        </p:txBody>
      </p:sp>
      <p:sp>
        <p:nvSpPr>
          <p:cNvPr id="23" name="via-v2-responsibilities / ask-user">
            <a:extLst>
              <a:ext uri="{FF2B5EF4-FFF2-40B4-BE49-F238E27FC236}">
                <ns2:creationId id="{2004BFFC-31F4-4A00-ADFD-EDB79E52D038}"/>
              </a:ext>
            </a:extLst>
          </p:cNvPr>
          <p:cNvSpPr>
            <a:spLocks noGrp="1"/>
          </p:cNvSpPr>
          <p:nvPr/>
        </p:nvSpPr>
        <p:spPr>
          <a:xfrm>
            <a:off x="3143250" y="7667625"/>
            <a:ext cx="6048375" cy="953"/>
          </a:xfrm>
          <a:custGeom>
            <a:pathLst>
              <a:path w="6048375" h="953">
                <a:moveTo>
                  <a:pt x="6048375" y="0"/>
                </a:moveTo>
                <a:lnTo>
                  <a:pt x="0" y="0"/>
                </a:lnTo>
              </a:path>
            </a:pathLst>
          </a:custGeom>
          <a:noFill/>
          <a:ln w="20003">
            <a:solidFill>
              <a:srgbClr val="A56237"/>
            </a:solidFill>
            <a:prstDash val="solid"/>
          </a:ln>
        </p:spPr>
      </p:sp>
      <p:sp>
        <p:nvSpPr>
          <p:cNvPr id="24" name="via-v2-responsibilities / ask-user / arrow">
            <a:extLst>
              <a:ext uri="{FF2B5EF4-FFF2-40B4-BE49-F238E27FC236}">
                <ns2:creationId id="{1188A05A-7E40-4195-AD48-99C19072DBD0}"/>
              </a:ext>
            </a:extLst>
          </p:cNvPr>
          <p:cNvSpPr>
            <a:spLocks noGrp="1"/>
          </p:cNvSpPr>
          <p:nvPr/>
        </p:nvSpPr>
        <p:spPr>
          <a:xfrm>
            <a:off x="3143250" y="7600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5" name="via-v2-responsibilities / ask-user label / 1">
            <a:extLst>
              <a:ext uri="{FF2B5EF4-FFF2-40B4-BE49-F238E27FC236}">
                <ns2:creationId id="{3CFDED1B-2878-4062-8FC2-0399D6159E62}"/>
              </a:ext>
            </a:extLst>
          </p:cNvPr>
          <p:cNvSpPr>
            <a:spLocks noGrp="1"/>
          </p:cNvSpPr>
          <p:nvPr/>
        </p:nvSpPr>
        <p:spPr>
          <a:xfrm>
            <a:off x="3381375" y="7219950"/>
            <a:ext cx="5572125" cy="360045"/>
          </a:xfrm>
          <a:prstGeom prst="rect">
            <a:avLst/>
          </a:prstGeom>
          <a:noFill/>
          <a:ln w="0">
            <a:noFill/>
          </a:ln>
        </p:spPr>
        <p:txBody>
          <a:bodyPr wrap="none" lIns="0" tIns="0" rIns="0" bIns="0" anchor="t">
            <a:noAutofit/>
          </a:bodyPr>
          <a:lstStyle/>
          <a:p>
            <a:pPr algn="ctr">
              <a:defRPr sz="2100" b="0">
                <a:solidFill>
                  <a:srgbClr val="A56237"/>
                </a:solidFill>
                <a:latin typeface="Apple SD Gothic Neo"/>
                <a:ea typeface="Apple SD Gothic Neo"/>
                <a:cs typeface="Apple SD Gothic Neo"/>
              </a:defRPr>
            </a:pPr>
            <a:r>
              <a:rPr sz="2100" b="0">
                <a:solidFill>
                  <a:srgbClr val="A56237"/>
                </a:solidFill>
                <a:latin typeface="Apple SD Gothic Neo"/>
                <a:ea typeface="Apple SD Gothic Neo"/>
                <a:cs typeface="Apple SD Gothic Neo"/>
              </a:rPr>
              <a:t>질문을 사용자에게 전달</a:t>
            </a:r>
          </a:p>
        </p:txBody>
      </p:sp>
      <p:sp>
        <p:nvSpPr>
          <p:cNvPr id="26" name="via-v2-responsibilities / user-answer">
            <a:extLst>
              <a:ext uri="{FF2B5EF4-FFF2-40B4-BE49-F238E27FC236}">
                <ns2:creationId id="{E62BD93C-1922-43C8-A5D6-79C7C4A72886}"/>
              </a:ext>
            </a:extLst>
          </p:cNvPr>
          <p:cNvSpPr>
            <a:spLocks noGrp="1"/>
          </p:cNvSpPr>
          <p:nvPr/>
        </p:nvSpPr>
        <p:spPr>
          <a:xfrm>
            <a:off x="3143250" y="8429625"/>
            <a:ext cx="6048375" cy="953"/>
          </a:xfrm>
          <a:custGeom>
            <a:pathLst>
              <a:path w="6048375" h="953">
                <a:moveTo>
                  <a:pt x="0" y="0"/>
                </a:moveTo>
                <a:lnTo>
                  <a:pt x="6048375" y="0"/>
                </a:lnTo>
              </a:path>
            </a:pathLst>
          </a:custGeom>
          <a:noFill/>
          <a:ln w="20003">
            <a:solidFill>
              <a:srgbClr val="397C80"/>
            </a:solidFill>
            <a:prstDash val="solid"/>
          </a:ln>
        </p:spPr>
      </p:sp>
      <p:sp>
        <p:nvSpPr>
          <p:cNvPr id="27" name="via-v2-responsibilities / user-answer / arrow">
            <a:extLst>
              <a:ext uri="{FF2B5EF4-FFF2-40B4-BE49-F238E27FC236}">
                <ns2:creationId id="{96E3CF1E-09BF-43F7-A36C-17F51A79BAF4}"/>
              </a:ext>
            </a:extLst>
          </p:cNvPr>
          <p:cNvSpPr>
            <a:spLocks noGrp="1"/>
          </p:cNvSpPr>
          <p:nvPr/>
        </p:nvSpPr>
        <p:spPr>
          <a:xfrm>
            <a:off x="9058275"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8" name="via-v2-responsibilities / user-answer label / 1">
            <a:extLst>
              <a:ext uri="{FF2B5EF4-FFF2-40B4-BE49-F238E27FC236}">
                <ns2:creationId id="{F50F1662-C05B-42FA-8375-118ED88DA7B7}"/>
              </a:ext>
            </a:extLst>
          </p:cNvPr>
          <p:cNvSpPr>
            <a:spLocks noGrp="1"/>
          </p:cNvSpPr>
          <p:nvPr/>
        </p:nvSpPr>
        <p:spPr>
          <a:xfrm>
            <a:off x="3381375" y="7981950"/>
            <a:ext cx="5572125" cy="360045"/>
          </a:xfrm>
          <a:prstGeom prst="rect">
            <a:avLst/>
          </a:prstGeom>
          <a:noFill/>
          <a:ln w="0">
            <a:noFill/>
          </a:ln>
        </p:spPr>
        <p:txBody>
          <a:bodyPr wrap="none" lIns="0" tIns="0" rIns="0" bIns="0" anchor="t">
            <a:noAutofit/>
          </a:bodyPr>
          <a:lstStyle/>
          <a:p>
            <a:pPr algn="ctr">
              <a:defRPr sz="2100" b="0">
                <a:solidFill>
                  <a:srgbClr val="397C80"/>
                </a:solidFill>
                <a:latin typeface="Apple SD Gothic Neo"/>
                <a:ea typeface="Apple SD Gothic Neo"/>
                <a:cs typeface="Apple SD Gothic Neo"/>
              </a:defRPr>
            </a:pPr>
            <a:r>
              <a:rPr sz="2100" b="0">
                <a:solidFill>
                  <a:srgbClr val="397C80"/>
                </a:solidFill>
                <a:latin typeface="Apple SD Gothic Neo"/>
                <a:ea typeface="Apple SD Gothic Neo"/>
                <a:cs typeface="Apple SD Gothic Neo"/>
              </a:rPr>
              <a:t>“국내 매출을 강조해줘.”</a:t>
            </a:r>
          </a:p>
        </p:txBody>
      </p:sp>
      <p:sp>
        <p:nvSpPr>
          <p:cNvPr id="29" name="via-v2-responsibilities / relay-condition">
            <a:extLst>
              <a:ext uri="{FF2B5EF4-FFF2-40B4-BE49-F238E27FC236}">
                <ns2:creationId id="{D58987BE-978E-4E4D-A884-95ABA0A9C5C7}"/>
              </a:ext>
            </a:extLst>
          </p:cNvPr>
          <p:cNvSpPr>
            <a:spLocks noGrp="1"/>
          </p:cNvSpPr>
          <p:nvPr/>
        </p:nvSpPr>
        <p:spPr>
          <a:xfrm>
            <a:off x="9191625" y="8429625"/>
            <a:ext cx="5953125" cy="953"/>
          </a:xfrm>
          <a:custGeom>
            <a:pathLst>
              <a:path w="5953125" h="953">
                <a:moveTo>
                  <a:pt x="0" y="0"/>
                </a:moveTo>
                <a:lnTo>
                  <a:pt x="5953125" y="0"/>
                </a:lnTo>
              </a:path>
            </a:pathLst>
          </a:custGeom>
          <a:noFill/>
          <a:ln w="20003">
            <a:solidFill>
              <a:srgbClr val="397C80"/>
            </a:solidFill>
            <a:prstDash val="solid"/>
          </a:ln>
        </p:spPr>
      </p:sp>
      <p:sp>
        <p:nvSpPr>
          <p:cNvPr id="30" name="via-v2-responsibilities / relay-condition / arrow">
            <a:extLst>
              <a:ext uri="{FF2B5EF4-FFF2-40B4-BE49-F238E27FC236}">
                <ns2:creationId id="{72D968A9-5657-4A54-AD23-EB26E500B1A9}"/>
              </a:ext>
            </a:extLst>
          </p:cNvPr>
          <p:cNvSpPr>
            <a:spLocks noGrp="1"/>
          </p:cNvSpPr>
          <p:nvPr/>
        </p:nvSpPr>
        <p:spPr>
          <a:xfrm>
            <a:off x="15011400" y="8362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31" name="via-v2-responsibilities / relay-condition label / 1">
            <a:extLst>
              <a:ext uri="{FF2B5EF4-FFF2-40B4-BE49-F238E27FC236}">
                <ns2:creationId id="{AD9AD2F3-F111-4891-93F7-3602A42368D3}"/>
              </a:ext>
            </a:extLst>
          </p:cNvPr>
          <p:cNvSpPr>
            <a:spLocks noGrp="1"/>
          </p:cNvSpPr>
          <p:nvPr/>
        </p:nvSpPr>
        <p:spPr>
          <a:xfrm>
            <a:off x="9429750" y="7981950"/>
            <a:ext cx="5476875" cy="360045"/>
          </a:xfrm>
          <a:prstGeom prst="rect">
            <a:avLst/>
          </a:prstGeom>
          <a:noFill/>
          <a:ln w="0">
            <a:noFill/>
          </a:ln>
        </p:spPr>
        <p:txBody>
          <a:bodyPr wrap="none" lIns="0" tIns="0" rIns="0" bIns="0" anchor="t">
            <a:noAutofit/>
          </a:bodyPr>
          <a:lstStyle/>
          <a:p>
            <a:pPr algn="ctr">
              <a:defRPr sz="2100" b="0">
                <a:solidFill>
                  <a:srgbClr val="397C80"/>
                </a:solidFill>
                <a:latin typeface="Apple SD Gothic Neo"/>
                <a:ea typeface="Apple SD Gothic Neo"/>
                <a:cs typeface="Apple SD Gothic Neo"/>
              </a:defRPr>
            </a:pPr>
            <a:r>
              <a:rPr sz="2100" b="0">
                <a:solidFill>
                  <a:srgbClr val="397C80"/>
                </a:solidFill>
                <a:latin typeface="Apple SD Gothic Neo"/>
                <a:ea typeface="Apple SD Gothic Neo"/>
                <a:cs typeface="Apple SD Gothic Neo"/>
              </a:rPr>
              <a:t>답변을 해당 업무에 연결</a:t>
            </a:r>
          </a:p>
        </p:txBody>
      </p:sp>
      <p:sp>
        <p:nvSpPr>
          <p:cNvPr id="32" name="via-v2-responsibilities / report-result">
            <a:extLst>
              <a:ext uri="{FF2B5EF4-FFF2-40B4-BE49-F238E27FC236}">
                <ns2:creationId id="{4B5760A5-9F9A-4420-BE58-E22118EC14AF}"/>
              </a:ext>
            </a:extLst>
          </p:cNvPr>
          <p:cNvSpPr>
            <a:spLocks noGrp="1"/>
          </p:cNvSpPr>
          <p:nvPr/>
        </p:nvSpPr>
        <p:spPr>
          <a:xfrm>
            <a:off x="9191625" y="9191625"/>
            <a:ext cx="5953125" cy="953"/>
          </a:xfrm>
          <a:custGeom>
            <a:pathLst>
              <a:path w="5953125" h="953">
                <a:moveTo>
                  <a:pt x="5953125" y="0"/>
                </a:moveTo>
                <a:lnTo>
                  <a:pt x="0" y="0"/>
                </a:lnTo>
              </a:path>
            </a:pathLst>
          </a:custGeom>
          <a:noFill/>
          <a:ln w="20003">
            <a:solidFill>
              <a:srgbClr val="A56237"/>
            </a:solidFill>
            <a:prstDash val="solid"/>
          </a:ln>
        </p:spPr>
      </p:sp>
      <p:sp>
        <p:nvSpPr>
          <p:cNvPr id="33" name="via-v2-responsibilities / report-result / arrow">
            <a:extLst>
              <a:ext uri="{FF2B5EF4-FFF2-40B4-BE49-F238E27FC236}">
                <ns2:creationId id="{175E1F3B-288A-4337-A261-2A0B8A2CBBF7}"/>
              </a:ext>
            </a:extLst>
          </p:cNvPr>
          <p:cNvSpPr>
            <a:spLocks noGrp="1"/>
          </p:cNvSpPr>
          <p:nvPr/>
        </p:nvSpPr>
        <p:spPr>
          <a:xfrm>
            <a:off x="9191625"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4" name="via-v2-responsibilities / report-result label / 1">
            <a:extLst>
              <a:ext uri="{FF2B5EF4-FFF2-40B4-BE49-F238E27FC236}">
                <ns2:creationId id="{39DBBEEA-8AC7-4844-8C64-B6E85788A44B}"/>
              </a:ext>
            </a:extLst>
          </p:cNvPr>
          <p:cNvSpPr>
            <a:spLocks noGrp="1"/>
          </p:cNvSpPr>
          <p:nvPr/>
        </p:nvSpPr>
        <p:spPr>
          <a:xfrm>
            <a:off x="9429750" y="8743950"/>
            <a:ext cx="5476875" cy="360045"/>
          </a:xfrm>
          <a:prstGeom prst="rect">
            <a:avLst/>
          </a:prstGeom>
          <a:noFill/>
          <a:ln w="0">
            <a:noFill/>
          </a:ln>
        </p:spPr>
        <p:txBody>
          <a:bodyPr wrap="none" lIns="0" tIns="0" rIns="0" bIns="0" anchor="t">
            <a:noAutofit/>
          </a:bodyPr>
          <a:lstStyle/>
          <a:p>
            <a:pPr algn="ctr">
              <a:defRPr sz="2100" b="0">
                <a:solidFill>
                  <a:srgbClr val="A56237"/>
                </a:solidFill>
                <a:latin typeface="Apple SD Gothic Neo"/>
                <a:ea typeface="Apple SD Gothic Neo"/>
                <a:cs typeface="Apple SD Gothic Neo"/>
              </a:defRPr>
            </a:pPr>
            <a:r>
              <a:rPr sz="2100" b="0">
                <a:solidFill>
                  <a:srgbClr val="A56237"/>
                </a:solidFill>
                <a:latin typeface="Apple SD Gothic Neo"/>
                <a:ea typeface="Apple SD Gothic Neo"/>
                <a:cs typeface="Apple SD Gothic Neo"/>
              </a:rPr>
              <a:t>완성된 보고서</a:t>
            </a:r>
          </a:p>
        </p:txBody>
      </p:sp>
      <p:sp>
        <p:nvSpPr>
          <p:cNvPr id="35" name="via-v2-responsibilities / present-result">
            <a:extLst>
              <a:ext uri="{FF2B5EF4-FFF2-40B4-BE49-F238E27FC236}">
                <ns2:creationId id="{594C6614-BC8E-478F-8059-4062DFF8B5C6}"/>
              </a:ext>
            </a:extLst>
          </p:cNvPr>
          <p:cNvSpPr>
            <a:spLocks noGrp="1"/>
          </p:cNvSpPr>
          <p:nvPr/>
        </p:nvSpPr>
        <p:spPr>
          <a:xfrm>
            <a:off x="3143250" y="9191625"/>
            <a:ext cx="6048375" cy="953"/>
          </a:xfrm>
          <a:custGeom>
            <a:pathLst>
              <a:path w="6048375" h="953">
                <a:moveTo>
                  <a:pt x="6048375" y="0"/>
                </a:moveTo>
                <a:lnTo>
                  <a:pt x="0" y="0"/>
                </a:lnTo>
              </a:path>
            </a:pathLst>
          </a:custGeom>
          <a:noFill/>
          <a:ln w="20003">
            <a:solidFill>
              <a:srgbClr val="A56237"/>
            </a:solidFill>
            <a:prstDash val="solid"/>
          </a:ln>
        </p:spPr>
      </p:sp>
      <p:sp>
        <p:nvSpPr>
          <p:cNvPr id="36" name="via-v2-responsibilities / present-result / arrow">
            <a:extLst>
              <a:ext uri="{FF2B5EF4-FFF2-40B4-BE49-F238E27FC236}">
                <ns2:creationId id="{5ACF0242-2652-4D1B-A330-9A7FC1999CF7}"/>
              </a:ext>
            </a:extLst>
          </p:cNvPr>
          <p:cNvSpPr>
            <a:spLocks noGrp="1"/>
          </p:cNvSpPr>
          <p:nvPr/>
        </p:nvSpPr>
        <p:spPr>
          <a:xfrm>
            <a:off x="3143250"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7" name="via-v2-responsibilities / present-result label / 1">
            <a:extLst>
              <a:ext uri="{FF2B5EF4-FFF2-40B4-BE49-F238E27FC236}">
                <ns2:creationId id="{6FB3776B-7B40-4A83-8B77-809C59225350}"/>
              </a:ext>
            </a:extLst>
          </p:cNvPr>
          <p:cNvSpPr>
            <a:spLocks noGrp="1"/>
          </p:cNvSpPr>
          <p:nvPr/>
        </p:nvSpPr>
        <p:spPr>
          <a:xfrm>
            <a:off x="3381375" y="8743950"/>
            <a:ext cx="5572125" cy="334328"/>
          </a:xfrm>
          <a:prstGeom prst="rect">
            <a:avLst/>
          </a:prstGeom>
          <a:noFill/>
          <a:ln w="0">
            <a:noFill/>
          </a:ln>
        </p:spPr>
        <p:txBody>
          <a:bodyPr wrap="none" lIns="0" tIns="0" rIns="0" bIns="0" anchor="t">
            <a:noAutofit/>
          </a:bodyPr>
          <a:lstStyle/>
          <a:p>
            <a:pPr algn="ctr">
              <a:defRPr sz="1950" b="0">
                <a:solidFill>
                  <a:srgbClr val="A56237"/>
                </a:solidFill>
                <a:latin typeface="Apple SD Gothic Neo"/>
                <a:ea typeface="Apple SD Gothic Neo"/>
                <a:cs typeface="Apple SD Gothic Neo"/>
              </a:defRPr>
            </a:pPr>
            <a:r>
              <a:rPr sz="1950" b="0">
                <a:solidFill>
                  <a:srgbClr val="A56237"/>
                </a:solidFill>
                <a:latin typeface="Apple SD Gothic Neo"/>
                <a:ea typeface="Apple SD Gothic Neo"/>
                <a:cs typeface="Apple SD Gothic Neo"/>
              </a:rPr>
              <a:t>화면에 결과, 음성으로 핵심 안내</a:t>
            </a:r>
          </a:p>
        </p:txBody>
      </p:sp>
      <p:sp>
        <p:nvSpPr>
          <p:cNvPr id="38" name="via-v2-responsibilities / benefit / 1">
            <a:extLst>
              <a:ext uri="{FF2B5EF4-FFF2-40B4-BE49-F238E27FC236}">
                <ns2:creationId id="{6C46F95D-41F5-42F5-9A48-3A48F6B3D70C}"/>
              </a:ext>
            </a:extLst>
          </p:cNvPr>
          <p:cNvSpPr>
            <a:spLocks noGrp="1"/>
          </p:cNvSpPr>
          <p:nvPr/>
        </p:nvSpPr>
        <p:spPr>
          <a:xfrm>
            <a:off x="904875" y="9563100"/>
            <a:ext cx="16478250" cy="385763"/>
          </a:xfrm>
          <a:prstGeom prst="rect">
            <a:avLst/>
          </a:prstGeom>
          <a:noFill/>
          <a:ln w="0">
            <a:noFill/>
          </a:ln>
        </p:spPr>
        <p:txBody>
          <a:bodyPr wrap="none" lIns="0" tIns="0" rIns="0" bIns="0" anchor="t">
            <a:noAutofit/>
          </a:bodyPr>
          <a:lstStyle/>
          <a:p>
            <a:pPr algn="ctr">
              <a:defRPr sz="2250" b="1">
                <a:solidFill>
                  <a:srgbClr val="202B30"/>
                </a:solidFill>
                <a:latin typeface="Apple SD Gothic Neo"/>
                <a:ea typeface="Apple SD Gothic Neo"/>
                <a:cs typeface="Apple SD Gothic Neo"/>
              </a:defRPr>
            </a:pPr>
            <a:r>
              <a:rPr sz="2250" b="1">
                <a:solidFill>
                  <a:srgbClr val="202B30"/>
                </a:solidFill>
                <a:latin typeface="Apple SD Gothic Neo"/>
                <a:ea typeface="Apple SD Gothic Neo"/>
                <a:cs typeface="Apple SD Gothic Neo"/>
              </a:rPr>
              <a:t>사용자는 VIA에서 대화를 이어가고, Agent는 실제 보고서 작성을 수행합니다</a:t>
            </a:r>
          </a:p>
        </p:txBody>
      </p:sp>
    </p:spTree>
    <p:extLst>
      <p:ext uri="{BB962C8B-B14F-4D97-AF65-F5344CB8AC3E}">
        <p14:creationId val="1926313185"/>
      </p:ext>
    </p:extLst>
  </p:cSld>
</p:sld>
</file>

<file path=ppt/slides/slide12.xml><?xml version="1.0" encoding="utf-8"?>
<p:sld xmlns:a="http://schemas.openxmlformats.org/drawingml/2006/main" xmlns:ns2="http://schemas.microsoft.com/office/drawing/2014/main" xmlns:p="http://schemas.openxmlformats.org/presentationml/2006/main" xmlns:p14="http://schemas.microsoft.com/office/powerpoint/2010/main" xmlns:r="http://schemas.openxmlformats.org/officeDocument/2006/relationships">
  <p:cSld>
    <p:bg>
      <p:bgPr>
        <a:solidFill>
          <a:srgbClr val="FFFFFF"/>
        </a:solidFill>
      </p:bgPr>
    </p:bg>
    <p:spTree>
      <p:nvGrpSpPr>
        <p:cNvPr id="1" name=""/>
        <p:cNvGrpSpPr/>
        <p:nvPr/>
      </p:nvGrpSpPr>
      <p:grpSpPr>
        <a:xfrm/>
      </p:grpSpPr>
      <p:sp>
        <p:nvSpPr>
          <p:cNvPr id="35" name="via-v2-overlapping-events / title / 1">
            <a:extLst>
              <a:ext uri="{FF2B5EF4-FFF2-40B4-BE49-F238E27FC236}">
                <ns2:creationId id="{BD8E1CCA-674D-47A5-8CB9-E8619590D315}"/>
              </a:ext>
            </a:extLst>
          </p:cNvPr>
          <p:cNvSpPr>
            <a:spLocks noGrp="1"/>
          </p:cNvSpPr>
          <p:nvPr/>
        </p:nvSpPr>
        <p:spPr>
          <a:xfrm>
            <a:off x="666750" y="495300"/>
            <a:ext cx="1704975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업무를 맡긴 뒤에도,</a:t>
            </a:r>
          </a:p>
        </p:txBody>
      </p:sp>
      <p:sp>
        <p:nvSpPr>
          <p:cNvPr id="2" name="via-v2-overlapping-events / title / 2">
            <a:extLst>
              <a:ext uri="{FF2B5EF4-FFF2-40B4-BE49-F238E27FC236}">
                <ns2:creationId id="{D0A38325-6925-46ED-AD83-F0F8D65FB91E}"/>
              </a:ext>
            </a:extLst>
          </p:cNvPr>
          <p:cNvSpPr>
            <a:spLocks noGrp="1"/>
          </p:cNvSpPr>
          <p:nvPr/>
        </p:nvSpPr>
        <p:spPr>
          <a:xfrm>
            <a:off x="666750" y="1090613"/>
            <a:ext cx="17049750" cy="642938"/>
          </a:xfrm>
          <a:prstGeom prst="rect">
            <a:avLst/>
          </a:prstGeom>
          <a:noFill/>
          <a:ln w="0">
            <a:noFill/>
          </a:ln>
        </p:spPr>
        <p:txBody>
          <a:bodyPr wrap="none" lIns="0" tIns="0" rIns="0" bIns="0" anchor="t">
            <a:noAutofit/>
          </a:bodyPr>
          <a:lstStyle/>
          <a:p>
            <a:pPr algn="l">
              <a:defRPr sz="3750" b="1">
                <a:solidFill>
                  <a:srgbClr val="202B30"/>
                </a:solidFill>
                <a:latin typeface="Apple SD Gothic Neo"/>
                <a:ea typeface="Apple SD Gothic Neo"/>
                <a:cs typeface="Apple SD Gothic Neo"/>
              </a:defRPr>
            </a:pPr>
            <a:r>
              <a:rPr sz="3750" b="1">
                <a:solidFill>
                  <a:srgbClr val="202B30"/>
                </a:solidFill>
                <a:latin typeface="Apple SD Gothic Neo"/>
                <a:ea typeface="Apple SD Gothic Neo"/>
                <a:cs typeface="Apple SD Gothic Neo"/>
              </a:rPr>
              <a:t>새 발화와 업무 결과가 같은 대화로 들어옵니다</a:t>
            </a:r>
          </a:p>
        </p:txBody>
      </p:sp>
      <p:sp>
        <p:nvSpPr>
          <p:cNvPr id="3" name="via-v2-overlapping-events / request / 1">
            <a:extLst>
              <a:ext uri="{FF2B5EF4-FFF2-40B4-BE49-F238E27FC236}">
                <ns2:creationId id="{739004F3-3A81-4073-A48B-F2F815B1D001}"/>
              </a:ext>
            </a:extLst>
          </p:cNvPr>
          <p:cNvSpPr>
            <a:spLocks noGrp="1"/>
          </p:cNvSpPr>
          <p:nvPr/>
        </p:nvSpPr>
        <p:spPr>
          <a:xfrm>
            <a:off x="904875" y="1962150"/>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“이 표와 지난달 보고서로 이번 달 매출보고서를 만들고,</a:t>
            </a:r>
          </a:p>
        </p:txBody>
      </p:sp>
      <p:sp>
        <p:nvSpPr>
          <p:cNvPr id="4" name="via-v2-overlapping-events / request / 2">
            <a:extLst>
              <a:ext uri="{FF2B5EF4-FFF2-40B4-BE49-F238E27FC236}">
                <ns2:creationId id="{DDADD937-A326-438A-879E-746D29BB8E98}"/>
              </a:ext>
            </a:extLst>
          </p:cNvPr>
          <p:cNvSpPr>
            <a:spLocks noGrp="1"/>
          </p:cNvSpPr>
          <p:nvPr/>
        </p:nvSpPr>
        <p:spPr>
          <a:xfrm>
            <a:off x="904875" y="2378869"/>
            <a:ext cx="16573500" cy="450056"/>
          </a:xfrm>
          <a:prstGeom prst="rect">
            <a:avLst/>
          </a:prstGeom>
          <a:noFill/>
          <a:ln w="0">
            <a:noFill/>
          </a:ln>
        </p:spPr>
        <p:txBody>
          <a:bodyPr wrap="none" lIns="0" tIns="0" rIns="0" bIns="0" anchor="t">
            <a:noAutofit/>
          </a:bodyPr>
          <a:lstStyle/>
          <a:p>
            <a:pPr algn="l">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내일 오후 3시 팀 회의 안내 메일 초안도 준비해줘.”</a:t>
            </a:r>
          </a:p>
        </p:txBody>
      </p:sp>
      <p:pic>
        <p:nvPicPr>
          <p:cNvPr id="39" name=""/>
          <p:cNvPicPr>
            <a:picLocks noChangeAspect="1"/>
          </p:cNvPicPr>
          <p:nvPr/>
        </p:nvPicPr>
        <p:blipFill>
          <a:blip r:embed="RviaIntroImage1"/>
          <a:srcRect l="0" t="15000" r="67000" b="22000"/>
          <a:stretch>
            <a:fillRect l="0" t="0" r="0" b="0"/>
          </a:stretch>
        </p:blipFill>
        <p:spPr>
          <a:xfrm>
            <a:off x="904875" y="2933700"/>
            <a:ext cx="4476750" cy="2952750"/>
          </a:xfrm>
          <a:prstGeom prst="rect">
            <a:avLst/>
          </a:prstGeom>
        </p:spPr>
      </p:pic>
      <p:pic>
        <p:nvPicPr>
          <p:cNvPr id="40" name=""/>
          <p:cNvPicPr>
            <a:picLocks noChangeAspect="1"/>
          </p:cNvPicPr>
          <p:nvPr/>
        </p:nvPicPr>
        <p:blipFill>
          <a:blip r:embed="RviaIntroImage2"/>
          <a:srcRect l="36000" t="25000" r="36000" b="24000"/>
          <a:stretch>
            <a:fillRect l="0" t="0" r="0" b="0"/>
          </a:stretch>
        </p:blipFill>
        <p:spPr>
          <a:xfrm>
            <a:off x="6834188" y="2933700"/>
            <a:ext cx="4714875" cy="2952750"/>
          </a:xfrm>
          <a:prstGeom prst="rect">
            <a:avLst/>
          </a:prstGeom>
        </p:spPr>
      </p:pic>
      <p:pic>
        <p:nvPicPr>
          <p:cNvPr id="41" name=""/>
          <p:cNvPicPr>
            <a:picLocks noChangeAspect="1"/>
          </p:cNvPicPr>
          <p:nvPr/>
        </p:nvPicPr>
        <p:blipFill>
          <a:blip r:embed="RviaIntroImage3"/>
          <a:srcRect l="65000" t="15000" r="1000" b="27000"/>
          <a:stretch>
            <a:fillRect l="0" t="0" r="0" b="0"/>
          </a:stretch>
        </p:blipFill>
        <p:spPr>
          <a:xfrm>
            <a:off x="12668250" y="2933700"/>
            <a:ext cx="4953000" cy="2952750"/>
          </a:xfrm>
          <a:prstGeom prst="rect">
            <a:avLst/>
          </a:prstGeom>
        </p:spPr>
      </p:pic>
      <p:sp>
        <p:nvSpPr>
          <p:cNvPr id="8" name="via-v2-overlapping-events / user / 1">
            <a:extLst>
              <a:ext uri="{FF2B5EF4-FFF2-40B4-BE49-F238E27FC236}">
                <ns2:creationId id="{AE065379-AB06-40B5-B61A-2B6A0281D154}"/>
              </a:ext>
            </a:extLst>
          </p:cNvPr>
          <p:cNvSpPr>
            <a:spLocks noGrp="1"/>
          </p:cNvSpPr>
          <p:nvPr/>
        </p:nvSpPr>
        <p:spPr>
          <a:xfrm>
            <a:off x="809625" y="5981700"/>
            <a:ext cx="4667250" cy="450056"/>
          </a:xfrm>
          <a:prstGeom prst="rect">
            <a:avLst/>
          </a:prstGeom>
          <a:noFill/>
          <a:ln w="0">
            <a:noFill/>
          </a:ln>
        </p:spPr>
        <p:txBody>
          <a:bodyPr wrap="none" lIns="0" tIns="0" rIns="0" bIns="0" anchor="t">
            <a:noAutofit/>
          </a:bodyPr>
          <a:lstStyle/>
          <a:p>
            <a:pPr algn="ctr">
              <a:defRPr sz="2625" b="1">
                <a:solidFill>
                  <a:srgbClr val="202B30"/>
                </a:solidFill>
                <a:latin typeface="Apple SD Gothic Neo"/>
                <a:ea typeface="Apple SD Gothic Neo"/>
                <a:cs typeface="Apple SD Gothic Neo"/>
              </a:defRPr>
            </a:pPr>
            <a:r>
              <a:rPr sz="2625" b="1">
                <a:solidFill>
                  <a:srgbClr val="202B30"/>
                </a:solidFill>
                <a:latin typeface="Apple SD Gothic Neo"/>
                <a:ea typeface="Apple SD Gothic Neo"/>
                <a:cs typeface="Apple SD Gothic Neo"/>
              </a:rPr>
              <a:t>사용자</a:t>
            </a:r>
          </a:p>
        </p:txBody>
      </p:sp>
      <p:sp>
        <p:nvSpPr>
          <p:cNvPr id="9" name="via-v2-overlapping-events / via / 1">
            <a:extLst>
              <a:ext uri="{FF2B5EF4-FFF2-40B4-BE49-F238E27FC236}">
                <ns2:creationId id="{36E07EA9-8D4F-42EB-A14B-BC1867D42DDF}"/>
              </a:ext>
            </a:extLst>
          </p:cNvPr>
          <p:cNvSpPr>
            <a:spLocks noGrp="1"/>
          </p:cNvSpPr>
          <p:nvPr/>
        </p:nvSpPr>
        <p:spPr>
          <a:xfrm>
            <a:off x="6858000" y="5981700"/>
            <a:ext cx="4667250" cy="450056"/>
          </a:xfrm>
          <a:prstGeom prst="rect">
            <a:avLst/>
          </a:prstGeom>
          <a:noFill/>
          <a:ln w="0">
            <a:noFill/>
          </a:ln>
        </p:spPr>
        <p:txBody>
          <a:bodyPr wrap="none" lIns="0" tIns="0" rIns="0" bIns="0" anchor="t">
            <a:noAutofit/>
          </a:bodyPr>
          <a:lstStyle/>
          <a:p>
            <a:pPr algn="ctr">
              <a:defRPr sz="2625" b="1">
                <a:solidFill>
                  <a:srgbClr val="397C80"/>
                </a:solidFill>
                <a:latin typeface="Apple SD Gothic Neo"/>
                <a:ea typeface="Apple SD Gothic Neo"/>
                <a:cs typeface="Apple SD Gothic Neo"/>
              </a:defRPr>
            </a:pPr>
            <a:r>
              <a:rPr sz="2625" b="1">
                <a:solidFill>
                  <a:srgbClr val="397C80"/>
                </a:solidFill>
                <a:latin typeface="Apple SD Gothic Neo"/>
                <a:ea typeface="Apple SD Gothic Neo"/>
                <a:cs typeface="Apple SD Gothic Neo"/>
              </a:rPr>
              <a:t>VIA</a:t>
            </a:r>
          </a:p>
        </p:txBody>
      </p:sp>
      <p:sp>
        <p:nvSpPr>
          <p:cNvPr id="10" name="via-v2-overlapping-events / agent / 1">
            <a:extLst>
              <a:ext uri="{FF2B5EF4-FFF2-40B4-BE49-F238E27FC236}">
                <ns2:creationId id="{7AECB87C-F473-412F-BD19-1ECCC33E832E}"/>
              </a:ext>
            </a:extLst>
          </p:cNvPr>
          <p:cNvSpPr>
            <a:spLocks noGrp="1"/>
          </p:cNvSpPr>
          <p:nvPr/>
        </p:nvSpPr>
        <p:spPr>
          <a:xfrm>
            <a:off x="12811125" y="5981700"/>
            <a:ext cx="4667250" cy="450056"/>
          </a:xfrm>
          <a:prstGeom prst="rect">
            <a:avLst/>
          </a:prstGeom>
          <a:noFill/>
          <a:ln w="0">
            <a:noFill/>
          </a:ln>
        </p:spPr>
        <p:txBody>
          <a:bodyPr wrap="none" lIns="0" tIns="0" rIns="0" bIns="0" anchor="t">
            <a:noAutofit/>
          </a:bodyPr>
          <a:lstStyle/>
          <a:p>
            <a:pPr algn="ctr">
              <a:defRPr sz="2625" b="1">
                <a:solidFill>
                  <a:srgbClr val="202B30"/>
                </a:solidFill>
                <a:latin typeface="Apple SD Gothic Neo"/>
                <a:ea typeface="Apple SD Gothic Neo"/>
                <a:cs typeface="Apple SD Gothic Neo"/>
              </a:defRPr>
            </a:pPr>
            <a:r>
              <a:rPr sz="2625" b="1">
                <a:solidFill>
                  <a:srgbClr val="202B30"/>
                </a:solidFill>
                <a:latin typeface="Apple SD Gothic Neo"/>
                <a:ea typeface="Apple SD Gothic Neo"/>
                <a:cs typeface="Apple SD Gothic Neo"/>
              </a:rPr>
              <a:t>업무 수행 Agent</a:t>
            </a:r>
          </a:p>
        </p:txBody>
      </p:sp>
      <p:sp>
        <p:nvSpPr>
          <p:cNvPr id="11" name="via-v2-overlapping-events / participant 330">
            <a:extLst>
              <a:ext uri="{FF2B5EF4-FFF2-40B4-BE49-F238E27FC236}">
                <ns2:creationId id="{56E66349-1B63-4467-ABB0-8193B6AA8E08}"/>
              </a:ext>
            </a:extLst>
          </p:cNvPr>
          <p:cNvSpPr>
            <a:spLocks noGrp="1"/>
          </p:cNvSpPr>
          <p:nvPr/>
        </p:nvSpPr>
        <p:spPr>
          <a:xfrm>
            <a:off x="3143250" y="6477000"/>
            <a:ext cx="953" cy="2857500"/>
          </a:xfrm>
          <a:custGeom>
            <a:pathLst>
              <a:path w="953" h="2857500">
                <a:moveTo>
                  <a:pt x="0" y="0"/>
                </a:moveTo>
                <a:lnTo>
                  <a:pt x="0" y="2857500"/>
                </a:lnTo>
              </a:path>
            </a:pathLst>
          </a:custGeom>
          <a:noFill/>
          <a:ln w="13335">
            <a:solidFill>
              <a:srgbClr val="CDD7DA"/>
            </a:solidFill>
            <a:prstDash val="dash"/>
          </a:ln>
        </p:spPr>
      </p:sp>
      <p:sp>
        <p:nvSpPr>
          <p:cNvPr id="12" name="via-v2-overlapping-events / participant 965">
            <a:extLst>
              <a:ext uri="{FF2B5EF4-FFF2-40B4-BE49-F238E27FC236}">
                <ns2:creationId id="{D98F9F2D-74D3-4CEF-9EAD-88E7F58D66CE}"/>
              </a:ext>
            </a:extLst>
          </p:cNvPr>
          <p:cNvSpPr>
            <a:spLocks noGrp="1"/>
          </p:cNvSpPr>
          <p:nvPr/>
        </p:nvSpPr>
        <p:spPr>
          <a:xfrm>
            <a:off x="9191625" y="6477000"/>
            <a:ext cx="953" cy="2857500"/>
          </a:xfrm>
          <a:custGeom>
            <a:pathLst>
              <a:path w="953" h="2857500">
                <a:moveTo>
                  <a:pt x="0" y="0"/>
                </a:moveTo>
                <a:lnTo>
                  <a:pt x="0" y="2857500"/>
                </a:lnTo>
              </a:path>
            </a:pathLst>
          </a:custGeom>
          <a:noFill/>
          <a:ln w="13335">
            <a:solidFill>
              <a:srgbClr val="CDD7DA"/>
            </a:solidFill>
            <a:prstDash val="dash"/>
          </a:ln>
        </p:spPr>
      </p:sp>
      <p:sp>
        <p:nvSpPr>
          <p:cNvPr id="13" name="via-v2-overlapping-events / participant 1590">
            <a:extLst>
              <a:ext uri="{FF2B5EF4-FFF2-40B4-BE49-F238E27FC236}">
                <ns2:creationId id="{8FE1D480-F8D5-4855-B9FF-6D2D8E9F7007}"/>
              </a:ext>
            </a:extLst>
          </p:cNvPr>
          <p:cNvSpPr>
            <a:spLocks noGrp="1"/>
          </p:cNvSpPr>
          <p:nvPr/>
        </p:nvSpPr>
        <p:spPr>
          <a:xfrm>
            <a:off x="15144750" y="6477000"/>
            <a:ext cx="953" cy="2857500"/>
          </a:xfrm>
          <a:custGeom>
            <a:pathLst>
              <a:path w="953" h="2857500">
                <a:moveTo>
                  <a:pt x="0" y="0"/>
                </a:moveTo>
                <a:lnTo>
                  <a:pt x="0" y="2857500"/>
                </a:lnTo>
              </a:path>
            </a:pathLst>
          </a:custGeom>
          <a:noFill/>
          <a:ln w="13335">
            <a:solidFill>
              <a:srgbClr val="CDD7DA"/>
            </a:solidFill>
            <a:prstDash val="dash"/>
          </a:ln>
        </p:spPr>
      </p:sp>
      <p:sp>
        <p:nvSpPr>
          <p:cNvPr id="14" name="via-v2-overlapping-events / compound-input">
            <a:extLst>
              <a:ext uri="{FF2B5EF4-FFF2-40B4-BE49-F238E27FC236}">
                <ns2:creationId id="{9C6BF582-C60D-4F15-90AA-D65F6EB29135}"/>
              </a:ext>
            </a:extLst>
          </p:cNvPr>
          <p:cNvSpPr>
            <a:spLocks noGrp="1"/>
          </p:cNvSpPr>
          <p:nvPr/>
        </p:nvSpPr>
        <p:spPr>
          <a:xfrm>
            <a:off x="3143250" y="6905625"/>
            <a:ext cx="6048375" cy="953"/>
          </a:xfrm>
          <a:custGeom>
            <a:pathLst>
              <a:path w="6048375" h="953">
                <a:moveTo>
                  <a:pt x="0" y="0"/>
                </a:moveTo>
                <a:lnTo>
                  <a:pt x="6048375" y="0"/>
                </a:lnTo>
              </a:path>
            </a:pathLst>
          </a:custGeom>
          <a:noFill/>
          <a:ln w="20003">
            <a:solidFill>
              <a:srgbClr val="397C80"/>
            </a:solidFill>
            <a:prstDash val="solid"/>
          </a:ln>
        </p:spPr>
      </p:sp>
      <p:sp>
        <p:nvSpPr>
          <p:cNvPr id="15" name="via-v2-overlapping-events / compound-input / arrow">
            <a:extLst>
              <a:ext uri="{FF2B5EF4-FFF2-40B4-BE49-F238E27FC236}">
                <ns2:creationId id="{A02EEE77-1FA9-46F7-A6D1-0489854D455A}"/>
              </a:ext>
            </a:extLst>
          </p:cNvPr>
          <p:cNvSpPr>
            <a:spLocks noGrp="1"/>
          </p:cNvSpPr>
          <p:nvPr/>
        </p:nvSpPr>
        <p:spPr>
          <a:xfrm>
            <a:off x="9058275"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6" name="via-v2-overlapping-events / compound-input label / 1">
            <a:extLst>
              <a:ext uri="{FF2B5EF4-FFF2-40B4-BE49-F238E27FC236}">
                <ns2:creationId id="{B2133C54-9FFA-42C4-8912-D4526149FEA3}"/>
              </a:ext>
            </a:extLst>
          </p:cNvPr>
          <p:cNvSpPr>
            <a:spLocks noGrp="1"/>
          </p:cNvSpPr>
          <p:nvPr/>
        </p:nvSpPr>
        <p:spPr>
          <a:xfrm>
            <a:off x="3381375" y="6457950"/>
            <a:ext cx="5572125" cy="347186"/>
          </a:xfrm>
          <a:prstGeom prst="rect">
            <a:avLst/>
          </a:prstGeom>
          <a:noFill/>
          <a:ln w="0">
            <a:noFill/>
          </a:ln>
        </p:spPr>
        <p:txBody>
          <a:bodyPr wrap="none" lIns="0" tIns="0" rIns="0" bIns="0" anchor="t">
            <a:noAutofit/>
          </a:bodyPr>
          <a:lstStyle/>
          <a:p>
            <a:pPr algn="ctr">
              <a:defRPr sz="2025" b="0">
                <a:solidFill>
                  <a:srgbClr val="397C80"/>
                </a:solidFill>
                <a:latin typeface="Apple SD Gothic Neo"/>
                <a:ea typeface="Apple SD Gothic Neo"/>
                <a:cs typeface="Apple SD Gothic Neo"/>
              </a:defRPr>
            </a:pPr>
            <a:r>
              <a:rPr sz="2025" b="0">
                <a:solidFill>
                  <a:srgbClr val="397C80"/>
                </a:solidFill>
                <a:latin typeface="Apple SD Gothic Neo"/>
                <a:ea typeface="Apple SD Gothic Neo"/>
                <a:cs typeface="Apple SD Gothic Neo"/>
              </a:rPr>
              <a:t>한 발화에 서로 독립적인 두 업무</a:t>
            </a:r>
          </a:p>
        </p:txBody>
      </p:sp>
      <p:sp>
        <p:nvSpPr>
          <p:cNvPr id="17" name="via-v2-overlapping-events / two-delegations">
            <a:extLst>
              <a:ext uri="{FF2B5EF4-FFF2-40B4-BE49-F238E27FC236}">
                <ns2:creationId id="{7F0F96B9-003E-4261-9FD4-8E41B3FEF108}"/>
              </a:ext>
            </a:extLst>
          </p:cNvPr>
          <p:cNvSpPr>
            <a:spLocks noGrp="1"/>
          </p:cNvSpPr>
          <p:nvPr/>
        </p:nvSpPr>
        <p:spPr>
          <a:xfrm>
            <a:off x="9191625" y="6905625"/>
            <a:ext cx="5953125" cy="953"/>
          </a:xfrm>
          <a:custGeom>
            <a:pathLst>
              <a:path w="5953125" h="953">
                <a:moveTo>
                  <a:pt x="0" y="0"/>
                </a:moveTo>
                <a:lnTo>
                  <a:pt x="5953125" y="0"/>
                </a:lnTo>
              </a:path>
            </a:pathLst>
          </a:custGeom>
          <a:noFill/>
          <a:ln w="20003">
            <a:solidFill>
              <a:srgbClr val="397C80"/>
            </a:solidFill>
            <a:prstDash val="solid"/>
          </a:ln>
        </p:spPr>
      </p:sp>
      <p:sp>
        <p:nvSpPr>
          <p:cNvPr id="18" name="via-v2-overlapping-events / two-delegations / arrow">
            <a:extLst>
              <a:ext uri="{FF2B5EF4-FFF2-40B4-BE49-F238E27FC236}">
                <ns2:creationId id="{121A1489-8292-49C0-8912-FF18A69CD152}"/>
              </a:ext>
            </a:extLst>
          </p:cNvPr>
          <p:cNvSpPr>
            <a:spLocks noGrp="1"/>
          </p:cNvSpPr>
          <p:nvPr/>
        </p:nvSpPr>
        <p:spPr>
          <a:xfrm>
            <a:off x="15011400" y="6838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19" name="via-v2-overlapping-events / two-delegations label / 1">
            <a:extLst>
              <a:ext uri="{FF2B5EF4-FFF2-40B4-BE49-F238E27FC236}">
                <ns2:creationId id="{B4116465-D30B-4756-8BC5-1F54185B3DA2}"/>
              </a:ext>
            </a:extLst>
          </p:cNvPr>
          <p:cNvSpPr>
            <a:spLocks noGrp="1"/>
          </p:cNvSpPr>
          <p:nvPr/>
        </p:nvSpPr>
        <p:spPr>
          <a:xfrm>
            <a:off x="9429750" y="6457950"/>
            <a:ext cx="5476875" cy="334328"/>
          </a:xfrm>
          <a:prstGeom prst="rect">
            <a:avLst/>
          </a:prstGeom>
          <a:noFill/>
          <a:ln w="0">
            <a:noFill/>
          </a:ln>
        </p:spPr>
        <p:txBody>
          <a:bodyPr wrap="none" lIns="0" tIns="0" rIns="0" bIns="0" anchor="t">
            <a:noAutofit/>
          </a:bodyPr>
          <a:lstStyle/>
          <a:p>
            <a:pPr algn="ctr">
              <a:defRPr sz="1950" b="0">
                <a:solidFill>
                  <a:srgbClr val="397C80"/>
                </a:solidFill>
                <a:latin typeface="Apple SD Gothic Neo"/>
                <a:ea typeface="Apple SD Gothic Neo"/>
                <a:cs typeface="Apple SD Gothic Neo"/>
              </a:defRPr>
            </a:pPr>
            <a:r>
              <a:rPr sz="1950" b="0">
                <a:solidFill>
                  <a:srgbClr val="397C80"/>
                </a:solidFill>
                <a:latin typeface="Apple SD Gothic Neo"/>
                <a:ea typeface="Apple SD Gothic Neo"/>
                <a:cs typeface="Apple SD Gothic Neo"/>
              </a:rPr>
              <a:t>보고서 작성 / 회의 안내 메일 초안</a:t>
            </a:r>
          </a:p>
        </p:txBody>
      </p:sp>
      <p:sp>
        <p:nvSpPr>
          <p:cNvPr id="20" name="via-v2-overlapping-events / ongoing-tasks / 1">
            <a:extLst>
              <a:ext uri="{FF2B5EF4-FFF2-40B4-BE49-F238E27FC236}">
                <ns2:creationId id="{29B2ECEF-137E-46B2-B14D-9D39C2B39CD6}"/>
              </a:ext>
            </a:extLst>
          </p:cNvPr>
          <p:cNvSpPr>
            <a:spLocks noGrp="1"/>
          </p:cNvSpPr>
          <p:nvPr/>
        </p:nvSpPr>
        <p:spPr>
          <a:xfrm>
            <a:off x="12211050" y="7086600"/>
            <a:ext cx="5429250" cy="347186"/>
          </a:xfrm>
          <a:prstGeom prst="rect">
            <a:avLst/>
          </a:prstGeom>
          <a:noFill/>
          <a:ln w="0">
            <a:noFill/>
          </a:ln>
        </p:spPr>
        <p:txBody>
          <a:bodyPr wrap="none" lIns="0" tIns="0" rIns="0" bIns="0" anchor="t">
            <a:noAutofit/>
          </a:bodyPr>
          <a:lstStyle/>
          <a:p>
            <a:pPr algn="ctr">
              <a:defRPr sz="2025" b="0">
                <a:solidFill>
                  <a:srgbClr val="66777D"/>
                </a:solidFill>
                <a:latin typeface="Apple SD Gothic Neo"/>
                <a:ea typeface="Apple SD Gothic Neo"/>
                <a:cs typeface="Apple SD Gothic Neo"/>
              </a:defRPr>
            </a:pPr>
            <a:r>
              <a:rPr sz="2025" b="0">
                <a:solidFill>
                  <a:srgbClr val="66777D"/>
                </a:solidFill>
                <a:latin typeface="Apple SD Gothic Neo"/>
                <a:ea typeface="Apple SD Gothic Neo"/>
                <a:cs typeface="Apple SD Gothic Neo"/>
              </a:rPr>
              <a:t>보고서·메일 처리 중</a:t>
            </a:r>
          </a:p>
        </p:txBody>
      </p:sp>
      <p:sp>
        <p:nvSpPr>
          <p:cNvPr id="21" name="via-v2-overlapping-events / interruption">
            <a:extLst>
              <a:ext uri="{FF2B5EF4-FFF2-40B4-BE49-F238E27FC236}">
                <ns2:creationId id="{E59C11DA-01E3-4154-8DED-17805E17BDB7}"/>
              </a:ext>
            </a:extLst>
          </p:cNvPr>
          <p:cNvSpPr>
            <a:spLocks noGrp="1"/>
          </p:cNvSpPr>
          <p:nvPr/>
        </p:nvSpPr>
        <p:spPr>
          <a:xfrm>
            <a:off x="3143250" y="7953375"/>
            <a:ext cx="6048375" cy="953"/>
          </a:xfrm>
          <a:custGeom>
            <a:pathLst>
              <a:path w="6048375" h="953">
                <a:moveTo>
                  <a:pt x="0" y="0"/>
                </a:moveTo>
                <a:lnTo>
                  <a:pt x="6048375" y="0"/>
                </a:lnTo>
              </a:path>
            </a:pathLst>
          </a:custGeom>
          <a:noFill/>
          <a:ln w="20003">
            <a:solidFill>
              <a:srgbClr val="397C80"/>
            </a:solidFill>
            <a:prstDash val="solid"/>
          </a:ln>
        </p:spPr>
      </p:sp>
      <p:sp>
        <p:nvSpPr>
          <p:cNvPr id="22" name="via-v2-overlapping-events / interruption / arrow">
            <a:extLst>
              <a:ext uri="{FF2B5EF4-FFF2-40B4-BE49-F238E27FC236}">
                <ns2:creationId id="{62363B97-A711-431E-9347-272D4AEFD98E}"/>
              </a:ext>
            </a:extLst>
          </p:cNvPr>
          <p:cNvSpPr>
            <a:spLocks noGrp="1"/>
          </p:cNvSpPr>
          <p:nvPr/>
        </p:nvSpPr>
        <p:spPr>
          <a:xfrm>
            <a:off x="9058275" y="788670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23" name="via-v2-overlapping-events / interruption label / 1">
            <a:extLst>
              <a:ext uri="{FF2B5EF4-FFF2-40B4-BE49-F238E27FC236}">
                <ns2:creationId id="{CE59B267-06E2-4FFE-BB5D-35A4EC66A974}"/>
              </a:ext>
            </a:extLst>
          </p:cNvPr>
          <p:cNvSpPr>
            <a:spLocks noGrp="1"/>
          </p:cNvSpPr>
          <p:nvPr/>
        </p:nvSpPr>
        <p:spPr>
          <a:xfrm>
            <a:off x="3381375" y="7505700"/>
            <a:ext cx="5572125" cy="334328"/>
          </a:xfrm>
          <a:prstGeom prst="rect">
            <a:avLst/>
          </a:prstGeom>
          <a:noFill/>
          <a:ln w="0">
            <a:noFill/>
          </a:ln>
        </p:spPr>
        <p:txBody>
          <a:bodyPr wrap="none" lIns="0" tIns="0" rIns="0" bIns="0" anchor="t">
            <a:noAutofit/>
          </a:bodyPr>
          <a:lstStyle/>
          <a:p>
            <a:pPr algn="ctr">
              <a:defRPr sz="1950" b="0">
                <a:solidFill>
                  <a:srgbClr val="397C80"/>
                </a:solidFill>
                <a:latin typeface="Apple SD Gothic Neo"/>
                <a:ea typeface="Apple SD Gothic Neo"/>
                <a:cs typeface="Apple SD Gothic Neo"/>
              </a:defRPr>
            </a:pPr>
            <a:r>
              <a:rPr sz="1950" b="0">
                <a:solidFill>
                  <a:srgbClr val="397C80"/>
                </a:solidFill>
                <a:latin typeface="Apple SD Gothic Neo"/>
                <a:ea typeface="Apple SD Gothic Neo"/>
                <a:cs typeface="Apple SD Gothic Neo"/>
              </a:rPr>
              <a:t>“잠깐, 보고서엔 국내 매출만 넣어줘.”</a:t>
            </a:r>
          </a:p>
        </p:txBody>
      </p:sp>
      <p:sp>
        <p:nvSpPr>
          <p:cNvPr id="24" name="via-v2-overlapping-events / old-result">
            <a:extLst>
              <a:ext uri="{FF2B5EF4-FFF2-40B4-BE49-F238E27FC236}">
                <ns2:creationId id="{2269C667-9E22-4E45-A766-769B26E04AA3}"/>
              </a:ext>
            </a:extLst>
          </p:cNvPr>
          <p:cNvSpPr>
            <a:spLocks noGrp="1"/>
          </p:cNvSpPr>
          <p:nvPr/>
        </p:nvSpPr>
        <p:spPr>
          <a:xfrm>
            <a:off x="9191625" y="7953375"/>
            <a:ext cx="5953125" cy="953"/>
          </a:xfrm>
          <a:custGeom>
            <a:pathLst>
              <a:path w="5953125" h="953">
                <a:moveTo>
                  <a:pt x="5953125" y="0"/>
                </a:moveTo>
                <a:lnTo>
                  <a:pt x="0" y="0"/>
                </a:lnTo>
              </a:path>
            </a:pathLst>
          </a:custGeom>
          <a:noFill/>
          <a:ln w="20003">
            <a:solidFill>
              <a:srgbClr val="A56237"/>
            </a:solidFill>
            <a:prstDash val="solid"/>
          </a:ln>
        </p:spPr>
      </p:sp>
      <p:sp>
        <p:nvSpPr>
          <p:cNvPr id="25" name="via-v2-overlapping-events / old-result / arrow">
            <a:extLst>
              <a:ext uri="{FF2B5EF4-FFF2-40B4-BE49-F238E27FC236}">
                <ns2:creationId id="{3C726ED0-6DD7-45BB-B9C6-020ABF018E4C}"/>
              </a:ext>
            </a:extLst>
          </p:cNvPr>
          <p:cNvSpPr>
            <a:spLocks noGrp="1"/>
          </p:cNvSpPr>
          <p:nvPr/>
        </p:nvSpPr>
        <p:spPr>
          <a:xfrm>
            <a:off x="9191625" y="788670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26" name="via-v2-overlapping-events / old-result label / 1">
            <a:extLst>
              <a:ext uri="{FF2B5EF4-FFF2-40B4-BE49-F238E27FC236}">
                <ns2:creationId id="{E6639921-42EE-4A17-B0E7-203215DEC0DF}"/>
              </a:ext>
            </a:extLst>
          </p:cNvPr>
          <p:cNvSpPr>
            <a:spLocks noGrp="1"/>
          </p:cNvSpPr>
          <p:nvPr/>
        </p:nvSpPr>
        <p:spPr>
          <a:xfrm>
            <a:off x="9429750" y="7505700"/>
            <a:ext cx="5476875" cy="334328"/>
          </a:xfrm>
          <a:prstGeom prst="rect">
            <a:avLst/>
          </a:prstGeom>
          <a:noFill/>
          <a:ln w="0">
            <a:noFill/>
          </a:ln>
        </p:spPr>
        <p:txBody>
          <a:bodyPr wrap="none" lIns="0" tIns="0" rIns="0" bIns="0" anchor="t">
            <a:noAutofit/>
          </a:bodyPr>
          <a:lstStyle/>
          <a:p>
            <a:pPr algn="ctr">
              <a:defRPr sz="1950" b="0">
                <a:solidFill>
                  <a:srgbClr val="A56237"/>
                </a:solidFill>
                <a:latin typeface="Apple SD Gothic Neo"/>
                <a:ea typeface="Apple SD Gothic Neo"/>
                <a:cs typeface="Apple SD Gothic Neo"/>
              </a:defRPr>
            </a:pPr>
            <a:r>
              <a:rPr sz="1950" b="0">
                <a:solidFill>
                  <a:srgbClr val="A56237"/>
                </a:solidFill>
                <a:latin typeface="Apple SD Gothic Neo"/>
                <a:ea typeface="Apple SD Gothic Neo"/>
                <a:cs typeface="Apple SD Gothic Neo"/>
              </a:rPr>
              <a:t>이전에 맡긴 공급업체 견적 도착</a:t>
            </a:r>
          </a:p>
        </p:txBody>
      </p:sp>
      <p:sp>
        <p:nvSpPr>
          <p:cNvPr id="27" name="via-v2-overlapping-events / coincidence / 1">
            <a:extLst>
              <a:ext uri="{FF2B5EF4-FFF2-40B4-BE49-F238E27FC236}">
                <ns2:creationId id="{6EC7FD99-928D-4C0C-AAE2-73AD82006275}"/>
              </a:ext>
            </a:extLst>
          </p:cNvPr>
          <p:cNvSpPr>
            <a:spLocks noGrp="1"/>
          </p:cNvSpPr>
          <p:nvPr/>
        </p:nvSpPr>
        <p:spPr>
          <a:xfrm>
            <a:off x="7067550" y="8201025"/>
            <a:ext cx="4238625" cy="321469"/>
          </a:xfrm>
          <a:prstGeom prst="rect">
            <a:avLst/>
          </a:prstGeom>
          <a:noFill/>
          <a:ln w="0">
            <a:noFill/>
          </a:ln>
        </p:spPr>
        <p:txBody>
          <a:bodyPr wrap="none" lIns="0" tIns="0" rIns="0" bIns="0" anchor="t">
            <a:noAutofit/>
          </a:bodyPr>
          <a:lstStyle/>
          <a:p>
            <a:pPr algn="ctr">
              <a:defRPr sz="1875" b="1">
                <a:solidFill>
                  <a:srgbClr val="66777D"/>
                </a:solidFill>
                <a:latin typeface="Apple SD Gothic Neo"/>
                <a:ea typeface="Apple SD Gothic Neo"/>
                <a:cs typeface="Apple SD Gothic Neo"/>
              </a:defRPr>
            </a:pPr>
            <a:r>
              <a:rPr sz="1875" b="1">
                <a:solidFill>
                  <a:srgbClr val="66777D"/>
                </a:solidFill>
                <a:latin typeface="Apple SD Gothic Neo"/>
                <a:ea typeface="Apple SD Gothic Neo"/>
                <a:cs typeface="Apple SD Gothic Neo"/>
              </a:rPr>
              <a:t>새 발화와 결과가 겹쳐 도착</a:t>
            </a:r>
          </a:p>
        </p:txBody>
      </p:sp>
      <p:sp>
        <p:nvSpPr>
          <p:cNvPr id="28" name="via-v2-overlapping-events / report-correction">
            <a:extLst>
              <a:ext uri="{FF2B5EF4-FFF2-40B4-BE49-F238E27FC236}">
                <ns2:creationId id="{D270A7D1-DA5C-471B-B61B-628CF954AEFD}"/>
              </a:ext>
            </a:extLst>
          </p:cNvPr>
          <p:cNvSpPr>
            <a:spLocks noGrp="1"/>
          </p:cNvSpPr>
          <p:nvPr/>
        </p:nvSpPr>
        <p:spPr>
          <a:xfrm>
            <a:off x="9191625" y="9191625"/>
            <a:ext cx="5953125" cy="953"/>
          </a:xfrm>
          <a:custGeom>
            <a:pathLst>
              <a:path w="5953125" h="953">
                <a:moveTo>
                  <a:pt x="0" y="0"/>
                </a:moveTo>
                <a:lnTo>
                  <a:pt x="5953125" y="0"/>
                </a:lnTo>
              </a:path>
            </a:pathLst>
          </a:custGeom>
          <a:noFill/>
          <a:ln w="20003">
            <a:solidFill>
              <a:srgbClr val="397C80"/>
            </a:solidFill>
            <a:prstDash val="solid"/>
          </a:ln>
        </p:spPr>
      </p:sp>
      <p:sp>
        <p:nvSpPr>
          <p:cNvPr id="29" name="via-v2-overlapping-events / report-correction / arrow">
            <a:extLst>
              <a:ext uri="{FF2B5EF4-FFF2-40B4-BE49-F238E27FC236}">
                <ns2:creationId id="{9BA7F65F-F771-4319-9476-C3EE9A03219F}"/>
              </a:ext>
            </a:extLst>
          </p:cNvPr>
          <p:cNvSpPr>
            <a:spLocks noGrp="1"/>
          </p:cNvSpPr>
          <p:nvPr/>
        </p:nvSpPr>
        <p:spPr>
          <a:xfrm>
            <a:off x="15011400" y="9124950"/>
            <a:ext cx="133350" cy="133350"/>
          </a:xfrm>
          <a:custGeom>
            <a:pathLst>
              <a:path w="133350" h="133350">
                <a:moveTo>
                  <a:pt x="0" y="133350"/>
                </a:moveTo>
                <a:lnTo>
                  <a:pt x="133350" y="66675"/>
                </a:lnTo>
                <a:lnTo>
                  <a:pt x="0" y="0"/>
                </a:lnTo>
              </a:path>
            </a:pathLst>
          </a:custGeom>
          <a:noFill/>
          <a:ln w="20003">
            <a:solidFill>
              <a:srgbClr val="397C80"/>
            </a:solidFill>
            <a:prstDash val="solid"/>
          </a:ln>
        </p:spPr>
      </p:sp>
      <p:sp>
        <p:nvSpPr>
          <p:cNvPr id="30" name="via-v2-overlapping-events / report-correction label / 1">
            <a:extLst>
              <a:ext uri="{FF2B5EF4-FFF2-40B4-BE49-F238E27FC236}">
                <ns2:creationId id="{A5F5493C-DE8D-4823-82BC-FA4FBEE2FB30}"/>
              </a:ext>
            </a:extLst>
          </p:cNvPr>
          <p:cNvSpPr>
            <a:spLocks noGrp="1"/>
          </p:cNvSpPr>
          <p:nvPr/>
        </p:nvSpPr>
        <p:spPr>
          <a:xfrm>
            <a:off x="9429750" y="8743950"/>
            <a:ext cx="5476875" cy="347186"/>
          </a:xfrm>
          <a:prstGeom prst="rect">
            <a:avLst/>
          </a:prstGeom>
          <a:noFill/>
          <a:ln w="0">
            <a:noFill/>
          </a:ln>
        </p:spPr>
        <p:txBody>
          <a:bodyPr wrap="none" lIns="0" tIns="0" rIns="0" bIns="0" anchor="t">
            <a:noAutofit/>
          </a:bodyPr>
          <a:lstStyle/>
          <a:p>
            <a:pPr algn="ctr">
              <a:defRPr sz="2025" b="0">
                <a:solidFill>
                  <a:srgbClr val="397C80"/>
                </a:solidFill>
                <a:latin typeface="Apple SD Gothic Neo"/>
                <a:ea typeface="Apple SD Gothic Neo"/>
                <a:cs typeface="Apple SD Gothic Neo"/>
              </a:defRPr>
            </a:pPr>
            <a:r>
              <a:rPr sz="2025" b="0">
                <a:solidFill>
                  <a:srgbClr val="397C80"/>
                </a:solidFill>
                <a:latin typeface="Apple SD Gothic Neo"/>
                <a:ea typeface="Apple SD Gothic Neo"/>
                <a:cs typeface="Apple SD Gothic Neo"/>
              </a:rPr>
              <a:t>정정은 보고서 업무에 연결</a:t>
            </a:r>
          </a:p>
        </p:txBody>
      </p:sp>
      <p:sp>
        <p:nvSpPr>
          <p:cNvPr id="31" name="via-v2-overlapping-events / quote-delivery">
            <a:extLst>
              <a:ext uri="{FF2B5EF4-FFF2-40B4-BE49-F238E27FC236}">
                <ns2:creationId id="{C7613F8F-2E5F-4D61-BC07-10007786EA34}"/>
              </a:ext>
            </a:extLst>
          </p:cNvPr>
          <p:cNvSpPr>
            <a:spLocks noGrp="1"/>
          </p:cNvSpPr>
          <p:nvPr/>
        </p:nvSpPr>
        <p:spPr>
          <a:xfrm>
            <a:off x="3143250" y="9191625"/>
            <a:ext cx="6048375" cy="953"/>
          </a:xfrm>
          <a:custGeom>
            <a:pathLst>
              <a:path w="6048375" h="953">
                <a:moveTo>
                  <a:pt x="6048375" y="0"/>
                </a:moveTo>
                <a:lnTo>
                  <a:pt x="0" y="0"/>
                </a:lnTo>
              </a:path>
            </a:pathLst>
          </a:custGeom>
          <a:noFill/>
          <a:ln w="20003">
            <a:solidFill>
              <a:srgbClr val="A56237"/>
            </a:solidFill>
            <a:prstDash val="solid"/>
          </a:ln>
        </p:spPr>
      </p:sp>
      <p:sp>
        <p:nvSpPr>
          <p:cNvPr id="32" name="via-v2-overlapping-events / quote-delivery / arrow">
            <a:extLst>
              <a:ext uri="{FF2B5EF4-FFF2-40B4-BE49-F238E27FC236}">
                <ns2:creationId id="{D748DCE4-153C-4B61-963D-F5AE62F087A3}"/>
              </a:ext>
            </a:extLst>
          </p:cNvPr>
          <p:cNvSpPr>
            <a:spLocks noGrp="1"/>
          </p:cNvSpPr>
          <p:nvPr/>
        </p:nvSpPr>
        <p:spPr>
          <a:xfrm>
            <a:off x="3143250" y="9124950"/>
            <a:ext cx="133350" cy="133350"/>
          </a:xfrm>
          <a:custGeom>
            <a:pathLst>
              <a:path w="133350" h="133350">
                <a:moveTo>
                  <a:pt x="133350" y="0"/>
                </a:moveTo>
                <a:lnTo>
                  <a:pt x="0" y="66675"/>
                </a:lnTo>
                <a:lnTo>
                  <a:pt x="133350" y="133350"/>
                </a:lnTo>
              </a:path>
            </a:pathLst>
          </a:custGeom>
          <a:noFill/>
          <a:ln w="20003">
            <a:solidFill>
              <a:srgbClr val="A56237"/>
            </a:solidFill>
            <a:prstDash val="solid"/>
          </a:ln>
        </p:spPr>
      </p:sp>
      <p:sp>
        <p:nvSpPr>
          <p:cNvPr id="33" name="via-v2-overlapping-events / quote-delivery label / 1">
            <a:extLst>
              <a:ext uri="{FF2B5EF4-FFF2-40B4-BE49-F238E27FC236}">
                <ns2:creationId id="{FB38215E-B885-4C88-B378-D21B773B0B34}"/>
              </a:ext>
            </a:extLst>
          </p:cNvPr>
          <p:cNvSpPr>
            <a:spLocks noGrp="1"/>
          </p:cNvSpPr>
          <p:nvPr/>
        </p:nvSpPr>
        <p:spPr>
          <a:xfrm>
            <a:off x="3381375" y="8743950"/>
            <a:ext cx="5572125" cy="334328"/>
          </a:xfrm>
          <a:prstGeom prst="rect">
            <a:avLst/>
          </a:prstGeom>
          <a:noFill/>
          <a:ln w="0">
            <a:noFill/>
          </a:ln>
        </p:spPr>
        <p:txBody>
          <a:bodyPr wrap="none" lIns="0" tIns="0" rIns="0" bIns="0" anchor="t">
            <a:noAutofit/>
          </a:bodyPr>
          <a:lstStyle/>
          <a:p>
            <a:pPr algn="ctr">
              <a:defRPr sz="1950" b="0">
                <a:solidFill>
                  <a:srgbClr val="A56237"/>
                </a:solidFill>
                <a:latin typeface="Apple SD Gothic Neo"/>
                <a:ea typeface="Apple SD Gothic Neo"/>
                <a:cs typeface="Apple SD Gothic Neo"/>
              </a:defRPr>
            </a:pPr>
            <a:r>
              <a:rPr sz="1950" b="0">
                <a:solidFill>
                  <a:srgbClr val="A56237"/>
                </a:solidFill>
                <a:latin typeface="Apple SD Gothic Neo"/>
                <a:ea typeface="Apple SD Gothic Neo"/>
                <a:cs typeface="Apple SD Gothic Neo"/>
              </a:rPr>
              <a:t>말을 마친 뒤, 견적 도착을 안내</a:t>
            </a:r>
          </a:p>
        </p:txBody>
      </p:sp>
      <p:sp>
        <p:nvSpPr>
          <p:cNvPr id="34" name="via-v2-overlapping-events / benefit / 1">
            <a:extLst>
              <a:ext uri="{FF2B5EF4-FFF2-40B4-BE49-F238E27FC236}">
                <ns2:creationId id="{DE9487C5-7DA2-4202-9694-70994998DA2F}"/>
              </a:ext>
            </a:extLst>
          </p:cNvPr>
          <p:cNvSpPr>
            <a:spLocks noGrp="1"/>
          </p:cNvSpPr>
          <p:nvPr/>
        </p:nvSpPr>
        <p:spPr>
          <a:xfrm>
            <a:off x="904875" y="9563100"/>
            <a:ext cx="16478250" cy="385763"/>
          </a:xfrm>
          <a:prstGeom prst="rect">
            <a:avLst/>
          </a:prstGeom>
          <a:noFill/>
          <a:ln w="0">
            <a:noFill/>
          </a:ln>
        </p:spPr>
        <p:txBody>
          <a:bodyPr wrap="none" lIns="0" tIns="0" rIns="0" bIns="0" anchor="t">
            <a:noAutofit/>
          </a:bodyPr>
          <a:lstStyle/>
          <a:p>
            <a:pPr algn="ctr">
              <a:defRPr sz="2250" b="1">
                <a:solidFill>
                  <a:srgbClr val="202B30"/>
                </a:solidFill>
                <a:latin typeface="Apple SD Gothic Neo"/>
                <a:ea typeface="Apple SD Gothic Neo"/>
                <a:cs typeface="Apple SD Gothic Neo"/>
              </a:defRPr>
            </a:pPr>
            <a:r>
              <a:rPr sz="2250" b="1">
                <a:solidFill>
                  <a:srgbClr val="202B30"/>
                </a:solidFill>
                <a:latin typeface="Apple SD Gothic Neo"/>
                <a:ea typeface="Apple SD Gothic Neo"/>
                <a:cs typeface="Apple SD Gothic Neo"/>
              </a:rPr>
              <a:t>사용자는 Agent별 창을 오가거나, 진행 중인 업무를 다시 설명할 필요가 없습니다</a:t>
            </a:r>
          </a:p>
        </p:txBody>
      </p:sp>
    </p:spTree>
    <p:extLst>
      <p:ext uri="{BB962C8B-B14F-4D97-AF65-F5344CB8AC3E}">
        <p14:creationId val="130101312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7" name="dp41-v5-qa-detail / n1">
            <a:extLst xmlns:a="http://schemas.openxmlformats.org/drawingml/2006/main">
              <a:ext uri="{FF2B5EF4-FFF2-40B4-BE49-F238E27FC236}">
                <a16:creationId xmlns:a16="http://schemas.microsoft.com/office/drawing/2014/main" id="{F592EFC8-029C-44DA-BAB4-838F76B5384A}"/>
              </a:ext>
            </a:extLst>
          </p:cNvPr>
          <p:cNvSpPr>
            <a:spLocks xmlns:a="http://schemas.openxmlformats.org/drawingml/2006/main" noGrp="1"/>
          </p:cNvSpPr>
          <p:nvPr/>
        </p:nvSpPr>
        <p:spPr>
          <a:xfrm xmlns:a="http://schemas.openxmlformats.org/drawingml/2006/main">
            <a:off x="381000" y="209550"/>
            <a:ext cx="17526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ASR-QA-v6</a:t>
            </a:r>
          </a:p>
        </p:txBody>
      </p:sp>
      <p:sp>
        <p:nvSpPr>
          <p:cNvPr id="2" name="dp41-v5-qa-detail / n2">
            <a:extLst xmlns:a="http://schemas.openxmlformats.org/drawingml/2006/main">
              <a:ext uri="{FF2B5EF4-FFF2-40B4-BE49-F238E27FC236}">
                <a16:creationId xmlns:a16="http://schemas.microsoft.com/office/drawing/2014/main" id="{FB2F4E26-DEDF-431D-AEED-4298180C40C8}"/>
              </a:ext>
            </a:extLst>
          </p:cNvPr>
          <p:cNvSpPr>
            <a:spLocks xmlns:a="http://schemas.openxmlformats.org/drawingml/2006/main" noGrp="1"/>
          </p:cNvSpPr>
          <p:nvPr/>
        </p:nvSpPr>
        <p:spPr>
          <a:xfrm xmlns:a="http://schemas.openxmlformats.org/drawingml/2006/main">
            <a:off x="381000" y="619125"/>
            <a:ext cx="17526000" cy="528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18232E"/>
                </a:solidFill>
                <a:latin typeface="Apple SD Gothic Neo"/>
                <a:ea typeface="Apple SD Gothic Neo"/>
                <a:cs typeface="Apple SD Gothic Neo"/>
              </a:defRPr>
            </a:pPr>
            <a:r>
              <a:rPr sz="2775" b="1">
                <a:solidFill>
                  <a:srgbClr val="18232E"/>
                </a:solidFill>
                <a:latin typeface="Apple SD Gothic Neo"/>
                <a:ea typeface="Apple SD Gothic Neo"/>
                <a:cs typeface="Apple SD Gothic Neo"/>
              </a:rPr>
              <a:t>04-41. 모델 판단 반복과 코드 해결 반복 / ASR-QA 평가</a:t>
            </a:r>
          </a:p>
        </p:txBody>
      </p:sp>
      <p:sp>
        <p:nvSpPr>
          <p:cNvPr id="3" name="dp41-v5-qa-detail / n3">
            <a:extLst xmlns:a="http://schemas.openxmlformats.org/drawingml/2006/main">
              <a:ext uri="{FF2B5EF4-FFF2-40B4-BE49-F238E27FC236}">
                <a16:creationId xmlns:a16="http://schemas.microsoft.com/office/drawing/2014/main" id="{9F313021-2ABF-4071-8249-954023AE21FE}"/>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 name="dp41-v5-qa-detail / n4">
            <a:extLst xmlns:a="http://schemas.openxmlformats.org/drawingml/2006/main">
              <a:ext uri="{FF2B5EF4-FFF2-40B4-BE49-F238E27FC236}">
                <a16:creationId xmlns:a16="http://schemas.microsoft.com/office/drawing/2014/main" id="{ED91EBDD-DBD7-4722-9F01-F7D53B912430}"/>
              </a:ext>
            </a:extLst>
          </p:cNvPr>
          <p:cNvSpPr>
            <a:spLocks xmlns:a="http://schemas.openxmlformats.org/drawingml/2006/main" noGrp="1"/>
          </p:cNvSpPr>
          <p:nvPr/>
        </p:nvSpPr>
        <p:spPr>
          <a:xfrm xmlns:a="http://schemas.openxmlformats.org/drawingml/2006/main">
            <a:off x="381000" y="1352550"/>
            <a:ext cx="1752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F6B77"/>
                </a:solidFill>
                <a:latin typeface="Apple SD Gothic Neo"/>
                <a:ea typeface="Apple SD Gothic Neo"/>
                <a:cs typeface="Apple SD Gothic Neo"/>
              </a:defRPr>
            </a:pPr>
            <a:r>
              <a:rPr sz="1800" b="0">
                <a:solidFill>
                  <a:srgbClr val="5F6B77"/>
                </a:solidFill>
                <a:latin typeface="Apple SD Gothic Neo"/>
                <a:ea typeface="Apple SD Gothic Neo"/>
                <a:cs typeface="Apple SD Gothic Neo"/>
              </a:rPr>
              <a:t>P21 전체 5회: 630개 채점 조건, 135반응, 95요청 처리. 비용과 메모리는 전체 활동을 포함한다.</a:t>
            </a:r>
          </a:p>
        </p:txBody>
      </p:sp>
      <p:sp>
        <p:nvSpPr>
          <p:cNvPr id="5" name="dp41-v5-qa-detail / n5">
            <a:extLst xmlns:a="http://schemas.openxmlformats.org/drawingml/2006/main">
              <a:ext uri="{FF2B5EF4-FFF2-40B4-BE49-F238E27FC236}">
                <a16:creationId xmlns:a16="http://schemas.microsoft.com/office/drawing/2014/main" id="{01C78F1B-3135-42C1-8D9F-C267483E07E6}"/>
              </a:ext>
            </a:extLst>
          </p:cNvPr>
          <p:cNvSpPr>
            <a:spLocks xmlns:a="http://schemas.openxmlformats.org/drawingml/2006/main" noGrp="1"/>
          </p:cNvSpPr>
          <p:nvPr/>
        </p:nvSpPr>
        <p:spPr>
          <a:xfrm xmlns:a="http://schemas.openxmlformats.org/drawingml/2006/main">
            <a:off x="381000" y="1762125"/>
            <a:ext cx="17526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F6B77"/>
                </a:solidFill>
                <a:latin typeface="Apple SD Gothic Neo"/>
                <a:ea typeface="Apple SD Gothic Neo"/>
                <a:cs typeface="Apple SD Gothic Neo"/>
              </a:defRPr>
            </a:pPr>
            <a:r>
              <a:rPr sz="1650" b="0">
                <a:solidFill>
                  <a:srgbClr val="5F6B77"/>
                </a:solidFill>
                <a:latin typeface="Apple SD Gothic Neo"/>
                <a:ea typeface="Apple SD Gothic Neo"/>
                <a:cs typeface="Apple SD Gothic Neo"/>
              </a:rPr>
              <a:t>A/B 전체 값과 0–6점 등급은 평가 전. 아래 지역 계산과 메모리 예산은 작성자 가정이다.</a:t>
            </a:r>
          </a:p>
        </p:txBody>
      </p:sp>
      <p:sp>
        <p:nvSpPr>
          <p:cNvPr id="6" name="dp41-v5-qa-detail / n6">
            <a:extLst xmlns:a="http://schemas.openxmlformats.org/drawingml/2006/main">
              <a:ext uri="{FF2B5EF4-FFF2-40B4-BE49-F238E27FC236}">
                <a16:creationId xmlns:a16="http://schemas.microsoft.com/office/drawing/2014/main" id="{5424F279-7F9F-46D8-A80B-4D8B6108684C}"/>
              </a:ext>
            </a:extLst>
          </p:cNvPr>
          <p:cNvSpPr>
            <a:spLocks xmlns:a="http://schemas.openxmlformats.org/drawingml/2006/main" noGrp="1"/>
          </p:cNvSpPr>
          <p:nvPr/>
        </p:nvSpPr>
        <p:spPr>
          <a:xfrm xmlns:a="http://schemas.openxmlformats.org/drawingml/2006/main">
            <a:off x="381000" y="2143125"/>
            <a:ext cx="17526000" cy="457200"/>
          </a:xfrm>
          <a:prstGeom xmlns:a="http://schemas.openxmlformats.org/drawingml/2006/main" prst="rect">
            <a:avLst/>
          </a:prstGeom>
          <a:solidFill xmlns:a="http://schemas.openxmlformats.org/drawingml/2006/main">
            <a:srgbClr val="D5E7C7"/>
          </a:solidFill>
          <a:ln xmlns:a="http://schemas.openxmlformats.org/drawingml/2006/main" w="0">
            <a:noFill/>
          </a:ln>
        </p:spPr>
      </p:sp>
      <p:sp>
        <p:nvSpPr>
          <p:cNvPr id="7" name="dp41-v5-qa-detail / n7">
            <a:extLst xmlns:a="http://schemas.openxmlformats.org/drawingml/2006/main">
              <a:ext uri="{FF2B5EF4-FFF2-40B4-BE49-F238E27FC236}">
                <a16:creationId xmlns:a16="http://schemas.microsoft.com/office/drawing/2014/main" id="{96FE9AC4-2CD5-491C-9E34-DEC45EEA213E}"/>
              </a:ext>
            </a:extLst>
          </p:cNvPr>
          <p:cNvSpPr>
            <a:spLocks xmlns:a="http://schemas.openxmlformats.org/drawingml/2006/main" noGrp="1"/>
          </p:cNvSpPr>
          <p:nvPr/>
        </p:nvSpPr>
        <p:spPr>
          <a:xfrm xmlns:a="http://schemas.openxmlformats.org/drawingml/2006/main">
            <a:off x="533400" y="2238375"/>
            <a:ext cx="251460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QA / 목표</a:t>
            </a:r>
          </a:p>
        </p:txBody>
      </p:sp>
      <p:sp>
        <p:nvSpPr>
          <p:cNvPr id="8" name="dp41-v5-qa-detail / n8">
            <a:extLst xmlns:a="http://schemas.openxmlformats.org/drawingml/2006/main">
              <a:ext uri="{FF2B5EF4-FFF2-40B4-BE49-F238E27FC236}">
                <a16:creationId xmlns:a16="http://schemas.microsoft.com/office/drawing/2014/main" id="{CD03384D-41D6-4B73-BF10-ECAB9FEB388E}"/>
              </a:ext>
            </a:extLst>
          </p:cNvPr>
          <p:cNvSpPr>
            <a:spLocks xmlns:a="http://schemas.openxmlformats.org/drawingml/2006/main" noGrp="1"/>
          </p:cNvSpPr>
          <p:nvPr/>
        </p:nvSpPr>
        <p:spPr>
          <a:xfrm xmlns:a="http://schemas.openxmlformats.org/drawingml/2006/main">
            <a:off x="345757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A 모델 주도 해석</a:t>
            </a:r>
          </a:p>
        </p:txBody>
      </p:sp>
      <p:sp>
        <p:nvSpPr>
          <p:cNvPr id="9" name="dp41-v5-qa-detail / n9">
            <a:extLst xmlns:a="http://schemas.openxmlformats.org/drawingml/2006/main">
              <a:ext uri="{FF2B5EF4-FFF2-40B4-BE49-F238E27FC236}">
                <a16:creationId xmlns:a16="http://schemas.microsoft.com/office/drawing/2014/main" id="{05392FFF-06A5-434D-AED4-365099BA5FCE}"/>
              </a:ext>
            </a:extLst>
          </p:cNvPr>
          <p:cNvSpPr>
            <a:spLocks xmlns:a="http://schemas.openxmlformats.org/drawingml/2006/main" noGrp="1"/>
          </p:cNvSpPr>
          <p:nvPr/>
        </p:nvSpPr>
        <p:spPr>
          <a:xfrm xmlns:a="http://schemas.openxmlformats.org/drawingml/2006/main">
            <a:off x="964882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B 모델 요청 틀과 코드 주도 완성</a:t>
            </a:r>
          </a:p>
        </p:txBody>
      </p:sp>
      <p:sp>
        <p:nvSpPr>
          <p:cNvPr id="10" name="dp41-v5-qa-detail / n10">
            <a:extLst xmlns:a="http://schemas.openxmlformats.org/drawingml/2006/main">
              <a:ext uri="{FF2B5EF4-FFF2-40B4-BE49-F238E27FC236}">
                <a16:creationId xmlns:a16="http://schemas.microsoft.com/office/drawing/2014/main" id="{1E04C870-A9B5-45DA-85DA-62F2610A15B7}"/>
              </a:ext>
            </a:extLst>
          </p:cNvPr>
          <p:cNvSpPr>
            <a:spLocks xmlns:a="http://schemas.openxmlformats.org/drawingml/2006/main" noGrp="1"/>
          </p:cNvSpPr>
          <p:nvPr/>
        </p:nvSpPr>
        <p:spPr>
          <a:xfrm xmlns:a="http://schemas.openxmlformats.org/drawingml/2006/main">
            <a:off x="15801975" y="223837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차이 판단</a:t>
            </a:r>
          </a:p>
        </p:txBody>
      </p:sp>
      <p:sp>
        <p:nvSpPr>
          <p:cNvPr id="11" name="dp41-v5-qa-detail / n11">
            <a:extLst xmlns:a="http://schemas.openxmlformats.org/drawingml/2006/main">
              <a:ext uri="{FF2B5EF4-FFF2-40B4-BE49-F238E27FC236}">
                <a16:creationId xmlns:a16="http://schemas.microsoft.com/office/drawing/2014/main" id="{11EE1F00-A7B3-4A7F-95A4-B40D705F462B}"/>
              </a:ext>
            </a:extLst>
          </p:cNvPr>
          <p:cNvSpPr>
            <a:spLocks xmlns:a="http://schemas.openxmlformats.org/drawingml/2006/main" noGrp="1"/>
          </p:cNvSpPr>
          <p:nvPr/>
        </p:nvSpPr>
        <p:spPr>
          <a:xfrm xmlns:a="http://schemas.openxmlformats.org/drawingml/2006/main">
            <a:off x="381000" y="35909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12" name="dp41-v5-qa-detail / n12">
            <a:extLst xmlns:a="http://schemas.openxmlformats.org/drawingml/2006/main">
              <a:ext uri="{FF2B5EF4-FFF2-40B4-BE49-F238E27FC236}">
                <a16:creationId xmlns:a16="http://schemas.microsoft.com/office/drawing/2014/main" id="{A4E23A7C-19C4-4814-8EDD-E7CD421478DD}"/>
              </a:ext>
            </a:extLst>
          </p:cNvPr>
          <p:cNvSpPr>
            <a:spLocks xmlns:a="http://schemas.openxmlformats.org/drawingml/2006/main" noGrp="1"/>
          </p:cNvSpPr>
          <p:nvPr/>
        </p:nvSpPr>
        <p:spPr>
          <a:xfrm xmlns:a="http://schemas.openxmlformats.org/drawingml/2006/main">
            <a:off x="533400" y="26955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01  요청 처리 정확성</a:t>
            </a:r>
          </a:p>
        </p:txBody>
      </p:sp>
      <p:sp>
        <p:nvSpPr>
          <p:cNvPr id="13" name="dp41-v5-qa-detail / n13">
            <a:extLst xmlns:a="http://schemas.openxmlformats.org/drawingml/2006/main">
              <a:ext uri="{FF2B5EF4-FFF2-40B4-BE49-F238E27FC236}">
                <a16:creationId xmlns:a16="http://schemas.microsoft.com/office/drawing/2014/main" id="{365212E8-C15F-4126-A24C-98D0659B4FFC}"/>
              </a:ext>
            </a:extLst>
          </p:cNvPr>
          <p:cNvSpPr>
            <a:spLocks xmlns:a="http://schemas.openxmlformats.org/drawingml/2006/main" noGrp="1"/>
          </p:cNvSpPr>
          <p:nvPr/>
        </p:nvSpPr>
        <p:spPr>
          <a:xfrm xmlns:a="http://schemas.openxmlformats.org/drawingml/2006/main">
            <a:off x="533400" y="305752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≥98%, 618/630</a:t>
            </a:r>
          </a:p>
        </p:txBody>
      </p:sp>
      <p:sp>
        <p:nvSpPr>
          <p:cNvPr id="14" name="dp41-v5-qa-detail / n14">
            <a:extLst xmlns:a="http://schemas.openxmlformats.org/drawingml/2006/main">
              <a:ext uri="{FF2B5EF4-FFF2-40B4-BE49-F238E27FC236}">
                <a16:creationId xmlns:a16="http://schemas.microsoft.com/office/drawing/2014/main" id="{95EDCD3E-09F8-4F25-85E2-136AB51D11A3}"/>
              </a:ext>
            </a:extLst>
          </p:cNvPr>
          <p:cNvSpPr>
            <a:spLocks xmlns:a="http://schemas.openxmlformats.org/drawingml/2006/main" noGrp="1"/>
          </p:cNvSpPr>
          <p:nvPr/>
        </p:nvSpPr>
        <p:spPr>
          <a:xfrm xmlns:a="http://schemas.openxmlformats.org/drawingml/2006/main">
            <a:off x="3457575" y="26860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15" name="dp41-v5-qa-detail / n15">
            <a:extLst xmlns:a="http://schemas.openxmlformats.org/drawingml/2006/main">
              <a:ext uri="{FF2B5EF4-FFF2-40B4-BE49-F238E27FC236}">
                <a16:creationId xmlns:a16="http://schemas.microsoft.com/office/drawing/2014/main" id="{D9B35B9F-7864-40FC-BF20-DAB201DFB25F}"/>
              </a:ext>
            </a:extLst>
          </p:cNvPr>
          <p:cNvSpPr>
            <a:spLocks xmlns:a="http://schemas.openxmlformats.org/drawingml/2006/main" noGrp="1"/>
          </p:cNvSpPr>
          <p:nvPr/>
        </p:nvSpPr>
        <p:spPr>
          <a:xfrm xmlns:a="http://schemas.openxmlformats.org/drawingml/2006/main">
            <a:off x="3457575" y="30956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전체 의미 결합과 부분 갱신</a:t>
            </a:r>
          </a:p>
        </p:txBody>
      </p:sp>
      <p:sp>
        <p:nvSpPr>
          <p:cNvPr id="16" name="dp41-v5-qa-detail / n16">
            <a:extLst xmlns:a="http://schemas.openxmlformats.org/drawingml/2006/main">
              <a:ext uri="{FF2B5EF4-FFF2-40B4-BE49-F238E27FC236}">
                <a16:creationId xmlns:a16="http://schemas.microsoft.com/office/drawing/2014/main" id="{B4301635-3C58-4EE8-A32C-C28B0741BCB9}"/>
              </a:ext>
            </a:extLst>
          </p:cNvPr>
          <p:cNvSpPr>
            <a:spLocks xmlns:a="http://schemas.openxmlformats.org/drawingml/2006/main" noGrp="1"/>
          </p:cNvSpPr>
          <p:nvPr/>
        </p:nvSpPr>
        <p:spPr>
          <a:xfrm xmlns:a="http://schemas.openxmlformats.org/drawingml/2006/main">
            <a:off x="9648825" y="26860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17" name="dp41-v5-qa-detail / n17">
            <a:extLst xmlns:a="http://schemas.openxmlformats.org/drawingml/2006/main">
              <a:ext uri="{FF2B5EF4-FFF2-40B4-BE49-F238E27FC236}">
                <a16:creationId xmlns:a16="http://schemas.microsoft.com/office/drawing/2014/main" id="{626E752F-29B4-4EFB-8601-4B0DD150A2BC}"/>
              </a:ext>
            </a:extLst>
          </p:cNvPr>
          <p:cNvSpPr>
            <a:spLocks xmlns:a="http://schemas.openxmlformats.org/drawingml/2006/main" noGrp="1"/>
          </p:cNvSpPr>
          <p:nvPr/>
        </p:nvSpPr>
        <p:spPr>
          <a:xfrm xmlns:a="http://schemas.openxmlformats.org/drawingml/2006/main">
            <a:off x="9648825" y="30956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요청 틀의 표현 범위와 부분 결합</a:t>
            </a:r>
          </a:p>
        </p:txBody>
      </p:sp>
      <p:sp>
        <p:nvSpPr>
          <p:cNvPr id="18" name="dp41-v5-qa-detail / n18">
            <a:extLst xmlns:a="http://schemas.openxmlformats.org/drawingml/2006/main">
              <a:ext uri="{FF2B5EF4-FFF2-40B4-BE49-F238E27FC236}">
                <a16:creationId xmlns:a16="http://schemas.microsoft.com/office/drawing/2014/main" id="{EB9F4260-0BE9-4853-949F-161BCAA45BAB}"/>
              </a:ext>
            </a:extLst>
          </p:cNvPr>
          <p:cNvSpPr>
            <a:spLocks xmlns:a="http://schemas.openxmlformats.org/drawingml/2006/main" noGrp="1"/>
          </p:cNvSpPr>
          <p:nvPr/>
        </p:nvSpPr>
        <p:spPr>
          <a:xfrm xmlns:a="http://schemas.openxmlformats.org/drawingml/2006/main">
            <a:off x="15801975" y="272415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19" name="dp41-v5-qa-detail / n19">
            <a:extLst xmlns:a="http://schemas.openxmlformats.org/drawingml/2006/main">
              <a:ext uri="{FF2B5EF4-FFF2-40B4-BE49-F238E27FC236}">
                <a16:creationId xmlns:a16="http://schemas.microsoft.com/office/drawing/2014/main" id="{A39E54C1-EE94-463C-AA90-1454391871ED}"/>
              </a:ext>
            </a:extLst>
          </p:cNvPr>
          <p:cNvSpPr>
            <a:spLocks xmlns:a="http://schemas.openxmlformats.org/drawingml/2006/main" noGrp="1"/>
          </p:cNvSpPr>
          <p:nvPr/>
        </p:nvSpPr>
        <p:spPr>
          <a:xfrm xmlns:a="http://schemas.openxmlformats.org/drawingml/2006/main">
            <a:off x="15801975" y="310515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1%p</a:t>
            </a:r>
          </a:p>
        </p:txBody>
      </p:sp>
      <p:sp>
        <p:nvSpPr>
          <p:cNvPr id="20" name="dp41-v5-qa-detail / n20">
            <a:extLst xmlns:a="http://schemas.openxmlformats.org/drawingml/2006/main">
              <a:ext uri="{FF2B5EF4-FFF2-40B4-BE49-F238E27FC236}">
                <a16:creationId xmlns:a16="http://schemas.microsoft.com/office/drawing/2014/main" id="{9AE31550-93AF-4283-853B-B5DB4DA25740}"/>
              </a:ext>
            </a:extLst>
          </p:cNvPr>
          <p:cNvSpPr>
            <a:spLocks xmlns:a="http://schemas.openxmlformats.org/drawingml/2006/main" noGrp="1"/>
          </p:cNvSpPr>
          <p:nvPr/>
        </p:nvSpPr>
        <p:spPr>
          <a:xfrm xmlns:a="http://schemas.openxmlformats.org/drawingml/2006/main">
            <a:off x="15801975" y="334327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21" name="dp41-v5-qa-detail / n21">
            <a:extLst xmlns:a="http://schemas.openxmlformats.org/drawingml/2006/main">
              <a:ext uri="{FF2B5EF4-FFF2-40B4-BE49-F238E27FC236}">
                <a16:creationId xmlns:a16="http://schemas.microsoft.com/office/drawing/2014/main" id="{1D817D02-4DD9-4437-BC4A-15BF63F8D539}"/>
              </a:ext>
            </a:extLst>
          </p:cNvPr>
          <p:cNvSpPr>
            <a:spLocks xmlns:a="http://schemas.openxmlformats.org/drawingml/2006/main" noGrp="1"/>
          </p:cNvSpPr>
          <p:nvPr/>
        </p:nvSpPr>
        <p:spPr>
          <a:xfrm xmlns:a="http://schemas.openxmlformats.org/drawingml/2006/main">
            <a:off x="381000" y="45910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2" name="dp41-v5-qa-detail / n22">
            <a:extLst xmlns:a="http://schemas.openxmlformats.org/drawingml/2006/main">
              <a:ext uri="{FF2B5EF4-FFF2-40B4-BE49-F238E27FC236}">
                <a16:creationId xmlns:a16="http://schemas.microsoft.com/office/drawing/2014/main" id="{11AB8B1B-6BE3-4C5A-A30F-E5BDE0878BA4}"/>
              </a:ext>
            </a:extLst>
          </p:cNvPr>
          <p:cNvSpPr>
            <a:spLocks xmlns:a="http://schemas.openxmlformats.org/drawingml/2006/main" noGrp="1"/>
          </p:cNvSpPr>
          <p:nvPr/>
        </p:nvSpPr>
        <p:spPr>
          <a:xfrm xmlns:a="http://schemas.openxmlformats.org/drawingml/2006/main">
            <a:off x="533400" y="36957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02  상호작용 응답시간</a:t>
            </a:r>
          </a:p>
        </p:txBody>
      </p:sp>
      <p:sp>
        <p:nvSpPr>
          <p:cNvPr id="23" name="dp41-v5-qa-detail / n23">
            <a:extLst xmlns:a="http://schemas.openxmlformats.org/drawingml/2006/main">
              <a:ext uri="{FF2B5EF4-FFF2-40B4-BE49-F238E27FC236}">
                <a16:creationId xmlns:a16="http://schemas.microsoft.com/office/drawing/2014/main" id="{CEEAB85B-A4A0-4F5D-B3BC-777A47A60D28}"/>
              </a:ext>
            </a:extLst>
          </p:cNvPr>
          <p:cNvSpPr>
            <a:spLocks xmlns:a="http://schemas.openxmlformats.org/drawingml/2006/main" noGrp="1"/>
          </p:cNvSpPr>
          <p:nvPr/>
        </p:nvSpPr>
        <p:spPr>
          <a:xfrm xmlns:a="http://schemas.openxmlformats.org/drawingml/2006/main">
            <a:off x="533400" y="405765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평균 ≤1초, stop ≤0.1초</a:t>
            </a:r>
          </a:p>
        </p:txBody>
      </p:sp>
      <p:sp>
        <p:nvSpPr>
          <p:cNvPr id="24" name="dp41-v5-qa-detail / n24">
            <a:extLst xmlns:a="http://schemas.openxmlformats.org/drawingml/2006/main">
              <a:ext uri="{FF2B5EF4-FFF2-40B4-BE49-F238E27FC236}">
                <a16:creationId xmlns:a16="http://schemas.microsoft.com/office/drawing/2014/main" id="{8CAFBBEB-1B15-420B-B77A-1E6DE6BD56E8}"/>
              </a:ext>
            </a:extLst>
          </p:cNvPr>
          <p:cNvSpPr>
            <a:spLocks xmlns:a="http://schemas.openxmlformats.org/drawingml/2006/main" noGrp="1"/>
          </p:cNvSpPr>
          <p:nvPr/>
        </p:nvSpPr>
        <p:spPr>
          <a:xfrm xmlns:a="http://schemas.openxmlformats.org/drawingml/2006/main">
            <a:off x="3457575" y="36861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25" name="dp41-v5-qa-detail / n25">
            <a:extLst xmlns:a="http://schemas.openxmlformats.org/drawingml/2006/main">
              <a:ext uri="{FF2B5EF4-FFF2-40B4-BE49-F238E27FC236}">
                <a16:creationId xmlns:a16="http://schemas.microsoft.com/office/drawing/2014/main" id="{03117806-D11F-4A9C-91D2-6CBF24CAD438}"/>
              </a:ext>
            </a:extLst>
          </p:cNvPr>
          <p:cNvSpPr>
            <a:spLocks xmlns:a="http://schemas.openxmlformats.org/drawingml/2006/main" noGrp="1"/>
          </p:cNvSpPr>
          <p:nvPr/>
        </p:nvSpPr>
        <p:spPr>
          <a:xfrm xmlns:a="http://schemas.openxmlformats.org/drawingml/2006/main">
            <a:off x="3457575" y="40957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조회 후 재판단과 실제 첫 반응</a:t>
            </a:r>
          </a:p>
        </p:txBody>
      </p:sp>
      <p:sp>
        <p:nvSpPr>
          <p:cNvPr id="26" name="dp41-v5-qa-detail / n26">
            <a:extLst xmlns:a="http://schemas.openxmlformats.org/drawingml/2006/main">
              <a:ext uri="{FF2B5EF4-FFF2-40B4-BE49-F238E27FC236}">
                <a16:creationId xmlns:a16="http://schemas.microsoft.com/office/drawing/2014/main" id="{3E334E8B-52A5-41AD-AD4F-A39F56F90AE0}"/>
              </a:ext>
            </a:extLst>
          </p:cNvPr>
          <p:cNvSpPr>
            <a:spLocks xmlns:a="http://schemas.openxmlformats.org/drawingml/2006/main" noGrp="1"/>
          </p:cNvSpPr>
          <p:nvPr/>
        </p:nvSpPr>
        <p:spPr>
          <a:xfrm xmlns:a="http://schemas.openxmlformats.org/drawingml/2006/main">
            <a:off x="9648825" y="36861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27" name="dp41-v5-qa-detail / n27">
            <a:extLst xmlns:a="http://schemas.openxmlformats.org/drawingml/2006/main">
              <a:ext uri="{FF2B5EF4-FFF2-40B4-BE49-F238E27FC236}">
                <a16:creationId xmlns:a16="http://schemas.microsoft.com/office/drawing/2014/main" id="{833C0D10-90E5-4B5A-8490-4188220065F9}"/>
              </a:ext>
            </a:extLst>
          </p:cNvPr>
          <p:cNvSpPr>
            <a:spLocks xmlns:a="http://schemas.openxmlformats.org/drawingml/2006/main" noGrp="1"/>
          </p:cNvSpPr>
          <p:nvPr/>
        </p:nvSpPr>
        <p:spPr>
          <a:xfrm xmlns:a="http://schemas.openxmlformats.org/drawingml/2006/main">
            <a:off x="9648825" y="40957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지원 항목의 코드 해결과 추가 해석</a:t>
            </a:r>
          </a:p>
        </p:txBody>
      </p:sp>
      <p:sp>
        <p:nvSpPr>
          <p:cNvPr id="28" name="dp41-v5-qa-detail / n28">
            <a:extLst xmlns:a="http://schemas.openxmlformats.org/drawingml/2006/main">
              <a:ext uri="{FF2B5EF4-FFF2-40B4-BE49-F238E27FC236}">
                <a16:creationId xmlns:a16="http://schemas.microsoft.com/office/drawing/2014/main" id="{A695B8AC-18D4-4BCD-94BC-1E1413437B91}"/>
              </a:ext>
            </a:extLst>
          </p:cNvPr>
          <p:cNvSpPr>
            <a:spLocks xmlns:a="http://schemas.openxmlformats.org/drawingml/2006/main" noGrp="1"/>
          </p:cNvSpPr>
          <p:nvPr/>
        </p:nvSpPr>
        <p:spPr>
          <a:xfrm xmlns:a="http://schemas.openxmlformats.org/drawingml/2006/main">
            <a:off x="15801975" y="372427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29" name="dp41-v5-qa-detail / n29">
            <a:extLst xmlns:a="http://schemas.openxmlformats.org/drawingml/2006/main">
              <a:ext uri="{FF2B5EF4-FFF2-40B4-BE49-F238E27FC236}">
                <a16:creationId xmlns:a16="http://schemas.microsoft.com/office/drawing/2014/main" id="{A753891C-CA7C-4C99-A649-7FD20CDAEC68}"/>
              </a:ext>
            </a:extLst>
          </p:cNvPr>
          <p:cNvSpPr>
            <a:spLocks xmlns:a="http://schemas.openxmlformats.org/drawingml/2006/main" noGrp="1"/>
          </p:cNvSpPr>
          <p:nvPr/>
        </p:nvSpPr>
        <p:spPr>
          <a:xfrm xmlns:a="http://schemas.openxmlformats.org/drawingml/2006/main">
            <a:off x="15801975" y="410527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0.10초</a:t>
            </a:r>
          </a:p>
        </p:txBody>
      </p:sp>
      <p:sp>
        <p:nvSpPr>
          <p:cNvPr id="30" name="dp41-v5-qa-detail / n30">
            <a:extLst xmlns:a="http://schemas.openxmlformats.org/drawingml/2006/main">
              <a:ext uri="{FF2B5EF4-FFF2-40B4-BE49-F238E27FC236}">
                <a16:creationId xmlns:a16="http://schemas.microsoft.com/office/drawing/2014/main" id="{60AA3BF6-60B1-4686-BE89-932723CAFDB5}"/>
              </a:ext>
            </a:extLst>
          </p:cNvPr>
          <p:cNvSpPr>
            <a:spLocks xmlns:a="http://schemas.openxmlformats.org/drawingml/2006/main" noGrp="1"/>
          </p:cNvSpPr>
          <p:nvPr/>
        </p:nvSpPr>
        <p:spPr>
          <a:xfrm xmlns:a="http://schemas.openxmlformats.org/drawingml/2006/main">
            <a:off x="15801975" y="434340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31" name="dp41-v5-qa-detail / n31">
            <a:extLst xmlns:a="http://schemas.openxmlformats.org/drawingml/2006/main">
              <a:ext uri="{FF2B5EF4-FFF2-40B4-BE49-F238E27FC236}">
                <a16:creationId xmlns:a16="http://schemas.microsoft.com/office/drawing/2014/main" id="{FAD9AEF8-F9F3-4F75-A4F5-1E92322F7B45}"/>
              </a:ext>
            </a:extLst>
          </p:cNvPr>
          <p:cNvSpPr>
            <a:spLocks xmlns:a="http://schemas.openxmlformats.org/drawingml/2006/main" noGrp="1"/>
          </p:cNvSpPr>
          <p:nvPr/>
        </p:nvSpPr>
        <p:spPr>
          <a:xfrm xmlns:a="http://schemas.openxmlformats.org/drawingml/2006/main">
            <a:off x="381000" y="55911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2" name="dp41-v5-qa-detail / n32">
            <a:extLst xmlns:a="http://schemas.openxmlformats.org/drawingml/2006/main">
              <a:ext uri="{FF2B5EF4-FFF2-40B4-BE49-F238E27FC236}">
                <a16:creationId xmlns:a16="http://schemas.microsoft.com/office/drawing/2014/main" id="{23018098-10C5-4ABF-954D-ACD77D3D66DE}"/>
              </a:ext>
            </a:extLst>
          </p:cNvPr>
          <p:cNvSpPr>
            <a:spLocks xmlns:a="http://schemas.openxmlformats.org/drawingml/2006/main" noGrp="1"/>
          </p:cNvSpPr>
          <p:nvPr/>
        </p:nvSpPr>
        <p:spPr>
          <a:xfrm xmlns:a="http://schemas.openxmlformats.org/drawingml/2006/main">
            <a:off x="533400" y="469582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03  VIA 요청 처리시간</a:t>
            </a:r>
          </a:p>
        </p:txBody>
      </p:sp>
      <p:sp>
        <p:nvSpPr>
          <p:cNvPr id="33" name="dp41-v5-qa-detail / n33">
            <a:extLst xmlns:a="http://schemas.openxmlformats.org/drawingml/2006/main">
              <a:ext uri="{FF2B5EF4-FFF2-40B4-BE49-F238E27FC236}">
                <a16:creationId xmlns:a16="http://schemas.microsoft.com/office/drawing/2014/main" id="{92536FD1-CDC0-49D3-A82E-3DFB89976E88}"/>
              </a:ext>
            </a:extLst>
          </p:cNvPr>
          <p:cNvSpPr>
            <a:spLocks xmlns:a="http://schemas.openxmlformats.org/drawingml/2006/main" noGrp="1"/>
          </p:cNvSpPr>
          <p:nvPr/>
        </p:nvSpPr>
        <p:spPr>
          <a:xfrm xmlns:a="http://schemas.openxmlformats.org/drawingml/2006/main">
            <a:off x="533400" y="505777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평균 ≤10초</a:t>
            </a:r>
          </a:p>
        </p:txBody>
      </p:sp>
      <p:sp>
        <p:nvSpPr>
          <p:cNvPr id="34" name="dp41-v5-qa-detail / n34">
            <a:extLst xmlns:a="http://schemas.openxmlformats.org/drawingml/2006/main">
              <a:ext uri="{FF2B5EF4-FFF2-40B4-BE49-F238E27FC236}">
                <a16:creationId xmlns:a16="http://schemas.microsoft.com/office/drawing/2014/main" id="{6F131799-EB0C-4FA9-915C-B519F1E4378B}"/>
              </a:ext>
            </a:extLst>
          </p:cNvPr>
          <p:cNvSpPr>
            <a:spLocks xmlns:a="http://schemas.openxmlformats.org/drawingml/2006/main" noGrp="1"/>
          </p:cNvSpPr>
          <p:nvPr/>
        </p:nvSpPr>
        <p:spPr>
          <a:xfrm xmlns:a="http://schemas.openxmlformats.org/drawingml/2006/main">
            <a:off x="3457575" y="468630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35" name="dp41-v5-qa-detail / n35">
            <a:extLst xmlns:a="http://schemas.openxmlformats.org/drawingml/2006/main">
              <a:ext uri="{FF2B5EF4-FFF2-40B4-BE49-F238E27FC236}">
                <a16:creationId xmlns:a16="http://schemas.microsoft.com/office/drawing/2014/main" id="{1A3AB1B8-A2C2-4EAB-9963-556C87A09575}"/>
              </a:ext>
            </a:extLst>
          </p:cNvPr>
          <p:cNvSpPr>
            <a:spLocks xmlns:a="http://schemas.openxmlformats.org/drawingml/2006/main" noGrp="1"/>
          </p:cNvSpPr>
          <p:nvPr/>
        </p:nvSpPr>
        <p:spPr>
          <a:xfrm xmlns:a="http://schemas.openxmlformats.org/drawingml/2006/main">
            <a:off x="3457575" y="509587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조회와 전체 판단의 반복 경로</a:t>
            </a:r>
          </a:p>
        </p:txBody>
      </p:sp>
      <p:sp>
        <p:nvSpPr>
          <p:cNvPr id="36" name="dp41-v5-qa-detail / n36">
            <a:extLst xmlns:a="http://schemas.openxmlformats.org/drawingml/2006/main">
              <a:ext uri="{FF2B5EF4-FFF2-40B4-BE49-F238E27FC236}">
                <a16:creationId xmlns:a16="http://schemas.microsoft.com/office/drawing/2014/main" id="{87AE9212-D168-4CD6-8522-44C2CE49B86D}"/>
              </a:ext>
            </a:extLst>
          </p:cNvPr>
          <p:cNvSpPr>
            <a:spLocks xmlns:a="http://schemas.openxmlformats.org/drawingml/2006/main" noGrp="1"/>
          </p:cNvSpPr>
          <p:nvPr/>
        </p:nvSpPr>
        <p:spPr>
          <a:xfrm xmlns:a="http://schemas.openxmlformats.org/drawingml/2006/main">
            <a:off x="9648825" y="468630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37" name="dp41-v5-qa-detail / n37">
            <a:extLst xmlns:a="http://schemas.openxmlformats.org/drawingml/2006/main">
              <a:ext uri="{FF2B5EF4-FFF2-40B4-BE49-F238E27FC236}">
                <a16:creationId xmlns:a16="http://schemas.microsoft.com/office/drawing/2014/main" id="{BEF72A28-F5CC-467A-8CD3-D86A66FEEE45}"/>
              </a:ext>
            </a:extLst>
          </p:cNvPr>
          <p:cNvSpPr>
            <a:spLocks xmlns:a="http://schemas.openxmlformats.org/drawingml/2006/main" noGrp="1"/>
          </p:cNvSpPr>
          <p:nvPr/>
        </p:nvSpPr>
        <p:spPr>
          <a:xfrm xmlns:a="http://schemas.openxmlformats.org/drawingml/2006/main">
            <a:off x="9648825" y="509587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항목별 해결과 코드 결합 경로</a:t>
            </a:r>
          </a:p>
        </p:txBody>
      </p:sp>
      <p:sp>
        <p:nvSpPr>
          <p:cNvPr id="38" name="dp41-v5-qa-detail / n38">
            <a:extLst xmlns:a="http://schemas.openxmlformats.org/drawingml/2006/main">
              <a:ext uri="{FF2B5EF4-FFF2-40B4-BE49-F238E27FC236}">
                <a16:creationId xmlns:a16="http://schemas.microsoft.com/office/drawing/2014/main" id="{B0C63B51-D0F4-4BD3-BB13-B778156DAF71}"/>
              </a:ext>
            </a:extLst>
          </p:cNvPr>
          <p:cNvSpPr>
            <a:spLocks xmlns:a="http://schemas.openxmlformats.org/drawingml/2006/main" noGrp="1"/>
          </p:cNvSpPr>
          <p:nvPr/>
        </p:nvSpPr>
        <p:spPr>
          <a:xfrm xmlns:a="http://schemas.openxmlformats.org/drawingml/2006/main">
            <a:off x="15801975" y="47244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39" name="dp41-v5-qa-detail / n39">
            <a:extLst xmlns:a="http://schemas.openxmlformats.org/drawingml/2006/main">
              <a:ext uri="{FF2B5EF4-FFF2-40B4-BE49-F238E27FC236}">
                <a16:creationId xmlns:a16="http://schemas.microsoft.com/office/drawing/2014/main" id="{789C8266-A37B-4E1B-9732-337622BC9CB5}"/>
              </a:ext>
            </a:extLst>
          </p:cNvPr>
          <p:cNvSpPr>
            <a:spLocks xmlns:a="http://schemas.openxmlformats.org/drawingml/2006/main" noGrp="1"/>
          </p:cNvSpPr>
          <p:nvPr/>
        </p:nvSpPr>
        <p:spPr>
          <a:xfrm xmlns:a="http://schemas.openxmlformats.org/drawingml/2006/main">
            <a:off x="15801975" y="510540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0.50초</a:t>
            </a:r>
          </a:p>
        </p:txBody>
      </p:sp>
      <p:sp>
        <p:nvSpPr>
          <p:cNvPr id="40" name="dp41-v5-qa-detail / n40">
            <a:extLst xmlns:a="http://schemas.openxmlformats.org/drawingml/2006/main">
              <a:ext uri="{FF2B5EF4-FFF2-40B4-BE49-F238E27FC236}">
                <a16:creationId xmlns:a16="http://schemas.microsoft.com/office/drawing/2014/main" id="{7AA0AD33-271A-435F-A499-A6D61376514D}"/>
              </a:ext>
            </a:extLst>
          </p:cNvPr>
          <p:cNvSpPr>
            <a:spLocks xmlns:a="http://schemas.openxmlformats.org/drawingml/2006/main" noGrp="1"/>
          </p:cNvSpPr>
          <p:nvPr/>
        </p:nvSpPr>
        <p:spPr>
          <a:xfrm xmlns:a="http://schemas.openxmlformats.org/drawingml/2006/main">
            <a:off x="15801975" y="534352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41" name="dp41-v5-qa-detail / n41">
            <a:extLst xmlns:a="http://schemas.openxmlformats.org/drawingml/2006/main">
              <a:ext uri="{FF2B5EF4-FFF2-40B4-BE49-F238E27FC236}">
                <a16:creationId xmlns:a16="http://schemas.microsoft.com/office/drawing/2014/main" id="{E4460410-FB0F-446D-89C3-1D8DA20314D6}"/>
              </a:ext>
            </a:extLst>
          </p:cNvPr>
          <p:cNvSpPr>
            <a:spLocks xmlns:a="http://schemas.openxmlformats.org/drawingml/2006/main" noGrp="1"/>
          </p:cNvSpPr>
          <p:nvPr/>
        </p:nvSpPr>
        <p:spPr>
          <a:xfrm xmlns:a="http://schemas.openxmlformats.org/drawingml/2006/main">
            <a:off x="381000" y="65913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2" name="dp41-v5-qa-detail / n42">
            <a:extLst xmlns:a="http://schemas.openxmlformats.org/drawingml/2006/main">
              <a:ext uri="{FF2B5EF4-FFF2-40B4-BE49-F238E27FC236}">
                <a16:creationId xmlns:a16="http://schemas.microsoft.com/office/drawing/2014/main" id="{9853EA94-EDF2-4D17-9816-D2ECFAAF67AE}"/>
              </a:ext>
            </a:extLst>
          </p:cNvPr>
          <p:cNvSpPr>
            <a:spLocks xmlns:a="http://schemas.openxmlformats.org/drawingml/2006/main" noGrp="1"/>
          </p:cNvSpPr>
          <p:nvPr/>
        </p:nvSpPr>
        <p:spPr>
          <a:xfrm xmlns:a="http://schemas.openxmlformats.org/drawingml/2006/main">
            <a:off x="533400" y="569595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04  VIA 모델 사용 비용</a:t>
            </a:r>
          </a:p>
        </p:txBody>
      </p:sp>
      <p:sp>
        <p:nvSpPr>
          <p:cNvPr id="43" name="dp41-v5-qa-detail / n43">
            <a:extLst xmlns:a="http://schemas.openxmlformats.org/drawingml/2006/main">
              <a:ext uri="{FF2B5EF4-FFF2-40B4-BE49-F238E27FC236}">
                <a16:creationId xmlns:a16="http://schemas.microsoft.com/office/drawing/2014/main" id="{1DFBFFC3-61CB-4A0F-980E-D594917871D7}"/>
              </a:ext>
            </a:extLst>
          </p:cNvPr>
          <p:cNvSpPr>
            <a:spLocks xmlns:a="http://schemas.openxmlformats.org/drawingml/2006/main" noGrp="1"/>
          </p:cNvSpPr>
          <p:nvPr/>
        </p:nvSpPr>
        <p:spPr>
          <a:xfrm xmlns:a="http://schemas.openxmlformats.org/drawingml/2006/main">
            <a:off x="533400" y="605790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≤$0.50/P21</a:t>
            </a:r>
          </a:p>
        </p:txBody>
      </p:sp>
      <p:sp>
        <p:nvSpPr>
          <p:cNvPr id="44" name="dp41-v5-qa-detail / n44">
            <a:extLst xmlns:a="http://schemas.openxmlformats.org/drawingml/2006/main">
              <a:ext uri="{FF2B5EF4-FFF2-40B4-BE49-F238E27FC236}">
                <a16:creationId xmlns:a16="http://schemas.microsoft.com/office/drawing/2014/main" id="{EAD89BA1-DD8F-4D44-B68B-BC088280F17B}"/>
              </a:ext>
            </a:extLst>
          </p:cNvPr>
          <p:cNvSpPr>
            <a:spLocks xmlns:a="http://schemas.openxmlformats.org/drawingml/2006/main" noGrp="1"/>
          </p:cNvSpPr>
          <p:nvPr/>
        </p:nvSpPr>
        <p:spPr>
          <a:xfrm xmlns:a="http://schemas.openxmlformats.org/drawingml/2006/main">
            <a:off x="3457575" y="568642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45" name="dp41-v5-qa-detail / n45">
            <a:extLst xmlns:a="http://schemas.openxmlformats.org/drawingml/2006/main">
              <a:ext uri="{FF2B5EF4-FFF2-40B4-BE49-F238E27FC236}">
                <a16:creationId xmlns:a16="http://schemas.microsoft.com/office/drawing/2014/main" id="{F122833A-6DE3-4CE4-880A-FEE2C2530DDE}"/>
              </a:ext>
            </a:extLst>
          </p:cNvPr>
          <p:cNvSpPr>
            <a:spLocks xmlns:a="http://schemas.openxmlformats.org/drawingml/2006/main" noGrp="1"/>
          </p:cNvSpPr>
          <p:nvPr/>
        </p:nvSpPr>
        <p:spPr>
          <a:xfrm xmlns:a="http://schemas.openxmlformats.org/drawingml/2006/main">
            <a:off x="3457575" y="609600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실제 재판단 token과 폐기 청구</a:t>
            </a:r>
          </a:p>
        </p:txBody>
      </p:sp>
      <p:sp>
        <p:nvSpPr>
          <p:cNvPr id="46" name="dp41-v5-qa-detail / n46">
            <a:extLst xmlns:a="http://schemas.openxmlformats.org/drawingml/2006/main">
              <a:ext uri="{FF2B5EF4-FFF2-40B4-BE49-F238E27FC236}">
                <a16:creationId xmlns:a16="http://schemas.microsoft.com/office/drawing/2014/main" id="{5032F526-9BB0-4F06-8607-777CA7F8D8E1}"/>
              </a:ext>
            </a:extLst>
          </p:cNvPr>
          <p:cNvSpPr>
            <a:spLocks xmlns:a="http://schemas.openxmlformats.org/drawingml/2006/main" noGrp="1"/>
          </p:cNvSpPr>
          <p:nvPr/>
        </p:nvSpPr>
        <p:spPr>
          <a:xfrm xmlns:a="http://schemas.openxmlformats.org/drawingml/2006/main">
            <a:off x="9648825" y="568642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47" name="dp41-v5-qa-detail / n47">
            <a:extLst xmlns:a="http://schemas.openxmlformats.org/drawingml/2006/main">
              <a:ext uri="{FF2B5EF4-FFF2-40B4-BE49-F238E27FC236}">
                <a16:creationId xmlns:a16="http://schemas.microsoft.com/office/drawing/2014/main" id="{5D87B27D-CBD0-4367-B6AD-9DDA7638AB6A}"/>
              </a:ext>
            </a:extLst>
          </p:cNvPr>
          <p:cNvSpPr>
            <a:spLocks xmlns:a="http://schemas.openxmlformats.org/drawingml/2006/main" noGrp="1"/>
          </p:cNvSpPr>
          <p:nvPr/>
        </p:nvSpPr>
        <p:spPr>
          <a:xfrm xmlns:a="http://schemas.openxmlformats.org/drawingml/2006/main">
            <a:off x="9648825" y="609600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부분 해석 호출과 전체 청구</a:t>
            </a:r>
          </a:p>
        </p:txBody>
      </p:sp>
      <p:sp>
        <p:nvSpPr>
          <p:cNvPr id="48" name="dp41-v5-qa-detail / n48">
            <a:extLst xmlns:a="http://schemas.openxmlformats.org/drawingml/2006/main">
              <a:ext uri="{FF2B5EF4-FFF2-40B4-BE49-F238E27FC236}">
                <a16:creationId xmlns:a16="http://schemas.microsoft.com/office/drawing/2014/main" id="{989CA431-0137-498F-A11C-863F34A0068C}"/>
              </a:ext>
            </a:extLst>
          </p:cNvPr>
          <p:cNvSpPr>
            <a:spLocks xmlns:a="http://schemas.openxmlformats.org/drawingml/2006/main" noGrp="1"/>
          </p:cNvSpPr>
          <p:nvPr/>
        </p:nvSpPr>
        <p:spPr>
          <a:xfrm xmlns:a="http://schemas.openxmlformats.org/drawingml/2006/main">
            <a:off x="15801975" y="57245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49" name="dp41-v5-qa-detail / n49">
            <a:extLst xmlns:a="http://schemas.openxmlformats.org/drawingml/2006/main">
              <a:ext uri="{FF2B5EF4-FFF2-40B4-BE49-F238E27FC236}">
                <a16:creationId xmlns:a16="http://schemas.microsoft.com/office/drawing/2014/main" id="{8D7F4842-4C49-4BF5-A426-ACA9F13F7487}"/>
              </a:ext>
            </a:extLst>
          </p:cNvPr>
          <p:cNvSpPr>
            <a:spLocks xmlns:a="http://schemas.openxmlformats.org/drawingml/2006/main" noGrp="1"/>
          </p:cNvSpPr>
          <p:nvPr/>
        </p:nvSpPr>
        <p:spPr>
          <a:xfrm xmlns:a="http://schemas.openxmlformats.org/drawingml/2006/main">
            <a:off x="15801975" y="610552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$0.03/P21</a:t>
            </a:r>
          </a:p>
        </p:txBody>
      </p:sp>
      <p:sp>
        <p:nvSpPr>
          <p:cNvPr id="50" name="dp41-v5-qa-detail / n50">
            <a:extLst xmlns:a="http://schemas.openxmlformats.org/drawingml/2006/main">
              <a:ext uri="{FF2B5EF4-FFF2-40B4-BE49-F238E27FC236}">
                <a16:creationId xmlns:a16="http://schemas.microsoft.com/office/drawing/2014/main" id="{1F375650-F3F5-43A0-B87C-893D0B22E4B1}"/>
              </a:ext>
            </a:extLst>
          </p:cNvPr>
          <p:cNvSpPr>
            <a:spLocks xmlns:a="http://schemas.openxmlformats.org/drawingml/2006/main" noGrp="1"/>
          </p:cNvSpPr>
          <p:nvPr/>
        </p:nvSpPr>
        <p:spPr>
          <a:xfrm xmlns:a="http://schemas.openxmlformats.org/drawingml/2006/main">
            <a:off x="15801975" y="634365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51" name="dp41-v5-qa-detail / n51">
            <a:extLst xmlns:a="http://schemas.openxmlformats.org/drawingml/2006/main">
              <a:ext uri="{FF2B5EF4-FFF2-40B4-BE49-F238E27FC236}">
                <a16:creationId xmlns:a16="http://schemas.microsoft.com/office/drawing/2014/main" id="{0326F995-592C-4EA7-89BB-D8665B0187D0}"/>
              </a:ext>
            </a:extLst>
          </p:cNvPr>
          <p:cNvSpPr>
            <a:spLocks xmlns:a="http://schemas.openxmlformats.org/drawingml/2006/main" noGrp="1"/>
          </p:cNvSpPr>
          <p:nvPr/>
        </p:nvSpPr>
        <p:spPr>
          <a:xfrm xmlns:a="http://schemas.openxmlformats.org/drawingml/2006/main">
            <a:off x="381000" y="75914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52" name="dp41-v5-qa-detail / n52">
            <a:extLst xmlns:a="http://schemas.openxmlformats.org/drawingml/2006/main">
              <a:ext uri="{FF2B5EF4-FFF2-40B4-BE49-F238E27FC236}">
                <a16:creationId xmlns:a16="http://schemas.microsoft.com/office/drawing/2014/main" id="{5FBD2EF8-ABDD-4A7F-90DD-E73B38841A6A}"/>
              </a:ext>
            </a:extLst>
          </p:cNvPr>
          <p:cNvSpPr>
            <a:spLocks xmlns:a="http://schemas.openxmlformats.org/drawingml/2006/main" noGrp="1"/>
          </p:cNvSpPr>
          <p:nvPr/>
        </p:nvSpPr>
        <p:spPr>
          <a:xfrm xmlns:a="http://schemas.openxmlformats.org/drawingml/2006/main">
            <a:off x="533400" y="66960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05  VIA 변경 용이성</a:t>
            </a:r>
          </a:p>
        </p:txBody>
      </p:sp>
      <p:sp>
        <p:nvSpPr>
          <p:cNvPr id="53" name="dp41-v5-qa-detail / n53">
            <a:extLst xmlns:a="http://schemas.openxmlformats.org/drawingml/2006/main">
              <a:ext uri="{FF2B5EF4-FFF2-40B4-BE49-F238E27FC236}">
                <a16:creationId xmlns:a16="http://schemas.microsoft.com/office/drawing/2014/main" id="{00F9ACB1-AEB8-4DDC-A570-B11B563F78E0}"/>
              </a:ext>
            </a:extLst>
          </p:cNvPr>
          <p:cNvSpPr>
            <a:spLocks xmlns:a="http://schemas.openxmlformats.org/drawingml/2006/main" noGrp="1"/>
          </p:cNvSpPr>
          <p:nvPr/>
        </p:nvSpPr>
        <p:spPr>
          <a:xfrm xmlns:a="http://schemas.openxmlformats.org/drawingml/2006/main">
            <a:off x="533400" y="705802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평균 ≤3개, 과제별 ≤5개</a:t>
            </a:r>
          </a:p>
        </p:txBody>
      </p:sp>
      <p:sp>
        <p:nvSpPr>
          <p:cNvPr id="54" name="dp41-v5-qa-detail / n54">
            <a:extLst xmlns:a="http://schemas.openxmlformats.org/drawingml/2006/main">
              <a:ext uri="{FF2B5EF4-FFF2-40B4-BE49-F238E27FC236}">
                <a16:creationId xmlns:a16="http://schemas.microsoft.com/office/drawing/2014/main" id="{CA248064-BDD9-4053-9F5B-1197C5095192}"/>
              </a:ext>
            </a:extLst>
          </p:cNvPr>
          <p:cNvSpPr>
            <a:spLocks xmlns:a="http://schemas.openxmlformats.org/drawingml/2006/main" noGrp="1"/>
          </p:cNvSpPr>
          <p:nvPr/>
        </p:nvSpPr>
        <p:spPr>
          <a:xfrm xmlns:a="http://schemas.openxmlformats.org/drawingml/2006/main">
            <a:off x="3457575" y="66865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55" name="dp41-v5-qa-detail / n55">
            <a:extLst xmlns:a="http://schemas.openxmlformats.org/drawingml/2006/main">
              <a:ext uri="{FF2B5EF4-FFF2-40B4-BE49-F238E27FC236}">
                <a16:creationId xmlns:a16="http://schemas.microsoft.com/office/drawing/2014/main" id="{90063DDA-614C-4769-ADB9-E47903DC7896}"/>
              </a:ext>
            </a:extLst>
          </p:cNvPr>
          <p:cNvSpPr>
            <a:spLocks xmlns:a="http://schemas.openxmlformats.org/drawingml/2006/main" noGrp="1"/>
          </p:cNvSpPr>
          <p:nvPr/>
        </p:nvSpPr>
        <p:spPr>
          <a:xfrm xmlns:a="http://schemas.openxmlformats.org/drawingml/2006/main">
            <a:off x="3457575" y="70961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모델 지침과 검증의 실제 수정</a:t>
            </a:r>
          </a:p>
        </p:txBody>
      </p:sp>
      <p:sp>
        <p:nvSpPr>
          <p:cNvPr id="56" name="dp41-v5-qa-detail / n56">
            <a:extLst xmlns:a="http://schemas.openxmlformats.org/drawingml/2006/main">
              <a:ext uri="{FF2B5EF4-FFF2-40B4-BE49-F238E27FC236}">
                <a16:creationId xmlns:a16="http://schemas.microsoft.com/office/drawing/2014/main" id="{380F6604-581D-42E8-9EB4-15AB78E1D6BC}"/>
              </a:ext>
            </a:extLst>
          </p:cNvPr>
          <p:cNvSpPr>
            <a:spLocks xmlns:a="http://schemas.openxmlformats.org/drawingml/2006/main" noGrp="1"/>
          </p:cNvSpPr>
          <p:nvPr/>
        </p:nvSpPr>
        <p:spPr>
          <a:xfrm xmlns:a="http://schemas.openxmlformats.org/drawingml/2006/main">
            <a:off x="9648825" y="66865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57" name="dp41-v5-qa-detail / n57">
            <a:extLst xmlns:a="http://schemas.openxmlformats.org/drawingml/2006/main">
              <a:ext uri="{FF2B5EF4-FFF2-40B4-BE49-F238E27FC236}">
                <a16:creationId xmlns:a16="http://schemas.microsoft.com/office/drawing/2014/main" id="{3B5FE526-81C0-44A0-BAB1-46AD74B266C3}"/>
              </a:ext>
            </a:extLst>
          </p:cNvPr>
          <p:cNvSpPr>
            <a:spLocks xmlns:a="http://schemas.openxmlformats.org/drawingml/2006/main" noGrp="1"/>
          </p:cNvSpPr>
          <p:nvPr/>
        </p:nvSpPr>
        <p:spPr>
          <a:xfrm xmlns:a="http://schemas.openxmlformats.org/drawingml/2006/main">
            <a:off x="9648825" y="70961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요청 틀과 Engine 규칙의 실제 수정</a:t>
            </a:r>
          </a:p>
        </p:txBody>
      </p:sp>
      <p:sp>
        <p:nvSpPr>
          <p:cNvPr id="58" name="dp41-v5-qa-detail / n58">
            <a:extLst xmlns:a="http://schemas.openxmlformats.org/drawingml/2006/main">
              <a:ext uri="{FF2B5EF4-FFF2-40B4-BE49-F238E27FC236}">
                <a16:creationId xmlns:a16="http://schemas.microsoft.com/office/drawing/2014/main" id="{BC4ABEAE-DDDA-4442-95DB-596A788E9910}"/>
              </a:ext>
            </a:extLst>
          </p:cNvPr>
          <p:cNvSpPr>
            <a:spLocks xmlns:a="http://schemas.openxmlformats.org/drawingml/2006/main" noGrp="1"/>
          </p:cNvSpPr>
          <p:nvPr/>
        </p:nvSpPr>
        <p:spPr>
          <a:xfrm xmlns:a="http://schemas.openxmlformats.org/drawingml/2006/main">
            <a:off x="15801975" y="672465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59" name="dp41-v5-qa-detail / n59">
            <a:extLst xmlns:a="http://schemas.openxmlformats.org/drawingml/2006/main">
              <a:ext uri="{FF2B5EF4-FFF2-40B4-BE49-F238E27FC236}">
                <a16:creationId xmlns:a16="http://schemas.microsoft.com/office/drawing/2014/main" id="{1E62788B-DC90-403F-B1E7-4B86BB02A6DB}"/>
              </a:ext>
            </a:extLst>
          </p:cNvPr>
          <p:cNvSpPr>
            <a:spLocks xmlns:a="http://schemas.openxmlformats.org/drawingml/2006/main" noGrp="1"/>
          </p:cNvSpPr>
          <p:nvPr/>
        </p:nvSpPr>
        <p:spPr>
          <a:xfrm xmlns:a="http://schemas.openxmlformats.org/drawingml/2006/main">
            <a:off x="15801975" y="710565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0.50개</a:t>
            </a:r>
          </a:p>
        </p:txBody>
      </p:sp>
      <p:sp>
        <p:nvSpPr>
          <p:cNvPr id="60" name="dp41-v5-qa-detail / n60">
            <a:extLst xmlns:a="http://schemas.openxmlformats.org/drawingml/2006/main">
              <a:ext uri="{FF2B5EF4-FFF2-40B4-BE49-F238E27FC236}">
                <a16:creationId xmlns:a16="http://schemas.microsoft.com/office/drawing/2014/main" id="{E61B8E10-1120-485E-B464-9FC6F7707515}"/>
              </a:ext>
            </a:extLst>
          </p:cNvPr>
          <p:cNvSpPr>
            <a:spLocks xmlns:a="http://schemas.openxmlformats.org/drawingml/2006/main" noGrp="1"/>
          </p:cNvSpPr>
          <p:nvPr/>
        </p:nvSpPr>
        <p:spPr>
          <a:xfrm xmlns:a="http://schemas.openxmlformats.org/drawingml/2006/main">
            <a:off x="15801975" y="734377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61" name="dp41-v5-qa-detail / n61">
            <a:extLst xmlns:a="http://schemas.openxmlformats.org/drawingml/2006/main">
              <a:ext uri="{FF2B5EF4-FFF2-40B4-BE49-F238E27FC236}">
                <a16:creationId xmlns:a16="http://schemas.microsoft.com/office/drawing/2014/main" id="{9B1DC24A-BBE3-40FA-B4B8-7A06777EB53F}"/>
              </a:ext>
            </a:extLst>
          </p:cNvPr>
          <p:cNvSpPr>
            <a:spLocks xmlns:a="http://schemas.openxmlformats.org/drawingml/2006/main" noGrp="1"/>
          </p:cNvSpPr>
          <p:nvPr/>
        </p:nvSpPr>
        <p:spPr>
          <a:xfrm xmlns:a="http://schemas.openxmlformats.org/drawingml/2006/main">
            <a:off x="381000" y="85915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62" name="dp41-v5-qa-detail / n62">
            <a:extLst xmlns:a="http://schemas.openxmlformats.org/drawingml/2006/main">
              <a:ext uri="{FF2B5EF4-FFF2-40B4-BE49-F238E27FC236}">
                <a16:creationId xmlns:a16="http://schemas.microsoft.com/office/drawing/2014/main" id="{2B2CB187-B566-42B9-9469-384717EEAD79}"/>
              </a:ext>
            </a:extLst>
          </p:cNvPr>
          <p:cNvSpPr>
            <a:spLocks xmlns:a="http://schemas.openxmlformats.org/drawingml/2006/main" noGrp="1"/>
          </p:cNvSpPr>
          <p:nvPr/>
        </p:nvSpPr>
        <p:spPr>
          <a:xfrm xmlns:a="http://schemas.openxmlformats.org/drawingml/2006/main">
            <a:off x="533400" y="76962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06  로컬 VIA 메모리 사용량</a:t>
            </a:r>
          </a:p>
        </p:txBody>
      </p:sp>
      <p:sp>
        <p:nvSpPr>
          <p:cNvPr id="63" name="dp41-v5-qa-detail / n63">
            <a:extLst xmlns:a="http://schemas.openxmlformats.org/drawingml/2006/main">
              <a:ext uri="{FF2B5EF4-FFF2-40B4-BE49-F238E27FC236}">
                <a16:creationId xmlns:a16="http://schemas.microsoft.com/office/drawing/2014/main" id="{7AD11CA0-10E1-40B1-B5CE-433620451F68}"/>
              </a:ext>
            </a:extLst>
          </p:cNvPr>
          <p:cNvSpPr>
            <a:spLocks xmlns:a="http://schemas.openxmlformats.org/drawingml/2006/main" noGrp="1"/>
          </p:cNvSpPr>
          <p:nvPr/>
        </p:nvSpPr>
        <p:spPr>
          <a:xfrm xmlns:a="http://schemas.openxmlformats.org/drawingml/2006/main">
            <a:off x="533400" y="805815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commit 최대 ≤4,096MiB</a:t>
            </a:r>
          </a:p>
        </p:txBody>
      </p:sp>
      <p:sp>
        <p:nvSpPr>
          <p:cNvPr id="64" name="dp41-v5-qa-detail / n64">
            <a:extLst xmlns:a="http://schemas.openxmlformats.org/drawingml/2006/main">
              <a:ext uri="{FF2B5EF4-FFF2-40B4-BE49-F238E27FC236}">
                <a16:creationId xmlns:a16="http://schemas.microsoft.com/office/drawing/2014/main" id="{9AC8B7E4-7683-4442-99FA-287F9174EE68}"/>
              </a:ext>
            </a:extLst>
          </p:cNvPr>
          <p:cNvSpPr>
            <a:spLocks xmlns:a="http://schemas.openxmlformats.org/drawingml/2006/main" noGrp="1"/>
          </p:cNvSpPr>
          <p:nvPr/>
        </p:nvSpPr>
        <p:spPr>
          <a:xfrm xmlns:a="http://schemas.openxmlformats.org/drawingml/2006/main">
            <a:off x="3457575" y="76866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예산 1,792MiB (가정)</a:t>
            </a:r>
          </a:p>
        </p:txBody>
      </p:sp>
      <p:sp>
        <p:nvSpPr>
          <p:cNvPr id="65" name="dp41-v5-qa-detail / n65">
            <a:extLst xmlns:a="http://schemas.openxmlformats.org/drawingml/2006/main">
              <a:ext uri="{FF2B5EF4-FFF2-40B4-BE49-F238E27FC236}">
                <a16:creationId xmlns:a16="http://schemas.microsoft.com/office/drawing/2014/main" id="{32D8370C-7BB7-4E4C-8714-6A8F5D71ACA9}"/>
              </a:ext>
            </a:extLst>
          </p:cNvPr>
          <p:cNvSpPr>
            <a:spLocks xmlns:a="http://schemas.openxmlformats.org/drawingml/2006/main" noGrp="1"/>
          </p:cNvSpPr>
          <p:nvPr/>
        </p:nvSpPr>
        <p:spPr>
          <a:xfrm xmlns:a="http://schemas.openxmlformats.org/drawingml/2006/main">
            <a:off x="3457575" y="80962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Context와 조회 buffer의 동시 할당</a:t>
            </a:r>
          </a:p>
        </p:txBody>
      </p:sp>
      <p:sp>
        <p:nvSpPr>
          <p:cNvPr id="66" name="dp41-v5-qa-detail / n66">
            <a:extLst xmlns:a="http://schemas.openxmlformats.org/drawingml/2006/main">
              <a:ext uri="{FF2B5EF4-FFF2-40B4-BE49-F238E27FC236}">
                <a16:creationId xmlns:a16="http://schemas.microsoft.com/office/drawing/2014/main" id="{C3602A92-B5D8-495F-9117-32EDA9452F14}"/>
              </a:ext>
            </a:extLst>
          </p:cNvPr>
          <p:cNvSpPr>
            <a:spLocks xmlns:a="http://schemas.openxmlformats.org/drawingml/2006/main" noGrp="1"/>
          </p:cNvSpPr>
          <p:nvPr/>
        </p:nvSpPr>
        <p:spPr>
          <a:xfrm xmlns:a="http://schemas.openxmlformats.org/drawingml/2006/main">
            <a:off x="9648825" y="76866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예산 1,760MiB (가정)</a:t>
            </a:r>
          </a:p>
        </p:txBody>
      </p:sp>
      <p:sp>
        <p:nvSpPr>
          <p:cNvPr id="67" name="dp41-v5-qa-detail / n67">
            <a:extLst xmlns:a="http://schemas.openxmlformats.org/drawingml/2006/main">
              <a:ext uri="{FF2B5EF4-FFF2-40B4-BE49-F238E27FC236}">
                <a16:creationId xmlns:a16="http://schemas.microsoft.com/office/drawing/2014/main" id="{96839E01-55DB-4232-A00C-0D57B8246353}"/>
              </a:ext>
            </a:extLst>
          </p:cNvPr>
          <p:cNvSpPr>
            <a:spLocks xmlns:a="http://schemas.openxmlformats.org/drawingml/2006/main" noGrp="1"/>
          </p:cNvSpPr>
          <p:nvPr/>
        </p:nvSpPr>
        <p:spPr>
          <a:xfrm xmlns:a="http://schemas.openxmlformats.org/drawingml/2006/main">
            <a:off x="9648825" y="80962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요청 틀과 해결 상태의 동시 할당</a:t>
            </a:r>
          </a:p>
        </p:txBody>
      </p:sp>
      <p:sp>
        <p:nvSpPr>
          <p:cNvPr id="68" name="dp41-v5-qa-detail / n68">
            <a:extLst xmlns:a="http://schemas.openxmlformats.org/drawingml/2006/main">
              <a:ext uri="{FF2B5EF4-FFF2-40B4-BE49-F238E27FC236}">
                <a16:creationId xmlns:a16="http://schemas.microsoft.com/office/drawing/2014/main" id="{08011A11-C50D-4A2C-B15C-C8C4385E39DD}"/>
              </a:ext>
            </a:extLst>
          </p:cNvPr>
          <p:cNvSpPr>
            <a:spLocks xmlns:a="http://schemas.openxmlformats.org/drawingml/2006/main" noGrp="1"/>
          </p:cNvSpPr>
          <p:nvPr/>
        </p:nvSpPr>
        <p:spPr>
          <a:xfrm xmlns:a="http://schemas.openxmlformats.org/drawingml/2006/main">
            <a:off x="15801975" y="772477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69" name="dp41-v5-qa-detail / n69">
            <a:extLst xmlns:a="http://schemas.openxmlformats.org/drawingml/2006/main">
              <a:ext uri="{FF2B5EF4-FFF2-40B4-BE49-F238E27FC236}">
                <a16:creationId xmlns:a16="http://schemas.microsoft.com/office/drawing/2014/main" id="{176FD637-CA98-425C-8AFF-9C4CE27CCF12}"/>
              </a:ext>
            </a:extLst>
          </p:cNvPr>
          <p:cNvSpPr>
            <a:spLocks xmlns:a="http://schemas.openxmlformats.org/drawingml/2006/main" noGrp="1"/>
          </p:cNvSpPr>
          <p:nvPr/>
        </p:nvSpPr>
        <p:spPr>
          <a:xfrm xmlns:a="http://schemas.openxmlformats.org/drawingml/2006/main">
            <a:off x="15801975" y="810577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128MiB</a:t>
            </a:r>
          </a:p>
        </p:txBody>
      </p:sp>
      <p:sp>
        <p:nvSpPr>
          <p:cNvPr id="70" name="dp41-v5-qa-detail / n70">
            <a:extLst xmlns:a="http://schemas.openxmlformats.org/drawingml/2006/main">
              <a:ext uri="{FF2B5EF4-FFF2-40B4-BE49-F238E27FC236}">
                <a16:creationId xmlns:a16="http://schemas.microsoft.com/office/drawing/2014/main" id="{A0E5F905-6D24-470B-A2BF-915A0152564E}"/>
              </a:ext>
            </a:extLst>
          </p:cNvPr>
          <p:cNvSpPr>
            <a:spLocks xmlns:a="http://schemas.openxmlformats.org/drawingml/2006/main" noGrp="1"/>
          </p:cNvSpPr>
          <p:nvPr/>
        </p:nvSpPr>
        <p:spPr>
          <a:xfrm xmlns:a="http://schemas.openxmlformats.org/drawingml/2006/main">
            <a:off x="15801975" y="834390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71" name="dp41-v5-qa-detail / n71">
            <a:extLst xmlns:a="http://schemas.openxmlformats.org/drawingml/2006/main">
              <a:ext uri="{FF2B5EF4-FFF2-40B4-BE49-F238E27FC236}">
                <a16:creationId xmlns:a16="http://schemas.microsoft.com/office/drawing/2014/main" id="{5C507C4A-CEDB-42F2-AAB9-0E45A00D8320}"/>
              </a:ext>
            </a:extLst>
          </p:cNvPr>
          <p:cNvSpPr>
            <a:spLocks xmlns:a="http://schemas.openxmlformats.org/drawingml/2006/main" noGrp="1"/>
          </p:cNvSpPr>
          <p:nvPr/>
        </p:nvSpPr>
        <p:spPr>
          <a:xfrm xmlns:a="http://schemas.openxmlformats.org/drawingml/2006/main">
            <a:off x="32385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2" name="dp41-v5-qa-detail / n72">
            <a:extLst xmlns:a="http://schemas.openxmlformats.org/drawingml/2006/main">
              <a:ext uri="{FF2B5EF4-FFF2-40B4-BE49-F238E27FC236}">
                <a16:creationId xmlns:a16="http://schemas.microsoft.com/office/drawing/2014/main" id="{71921989-94F8-4B69-9184-B722DFF2F6D9}"/>
              </a:ext>
            </a:extLst>
          </p:cNvPr>
          <p:cNvSpPr>
            <a:spLocks xmlns:a="http://schemas.openxmlformats.org/drawingml/2006/main" noGrp="1"/>
          </p:cNvSpPr>
          <p:nvPr/>
        </p:nvSpPr>
        <p:spPr>
          <a:xfrm xmlns:a="http://schemas.openxmlformats.org/drawingml/2006/main">
            <a:off x="942975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3" name="dp41-v5-qa-detail / n73">
            <a:extLst xmlns:a="http://schemas.openxmlformats.org/drawingml/2006/main">
              <a:ext uri="{FF2B5EF4-FFF2-40B4-BE49-F238E27FC236}">
                <a16:creationId xmlns:a16="http://schemas.microsoft.com/office/drawing/2014/main" id="{1D2D0D86-0F6C-4B78-B0BD-3DEDB7B92720}"/>
              </a:ext>
            </a:extLst>
          </p:cNvPr>
          <p:cNvSpPr>
            <a:spLocks xmlns:a="http://schemas.openxmlformats.org/drawingml/2006/main" noGrp="1"/>
          </p:cNvSpPr>
          <p:nvPr/>
        </p:nvSpPr>
        <p:spPr>
          <a:xfrm xmlns:a="http://schemas.openxmlformats.org/drawingml/2006/main">
            <a:off x="156210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4" name="dp41-v5-qa-detail / n74">
            <a:extLst xmlns:a="http://schemas.openxmlformats.org/drawingml/2006/main">
              <a:ext uri="{FF2B5EF4-FFF2-40B4-BE49-F238E27FC236}">
                <a16:creationId xmlns:a16="http://schemas.microsoft.com/office/drawing/2014/main" id="{833C1848-D91C-451F-ABAF-9C497A6C4EE8}"/>
              </a:ext>
            </a:extLst>
          </p:cNvPr>
          <p:cNvSpPr>
            <a:spLocks xmlns:a="http://schemas.openxmlformats.org/drawingml/2006/main" noGrp="1"/>
          </p:cNvSpPr>
          <p:nvPr/>
        </p:nvSpPr>
        <p:spPr>
          <a:xfrm xmlns:a="http://schemas.openxmlformats.org/drawingml/2006/main">
            <a:off x="381000" y="8867775"/>
            <a:ext cx="17526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지역 계산 S2-01: A 4.197초 / B 2.398초. 충분한 typed 근거와 2/1호출 가정이며 전체 평균은 아니다.</a:t>
            </a:r>
          </a:p>
        </p:txBody>
      </p:sp>
      <p:sp>
        <p:nvSpPr>
          <p:cNvPr id="75" name="dp41-v5-qa-detail / n75">
            <a:extLst xmlns:a="http://schemas.openxmlformats.org/drawingml/2006/main">
              <a:ext uri="{FF2B5EF4-FFF2-40B4-BE49-F238E27FC236}">
                <a16:creationId xmlns:a16="http://schemas.microsoft.com/office/drawing/2014/main" id="{078F0A7F-8F29-4D45-82E6-0A94D8B6B84B}"/>
              </a:ext>
            </a:extLst>
          </p:cNvPr>
          <p:cNvSpPr>
            <a:spLocks xmlns:a="http://schemas.openxmlformats.org/drawingml/2006/main" noGrp="1"/>
          </p:cNvSpPr>
          <p:nvPr/>
        </p:nvSpPr>
        <p:spPr>
          <a:xfrm xmlns:a="http://schemas.openxmlformats.org/drawingml/2006/main">
            <a:off x="381000" y="9229725"/>
            <a:ext cx="17526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F6B77"/>
                </a:solidFill>
                <a:latin typeface="Apple SD Gothic Neo"/>
                <a:ea typeface="Apple SD Gothic Neo"/>
                <a:cs typeface="Apple SD Gothic Neo"/>
              </a:defRPr>
            </a:pPr>
            <a:r>
              <a:rPr sz="1575" b="0">
                <a:solidFill>
                  <a:srgbClr val="5F6B77"/>
                </a:solidFill>
                <a:latin typeface="Apple SD Gothic Neo"/>
                <a:ea typeface="Apple SD Gothic Neo"/>
                <a:cs typeface="Apple SD Gothic Neo"/>
              </a:rPr>
              <a:t>P21 공통 비용 예산: 의미 $0.03472 + 신규 audio $0.24512 + 음성 Text $0.07200 = $0.35184. 잔여 $0.14816.</a:t>
            </a:r>
          </a:p>
        </p:txBody>
      </p:sp>
      <p:sp>
        <p:nvSpPr>
          <p:cNvPr id="76" name="dp41-v5-qa-detail / n76">
            <a:extLst xmlns:a="http://schemas.openxmlformats.org/drawingml/2006/main">
              <a:ext uri="{FF2B5EF4-FFF2-40B4-BE49-F238E27FC236}">
                <a16:creationId xmlns:a16="http://schemas.microsoft.com/office/drawing/2014/main" id="{A6BDA7A4-9A6D-434C-8351-8D0F9C38E679}"/>
              </a:ext>
            </a:extLst>
          </p:cNvPr>
          <p:cNvSpPr>
            <a:spLocks xmlns:a="http://schemas.openxmlformats.org/drawingml/2006/main" noGrp="1"/>
          </p:cNvSpPr>
          <p:nvPr/>
        </p:nvSpPr>
        <p:spPr>
          <a:xfrm xmlns:a="http://schemas.openxmlformats.org/drawingml/2006/main">
            <a:off x="381000" y="9858375"/>
            <a:ext cx="17526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이력 audio, 추가 생산, 재시도와 폐기는 실제 청구로 추가한다. 전체 후보값·보호 조건 확인 후 등급을 부여한다.</a:t>
            </a:r>
          </a:p>
        </p:txBody>
      </p:sp>
    </p:spTree>
    <p:extLst>
      <p:ext uri="{BB962C8B-B14F-4D97-AF65-F5344CB8AC3E}">
        <p14:creationId xmlns:p14="http://schemas.microsoft.com/office/powerpoint/2010/main" val="34968052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7" name="dp44-v5-qa-detail / n1">
            <a:extLst xmlns:a="http://schemas.openxmlformats.org/drawingml/2006/main">
              <a:ext uri="{FF2B5EF4-FFF2-40B4-BE49-F238E27FC236}">
                <a16:creationId xmlns:a16="http://schemas.microsoft.com/office/drawing/2014/main" id="{5BAC7E72-ED38-44C7-8E76-B32CA89F9124}"/>
              </a:ext>
            </a:extLst>
          </p:cNvPr>
          <p:cNvSpPr>
            <a:spLocks xmlns:a="http://schemas.openxmlformats.org/drawingml/2006/main" noGrp="1"/>
          </p:cNvSpPr>
          <p:nvPr/>
        </p:nvSpPr>
        <p:spPr>
          <a:xfrm xmlns:a="http://schemas.openxmlformats.org/drawingml/2006/main">
            <a:off x="381000" y="209550"/>
            <a:ext cx="17526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ASR-QA-v6</a:t>
            </a:r>
          </a:p>
        </p:txBody>
      </p:sp>
      <p:sp>
        <p:nvSpPr>
          <p:cNvPr id="2" name="dp44-v5-qa-detail / n2">
            <a:extLst xmlns:a="http://schemas.openxmlformats.org/drawingml/2006/main">
              <a:ext uri="{FF2B5EF4-FFF2-40B4-BE49-F238E27FC236}">
                <a16:creationId xmlns:a16="http://schemas.microsoft.com/office/drawing/2014/main" id="{63001A70-052A-40CC-B8E0-2DFCC8B42A07}"/>
              </a:ext>
            </a:extLst>
          </p:cNvPr>
          <p:cNvSpPr>
            <a:spLocks xmlns:a="http://schemas.openxmlformats.org/drawingml/2006/main" noGrp="1"/>
          </p:cNvSpPr>
          <p:nvPr/>
        </p:nvSpPr>
        <p:spPr>
          <a:xfrm xmlns:a="http://schemas.openxmlformats.org/drawingml/2006/main">
            <a:off x="381000" y="619125"/>
            <a:ext cx="17526000" cy="528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18232E"/>
                </a:solidFill>
                <a:latin typeface="Apple SD Gothic Neo"/>
                <a:ea typeface="Apple SD Gothic Neo"/>
                <a:cs typeface="Apple SD Gothic Neo"/>
              </a:defRPr>
            </a:pPr>
            <a:r>
              <a:rPr sz="2775" b="1">
                <a:solidFill>
                  <a:srgbClr val="18232E"/>
                </a:solidFill>
                <a:latin typeface="Apple SD Gothic Neo"/>
                <a:ea typeface="Apple SD Gothic Neo"/>
                <a:cs typeface="Apple SD Gothic Neo"/>
              </a:rPr>
              <a:t>04-44. 중앙 후속 지시와 단계별 실행 연결 / ASR-QA 평가</a:t>
            </a:r>
          </a:p>
        </p:txBody>
      </p:sp>
      <p:sp>
        <p:nvSpPr>
          <p:cNvPr id="3" name="dp44-v5-qa-detail / n3">
            <a:extLst xmlns:a="http://schemas.openxmlformats.org/drawingml/2006/main">
              <a:ext uri="{FF2B5EF4-FFF2-40B4-BE49-F238E27FC236}">
                <a16:creationId xmlns:a16="http://schemas.microsoft.com/office/drawing/2014/main" id="{3472E015-68DA-4C56-8CC0-BED59432E709}"/>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 name="dp44-v5-qa-detail / n4">
            <a:extLst xmlns:a="http://schemas.openxmlformats.org/drawingml/2006/main">
              <a:ext uri="{FF2B5EF4-FFF2-40B4-BE49-F238E27FC236}">
                <a16:creationId xmlns:a16="http://schemas.microsoft.com/office/drawing/2014/main" id="{C814F336-D42B-477A-A6C8-5D9E41CEEFCE}"/>
              </a:ext>
            </a:extLst>
          </p:cNvPr>
          <p:cNvSpPr>
            <a:spLocks xmlns:a="http://schemas.openxmlformats.org/drawingml/2006/main" noGrp="1"/>
          </p:cNvSpPr>
          <p:nvPr/>
        </p:nvSpPr>
        <p:spPr>
          <a:xfrm xmlns:a="http://schemas.openxmlformats.org/drawingml/2006/main">
            <a:off x="381000" y="1352550"/>
            <a:ext cx="1752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F6B77"/>
                </a:solidFill>
                <a:latin typeface="Apple SD Gothic Neo"/>
                <a:ea typeface="Apple SD Gothic Neo"/>
                <a:cs typeface="Apple SD Gothic Neo"/>
              </a:defRPr>
            </a:pPr>
            <a:r>
              <a:rPr sz="1800" b="0">
                <a:solidFill>
                  <a:srgbClr val="5F6B77"/>
                </a:solidFill>
                <a:latin typeface="Apple SD Gothic Neo"/>
                <a:ea typeface="Apple SD Gothic Neo"/>
                <a:cs typeface="Apple SD Gothic Neo"/>
              </a:rPr>
              <a:t>P21 전체 5회: 630개 채점 조건, 135반응, 95요청 처리. 비용과 메모리는 전체 활동을 포함한다.</a:t>
            </a:r>
          </a:p>
        </p:txBody>
      </p:sp>
      <p:sp>
        <p:nvSpPr>
          <p:cNvPr id="5" name="dp44-v5-qa-detail / n5">
            <a:extLst xmlns:a="http://schemas.openxmlformats.org/drawingml/2006/main">
              <a:ext uri="{FF2B5EF4-FFF2-40B4-BE49-F238E27FC236}">
                <a16:creationId xmlns:a16="http://schemas.microsoft.com/office/drawing/2014/main" id="{AC82426D-1B2F-4CEB-B69F-53E627A36BA5}"/>
              </a:ext>
            </a:extLst>
          </p:cNvPr>
          <p:cNvSpPr>
            <a:spLocks xmlns:a="http://schemas.openxmlformats.org/drawingml/2006/main" noGrp="1"/>
          </p:cNvSpPr>
          <p:nvPr/>
        </p:nvSpPr>
        <p:spPr>
          <a:xfrm xmlns:a="http://schemas.openxmlformats.org/drawingml/2006/main">
            <a:off x="381000" y="1762125"/>
            <a:ext cx="17526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F6B77"/>
                </a:solidFill>
                <a:latin typeface="Apple SD Gothic Neo"/>
                <a:ea typeface="Apple SD Gothic Neo"/>
                <a:cs typeface="Apple SD Gothic Neo"/>
              </a:defRPr>
            </a:pPr>
            <a:r>
              <a:rPr sz="1650" b="0">
                <a:solidFill>
                  <a:srgbClr val="5F6B77"/>
                </a:solidFill>
                <a:latin typeface="Apple SD Gothic Neo"/>
                <a:ea typeface="Apple SD Gothic Neo"/>
                <a:cs typeface="Apple SD Gothic Neo"/>
              </a:rPr>
              <a:t>A/B 전체 값과 0–6점 등급은 평가 전. 아래 지역 계산과 메모리 예산은 작성자 가정이다.</a:t>
            </a:r>
          </a:p>
        </p:txBody>
      </p:sp>
      <p:sp>
        <p:nvSpPr>
          <p:cNvPr id="6" name="dp44-v5-qa-detail / n6">
            <a:extLst xmlns:a="http://schemas.openxmlformats.org/drawingml/2006/main">
              <a:ext uri="{FF2B5EF4-FFF2-40B4-BE49-F238E27FC236}">
                <a16:creationId xmlns:a16="http://schemas.microsoft.com/office/drawing/2014/main" id="{C40CC6A5-FDED-47E4-AA8C-A3B591A08822}"/>
              </a:ext>
            </a:extLst>
          </p:cNvPr>
          <p:cNvSpPr>
            <a:spLocks xmlns:a="http://schemas.openxmlformats.org/drawingml/2006/main" noGrp="1"/>
          </p:cNvSpPr>
          <p:nvPr/>
        </p:nvSpPr>
        <p:spPr>
          <a:xfrm xmlns:a="http://schemas.openxmlformats.org/drawingml/2006/main">
            <a:off x="381000" y="2143125"/>
            <a:ext cx="17526000" cy="457200"/>
          </a:xfrm>
          <a:prstGeom xmlns:a="http://schemas.openxmlformats.org/drawingml/2006/main" prst="rect">
            <a:avLst/>
          </a:prstGeom>
          <a:solidFill xmlns:a="http://schemas.openxmlformats.org/drawingml/2006/main">
            <a:srgbClr val="D5E7C7"/>
          </a:solidFill>
          <a:ln xmlns:a="http://schemas.openxmlformats.org/drawingml/2006/main" w="0">
            <a:noFill/>
          </a:ln>
        </p:spPr>
      </p:sp>
      <p:sp>
        <p:nvSpPr>
          <p:cNvPr id="7" name="dp44-v5-qa-detail / n7">
            <a:extLst xmlns:a="http://schemas.openxmlformats.org/drawingml/2006/main">
              <a:ext uri="{FF2B5EF4-FFF2-40B4-BE49-F238E27FC236}">
                <a16:creationId xmlns:a16="http://schemas.microsoft.com/office/drawing/2014/main" id="{03AD35FE-CDDB-410B-B736-DF97A8D4ADC2}"/>
              </a:ext>
            </a:extLst>
          </p:cNvPr>
          <p:cNvSpPr>
            <a:spLocks xmlns:a="http://schemas.openxmlformats.org/drawingml/2006/main" noGrp="1"/>
          </p:cNvSpPr>
          <p:nvPr/>
        </p:nvSpPr>
        <p:spPr>
          <a:xfrm xmlns:a="http://schemas.openxmlformats.org/drawingml/2006/main">
            <a:off x="533400" y="2238375"/>
            <a:ext cx="251460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QA / 목표</a:t>
            </a:r>
          </a:p>
        </p:txBody>
      </p:sp>
      <p:sp>
        <p:nvSpPr>
          <p:cNvPr id="8" name="dp44-v5-qa-detail / n8">
            <a:extLst xmlns:a="http://schemas.openxmlformats.org/drawingml/2006/main">
              <a:ext uri="{FF2B5EF4-FFF2-40B4-BE49-F238E27FC236}">
                <a16:creationId xmlns:a16="http://schemas.microsoft.com/office/drawing/2014/main" id="{72862600-3A44-424F-83A0-DE1F0A77FE7D}"/>
              </a:ext>
            </a:extLst>
          </p:cNvPr>
          <p:cNvSpPr>
            <a:spLocks xmlns:a="http://schemas.openxmlformats.org/drawingml/2006/main" noGrp="1"/>
          </p:cNvSpPr>
          <p:nvPr/>
        </p:nvSpPr>
        <p:spPr>
          <a:xfrm xmlns:a="http://schemas.openxmlformats.org/drawingml/2006/main">
            <a:off x="345757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A 중앙에서 다음 실행 지시</a:t>
            </a:r>
          </a:p>
        </p:txBody>
      </p:sp>
      <p:sp>
        <p:nvSpPr>
          <p:cNvPr id="9" name="dp44-v5-qa-detail / n9">
            <a:extLst xmlns:a="http://schemas.openxmlformats.org/drawingml/2006/main">
              <a:ext uri="{FF2B5EF4-FFF2-40B4-BE49-F238E27FC236}">
                <a16:creationId xmlns:a16="http://schemas.microsoft.com/office/drawing/2014/main" id="{32F70264-CCF6-4A17-A9F8-33082E6A673E}"/>
              </a:ext>
            </a:extLst>
          </p:cNvPr>
          <p:cNvSpPr>
            <a:spLocks xmlns:a="http://schemas.openxmlformats.org/drawingml/2006/main" noGrp="1"/>
          </p:cNvSpPr>
          <p:nvPr/>
        </p:nvSpPr>
        <p:spPr>
          <a:xfrm xmlns:a="http://schemas.openxmlformats.org/drawingml/2006/main">
            <a:off x="964882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B 연결된 단계가 조건으로 실행</a:t>
            </a:r>
          </a:p>
        </p:txBody>
      </p:sp>
      <p:sp>
        <p:nvSpPr>
          <p:cNvPr id="10" name="dp44-v5-qa-detail / n10">
            <a:extLst xmlns:a="http://schemas.openxmlformats.org/drawingml/2006/main">
              <a:ext uri="{FF2B5EF4-FFF2-40B4-BE49-F238E27FC236}">
                <a16:creationId xmlns:a16="http://schemas.microsoft.com/office/drawing/2014/main" id="{0BDB6D1D-40EC-479C-AA81-629C6A2DCD2A}"/>
              </a:ext>
            </a:extLst>
          </p:cNvPr>
          <p:cNvSpPr>
            <a:spLocks xmlns:a="http://schemas.openxmlformats.org/drawingml/2006/main" noGrp="1"/>
          </p:cNvSpPr>
          <p:nvPr/>
        </p:nvSpPr>
        <p:spPr>
          <a:xfrm xmlns:a="http://schemas.openxmlformats.org/drawingml/2006/main">
            <a:off x="15801975" y="223837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차이 판단</a:t>
            </a:r>
          </a:p>
        </p:txBody>
      </p:sp>
      <p:sp>
        <p:nvSpPr>
          <p:cNvPr id="11" name="dp44-v5-qa-detail / n11">
            <a:extLst xmlns:a="http://schemas.openxmlformats.org/drawingml/2006/main">
              <a:ext uri="{FF2B5EF4-FFF2-40B4-BE49-F238E27FC236}">
                <a16:creationId xmlns:a16="http://schemas.microsoft.com/office/drawing/2014/main" id="{A58DDFEB-9E24-492E-AC66-D6A939B0534A}"/>
              </a:ext>
            </a:extLst>
          </p:cNvPr>
          <p:cNvSpPr>
            <a:spLocks xmlns:a="http://schemas.openxmlformats.org/drawingml/2006/main" noGrp="1"/>
          </p:cNvSpPr>
          <p:nvPr/>
        </p:nvSpPr>
        <p:spPr>
          <a:xfrm xmlns:a="http://schemas.openxmlformats.org/drawingml/2006/main">
            <a:off x="381000" y="35909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12" name="dp44-v5-qa-detail / n12">
            <a:extLst xmlns:a="http://schemas.openxmlformats.org/drawingml/2006/main">
              <a:ext uri="{FF2B5EF4-FFF2-40B4-BE49-F238E27FC236}">
                <a16:creationId xmlns:a16="http://schemas.microsoft.com/office/drawing/2014/main" id="{6AC67BEE-7F38-432E-A95F-A94E6BB3D051}"/>
              </a:ext>
            </a:extLst>
          </p:cNvPr>
          <p:cNvSpPr>
            <a:spLocks xmlns:a="http://schemas.openxmlformats.org/drawingml/2006/main" noGrp="1"/>
          </p:cNvSpPr>
          <p:nvPr/>
        </p:nvSpPr>
        <p:spPr>
          <a:xfrm xmlns:a="http://schemas.openxmlformats.org/drawingml/2006/main">
            <a:off x="533400" y="26955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01  요청 처리 정확성</a:t>
            </a:r>
          </a:p>
        </p:txBody>
      </p:sp>
      <p:sp>
        <p:nvSpPr>
          <p:cNvPr id="13" name="dp44-v5-qa-detail / n13">
            <a:extLst xmlns:a="http://schemas.openxmlformats.org/drawingml/2006/main">
              <a:ext uri="{FF2B5EF4-FFF2-40B4-BE49-F238E27FC236}">
                <a16:creationId xmlns:a16="http://schemas.microsoft.com/office/drawing/2014/main" id="{65A9B487-E4B7-4E84-AC9B-C3FB9D92E966}"/>
              </a:ext>
            </a:extLst>
          </p:cNvPr>
          <p:cNvSpPr>
            <a:spLocks xmlns:a="http://schemas.openxmlformats.org/drawingml/2006/main" noGrp="1"/>
          </p:cNvSpPr>
          <p:nvPr/>
        </p:nvSpPr>
        <p:spPr>
          <a:xfrm xmlns:a="http://schemas.openxmlformats.org/drawingml/2006/main">
            <a:off x="533400" y="305752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≥98%, 618/630</a:t>
            </a:r>
          </a:p>
        </p:txBody>
      </p:sp>
      <p:sp>
        <p:nvSpPr>
          <p:cNvPr id="14" name="dp44-v5-qa-detail / n14">
            <a:extLst xmlns:a="http://schemas.openxmlformats.org/drawingml/2006/main">
              <a:ext uri="{FF2B5EF4-FFF2-40B4-BE49-F238E27FC236}">
                <a16:creationId xmlns:a16="http://schemas.microsoft.com/office/drawing/2014/main" id="{227A4BBF-2F5E-4210-994C-9135901F1447}"/>
              </a:ext>
            </a:extLst>
          </p:cNvPr>
          <p:cNvSpPr>
            <a:spLocks xmlns:a="http://schemas.openxmlformats.org/drawingml/2006/main" noGrp="1"/>
          </p:cNvSpPr>
          <p:nvPr/>
        </p:nvSpPr>
        <p:spPr>
          <a:xfrm xmlns:a="http://schemas.openxmlformats.org/drawingml/2006/main">
            <a:off x="3457575" y="26860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15" name="dp44-v5-qa-detail / n15">
            <a:extLst xmlns:a="http://schemas.openxmlformats.org/drawingml/2006/main">
              <a:ext uri="{FF2B5EF4-FFF2-40B4-BE49-F238E27FC236}">
                <a16:creationId xmlns:a16="http://schemas.microsoft.com/office/drawing/2014/main" id="{4AC3F92B-DE9C-41CC-B827-DB00EE1C53B2}"/>
              </a:ext>
            </a:extLst>
          </p:cNvPr>
          <p:cNvSpPr>
            <a:spLocks xmlns:a="http://schemas.openxmlformats.org/drawingml/2006/main" noGrp="1"/>
          </p:cNvSpPr>
          <p:nvPr/>
        </p:nvSpPr>
        <p:spPr>
          <a:xfrm xmlns:a="http://schemas.openxmlformats.org/drawingml/2006/main">
            <a:off x="3457575" y="30956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현재성 검사와 올바른 후속 지시</a:t>
            </a:r>
          </a:p>
        </p:txBody>
      </p:sp>
      <p:sp>
        <p:nvSpPr>
          <p:cNvPr id="16" name="dp44-v5-qa-detail / n16">
            <a:extLst xmlns:a="http://schemas.openxmlformats.org/drawingml/2006/main">
              <a:ext uri="{FF2B5EF4-FFF2-40B4-BE49-F238E27FC236}">
                <a16:creationId xmlns:a16="http://schemas.microsoft.com/office/drawing/2014/main" id="{B92EBD59-ED0E-43A5-A972-F53800C08FA5}"/>
              </a:ext>
            </a:extLst>
          </p:cNvPr>
          <p:cNvSpPr>
            <a:spLocks xmlns:a="http://schemas.openxmlformats.org/drawingml/2006/main" noGrp="1"/>
          </p:cNvSpPr>
          <p:nvPr/>
        </p:nvSpPr>
        <p:spPr>
          <a:xfrm xmlns:a="http://schemas.openxmlformats.org/drawingml/2006/main">
            <a:off x="9648825" y="26860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17" name="dp44-v5-qa-detail / n17">
            <a:extLst xmlns:a="http://schemas.openxmlformats.org/drawingml/2006/main">
              <a:ext uri="{FF2B5EF4-FFF2-40B4-BE49-F238E27FC236}">
                <a16:creationId xmlns:a16="http://schemas.microsoft.com/office/drawing/2014/main" id="{6921F257-FBF9-492F-955F-48240C66AD7E}"/>
              </a:ext>
            </a:extLst>
          </p:cNvPr>
          <p:cNvSpPr>
            <a:spLocks xmlns:a="http://schemas.openxmlformats.org/drawingml/2006/main" noGrp="1"/>
          </p:cNvSpPr>
          <p:nvPr/>
        </p:nvSpPr>
        <p:spPr>
          <a:xfrm xmlns:a="http://schemas.openxmlformats.org/drawingml/2006/main">
            <a:off x="9648825" y="30956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window와 Join의 현재성 검사</a:t>
            </a:r>
          </a:p>
        </p:txBody>
      </p:sp>
      <p:sp>
        <p:nvSpPr>
          <p:cNvPr id="18" name="dp44-v5-qa-detail / n18">
            <a:extLst xmlns:a="http://schemas.openxmlformats.org/drawingml/2006/main">
              <a:ext uri="{FF2B5EF4-FFF2-40B4-BE49-F238E27FC236}">
                <a16:creationId xmlns:a16="http://schemas.microsoft.com/office/drawing/2014/main" id="{6AFDB98E-18CA-4CD5-A29D-F3088D9E24B1}"/>
              </a:ext>
            </a:extLst>
          </p:cNvPr>
          <p:cNvSpPr>
            <a:spLocks xmlns:a="http://schemas.openxmlformats.org/drawingml/2006/main" noGrp="1"/>
          </p:cNvSpPr>
          <p:nvPr/>
        </p:nvSpPr>
        <p:spPr>
          <a:xfrm xmlns:a="http://schemas.openxmlformats.org/drawingml/2006/main">
            <a:off x="15801975" y="272415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19" name="dp44-v5-qa-detail / n19">
            <a:extLst xmlns:a="http://schemas.openxmlformats.org/drawingml/2006/main">
              <a:ext uri="{FF2B5EF4-FFF2-40B4-BE49-F238E27FC236}">
                <a16:creationId xmlns:a16="http://schemas.microsoft.com/office/drawing/2014/main" id="{5DD5D5B4-4285-4B53-9F58-DAA46A6F8256}"/>
              </a:ext>
            </a:extLst>
          </p:cNvPr>
          <p:cNvSpPr>
            <a:spLocks xmlns:a="http://schemas.openxmlformats.org/drawingml/2006/main" noGrp="1"/>
          </p:cNvSpPr>
          <p:nvPr/>
        </p:nvSpPr>
        <p:spPr>
          <a:xfrm xmlns:a="http://schemas.openxmlformats.org/drawingml/2006/main">
            <a:off x="15801975" y="310515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1%p</a:t>
            </a:r>
          </a:p>
        </p:txBody>
      </p:sp>
      <p:sp>
        <p:nvSpPr>
          <p:cNvPr id="20" name="dp44-v5-qa-detail / n20">
            <a:extLst xmlns:a="http://schemas.openxmlformats.org/drawingml/2006/main">
              <a:ext uri="{FF2B5EF4-FFF2-40B4-BE49-F238E27FC236}">
                <a16:creationId xmlns:a16="http://schemas.microsoft.com/office/drawing/2014/main" id="{48D2025D-2671-480F-9536-2E9ECD40344F}"/>
              </a:ext>
            </a:extLst>
          </p:cNvPr>
          <p:cNvSpPr>
            <a:spLocks xmlns:a="http://schemas.openxmlformats.org/drawingml/2006/main" noGrp="1"/>
          </p:cNvSpPr>
          <p:nvPr/>
        </p:nvSpPr>
        <p:spPr>
          <a:xfrm xmlns:a="http://schemas.openxmlformats.org/drawingml/2006/main">
            <a:off x="15801975" y="334327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21" name="dp44-v5-qa-detail / n21">
            <a:extLst xmlns:a="http://schemas.openxmlformats.org/drawingml/2006/main">
              <a:ext uri="{FF2B5EF4-FFF2-40B4-BE49-F238E27FC236}">
                <a16:creationId xmlns:a16="http://schemas.microsoft.com/office/drawing/2014/main" id="{9CC2EE3E-A64A-47DE-8EE0-F74C6196482C}"/>
              </a:ext>
            </a:extLst>
          </p:cNvPr>
          <p:cNvSpPr>
            <a:spLocks xmlns:a="http://schemas.openxmlformats.org/drawingml/2006/main" noGrp="1"/>
          </p:cNvSpPr>
          <p:nvPr/>
        </p:nvSpPr>
        <p:spPr>
          <a:xfrm xmlns:a="http://schemas.openxmlformats.org/drawingml/2006/main">
            <a:off x="381000" y="45910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2" name="dp44-v5-qa-detail / n22">
            <a:extLst xmlns:a="http://schemas.openxmlformats.org/drawingml/2006/main">
              <a:ext uri="{FF2B5EF4-FFF2-40B4-BE49-F238E27FC236}">
                <a16:creationId xmlns:a16="http://schemas.microsoft.com/office/drawing/2014/main" id="{58CCD97D-F57F-4BFC-A262-007E103638EE}"/>
              </a:ext>
            </a:extLst>
          </p:cNvPr>
          <p:cNvSpPr>
            <a:spLocks xmlns:a="http://schemas.openxmlformats.org/drawingml/2006/main" noGrp="1"/>
          </p:cNvSpPr>
          <p:nvPr/>
        </p:nvSpPr>
        <p:spPr>
          <a:xfrm xmlns:a="http://schemas.openxmlformats.org/drawingml/2006/main">
            <a:off x="533400" y="36957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02  상호작용 응답시간</a:t>
            </a:r>
          </a:p>
        </p:txBody>
      </p:sp>
      <p:sp>
        <p:nvSpPr>
          <p:cNvPr id="23" name="dp44-v5-qa-detail / n23">
            <a:extLst xmlns:a="http://schemas.openxmlformats.org/drawingml/2006/main">
              <a:ext uri="{FF2B5EF4-FFF2-40B4-BE49-F238E27FC236}">
                <a16:creationId xmlns:a16="http://schemas.microsoft.com/office/drawing/2014/main" id="{864118FF-53D1-42B2-B733-8ACC47A0F0DA}"/>
              </a:ext>
            </a:extLst>
          </p:cNvPr>
          <p:cNvSpPr>
            <a:spLocks xmlns:a="http://schemas.openxmlformats.org/drawingml/2006/main" noGrp="1"/>
          </p:cNvSpPr>
          <p:nvPr/>
        </p:nvSpPr>
        <p:spPr>
          <a:xfrm xmlns:a="http://schemas.openxmlformats.org/drawingml/2006/main">
            <a:off x="533400" y="405765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평균 ≤1초, stop ≤0.1초</a:t>
            </a:r>
          </a:p>
        </p:txBody>
      </p:sp>
      <p:sp>
        <p:nvSpPr>
          <p:cNvPr id="24" name="dp44-v5-qa-detail / n24">
            <a:extLst xmlns:a="http://schemas.openxmlformats.org/drawingml/2006/main">
              <a:ext uri="{FF2B5EF4-FFF2-40B4-BE49-F238E27FC236}">
                <a16:creationId xmlns:a16="http://schemas.microsoft.com/office/drawing/2014/main" id="{055EF714-8A2A-4475-8CBE-76BE94999136}"/>
              </a:ext>
            </a:extLst>
          </p:cNvPr>
          <p:cNvSpPr>
            <a:spLocks xmlns:a="http://schemas.openxmlformats.org/drawingml/2006/main" noGrp="1"/>
          </p:cNvSpPr>
          <p:nvPr/>
        </p:nvSpPr>
        <p:spPr>
          <a:xfrm xmlns:a="http://schemas.openxmlformats.org/drawingml/2006/main">
            <a:off x="3457575" y="36861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25" name="dp44-v5-qa-detail / n25">
            <a:extLst xmlns:a="http://schemas.openxmlformats.org/drawingml/2006/main">
              <a:ext uri="{FF2B5EF4-FFF2-40B4-BE49-F238E27FC236}">
                <a16:creationId xmlns:a16="http://schemas.microsoft.com/office/drawing/2014/main" id="{3B475389-17AA-442A-A6E9-495788561581}"/>
              </a:ext>
            </a:extLst>
          </p:cNvPr>
          <p:cNvSpPr>
            <a:spLocks xmlns:a="http://schemas.openxmlformats.org/drawingml/2006/main" noGrp="1"/>
          </p:cNvSpPr>
          <p:nvPr/>
        </p:nvSpPr>
        <p:spPr>
          <a:xfrm xmlns:a="http://schemas.openxmlformats.org/drawingml/2006/main">
            <a:off x="3457575" y="40957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중앙 queue와 회수 대기</a:t>
            </a:r>
          </a:p>
        </p:txBody>
      </p:sp>
      <p:sp>
        <p:nvSpPr>
          <p:cNvPr id="26" name="dp44-v5-qa-detail / n26">
            <a:extLst xmlns:a="http://schemas.openxmlformats.org/drawingml/2006/main">
              <a:ext uri="{FF2B5EF4-FFF2-40B4-BE49-F238E27FC236}">
                <a16:creationId xmlns:a16="http://schemas.microsoft.com/office/drawing/2014/main" id="{BC5D581A-0674-4918-B680-4BBDAE40A7FB}"/>
              </a:ext>
            </a:extLst>
          </p:cNvPr>
          <p:cNvSpPr>
            <a:spLocks xmlns:a="http://schemas.openxmlformats.org/drawingml/2006/main" noGrp="1"/>
          </p:cNvSpPr>
          <p:nvPr/>
        </p:nvSpPr>
        <p:spPr>
          <a:xfrm xmlns:a="http://schemas.openxmlformats.org/drawingml/2006/main">
            <a:off x="9648825" y="36861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27" name="dp44-v5-qa-detail / n27">
            <a:extLst xmlns:a="http://schemas.openxmlformats.org/drawingml/2006/main">
              <a:ext uri="{FF2B5EF4-FFF2-40B4-BE49-F238E27FC236}">
                <a16:creationId xmlns:a16="http://schemas.microsoft.com/office/drawing/2014/main" id="{7EE33099-6F3C-4251-B479-AA841A816EF7}"/>
              </a:ext>
            </a:extLst>
          </p:cNvPr>
          <p:cNvSpPr>
            <a:spLocks xmlns:a="http://schemas.openxmlformats.org/drawingml/2006/main" noGrp="1"/>
          </p:cNvSpPr>
          <p:nvPr/>
        </p:nvSpPr>
        <p:spPr>
          <a:xfrm xmlns:a="http://schemas.openxmlformats.org/drawingml/2006/main">
            <a:off x="9648825" y="40957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credit와 Stage 및 Join 대기</a:t>
            </a:r>
          </a:p>
        </p:txBody>
      </p:sp>
      <p:sp>
        <p:nvSpPr>
          <p:cNvPr id="28" name="dp44-v5-qa-detail / n28">
            <a:extLst xmlns:a="http://schemas.openxmlformats.org/drawingml/2006/main">
              <a:ext uri="{FF2B5EF4-FFF2-40B4-BE49-F238E27FC236}">
                <a16:creationId xmlns:a16="http://schemas.microsoft.com/office/drawing/2014/main" id="{C95AED90-22CD-46D4-BDDA-670678D9854A}"/>
              </a:ext>
            </a:extLst>
          </p:cNvPr>
          <p:cNvSpPr>
            <a:spLocks xmlns:a="http://schemas.openxmlformats.org/drawingml/2006/main" noGrp="1"/>
          </p:cNvSpPr>
          <p:nvPr/>
        </p:nvSpPr>
        <p:spPr>
          <a:xfrm xmlns:a="http://schemas.openxmlformats.org/drawingml/2006/main">
            <a:off x="15801975" y="372427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29" name="dp44-v5-qa-detail / n29">
            <a:extLst xmlns:a="http://schemas.openxmlformats.org/drawingml/2006/main">
              <a:ext uri="{FF2B5EF4-FFF2-40B4-BE49-F238E27FC236}">
                <a16:creationId xmlns:a16="http://schemas.microsoft.com/office/drawing/2014/main" id="{ECFDE78C-A74F-4E9A-AD5E-B2E862DC8DA6}"/>
              </a:ext>
            </a:extLst>
          </p:cNvPr>
          <p:cNvSpPr>
            <a:spLocks xmlns:a="http://schemas.openxmlformats.org/drawingml/2006/main" noGrp="1"/>
          </p:cNvSpPr>
          <p:nvPr/>
        </p:nvSpPr>
        <p:spPr>
          <a:xfrm xmlns:a="http://schemas.openxmlformats.org/drawingml/2006/main">
            <a:off x="15801975" y="410527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0.10초</a:t>
            </a:r>
          </a:p>
        </p:txBody>
      </p:sp>
      <p:sp>
        <p:nvSpPr>
          <p:cNvPr id="30" name="dp44-v5-qa-detail / n30">
            <a:extLst xmlns:a="http://schemas.openxmlformats.org/drawingml/2006/main">
              <a:ext uri="{FF2B5EF4-FFF2-40B4-BE49-F238E27FC236}">
                <a16:creationId xmlns:a16="http://schemas.microsoft.com/office/drawing/2014/main" id="{425B0040-F664-44A3-AADE-641AFDE58245}"/>
              </a:ext>
            </a:extLst>
          </p:cNvPr>
          <p:cNvSpPr>
            <a:spLocks xmlns:a="http://schemas.openxmlformats.org/drawingml/2006/main" noGrp="1"/>
          </p:cNvSpPr>
          <p:nvPr/>
        </p:nvSpPr>
        <p:spPr>
          <a:xfrm xmlns:a="http://schemas.openxmlformats.org/drawingml/2006/main">
            <a:off x="15801975" y="434340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31" name="dp44-v5-qa-detail / n31">
            <a:extLst xmlns:a="http://schemas.openxmlformats.org/drawingml/2006/main">
              <a:ext uri="{FF2B5EF4-FFF2-40B4-BE49-F238E27FC236}">
                <a16:creationId xmlns:a16="http://schemas.microsoft.com/office/drawing/2014/main" id="{E40D985F-900F-4FAA-9EFE-BA627AD7BF5C}"/>
              </a:ext>
            </a:extLst>
          </p:cNvPr>
          <p:cNvSpPr>
            <a:spLocks xmlns:a="http://schemas.openxmlformats.org/drawingml/2006/main" noGrp="1"/>
          </p:cNvSpPr>
          <p:nvPr/>
        </p:nvSpPr>
        <p:spPr>
          <a:xfrm xmlns:a="http://schemas.openxmlformats.org/drawingml/2006/main">
            <a:off x="381000" y="55911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2" name="dp44-v5-qa-detail / n32">
            <a:extLst xmlns:a="http://schemas.openxmlformats.org/drawingml/2006/main">
              <a:ext uri="{FF2B5EF4-FFF2-40B4-BE49-F238E27FC236}">
                <a16:creationId xmlns:a16="http://schemas.microsoft.com/office/drawing/2014/main" id="{FF113011-6473-4949-9CD0-313FD50BC33F}"/>
              </a:ext>
            </a:extLst>
          </p:cNvPr>
          <p:cNvSpPr>
            <a:spLocks xmlns:a="http://schemas.openxmlformats.org/drawingml/2006/main" noGrp="1"/>
          </p:cNvSpPr>
          <p:nvPr/>
        </p:nvSpPr>
        <p:spPr>
          <a:xfrm xmlns:a="http://schemas.openxmlformats.org/drawingml/2006/main">
            <a:off x="533400" y="469582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03  VIA 요청 처리시간</a:t>
            </a:r>
          </a:p>
        </p:txBody>
      </p:sp>
      <p:sp>
        <p:nvSpPr>
          <p:cNvPr id="33" name="dp44-v5-qa-detail / n33">
            <a:extLst xmlns:a="http://schemas.openxmlformats.org/drawingml/2006/main">
              <a:ext uri="{FF2B5EF4-FFF2-40B4-BE49-F238E27FC236}">
                <a16:creationId xmlns:a16="http://schemas.microsoft.com/office/drawing/2014/main" id="{44ED9A88-6535-4143-B3C7-AA6D58E1A534}"/>
              </a:ext>
            </a:extLst>
          </p:cNvPr>
          <p:cNvSpPr>
            <a:spLocks xmlns:a="http://schemas.openxmlformats.org/drawingml/2006/main" noGrp="1"/>
          </p:cNvSpPr>
          <p:nvPr/>
        </p:nvSpPr>
        <p:spPr>
          <a:xfrm xmlns:a="http://schemas.openxmlformats.org/drawingml/2006/main">
            <a:off x="533400" y="505777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평균 ≤10초</a:t>
            </a:r>
          </a:p>
        </p:txBody>
      </p:sp>
      <p:sp>
        <p:nvSpPr>
          <p:cNvPr id="34" name="dp44-v5-qa-detail / n34">
            <a:extLst xmlns:a="http://schemas.openxmlformats.org/drawingml/2006/main">
              <a:ext uri="{FF2B5EF4-FFF2-40B4-BE49-F238E27FC236}">
                <a16:creationId xmlns:a16="http://schemas.microsoft.com/office/drawing/2014/main" id="{D2232C35-39C3-462F-BD49-1EDD80B65EA8}"/>
              </a:ext>
            </a:extLst>
          </p:cNvPr>
          <p:cNvSpPr>
            <a:spLocks xmlns:a="http://schemas.openxmlformats.org/drawingml/2006/main" noGrp="1"/>
          </p:cNvSpPr>
          <p:nvPr/>
        </p:nvSpPr>
        <p:spPr>
          <a:xfrm xmlns:a="http://schemas.openxmlformats.org/drawingml/2006/main">
            <a:off x="3457575" y="468630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35" name="dp44-v5-qa-detail / n35">
            <a:extLst xmlns:a="http://schemas.openxmlformats.org/drawingml/2006/main">
              <a:ext uri="{FF2B5EF4-FFF2-40B4-BE49-F238E27FC236}">
                <a16:creationId xmlns:a16="http://schemas.microsoft.com/office/drawing/2014/main" id="{67133127-2F03-42E4-B317-B5FF9619EED8}"/>
              </a:ext>
            </a:extLst>
          </p:cNvPr>
          <p:cNvSpPr>
            <a:spLocks xmlns:a="http://schemas.openxmlformats.org/drawingml/2006/main" noGrp="1"/>
          </p:cNvSpPr>
          <p:nvPr/>
        </p:nvSpPr>
        <p:spPr>
          <a:xfrm xmlns:a="http://schemas.openxmlformats.org/drawingml/2006/main">
            <a:off x="3457575" y="509587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완료 회수와 다음 실행의 연결</a:t>
            </a:r>
          </a:p>
        </p:txBody>
      </p:sp>
      <p:sp>
        <p:nvSpPr>
          <p:cNvPr id="36" name="dp44-v5-qa-detail / n36">
            <a:extLst xmlns:a="http://schemas.openxmlformats.org/drawingml/2006/main">
              <a:ext uri="{FF2B5EF4-FFF2-40B4-BE49-F238E27FC236}">
                <a16:creationId xmlns:a16="http://schemas.microsoft.com/office/drawing/2014/main" id="{1E3FDE92-3F0A-4FAB-BADC-C4679AD9D22C}"/>
              </a:ext>
            </a:extLst>
          </p:cNvPr>
          <p:cNvSpPr>
            <a:spLocks xmlns:a="http://schemas.openxmlformats.org/drawingml/2006/main" noGrp="1"/>
          </p:cNvSpPr>
          <p:nvPr/>
        </p:nvSpPr>
        <p:spPr>
          <a:xfrm xmlns:a="http://schemas.openxmlformats.org/drawingml/2006/main">
            <a:off x="9648825" y="468630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37" name="dp44-v5-qa-detail / n37">
            <a:extLst xmlns:a="http://schemas.openxmlformats.org/drawingml/2006/main">
              <a:ext uri="{FF2B5EF4-FFF2-40B4-BE49-F238E27FC236}">
                <a16:creationId xmlns:a16="http://schemas.microsoft.com/office/drawing/2014/main" id="{F0FB1C53-1031-49C9-8671-B39B79C2C454}"/>
              </a:ext>
            </a:extLst>
          </p:cNvPr>
          <p:cNvSpPr>
            <a:spLocks xmlns:a="http://schemas.openxmlformats.org/drawingml/2006/main" noGrp="1"/>
          </p:cNvSpPr>
          <p:nvPr/>
        </p:nvSpPr>
        <p:spPr>
          <a:xfrm xmlns:a="http://schemas.openxmlformats.org/drawingml/2006/main">
            <a:off x="9648825" y="509587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Stage 활성화와 publication Join</a:t>
            </a:r>
          </a:p>
        </p:txBody>
      </p:sp>
      <p:sp>
        <p:nvSpPr>
          <p:cNvPr id="38" name="dp44-v5-qa-detail / n38">
            <a:extLst xmlns:a="http://schemas.openxmlformats.org/drawingml/2006/main">
              <a:ext uri="{FF2B5EF4-FFF2-40B4-BE49-F238E27FC236}">
                <a16:creationId xmlns:a16="http://schemas.microsoft.com/office/drawing/2014/main" id="{83064FC9-B1DC-496E-AD5C-2EF64B4466AD}"/>
              </a:ext>
            </a:extLst>
          </p:cNvPr>
          <p:cNvSpPr>
            <a:spLocks xmlns:a="http://schemas.openxmlformats.org/drawingml/2006/main" noGrp="1"/>
          </p:cNvSpPr>
          <p:nvPr/>
        </p:nvSpPr>
        <p:spPr>
          <a:xfrm xmlns:a="http://schemas.openxmlformats.org/drawingml/2006/main">
            <a:off x="15801975" y="47244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39" name="dp44-v5-qa-detail / n39">
            <a:extLst xmlns:a="http://schemas.openxmlformats.org/drawingml/2006/main">
              <a:ext uri="{FF2B5EF4-FFF2-40B4-BE49-F238E27FC236}">
                <a16:creationId xmlns:a16="http://schemas.microsoft.com/office/drawing/2014/main" id="{C870FBA8-AFFE-48D9-B660-CAAD9A0F853D}"/>
              </a:ext>
            </a:extLst>
          </p:cNvPr>
          <p:cNvSpPr>
            <a:spLocks xmlns:a="http://schemas.openxmlformats.org/drawingml/2006/main" noGrp="1"/>
          </p:cNvSpPr>
          <p:nvPr/>
        </p:nvSpPr>
        <p:spPr>
          <a:xfrm xmlns:a="http://schemas.openxmlformats.org/drawingml/2006/main">
            <a:off x="15801975" y="510540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0.50초</a:t>
            </a:r>
          </a:p>
        </p:txBody>
      </p:sp>
      <p:sp>
        <p:nvSpPr>
          <p:cNvPr id="40" name="dp44-v5-qa-detail / n40">
            <a:extLst xmlns:a="http://schemas.openxmlformats.org/drawingml/2006/main">
              <a:ext uri="{FF2B5EF4-FFF2-40B4-BE49-F238E27FC236}">
                <a16:creationId xmlns:a16="http://schemas.microsoft.com/office/drawing/2014/main" id="{394BB954-926C-4424-B51B-37DC545E8E8D}"/>
              </a:ext>
            </a:extLst>
          </p:cNvPr>
          <p:cNvSpPr>
            <a:spLocks xmlns:a="http://schemas.openxmlformats.org/drawingml/2006/main" noGrp="1"/>
          </p:cNvSpPr>
          <p:nvPr/>
        </p:nvSpPr>
        <p:spPr>
          <a:xfrm xmlns:a="http://schemas.openxmlformats.org/drawingml/2006/main">
            <a:off x="15801975" y="534352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41" name="dp44-v5-qa-detail / n41">
            <a:extLst xmlns:a="http://schemas.openxmlformats.org/drawingml/2006/main">
              <a:ext uri="{FF2B5EF4-FFF2-40B4-BE49-F238E27FC236}">
                <a16:creationId xmlns:a16="http://schemas.microsoft.com/office/drawing/2014/main" id="{AF064DF1-59A5-43E8-870D-A639363803D6}"/>
              </a:ext>
            </a:extLst>
          </p:cNvPr>
          <p:cNvSpPr>
            <a:spLocks xmlns:a="http://schemas.openxmlformats.org/drawingml/2006/main" noGrp="1"/>
          </p:cNvSpPr>
          <p:nvPr/>
        </p:nvSpPr>
        <p:spPr>
          <a:xfrm xmlns:a="http://schemas.openxmlformats.org/drawingml/2006/main">
            <a:off x="381000" y="65913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2" name="dp44-v5-qa-detail / n42">
            <a:extLst xmlns:a="http://schemas.openxmlformats.org/drawingml/2006/main">
              <a:ext uri="{FF2B5EF4-FFF2-40B4-BE49-F238E27FC236}">
                <a16:creationId xmlns:a16="http://schemas.microsoft.com/office/drawing/2014/main" id="{7CF1F32A-1EEF-4101-81F1-61D39F4D44C2}"/>
              </a:ext>
            </a:extLst>
          </p:cNvPr>
          <p:cNvSpPr>
            <a:spLocks xmlns:a="http://schemas.openxmlformats.org/drawingml/2006/main" noGrp="1"/>
          </p:cNvSpPr>
          <p:nvPr/>
        </p:nvSpPr>
        <p:spPr>
          <a:xfrm xmlns:a="http://schemas.openxmlformats.org/drawingml/2006/main">
            <a:off x="533400" y="569595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04  VIA 모델 사용 비용</a:t>
            </a:r>
          </a:p>
        </p:txBody>
      </p:sp>
      <p:sp>
        <p:nvSpPr>
          <p:cNvPr id="43" name="dp44-v5-qa-detail / n43">
            <a:extLst xmlns:a="http://schemas.openxmlformats.org/drawingml/2006/main">
              <a:ext uri="{FF2B5EF4-FFF2-40B4-BE49-F238E27FC236}">
                <a16:creationId xmlns:a16="http://schemas.microsoft.com/office/drawing/2014/main" id="{FF2309D1-D690-45E0-BA4F-F541524AFF45}"/>
              </a:ext>
            </a:extLst>
          </p:cNvPr>
          <p:cNvSpPr>
            <a:spLocks xmlns:a="http://schemas.openxmlformats.org/drawingml/2006/main" noGrp="1"/>
          </p:cNvSpPr>
          <p:nvPr/>
        </p:nvSpPr>
        <p:spPr>
          <a:xfrm xmlns:a="http://schemas.openxmlformats.org/drawingml/2006/main">
            <a:off x="533400" y="605790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≤$0.50/P21</a:t>
            </a:r>
          </a:p>
        </p:txBody>
      </p:sp>
      <p:sp>
        <p:nvSpPr>
          <p:cNvPr id="44" name="dp44-v5-qa-detail / n44">
            <a:extLst xmlns:a="http://schemas.openxmlformats.org/drawingml/2006/main">
              <a:ext uri="{FF2B5EF4-FFF2-40B4-BE49-F238E27FC236}">
                <a16:creationId xmlns:a16="http://schemas.microsoft.com/office/drawing/2014/main" id="{E7F99501-E2EC-4A65-8257-10074B011AB7}"/>
              </a:ext>
            </a:extLst>
          </p:cNvPr>
          <p:cNvSpPr>
            <a:spLocks xmlns:a="http://schemas.openxmlformats.org/drawingml/2006/main" noGrp="1"/>
          </p:cNvSpPr>
          <p:nvPr/>
        </p:nvSpPr>
        <p:spPr>
          <a:xfrm xmlns:a="http://schemas.openxmlformats.org/drawingml/2006/main">
            <a:off x="3457575" y="568642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45" name="dp44-v5-qa-detail / n45">
            <a:extLst xmlns:a="http://schemas.openxmlformats.org/drawingml/2006/main">
              <a:ext uri="{FF2B5EF4-FFF2-40B4-BE49-F238E27FC236}">
                <a16:creationId xmlns:a16="http://schemas.microsoft.com/office/drawing/2014/main" id="{C8FC41FD-08BF-4EC6-BD7C-1915CA2E1B2F}"/>
              </a:ext>
            </a:extLst>
          </p:cNvPr>
          <p:cNvSpPr>
            <a:spLocks xmlns:a="http://schemas.openxmlformats.org/drawingml/2006/main" noGrp="1"/>
          </p:cNvSpPr>
          <p:nvPr/>
        </p:nvSpPr>
        <p:spPr>
          <a:xfrm xmlns:a="http://schemas.openxmlformats.org/drawingml/2006/main">
            <a:off x="3457575" y="609600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실제 호출과 retry 및 폐기 청구</a:t>
            </a:r>
          </a:p>
        </p:txBody>
      </p:sp>
      <p:sp>
        <p:nvSpPr>
          <p:cNvPr id="46" name="dp44-v5-qa-detail / n46">
            <a:extLst xmlns:a="http://schemas.openxmlformats.org/drawingml/2006/main">
              <a:ext uri="{FF2B5EF4-FFF2-40B4-BE49-F238E27FC236}">
                <a16:creationId xmlns:a16="http://schemas.microsoft.com/office/drawing/2014/main" id="{77E8946B-A3D4-4A8C-A9E2-FEDCC67915BA}"/>
              </a:ext>
            </a:extLst>
          </p:cNvPr>
          <p:cNvSpPr>
            <a:spLocks xmlns:a="http://schemas.openxmlformats.org/drawingml/2006/main" noGrp="1"/>
          </p:cNvSpPr>
          <p:nvPr/>
        </p:nvSpPr>
        <p:spPr>
          <a:xfrm xmlns:a="http://schemas.openxmlformats.org/drawingml/2006/main">
            <a:off x="9648825" y="568642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47" name="dp44-v5-qa-detail / n47">
            <a:extLst xmlns:a="http://schemas.openxmlformats.org/drawingml/2006/main">
              <a:ext uri="{FF2B5EF4-FFF2-40B4-BE49-F238E27FC236}">
                <a16:creationId xmlns:a16="http://schemas.microsoft.com/office/drawing/2014/main" id="{10D1417A-1F33-46AA-BFD6-318ADE209AE1}"/>
              </a:ext>
            </a:extLst>
          </p:cNvPr>
          <p:cNvSpPr>
            <a:spLocks xmlns:a="http://schemas.openxmlformats.org/drawingml/2006/main" noGrp="1"/>
          </p:cNvSpPr>
          <p:nvPr/>
        </p:nvSpPr>
        <p:spPr>
          <a:xfrm xmlns:a="http://schemas.openxmlformats.org/drawingml/2006/main">
            <a:off x="9648825" y="609600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실제 호출과 retry 및 폐기 청구</a:t>
            </a:r>
          </a:p>
        </p:txBody>
      </p:sp>
      <p:sp>
        <p:nvSpPr>
          <p:cNvPr id="48" name="dp44-v5-qa-detail / n48">
            <a:extLst xmlns:a="http://schemas.openxmlformats.org/drawingml/2006/main">
              <a:ext uri="{FF2B5EF4-FFF2-40B4-BE49-F238E27FC236}">
                <a16:creationId xmlns:a16="http://schemas.microsoft.com/office/drawing/2014/main" id="{EED160D1-2ED7-4562-92BD-A3BC1CF7DD85}"/>
              </a:ext>
            </a:extLst>
          </p:cNvPr>
          <p:cNvSpPr>
            <a:spLocks xmlns:a="http://schemas.openxmlformats.org/drawingml/2006/main" noGrp="1"/>
          </p:cNvSpPr>
          <p:nvPr/>
        </p:nvSpPr>
        <p:spPr>
          <a:xfrm xmlns:a="http://schemas.openxmlformats.org/drawingml/2006/main">
            <a:off x="15801975" y="57245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49" name="dp44-v5-qa-detail / n49">
            <a:extLst xmlns:a="http://schemas.openxmlformats.org/drawingml/2006/main">
              <a:ext uri="{FF2B5EF4-FFF2-40B4-BE49-F238E27FC236}">
                <a16:creationId xmlns:a16="http://schemas.microsoft.com/office/drawing/2014/main" id="{43683345-A2D1-4B96-9C61-0C96483ECFE5}"/>
              </a:ext>
            </a:extLst>
          </p:cNvPr>
          <p:cNvSpPr>
            <a:spLocks xmlns:a="http://schemas.openxmlformats.org/drawingml/2006/main" noGrp="1"/>
          </p:cNvSpPr>
          <p:nvPr/>
        </p:nvSpPr>
        <p:spPr>
          <a:xfrm xmlns:a="http://schemas.openxmlformats.org/drawingml/2006/main">
            <a:off x="15801975" y="610552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$0.03/P21</a:t>
            </a:r>
          </a:p>
        </p:txBody>
      </p:sp>
      <p:sp>
        <p:nvSpPr>
          <p:cNvPr id="50" name="dp44-v5-qa-detail / n50">
            <a:extLst xmlns:a="http://schemas.openxmlformats.org/drawingml/2006/main">
              <a:ext uri="{FF2B5EF4-FFF2-40B4-BE49-F238E27FC236}">
                <a16:creationId xmlns:a16="http://schemas.microsoft.com/office/drawing/2014/main" id="{C56445F0-A320-45C7-8BBC-E1E490418423}"/>
              </a:ext>
            </a:extLst>
          </p:cNvPr>
          <p:cNvSpPr>
            <a:spLocks xmlns:a="http://schemas.openxmlformats.org/drawingml/2006/main" noGrp="1"/>
          </p:cNvSpPr>
          <p:nvPr/>
        </p:nvSpPr>
        <p:spPr>
          <a:xfrm xmlns:a="http://schemas.openxmlformats.org/drawingml/2006/main">
            <a:off x="15801975" y="634365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51" name="dp44-v5-qa-detail / n51">
            <a:extLst xmlns:a="http://schemas.openxmlformats.org/drawingml/2006/main">
              <a:ext uri="{FF2B5EF4-FFF2-40B4-BE49-F238E27FC236}">
                <a16:creationId xmlns:a16="http://schemas.microsoft.com/office/drawing/2014/main" id="{C61037A0-CB34-4CA5-862F-253A8E4728B4}"/>
              </a:ext>
            </a:extLst>
          </p:cNvPr>
          <p:cNvSpPr>
            <a:spLocks xmlns:a="http://schemas.openxmlformats.org/drawingml/2006/main" noGrp="1"/>
          </p:cNvSpPr>
          <p:nvPr/>
        </p:nvSpPr>
        <p:spPr>
          <a:xfrm xmlns:a="http://schemas.openxmlformats.org/drawingml/2006/main">
            <a:off x="381000" y="75914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52" name="dp44-v5-qa-detail / n52">
            <a:extLst xmlns:a="http://schemas.openxmlformats.org/drawingml/2006/main">
              <a:ext uri="{FF2B5EF4-FFF2-40B4-BE49-F238E27FC236}">
                <a16:creationId xmlns:a16="http://schemas.microsoft.com/office/drawing/2014/main" id="{83DBD071-5C67-4FAE-98AA-5151D76DABD8}"/>
              </a:ext>
            </a:extLst>
          </p:cNvPr>
          <p:cNvSpPr>
            <a:spLocks xmlns:a="http://schemas.openxmlformats.org/drawingml/2006/main" noGrp="1"/>
          </p:cNvSpPr>
          <p:nvPr/>
        </p:nvSpPr>
        <p:spPr>
          <a:xfrm xmlns:a="http://schemas.openxmlformats.org/drawingml/2006/main">
            <a:off x="533400" y="66960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05  VIA 변경 용이성</a:t>
            </a:r>
          </a:p>
        </p:txBody>
      </p:sp>
      <p:sp>
        <p:nvSpPr>
          <p:cNvPr id="53" name="dp44-v5-qa-detail / n53">
            <a:extLst xmlns:a="http://schemas.openxmlformats.org/drawingml/2006/main">
              <a:ext uri="{FF2B5EF4-FFF2-40B4-BE49-F238E27FC236}">
                <a16:creationId xmlns:a16="http://schemas.microsoft.com/office/drawing/2014/main" id="{D6F7F2FF-5C06-455C-9F74-BB6007208EDF}"/>
              </a:ext>
            </a:extLst>
          </p:cNvPr>
          <p:cNvSpPr>
            <a:spLocks xmlns:a="http://schemas.openxmlformats.org/drawingml/2006/main" noGrp="1"/>
          </p:cNvSpPr>
          <p:nvPr/>
        </p:nvSpPr>
        <p:spPr>
          <a:xfrm xmlns:a="http://schemas.openxmlformats.org/drawingml/2006/main">
            <a:off x="533400" y="705802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평균 ≤3개, 과제별 ≤5개</a:t>
            </a:r>
          </a:p>
        </p:txBody>
      </p:sp>
      <p:sp>
        <p:nvSpPr>
          <p:cNvPr id="54" name="dp44-v5-qa-detail / n54">
            <a:extLst xmlns:a="http://schemas.openxmlformats.org/drawingml/2006/main">
              <a:ext uri="{FF2B5EF4-FFF2-40B4-BE49-F238E27FC236}">
                <a16:creationId xmlns:a16="http://schemas.microsoft.com/office/drawing/2014/main" id="{1EECA6AD-0410-4E9C-B19F-E67898735CF2}"/>
              </a:ext>
            </a:extLst>
          </p:cNvPr>
          <p:cNvSpPr>
            <a:spLocks xmlns:a="http://schemas.openxmlformats.org/drawingml/2006/main" noGrp="1"/>
          </p:cNvSpPr>
          <p:nvPr/>
        </p:nvSpPr>
        <p:spPr>
          <a:xfrm xmlns:a="http://schemas.openxmlformats.org/drawingml/2006/main">
            <a:off x="3457575" y="66865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55" name="dp44-v5-qa-detail / n55">
            <a:extLst xmlns:a="http://schemas.openxmlformats.org/drawingml/2006/main">
              <a:ext uri="{FF2B5EF4-FFF2-40B4-BE49-F238E27FC236}">
                <a16:creationId xmlns:a16="http://schemas.microsoft.com/office/drawing/2014/main" id="{57FBBC1A-A0FD-4A8B-826B-BEFE7008E21A}"/>
              </a:ext>
            </a:extLst>
          </p:cNvPr>
          <p:cNvSpPr>
            <a:spLocks xmlns:a="http://schemas.openxmlformats.org/drawingml/2006/main" noGrp="1"/>
          </p:cNvSpPr>
          <p:nvPr/>
        </p:nvSpPr>
        <p:spPr>
          <a:xfrm xmlns:a="http://schemas.openxmlformats.org/drawingml/2006/main">
            <a:off x="3457575" y="70961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후속 규칙과 사건 계약의 수정</a:t>
            </a:r>
          </a:p>
        </p:txBody>
      </p:sp>
      <p:sp>
        <p:nvSpPr>
          <p:cNvPr id="56" name="dp44-v5-qa-detail / n56">
            <a:extLst xmlns:a="http://schemas.openxmlformats.org/drawingml/2006/main">
              <a:ext uri="{FF2B5EF4-FFF2-40B4-BE49-F238E27FC236}">
                <a16:creationId xmlns:a16="http://schemas.microsoft.com/office/drawing/2014/main" id="{A0824304-FB74-4A6D-8F36-4A113DACD205}"/>
              </a:ext>
            </a:extLst>
          </p:cNvPr>
          <p:cNvSpPr>
            <a:spLocks xmlns:a="http://schemas.openxmlformats.org/drawingml/2006/main" noGrp="1"/>
          </p:cNvSpPr>
          <p:nvPr/>
        </p:nvSpPr>
        <p:spPr>
          <a:xfrm xmlns:a="http://schemas.openxmlformats.org/drawingml/2006/main">
            <a:off x="9648825" y="66865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57" name="dp44-v5-qa-detail / n57">
            <a:extLst xmlns:a="http://schemas.openxmlformats.org/drawingml/2006/main">
              <a:ext uri="{FF2B5EF4-FFF2-40B4-BE49-F238E27FC236}">
                <a16:creationId xmlns:a16="http://schemas.microsoft.com/office/drawing/2014/main" id="{F6F3FF26-0042-4987-9F40-9B5F80C2D03F}"/>
              </a:ext>
            </a:extLst>
          </p:cNvPr>
          <p:cNvSpPr>
            <a:spLocks xmlns:a="http://schemas.openxmlformats.org/drawingml/2006/main" noGrp="1"/>
          </p:cNvSpPr>
          <p:nvPr/>
        </p:nvSpPr>
        <p:spPr>
          <a:xfrm xmlns:a="http://schemas.openxmlformats.org/drawingml/2006/main">
            <a:off x="9648825" y="70961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단계와 Join 계약의 실제 수정</a:t>
            </a:r>
          </a:p>
        </p:txBody>
      </p:sp>
      <p:sp>
        <p:nvSpPr>
          <p:cNvPr id="58" name="dp44-v5-qa-detail / n58">
            <a:extLst xmlns:a="http://schemas.openxmlformats.org/drawingml/2006/main">
              <a:ext uri="{FF2B5EF4-FFF2-40B4-BE49-F238E27FC236}">
                <a16:creationId xmlns:a16="http://schemas.microsoft.com/office/drawing/2014/main" id="{968EF13F-A449-46D4-B942-EB7A5EB64339}"/>
              </a:ext>
            </a:extLst>
          </p:cNvPr>
          <p:cNvSpPr>
            <a:spLocks xmlns:a="http://schemas.openxmlformats.org/drawingml/2006/main" noGrp="1"/>
          </p:cNvSpPr>
          <p:nvPr/>
        </p:nvSpPr>
        <p:spPr>
          <a:xfrm xmlns:a="http://schemas.openxmlformats.org/drawingml/2006/main">
            <a:off x="15801975" y="672465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59" name="dp44-v5-qa-detail / n59">
            <a:extLst xmlns:a="http://schemas.openxmlformats.org/drawingml/2006/main">
              <a:ext uri="{FF2B5EF4-FFF2-40B4-BE49-F238E27FC236}">
                <a16:creationId xmlns:a16="http://schemas.microsoft.com/office/drawing/2014/main" id="{402D16F0-CD62-4213-B715-454B213CFB56}"/>
              </a:ext>
            </a:extLst>
          </p:cNvPr>
          <p:cNvSpPr>
            <a:spLocks xmlns:a="http://schemas.openxmlformats.org/drawingml/2006/main" noGrp="1"/>
          </p:cNvSpPr>
          <p:nvPr/>
        </p:nvSpPr>
        <p:spPr>
          <a:xfrm xmlns:a="http://schemas.openxmlformats.org/drawingml/2006/main">
            <a:off x="15801975" y="710565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0.50개</a:t>
            </a:r>
          </a:p>
        </p:txBody>
      </p:sp>
      <p:sp>
        <p:nvSpPr>
          <p:cNvPr id="60" name="dp44-v5-qa-detail / n60">
            <a:extLst xmlns:a="http://schemas.openxmlformats.org/drawingml/2006/main">
              <a:ext uri="{FF2B5EF4-FFF2-40B4-BE49-F238E27FC236}">
                <a16:creationId xmlns:a16="http://schemas.microsoft.com/office/drawing/2014/main" id="{B64C6C79-6BAD-45B4-BB1A-722F584A8A44}"/>
              </a:ext>
            </a:extLst>
          </p:cNvPr>
          <p:cNvSpPr>
            <a:spLocks xmlns:a="http://schemas.openxmlformats.org/drawingml/2006/main" noGrp="1"/>
          </p:cNvSpPr>
          <p:nvPr/>
        </p:nvSpPr>
        <p:spPr>
          <a:xfrm xmlns:a="http://schemas.openxmlformats.org/drawingml/2006/main">
            <a:off x="15801975" y="734377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61" name="dp44-v5-qa-detail / n61">
            <a:extLst xmlns:a="http://schemas.openxmlformats.org/drawingml/2006/main">
              <a:ext uri="{FF2B5EF4-FFF2-40B4-BE49-F238E27FC236}">
                <a16:creationId xmlns:a16="http://schemas.microsoft.com/office/drawing/2014/main" id="{B315C34C-AB6E-46FF-ADEB-5C0F6DCC2B77}"/>
              </a:ext>
            </a:extLst>
          </p:cNvPr>
          <p:cNvSpPr>
            <a:spLocks xmlns:a="http://schemas.openxmlformats.org/drawingml/2006/main" noGrp="1"/>
          </p:cNvSpPr>
          <p:nvPr/>
        </p:nvSpPr>
        <p:spPr>
          <a:xfrm xmlns:a="http://schemas.openxmlformats.org/drawingml/2006/main">
            <a:off x="381000" y="85915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62" name="dp44-v5-qa-detail / n62">
            <a:extLst xmlns:a="http://schemas.openxmlformats.org/drawingml/2006/main">
              <a:ext uri="{FF2B5EF4-FFF2-40B4-BE49-F238E27FC236}">
                <a16:creationId xmlns:a16="http://schemas.microsoft.com/office/drawing/2014/main" id="{DAD95C97-1F78-48E9-A471-CF8A5133B930}"/>
              </a:ext>
            </a:extLst>
          </p:cNvPr>
          <p:cNvSpPr>
            <a:spLocks xmlns:a="http://schemas.openxmlformats.org/drawingml/2006/main" noGrp="1"/>
          </p:cNvSpPr>
          <p:nvPr/>
        </p:nvSpPr>
        <p:spPr>
          <a:xfrm xmlns:a="http://schemas.openxmlformats.org/drawingml/2006/main">
            <a:off x="533400" y="76962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06  로컬 VIA 메모리 사용량</a:t>
            </a:r>
          </a:p>
        </p:txBody>
      </p:sp>
      <p:sp>
        <p:nvSpPr>
          <p:cNvPr id="63" name="dp44-v5-qa-detail / n63">
            <a:extLst xmlns:a="http://schemas.openxmlformats.org/drawingml/2006/main">
              <a:ext uri="{FF2B5EF4-FFF2-40B4-BE49-F238E27FC236}">
                <a16:creationId xmlns:a16="http://schemas.microsoft.com/office/drawing/2014/main" id="{E144F5B2-41E5-4E6C-B4A4-3EFAB7178528}"/>
              </a:ext>
            </a:extLst>
          </p:cNvPr>
          <p:cNvSpPr>
            <a:spLocks xmlns:a="http://schemas.openxmlformats.org/drawingml/2006/main" noGrp="1"/>
          </p:cNvSpPr>
          <p:nvPr/>
        </p:nvSpPr>
        <p:spPr>
          <a:xfrm xmlns:a="http://schemas.openxmlformats.org/drawingml/2006/main">
            <a:off x="533400" y="805815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commit 최대 ≤4,096MiB</a:t>
            </a:r>
          </a:p>
        </p:txBody>
      </p:sp>
      <p:sp>
        <p:nvSpPr>
          <p:cNvPr id="64" name="dp44-v5-qa-detail / n64">
            <a:extLst xmlns:a="http://schemas.openxmlformats.org/drawingml/2006/main">
              <a:ext uri="{FF2B5EF4-FFF2-40B4-BE49-F238E27FC236}">
                <a16:creationId xmlns:a16="http://schemas.microsoft.com/office/drawing/2014/main" id="{136530F9-0296-4EE8-9FF0-1E7B690B7554}"/>
              </a:ext>
            </a:extLst>
          </p:cNvPr>
          <p:cNvSpPr>
            <a:spLocks xmlns:a="http://schemas.openxmlformats.org/drawingml/2006/main" noGrp="1"/>
          </p:cNvSpPr>
          <p:nvPr/>
        </p:nvSpPr>
        <p:spPr>
          <a:xfrm xmlns:a="http://schemas.openxmlformats.org/drawingml/2006/main">
            <a:off x="3457575" y="76866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예산 1,792MiB (가정)</a:t>
            </a:r>
          </a:p>
        </p:txBody>
      </p:sp>
      <p:sp>
        <p:nvSpPr>
          <p:cNvPr id="65" name="dp44-v5-qa-detail / n65">
            <a:extLst xmlns:a="http://schemas.openxmlformats.org/drawingml/2006/main">
              <a:ext uri="{FF2B5EF4-FFF2-40B4-BE49-F238E27FC236}">
                <a16:creationId xmlns:a16="http://schemas.microsoft.com/office/drawing/2014/main" id="{8F66B9A2-DC05-41E1-97DF-8DE013A563C1}"/>
              </a:ext>
            </a:extLst>
          </p:cNvPr>
          <p:cNvSpPr>
            <a:spLocks xmlns:a="http://schemas.openxmlformats.org/drawingml/2006/main" noGrp="1"/>
          </p:cNvSpPr>
          <p:nvPr/>
        </p:nvSpPr>
        <p:spPr>
          <a:xfrm xmlns:a="http://schemas.openxmlformats.org/drawingml/2006/main">
            <a:off x="3457575" y="80962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중앙 진행 상태와 실행 대기열</a:t>
            </a:r>
          </a:p>
        </p:txBody>
      </p:sp>
      <p:sp>
        <p:nvSpPr>
          <p:cNvPr id="66" name="dp44-v5-qa-detail / n66">
            <a:extLst xmlns:a="http://schemas.openxmlformats.org/drawingml/2006/main">
              <a:ext uri="{FF2B5EF4-FFF2-40B4-BE49-F238E27FC236}">
                <a16:creationId xmlns:a16="http://schemas.microsoft.com/office/drawing/2014/main" id="{EA7F0B05-6A33-4BD1-99C5-44C0F2F2E997}"/>
              </a:ext>
            </a:extLst>
          </p:cNvPr>
          <p:cNvSpPr>
            <a:spLocks xmlns:a="http://schemas.openxmlformats.org/drawingml/2006/main" noGrp="1"/>
          </p:cNvSpPr>
          <p:nvPr/>
        </p:nvSpPr>
        <p:spPr>
          <a:xfrm xmlns:a="http://schemas.openxmlformats.org/drawingml/2006/main">
            <a:off x="9648825" y="76866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예산 1,840MiB (가정)</a:t>
            </a:r>
          </a:p>
        </p:txBody>
      </p:sp>
      <p:sp>
        <p:nvSpPr>
          <p:cNvPr id="67" name="dp44-v5-qa-detail / n67">
            <a:extLst xmlns:a="http://schemas.openxmlformats.org/drawingml/2006/main">
              <a:ext uri="{FF2B5EF4-FFF2-40B4-BE49-F238E27FC236}">
                <a16:creationId xmlns:a16="http://schemas.microsoft.com/office/drawing/2014/main" id="{646B2835-2040-4B40-812E-006606674C8A}"/>
              </a:ext>
            </a:extLst>
          </p:cNvPr>
          <p:cNvSpPr>
            <a:spLocks xmlns:a="http://schemas.openxmlformats.org/drawingml/2006/main" noGrp="1"/>
          </p:cNvSpPr>
          <p:nvPr/>
        </p:nvSpPr>
        <p:spPr>
          <a:xfrm xmlns:a="http://schemas.openxmlformats.org/drawingml/2006/main">
            <a:off x="9648825" y="80962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window와 credit 및 envelope copy</a:t>
            </a:r>
          </a:p>
        </p:txBody>
      </p:sp>
      <p:sp>
        <p:nvSpPr>
          <p:cNvPr id="68" name="dp44-v5-qa-detail / n68">
            <a:extLst xmlns:a="http://schemas.openxmlformats.org/drawingml/2006/main">
              <a:ext uri="{FF2B5EF4-FFF2-40B4-BE49-F238E27FC236}">
                <a16:creationId xmlns:a16="http://schemas.microsoft.com/office/drawing/2014/main" id="{F21BC9E9-1F2D-42A1-9975-C0F6781A0F23}"/>
              </a:ext>
            </a:extLst>
          </p:cNvPr>
          <p:cNvSpPr>
            <a:spLocks xmlns:a="http://schemas.openxmlformats.org/drawingml/2006/main" noGrp="1"/>
          </p:cNvSpPr>
          <p:nvPr/>
        </p:nvSpPr>
        <p:spPr>
          <a:xfrm xmlns:a="http://schemas.openxmlformats.org/drawingml/2006/main">
            <a:off x="15801975" y="772477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69" name="dp44-v5-qa-detail / n69">
            <a:extLst xmlns:a="http://schemas.openxmlformats.org/drawingml/2006/main">
              <a:ext uri="{FF2B5EF4-FFF2-40B4-BE49-F238E27FC236}">
                <a16:creationId xmlns:a16="http://schemas.microsoft.com/office/drawing/2014/main" id="{526B1B18-E4CA-4CB2-974F-1A97A9F23048}"/>
              </a:ext>
            </a:extLst>
          </p:cNvPr>
          <p:cNvSpPr>
            <a:spLocks xmlns:a="http://schemas.openxmlformats.org/drawingml/2006/main" noGrp="1"/>
          </p:cNvSpPr>
          <p:nvPr/>
        </p:nvSpPr>
        <p:spPr>
          <a:xfrm xmlns:a="http://schemas.openxmlformats.org/drawingml/2006/main">
            <a:off x="15801975" y="810577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128MiB</a:t>
            </a:r>
          </a:p>
        </p:txBody>
      </p:sp>
      <p:sp>
        <p:nvSpPr>
          <p:cNvPr id="70" name="dp44-v5-qa-detail / n70">
            <a:extLst xmlns:a="http://schemas.openxmlformats.org/drawingml/2006/main">
              <a:ext uri="{FF2B5EF4-FFF2-40B4-BE49-F238E27FC236}">
                <a16:creationId xmlns:a16="http://schemas.microsoft.com/office/drawing/2014/main" id="{14FBD837-90A8-43C0-B4A3-E1E75CAE30D8}"/>
              </a:ext>
            </a:extLst>
          </p:cNvPr>
          <p:cNvSpPr>
            <a:spLocks xmlns:a="http://schemas.openxmlformats.org/drawingml/2006/main" noGrp="1"/>
          </p:cNvSpPr>
          <p:nvPr/>
        </p:nvSpPr>
        <p:spPr>
          <a:xfrm xmlns:a="http://schemas.openxmlformats.org/drawingml/2006/main">
            <a:off x="15801975" y="834390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71" name="dp44-v5-qa-detail / n71">
            <a:extLst xmlns:a="http://schemas.openxmlformats.org/drawingml/2006/main">
              <a:ext uri="{FF2B5EF4-FFF2-40B4-BE49-F238E27FC236}">
                <a16:creationId xmlns:a16="http://schemas.microsoft.com/office/drawing/2014/main" id="{CC4B4C12-48F8-4BE9-914F-2C44A6178E05}"/>
              </a:ext>
            </a:extLst>
          </p:cNvPr>
          <p:cNvSpPr>
            <a:spLocks xmlns:a="http://schemas.openxmlformats.org/drawingml/2006/main" noGrp="1"/>
          </p:cNvSpPr>
          <p:nvPr/>
        </p:nvSpPr>
        <p:spPr>
          <a:xfrm xmlns:a="http://schemas.openxmlformats.org/drawingml/2006/main">
            <a:off x="32385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2" name="dp44-v5-qa-detail / n72">
            <a:extLst xmlns:a="http://schemas.openxmlformats.org/drawingml/2006/main">
              <a:ext uri="{FF2B5EF4-FFF2-40B4-BE49-F238E27FC236}">
                <a16:creationId xmlns:a16="http://schemas.microsoft.com/office/drawing/2014/main" id="{86CFD645-9475-48E1-B2A6-0FBC774FC731}"/>
              </a:ext>
            </a:extLst>
          </p:cNvPr>
          <p:cNvSpPr>
            <a:spLocks xmlns:a="http://schemas.openxmlformats.org/drawingml/2006/main" noGrp="1"/>
          </p:cNvSpPr>
          <p:nvPr/>
        </p:nvSpPr>
        <p:spPr>
          <a:xfrm xmlns:a="http://schemas.openxmlformats.org/drawingml/2006/main">
            <a:off x="942975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3" name="dp44-v5-qa-detail / n73">
            <a:extLst xmlns:a="http://schemas.openxmlformats.org/drawingml/2006/main">
              <a:ext uri="{FF2B5EF4-FFF2-40B4-BE49-F238E27FC236}">
                <a16:creationId xmlns:a16="http://schemas.microsoft.com/office/drawing/2014/main" id="{9D95C4F9-C664-4BA8-BD37-8EEF0ED074AF}"/>
              </a:ext>
            </a:extLst>
          </p:cNvPr>
          <p:cNvSpPr>
            <a:spLocks xmlns:a="http://schemas.openxmlformats.org/drawingml/2006/main" noGrp="1"/>
          </p:cNvSpPr>
          <p:nvPr/>
        </p:nvSpPr>
        <p:spPr>
          <a:xfrm xmlns:a="http://schemas.openxmlformats.org/drawingml/2006/main">
            <a:off x="156210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4" name="dp44-v5-qa-detail / n74">
            <a:extLst xmlns:a="http://schemas.openxmlformats.org/drawingml/2006/main">
              <a:ext uri="{FF2B5EF4-FFF2-40B4-BE49-F238E27FC236}">
                <a16:creationId xmlns:a16="http://schemas.microsoft.com/office/drawing/2014/main" id="{2AEB324B-541D-46D1-9618-D7A966618EA4}"/>
              </a:ext>
            </a:extLst>
          </p:cNvPr>
          <p:cNvSpPr>
            <a:spLocks xmlns:a="http://schemas.openxmlformats.org/drawingml/2006/main" noGrp="1"/>
          </p:cNvSpPr>
          <p:nvPr/>
        </p:nvSpPr>
        <p:spPr>
          <a:xfrm xmlns:a="http://schemas.openxmlformats.org/drawingml/2006/main">
            <a:off x="381000" y="8867775"/>
            <a:ext cx="17526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지역 계산 S5-04: 전이 6회 A 0.060초 / B 0.050초. 실제 queue와 음성 차례 비용은 별도다.</a:t>
            </a:r>
          </a:p>
        </p:txBody>
      </p:sp>
      <p:sp>
        <p:nvSpPr>
          <p:cNvPr id="75" name="dp44-v5-qa-detail / n75">
            <a:extLst xmlns:a="http://schemas.openxmlformats.org/drawingml/2006/main">
              <a:ext uri="{FF2B5EF4-FFF2-40B4-BE49-F238E27FC236}">
                <a16:creationId xmlns:a16="http://schemas.microsoft.com/office/drawing/2014/main" id="{0F507A23-01EC-4E13-B9C8-8B3AD9FE1FDF}"/>
              </a:ext>
            </a:extLst>
          </p:cNvPr>
          <p:cNvSpPr>
            <a:spLocks xmlns:a="http://schemas.openxmlformats.org/drawingml/2006/main" noGrp="1"/>
          </p:cNvSpPr>
          <p:nvPr/>
        </p:nvSpPr>
        <p:spPr>
          <a:xfrm xmlns:a="http://schemas.openxmlformats.org/drawingml/2006/main">
            <a:off x="381000" y="9229725"/>
            <a:ext cx="17526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F6B77"/>
                </a:solidFill>
                <a:latin typeface="Apple SD Gothic Neo"/>
                <a:ea typeface="Apple SD Gothic Neo"/>
                <a:cs typeface="Apple SD Gothic Neo"/>
              </a:defRPr>
            </a:pPr>
            <a:r>
              <a:rPr sz="1575" b="0">
                <a:solidFill>
                  <a:srgbClr val="5F6B77"/>
                </a:solidFill>
                <a:latin typeface="Apple SD Gothic Neo"/>
                <a:ea typeface="Apple SD Gothic Neo"/>
                <a:cs typeface="Apple SD Gothic Neo"/>
              </a:rPr>
              <a:t>P21 공통 비용 예산: 의미 $0.03472 + 신규 audio $0.24512 + 음성 Text $0.07200 = $0.35184. 잔여 $0.14816.</a:t>
            </a:r>
          </a:p>
        </p:txBody>
      </p:sp>
      <p:sp>
        <p:nvSpPr>
          <p:cNvPr id="76" name="dp44-v5-qa-detail / n76">
            <a:extLst xmlns:a="http://schemas.openxmlformats.org/drawingml/2006/main">
              <a:ext uri="{FF2B5EF4-FFF2-40B4-BE49-F238E27FC236}">
                <a16:creationId xmlns:a16="http://schemas.microsoft.com/office/drawing/2014/main" id="{49B1163A-09C3-4F87-8F61-D810D0719FEC}"/>
              </a:ext>
            </a:extLst>
          </p:cNvPr>
          <p:cNvSpPr>
            <a:spLocks xmlns:a="http://schemas.openxmlformats.org/drawingml/2006/main" noGrp="1"/>
          </p:cNvSpPr>
          <p:nvPr/>
        </p:nvSpPr>
        <p:spPr>
          <a:xfrm xmlns:a="http://schemas.openxmlformats.org/drawingml/2006/main">
            <a:off x="381000" y="9858375"/>
            <a:ext cx="17526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이력 audio, 추가 생산, 재시도와 폐기는 실제 청구로 추가한다. 전체 후보값·보호 조건 확인 후 등급을 부여한다.</a:t>
            </a:r>
          </a:p>
        </p:txBody>
      </p:sp>
    </p:spTree>
    <p:extLst>
      <p:ext uri="{BB962C8B-B14F-4D97-AF65-F5344CB8AC3E}">
        <p14:creationId xmlns:p14="http://schemas.microsoft.com/office/powerpoint/2010/main" val="171345635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7" name="dp45-v5-qa-detail / n1">
            <a:extLst xmlns:a="http://schemas.openxmlformats.org/drawingml/2006/main">
              <a:ext uri="{FF2B5EF4-FFF2-40B4-BE49-F238E27FC236}">
                <a16:creationId xmlns:a16="http://schemas.microsoft.com/office/drawing/2014/main" id="{2B9268C5-B4AF-4EE3-B5F8-EA860D853C69}"/>
              </a:ext>
            </a:extLst>
          </p:cNvPr>
          <p:cNvSpPr>
            <a:spLocks xmlns:a="http://schemas.openxmlformats.org/drawingml/2006/main" noGrp="1"/>
          </p:cNvSpPr>
          <p:nvPr/>
        </p:nvSpPr>
        <p:spPr>
          <a:xfrm xmlns:a="http://schemas.openxmlformats.org/drawingml/2006/main">
            <a:off x="381000" y="209550"/>
            <a:ext cx="17526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ASR-QA-v6</a:t>
            </a:r>
          </a:p>
        </p:txBody>
      </p:sp>
      <p:sp>
        <p:nvSpPr>
          <p:cNvPr id="2" name="dp45-v5-qa-detail / n2">
            <a:extLst xmlns:a="http://schemas.openxmlformats.org/drawingml/2006/main">
              <a:ext uri="{FF2B5EF4-FFF2-40B4-BE49-F238E27FC236}">
                <a16:creationId xmlns:a16="http://schemas.microsoft.com/office/drawing/2014/main" id="{CC332197-65FC-4DAA-97B1-F6E7CD0B2AA5}"/>
              </a:ext>
            </a:extLst>
          </p:cNvPr>
          <p:cNvSpPr>
            <a:spLocks xmlns:a="http://schemas.openxmlformats.org/drawingml/2006/main" noGrp="1"/>
          </p:cNvSpPr>
          <p:nvPr/>
        </p:nvSpPr>
        <p:spPr>
          <a:xfrm xmlns:a="http://schemas.openxmlformats.org/drawingml/2006/main">
            <a:off x="381000" y="619125"/>
            <a:ext cx="17526000" cy="528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18232E"/>
                </a:solidFill>
                <a:latin typeface="Apple SD Gothic Neo"/>
                <a:ea typeface="Apple SD Gothic Neo"/>
                <a:cs typeface="Apple SD Gothic Neo"/>
              </a:defRPr>
            </a:pPr>
            <a:r>
              <a:rPr sz="2775" b="1">
                <a:solidFill>
                  <a:srgbClr val="18232E"/>
                </a:solidFill>
                <a:latin typeface="Apple SD Gothic Neo"/>
                <a:ea typeface="Apple SD Gothic Neo"/>
                <a:cs typeface="Apple SD Gothic Neo"/>
              </a:rPr>
              <a:t>04-45. 원본 조합과 공통 가공 정보 조회 / ASR-QA 평가</a:t>
            </a:r>
          </a:p>
        </p:txBody>
      </p:sp>
      <p:sp>
        <p:nvSpPr>
          <p:cNvPr id="3" name="dp45-v5-qa-detail / n3">
            <a:extLst xmlns:a="http://schemas.openxmlformats.org/drawingml/2006/main">
              <a:ext uri="{FF2B5EF4-FFF2-40B4-BE49-F238E27FC236}">
                <a16:creationId xmlns:a16="http://schemas.microsoft.com/office/drawing/2014/main" id="{88326051-9985-4B4C-BB5B-35A657774443}"/>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 name="dp45-v5-qa-detail / n4">
            <a:extLst xmlns:a="http://schemas.openxmlformats.org/drawingml/2006/main">
              <a:ext uri="{FF2B5EF4-FFF2-40B4-BE49-F238E27FC236}">
                <a16:creationId xmlns:a16="http://schemas.microsoft.com/office/drawing/2014/main" id="{504E38D1-4521-4772-A4F7-1C79C6ADBFCE}"/>
              </a:ext>
            </a:extLst>
          </p:cNvPr>
          <p:cNvSpPr>
            <a:spLocks xmlns:a="http://schemas.openxmlformats.org/drawingml/2006/main" noGrp="1"/>
          </p:cNvSpPr>
          <p:nvPr/>
        </p:nvSpPr>
        <p:spPr>
          <a:xfrm xmlns:a="http://schemas.openxmlformats.org/drawingml/2006/main">
            <a:off x="381000" y="1352550"/>
            <a:ext cx="1752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F6B77"/>
                </a:solidFill>
                <a:latin typeface="Apple SD Gothic Neo"/>
                <a:ea typeface="Apple SD Gothic Neo"/>
                <a:cs typeface="Apple SD Gothic Neo"/>
              </a:defRPr>
            </a:pPr>
            <a:r>
              <a:rPr sz="1800" b="0">
                <a:solidFill>
                  <a:srgbClr val="5F6B77"/>
                </a:solidFill>
                <a:latin typeface="Apple SD Gothic Neo"/>
                <a:ea typeface="Apple SD Gothic Neo"/>
                <a:cs typeface="Apple SD Gothic Neo"/>
              </a:rPr>
              <a:t>P21 전체 5회: 630개 채점 조건, 135반응, 95요청 처리. 비용과 메모리는 전체 활동을 포함한다.</a:t>
            </a:r>
          </a:p>
        </p:txBody>
      </p:sp>
      <p:sp>
        <p:nvSpPr>
          <p:cNvPr id="5" name="dp45-v5-qa-detail / n5">
            <a:extLst xmlns:a="http://schemas.openxmlformats.org/drawingml/2006/main">
              <a:ext uri="{FF2B5EF4-FFF2-40B4-BE49-F238E27FC236}">
                <a16:creationId xmlns:a16="http://schemas.microsoft.com/office/drawing/2014/main" id="{268F6133-23D3-4855-953E-AAEC50C60C02}"/>
              </a:ext>
            </a:extLst>
          </p:cNvPr>
          <p:cNvSpPr>
            <a:spLocks xmlns:a="http://schemas.openxmlformats.org/drawingml/2006/main" noGrp="1"/>
          </p:cNvSpPr>
          <p:nvPr/>
        </p:nvSpPr>
        <p:spPr>
          <a:xfrm xmlns:a="http://schemas.openxmlformats.org/drawingml/2006/main">
            <a:off x="381000" y="1762125"/>
            <a:ext cx="17526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F6B77"/>
                </a:solidFill>
                <a:latin typeface="Apple SD Gothic Neo"/>
                <a:ea typeface="Apple SD Gothic Neo"/>
                <a:cs typeface="Apple SD Gothic Neo"/>
              </a:defRPr>
            </a:pPr>
            <a:r>
              <a:rPr sz="1650" b="0">
                <a:solidFill>
                  <a:srgbClr val="5F6B77"/>
                </a:solidFill>
                <a:latin typeface="Apple SD Gothic Neo"/>
                <a:ea typeface="Apple SD Gothic Neo"/>
                <a:cs typeface="Apple SD Gothic Neo"/>
              </a:rPr>
              <a:t>A/B 전체 값과 0–6점 등급은 평가 전. 아래 지역 계산과 메모리 예산은 작성자 가정이다.</a:t>
            </a:r>
          </a:p>
        </p:txBody>
      </p:sp>
      <p:sp>
        <p:nvSpPr>
          <p:cNvPr id="6" name="dp45-v5-qa-detail / n6">
            <a:extLst xmlns:a="http://schemas.openxmlformats.org/drawingml/2006/main">
              <a:ext uri="{FF2B5EF4-FFF2-40B4-BE49-F238E27FC236}">
                <a16:creationId xmlns:a16="http://schemas.microsoft.com/office/drawing/2014/main" id="{FFE71DE6-AFDC-4E1D-8B58-67AC5893BC0B}"/>
              </a:ext>
            </a:extLst>
          </p:cNvPr>
          <p:cNvSpPr>
            <a:spLocks xmlns:a="http://schemas.openxmlformats.org/drawingml/2006/main" noGrp="1"/>
          </p:cNvSpPr>
          <p:nvPr/>
        </p:nvSpPr>
        <p:spPr>
          <a:xfrm xmlns:a="http://schemas.openxmlformats.org/drawingml/2006/main">
            <a:off x="381000" y="2143125"/>
            <a:ext cx="17526000" cy="457200"/>
          </a:xfrm>
          <a:prstGeom xmlns:a="http://schemas.openxmlformats.org/drawingml/2006/main" prst="rect">
            <a:avLst/>
          </a:prstGeom>
          <a:solidFill xmlns:a="http://schemas.openxmlformats.org/drawingml/2006/main">
            <a:srgbClr val="D5E7C7"/>
          </a:solidFill>
          <a:ln xmlns:a="http://schemas.openxmlformats.org/drawingml/2006/main" w="0">
            <a:noFill/>
          </a:ln>
        </p:spPr>
      </p:sp>
      <p:sp>
        <p:nvSpPr>
          <p:cNvPr id="7" name="dp45-v5-qa-detail / n7">
            <a:extLst xmlns:a="http://schemas.openxmlformats.org/drawingml/2006/main">
              <a:ext uri="{FF2B5EF4-FFF2-40B4-BE49-F238E27FC236}">
                <a16:creationId xmlns:a16="http://schemas.microsoft.com/office/drawing/2014/main" id="{DC67ABC8-AC9C-4EA4-AC2B-5F43EC09F17E}"/>
              </a:ext>
            </a:extLst>
          </p:cNvPr>
          <p:cNvSpPr>
            <a:spLocks xmlns:a="http://schemas.openxmlformats.org/drawingml/2006/main" noGrp="1"/>
          </p:cNvSpPr>
          <p:nvPr/>
        </p:nvSpPr>
        <p:spPr>
          <a:xfrm xmlns:a="http://schemas.openxmlformats.org/drawingml/2006/main">
            <a:off x="533400" y="2238375"/>
            <a:ext cx="251460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QA / 목표</a:t>
            </a:r>
          </a:p>
        </p:txBody>
      </p:sp>
      <p:sp>
        <p:nvSpPr>
          <p:cNvPr id="8" name="dp45-v5-qa-detail / n8">
            <a:extLst xmlns:a="http://schemas.openxmlformats.org/drawingml/2006/main">
              <a:ext uri="{FF2B5EF4-FFF2-40B4-BE49-F238E27FC236}">
                <a16:creationId xmlns:a16="http://schemas.microsoft.com/office/drawing/2014/main" id="{8E03A59F-43F7-4152-AC43-261B024D3589}"/>
              </a:ext>
            </a:extLst>
          </p:cNvPr>
          <p:cNvSpPr>
            <a:spLocks xmlns:a="http://schemas.openxmlformats.org/drawingml/2006/main" noGrp="1"/>
          </p:cNvSpPr>
          <p:nvPr/>
        </p:nvSpPr>
        <p:spPr>
          <a:xfrm xmlns:a="http://schemas.openxmlformats.org/drawingml/2006/main">
            <a:off x="345757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A Request별 원본 조합</a:t>
            </a:r>
          </a:p>
        </p:txBody>
      </p:sp>
      <p:sp>
        <p:nvSpPr>
          <p:cNvPr id="9" name="dp45-v5-qa-detail / n9">
            <a:extLst xmlns:a="http://schemas.openxmlformats.org/drawingml/2006/main">
              <a:ext uri="{FF2B5EF4-FFF2-40B4-BE49-F238E27FC236}">
                <a16:creationId xmlns:a16="http://schemas.microsoft.com/office/drawing/2014/main" id="{9C1B52B9-5BD0-4AEE-9284-339C4493F418}"/>
              </a:ext>
            </a:extLst>
          </p:cNvPr>
          <p:cNvSpPr>
            <a:spLocks xmlns:a="http://schemas.openxmlformats.org/drawingml/2006/main" noGrp="1"/>
          </p:cNvSpPr>
          <p:nvPr/>
        </p:nvSpPr>
        <p:spPr>
          <a:xfrm xmlns:a="http://schemas.openxmlformats.org/drawingml/2006/main">
            <a:off x="964882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B 공통 가공 정보 생산과 조회</a:t>
            </a:r>
          </a:p>
        </p:txBody>
      </p:sp>
      <p:sp>
        <p:nvSpPr>
          <p:cNvPr id="10" name="dp45-v5-qa-detail / n10">
            <a:extLst xmlns:a="http://schemas.openxmlformats.org/drawingml/2006/main">
              <a:ext uri="{FF2B5EF4-FFF2-40B4-BE49-F238E27FC236}">
                <a16:creationId xmlns:a16="http://schemas.microsoft.com/office/drawing/2014/main" id="{A83AFEC7-E6BA-48AC-A51D-B509B20D2739}"/>
              </a:ext>
            </a:extLst>
          </p:cNvPr>
          <p:cNvSpPr>
            <a:spLocks xmlns:a="http://schemas.openxmlformats.org/drawingml/2006/main" noGrp="1"/>
          </p:cNvSpPr>
          <p:nvPr/>
        </p:nvSpPr>
        <p:spPr>
          <a:xfrm xmlns:a="http://schemas.openxmlformats.org/drawingml/2006/main">
            <a:off x="15801975" y="223837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차이 판단</a:t>
            </a:r>
          </a:p>
        </p:txBody>
      </p:sp>
      <p:sp>
        <p:nvSpPr>
          <p:cNvPr id="11" name="dp45-v5-qa-detail / n11">
            <a:extLst xmlns:a="http://schemas.openxmlformats.org/drawingml/2006/main">
              <a:ext uri="{FF2B5EF4-FFF2-40B4-BE49-F238E27FC236}">
                <a16:creationId xmlns:a16="http://schemas.microsoft.com/office/drawing/2014/main" id="{98A824C9-1C2F-4E77-A1B5-AFA6291D70DA}"/>
              </a:ext>
            </a:extLst>
          </p:cNvPr>
          <p:cNvSpPr>
            <a:spLocks xmlns:a="http://schemas.openxmlformats.org/drawingml/2006/main" noGrp="1"/>
          </p:cNvSpPr>
          <p:nvPr/>
        </p:nvSpPr>
        <p:spPr>
          <a:xfrm xmlns:a="http://schemas.openxmlformats.org/drawingml/2006/main">
            <a:off x="381000" y="35909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12" name="dp45-v5-qa-detail / n12">
            <a:extLst xmlns:a="http://schemas.openxmlformats.org/drawingml/2006/main">
              <a:ext uri="{FF2B5EF4-FFF2-40B4-BE49-F238E27FC236}">
                <a16:creationId xmlns:a16="http://schemas.microsoft.com/office/drawing/2014/main" id="{48999604-87FD-4E60-8B16-A76DBC13A11B}"/>
              </a:ext>
            </a:extLst>
          </p:cNvPr>
          <p:cNvSpPr>
            <a:spLocks xmlns:a="http://schemas.openxmlformats.org/drawingml/2006/main" noGrp="1"/>
          </p:cNvSpPr>
          <p:nvPr/>
        </p:nvSpPr>
        <p:spPr>
          <a:xfrm xmlns:a="http://schemas.openxmlformats.org/drawingml/2006/main">
            <a:off x="533400" y="26955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01  요청 처리 정확성</a:t>
            </a:r>
          </a:p>
        </p:txBody>
      </p:sp>
      <p:sp>
        <p:nvSpPr>
          <p:cNvPr id="13" name="dp45-v5-qa-detail / n13">
            <a:extLst xmlns:a="http://schemas.openxmlformats.org/drawingml/2006/main">
              <a:ext uri="{FF2B5EF4-FFF2-40B4-BE49-F238E27FC236}">
                <a16:creationId xmlns:a16="http://schemas.microsoft.com/office/drawing/2014/main" id="{E19F732B-2502-4383-AA69-3449C7077C9D}"/>
              </a:ext>
            </a:extLst>
          </p:cNvPr>
          <p:cNvSpPr>
            <a:spLocks xmlns:a="http://schemas.openxmlformats.org/drawingml/2006/main" noGrp="1"/>
          </p:cNvSpPr>
          <p:nvPr/>
        </p:nvSpPr>
        <p:spPr>
          <a:xfrm xmlns:a="http://schemas.openxmlformats.org/drawingml/2006/main">
            <a:off x="533400" y="305752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≥98%, 618/630</a:t>
            </a:r>
          </a:p>
        </p:txBody>
      </p:sp>
      <p:sp>
        <p:nvSpPr>
          <p:cNvPr id="14" name="dp45-v5-qa-detail / n14">
            <a:extLst xmlns:a="http://schemas.openxmlformats.org/drawingml/2006/main">
              <a:ext uri="{FF2B5EF4-FFF2-40B4-BE49-F238E27FC236}">
                <a16:creationId xmlns:a16="http://schemas.microsoft.com/office/drawing/2014/main" id="{CF0F638C-9189-4804-BC0D-F17CB6F68598}"/>
              </a:ext>
            </a:extLst>
          </p:cNvPr>
          <p:cNvSpPr>
            <a:spLocks xmlns:a="http://schemas.openxmlformats.org/drawingml/2006/main" noGrp="1"/>
          </p:cNvSpPr>
          <p:nvPr/>
        </p:nvSpPr>
        <p:spPr>
          <a:xfrm xmlns:a="http://schemas.openxmlformats.org/drawingml/2006/main">
            <a:off x="3457575" y="26860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15" name="dp45-v5-qa-detail / n15">
            <a:extLst xmlns:a="http://schemas.openxmlformats.org/drawingml/2006/main">
              <a:ext uri="{FF2B5EF4-FFF2-40B4-BE49-F238E27FC236}">
                <a16:creationId xmlns:a16="http://schemas.microsoft.com/office/drawing/2014/main" id="{434148F4-F244-464E-9F75-06F426FAA2DA}"/>
              </a:ext>
            </a:extLst>
          </p:cNvPr>
          <p:cNvSpPr>
            <a:spLocks xmlns:a="http://schemas.openxmlformats.org/drawingml/2006/main" noGrp="1"/>
          </p:cNvSpPr>
          <p:nvPr/>
        </p:nvSpPr>
        <p:spPr>
          <a:xfrm xmlns:a="http://schemas.openxmlformats.org/drawingml/2006/main">
            <a:off x="3457575" y="30956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원문과 유효 cache의 조건 보존</a:t>
            </a:r>
          </a:p>
        </p:txBody>
      </p:sp>
      <p:sp>
        <p:nvSpPr>
          <p:cNvPr id="16" name="dp45-v5-qa-detail / n16">
            <a:extLst xmlns:a="http://schemas.openxmlformats.org/drawingml/2006/main">
              <a:ext uri="{FF2B5EF4-FFF2-40B4-BE49-F238E27FC236}">
                <a16:creationId xmlns:a16="http://schemas.microsoft.com/office/drawing/2014/main" id="{90CEC71A-EE87-464D-A61C-145156839908}"/>
              </a:ext>
            </a:extLst>
          </p:cNvPr>
          <p:cNvSpPr>
            <a:spLocks xmlns:a="http://schemas.openxmlformats.org/drawingml/2006/main" noGrp="1"/>
          </p:cNvSpPr>
          <p:nvPr/>
        </p:nvSpPr>
        <p:spPr>
          <a:xfrm xmlns:a="http://schemas.openxmlformats.org/drawingml/2006/main">
            <a:off x="9648825" y="26860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17" name="dp45-v5-qa-detail / n17">
            <a:extLst xmlns:a="http://schemas.openxmlformats.org/drawingml/2006/main">
              <a:ext uri="{FF2B5EF4-FFF2-40B4-BE49-F238E27FC236}">
                <a16:creationId xmlns:a16="http://schemas.microsoft.com/office/drawing/2014/main" id="{91475157-1DCC-40BF-B824-34AC31464488}"/>
              </a:ext>
            </a:extLst>
          </p:cNvPr>
          <p:cNvSpPr>
            <a:spLocks xmlns:a="http://schemas.openxmlformats.org/drawingml/2006/main" noGrp="1"/>
          </p:cNvSpPr>
          <p:nvPr/>
        </p:nvSpPr>
        <p:spPr>
          <a:xfrm xmlns:a="http://schemas.openxmlformats.org/drawingml/2006/main">
            <a:off x="9648825" y="30956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게시 관계의 coverage와 예외 보존</a:t>
            </a:r>
          </a:p>
        </p:txBody>
      </p:sp>
      <p:sp>
        <p:nvSpPr>
          <p:cNvPr id="18" name="dp45-v5-qa-detail / n18">
            <a:extLst xmlns:a="http://schemas.openxmlformats.org/drawingml/2006/main">
              <a:ext uri="{FF2B5EF4-FFF2-40B4-BE49-F238E27FC236}">
                <a16:creationId xmlns:a16="http://schemas.microsoft.com/office/drawing/2014/main" id="{671956FB-1BDF-40EB-B41A-C501CA8433D7}"/>
              </a:ext>
            </a:extLst>
          </p:cNvPr>
          <p:cNvSpPr>
            <a:spLocks xmlns:a="http://schemas.openxmlformats.org/drawingml/2006/main" noGrp="1"/>
          </p:cNvSpPr>
          <p:nvPr/>
        </p:nvSpPr>
        <p:spPr>
          <a:xfrm xmlns:a="http://schemas.openxmlformats.org/drawingml/2006/main">
            <a:off x="15801975" y="272415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19" name="dp45-v5-qa-detail / n19">
            <a:extLst xmlns:a="http://schemas.openxmlformats.org/drawingml/2006/main">
              <a:ext uri="{FF2B5EF4-FFF2-40B4-BE49-F238E27FC236}">
                <a16:creationId xmlns:a16="http://schemas.microsoft.com/office/drawing/2014/main" id="{2FE5E03B-DC14-4328-B096-7C9153BF7B8D}"/>
              </a:ext>
            </a:extLst>
          </p:cNvPr>
          <p:cNvSpPr>
            <a:spLocks xmlns:a="http://schemas.openxmlformats.org/drawingml/2006/main" noGrp="1"/>
          </p:cNvSpPr>
          <p:nvPr/>
        </p:nvSpPr>
        <p:spPr>
          <a:xfrm xmlns:a="http://schemas.openxmlformats.org/drawingml/2006/main">
            <a:off x="15801975" y="310515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1%p</a:t>
            </a:r>
          </a:p>
        </p:txBody>
      </p:sp>
      <p:sp>
        <p:nvSpPr>
          <p:cNvPr id="20" name="dp45-v5-qa-detail / n20">
            <a:extLst xmlns:a="http://schemas.openxmlformats.org/drawingml/2006/main">
              <a:ext uri="{FF2B5EF4-FFF2-40B4-BE49-F238E27FC236}">
                <a16:creationId xmlns:a16="http://schemas.microsoft.com/office/drawing/2014/main" id="{B94B1E1A-D68D-4988-ACD7-0CC1B4D41D6E}"/>
              </a:ext>
            </a:extLst>
          </p:cNvPr>
          <p:cNvSpPr>
            <a:spLocks xmlns:a="http://schemas.openxmlformats.org/drawingml/2006/main" noGrp="1"/>
          </p:cNvSpPr>
          <p:nvPr/>
        </p:nvSpPr>
        <p:spPr>
          <a:xfrm xmlns:a="http://schemas.openxmlformats.org/drawingml/2006/main">
            <a:off x="15801975" y="334327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21" name="dp45-v5-qa-detail / n21">
            <a:extLst xmlns:a="http://schemas.openxmlformats.org/drawingml/2006/main">
              <a:ext uri="{FF2B5EF4-FFF2-40B4-BE49-F238E27FC236}">
                <a16:creationId xmlns:a16="http://schemas.microsoft.com/office/drawing/2014/main" id="{E1D7C069-CFB3-4DF3-ADB9-28C6F0D25E78}"/>
              </a:ext>
            </a:extLst>
          </p:cNvPr>
          <p:cNvSpPr>
            <a:spLocks xmlns:a="http://schemas.openxmlformats.org/drawingml/2006/main" noGrp="1"/>
          </p:cNvSpPr>
          <p:nvPr/>
        </p:nvSpPr>
        <p:spPr>
          <a:xfrm xmlns:a="http://schemas.openxmlformats.org/drawingml/2006/main">
            <a:off x="381000" y="45910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2" name="dp45-v5-qa-detail / n22">
            <a:extLst xmlns:a="http://schemas.openxmlformats.org/drawingml/2006/main">
              <a:ext uri="{FF2B5EF4-FFF2-40B4-BE49-F238E27FC236}">
                <a16:creationId xmlns:a16="http://schemas.microsoft.com/office/drawing/2014/main" id="{18600F67-7283-4792-9256-AB4956573C0C}"/>
              </a:ext>
            </a:extLst>
          </p:cNvPr>
          <p:cNvSpPr>
            <a:spLocks xmlns:a="http://schemas.openxmlformats.org/drawingml/2006/main" noGrp="1"/>
          </p:cNvSpPr>
          <p:nvPr/>
        </p:nvSpPr>
        <p:spPr>
          <a:xfrm xmlns:a="http://schemas.openxmlformats.org/drawingml/2006/main">
            <a:off x="533400" y="36957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02  상호작용 응답시간</a:t>
            </a:r>
          </a:p>
        </p:txBody>
      </p:sp>
      <p:sp>
        <p:nvSpPr>
          <p:cNvPr id="23" name="dp45-v5-qa-detail / n23">
            <a:extLst xmlns:a="http://schemas.openxmlformats.org/drawingml/2006/main">
              <a:ext uri="{FF2B5EF4-FFF2-40B4-BE49-F238E27FC236}">
                <a16:creationId xmlns:a16="http://schemas.microsoft.com/office/drawing/2014/main" id="{BA628A3B-EEF8-44A9-9794-4C95688AD80E}"/>
              </a:ext>
            </a:extLst>
          </p:cNvPr>
          <p:cNvSpPr>
            <a:spLocks xmlns:a="http://schemas.openxmlformats.org/drawingml/2006/main" noGrp="1"/>
          </p:cNvSpPr>
          <p:nvPr/>
        </p:nvSpPr>
        <p:spPr>
          <a:xfrm xmlns:a="http://schemas.openxmlformats.org/drawingml/2006/main">
            <a:off x="533400" y="405765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평균 ≤1초, stop ≤0.1초</a:t>
            </a:r>
          </a:p>
        </p:txBody>
      </p:sp>
      <p:sp>
        <p:nvSpPr>
          <p:cNvPr id="24" name="dp45-v5-qa-detail / n24">
            <a:extLst xmlns:a="http://schemas.openxmlformats.org/drawingml/2006/main">
              <a:ext uri="{FF2B5EF4-FFF2-40B4-BE49-F238E27FC236}">
                <a16:creationId xmlns:a16="http://schemas.microsoft.com/office/drawing/2014/main" id="{EDA27F65-D4A2-4475-A2FD-4E0DCE1614FA}"/>
              </a:ext>
            </a:extLst>
          </p:cNvPr>
          <p:cNvSpPr>
            <a:spLocks xmlns:a="http://schemas.openxmlformats.org/drawingml/2006/main" noGrp="1"/>
          </p:cNvSpPr>
          <p:nvPr/>
        </p:nvSpPr>
        <p:spPr>
          <a:xfrm xmlns:a="http://schemas.openxmlformats.org/drawingml/2006/main">
            <a:off x="3457575" y="36861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25" name="dp45-v5-qa-detail / n25">
            <a:extLst xmlns:a="http://schemas.openxmlformats.org/drawingml/2006/main">
              <a:ext uri="{FF2B5EF4-FFF2-40B4-BE49-F238E27FC236}">
                <a16:creationId xmlns:a16="http://schemas.microsoft.com/office/drawing/2014/main" id="{F202AFAC-5DBD-4BE2-B3D7-47422ABECF17}"/>
              </a:ext>
            </a:extLst>
          </p:cNvPr>
          <p:cNvSpPr>
            <a:spLocks xmlns:a="http://schemas.openxmlformats.org/drawingml/2006/main" noGrp="1"/>
          </p:cNvSpPr>
          <p:nvPr/>
        </p:nvSpPr>
        <p:spPr>
          <a:xfrm xmlns:a="http://schemas.openxmlformats.org/drawingml/2006/main">
            <a:off x="3457575" y="40957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최초 조합과 재사용 cache 대기</a:t>
            </a:r>
          </a:p>
        </p:txBody>
      </p:sp>
      <p:sp>
        <p:nvSpPr>
          <p:cNvPr id="26" name="dp45-v5-qa-detail / n26">
            <a:extLst xmlns:a="http://schemas.openxmlformats.org/drawingml/2006/main">
              <a:ext uri="{FF2B5EF4-FFF2-40B4-BE49-F238E27FC236}">
                <a16:creationId xmlns:a16="http://schemas.microsoft.com/office/drawing/2014/main" id="{8CBE306E-7C0F-4343-8DD1-98C2B640F8F0}"/>
              </a:ext>
            </a:extLst>
          </p:cNvPr>
          <p:cNvSpPr>
            <a:spLocks xmlns:a="http://schemas.openxmlformats.org/drawingml/2006/main" noGrp="1"/>
          </p:cNvSpPr>
          <p:nvPr/>
        </p:nvSpPr>
        <p:spPr>
          <a:xfrm xmlns:a="http://schemas.openxmlformats.org/drawingml/2006/main">
            <a:off x="9648825" y="36861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27" name="dp45-v5-qa-detail / n27">
            <a:extLst xmlns:a="http://schemas.openxmlformats.org/drawingml/2006/main">
              <a:ext uri="{FF2B5EF4-FFF2-40B4-BE49-F238E27FC236}">
                <a16:creationId xmlns:a16="http://schemas.microsoft.com/office/drawing/2014/main" id="{4231D2D2-680A-4A6C-AC18-683ECF8F9C86}"/>
              </a:ext>
            </a:extLst>
          </p:cNvPr>
          <p:cNvSpPr>
            <a:spLocks xmlns:a="http://schemas.openxmlformats.org/drawingml/2006/main" noGrp="1"/>
          </p:cNvSpPr>
          <p:nvPr/>
        </p:nvSpPr>
        <p:spPr>
          <a:xfrm xmlns:a="http://schemas.openxmlformats.org/drawingml/2006/main">
            <a:off x="9648825" y="40957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준비된 조회와 미게시 backfill 대기</a:t>
            </a:r>
          </a:p>
        </p:txBody>
      </p:sp>
      <p:sp>
        <p:nvSpPr>
          <p:cNvPr id="28" name="dp45-v5-qa-detail / n28">
            <a:extLst xmlns:a="http://schemas.openxmlformats.org/drawingml/2006/main">
              <a:ext uri="{FF2B5EF4-FFF2-40B4-BE49-F238E27FC236}">
                <a16:creationId xmlns:a16="http://schemas.microsoft.com/office/drawing/2014/main" id="{DBE50C95-6E9D-4065-9E1D-42A199B346E1}"/>
              </a:ext>
            </a:extLst>
          </p:cNvPr>
          <p:cNvSpPr>
            <a:spLocks xmlns:a="http://schemas.openxmlformats.org/drawingml/2006/main" noGrp="1"/>
          </p:cNvSpPr>
          <p:nvPr/>
        </p:nvSpPr>
        <p:spPr>
          <a:xfrm xmlns:a="http://schemas.openxmlformats.org/drawingml/2006/main">
            <a:off x="15801975" y="372427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29" name="dp45-v5-qa-detail / n29">
            <a:extLst xmlns:a="http://schemas.openxmlformats.org/drawingml/2006/main">
              <a:ext uri="{FF2B5EF4-FFF2-40B4-BE49-F238E27FC236}">
                <a16:creationId xmlns:a16="http://schemas.microsoft.com/office/drawing/2014/main" id="{675B2FD7-FCB9-498F-A0DD-C2B8059D1E97}"/>
              </a:ext>
            </a:extLst>
          </p:cNvPr>
          <p:cNvSpPr>
            <a:spLocks xmlns:a="http://schemas.openxmlformats.org/drawingml/2006/main" noGrp="1"/>
          </p:cNvSpPr>
          <p:nvPr/>
        </p:nvSpPr>
        <p:spPr>
          <a:xfrm xmlns:a="http://schemas.openxmlformats.org/drawingml/2006/main">
            <a:off x="15801975" y="410527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0.10초</a:t>
            </a:r>
          </a:p>
        </p:txBody>
      </p:sp>
      <p:sp>
        <p:nvSpPr>
          <p:cNvPr id="30" name="dp45-v5-qa-detail / n30">
            <a:extLst xmlns:a="http://schemas.openxmlformats.org/drawingml/2006/main">
              <a:ext uri="{FF2B5EF4-FFF2-40B4-BE49-F238E27FC236}">
                <a16:creationId xmlns:a16="http://schemas.microsoft.com/office/drawing/2014/main" id="{95F6F4F6-2695-47BB-A9DD-8EF805F8305F}"/>
              </a:ext>
            </a:extLst>
          </p:cNvPr>
          <p:cNvSpPr>
            <a:spLocks xmlns:a="http://schemas.openxmlformats.org/drawingml/2006/main" noGrp="1"/>
          </p:cNvSpPr>
          <p:nvPr/>
        </p:nvSpPr>
        <p:spPr>
          <a:xfrm xmlns:a="http://schemas.openxmlformats.org/drawingml/2006/main">
            <a:off x="15801975" y="434340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31" name="dp45-v5-qa-detail / n31">
            <a:extLst xmlns:a="http://schemas.openxmlformats.org/drawingml/2006/main">
              <a:ext uri="{FF2B5EF4-FFF2-40B4-BE49-F238E27FC236}">
                <a16:creationId xmlns:a16="http://schemas.microsoft.com/office/drawing/2014/main" id="{69EB9411-F933-4157-8C26-5DF010FE0520}"/>
              </a:ext>
            </a:extLst>
          </p:cNvPr>
          <p:cNvSpPr>
            <a:spLocks xmlns:a="http://schemas.openxmlformats.org/drawingml/2006/main" noGrp="1"/>
          </p:cNvSpPr>
          <p:nvPr/>
        </p:nvSpPr>
        <p:spPr>
          <a:xfrm xmlns:a="http://schemas.openxmlformats.org/drawingml/2006/main">
            <a:off x="381000" y="55911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2" name="dp45-v5-qa-detail / n32">
            <a:extLst xmlns:a="http://schemas.openxmlformats.org/drawingml/2006/main">
              <a:ext uri="{FF2B5EF4-FFF2-40B4-BE49-F238E27FC236}">
                <a16:creationId xmlns:a16="http://schemas.microsoft.com/office/drawing/2014/main" id="{5C8860FB-3D49-434A-93C6-A76A85C3E041}"/>
              </a:ext>
            </a:extLst>
          </p:cNvPr>
          <p:cNvSpPr>
            <a:spLocks xmlns:a="http://schemas.openxmlformats.org/drawingml/2006/main" noGrp="1"/>
          </p:cNvSpPr>
          <p:nvPr/>
        </p:nvSpPr>
        <p:spPr>
          <a:xfrm xmlns:a="http://schemas.openxmlformats.org/drawingml/2006/main">
            <a:off x="533400" y="469582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03  VIA 요청 처리시간</a:t>
            </a:r>
          </a:p>
        </p:txBody>
      </p:sp>
      <p:sp>
        <p:nvSpPr>
          <p:cNvPr id="33" name="dp45-v5-qa-detail / n33">
            <a:extLst xmlns:a="http://schemas.openxmlformats.org/drawingml/2006/main">
              <a:ext uri="{FF2B5EF4-FFF2-40B4-BE49-F238E27FC236}">
                <a16:creationId xmlns:a16="http://schemas.microsoft.com/office/drawing/2014/main" id="{3E556553-4E41-4064-B126-4DBCF8CA219C}"/>
              </a:ext>
            </a:extLst>
          </p:cNvPr>
          <p:cNvSpPr>
            <a:spLocks xmlns:a="http://schemas.openxmlformats.org/drawingml/2006/main" noGrp="1"/>
          </p:cNvSpPr>
          <p:nvPr/>
        </p:nvSpPr>
        <p:spPr>
          <a:xfrm xmlns:a="http://schemas.openxmlformats.org/drawingml/2006/main">
            <a:off x="533400" y="505777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평균 ≤10초</a:t>
            </a:r>
          </a:p>
        </p:txBody>
      </p:sp>
      <p:sp>
        <p:nvSpPr>
          <p:cNvPr id="34" name="dp45-v5-qa-detail / n34">
            <a:extLst xmlns:a="http://schemas.openxmlformats.org/drawingml/2006/main">
              <a:ext uri="{FF2B5EF4-FFF2-40B4-BE49-F238E27FC236}">
                <a16:creationId xmlns:a16="http://schemas.microsoft.com/office/drawing/2014/main" id="{D9990E9B-F55C-43E5-A09A-2A9771CC4768}"/>
              </a:ext>
            </a:extLst>
          </p:cNvPr>
          <p:cNvSpPr>
            <a:spLocks xmlns:a="http://schemas.openxmlformats.org/drawingml/2006/main" noGrp="1"/>
          </p:cNvSpPr>
          <p:nvPr/>
        </p:nvSpPr>
        <p:spPr>
          <a:xfrm xmlns:a="http://schemas.openxmlformats.org/drawingml/2006/main">
            <a:off x="3457575" y="468630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35" name="dp45-v5-qa-detail / n35">
            <a:extLst xmlns:a="http://schemas.openxmlformats.org/drawingml/2006/main">
              <a:ext uri="{FF2B5EF4-FFF2-40B4-BE49-F238E27FC236}">
                <a16:creationId xmlns:a16="http://schemas.microsoft.com/office/drawing/2014/main" id="{B41A171C-E789-49D7-B78E-B241B45C26A9}"/>
              </a:ext>
            </a:extLst>
          </p:cNvPr>
          <p:cNvSpPr>
            <a:spLocks xmlns:a="http://schemas.openxmlformats.org/drawingml/2006/main" noGrp="1"/>
          </p:cNvSpPr>
          <p:nvPr/>
        </p:nvSpPr>
        <p:spPr>
          <a:xfrm xmlns:a="http://schemas.openxmlformats.org/drawingml/2006/main">
            <a:off x="3457575" y="509587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첫 사용과 반복 및 갱신 후 조합</a:t>
            </a:r>
          </a:p>
        </p:txBody>
      </p:sp>
      <p:sp>
        <p:nvSpPr>
          <p:cNvPr id="36" name="dp45-v5-qa-detail / n36">
            <a:extLst xmlns:a="http://schemas.openxmlformats.org/drawingml/2006/main">
              <a:ext uri="{FF2B5EF4-FFF2-40B4-BE49-F238E27FC236}">
                <a16:creationId xmlns:a16="http://schemas.microsoft.com/office/drawing/2014/main" id="{7BE4D20B-9AEB-4785-9F89-C75A08F99192}"/>
              </a:ext>
            </a:extLst>
          </p:cNvPr>
          <p:cNvSpPr>
            <a:spLocks xmlns:a="http://schemas.openxmlformats.org/drawingml/2006/main" noGrp="1"/>
          </p:cNvSpPr>
          <p:nvPr/>
        </p:nvSpPr>
        <p:spPr>
          <a:xfrm xmlns:a="http://schemas.openxmlformats.org/drawingml/2006/main">
            <a:off x="9648825" y="468630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37" name="dp45-v5-qa-detail / n37">
            <a:extLst xmlns:a="http://schemas.openxmlformats.org/drawingml/2006/main">
              <a:ext uri="{FF2B5EF4-FFF2-40B4-BE49-F238E27FC236}">
                <a16:creationId xmlns:a16="http://schemas.microsoft.com/office/drawing/2014/main" id="{0812570A-1A9F-45C6-9DCE-E6DC8A479A82}"/>
              </a:ext>
            </a:extLst>
          </p:cNvPr>
          <p:cNvSpPr>
            <a:spLocks xmlns:a="http://schemas.openxmlformats.org/drawingml/2006/main" noGrp="1"/>
          </p:cNvSpPr>
          <p:nvPr/>
        </p:nvSpPr>
        <p:spPr>
          <a:xfrm xmlns:a="http://schemas.openxmlformats.org/drawingml/2006/main">
            <a:off x="9648825" y="509587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조회와 원문검증 및 동기 backfill</a:t>
            </a:r>
          </a:p>
        </p:txBody>
      </p:sp>
      <p:sp>
        <p:nvSpPr>
          <p:cNvPr id="38" name="dp45-v5-qa-detail / n38">
            <a:extLst xmlns:a="http://schemas.openxmlformats.org/drawingml/2006/main">
              <a:ext uri="{FF2B5EF4-FFF2-40B4-BE49-F238E27FC236}">
                <a16:creationId xmlns:a16="http://schemas.microsoft.com/office/drawing/2014/main" id="{0FF15096-E7B5-4E30-BD1B-35D20062DFF4}"/>
              </a:ext>
            </a:extLst>
          </p:cNvPr>
          <p:cNvSpPr>
            <a:spLocks xmlns:a="http://schemas.openxmlformats.org/drawingml/2006/main" noGrp="1"/>
          </p:cNvSpPr>
          <p:nvPr/>
        </p:nvSpPr>
        <p:spPr>
          <a:xfrm xmlns:a="http://schemas.openxmlformats.org/drawingml/2006/main">
            <a:off x="15801975" y="47244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39" name="dp45-v5-qa-detail / n39">
            <a:extLst xmlns:a="http://schemas.openxmlformats.org/drawingml/2006/main">
              <a:ext uri="{FF2B5EF4-FFF2-40B4-BE49-F238E27FC236}">
                <a16:creationId xmlns:a16="http://schemas.microsoft.com/office/drawing/2014/main" id="{2E1DF362-43ED-4C92-9660-283C5FB513C9}"/>
              </a:ext>
            </a:extLst>
          </p:cNvPr>
          <p:cNvSpPr>
            <a:spLocks xmlns:a="http://schemas.openxmlformats.org/drawingml/2006/main" noGrp="1"/>
          </p:cNvSpPr>
          <p:nvPr/>
        </p:nvSpPr>
        <p:spPr>
          <a:xfrm xmlns:a="http://schemas.openxmlformats.org/drawingml/2006/main">
            <a:off x="15801975" y="510540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0.50초</a:t>
            </a:r>
          </a:p>
        </p:txBody>
      </p:sp>
      <p:sp>
        <p:nvSpPr>
          <p:cNvPr id="40" name="dp45-v5-qa-detail / n40">
            <a:extLst xmlns:a="http://schemas.openxmlformats.org/drawingml/2006/main">
              <a:ext uri="{FF2B5EF4-FFF2-40B4-BE49-F238E27FC236}">
                <a16:creationId xmlns:a16="http://schemas.microsoft.com/office/drawing/2014/main" id="{BD66259C-54BD-4EC4-B8EA-9673CCE293FC}"/>
              </a:ext>
            </a:extLst>
          </p:cNvPr>
          <p:cNvSpPr>
            <a:spLocks xmlns:a="http://schemas.openxmlformats.org/drawingml/2006/main" noGrp="1"/>
          </p:cNvSpPr>
          <p:nvPr/>
        </p:nvSpPr>
        <p:spPr>
          <a:xfrm xmlns:a="http://schemas.openxmlformats.org/drawingml/2006/main">
            <a:off x="15801975" y="534352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41" name="dp45-v5-qa-detail / n41">
            <a:extLst xmlns:a="http://schemas.openxmlformats.org/drawingml/2006/main">
              <a:ext uri="{FF2B5EF4-FFF2-40B4-BE49-F238E27FC236}">
                <a16:creationId xmlns:a16="http://schemas.microsoft.com/office/drawing/2014/main" id="{4FBB853D-F410-4B25-8098-903A054612D2}"/>
              </a:ext>
            </a:extLst>
          </p:cNvPr>
          <p:cNvSpPr>
            <a:spLocks xmlns:a="http://schemas.openxmlformats.org/drawingml/2006/main" noGrp="1"/>
          </p:cNvSpPr>
          <p:nvPr/>
        </p:nvSpPr>
        <p:spPr>
          <a:xfrm xmlns:a="http://schemas.openxmlformats.org/drawingml/2006/main">
            <a:off x="381000" y="65913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2" name="dp45-v5-qa-detail / n42">
            <a:extLst xmlns:a="http://schemas.openxmlformats.org/drawingml/2006/main">
              <a:ext uri="{FF2B5EF4-FFF2-40B4-BE49-F238E27FC236}">
                <a16:creationId xmlns:a16="http://schemas.microsoft.com/office/drawing/2014/main" id="{F3AB4997-C570-4ACC-9D64-44C65E9CA3D9}"/>
              </a:ext>
            </a:extLst>
          </p:cNvPr>
          <p:cNvSpPr>
            <a:spLocks xmlns:a="http://schemas.openxmlformats.org/drawingml/2006/main" noGrp="1"/>
          </p:cNvSpPr>
          <p:nvPr/>
        </p:nvSpPr>
        <p:spPr>
          <a:xfrm xmlns:a="http://schemas.openxmlformats.org/drawingml/2006/main">
            <a:off x="533400" y="569595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04  VIA 모델 사용 비용</a:t>
            </a:r>
          </a:p>
        </p:txBody>
      </p:sp>
      <p:sp>
        <p:nvSpPr>
          <p:cNvPr id="43" name="dp45-v5-qa-detail / n43">
            <a:extLst xmlns:a="http://schemas.openxmlformats.org/drawingml/2006/main">
              <a:ext uri="{FF2B5EF4-FFF2-40B4-BE49-F238E27FC236}">
                <a16:creationId xmlns:a16="http://schemas.microsoft.com/office/drawing/2014/main" id="{2A5A55FB-BF2D-4F35-A78F-379A9098D632}"/>
              </a:ext>
            </a:extLst>
          </p:cNvPr>
          <p:cNvSpPr>
            <a:spLocks xmlns:a="http://schemas.openxmlformats.org/drawingml/2006/main" noGrp="1"/>
          </p:cNvSpPr>
          <p:nvPr/>
        </p:nvSpPr>
        <p:spPr>
          <a:xfrm xmlns:a="http://schemas.openxmlformats.org/drawingml/2006/main">
            <a:off x="533400" y="605790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≤$0.50/P21</a:t>
            </a:r>
          </a:p>
        </p:txBody>
      </p:sp>
      <p:sp>
        <p:nvSpPr>
          <p:cNvPr id="44" name="dp45-v5-qa-detail / n44">
            <a:extLst xmlns:a="http://schemas.openxmlformats.org/drawingml/2006/main">
              <a:ext uri="{FF2B5EF4-FFF2-40B4-BE49-F238E27FC236}">
                <a16:creationId xmlns:a16="http://schemas.microsoft.com/office/drawing/2014/main" id="{1ADD7378-C686-4EA3-9473-6226A2101CB6}"/>
              </a:ext>
            </a:extLst>
          </p:cNvPr>
          <p:cNvSpPr>
            <a:spLocks xmlns:a="http://schemas.openxmlformats.org/drawingml/2006/main" noGrp="1"/>
          </p:cNvSpPr>
          <p:nvPr/>
        </p:nvSpPr>
        <p:spPr>
          <a:xfrm xmlns:a="http://schemas.openxmlformats.org/drawingml/2006/main">
            <a:off x="3457575" y="568642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45" name="dp45-v5-qa-detail / n45">
            <a:extLst xmlns:a="http://schemas.openxmlformats.org/drawingml/2006/main">
              <a:ext uri="{FF2B5EF4-FFF2-40B4-BE49-F238E27FC236}">
                <a16:creationId xmlns:a16="http://schemas.microsoft.com/office/drawing/2014/main" id="{B4135216-F0DB-4DEE-B0A1-0FB44D1CAB22}"/>
              </a:ext>
            </a:extLst>
          </p:cNvPr>
          <p:cNvSpPr>
            <a:spLocks xmlns:a="http://schemas.openxmlformats.org/drawingml/2006/main" noGrp="1"/>
          </p:cNvSpPr>
          <p:nvPr/>
        </p:nvSpPr>
        <p:spPr>
          <a:xfrm xmlns:a="http://schemas.openxmlformats.org/drawingml/2006/main">
            <a:off x="3457575" y="609600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cache miss와 실제 추가 해석 청구</a:t>
            </a:r>
          </a:p>
        </p:txBody>
      </p:sp>
      <p:sp>
        <p:nvSpPr>
          <p:cNvPr id="46" name="dp45-v5-qa-detail / n46">
            <a:extLst xmlns:a="http://schemas.openxmlformats.org/drawingml/2006/main">
              <a:ext uri="{FF2B5EF4-FFF2-40B4-BE49-F238E27FC236}">
                <a16:creationId xmlns:a16="http://schemas.microsoft.com/office/drawing/2014/main" id="{3ED990B5-6B52-42EC-AD61-16176E46C394}"/>
              </a:ext>
            </a:extLst>
          </p:cNvPr>
          <p:cNvSpPr>
            <a:spLocks xmlns:a="http://schemas.openxmlformats.org/drawingml/2006/main" noGrp="1"/>
          </p:cNvSpPr>
          <p:nvPr/>
        </p:nvSpPr>
        <p:spPr>
          <a:xfrm xmlns:a="http://schemas.openxmlformats.org/drawingml/2006/main">
            <a:off x="9648825" y="568642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47" name="dp45-v5-qa-detail / n47">
            <a:extLst xmlns:a="http://schemas.openxmlformats.org/drawingml/2006/main">
              <a:ext uri="{FF2B5EF4-FFF2-40B4-BE49-F238E27FC236}">
                <a16:creationId xmlns:a16="http://schemas.microsoft.com/office/drawing/2014/main" id="{68C114D5-4CFC-4FBB-A04E-8A245094708F}"/>
              </a:ext>
            </a:extLst>
          </p:cNvPr>
          <p:cNvSpPr>
            <a:spLocks xmlns:a="http://schemas.openxmlformats.org/drawingml/2006/main" noGrp="1"/>
          </p:cNvSpPr>
          <p:nvPr/>
        </p:nvSpPr>
        <p:spPr>
          <a:xfrm xmlns:a="http://schemas.openxmlformats.org/drawingml/2006/main">
            <a:off x="9648825" y="609600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초기와 미사용 갱신 및 철회 청구</a:t>
            </a:r>
          </a:p>
        </p:txBody>
      </p:sp>
      <p:sp>
        <p:nvSpPr>
          <p:cNvPr id="48" name="dp45-v5-qa-detail / n48">
            <a:extLst xmlns:a="http://schemas.openxmlformats.org/drawingml/2006/main">
              <a:ext uri="{FF2B5EF4-FFF2-40B4-BE49-F238E27FC236}">
                <a16:creationId xmlns:a16="http://schemas.microsoft.com/office/drawing/2014/main" id="{6248393F-D5EE-45A2-8722-863CF0610330}"/>
              </a:ext>
            </a:extLst>
          </p:cNvPr>
          <p:cNvSpPr>
            <a:spLocks xmlns:a="http://schemas.openxmlformats.org/drawingml/2006/main" noGrp="1"/>
          </p:cNvSpPr>
          <p:nvPr/>
        </p:nvSpPr>
        <p:spPr>
          <a:xfrm xmlns:a="http://schemas.openxmlformats.org/drawingml/2006/main">
            <a:off x="15801975" y="57245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49" name="dp45-v5-qa-detail / n49">
            <a:extLst xmlns:a="http://schemas.openxmlformats.org/drawingml/2006/main">
              <a:ext uri="{FF2B5EF4-FFF2-40B4-BE49-F238E27FC236}">
                <a16:creationId xmlns:a16="http://schemas.microsoft.com/office/drawing/2014/main" id="{53D45FFE-52C7-400A-B4F4-48E484697AE4}"/>
              </a:ext>
            </a:extLst>
          </p:cNvPr>
          <p:cNvSpPr>
            <a:spLocks xmlns:a="http://schemas.openxmlformats.org/drawingml/2006/main" noGrp="1"/>
          </p:cNvSpPr>
          <p:nvPr/>
        </p:nvSpPr>
        <p:spPr>
          <a:xfrm xmlns:a="http://schemas.openxmlformats.org/drawingml/2006/main">
            <a:off x="15801975" y="610552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$0.03/P21</a:t>
            </a:r>
          </a:p>
        </p:txBody>
      </p:sp>
      <p:sp>
        <p:nvSpPr>
          <p:cNvPr id="50" name="dp45-v5-qa-detail / n50">
            <a:extLst xmlns:a="http://schemas.openxmlformats.org/drawingml/2006/main">
              <a:ext uri="{FF2B5EF4-FFF2-40B4-BE49-F238E27FC236}">
                <a16:creationId xmlns:a16="http://schemas.microsoft.com/office/drawing/2014/main" id="{4F599DA5-4116-4643-83DF-C7542394E38A}"/>
              </a:ext>
            </a:extLst>
          </p:cNvPr>
          <p:cNvSpPr>
            <a:spLocks xmlns:a="http://schemas.openxmlformats.org/drawingml/2006/main" noGrp="1"/>
          </p:cNvSpPr>
          <p:nvPr/>
        </p:nvSpPr>
        <p:spPr>
          <a:xfrm xmlns:a="http://schemas.openxmlformats.org/drawingml/2006/main">
            <a:off x="15801975" y="634365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51" name="dp45-v5-qa-detail / n51">
            <a:extLst xmlns:a="http://schemas.openxmlformats.org/drawingml/2006/main">
              <a:ext uri="{FF2B5EF4-FFF2-40B4-BE49-F238E27FC236}">
                <a16:creationId xmlns:a16="http://schemas.microsoft.com/office/drawing/2014/main" id="{8A7401D2-DBC4-45BE-AC46-D27450B64ADA}"/>
              </a:ext>
            </a:extLst>
          </p:cNvPr>
          <p:cNvSpPr>
            <a:spLocks xmlns:a="http://schemas.openxmlformats.org/drawingml/2006/main" noGrp="1"/>
          </p:cNvSpPr>
          <p:nvPr/>
        </p:nvSpPr>
        <p:spPr>
          <a:xfrm xmlns:a="http://schemas.openxmlformats.org/drawingml/2006/main">
            <a:off x="381000" y="75914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52" name="dp45-v5-qa-detail / n52">
            <a:extLst xmlns:a="http://schemas.openxmlformats.org/drawingml/2006/main">
              <a:ext uri="{FF2B5EF4-FFF2-40B4-BE49-F238E27FC236}">
                <a16:creationId xmlns:a16="http://schemas.microsoft.com/office/drawing/2014/main" id="{E0097861-FCBE-40E0-A11E-08A8AE6380C3}"/>
              </a:ext>
            </a:extLst>
          </p:cNvPr>
          <p:cNvSpPr>
            <a:spLocks xmlns:a="http://schemas.openxmlformats.org/drawingml/2006/main" noGrp="1"/>
          </p:cNvSpPr>
          <p:nvPr/>
        </p:nvSpPr>
        <p:spPr>
          <a:xfrm xmlns:a="http://schemas.openxmlformats.org/drawingml/2006/main">
            <a:off x="533400" y="66960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05  VIA 변경 용이성</a:t>
            </a:r>
          </a:p>
        </p:txBody>
      </p:sp>
      <p:sp>
        <p:nvSpPr>
          <p:cNvPr id="53" name="dp45-v5-qa-detail / n53">
            <a:extLst xmlns:a="http://schemas.openxmlformats.org/drawingml/2006/main">
              <a:ext uri="{FF2B5EF4-FFF2-40B4-BE49-F238E27FC236}">
                <a16:creationId xmlns:a16="http://schemas.microsoft.com/office/drawing/2014/main" id="{44F2434A-CDF9-4F5A-9238-C536DD4F64C8}"/>
              </a:ext>
            </a:extLst>
          </p:cNvPr>
          <p:cNvSpPr>
            <a:spLocks xmlns:a="http://schemas.openxmlformats.org/drawingml/2006/main" noGrp="1"/>
          </p:cNvSpPr>
          <p:nvPr/>
        </p:nvSpPr>
        <p:spPr>
          <a:xfrm xmlns:a="http://schemas.openxmlformats.org/drawingml/2006/main">
            <a:off x="533400" y="705802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평균 ≤3개, 과제별 ≤5개</a:t>
            </a:r>
          </a:p>
        </p:txBody>
      </p:sp>
      <p:sp>
        <p:nvSpPr>
          <p:cNvPr id="54" name="dp45-v5-qa-detail / n54">
            <a:extLst xmlns:a="http://schemas.openxmlformats.org/drawingml/2006/main">
              <a:ext uri="{FF2B5EF4-FFF2-40B4-BE49-F238E27FC236}">
                <a16:creationId xmlns:a16="http://schemas.microsoft.com/office/drawing/2014/main" id="{198C99E2-BA04-48DC-A094-265AFBCE0F82}"/>
              </a:ext>
            </a:extLst>
          </p:cNvPr>
          <p:cNvSpPr>
            <a:spLocks xmlns:a="http://schemas.openxmlformats.org/drawingml/2006/main" noGrp="1"/>
          </p:cNvSpPr>
          <p:nvPr/>
        </p:nvSpPr>
        <p:spPr>
          <a:xfrm xmlns:a="http://schemas.openxmlformats.org/drawingml/2006/main">
            <a:off x="3457575" y="66865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55" name="dp45-v5-qa-detail / n55">
            <a:extLst xmlns:a="http://schemas.openxmlformats.org/drawingml/2006/main">
              <a:ext uri="{FF2B5EF4-FFF2-40B4-BE49-F238E27FC236}">
                <a16:creationId xmlns:a16="http://schemas.microsoft.com/office/drawing/2014/main" id="{61DFD837-5357-4E76-8756-B20CD4F61548}"/>
              </a:ext>
            </a:extLst>
          </p:cNvPr>
          <p:cNvSpPr>
            <a:spLocks xmlns:a="http://schemas.openxmlformats.org/drawingml/2006/main" noGrp="1"/>
          </p:cNvSpPr>
          <p:nvPr/>
        </p:nvSpPr>
        <p:spPr>
          <a:xfrm xmlns:a="http://schemas.openxmlformats.org/drawingml/2006/main">
            <a:off x="3457575" y="70961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조합과 cache의 철회 처리 수정</a:t>
            </a:r>
          </a:p>
        </p:txBody>
      </p:sp>
      <p:sp>
        <p:nvSpPr>
          <p:cNvPr id="56" name="dp45-v5-qa-detail / n56">
            <a:extLst xmlns:a="http://schemas.openxmlformats.org/drawingml/2006/main">
              <a:ext uri="{FF2B5EF4-FFF2-40B4-BE49-F238E27FC236}">
                <a16:creationId xmlns:a16="http://schemas.microsoft.com/office/drawing/2014/main" id="{D9E936D8-2C28-45A9-AA66-30C8591E5973}"/>
              </a:ext>
            </a:extLst>
          </p:cNvPr>
          <p:cNvSpPr>
            <a:spLocks xmlns:a="http://schemas.openxmlformats.org/drawingml/2006/main" noGrp="1"/>
          </p:cNvSpPr>
          <p:nvPr/>
        </p:nvSpPr>
        <p:spPr>
          <a:xfrm xmlns:a="http://schemas.openxmlformats.org/drawingml/2006/main">
            <a:off x="9648825" y="66865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57" name="dp45-v5-qa-detail / n57">
            <a:extLst xmlns:a="http://schemas.openxmlformats.org/drawingml/2006/main">
              <a:ext uri="{FF2B5EF4-FFF2-40B4-BE49-F238E27FC236}">
                <a16:creationId xmlns:a16="http://schemas.microsoft.com/office/drawing/2014/main" id="{13240DFA-FC44-48FD-8B77-E5E1E23D3846}"/>
              </a:ext>
            </a:extLst>
          </p:cNvPr>
          <p:cNvSpPr>
            <a:spLocks xmlns:a="http://schemas.openxmlformats.org/drawingml/2006/main" noGrp="1"/>
          </p:cNvSpPr>
          <p:nvPr/>
        </p:nvSpPr>
        <p:spPr>
          <a:xfrm xmlns:a="http://schemas.openxmlformats.org/drawingml/2006/main">
            <a:off x="9648825" y="70961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생산자와 조회자의 철회 처리 수정</a:t>
            </a:r>
          </a:p>
        </p:txBody>
      </p:sp>
      <p:sp>
        <p:nvSpPr>
          <p:cNvPr id="58" name="dp45-v5-qa-detail / n58">
            <a:extLst xmlns:a="http://schemas.openxmlformats.org/drawingml/2006/main">
              <a:ext uri="{FF2B5EF4-FFF2-40B4-BE49-F238E27FC236}">
                <a16:creationId xmlns:a16="http://schemas.microsoft.com/office/drawing/2014/main" id="{72458032-49A5-4A8C-A4A1-560CA20E2FB5}"/>
              </a:ext>
            </a:extLst>
          </p:cNvPr>
          <p:cNvSpPr>
            <a:spLocks xmlns:a="http://schemas.openxmlformats.org/drawingml/2006/main" noGrp="1"/>
          </p:cNvSpPr>
          <p:nvPr/>
        </p:nvSpPr>
        <p:spPr>
          <a:xfrm xmlns:a="http://schemas.openxmlformats.org/drawingml/2006/main">
            <a:off x="15801975" y="672465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59" name="dp45-v5-qa-detail / n59">
            <a:extLst xmlns:a="http://schemas.openxmlformats.org/drawingml/2006/main">
              <a:ext uri="{FF2B5EF4-FFF2-40B4-BE49-F238E27FC236}">
                <a16:creationId xmlns:a16="http://schemas.microsoft.com/office/drawing/2014/main" id="{1408861D-E578-4F89-8621-2358D5789565}"/>
              </a:ext>
            </a:extLst>
          </p:cNvPr>
          <p:cNvSpPr>
            <a:spLocks xmlns:a="http://schemas.openxmlformats.org/drawingml/2006/main" noGrp="1"/>
          </p:cNvSpPr>
          <p:nvPr/>
        </p:nvSpPr>
        <p:spPr>
          <a:xfrm xmlns:a="http://schemas.openxmlformats.org/drawingml/2006/main">
            <a:off x="15801975" y="710565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0.50개</a:t>
            </a:r>
          </a:p>
        </p:txBody>
      </p:sp>
      <p:sp>
        <p:nvSpPr>
          <p:cNvPr id="60" name="dp45-v5-qa-detail / n60">
            <a:extLst xmlns:a="http://schemas.openxmlformats.org/drawingml/2006/main">
              <a:ext uri="{FF2B5EF4-FFF2-40B4-BE49-F238E27FC236}">
                <a16:creationId xmlns:a16="http://schemas.microsoft.com/office/drawing/2014/main" id="{7E05F39B-2B81-4D4C-BAE3-70F695EB4D8D}"/>
              </a:ext>
            </a:extLst>
          </p:cNvPr>
          <p:cNvSpPr>
            <a:spLocks xmlns:a="http://schemas.openxmlformats.org/drawingml/2006/main" noGrp="1"/>
          </p:cNvSpPr>
          <p:nvPr/>
        </p:nvSpPr>
        <p:spPr>
          <a:xfrm xmlns:a="http://schemas.openxmlformats.org/drawingml/2006/main">
            <a:off x="15801975" y="734377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61" name="dp45-v5-qa-detail / n61">
            <a:extLst xmlns:a="http://schemas.openxmlformats.org/drawingml/2006/main">
              <a:ext uri="{FF2B5EF4-FFF2-40B4-BE49-F238E27FC236}">
                <a16:creationId xmlns:a16="http://schemas.microsoft.com/office/drawing/2014/main" id="{AF7552ED-145B-4BBA-8463-5E3E96F85FD3}"/>
              </a:ext>
            </a:extLst>
          </p:cNvPr>
          <p:cNvSpPr>
            <a:spLocks xmlns:a="http://schemas.openxmlformats.org/drawingml/2006/main" noGrp="1"/>
          </p:cNvSpPr>
          <p:nvPr/>
        </p:nvSpPr>
        <p:spPr>
          <a:xfrm xmlns:a="http://schemas.openxmlformats.org/drawingml/2006/main">
            <a:off x="381000" y="85915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62" name="dp45-v5-qa-detail / n62">
            <a:extLst xmlns:a="http://schemas.openxmlformats.org/drawingml/2006/main">
              <a:ext uri="{FF2B5EF4-FFF2-40B4-BE49-F238E27FC236}">
                <a16:creationId xmlns:a16="http://schemas.microsoft.com/office/drawing/2014/main" id="{011571D5-D275-412B-91BD-D4BF3630B60B}"/>
              </a:ext>
            </a:extLst>
          </p:cNvPr>
          <p:cNvSpPr>
            <a:spLocks xmlns:a="http://schemas.openxmlformats.org/drawingml/2006/main" noGrp="1"/>
          </p:cNvSpPr>
          <p:nvPr/>
        </p:nvSpPr>
        <p:spPr>
          <a:xfrm xmlns:a="http://schemas.openxmlformats.org/drawingml/2006/main">
            <a:off x="533400" y="76962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06  로컬 VIA 메모리 사용량</a:t>
            </a:r>
          </a:p>
        </p:txBody>
      </p:sp>
      <p:sp>
        <p:nvSpPr>
          <p:cNvPr id="63" name="dp45-v5-qa-detail / n63">
            <a:extLst xmlns:a="http://schemas.openxmlformats.org/drawingml/2006/main">
              <a:ext uri="{FF2B5EF4-FFF2-40B4-BE49-F238E27FC236}">
                <a16:creationId xmlns:a16="http://schemas.microsoft.com/office/drawing/2014/main" id="{3619282F-8C89-479C-B142-28CE95C64732}"/>
              </a:ext>
            </a:extLst>
          </p:cNvPr>
          <p:cNvSpPr>
            <a:spLocks xmlns:a="http://schemas.openxmlformats.org/drawingml/2006/main" noGrp="1"/>
          </p:cNvSpPr>
          <p:nvPr/>
        </p:nvSpPr>
        <p:spPr>
          <a:xfrm xmlns:a="http://schemas.openxmlformats.org/drawingml/2006/main">
            <a:off x="533400" y="805815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commit 최대 ≤4,096MiB</a:t>
            </a:r>
          </a:p>
        </p:txBody>
      </p:sp>
      <p:sp>
        <p:nvSpPr>
          <p:cNvPr id="64" name="dp45-v5-qa-detail / n64">
            <a:extLst xmlns:a="http://schemas.openxmlformats.org/drawingml/2006/main">
              <a:ext uri="{FF2B5EF4-FFF2-40B4-BE49-F238E27FC236}">
                <a16:creationId xmlns:a16="http://schemas.microsoft.com/office/drawing/2014/main" id="{9071C37D-D5D8-45A1-9DE5-64447B6CFF1A}"/>
              </a:ext>
            </a:extLst>
          </p:cNvPr>
          <p:cNvSpPr>
            <a:spLocks xmlns:a="http://schemas.openxmlformats.org/drawingml/2006/main" noGrp="1"/>
          </p:cNvSpPr>
          <p:nvPr/>
        </p:nvSpPr>
        <p:spPr>
          <a:xfrm xmlns:a="http://schemas.openxmlformats.org/drawingml/2006/main">
            <a:off x="3457575" y="76866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예산 1,792MiB (가정)</a:t>
            </a:r>
          </a:p>
        </p:txBody>
      </p:sp>
      <p:sp>
        <p:nvSpPr>
          <p:cNvPr id="65" name="dp45-v5-qa-detail / n65">
            <a:extLst xmlns:a="http://schemas.openxmlformats.org/drawingml/2006/main">
              <a:ext uri="{FF2B5EF4-FFF2-40B4-BE49-F238E27FC236}">
                <a16:creationId xmlns:a16="http://schemas.microsoft.com/office/drawing/2014/main" id="{D24A73C9-7E19-48BA-9814-BCCEDBFFF75F}"/>
              </a:ext>
            </a:extLst>
          </p:cNvPr>
          <p:cNvSpPr>
            <a:spLocks xmlns:a="http://schemas.openxmlformats.org/drawingml/2006/main" noGrp="1"/>
          </p:cNvSpPr>
          <p:nvPr/>
        </p:nvSpPr>
        <p:spPr>
          <a:xfrm xmlns:a="http://schemas.openxmlformats.org/drawingml/2006/main">
            <a:off x="3457575" y="80962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원문 Context와 선택 cache</a:t>
            </a:r>
          </a:p>
        </p:txBody>
      </p:sp>
      <p:sp>
        <p:nvSpPr>
          <p:cNvPr id="66" name="dp45-v5-qa-detail / n66">
            <a:extLst xmlns:a="http://schemas.openxmlformats.org/drawingml/2006/main">
              <a:ext uri="{FF2B5EF4-FFF2-40B4-BE49-F238E27FC236}">
                <a16:creationId xmlns:a16="http://schemas.microsoft.com/office/drawing/2014/main" id="{8B5BDFAB-9F46-4FE7-9165-1E02F42F641D}"/>
              </a:ext>
            </a:extLst>
          </p:cNvPr>
          <p:cNvSpPr>
            <a:spLocks xmlns:a="http://schemas.openxmlformats.org/drawingml/2006/main" noGrp="1"/>
          </p:cNvSpPr>
          <p:nvPr/>
        </p:nvSpPr>
        <p:spPr>
          <a:xfrm xmlns:a="http://schemas.openxmlformats.org/drawingml/2006/main">
            <a:off x="9648825" y="76866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예산 1,920MiB (가정)</a:t>
            </a:r>
          </a:p>
        </p:txBody>
      </p:sp>
      <p:sp>
        <p:nvSpPr>
          <p:cNvPr id="67" name="dp45-v5-qa-detail / n67">
            <a:extLst xmlns:a="http://schemas.openxmlformats.org/drawingml/2006/main">
              <a:ext uri="{FF2B5EF4-FFF2-40B4-BE49-F238E27FC236}">
                <a16:creationId xmlns:a16="http://schemas.microsoft.com/office/drawing/2014/main" id="{2AA0BE21-9BFB-4776-8933-14354D46EEB6}"/>
              </a:ext>
            </a:extLst>
          </p:cNvPr>
          <p:cNvSpPr>
            <a:spLocks xmlns:a="http://schemas.openxmlformats.org/drawingml/2006/main" noGrp="1"/>
          </p:cNvSpPr>
          <p:nvPr/>
        </p:nvSpPr>
        <p:spPr>
          <a:xfrm xmlns:a="http://schemas.openxmlformats.org/drawingml/2006/main">
            <a:off x="9648825" y="80962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관계 index와 생산 상태 및 원문</a:t>
            </a:r>
          </a:p>
        </p:txBody>
      </p:sp>
      <p:sp>
        <p:nvSpPr>
          <p:cNvPr id="68" name="dp45-v5-qa-detail / n68">
            <a:extLst xmlns:a="http://schemas.openxmlformats.org/drawingml/2006/main">
              <a:ext uri="{FF2B5EF4-FFF2-40B4-BE49-F238E27FC236}">
                <a16:creationId xmlns:a16="http://schemas.microsoft.com/office/drawing/2014/main" id="{3B4295E7-6CEE-4BB6-94A2-2890BC727DF2}"/>
              </a:ext>
            </a:extLst>
          </p:cNvPr>
          <p:cNvSpPr>
            <a:spLocks xmlns:a="http://schemas.openxmlformats.org/drawingml/2006/main" noGrp="1"/>
          </p:cNvSpPr>
          <p:nvPr/>
        </p:nvSpPr>
        <p:spPr>
          <a:xfrm xmlns:a="http://schemas.openxmlformats.org/drawingml/2006/main">
            <a:off x="15801975" y="772477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69" name="dp45-v5-qa-detail / n69">
            <a:extLst xmlns:a="http://schemas.openxmlformats.org/drawingml/2006/main">
              <a:ext uri="{FF2B5EF4-FFF2-40B4-BE49-F238E27FC236}">
                <a16:creationId xmlns:a16="http://schemas.microsoft.com/office/drawing/2014/main" id="{622C00A9-D9E6-40D4-843E-4A32730DBDA2}"/>
              </a:ext>
            </a:extLst>
          </p:cNvPr>
          <p:cNvSpPr>
            <a:spLocks xmlns:a="http://schemas.openxmlformats.org/drawingml/2006/main" noGrp="1"/>
          </p:cNvSpPr>
          <p:nvPr/>
        </p:nvSpPr>
        <p:spPr>
          <a:xfrm xmlns:a="http://schemas.openxmlformats.org/drawingml/2006/main">
            <a:off x="15801975" y="810577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128MiB</a:t>
            </a:r>
          </a:p>
        </p:txBody>
      </p:sp>
      <p:sp>
        <p:nvSpPr>
          <p:cNvPr id="70" name="dp45-v5-qa-detail / n70">
            <a:extLst xmlns:a="http://schemas.openxmlformats.org/drawingml/2006/main">
              <a:ext uri="{FF2B5EF4-FFF2-40B4-BE49-F238E27FC236}">
                <a16:creationId xmlns:a16="http://schemas.microsoft.com/office/drawing/2014/main" id="{4EFBF6F0-A57B-4C9E-87F3-2D6E2A80EBCE}"/>
              </a:ext>
            </a:extLst>
          </p:cNvPr>
          <p:cNvSpPr>
            <a:spLocks xmlns:a="http://schemas.openxmlformats.org/drawingml/2006/main" noGrp="1"/>
          </p:cNvSpPr>
          <p:nvPr/>
        </p:nvSpPr>
        <p:spPr>
          <a:xfrm xmlns:a="http://schemas.openxmlformats.org/drawingml/2006/main">
            <a:off x="15801975" y="834390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71" name="dp45-v5-qa-detail / n71">
            <a:extLst xmlns:a="http://schemas.openxmlformats.org/drawingml/2006/main">
              <a:ext uri="{FF2B5EF4-FFF2-40B4-BE49-F238E27FC236}">
                <a16:creationId xmlns:a16="http://schemas.microsoft.com/office/drawing/2014/main" id="{8D7E5F5B-F35A-4F35-BD34-A6341807647F}"/>
              </a:ext>
            </a:extLst>
          </p:cNvPr>
          <p:cNvSpPr>
            <a:spLocks xmlns:a="http://schemas.openxmlformats.org/drawingml/2006/main" noGrp="1"/>
          </p:cNvSpPr>
          <p:nvPr/>
        </p:nvSpPr>
        <p:spPr>
          <a:xfrm xmlns:a="http://schemas.openxmlformats.org/drawingml/2006/main">
            <a:off x="32385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2" name="dp45-v5-qa-detail / n72">
            <a:extLst xmlns:a="http://schemas.openxmlformats.org/drawingml/2006/main">
              <a:ext uri="{FF2B5EF4-FFF2-40B4-BE49-F238E27FC236}">
                <a16:creationId xmlns:a16="http://schemas.microsoft.com/office/drawing/2014/main" id="{1F4CE258-4504-426D-9A9C-29724C832C06}"/>
              </a:ext>
            </a:extLst>
          </p:cNvPr>
          <p:cNvSpPr>
            <a:spLocks xmlns:a="http://schemas.openxmlformats.org/drawingml/2006/main" noGrp="1"/>
          </p:cNvSpPr>
          <p:nvPr/>
        </p:nvSpPr>
        <p:spPr>
          <a:xfrm xmlns:a="http://schemas.openxmlformats.org/drawingml/2006/main">
            <a:off x="942975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3" name="dp45-v5-qa-detail / n73">
            <a:extLst xmlns:a="http://schemas.openxmlformats.org/drawingml/2006/main">
              <a:ext uri="{FF2B5EF4-FFF2-40B4-BE49-F238E27FC236}">
                <a16:creationId xmlns:a16="http://schemas.microsoft.com/office/drawing/2014/main" id="{4E6BBC37-7531-483D-9E46-928038BB9780}"/>
              </a:ext>
            </a:extLst>
          </p:cNvPr>
          <p:cNvSpPr>
            <a:spLocks xmlns:a="http://schemas.openxmlformats.org/drawingml/2006/main" noGrp="1"/>
          </p:cNvSpPr>
          <p:nvPr/>
        </p:nvSpPr>
        <p:spPr>
          <a:xfrm xmlns:a="http://schemas.openxmlformats.org/drawingml/2006/main">
            <a:off x="156210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4" name="dp45-v5-qa-detail / n74">
            <a:extLst xmlns:a="http://schemas.openxmlformats.org/drawingml/2006/main">
              <a:ext uri="{FF2B5EF4-FFF2-40B4-BE49-F238E27FC236}">
                <a16:creationId xmlns:a16="http://schemas.microsoft.com/office/drawing/2014/main" id="{4847B3DC-6409-4A9B-A6C5-5B96EDFEC352}"/>
              </a:ext>
            </a:extLst>
          </p:cNvPr>
          <p:cNvSpPr>
            <a:spLocks xmlns:a="http://schemas.openxmlformats.org/drawingml/2006/main" noGrp="1"/>
          </p:cNvSpPr>
          <p:nvPr/>
        </p:nvSpPr>
        <p:spPr>
          <a:xfrm xmlns:a="http://schemas.openxmlformats.org/drawingml/2006/main">
            <a:off x="381000" y="8867775"/>
            <a:ext cx="17526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과거 처리만 계산: A 3miss $0.00288, cache 1miss $0.00096 / B 4생산 $0.00608. 중복 청구는 제거한다.</a:t>
            </a:r>
          </a:p>
        </p:txBody>
      </p:sp>
      <p:sp>
        <p:nvSpPr>
          <p:cNvPr id="75" name="dp45-v5-qa-detail / n75">
            <a:extLst xmlns:a="http://schemas.openxmlformats.org/drawingml/2006/main">
              <a:ext uri="{FF2B5EF4-FFF2-40B4-BE49-F238E27FC236}">
                <a16:creationId xmlns:a16="http://schemas.microsoft.com/office/drawing/2014/main" id="{CC5F4406-D349-4B9F-BB34-E17F817417EB}"/>
              </a:ext>
            </a:extLst>
          </p:cNvPr>
          <p:cNvSpPr>
            <a:spLocks xmlns:a="http://schemas.openxmlformats.org/drawingml/2006/main" noGrp="1"/>
          </p:cNvSpPr>
          <p:nvPr/>
        </p:nvSpPr>
        <p:spPr>
          <a:xfrm xmlns:a="http://schemas.openxmlformats.org/drawingml/2006/main">
            <a:off x="381000" y="9229725"/>
            <a:ext cx="17526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F6B77"/>
                </a:solidFill>
                <a:latin typeface="Apple SD Gothic Neo"/>
                <a:ea typeface="Apple SD Gothic Neo"/>
                <a:cs typeface="Apple SD Gothic Neo"/>
              </a:defRPr>
            </a:pPr>
            <a:r>
              <a:rPr sz="1575" b="0">
                <a:solidFill>
                  <a:srgbClr val="5F6B77"/>
                </a:solidFill>
                <a:latin typeface="Apple SD Gothic Neo"/>
                <a:ea typeface="Apple SD Gothic Neo"/>
                <a:cs typeface="Apple SD Gothic Neo"/>
              </a:rPr>
              <a:t>P21 공통 비용 예산: 의미 $0.03472 + 신규 audio $0.24512 + 음성 Text $0.07200 = $0.35184. 잔여 $0.14816.</a:t>
            </a:r>
          </a:p>
        </p:txBody>
      </p:sp>
      <p:sp>
        <p:nvSpPr>
          <p:cNvPr id="76" name="dp45-v5-qa-detail / n76">
            <a:extLst xmlns:a="http://schemas.openxmlformats.org/drawingml/2006/main">
              <a:ext uri="{FF2B5EF4-FFF2-40B4-BE49-F238E27FC236}">
                <a16:creationId xmlns:a16="http://schemas.microsoft.com/office/drawing/2014/main" id="{32893C1C-8885-4CB4-B8E6-68BE246A46CC}"/>
              </a:ext>
            </a:extLst>
          </p:cNvPr>
          <p:cNvSpPr>
            <a:spLocks xmlns:a="http://schemas.openxmlformats.org/drawingml/2006/main" noGrp="1"/>
          </p:cNvSpPr>
          <p:nvPr/>
        </p:nvSpPr>
        <p:spPr>
          <a:xfrm xmlns:a="http://schemas.openxmlformats.org/drawingml/2006/main">
            <a:off x="381000" y="9858375"/>
            <a:ext cx="17526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이력 audio, 추가 생산, 재시도와 폐기는 실제 청구로 추가한다. 전체 후보값·보호 조건 확인 후 등급을 부여한다.</a:t>
            </a:r>
          </a:p>
        </p:txBody>
      </p:sp>
    </p:spTree>
    <p:extLst>
      <p:ext uri="{BB962C8B-B14F-4D97-AF65-F5344CB8AC3E}">
        <p14:creationId xmlns:p14="http://schemas.microsoft.com/office/powerpoint/2010/main" val="207874468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7" name="dp42-v5-qa-detail / n1">
            <a:extLst xmlns:a="http://schemas.openxmlformats.org/drawingml/2006/main">
              <a:ext uri="{FF2B5EF4-FFF2-40B4-BE49-F238E27FC236}">
                <a16:creationId xmlns:a16="http://schemas.microsoft.com/office/drawing/2014/main" id="{E0052E12-1DAD-4541-9BED-863C770F4ECB}"/>
              </a:ext>
            </a:extLst>
          </p:cNvPr>
          <p:cNvSpPr>
            <a:spLocks xmlns:a="http://schemas.openxmlformats.org/drawingml/2006/main" noGrp="1"/>
          </p:cNvSpPr>
          <p:nvPr/>
        </p:nvSpPr>
        <p:spPr>
          <a:xfrm xmlns:a="http://schemas.openxmlformats.org/drawingml/2006/main">
            <a:off x="381000" y="209550"/>
            <a:ext cx="17526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087E8B"/>
                </a:solidFill>
                <a:latin typeface="Apple SD Gothic Neo"/>
                <a:ea typeface="Apple SD Gothic Neo"/>
                <a:cs typeface="Apple SD Gothic Neo"/>
              </a:defRPr>
            </a:pPr>
            <a:r>
              <a:rPr sz="1425" b="1">
                <a:solidFill>
                  <a:srgbClr val="087E8B"/>
                </a:solidFill>
                <a:latin typeface="Apple SD Gothic Neo"/>
                <a:ea typeface="Apple SD Gothic Neo"/>
                <a:cs typeface="Apple SD Gothic Neo"/>
              </a:rPr>
              <a:t>VIA SOFTWARE ARCHITECTURE / ASR-QA-v6</a:t>
            </a:r>
          </a:p>
        </p:txBody>
      </p:sp>
      <p:sp>
        <p:nvSpPr>
          <p:cNvPr id="2" name="dp42-v5-qa-detail / n2">
            <a:extLst xmlns:a="http://schemas.openxmlformats.org/drawingml/2006/main">
              <a:ext uri="{FF2B5EF4-FFF2-40B4-BE49-F238E27FC236}">
                <a16:creationId xmlns:a16="http://schemas.microsoft.com/office/drawing/2014/main" id="{9AC23387-E6B6-4089-98BA-060D1546A1EB}"/>
              </a:ext>
            </a:extLst>
          </p:cNvPr>
          <p:cNvSpPr>
            <a:spLocks xmlns:a="http://schemas.openxmlformats.org/drawingml/2006/main" noGrp="1"/>
          </p:cNvSpPr>
          <p:nvPr/>
        </p:nvSpPr>
        <p:spPr>
          <a:xfrm xmlns:a="http://schemas.openxmlformats.org/drawingml/2006/main">
            <a:off x="381000" y="619125"/>
            <a:ext cx="17526000" cy="528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18232E"/>
                </a:solidFill>
                <a:latin typeface="Apple SD Gothic Neo"/>
                <a:ea typeface="Apple SD Gothic Neo"/>
                <a:cs typeface="Apple SD Gothic Neo"/>
              </a:defRPr>
            </a:pPr>
            <a:r>
              <a:rPr sz="2775" b="1">
                <a:solidFill>
                  <a:srgbClr val="18232E"/>
                </a:solidFill>
                <a:latin typeface="Apple SD Gothic Neo"/>
                <a:ea typeface="Apple SD Gothic Neo"/>
                <a:cs typeface="Apple SD Gothic Neo"/>
              </a:rPr>
              <a:t>04-42. 공동 상태 확정과 독립 상태 접수 / ASR-QA 평가</a:t>
            </a:r>
          </a:p>
        </p:txBody>
      </p:sp>
      <p:sp>
        <p:nvSpPr>
          <p:cNvPr id="3" name="dp42-v5-qa-detail / n3">
            <a:extLst xmlns:a="http://schemas.openxmlformats.org/drawingml/2006/main">
              <a:ext uri="{FF2B5EF4-FFF2-40B4-BE49-F238E27FC236}">
                <a16:creationId xmlns:a16="http://schemas.microsoft.com/office/drawing/2014/main" id="{616269BC-ECD1-4B52-84D1-CE987F38D7C9}"/>
              </a:ext>
            </a:extLst>
          </p:cNvPr>
          <p:cNvSpPr>
            <a:spLocks xmlns:a="http://schemas.openxmlformats.org/drawingml/2006/main" noGrp="1"/>
          </p:cNvSpPr>
          <p:nvPr/>
        </p:nvSpPr>
        <p:spPr>
          <a:xfrm xmlns:a="http://schemas.openxmlformats.org/drawingml/2006/main">
            <a:off x="381000" y="11525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 name="dp42-v5-qa-detail / n4">
            <a:extLst xmlns:a="http://schemas.openxmlformats.org/drawingml/2006/main">
              <a:ext uri="{FF2B5EF4-FFF2-40B4-BE49-F238E27FC236}">
                <a16:creationId xmlns:a16="http://schemas.microsoft.com/office/drawing/2014/main" id="{D1E736EA-DCCF-4FF8-B273-2CC4697CF24C}"/>
              </a:ext>
            </a:extLst>
          </p:cNvPr>
          <p:cNvSpPr>
            <a:spLocks xmlns:a="http://schemas.openxmlformats.org/drawingml/2006/main" noGrp="1"/>
          </p:cNvSpPr>
          <p:nvPr/>
        </p:nvSpPr>
        <p:spPr>
          <a:xfrm xmlns:a="http://schemas.openxmlformats.org/drawingml/2006/main">
            <a:off x="381000" y="1352550"/>
            <a:ext cx="1752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F6B77"/>
                </a:solidFill>
                <a:latin typeface="Apple SD Gothic Neo"/>
                <a:ea typeface="Apple SD Gothic Neo"/>
                <a:cs typeface="Apple SD Gothic Neo"/>
              </a:defRPr>
            </a:pPr>
            <a:r>
              <a:rPr sz="1800" b="0">
                <a:solidFill>
                  <a:srgbClr val="5F6B77"/>
                </a:solidFill>
                <a:latin typeface="Apple SD Gothic Neo"/>
                <a:ea typeface="Apple SD Gothic Neo"/>
                <a:cs typeface="Apple SD Gothic Neo"/>
              </a:rPr>
              <a:t>P21 전체 5회: 630개 채점 조건, 135반응, 95요청 처리. 비용과 메모리는 전체 활동을 포함한다.</a:t>
            </a:r>
          </a:p>
        </p:txBody>
      </p:sp>
      <p:sp>
        <p:nvSpPr>
          <p:cNvPr id="5" name="dp42-v5-qa-detail / n5">
            <a:extLst xmlns:a="http://schemas.openxmlformats.org/drawingml/2006/main">
              <a:ext uri="{FF2B5EF4-FFF2-40B4-BE49-F238E27FC236}">
                <a16:creationId xmlns:a16="http://schemas.microsoft.com/office/drawing/2014/main" id="{5CF79C2C-D2F5-4B8A-A70B-21FCB1741DA2}"/>
              </a:ext>
            </a:extLst>
          </p:cNvPr>
          <p:cNvSpPr>
            <a:spLocks xmlns:a="http://schemas.openxmlformats.org/drawingml/2006/main" noGrp="1"/>
          </p:cNvSpPr>
          <p:nvPr/>
        </p:nvSpPr>
        <p:spPr>
          <a:xfrm xmlns:a="http://schemas.openxmlformats.org/drawingml/2006/main">
            <a:off x="381000" y="1762125"/>
            <a:ext cx="17526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F6B77"/>
                </a:solidFill>
                <a:latin typeface="Apple SD Gothic Neo"/>
                <a:ea typeface="Apple SD Gothic Neo"/>
                <a:cs typeface="Apple SD Gothic Neo"/>
              </a:defRPr>
            </a:pPr>
            <a:r>
              <a:rPr sz="1650" b="0">
                <a:solidFill>
                  <a:srgbClr val="5F6B77"/>
                </a:solidFill>
                <a:latin typeface="Apple SD Gothic Neo"/>
                <a:ea typeface="Apple SD Gothic Neo"/>
                <a:cs typeface="Apple SD Gothic Neo"/>
              </a:rPr>
              <a:t>A/B 전체 값과 0–6점 등급은 평가 전. 아래 지역 계산과 메모리 예산은 작성자 가정이다.</a:t>
            </a:r>
          </a:p>
        </p:txBody>
      </p:sp>
      <p:sp>
        <p:nvSpPr>
          <p:cNvPr id="6" name="dp42-v5-qa-detail / n6">
            <a:extLst xmlns:a="http://schemas.openxmlformats.org/drawingml/2006/main">
              <a:ext uri="{FF2B5EF4-FFF2-40B4-BE49-F238E27FC236}">
                <a16:creationId xmlns:a16="http://schemas.microsoft.com/office/drawing/2014/main" id="{AAA5A47A-97F4-4641-8F8D-C7146FE7DA4A}"/>
              </a:ext>
            </a:extLst>
          </p:cNvPr>
          <p:cNvSpPr>
            <a:spLocks xmlns:a="http://schemas.openxmlformats.org/drawingml/2006/main" noGrp="1"/>
          </p:cNvSpPr>
          <p:nvPr/>
        </p:nvSpPr>
        <p:spPr>
          <a:xfrm xmlns:a="http://schemas.openxmlformats.org/drawingml/2006/main">
            <a:off x="381000" y="2143125"/>
            <a:ext cx="17526000" cy="457200"/>
          </a:xfrm>
          <a:prstGeom xmlns:a="http://schemas.openxmlformats.org/drawingml/2006/main" prst="rect">
            <a:avLst/>
          </a:prstGeom>
          <a:solidFill xmlns:a="http://schemas.openxmlformats.org/drawingml/2006/main">
            <a:srgbClr val="D5E7C7"/>
          </a:solidFill>
          <a:ln xmlns:a="http://schemas.openxmlformats.org/drawingml/2006/main" w="0">
            <a:noFill/>
          </a:ln>
        </p:spPr>
      </p:sp>
      <p:sp>
        <p:nvSpPr>
          <p:cNvPr id="7" name="dp42-v5-qa-detail / n7">
            <a:extLst xmlns:a="http://schemas.openxmlformats.org/drawingml/2006/main">
              <a:ext uri="{FF2B5EF4-FFF2-40B4-BE49-F238E27FC236}">
                <a16:creationId xmlns:a16="http://schemas.microsoft.com/office/drawing/2014/main" id="{28838343-4710-478C-8F5D-65E9F4FF426A}"/>
              </a:ext>
            </a:extLst>
          </p:cNvPr>
          <p:cNvSpPr>
            <a:spLocks xmlns:a="http://schemas.openxmlformats.org/drawingml/2006/main" noGrp="1"/>
          </p:cNvSpPr>
          <p:nvPr/>
        </p:nvSpPr>
        <p:spPr>
          <a:xfrm xmlns:a="http://schemas.openxmlformats.org/drawingml/2006/main">
            <a:off x="533400" y="2238375"/>
            <a:ext cx="251460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QA / 목표</a:t>
            </a:r>
          </a:p>
        </p:txBody>
      </p:sp>
      <p:sp>
        <p:nvSpPr>
          <p:cNvPr id="8" name="dp42-v5-qa-detail / n8">
            <a:extLst xmlns:a="http://schemas.openxmlformats.org/drawingml/2006/main">
              <a:ext uri="{FF2B5EF4-FFF2-40B4-BE49-F238E27FC236}">
                <a16:creationId xmlns:a16="http://schemas.microsoft.com/office/drawing/2014/main" id="{3032A0CC-B2D8-4114-B35B-F9BB1E8845D9}"/>
              </a:ext>
            </a:extLst>
          </p:cNvPr>
          <p:cNvSpPr>
            <a:spLocks xmlns:a="http://schemas.openxmlformats.org/drawingml/2006/main" noGrp="1"/>
          </p:cNvSpPr>
          <p:nvPr/>
        </p:nvSpPr>
        <p:spPr>
          <a:xfrm xmlns:a="http://schemas.openxmlformats.org/drawingml/2006/main">
            <a:off x="345757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A 통합 Core의 공동 확정</a:t>
            </a:r>
          </a:p>
        </p:txBody>
      </p:sp>
      <p:sp>
        <p:nvSpPr>
          <p:cNvPr id="9" name="dp42-v5-qa-detail / n9">
            <a:extLst xmlns:a="http://schemas.openxmlformats.org/drawingml/2006/main">
              <a:ext uri="{FF2B5EF4-FFF2-40B4-BE49-F238E27FC236}">
                <a16:creationId xmlns:a16="http://schemas.microsoft.com/office/drawing/2014/main" id="{6186DAEB-3155-475A-81A0-AE05B47BB4D6}"/>
              </a:ext>
            </a:extLst>
          </p:cNvPr>
          <p:cNvSpPr>
            <a:spLocks xmlns:a="http://schemas.openxmlformats.org/drawingml/2006/main" noGrp="1"/>
          </p:cNvSpPr>
          <p:nvPr/>
        </p:nvSpPr>
        <p:spPr>
          <a:xfrm xmlns:a="http://schemas.openxmlformats.org/drawingml/2006/main">
            <a:off x="9648825" y="2238375"/>
            <a:ext cx="58102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B 독립 대화와 Task 서비스의 접수</a:t>
            </a:r>
          </a:p>
        </p:txBody>
      </p:sp>
      <p:sp>
        <p:nvSpPr>
          <p:cNvPr id="10" name="dp42-v5-qa-detail / n10">
            <a:extLst xmlns:a="http://schemas.openxmlformats.org/drawingml/2006/main">
              <a:ext uri="{FF2B5EF4-FFF2-40B4-BE49-F238E27FC236}">
                <a16:creationId xmlns:a16="http://schemas.microsoft.com/office/drawing/2014/main" id="{1BF400FA-6C22-4831-A025-5D1EA87B45E6}"/>
              </a:ext>
            </a:extLst>
          </p:cNvPr>
          <p:cNvSpPr>
            <a:spLocks xmlns:a="http://schemas.openxmlformats.org/drawingml/2006/main" noGrp="1"/>
          </p:cNvSpPr>
          <p:nvPr/>
        </p:nvSpPr>
        <p:spPr>
          <a:xfrm xmlns:a="http://schemas.openxmlformats.org/drawingml/2006/main">
            <a:off x="15801975" y="2238375"/>
            <a:ext cx="19526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8232E"/>
                </a:solidFill>
                <a:latin typeface="Apple SD Gothic Neo"/>
                <a:ea typeface="Apple SD Gothic Neo"/>
                <a:cs typeface="Apple SD Gothic Neo"/>
              </a:defRPr>
            </a:pPr>
            <a:r>
              <a:rPr sz="1725" b="1">
                <a:solidFill>
                  <a:srgbClr val="18232E"/>
                </a:solidFill>
                <a:latin typeface="Apple SD Gothic Neo"/>
                <a:ea typeface="Apple SD Gothic Neo"/>
                <a:cs typeface="Apple SD Gothic Neo"/>
              </a:rPr>
              <a:t>차이 판단</a:t>
            </a:r>
          </a:p>
        </p:txBody>
      </p:sp>
      <p:sp>
        <p:nvSpPr>
          <p:cNvPr id="11" name="dp42-v5-qa-detail / n11">
            <a:extLst xmlns:a="http://schemas.openxmlformats.org/drawingml/2006/main">
              <a:ext uri="{FF2B5EF4-FFF2-40B4-BE49-F238E27FC236}">
                <a16:creationId xmlns:a16="http://schemas.microsoft.com/office/drawing/2014/main" id="{6C80D7EE-3CD2-4E7D-A5FD-B508FAE0B00B}"/>
              </a:ext>
            </a:extLst>
          </p:cNvPr>
          <p:cNvSpPr>
            <a:spLocks xmlns:a="http://schemas.openxmlformats.org/drawingml/2006/main" noGrp="1"/>
          </p:cNvSpPr>
          <p:nvPr/>
        </p:nvSpPr>
        <p:spPr>
          <a:xfrm xmlns:a="http://schemas.openxmlformats.org/drawingml/2006/main">
            <a:off x="381000" y="35909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12" name="dp42-v5-qa-detail / n12">
            <a:extLst xmlns:a="http://schemas.openxmlformats.org/drawingml/2006/main">
              <a:ext uri="{FF2B5EF4-FFF2-40B4-BE49-F238E27FC236}">
                <a16:creationId xmlns:a16="http://schemas.microsoft.com/office/drawing/2014/main" id="{ACC0F7C7-127F-41DA-A70B-226379BD6B0C}"/>
              </a:ext>
            </a:extLst>
          </p:cNvPr>
          <p:cNvSpPr>
            <a:spLocks xmlns:a="http://schemas.openxmlformats.org/drawingml/2006/main" noGrp="1"/>
          </p:cNvSpPr>
          <p:nvPr/>
        </p:nvSpPr>
        <p:spPr>
          <a:xfrm xmlns:a="http://schemas.openxmlformats.org/drawingml/2006/main">
            <a:off x="533400" y="26955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01  요청 처리 정확성</a:t>
            </a:r>
          </a:p>
        </p:txBody>
      </p:sp>
      <p:sp>
        <p:nvSpPr>
          <p:cNvPr id="13" name="dp42-v5-qa-detail / n13">
            <a:extLst xmlns:a="http://schemas.openxmlformats.org/drawingml/2006/main">
              <a:ext uri="{FF2B5EF4-FFF2-40B4-BE49-F238E27FC236}">
                <a16:creationId xmlns:a16="http://schemas.microsoft.com/office/drawing/2014/main" id="{05D3609A-88C5-4C2D-ABB7-4E2FFCE58396}"/>
              </a:ext>
            </a:extLst>
          </p:cNvPr>
          <p:cNvSpPr>
            <a:spLocks xmlns:a="http://schemas.openxmlformats.org/drawingml/2006/main" noGrp="1"/>
          </p:cNvSpPr>
          <p:nvPr/>
        </p:nvSpPr>
        <p:spPr>
          <a:xfrm xmlns:a="http://schemas.openxmlformats.org/drawingml/2006/main">
            <a:off x="533400" y="305752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≥98%, 618/630</a:t>
            </a:r>
          </a:p>
        </p:txBody>
      </p:sp>
      <p:sp>
        <p:nvSpPr>
          <p:cNvPr id="14" name="dp42-v5-qa-detail / n14">
            <a:extLst xmlns:a="http://schemas.openxmlformats.org/drawingml/2006/main">
              <a:ext uri="{FF2B5EF4-FFF2-40B4-BE49-F238E27FC236}">
                <a16:creationId xmlns:a16="http://schemas.microsoft.com/office/drawing/2014/main" id="{CB30482C-3D5B-45A7-BFB2-2BD982D9CEF3}"/>
              </a:ext>
            </a:extLst>
          </p:cNvPr>
          <p:cNvSpPr>
            <a:spLocks xmlns:a="http://schemas.openxmlformats.org/drawingml/2006/main" noGrp="1"/>
          </p:cNvSpPr>
          <p:nvPr/>
        </p:nvSpPr>
        <p:spPr>
          <a:xfrm xmlns:a="http://schemas.openxmlformats.org/drawingml/2006/main">
            <a:off x="3457575" y="26860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15" name="dp42-v5-qa-detail / n15">
            <a:extLst xmlns:a="http://schemas.openxmlformats.org/drawingml/2006/main">
              <a:ext uri="{FF2B5EF4-FFF2-40B4-BE49-F238E27FC236}">
                <a16:creationId xmlns:a16="http://schemas.microsoft.com/office/drawing/2014/main" id="{94E7ABA1-8F4E-4F8F-8019-0235844CA74B}"/>
              </a:ext>
            </a:extLst>
          </p:cNvPr>
          <p:cNvSpPr>
            <a:spLocks xmlns:a="http://schemas.openxmlformats.org/drawingml/2006/main" noGrp="1"/>
          </p:cNvSpPr>
          <p:nvPr/>
        </p:nvSpPr>
        <p:spPr>
          <a:xfrm xmlns:a="http://schemas.openxmlformats.org/drawingml/2006/main">
            <a:off x="3457575" y="30956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의미와 접수 및 현재성 검사</a:t>
            </a:r>
          </a:p>
        </p:txBody>
      </p:sp>
      <p:sp>
        <p:nvSpPr>
          <p:cNvPr id="16" name="dp42-v5-qa-detail / n16">
            <a:extLst xmlns:a="http://schemas.openxmlformats.org/drawingml/2006/main">
              <a:ext uri="{FF2B5EF4-FFF2-40B4-BE49-F238E27FC236}">
                <a16:creationId xmlns:a16="http://schemas.microsoft.com/office/drawing/2014/main" id="{3CB92D02-CDB9-4D07-8699-F9FDF33C9601}"/>
              </a:ext>
            </a:extLst>
          </p:cNvPr>
          <p:cNvSpPr>
            <a:spLocks xmlns:a="http://schemas.openxmlformats.org/drawingml/2006/main" noGrp="1"/>
          </p:cNvSpPr>
          <p:nvPr/>
        </p:nvSpPr>
        <p:spPr>
          <a:xfrm xmlns:a="http://schemas.openxmlformats.org/drawingml/2006/main">
            <a:off x="9648825" y="26860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17" name="dp42-v5-qa-detail / n17">
            <a:extLst xmlns:a="http://schemas.openxmlformats.org/drawingml/2006/main">
              <a:ext uri="{FF2B5EF4-FFF2-40B4-BE49-F238E27FC236}">
                <a16:creationId xmlns:a16="http://schemas.microsoft.com/office/drawing/2014/main" id="{A0672D16-BCD5-4950-8852-B80DD4D80EA9}"/>
              </a:ext>
            </a:extLst>
          </p:cNvPr>
          <p:cNvSpPr>
            <a:spLocks xmlns:a="http://schemas.openxmlformats.org/drawingml/2006/main" noGrp="1"/>
          </p:cNvSpPr>
          <p:nvPr/>
        </p:nvSpPr>
        <p:spPr>
          <a:xfrm xmlns:a="http://schemas.openxmlformats.org/drawingml/2006/main">
            <a:off x="9648825" y="30956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동일 검사와 receipt의 올바른 반영</a:t>
            </a:r>
          </a:p>
        </p:txBody>
      </p:sp>
      <p:sp>
        <p:nvSpPr>
          <p:cNvPr id="18" name="dp42-v5-qa-detail / n18">
            <a:extLst xmlns:a="http://schemas.openxmlformats.org/drawingml/2006/main">
              <a:ext uri="{FF2B5EF4-FFF2-40B4-BE49-F238E27FC236}">
                <a16:creationId xmlns:a16="http://schemas.microsoft.com/office/drawing/2014/main" id="{EB2A28A1-537A-452D-AC68-B935FAE3FA59}"/>
              </a:ext>
            </a:extLst>
          </p:cNvPr>
          <p:cNvSpPr>
            <a:spLocks xmlns:a="http://schemas.openxmlformats.org/drawingml/2006/main" noGrp="1"/>
          </p:cNvSpPr>
          <p:nvPr/>
        </p:nvSpPr>
        <p:spPr>
          <a:xfrm xmlns:a="http://schemas.openxmlformats.org/drawingml/2006/main">
            <a:off x="15801975" y="272415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19" name="dp42-v5-qa-detail / n19">
            <a:extLst xmlns:a="http://schemas.openxmlformats.org/drawingml/2006/main">
              <a:ext uri="{FF2B5EF4-FFF2-40B4-BE49-F238E27FC236}">
                <a16:creationId xmlns:a16="http://schemas.microsoft.com/office/drawing/2014/main" id="{333ACB09-5CC8-4F98-BD3A-E6C7897CEAB9}"/>
              </a:ext>
            </a:extLst>
          </p:cNvPr>
          <p:cNvSpPr>
            <a:spLocks xmlns:a="http://schemas.openxmlformats.org/drawingml/2006/main" noGrp="1"/>
          </p:cNvSpPr>
          <p:nvPr/>
        </p:nvSpPr>
        <p:spPr>
          <a:xfrm xmlns:a="http://schemas.openxmlformats.org/drawingml/2006/main">
            <a:off x="15801975" y="310515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1%p</a:t>
            </a:r>
          </a:p>
        </p:txBody>
      </p:sp>
      <p:sp>
        <p:nvSpPr>
          <p:cNvPr id="20" name="dp42-v5-qa-detail / n20">
            <a:extLst xmlns:a="http://schemas.openxmlformats.org/drawingml/2006/main">
              <a:ext uri="{FF2B5EF4-FFF2-40B4-BE49-F238E27FC236}">
                <a16:creationId xmlns:a16="http://schemas.microsoft.com/office/drawing/2014/main" id="{89679BA1-10D4-448A-88EF-495E7DDAB0D0}"/>
              </a:ext>
            </a:extLst>
          </p:cNvPr>
          <p:cNvSpPr>
            <a:spLocks xmlns:a="http://schemas.openxmlformats.org/drawingml/2006/main" noGrp="1"/>
          </p:cNvSpPr>
          <p:nvPr/>
        </p:nvSpPr>
        <p:spPr>
          <a:xfrm xmlns:a="http://schemas.openxmlformats.org/drawingml/2006/main">
            <a:off x="15801975" y="334327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21" name="dp42-v5-qa-detail / n21">
            <a:extLst xmlns:a="http://schemas.openxmlformats.org/drawingml/2006/main">
              <a:ext uri="{FF2B5EF4-FFF2-40B4-BE49-F238E27FC236}">
                <a16:creationId xmlns:a16="http://schemas.microsoft.com/office/drawing/2014/main" id="{A183CDA9-39A8-40B7-A144-6D256214F068}"/>
              </a:ext>
            </a:extLst>
          </p:cNvPr>
          <p:cNvSpPr>
            <a:spLocks xmlns:a="http://schemas.openxmlformats.org/drawingml/2006/main" noGrp="1"/>
          </p:cNvSpPr>
          <p:nvPr/>
        </p:nvSpPr>
        <p:spPr>
          <a:xfrm xmlns:a="http://schemas.openxmlformats.org/drawingml/2006/main">
            <a:off x="381000" y="45910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22" name="dp42-v5-qa-detail / n22">
            <a:extLst xmlns:a="http://schemas.openxmlformats.org/drawingml/2006/main">
              <a:ext uri="{FF2B5EF4-FFF2-40B4-BE49-F238E27FC236}">
                <a16:creationId xmlns:a16="http://schemas.microsoft.com/office/drawing/2014/main" id="{8C6ABC98-5957-4577-8D56-5965B005BEA8}"/>
              </a:ext>
            </a:extLst>
          </p:cNvPr>
          <p:cNvSpPr>
            <a:spLocks xmlns:a="http://schemas.openxmlformats.org/drawingml/2006/main" noGrp="1"/>
          </p:cNvSpPr>
          <p:nvPr/>
        </p:nvSpPr>
        <p:spPr>
          <a:xfrm xmlns:a="http://schemas.openxmlformats.org/drawingml/2006/main">
            <a:off x="533400" y="36957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02  상호작용 응답시간</a:t>
            </a:r>
          </a:p>
        </p:txBody>
      </p:sp>
      <p:sp>
        <p:nvSpPr>
          <p:cNvPr id="23" name="dp42-v5-qa-detail / n23">
            <a:extLst xmlns:a="http://schemas.openxmlformats.org/drawingml/2006/main">
              <a:ext uri="{FF2B5EF4-FFF2-40B4-BE49-F238E27FC236}">
                <a16:creationId xmlns:a16="http://schemas.microsoft.com/office/drawing/2014/main" id="{6A52D990-E1EF-4059-870C-CAF278572D44}"/>
              </a:ext>
            </a:extLst>
          </p:cNvPr>
          <p:cNvSpPr>
            <a:spLocks xmlns:a="http://schemas.openxmlformats.org/drawingml/2006/main" noGrp="1"/>
          </p:cNvSpPr>
          <p:nvPr/>
        </p:nvSpPr>
        <p:spPr>
          <a:xfrm xmlns:a="http://schemas.openxmlformats.org/drawingml/2006/main">
            <a:off x="533400" y="405765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평균 ≤1초, stop ≤0.1초</a:t>
            </a:r>
          </a:p>
        </p:txBody>
      </p:sp>
      <p:sp>
        <p:nvSpPr>
          <p:cNvPr id="24" name="dp42-v5-qa-detail / n24">
            <a:extLst xmlns:a="http://schemas.openxmlformats.org/drawingml/2006/main">
              <a:ext uri="{FF2B5EF4-FFF2-40B4-BE49-F238E27FC236}">
                <a16:creationId xmlns:a16="http://schemas.microsoft.com/office/drawing/2014/main" id="{57ABAEE6-B9AE-48F1-A54F-58562A637106}"/>
              </a:ext>
            </a:extLst>
          </p:cNvPr>
          <p:cNvSpPr>
            <a:spLocks xmlns:a="http://schemas.openxmlformats.org/drawingml/2006/main" noGrp="1"/>
          </p:cNvSpPr>
          <p:nvPr/>
        </p:nvSpPr>
        <p:spPr>
          <a:xfrm xmlns:a="http://schemas.openxmlformats.org/drawingml/2006/main">
            <a:off x="3457575" y="36861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25" name="dp42-v5-qa-detail / n25">
            <a:extLst xmlns:a="http://schemas.openxmlformats.org/drawingml/2006/main">
              <a:ext uri="{FF2B5EF4-FFF2-40B4-BE49-F238E27FC236}">
                <a16:creationId xmlns:a16="http://schemas.microsoft.com/office/drawing/2014/main" id="{0D379A5A-F6AF-4CFC-9437-CD87FEC5DD0A}"/>
              </a:ext>
            </a:extLst>
          </p:cNvPr>
          <p:cNvSpPr>
            <a:spLocks xmlns:a="http://schemas.openxmlformats.org/drawingml/2006/main" noGrp="1"/>
          </p:cNvSpPr>
          <p:nvPr/>
        </p:nvSpPr>
        <p:spPr>
          <a:xfrm xmlns:a="http://schemas.openxmlformats.org/drawingml/2006/main">
            <a:off x="3457575" y="40957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공동 commit과 대화 반영 대기</a:t>
            </a:r>
          </a:p>
        </p:txBody>
      </p:sp>
      <p:sp>
        <p:nvSpPr>
          <p:cNvPr id="26" name="dp42-v5-qa-detail / n26">
            <a:extLst xmlns:a="http://schemas.openxmlformats.org/drawingml/2006/main">
              <a:ext uri="{FF2B5EF4-FFF2-40B4-BE49-F238E27FC236}">
                <a16:creationId xmlns:a16="http://schemas.microsoft.com/office/drawing/2014/main" id="{56FEC738-42C2-4E46-837F-14806C58B2EB}"/>
              </a:ext>
            </a:extLst>
          </p:cNvPr>
          <p:cNvSpPr>
            <a:spLocks xmlns:a="http://schemas.openxmlformats.org/drawingml/2006/main" noGrp="1"/>
          </p:cNvSpPr>
          <p:nvPr/>
        </p:nvSpPr>
        <p:spPr>
          <a:xfrm xmlns:a="http://schemas.openxmlformats.org/drawingml/2006/main">
            <a:off x="9648825" y="36861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27" name="dp42-v5-qa-detail / n27">
            <a:extLst xmlns:a="http://schemas.openxmlformats.org/drawingml/2006/main">
              <a:ext uri="{FF2B5EF4-FFF2-40B4-BE49-F238E27FC236}">
                <a16:creationId xmlns:a16="http://schemas.microsoft.com/office/drawing/2014/main" id="{F7254C71-C574-417E-89F1-25ED1F5AAE92}"/>
              </a:ext>
            </a:extLst>
          </p:cNvPr>
          <p:cNvSpPr>
            <a:spLocks xmlns:a="http://schemas.openxmlformats.org/drawingml/2006/main" noGrp="1"/>
          </p:cNvSpPr>
          <p:nvPr/>
        </p:nvSpPr>
        <p:spPr>
          <a:xfrm xmlns:a="http://schemas.openxmlformats.org/drawingml/2006/main">
            <a:off x="9648825" y="40957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독립 접수와 receipt 반영 대기</a:t>
            </a:r>
          </a:p>
        </p:txBody>
      </p:sp>
      <p:sp>
        <p:nvSpPr>
          <p:cNvPr id="28" name="dp42-v5-qa-detail / n28">
            <a:extLst xmlns:a="http://schemas.openxmlformats.org/drawingml/2006/main">
              <a:ext uri="{FF2B5EF4-FFF2-40B4-BE49-F238E27FC236}">
                <a16:creationId xmlns:a16="http://schemas.microsoft.com/office/drawing/2014/main" id="{546672EC-1ECE-4F3F-8B12-7ED015AAB9A6}"/>
              </a:ext>
            </a:extLst>
          </p:cNvPr>
          <p:cNvSpPr>
            <a:spLocks xmlns:a="http://schemas.openxmlformats.org/drawingml/2006/main" noGrp="1"/>
          </p:cNvSpPr>
          <p:nvPr/>
        </p:nvSpPr>
        <p:spPr>
          <a:xfrm xmlns:a="http://schemas.openxmlformats.org/drawingml/2006/main">
            <a:off x="15801975" y="372427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29" name="dp42-v5-qa-detail / n29">
            <a:extLst xmlns:a="http://schemas.openxmlformats.org/drawingml/2006/main">
              <a:ext uri="{FF2B5EF4-FFF2-40B4-BE49-F238E27FC236}">
                <a16:creationId xmlns:a16="http://schemas.microsoft.com/office/drawing/2014/main" id="{46B1BAC1-96E4-4E21-92E5-BCB21F926CB1}"/>
              </a:ext>
            </a:extLst>
          </p:cNvPr>
          <p:cNvSpPr>
            <a:spLocks xmlns:a="http://schemas.openxmlformats.org/drawingml/2006/main" noGrp="1"/>
          </p:cNvSpPr>
          <p:nvPr/>
        </p:nvSpPr>
        <p:spPr>
          <a:xfrm xmlns:a="http://schemas.openxmlformats.org/drawingml/2006/main">
            <a:off x="15801975" y="410527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0.10초</a:t>
            </a:r>
          </a:p>
        </p:txBody>
      </p:sp>
      <p:sp>
        <p:nvSpPr>
          <p:cNvPr id="30" name="dp42-v5-qa-detail / n30">
            <a:extLst xmlns:a="http://schemas.openxmlformats.org/drawingml/2006/main">
              <a:ext uri="{FF2B5EF4-FFF2-40B4-BE49-F238E27FC236}">
                <a16:creationId xmlns:a16="http://schemas.microsoft.com/office/drawing/2014/main" id="{ABA50E0E-0586-4FDC-97A7-9D6EB5F8CA7E}"/>
              </a:ext>
            </a:extLst>
          </p:cNvPr>
          <p:cNvSpPr>
            <a:spLocks xmlns:a="http://schemas.openxmlformats.org/drawingml/2006/main" noGrp="1"/>
          </p:cNvSpPr>
          <p:nvPr/>
        </p:nvSpPr>
        <p:spPr>
          <a:xfrm xmlns:a="http://schemas.openxmlformats.org/drawingml/2006/main">
            <a:off x="15801975" y="434340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31" name="dp42-v5-qa-detail / n31">
            <a:extLst xmlns:a="http://schemas.openxmlformats.org/drawingml/2006/main">
              <a:ext uri="{FF2B5EF4-FFF2-40B4-BE49-F238E27FC236}">
                <a16:creationId xmlns:a16="http://schemas.microsoft.com/office/drawing/2014/main" id="{59050E6C-2A16-4876-A557-A3A9A2645A55}"/>
              </a:ext>
            </a:extLst>
          </p:cNvPr>
          <p:cNvSpPr>
            <a:spLocks xmlns:a="http://schemas.openxmlformats.org/drawingml/2006/main" noGrp="1"/>
          </p:cNvSpPr>
          <p:nvPr/>
        </p:nvSpPr>
        <p:spPr>
          <a:xfrm xmlns:a="http://schemas.openxmlformats.org/drawingml/2006/main">
            <a:off x="381000" y="559117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32" name="dp42-v5-qa-detail / n32">
            <a:extLst xmlns:a="http://schemas.openxmlformats.org/drawingml/2006/main">
              <a:ext uri="{FF2B5EF4-FFF2-40B4-BE49-F238E27FC236}">
                <a16:creationId xmlns:a16="http://schemas.microsoft.com/office/drawing/2014/main" id="{D76A025A-6521-4E5A-BF91-F486B25A62D0}"/>
              </a:ext>
            </a:extLst>
          </p:cNvPr>
          <p:cNvSpPr>
            <a:spLocks xmlns:a="http://schemas.openxmlformats.org/drawingml/2006/main" noGrp="1"/>
          </p:cNvSpPr>
          <p:nvPr/>
        </p:nvSpPr>
        <p:spPr>
          <a:xfrm xmlns:a="http://schemas.openxmlformats.org/drawingml/2006/main">
            <a:off x="533400" y="469582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03  VIA 요청 처리시간</a:t>
            </a:r>
          </a:p>
        </p:txBody>
      </p:sp>
      <p:sp>
        <p:nvSpPr>
          <p:cNvPr id="33" name="dp42-v5-qa-detail / n33">
            <a:extLst xmlns:a="http://schemas.openxmlformats.org/drawingml/2006/main">
              <a:ext uri="{FF2B5EF4-FFF2-40B4-BE49-F238E27FC236}">
                <a16:creationId xmlns:a16="http://schemas.microsoft.com/office/drawing/2014/main" id="{775FF466-C3F6-4F67-8091-E81F45EE5AA4}"/>
              </a:ext>
            </a:extLst>
          </p:cNvPr>
          <p:cNvSpPr>
            <a:spLocks xmlns:a="http://schemas.openxmlformats.org/drawingml/2006/main" noGrp="1"/>
          </p:cNvSpPr>
          <p:nvPr/>
        </p:nvSpPr>
        <p:spPr>
          <a:xfrm xmlns:a="http://schemas.openxmlformats.org/drawingml/2006/main">
            <a:off x="533400" y="505777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평균 ≤10초</a:t>
            </a:r>
          </a:p>
        </p:txBody>
      </p:sp>
      <p:sp>
        <p:nvSpPr>
          <p:cNvPr id="34" name="dp42-v5-qa-detail / n34">
            <a:extLst xmlns:a="http://schemas.openxmlformats.org/drawingml/2006/main">
              <a:ext uri="{FF2B5EF4-FFF2-40B4-BE49-F238E27FC236}">
                <a16:creationId xmlns:a16="http://schemas.microsoft.com/office/drawing/2014/main" id="{0AC44497-6110-4A0C-9E5A-3DDC5805E1C6}"/>
              </a:ext>
            </a:extLst>
          </p:cNvPr>
          <p:cNvSpPr>
            <a:spLocks xmlns:a="http://schemas.openxmlformats.org/drawingml/2006/main" noGrp="1"/>
          </p:cNvSpPr>
          <p:nvPr/>
        </p:nvSpPr>
        <p:spPr>
          <a:xfrm xmlns:a="http://schemas.openxmlformats.org/drawingml/2006/main">
            <a:off x="3457575" y="468630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35" name="dp42-v5-qa-detail / n35">
            <a:extLst xmlns:a="http://schemas.openxmlformats.org/drawingml/2006/main">
              <a:ext uri="{FF2B5EF4-FFF2-40B4-BE49-F238E27FC236}">
                <a16:creationId xmlns:a16="http://schemas.microsoft.com/office/drawing/2014/main" id="{5B54F910-04BA-4523-AF83-9D2021E4E261}"/>
              </a:ext>
            </a:extLst>
          </p:cNvPr>
          <p:cNvSpPr>
            <a:spLocks xmlns:a="http://schemas.openxmlformats.org/drawingml/2006/main" noGrp="1"/>
          </p:cNvSpPr>
          <p:nvPr/>
        </p:nvSpPr>
        <p:spPr>
          <a:xfrm xmlns:a="http://schemas.openxmlformats.org/drawingml/2006/main">
            <a:off x="3457575" y="509587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관련 상태의 공동 확정 경로</a:t>
            </a:r>
          </a:p>
        </p:txBody>
      </p:sp>
      <p:sp>
        <p:nvSpPr>
          <p:cNvPr id="36" name="dp42-v5-qa-detail / n36">
            <a:extLst xmlns:a="http://schemas.openxmlformats.org/drawingml/2006/main">
              <a:ext uri="{FF2B5EF4-FFF2-40B4-BE49-F238E27FC236}">
                <a16:creationId xmlns:a16="http://schemas.microsoft.com/office/drawing/2014/main" id="{6E96FA26-E099-4CBF-9744-2A65E83D5B42}"/>
              </a:ext>
            </a:extLst>
          </p:cNvPr>
          <p:cNvSpPr>
            <a:spLocks xmlns:a="http://schemas.openxmlformats.org/drawingml/2006/main" noGrp="1"/>
          </p:cNvSpPr>
          <p:nvPr/>
        </p:nvSpPr>
        <p:spPr>
          <a:xfrm xmlns:a="http://schemas.openxmlformats.org/drawingml/2006/main">
            <a:off x="9648825" y="468630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37" name="dp42-v5-qa-detail / n37">
            <a:extLst xmlns:a="http://schemas.openxmlformats.org/drawingml/2006/main">
              <a:ext uri="{FF2B5EF4-FFF2-40B4-BE49-F238E27FC236}">
                <a16:creationId xmlns:a16="http://schemas.microsoft.com/office/drawing/2014/main" id="{D7292273-B6BC-4716-900D-0F627D5EB9C8}"/>
              </a:ext>
            </a:extLst>
          </p:cNvPr>
          <p:cNvSpPr>
            <a:spLocks xmlns:a="http://schemas.openxmlformats.org/drawingml/2006/main" noGrp="1"/>
          </p:cNvSpPr>
          <p:nvPr/>
        </p:nvSpPr>
        <p:spPr>
          <a:xfrm xmlns:a="http://schemas.openxmlformats.org/drawingml/2006/main">
            <a:off x="9648825" y="509587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인계와 reconciliation의 전체 경로</a:t>
            </a:r>
          </a:p>
        </p:txBody>
      </p:sp>
      <p:sp>
        <p:nvSpPr>
          <p:cNvPr id="38" name="dp42-v5-qa-detail / n38">
            <a:extLst xmlns:a="http://schemas.openxmlformats.org/drawingml/2006/main">
              <a:ext uri="{FF2B5EF4-FFF2-40B4-BE49-F238E27FC236}">
                <a16:creationId xmlns:a16="http://schemas.microsoft.com/office/drawing/2014/main" id="{6E8A9371-F9ED-430E-9C42-27EBF679AE1C}"/>
              </a:ext>
            </a:extLst>
          </p:cNvPr>
          <p:cNvSpPr>
            <a:spLocks xmlns:a="http://schemas.openxmlformats.org/drawingml/2006/main" noGrp="1"/>
          </p:cNvSpPr>
          <p:nvPr/>
        </p:nvSpPr>
        <p:spPr>
          <a:xfrm xmlns:a="http://schemas.openxmlformats.org/drawingml/2006/main">
            <a:off x="15801975" y="47244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39" name="dp42-v5-qa-detail / n39">
            <a:extLst xmlns:a="http://schemas.openxmlformats.org/drawingml/2006/main">
              <a:ext uri="{FF2B5EF4-FFF2-40B4-BE49-F238E27FC236}">
                <a16:creationId xmlns:a16="http://schemas.microsoft.com/office/drawing/2014/main" id="{03655D70-01E8-4F6F-94C2-3F4539D3702F}"/>
              </a:ext>
            </a:extLst>
          </p:cNvPr>
          <p:cNvSpPr>
            <a:spLocks xmlns:a="http://schemas.openxmlformats.org/drawingml/2006/main" noGrp="1"/>
          </p:cNvSpPr>
          <p:nvPr/>
        </p:nvSpPr>
        <p:spPr>
          <a:xfrm xmlns:a="http://schemas.openxmlformats.org/drawingml/2006/main">
            <a:off x="15801975" y="510540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0.50초</a:t>
            </a:r>
          </a:p>
        </p:txBody>
      </p:sp>
      <p:sp>
        <p:nvSpPr>
          <p:cNvPr id="40" name="dp42-v5-qa-detail / n40">
            <a:extLst xmlns:a="http://schemas.openxmlformats.org/drawingml/2006/main">
              <a:ext uri="{FF2B5EF4-FFF2-40B4-BE49-F238E27FC236}">
                <a16:creationId xmlns:a16="http://schemas.microsoft.com/office/drawing/2014/main" id="{06EC16BF-DA90-49FF-8C44-A71246F28AA3}"/>
              </a:ext>
            </a:extLst>
          </p:cNvPr>
          <p:cNvSpPr>
            <a:spLocks xmlns:a="http://schemas.openxmlformats.org/drawingml/2006/main" noGrp="1"/>
          </p:cNvSpPr>
          <p:nvPr/>
        </p:nvSpPr>
        <p:spPr>
          <a:xfrm xmlns:a="http://schemas.openxmlformats.org/drawingml/2006/main">
            <a:off x="15801975" y="534352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41" name="dp42-v5-qa-detail / n41">
            <a:extLst xmlns:a="http://schemas.openxmlformats.org/drawingml/2006/main">
              <a:ext uri="{FF2B5EF4-FFF2-40B4-BE49-F238E27FC236}">
                <a16:creationId xmlns:a16="http://schemas.microsoft.com/office/drawing/2014/main" id="{70EE21AD-A97E-420C-B24B-7CEC95FACEF9}"/>
              </a:ext>
            </a:extLst>
          </p:cNvPr>
          <p:cNvSpPr>
            <a:spLocks xmlns:a="http://schemas.openxmlformats.org/drawingml/2006/main" noGrp="1"/>
          </p:cNvSpPr>
          <p:nvPr/>
        </p:nvSpPr>
        <p:spPr>
          <a:xfrm xmlns:a="http://schemas.openxmlformats.org/drawingml/2006/main">
            <a:off x="381000" y="659130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42" name="dp42-v5-qa-detail / n42">
            <a:extLst xmlns:a="http://schemas.openxmlformats.org/drawingml/2006/main">
              <a:ext uri="{FF2B5EF4-FFF2-40B4-BE49-F238E27FC236}">
                <a16:creationId xmlns:a16="http://schemas.microsoft.com/office/drawing/2014/main" id="{9D82186A-07CC-4151-B0C0-4507D77FFEDA}"/>
              </a:ext>
            </a:extLst>
          </p:cNvPr>
          <p:cNvSpPr>
            <a:spLocks xmlns:a="http://schemas.openxmlformats.org/drawingml/2006/main" noGrp="1"/>
          </p:cNvSpPr>
          <p:nvPr/>
        </p:nvSpPr>
        <p:spPr>
          <a:xfrm xmlns:a="http://schemas.openxmlformats.org/drawingml/2006/main">
            <a:off x="533400" y="569595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04  VIA 모델 사용 비용</a:t>
            </a:r>
          </a:p>
        </p:txBody>
      </p:sp>
      <p:sp>
        <p:nvSpPr>
          <p:cNvPr id="43" name="dp42-v5-qa-detail / n43">
            <a:extLst xmlns:a="http://schemas.openxmlformats.org/drawingml/2006/main">
              <a:ext uri="{FF2B5EF4-FFF2-40B4-BE49-F238E27FC236}">
                <a16:creationId xmlns:a16="http://schemas.microsoft.com/office/drawing/2014/main" id="{0FF2BC54-AA01-40A7-9C66-2E55B99EE186}"/>
              </a:ext>
            </a:extLst>
          </p:cNvPr>
          <p:cNvSpPr>
            <a:spLocks xmlns:a="http://schemas.openxmlformats.org/drawingml/2006/main" noGrp="1"/>
          </p:cNvSpPr>
          <p:nvPr/>
        </p:nvSpPr>
        <p:spPr>
          <a:xfrm xmlns:a="http://schemas.openxmlformats.org/drawingml/2006/main">
            <a:off x="533400" y="605790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≤$0.50/P21</a:t>
            </a:r>
          </a:p>
        </p:txBody>
      </p:sp>
      <p:sp>
        <p:nvSpPr>
          <p:cNvPr id="44" name="dp42-v5-qa-detail / n44">
            <a:extLst xmlns:a="http://schemas.openxmlformats.org/drawingml/2006/main">
              <a:ext uri="{FF2B5EF4-FFF2-40B4-BE49-F238E27FC236}">
                <a16:creationId xmlns:a16="http://schemas.microsoft.com/office/drawing/2014/main" id="{23BDA1F8-349E-4C2B-9B27-8F88FAF88FD9}"/>
              </a:ext>
            </a:extLst>
          </p:cNvPr>
          <p:cNvSpPr>
            <a:spLocks xmlns:a="http://schemas.openxmlformats.org/drawingml/2006/main" noGrp="1"/>
          </p:cNvSpPr>
          <p:nvPr/>
        </p:nvSpPr>
        <p:spPr>
          <a:xfrm xmlns:a="http://schemas.openxmlformats.org/drawingml/2006/main">
            <a:off x="3457575" y="568642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45" name="dp42-v5-qa-detail / n45">
            <a:extLst xmlns:a="http://schemas.openxmlformats.org/drawingml/2006/main">
              <a:ext uri="{FF2B5EF4-FFF2-40B4-BE49-F238E27FC236}">
                <a16:creationId xmlns:a16="http://schemas.microsoft.com/office/drawing/2014/main" id="{41E4D9DF-BACE-4042-ADBB-E4427D978E5D}"/>
              </a:ext>
            </a:extLst>
          </p:cNvPr>
          <p:cNvSpPr>
            <a:spLocks xmlns:a="http://schemas.openxmlformats.org/drawingml/2006/main" noGrp="1"/>
          </p:cNvSpPr>
          <p:nvPr/>
        </p:nvSpPr>
        <p:spPr>
          <a:xfrm xmlns:a="http://schemas.openxmlformats.org/drawingml/2006/main">
            <a:off x="3457575" y="609600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코드 저장 외 실제 모델 청구</a:t>
            </a:r>
          </a:p>
        </p:txBody>
      </p:sp>
      <p:sp>
        <p:nvSpPr>
          <p:cNvPr id="46" name="dp42-v5-qa-detail / n46">
            <a:extLst xmlns:a="http://schemas.openxmlformats.org/drawingml/2006/main">
              <a:ext uri="{FF2B5EF4-FFF2-40B4-BE49-F238E27FC236}">
                <a16:creationId xmlns:a16="http://schemas.microsoft.com/office/drawing/2014/main" id="{0816BA81-618A-4B62-8DA1-6E2D95375788}"/>
              </a:ext>
            </a:extLst>
          </p:cNvPr>
          <p:cNvSpPr>
            <a:spLocks xmlns:a="http://schemas.openxmlformats.org/drawingml/2006/main" noGrp="1"/>
          </p:cNvSpPr>
          <p:nvPr/>
        </p:nvSpPr>
        <p:spPr>
          <a:xfrm xmlns:a="http://schemas.openxmlformats.org/drawingml/2006/main">
            <a:off x="9648825" y="568642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47" name="dp42-v5-qa-detail / n47">
            <a:extLst xmlns:a="http://schemas.openxmlformats.org/drawingml/2006/main">
              <a:ext uri="{FF2B5EF4-FFF2-40B4-BE49-F238E27FC236}">
                <a16:creationId xmlns:a16="http://schemas.microsoft.com/office/drawing/2014/main" id="{F6FCE6FE-FB2B-4993-9D6D-864F2DF06D7D}"/>
              </a:ext>
            </a:extLst>
          </p:cNvPr>
          <p:cNvSpPr>
            <a:spLocks xmlns:a="http://schemas.openxmlformats.org/drawingml/2006/main" noGrp="1"/>
          </p:cNvSpPr>
          <p:nvPr/>
        </p:nvSpPr>
        <p:spPr>
          <a:xfrm xmlns:a="http://schemas.openxmlformats.org/drawingml/2006/main">
            <a:off x="9648825" y="609600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IPC 외 실제 모델 청구</a:t>
            </a:r>
          </a:p>
        </p:txBody>
      </p:sp>
      <p:sp>
        <p:nvSpPr>
          <p:cNvPr id="48" name="dp42-v5-qa-detail / n48">
            <a:extLst xmlns:a="http://schemas.openxmlformats.org/drawingml/2006/main">
              <a:ext uri="{FF2B5EF4-FFF2-40B4-BE49-F238E27FC236}">
                <a16:creationId xmlns:a16="http://schemas.microsoft.com/office/drawing/2014/main" id="{29913499-9549-4D7D-9932-BCEDFD96A7F7}"/>
              </a:ext>
            </a:extLst>
          </p:cNvPr>
          <p:cNvSpPr>
            <a:spLocks xmlns:a="http://schemas.openxmlformats.org/drawingml/2006/main" noGrp="1"/>
          </p:cNvSpPr>
          <p:nvPr/>
        </p:nvSpPr>
        <p:spPr>
          <a:xfrm xmlns:a="http://schemas.openxmlformats.org/drawingml/2006/main">
            <a:off x="15801975" y="57245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49" name="dp42-v5-qa-detail / n49">
            <a:extLst xmlns:a="http://schemas.openxmlformats.org/drawingml/2006/main">
              <a:ext uri="{FF2B5EF4-FFF2-40B4-BE49-F238E27FC236}">
                <a16:creationId xmlns:a16="http://schemas.microsoft.com/office/drawing/2014/main" id="{7F6FE70F-4CF9-46E3-BA79-EA5987ED7DC8}"/>
              </a:ext>
            </a:extLst>
          </p:cNvPr>
          <p:cNvSpPr>
            <a:spLocks xmlns:a="http://schemas.openxmlformats.org/drawingml/2006/main" noGrp="1"/>
          </p:cNvSpPr>
          <p:nvPr/>
        </p:nvSpPr>
        <p:spPr>
          <a:xfrm xmlns:a="http://schemas.openxmlformats.org/drawingml/2006/main">
            <a:off x="15801975" y="610552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$0.03/P21</a:t>
            </a:r>
          </a:p>
        </p:txBody>
      </p:sp>
      <p:sp>
        <p:nvSpPr>
          <p:cNvPr id="50" name="dp42-v5-qa-detail / n50">
            <a:extLst xmlns:a="http://schemas.openxmlformats.org/drawingml/2006/main">
              <a:ext uri="{FF2B5EF4-FFF2-40B4-BE49-F238E27FC236}">
                <a16:creationId xmlns:a16="http://schemas.microsoft.com/office/drawing/2014/main" id="{6F897435-9B71-4F1C-B30C-33BBEDB7B8AE}"/>
              </a:ext>
            </a:extLst>
          </p:cNvPr>
          <p:cNvSpPr>
            <a:spLocks xmlns:a="http://schemas.openxmlformats.org/drawingml/2006/main" noGrp="1"/>
          </p:cNvSpPr>
          <p:nvPr/>
        </p:nvSpPr>
        <p:spPr>
          <a:xfrm xmlns:a="http://schemas.openxmlformats.org/drawingml/2006/main">
            <a:off x="15801975" y="634365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51" name="dp42-v5-qa-detail / n51">
            <a:extLst xmlns:a="http://schemas.openxmlformats.org/drawingml/2006/main">
              <a:ext uri="{FF2B5EF4-FFF2-40B4-BE49-F238E27FC236}">
                <a16:creationId xmlns:a16="http://schemas.microsoft.com/office/drawing/2014/main" id="{77230508-5978-44F7-9F17-594B9BABF06E}"/>
              </a:ext>
            </a:extLst>
          </p:cNvPr>
          <p:cNvSpPr>
            <a:spLocks xmlns:a="http://schemas.openxmlformats.org/drawingml/2006/main" noGrp="1"/>
          </p:cNvSpPr>
          <p:nvPr/>
        </p:nvSpPr>
        <p:spPr>
          <a:xfrm xmlns:a="http://schemas.openxmlformats.org/drawingml/2006/main">
            <a:off x="381000" y="7591425"/>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52" name="dp42-v5-qa-detail / n52">
            <a:extLst xmlns:a="http://schemas.openxmlformats.org/drawingml/2006/main">
              <a:ext uri="{FF2B5EF4-FFF2-40B4-BE49-F238E27FC236}">
                <a16:creationId xmlns:a16="http://schemas.microsoft.com/office/drawing/2014/main" id="{BFAE2C7C-FF1E-4A1F-B5F4-FC807FBC9006}"/>
              </a:ext>
            </a:extLst>
          </p:cNvPr>
          <p:cNvSpPr>
            <a:spLocks xmlns:a="http://schemas.openxmlformats.org/drawingml/2006/main" noGrp="1"/>
          </p:cNvSpPr>
          <p:nvPr/>
        </p:nvSpPr>
        <p:spPr>
          <a:xfrm xmlns:a="http://schemas.openxmlformats.org/drawingml/2006/main">
            <a:off x="533400" y="6696075"/>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05  VIA 변경 용이성</a:t>
            </a:r>
          </a:p>
        </p:txBody>
      </p:sp>
      <p:sp>
        <p:nvSpPr>
          <p:cNvPr id="53" name="dp42-v5-qa-detail / n53">
            <a:extLst xmlns:a="http://schemas.openxmlformats.org/drawingml/2006/main">
              <a:ext uri="{FF2B5EF4-FFF2-40B4-BE49-F238E27FC236}">
                <a16:creationId xmlns:a16="http://schemas.microsoft.com/office/drawing/2014/main" id="{2DEA17DF-9C5C-40F3-9272-5BF240CA043C}"/>
              </a:ext>
            </a:extLst>
          </p:cNvPr>
          <p:cNvSpPr>
            <a:spLocks xmlns:a="http://schemas.openxmlformats.org/drawingml/2006/main" noGrp="1"/>
          </p:cNvSpPr>
          <p:nvPr/>
        </p:nvSpPr>
        <p:spPr>
          <a:xfrm xmlns:a="http://schemas.openxmlformats.org/drawingml/2006/main">
            <a:off x="533400" y="7058025"/>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평균 ≤3개, 과제별 ≤5개</a:t>
            </a:r>
          </a:p>
        </p:txBody>
      </p:sp>
      <p:sp>
        <p:nvSpPr>
          <p:cNvPr id="54" name="dp42-v5-qa-detail / n54">
            <a:extLst xmlns:a="http://schemas.openxmlformats.org/drawingml/2006/main">
              <a:ext uri="{FF2B5EF4-FFF2-40B4-BE49-F238E27FC236}">
                <a16:creationId xmlns:a16="http://schemas.microsoft.com/office/drawing/2014/main" id="{86D35AE4-1A1C-4441-8778-A7F39F2A121A}"/>
              </a:ext>
            </a:extLst>
          </p:cNvPr>
          <p:cNvSpPr>
            <a:spLocks xmlns:a="http://schemas.openxmlformats.org/drawingml/2006/main" noGrp="1"/>
          </p:cNvSpPr>
          <p:nvPr/>
        </p:nvSpPr>
        <p:spPr>
          <a:xfrm xmlns:a="http://schemas.openxmlformats.org/drawingml/2006/main">
            <a:off x="3457575" y="66865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55" name="dp42-v5-qa-detail / n55">
            <a:extLst xmlns:a="http://schemas.openxmlformats.org/drawingml/2006/main">
              <a:ext uri="{FF2B5EF4-FFF2-40B4-BE49-F238E27FC236}">
                <a16:creationId xmlns:a16="http://schemas.microsoft.com/office/drawing/2014/main" id="{6557B021-0E70-4839-8BCE-D1F7095ABDEA}"/>
              </a:ext>
            </a:extLst>
          </p:cNvPr>
          <p:cNvSpPr>
            <a:spLocks xmlns:a="http://schemas.openxmlformats.org/drawingml/2006/main" noGrp="1"/>
          </p:cNvSpPr>
          <p:nvPr/>
        </p:nvSpPr>
        <p:spPr>
          <a:xfrm xmlns:a="http://schemas.openxmlformats.org/drawingml/2006/main">
            <a:off x="3457575" y="70961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공동 상태 계약의 실제 수정</a:t>
            </a:r>
          </a:p>
        </p:txBody>
      </p:sp>
      <p:sp>
        <p:nvSpPr>
          <p:cNvPr id="56" name="dp42-v5-qa-detail / n56">
            <a:extLst xmlns:a="http://schemas.openxmlformats.org/drawingml/2006/main">
              <a:ext uri="{FF2B5EF4-FFF2-40B4-BE49-F238E27FC236}">
                <a16:creationId xmlns:a16="http://schemas.microsoft.com/office/drawing/2014/main" id="{24D12290-C101-4E09-832C-0CC6B4A77186}"/>
              </a:ext>
            </a:extLst>
          </p:cNvPr>
          <p:cNvSpPr>
            <a:spLocks xmlns:a="http://schemas.openxmlformats.org/drawingml/2006/main" noGrp="1"/>
          </p:cNvSpPr>
          <p:nvPr/>
        </p:nvSpPr>
        <p:spPr>
          <a:xfrm xmlns:a="http://schemas.openxmlformats.org/drawingml/2006/main">
            <a:off x="9648825" y="6686550"/>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평가 전</a:t>
            </a:r>
          </a:p>
        </p:txBody>
      </p:sp>
      <p:sp>
        <p:nvSpPr>
          <p:cNvPr id="57" name="dp42-v5-qa-detail / n57">
            <a:extLst xmlns:a="http://schemas.openxmlformats.org/drawingml/2006/main">
              <a:ext uri="{FF2B5EF4-FFF2-40B4-BE49-F238E27FC236}">
                <a16:creationId xmlns:a16="http://schemas.microsoft.com/office/drawing/2014/main" id="{660985D6-1122-4DA6-A2C7-305ADB989956}"/>
              </a:ext>
            </a:extLst>
          </p:cNvPr>
          <p:cNvSpPr>
            <a:spLocks xmlns:a="http://schemas.openxmlformats.org/drawingml/2006/main" noGrp="1"/>
          </p:cNvSpPr>
          <p:nvPr/>
        </p:nvSpPr>
        <p:spPr>
          <a:xfrm xmlns:a="http://schemas.openxmlformats.org/drawingml/2006/main">
            <a:off x="9648825" y="7096125"/>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독립 인계 계약의 실제 수정</a:t>
            </a:r>
          </a:p>
        </p:txBody>
      </p:sp>
      <p:sp>
        <p:nvSpPr>
          <p:cNvPr id="58" name="dp42-v5-qa-detail / n58">
            <a:extLst xmlns:a="http://schemas.openxmlformats.org/drawingml/2006/main">
              <a:ext uri="{FF2B5EF4-FFF2-40B4-BE49-F238E27FC236}">
                <a16:creationId xmlns:a16="http://schemas.microsoft.com/office/drawing/2014/main" id="{778CC2C5-B11E-4DF2-86B5-DB540DE5B161}"/>
              </a:ext>
            </a:extLst>
          </p:cNvPr>
          <p:cNvSpPr>
            <a:spLocks xmlns:a="http://schemas.openxmlformats.org/drawingml/2006/main" noGrp="1"/>
          </p:cNvSpPr>
          <p:nvPr/>
        </p:nvSpPr>
        <p:spPr>
          <a:xfrm xmlns:a="http://schemas.openxmlformats.org/drawingml/2006/main">
            <a:off x="15801975" y="672465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59" name="dp42-v5-qa-detail / n59">
            <a:extLst xmlns:a="http://schemas.openxmlformats.org/drawingml/2006/main">
              <a:ext uri="{FF2B5EF4-FFF2-40B4-BE49-F238E27FC236}">
                <a16:creationId xmlns:a16="http://schemas.microsoft.com/office/drawing/2014/main" id="{20CDC1C6-0D8C-4AD9-98D5-2409CB745597}"/>
              </a:ext>
            </a:extLst>
          </p:cNvPr>
          <p:cNvSpPr>
            <a:spLocks xmlns:a="http://schemas.openxmlformats.org/drawingml/2006/main" noGrp="1"/>
          </p:cNvSpPr>
          <p:nvPr/>
        </p:nvSpPr>
        <p:spPr>
          <a:xfrm xmlns:a="http://schemas.openxmlformats.org/drawingml/2006/main">
            <a:off x="15801975" y="7105650"/>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0.50개</a:t>
            </a:r>
          </a:p>
        </p:txBody>
      </p:sp>
      <p:sp>
        <p:nvSpPr>
          <p:cNvPr id="60" name="dp42-v5-qa-detail / n60">
            <a:extLst xmlns:a="http://schemas.openxmlformats.org/drawingml/2006/main">
              <a:ext uri="{FF2B5EF4-FFF2-40B4-BE49-F238E27FC236}">
                <a16:creationId xmlns:a16="http://schemas.microsoft.com/office/drawing/2014/main" id="{A3D9A227-2830-473B-B4D0-FE05402D8F1D}"/>
              </a:ext>
            </a:extLst>
          </p:cNvPr>
          <p:cNvSpPr>
            <a:spLocks xmlns:a="http://schemas.openxmlformats.org/drawingml/2006/main" noGrp="1"/>
          </p:cNvSpPr>
          <p:nvPr/>
        </p:nvSpPr>
        <p:spPr>
          <a:xfrm xmlns:a="http://schemas.openxmlformats.org/drawingml/2006/main">
            <a:off x="15801975" y="7343775"/>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61" name="dp42-v5-qa-detail / n61">
            <a:extLst xmlns:a="http://schemas.openxmlformats.org/drawingml/2006/main">
              <a:ext uri="{FF2B5EF4-FFF2-40B4-BE49-F238E27FC236}">
                <a16:creationId xmlns:a16="http://schemas.microsoft.com/office/drawing/2014/main" id="{83D2913F-66E7-4E29-8AC6-E17044B64FFC}"/>
              </a:ext>
            </a:extLst>
          </p:cNvPr>
          <p:cNvSpPr>
            <a:spLocks xmlns:a="http://schemas.openxmlformats.org/drawingml/2006/main" noGrp="1"/>
          </p:cNvSpPr>
          <p:nvPr/>
        </p:nvSpPr>
        <p:spPr>
          <a:xfrm xmlns:a="http://schemas.openxmlformats.org/drawingml/2006/main">
            <a:off x="381000" y="8591550"/>
            <a:ext cx="17526000" cy="953"/>
          </a:xfrm>
          <a:custGeom xmlns:a="http://schemas.openxmlformats.org/drawingml/2006/main">
            <a:pathLst>
              <a:path w="17526000" h="953">
                <a:moveTo>
                  <a:pt x="0" y="0"/>
                </a:moveTo>
                <a:lnTo>
                  <a:pt x="17526000" y="0"/>
                </a:lnTo>
              </a:path>
            </a:pathLst>
          </a:custGeom>
          <a:noFill xmlns:a="http://schemas.openxmlformats.org/drawingml/2006/main"/>
          <a:ln xmlns:a="http://schemas.openxmlformats.org/drawingml/2006/main" w="11430">
            <a:solidFill>
              <a:srgbClr val="CDD6DE"/>
            </a:solidFill>
          </a:ln>
        </p:spPr>
      </p:sp>
      <p:sp>
        <p:nvSpPr>
          <p:cNvPr id="62" name="dp42-v5-qa-detail / n62">
            <a:extLst xmlns:a="http://schemas.openxmlformats.org/drawingml/2006/main">
              <a:ext uri="{FF2B5EF4-FFF2-40B4-BE49-F238E27FC236}">
                <a16:creationId xmlns:a16="http://schemas.microsoft.com/office/drawing/2014/main" id="{3B442BC9-755B-47F5-AF10-EC479C7FE135}"/>
              </a:ext>
            </a:extLst>
          </p:cNvPr>
          <p:cNvSpPr>
            <a:spLocks xmlns:a="http://schemas.openxmlformats.org/drawingml/2006/main" noGrp="1"/>
          </p:cNvSpPr>
          <p:nvPr/>
        </p:nvSpPr>
        <p:spPr>
          <a:xfrm xmlns:a="http://schemas.openxmlformats.org/drawingml/2006/main">
            <a:off x="533400" y="7696200"/>
            <a:ext cx="2514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18232E"/>
                </a:solidFill>
                <a:latin typeface="Apple SD Gothic Neo"/>
                <a:ea typeface="Apple SD Gothic Neo"/>
                <a:cs typeface="Apple SD Gothic Neo"/>
              </a:defRPr>
            </a:pPr>
            <a:r>
              <a:rPr sz="1650" b="1">
                <a:solidFill>
                  <a:srgbClr val="18232E"/>
                </a:solidFill>
                <a:latin typeface="Apple SD Gothic Neo"/>
                <a:ea typeface="Apple SD Gothic Neo"/>
                <a:cs typeface="Apple SD Gothic Neo"/>
              </a:rPr>
              <a:t>06  로컬 VIA 메모리 사용량</a:t>
            </a:r>
          </a:p>
        </p:txBody>
      </p:sp>
      <p:sp>
        <p:nvSpPr>
          <p:cNvPr id="63" name="dp42-v5-qa-detail / n63">
            <a:extLst xmlns:a="http://schemas.openxmlformats.org/drawingml/2006/main">
              <a:ext uri="{FF2B5EF4-FFF2-40B4-BE49-F238E27FC236}">
                <a16:creationId xmlns:a16="http://schemas.microsoft.com/office/drawing/2014/main" id="{34326D37-5158-4C86-89A3-A58C6C91ADEB}"/>
              </a:ext>
            </a:extLst>
          </p:cNvPr>
          <p:cNvSpPr>
            <a:spLocks xmlns:a="http://schemas.openxmlformats.org/drawingml/2006/main" noGrp="1"/>
          </p:cNvSpPr>
          <p:nvPr/>
        </p:nvSpPr>
        <p:spPr>
          <a:xfrm xmlns:a="http://schemas.openxmlformats.org/drawingml/2006/main">
            <a:off x="533400" y="8058150"/>
            <a:ext cx="2514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commit 최대 ≤4,096MiB</a:t>
            </a:r>
          </a:p>
        </p:txBody>
      </p:sp>
      <p:sp>
        <p:nvSpPr>
          <p:cNvPr id="64" name="dp42-v5-qa-detail / n64">
            <a:extLst xmlns:a="http://schemas.openxmlformats.org/drawingml/2006/main">
              <a:ext uri="{FF2B5EF4-FFF2-40B4-BE49-F238E27FC236}">
                <a16:creationId xmlns:a16="http://schemas.microsoft.com/office/drawing/2014/main" id="{2C3D3F81-F166-4CC5-B1F1-F0159468CB0D}"/>
              </a:ext>
            </a:extLst>
          </p:cNvPr>
          <p:cNvSpPr>
            <a:spLocks xmlns:a="http://schemas.openxmlformats.org/drawingml/2006/main" noGrp="1"/>
          </p:cNvSpPr>
          <p:nvPr/>
        </p:nvSpPr>
        <p:spPr>
          <a:xfrm xmlns:a="http://schemas.openxmlformats.org/drawingml/2006/main">
            <a:off x="3457575" y="76866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예산 1,792MiB (가정)</a:t>
            </a:r>
          </a:p>
        </p:txBody>
      </p:sp>
      <p:sp>
        <p:nvSpPr>
          <p:cNvPr id="65" name="dp42-v5-qa-detail / n65">
            <a:extLst xmlns:a="http://schemas.openxmlformats.org/drawingml/2006/main">
              <a:ext uri="{FF2B5EF4-FFF2-40B4-BE49-F238E27FC236}">
                <a16:creationId xmlns:a16="http://schemas.microsoft.com/office/drawing/2014/main" id="{D49112B5-316D-405C-A861-6061A0437C1B}"/>
              </a:ext>
            </a:extLst>
          </p:cNvPr>
          <p:cNvSpPr>
            <a:spLocks xmlns:a="http://schemas.openxmlformats.org/drawingml/2006/main" noGrp="1"/>
          </p:cNvSpPr>
          <p:nvPr/>
        </p:nvSpPr>
        <p:spPr>
          <a:xfrm xmlns:a="http://schemas.openxmlformats.org/drawingml/2006/main">
            <a:off x="3457575" y="80962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통합 실행체의 상태와 대기열</a:t>
            </a:r>
          </a:p>
        </p:txBody>
      </p:sp>
      <p:sp>
        <p:nvSpPr>
          <p:cNvPr id="66" name="dp42-v5-qa-detail / n66">
            <a:extLst xmlns:a="http://schemas.openxmlformats.org/drawingml/2006/main">
              <a:ext uri="{FF2B5EF4-FFF2-40B4-BE49-F238E27FC236}">
                <a16:creationId xmlns:a16="http://schemas.microsoft.com/office/drawing/2014/main" id="{003015C0-6ECD-440A-B3BA-F8A4AAE486F5}"/>
              </a:ext>
            </a:extLst>
          </p:cNvPr>
          <p:cNvSpPr>
            <a:spLocks xmlns:a="http://schemas.openxmlformats.org/drawingml/2006/main" noGrp="1"/>
          </p:cNvSpPr>
          <p:nvPr/>
        </p:nvSpPr>
        <p:spPr>
          <a:xfrm xmlns:a="http://schemas.openxmlformats.org/drawingml/2006/main">
            <a:off x="9648825" y="7686675"/>
            <a:ext cx="58293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232E"/>
                </a:solidFill>
                <a:latin typeface="Apple SD Gothic Neo"/>
                <a:ea typeface="Apple SD Gothic Neo"/>
                <a:cs typeface="Apple SD Gothic Neo"/>
              </a:defRPr>
            </a:pPr>
            <a:r>
              <a:rPr sz="1950" b="1">
                <a:solidFill>
                  <a:srgbClr val="18232E"/>
                </a:solidFill>
                <a:latin typeface="Apple SD Gothic Neo"/>
                <a:ea typeface="Apple SD Gothic Neo"/>
                <a:cs typeface="Apple SD Gothic Neo"/>
              </a:rPr>
              <a:t>예산 2,080MiB (가정)</a:t>
            </a:r>
          </a:p>
        </p:txBody>
      </p:sp>
      <p:sp>
        <p:nvSpPr>
          <p:cNvPr id="67" name="dp42-v5-qa-detail / n67">
            <a:extLst xmlns:a="http://schemas.openxmlformats.org/drawingml/2006/main">
              <a:ext uri="{FF2B5EF4-FFF2-40B4-BE49-F238E27FC236}">
                <a16:creationId xmlns:a16="http://schemas.microsoft.com/office/drawing/2014/main" id="{CA74D0FF-BEEE-4F31-8B5F-952DC8CE53B7}"/>
              </a:ext>
            </a:extLst>
          </p:cNvPr>
          <p:cNvSpPr>
            <a:spLocks xmlns:a="http://schemas.openxmlformats.org/drawingml/2006/main" noGrp="1"/>
          </p:cNvSpPr>
          <p:nvPr/>
        </p:nvSpPr>
        <p:spPr>
          <a:xfrm xmlns:a="http://schemas.openxmlformats.org/drawingml/2006/main">
            <a:off x="9648825" y="8096250"/>
            <a:ext cx="58293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추가 process와 receipt 상태</a:t>
            </a:r>
          </a:p>
        </p:txBody>
      </p:sp>
      <p:sp>
        <p:nvSpPr>
          <p:cNvPr id="68" name="dp42-v5-qa-detail / n68">
            <a:extLst xmlns:a="http://schemas.openxmlformats.org/drawingml/2006/main">
              <a:ext uri="{FF2B5EF4-FFF2-40B4-BE49-F238E27FC236}">
                <a16:creationId xmlns:a16="http://schemas.microsoft.com/office/drawing/2014/main" id="{67B44F0A-0452-4DC0-81D8-435E2D234D24}"/>
              </a:ext>
            </a:extLst>
          </p:cNvPr>
          <p:cNvSpPr>
            <a:spLocks xmlns:a="http://schemas.openxmlformats.org/drawingml/2006/main" noGrp="1"/>
          </p:cNvSpPr>
          <p:nvPr/>
        </p:nvSpPr>
        <p:spPr>
          <a:xfrm xmlns:a="http://schemas.openxmlformats.org/drawingml/2006/main">
            <a:off x="15801975" y="772477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8232E"/>
                </a:solidFill>
                <a:latin typeface="Apple SD Gothic Neo"/>
                <a:ea typeface="Apple SD Gothic Neo"/>
                <a:cs typeface="Apple SD Gothic Neo"/>
              </a:defRPr>
            </a:pPr>
            <a:r>
              <a:rPr sz="1500" b="1">
                <a:solidFill>
                  <a:srgbClr val="18232E"/>
                </a:solidFill>
                <a:latin typeface="Apple SD Gothic Neo"/>
                <a:ea typeface="Apple SD Gothic Neo"/>
                <a:cs typeface="Apple SD Gothic Neo"/>
              </a:rPr>
              <a:t>실측 차이 평가 전</a:t>
            </a:r>
          </a:p>
        </p:txBody>
      </p:sp>
      <p:sp>
        <p:nvSpPr>
          <p:cNvPr id="69" name="dp42-v5-qa-detail / n69">
            <a:extLst xmlns:a="http://schemas.openxmlformats.org/drawingml/2006/main">
              <a:ext uri="{FF2B5EF4-FFF2-40B4-BE49-F238E27FC236}">
                <a16:creationId xmlns:a16="http://schemas.microsoft.com/office/drawing/2014/main" id="{FE0C7A5A-3EDE-4C4C-A686-7E8FC8AC891F}"/>
              </a:ext>
            </a:extLst>
          </p:cNvPr>
          <p:cNvSpPr>
            <a:spLocks xmlns:a="http://schemas.openxmlformats.org/drawingml/2006/main" noGrp="1"/>
          </p:cNvSpPr>
          <p:nvPr/>
        </p:nvSpPr>
        <p:spPr>
          <a:xfrm xmlns:a="http://schemas.openxmlformats.org/drawingml/2006/main">
            <a:off x="15801975" y="810577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5F6B77"/>
                </a:solidFill>
                <a:latin typeface="Apple SD Gothic Neo"/>
                <a:ea typeface="Apple SD Gothic Neo"/>
                <a:cs typeface="Apple SD Gothic Neo"/>
              </a:defRPr>
            </a:pPr>
            <a:r>
              <a:rPr sz="1350" b="0">
                <a:solidFill>
                  <a:srgbClr val="5F6B77"/>
                </a:solidFill>
                <a:latin typeface="Apple SD Gothic Neo"/>
                <a:ea typeface="Apple SD Gothic Neo"/>
                <a:cs typeface="Apple SD Gothic Neo"/>
              </a:rPr>
              <a:t>기준 128MiB</a:t>
            </a:r>
          </a:p>
        </p:txBody>
      </p:sp>
      <p:sp>
        <p:nvSpPr>
          <p:cNvPr id="70" name="dp42-v5-qa-detail / n70">
            <a:extLst xmlns:a="http://schemas.openxmlformats.org/drawingml/2006/main">
              <a:ext uri="{FF2B5EF4-FFF2-40B4-BE49-F238E27FC236}">
                <a16:creationId xmlns:a16="http://schemas.microsoft.com/office/drawing/2014/main" id="{70009BE0-A31E-4FB0-8B5A-6FDD0930EA13}"/>
              </a:ext>
            </a:extLst>
          </p:cNvPr>
          <p:cNvSpPr>
            <a:spLocks xmlns:a="http://schemas.openxmlformats.org/drawingml/2006/main" noGrp="1"/>
          </p:cNvSpPr>
          <p:nvPr/>
        </p:nvSpPr>
        <p:spPr>
          <a:xfrm xmlns:a="http://schemas.openxmlformats.org/drawingml/2006/main">
            <a:off x="15801975" y="8343900"/>
            <a:ext cx="1952625"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5F6B77"/>
                </a:solidFill>
                <a:latin typeface="Apple SD Gothic Neo"/>
                <a:ea typeface="Apple SD Gothic Neo"/>
                <a:cs typeface="Apple SD Gothic Neo"/>
              </a:defRPr>
            </a:pPr>
            <a:r>
              <a:rPr sz="1275" b="0">
                <a:solidFill>
                  <a:srgbClr val="5F6B77"/>
                </a:solidFill>
                <a:latin typeface="Apple SD Gothic Neo"/>
                <a:ea typeface="Apple SD Gothic Neo"/>
                <a:cs typeface="Apple SD Gothic Neo"/>
              </a:rPr>
              <a:t>보호 조건 별도</a:t>
            </a:r>
          </a:p>
        </p:txBody>
      </p:sp>
      <p:sp>
        <p:nvSpPr>
          <p:cNvPr id="71" name="dp42-v5-qa-detail / n71">
            <a:extLst xmlns:a="http://schemas.openxmlformats.org/drawingml/2006/main">
              <a:ext uri="{FF2B5EF4-FFF2-40B4-BE49-F238E27FC236}">
                <a16:creationId xmlns:a16="http://schemas.microsoft.com/office/drawing/2014/main" id="{93E560E6-16C5-411F-BAB6-494B44198617}"/>
              </a:ext>
            </a:extLst>
          </p:cNvPr>
          <p:cNvSpPr>
            <a:spLocks xmlns:a="http://schemas.openxmlformats.org/drawingml/2006/main" noGrp="1"/>
          </p:cNvSpPr>
          <p:nvPr/>
        </p:nvSpPr>
        <p:spPr>
          <a:xfrm xmlns:a="http://schemas.openxmlformats.org/drawingml/2006/main">
            <a:off x="32385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2" name="dp42-v5-qa-detail / n72">
            <a:extLst xmlns:a="http://schemas.openxmlformats.org/drawingml/2006/main">
              <a:ext uri="{FF2B5EF4-FFF2-40B4-BE49-F238E27FC236}">
                <a16:creationId xmlns:a16="http://schemas.microsoft.com/office/drawing/2014/main" id="{A494667C-15FC-4119-B46C-05B345E93077}"/>
              </a:ext>
            </a:extLst>
          </p:cNvPr>
          <p:cNvSpPr>
            <a:spLocks xmlns:a="http://schemas.openxmlformats.org/drawingml/2006/main" noGrp="1"/>
          </p:cNvSpPr>
          <p:nvPr/>
        </p:nvSpPr>
        <p:spPr>
          <a:xfrm xmlns:a="http://schemas.openxmlformats.org/drawingml/2006/main">
            <a:off x="942975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3" name="dp42-v5-qa-detail / n73">
            <a:extLst xmlns:a="http://schemas.openxmlformats.org/drawingml/2006/main">
              <a:ext uri="{FF2B5EF4-FFF2-40B4-BE49-F238E27FC236}">
                <a16:creationId xmlns:a16="http://schemas.microsoft.com/office/drawing/2014/main" id="{17CE71E5-4D06-4C08-8C7B-F02FCF64EFDB}"/>
              </a:ext>
            </a:extLst>
          </p:cNvPr>
          <p:cNvSpPr>
            <a:spLocks xmlns:a="http://schemas.openxmlformats.org/drawingml/2006/main" noGrp="1"/>
          </p:cNvSpPr>
          <p:nvPr/>
        </p:nvSpPr>
        <p:spPr>
          <a:xfrm xmlns:a="http://schemas.openxmlformats.org/drawingml/2006/main">
            <a:off x="15621000" y="2143125"/>
            <a:ext cx="953" cy="6457950"/>
          </a:xfrm>
          <a:custGeom xmlns:a="http://schemas.openxmlformats.org/drawingml/2006/main">
            <a:pathLst>
              <a:path w="953" h="6457950">
                <a:moveTo>
                  <a:pt x="0" y="0"/>
                </a:moveTo>
                <a:lnTo>
                  <a:pt x="953" y="6457950"/>
                </a:lnTo>
              </a:path>
            </a:pathLst>
          </a:custGeom>
          <a:noFill xmlns:a="http://schemas.openxmlformats.org/drawingml/2006/main"/>
          <a:ln xmlns:a="http://schemas.openxmlformats.org/drawingml/2006/main" w="11430">
            <a:solidFill>
              <a:srgbClr val="CDD6DE"/>
            </a:solidFill>
          </a:ln>
        </p:spPr>
      </p:sp>
      <p:sp>
        <p:nvSpPr>
          <p:cNvPr id="74" name="dp42-v5-qa-detail / n74">
            <a:extLst xmlns:a="http://schemas.openxmlformats.org/drawingml/2006/main">
              <a:ext uri="{FF2B5EF4-FFF2-40B4-BE49-F238E27FC236}">
                <a16:creationId xmlns:a16="http://schemas.microsoft.com/office/drawing/2014/main" id="{C455F8E0-DCB2-4A02-B433-A7BE40CD9457}"/>
              </a:ext>
            </a:extLst>
          </p:cNvPr>
          <p:cNvSpPr>
            <a:spLocks xmlns:a="http://schemas.openxmlformats.org/drawingml/2006/main" noGrp="1"/>
          </p:cNvSpPr>
          <p:nvPr/>
        </p:nvSpPr>
        <p:spPr>
          <a:xfrm xmlns:a="http://schemas.openxmlformats.org/drawingml/2006/main">
            <a:off x="381000" y="8867775"/>
            <a:ext cx="17526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8232E"/>
                </a:solidFill>
                <a:latin typeface="Apple SD Gothic Neo"/>
                <a:ea typeface="Apple SD Gothic Neo"/>
                <a:cs typeface="Apple SD Gothic Neo"/>
              </a:defRPr>
            </a:pPr>
            <a:r>
              <a:rPr sz="1575" b="0">
                <a:solidFill>
                  <a:srgbClr val="18232E"/>
                </a:solidFill>
                <a:latin typeface="Apple SD Gothic Neo"/>
                <a:ea typeface="Apple SD Gothic Neo"/>
                <a:cs typeface="Apple SD Gothic Neo"/>
              </a:rPr>
              <a:t>지역 계산 S6-04: 확정/접수 A 0.010초 / B 0.025초. 모델과 외부 접수는 공통이며 전체 평균은 아니다.</a:t>
            </a:r>
          </a:p>
        </p:txBody>
      </p:sp>
      <p:sp>
        <p:nvSpPr>
          <p:cNvPr id="75" name="dp42-v5-qa-detail / n75">
            <a:extLst xmlns:a="http://schemas.openxmlformats.org/drawingml/2006/main">
              <a:ext uri="{FF2B5EF4-FFF2-40B4-BE49-F238E27FC236}">
                <a16:creationId xmlns:a16="http://schemas.microsoft.com/office/drawing/2014/main" id="{4F200CD4-152C-4229-ADFC-9CEA573A0FC9}"/>
              </a:ext>
            </a:extLst>
          </p:cNvPr>
          <p:cNvSpPr>
            <a:spLocks xmlns:a="http://schemas.openxmlformats.org/drawingml/2006/main" noGrp="1"/>
          </p:cNvSpPr>
          <p:nvPr/>
        </p:nvSpPr>
        <p:spPr>
          <a:xfrm xmlns:a="http://schemas.openxmlformats.org/drawingml/2006/main">
            <a:off x="381000" y="9229725"/>
            <a:ext cx="17526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F6B77"/>
                </a:solidFill>
                <a:latin typeface="Apple SD Gothic Neo"/>
                <a:ea typeface="Apple SD Gothic Neo"/>
                <a:cs typeface="Apple SD Gothic Neo"/>
              </a:defRPr>
            </a:pPr>
            <a:r>
              <a:rPr sz="1575" b="0">
                <a:solidFill>
                  <a:srgbClr val="5F6B77"/>
                </a:solidFill>
                <a:latin typeface="Apple SD Gothic Neo"/>
                <a:ea typeface="Apple SD Gothic Neo"/>
                <a:cs typeface="Apple SD Gothic Neo"/>
              </a:rPr>
              <a:t>P21 공통 비용 예산: 의미 $0.03472 + 신규 audio $0.24512 + 음성 Text $0.07200 = $0.35184. 잔여 $0.14816.</a:t>
            </a:r>
          </a:p>
        </p:txBody>
      </p:sp>
      <p:sp>
        <p:nvSpPr>
          <p:cNvPr id="76" name="dp42-v5-qa-detail / n76">
            <a:extLst xmlns:a="http://schemas.openxmlformats.org/drawingml/2006/main">
              <a:ext uri="{FF2B5EF4-FFF2-40B4-BE49-F238E27FC236}">
                <a16:creationId xmlns:a16="http://schemas.microsoft.com/office/drawing/2014/main" id="{A50400FF-8397-42FE-98F6-CA34DEC4F3D0}"/>
              </a:ext>
            </a:extLst>
          </p:cNvPr>
          <p:cNvSpPr>
            <a:spLocks xmlns:a="http://schemas.openxmlformats.org/drawingml/2006/main" noGrp="1"/>
          </p:cNvSpPr>
          <p:nvPr/>
        </p:nvSpPr>
        <p:spPr>
          <a:xfrm xmlns:a="http://schemas.openxmlformats.org/drawingml/2006/main">
            <a:off x="381000" y="9858375"/>
            <a:ext cx="17526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5F6B77"/>
                </a:solidFill>
                <a:latin typeface="Apple SD Gothic Neo"/>
                <a:ea typeface="Apple SD Gothic Neo"/>
                <a:cs typeface="Apple SD Gothic Neo"/>
              </a:defRPr>
            </a:pPr>
            <a:r>
              <a:rPr sz="1425" b="0">
                <a:solidFill>
                  <a:srgbClr val="5F6B77"/>
                </a:solidFill>
                <a:latin typeface="Apple SD Gothic Neo"/>
                <a:ea typeface="Apple SD Gothic Neo"/>
                <a:cs typeface="Apple SD Gothic Neo"/>
              </a:rPr>
              <a:t>이력 audio, 추가 생산, 재시도와 폐기는 실제 청구로 추가한다. 전체 후보값·보호 조건 확인 후 등급을 부여한다.</a:t>
            </a:r>
          </a:p>
        </p:txBody>
      </p:sp>
    </p:spTree>
    <p:extLst>
      <p:ext uri="{BB962C8B-B14F-4D97-AF65-F5344CB8AC3E}">
        <p14:creationId xmlns:p14="http://schemas.microsoft.com/office/powerpoint/2010/main" val="18755790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14</ap:Slides>
  <ap:Notes>14</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2026-10-08T11:10:07.7400000Z</dcterms:created>
  <dcterms:modified xsi:type="dcterms:W3CDTF">2026-10-08T11:10:07.7400000Z</dcterms:modified>
</coreProperties>
</file>