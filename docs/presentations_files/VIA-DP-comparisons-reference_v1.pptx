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f21cf34a5a4b44" /><Relationship Type="http://schemas.openxmlformats.org/officeDocument/2006/relationships/extended-properties" Target="/docProps/app.xml" Id="Rd706ec87f2414ea8" /><Relationship Type="http://schemas.openxmlformats.org/officeDocument/2006/relationships/officeDocument" Target="/ppt/presentation.xml" Id="Ra109ffc8e2974ddd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4ca2da8359034821"/>
  </p:sldMasterIdLst>
  <p:notesMasterIdLst>
    <p:notesMasterId r:id="Re9ccb6f481934b25"/>
  </p:notesMasterIdLst>
  <p:sldIdLst>
    <p:sldId id="256" r:id="R43f21d3aa5e54544"/>
    <p:sldId id="257" r:id="R9daf9d628c9f4331"/>
    <p:sldId id="258" r:id="R15f3b4721dbb45d6"/>
    <p:sldId id="259" r:id="Rf50bdc96fa6a4350"/>
  </p:sldIdLst>
  <p:sldSz cx="18288000" cy="10287000"/>
  <p:notesSz cx="6858000" cy="9144000"/>
  <p:defaultTextStyle>
    <a:defPPr>
      <a:defRPr lang="ko-KR">
        <a:latin typeface="Calibri"/>
        <a:ea typeface="Calibri"/>
        <a:cs typeface="Calibri"/>
      </a:defRPr>
    </a:defPPr>
    <a:lvl1pPr>
      <a:defRPr lang="ko-KR">
        <a:latin typeface="Calibri"/>
        <a:ea typeface="Calibri"/>
        <a:cs typeface="Calibri"/>
      </a:defRPr>
    </a:lvl1pPr>
    <a:lvl2pPr>
      <a:defRPr lang="ko-KR">
        <a:latin typeface="Calibri"/>
        <a:ea typeface="Calibri"/>
        <a:cs typeface="Calibri"/>
      </a:defRPr>
    </a:lvl2pPr>
    <a:lvl3pPr>
      <a:defRPr lang="ko-KR">
        <a:latin typeface="Calibri"/>
        <a:ea typeface="Calibri"/>
        <a:cs typeface="Calibri"/>
      </a:defRPr>
    </a:lvl3pPr>
    <a:lvl4pPr>
      <a:defRPr lang="ko-KR">
        <a:latin typeface="Calibri"/>
        <a:ea typeface="Calibri"/>
        <a:cs typeface="Calibri"/>
      </a:defRPr>
    </a:lvl4pPr>
    <a:lvl5pPr>
      <a:defRPr lang="ko-KR">
        <a:latin typeface="Calibri"/>
        <a:ea typeface="Calibri"/>
        <a:cs typeface="Calibri"/>
      </a:defRPr>
    </a:lvl5pPr>
    <a:lvl6pPr>
      <a:defRPr lang="ko-KR">
        <a:latin typeface="Calibri"/>
        <a:ea typeface="Calibri"/>
        <a:cs typeface="Calibri"/>
      </a:defRPr>
    </a:lvl6pPr>
    <a:lvl7pPr>
      <a:defRPr lang="ko-KR">
        <a:latin typeface="Calibri"/>
        <a:ea typeface="Calibri"/>
        <a:cs typeface="Calibri"/>
      </a:defRPr>
    </a:lvl7pPr>
    <a:lvl8pPr>
      <a:defRPr lang="ko-KR">
        <a:latin typeface="Calibri"/>
        <a:ea typeface="Calibri"/>
        <a:cs typeface="Calibri"/>
      </a:defRPr>
    </a:lvl8pPr>
    <a:lvl9pPr>
      <a:defRPr lang="ko-KR"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ns2="http://schemas.microsoft.com/office/powerpoint/2012/main" xmlns:p="http://schemas.openxmlformats.org/presentationml/2006/main" xmlns:p14="http://schemas.microsoft.com/office/powerpoint/2010/main">
  <p:extLst>
    <p:ext uri="{E76CE94A-603C-4142-B9EB-6D1370010A27}">
      <p14:discardImageEditData val="0"/>
    </p:ext>
    <p:ext uri="{D31A062A-798A-4329-ABDD-BBA856620510}">
      <p14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58020c001040ba" /><Relationship Type="http://schemas.openxmlformats.org/officeDocument/2006/relationships/slideMaster" Target="/ppt/slideMasters/slideMaster1.xml" Id="R4ca2da8359034821" /><Relationship Type="http://schemas.openxmlformats.org/officeDocument/2006/relationships/notesMaster" Target="/ppt/notesMasters/notesMaster1.xml" Id="Re9ccb6f481934b25" /><Relationship Type="http://schemas.openxmlformats.org/officeDocument/2006/relationships/presProps" Target="/ppt/presProps.xml" Id="R03da9d6eb1974ca3" /><Relationship Type="http://schemas.openxmlformats.org/officeDocument/2006/relationships/tableStyles" Target="/ppt/tableStyles.xml" Id="R75c17c7713f6450c" /><Relationship Type="http://schemas.openxmlformats.org/officeDocument/2006/relationships/slide" Target="/ppt/slides/slide1.xml" Id="R43f21d3aa5e54544" /><Relationship Type="http://schemas.openxmlformats.org/officeDocument/2006/relationships/slide" Target="/ppt/slides/slide2.xml" Id="R9daf9d628c9f4331" /><Relationship Type="http://schemas.openxmlformats.org/officeDocument/2006/relationships/slide" Target="/ppt/slides/slide3.xml" Id="R15f3b4721dbb45d6" /><Relationship Type="http://schemas.openxmlformats.org/officeDocument/2006/relationships/slide" Target="/ppt/slides/slide4.xml" Id="Rf50bdc96fa6a435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7cfb57082246db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latin typeface="Calibri"/>
        <a:ea typeface="Calibri"/>
        <a:cs typeface="Calibri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263f54eba44587" /><Relationship Type="http://schemas.openxmlformats.org/officeDocument/2006/relationships/notesMaster" Target="/ppt/notesMasters/notesMaster1.xml" Id="Rb951415aab3d4e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4c72ba0c014e2f" /><Relationship Type="http://schemas.openxmlformats.org/officeDocument/2006/relationships/notesMaster" Target="/ppt/notesMasters/notesMaster1.xml" Id="Rc829c4a6b3a745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bde2696f3d4f67" /><Relationship Type="http://schemas.openxmlformats.org/officeDocument/2006/relationships/notesMaster" Target="/ppt/notesMasters/notesMaster1.xml" Id="Re92bd879044f49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89af92e86f4088" /><Relationship Type="http://schemas.openxmlformats.org/officeDocument/2006/relationships/notesMaster" Target="/ppt/notesMasters/notesMaster1.xml" Id="Rfacbbe6290fa427d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DP-44 구현 수준 비교를 레퍼런스의 5행 비교표에 맞춰 재배치한 발표 페이지.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아키텍처와 예상치의 원천 문서는 커밋된 버전이다. 세부 구현 전체를 한 장에 복제하지 않고 비교의 실행 주체, 큐, 상태와 핵심 왕복을 펼쳤다. 생략한 공통 API와 예외 계약은 원문 그대로 유지한다.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번호는 이 발표 그림의 요약 처리 순서이며 원문의 상세 호출 번호를 재번호한 계약이 아니다. 원본과 모델의 접근 조건, 비동기 작업과 최종 채택의 책임은 변하지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 값은 QA-DP-THOUGHT-v2-20261015 작성자 사고 실험 예상치다. 실측, 최종 QA 승인 또는 A/B 선택 결과가 아니다. QA04는 실제 코드 변경 실험 전의 예정 Rust 모듈 영향 분석이다.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QA01/03은 관련 사례의 산술평균이며 오답도 실제 시간을 포함한다. QA05는 COMMON-28 전체 총비용 단위다. 원값과 0~6점 구간을 바꾸지 않았다.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표시한 QA: 없음. 동점 제외: QA01, QA02, QA03, QA04, QA05, QA06.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장점과 단점의 조건부 설명은 숫자로 확인한 이익과 구별한다. 특히 B44의 국소 실행, B47의 후보 관리, B42의 독립 운영은 해당 QA 점수 우세를 주장하지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출처 원문: docs/architecture/12-decisions/decision-packages/04-44-continuous-interaction.md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출처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"snapshot": "f9dd00802596d2e13c7fddfc6cda926e0938674a",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"qaVersion": "QA-DP-THOUGHT-v2-20261015",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"qaDocument": "docs/architecture/12-decisions/decision-packages/qa-candidate-package/qa-dp-thought-experiment.md",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"qaCommit": "f9f6684ee1f14e2aab802b7b1425c5e989a67e49",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"documents":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"42":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"docs/architecture/12-decisions/decision-packages/04-42-lifecycle-ownership.md",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"c1b84b2e7a764a0deeea0284009ab0b012a7e9a0"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"44":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"docs/architecture/12-decisions/decision-packages/04-44-continuous-interaction.md",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"6901a1debeaa31b0f649569cc2b9a7726a53f8f6"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"45":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"docs/architecture/12-decisions/decision-packages/04-45-memory-and-context.md",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"fcd347a19f27a6133f5872aa9d5b71e85e742230"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"47":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"docs/architecture/12-decisions/decision-packages/04-47-screen-voice-grounding.md",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"a6a101a2cc44e87b2a4aabb325bdca72a14850cc"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}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}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동점 제외 규칙: score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DP-47 구현 수준 비교를 레퍼런스의 5행 비교표에 맞춰 재배치한 발표 페이지.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아키텍처와 예상치의 원천 문서는 커밋된 버전이다. 세부 구현 전체를 한 장에 복제하지 않고 비교의 실행 주체, 큐, 상태와 핵심 왕복을 펼쳤다. 생략한 공통 API와 예외 계약은 원문 그대로 유지한다.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번호는 이 발표 그림의 요약 처리 순서이며 원문의 상세 호출 번호를 재번호한 계약이 아니다. 원본과 모델의 접근 조건, 비동기 작업과 최종 채택의 책임은 변하지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 값은 QA-DP-THOUGHT-v2-20261015 작성자 사고 실험 예상치다. 실측, 최종 QA 승인 또는 A/B 선택 결과가 아니다. QA04는 실제 코드 변경 실험 전의 예정 Rust 모듈 영향 분석이다.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QA01/03은 관련 사례의 산술평균이며 오답도 실제 시간을 포함한다. QA05는 COMMON-28 전체 총비용 단위다. 원값과 0~6점 구간을 바꾸지 않았다.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표시한 QA: QA01, QA02, QA04. 동점 제외: QA03, QA05, QA06.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QA01: A는 말과 화면에서 답을 직접 만들지만 B는 두 후보 생산을 마친 뒤 결합하며 부족한 후보는 다시 생산한다.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QA02: A는 원본의 교차 단서를 함께 보지만 B는 후보화에서 빠진 단서를 재확장 뒤에도 놓칠 수 있다.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QA04: 부분 사용권 철회를 B에 확장하려면 두 후보 생산자와 후보 저장소 및 결합부의 보존 범위를 함께 맞춰야 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장점과 단점의 조건부 설명은 숫자로 확인한 이익과 구별한다. 특히 B44의 국소 실행, B47의 후보 관리, B42의 독립 운영은 해당 QA 점수 우세를 주장하지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출처 원문: docs/architecture/12-decisions/decision-packages/04-47-screen-voice-grounding.md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출처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"snapshot": "f9dd00802596d2e13c7fddfc6cda926e0938674a",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"qaVersion": "QA-DP-THOUGHT-v2-20261015",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"qaDocument": "docs/architecture/12-decisions/decision-packages/qa-candidate-package/qa-dp-thought-experiment.md",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"qaCommit": "f9f6684ee1f14e2aab802b7b1425c5e989a67e49",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"documents":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"42":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"docs/architecture/12-decisions/decision-packages/04-42-lifecycle-ownership.md",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"c1b84b2e7a764a0deeea0284009ab0b012a7e9a0"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"44":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"docs/architecture/12-decisions/decision-packages/04-44-continuous-interaction.md",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"6901a1debeaa31b0f649569cc2b9a7726a53f8f6"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"45":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"docs/architecture/12-decisions/decision-packages/04-45-memory-and-context.md",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"fcd347a19f27a6133f5872aa9d5b71e85e742230"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"47":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"docs/architecture/12-decisions/decision-packages/04-47-screen-voice-grounding.md",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"a6a101a2cc44e87b2a4aabb325bdca72a14850cc"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}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}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동점 제외 규칙: score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DP-45 구현 수준 비교를 레퍼런스의 5행 비교표에 맞춰 재배치한 발표 페이지.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아키텍처와 예상치의 원천 문서는 커밋된 버전이다. 세부 구현 전체를 한 장에 복제하지 않고 비교의 실행 주체, 큐, 상태와 핵심 왕복을 펼쳤다. 생략한 공통 API와 예외 계약은 원문 그대로 유지한다.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번호는 이 발표 그림의 요약 처리 순서이며 원문의 상세 호출 번호를 재번호한 계약이 아니다. 원본과 모델의 접근 조건, 비동기 작업과 최종 채택의 책임은 변하지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 값은 QA-DP-THOUGHT-v2-20261015 작성자 사고 실험 예상치다. 실측, 최종 QA 승인 또는 A/B 선택 결과가 아니다. QA04는 실제 코드 변경 실험 전의 예정 Rust 모듈 영향 분석이다.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QA01/03은 관련 사례의 산술평균이며 오답도 실제 시간을 포함한다. QA05는 COMMON-28 전체 총비용 단위다. 원값과 0~6점 구간을 바꾸지 않았다.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표시한 QA: QA01, QA04, QA05, QA06. 동점 제외: QA02, QA03.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QA01: B는 준비된 과거 설명과 원본의 관계를 읽지만 A는 관계가 필요한 첫 조회에서 원본 이력을 현재 요청과 함께 해석한다.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QA04: B는 원본 조회 기능을 바꿀 때 게시한 관계의 생산, 저장, 조회 계약까지 함께 유지해야 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QA05: B는 조회 때 쓰지 않는 관계도 미리 만들고 갱신하므로 짧은 활동에서는 준비 비용이 조회 절약보다 크다.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QA06: B는 공통 원본 cache에 더해 게시 관계의 저장 페이지와 생산 버퍼 및 유효 범위 색인을 유지한다.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장점과 단점의 조건부 설명은 숫자로 확인한 이익과 구별한다. 특히 B44의 국소 실행, B47의 후보 관리, B42의 독립 운영은 해당 QA 점수 우세를 주장하지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출처 원문: docs/architecture/12-decisions/decision-packages/04-45-memory-and-context.md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출처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"snapshot": "f9dd00802596d2e13c7fddfc6cda926e0938674a",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"qaVersion": "QA-DP-THOUGHT-v2-20261015",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"qaDocument": "docs/architecture/12-decisions/decision-packages/qa-candidate-package/qa-dp-thought-experiment.md",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"qaCommit": "f9f6684ee1f14e2aab802b7b1425c5e989a67e49",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"documents":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"42":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"docs/architecture/12-decisions/decision-packages/04-42-lifecycle-ownership.md",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"c1b84b2e7a764a0deeea0284009ab0b012a7e9a0"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"44":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"docs/architecture/12-decisions/decision-packages/04-44-continuous-interaction.md",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"6901a1debeaa31b0f649569cc2b9a7726a53f8f6"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"45":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"docs/architecture/12-decisions/decision-packages/04-45-memory-and-context.md",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"fcd347a19f27a6133f5872aa9d5b71e85e742230"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"47":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"docs/architecture/12-decisions/decision-packages/04-47-screen-voice-grounding.md",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"a6a101a2cc44e87b2a4aabb325bdca72a14850cc"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}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}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동점 제외 규칙: score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DP-42 구현 수준 비교를 레퍼런스의 5행 비교표에 맞춰 재배치한 발표 페이지.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아키텍처와 예상치의 원천 문서는 커밋된 버전이다. 세부 구현 전체를 한 장에 복제하지 않고 비교의 실행 주체, 큐, 상태와 핵심 왕복을 펼쳤다. 생략한 공통 API와 예외 계약은 원문 그대로 유지한다.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번호는 이 발표 그림의 요약 처리 순서이며 원문의 상세 호출 번호를 재번호한 계약이 아니다. 원본과 모델의 접근 조건, 비동기 작업과 최종 채택의 책임은 변하지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 값은 QA-DP-THOUGHT-v2-20261015 작성자 사고 실험 예상치다. 실측, 최종 QA 승인 또는 A/B 선택 결과가 아니다. QA04는 실제 코드 변경 실험 전의 예정 Rust 모듈 영향 분석이다.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QA01/03은 관련 사례의 산술평균이며 오답도 실제 시간을 포함한다. QA05는 COMMON-28 전체 총비용 단위다. 원값과 0~6점 구간을 바꾸지 않았다.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표시한 QA: QA04, QA06. 동점 제외: QA01, QA02, QA03, QA05.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QA04: B의 부분 결과와 부분 사용권 확장은 업무 쪽 사실뿐 아니라 서비스 간 계약과 대화 쪽 반영 코드도 함께 바꾼다.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QA06: B는 별도 업무 프로세스의 private heap과 두 번째 저장소 cache 및 서비스 간 전달 버퍼가 더 필요하다.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장점과 단점의 조건부 설명은 숫자로 확인한 이익과 구별한다. 특히 B44의 국소 실행, B47의 후보 관리, B42의 독립 운영은 해당 QA 점수 우세를 주장하지 않는다.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출처 원문: docs/architecture/12-decisions/decision-packages/04-42-lifecycle-ownership.md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출처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"snapshot": "f9dd00802596d2e13c7fddfc6cda926e0938674a",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"qaVersion": "QA-DP-THOUGHT-v2-20261015",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"qaDocument": "docs/architecture/12-decisions/decision-packages/qa-candidate-package/qa-dp-thought-experiment.md",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"qaCommit": "f9f6684ee1f14e2aab802b7b1425c5e989a67e49",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"documents":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"42":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"docs/architecture/12-decisions/decision-packages/04-42-lifecycle-ownership.md",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"c1b84b2e7a764a0deeea0284009ab0b012a7e9a0"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"44":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"docs/architecture/12-decisions/decision-packages/04-44-continuous-interaction.md",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"6901a1debeaa31b0f649569cc2b9a7726a53f8f6"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"45":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"docs/architecture/12-decisions/decision-packages/04-45-memory-and-context.md",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"fcd347a19f27a6133f5872aa9d5b71e85e742230"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"47": {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"path": "docs/architecture/12-decisions/decision-packages/04-47-screen-voice-grounding.md",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  "commit": "a6a101a2cc44e87b2a4aabb325bdca72a14850cc"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  }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  }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}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동점 제외 규칙: score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84b20d38d46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174668d615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77bd9a783d4c3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ec12cfa764e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3d648af1b45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b21f1b014b43bc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A99D6761-DD25-425D-8C22-6194E53713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2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Subtitle">
            <a:extLst>
              <a:ext uri="{FF2B5EF4-FFF2-40B4-BE49-F238E27FC236}">
                <ns2:creationId id="{B731DDB6-FF05-47B1-9594-E7FD2FA4EA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25ADBAD-60A1-40B2-B8BD-2C4EC9BA89C5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7F780DDC-9561-423A-91BB-27C31CA12736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Body">
            <a:extLst>
              <a:ext uri="{FF2B5EF4-FFF2-40B4-BE49-F238E27FC236}">
                <ns2:creationId id="{1395F05D-F2EA-4D1C-B58B-215316523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0DE91D57-12DA-4AE8-B97B-D4D9A1FA8DC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Left column">
            <a:extLst>
              <a:ext uri="{FF2B5EF4-FFF2-40B4-BE49-F238E27FC236}">
                <ns2:creationId id="{96DED2C4-D66F-4534-BE7F-335AF5C62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" name="Right column">
            <a:extLst>
              <a:ext uri="{FF2B5EF4-FFF2-40B4-BE49-F238E27FC236}">
                <ns2:creationId id="{FF2514AE-AE5A-4890-B809-14A37BBDE7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52CC7F32-0E29-430E-B082-9FC4BC3EB57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Left column">
            <a:extLst>
              <a:ext uri="{FF2B5EF4-FFF2-40B4-BE49-F238E27FC236}">
                <ns2:creationId id="{1503550C-6201-4532-8F59-79D790197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40be324c834867" /><Relationship Type="http://schemas.openxmlformats.org/officeDocument/2006/relationships/slideLayout" Target="/ppt/slideLayouts/slideLayout1.xml" Id="R2608e09422b54a2a" /><Relationship Type="http://schemas.openxmlformats.org/officeDocument/2006/relationships/slideLayout" Target="/ppt/slideLayouts/slideLayout2.xml" Id="R8ec531adafcf4588" /><Relationship Type="http://schemas.openxmlformats.org/officeDocument/2006/relationships/slideLayout" Target="/ppt/slideLayouts/slideLayout3.xml" Id="Rb90c4aa7825d436b" /><Relationship Type="http://schemas.openxmlformats.org/officeDocument/2006/relationships/slideLayout" Target="/ppt/slideLayouts/slideLayout4.xml" Id="R18b5ab3dda814dab" /><Relationship Type="http://schemas.openxmlformats.org/officeDocument/2006/relationships/slideLayout" Target="/ppt/slideLayouts/slideLayout5.xml" Id="R0f0101257c2240c8" /><Relationship Type="http://schemas.openxmlformats.org/officeDocument/2006/relationships/slideLayout" Target="/ppt/slideLayouts/slideLayout6.xml" Id="R346515d97d6f491d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08e09422b54a2a"/>
    <p:sldLayoutId id="2147483650" r:id="R8ec531adafcf4588"/>
    <p:sldLayoutId id="2147483651" r:id="Rb90c4aa7825d436b"/>
    <p:sldLayoutId id="2147483652" r:id="R18b5ab3dda814dab"/>
    <p:sldLayoutId id="2147483653" r:id="R0f0101257c2240c8"/>
    <p:sldLayoutId id="2147483654" r:id="R346515d97d6f491d"/>
  </p:sldLayoutIdLst>
  <p:txStyles>
    <p:titleStyle>
      <a:lvl1pPr algn="l">
        <a:lnSpc>
          <a:spcPct val="90000"/>
        </a:lnSpc>
        <a:spcBef>
          <a:spcPts val="0"/>
        </a:spcBef>
        <a:buNone/>
        <a:defRPr sz="4400" lang="ko-KR">
          <a:solidFill>
            <a:schemeClr val="tx1"/>
          </a:solidFill>
          <a:latin typeface="Calibri"/>
          <a:ea typeface="Calibri"/>
          <a:cs typeface="Calibr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lang="ko-KR">
          <a:solidFill>
            <a:schemeClr val="tx1"/>
          </a:solidFill>
          <a:latin typeface="Calibri"/>
          <a:ea typeface="Calibri"/>
          <a:cs typeface="Calibr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lang="ko-KR">
          <a:solidFill>
            <a:schemeClr val="tx1"/>
          </a:solidFill>
          <a:latin typeface="Calibri"/>
          <a:ea typeface="Calibri"/>
          <a:cs typeface="Calibr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lang="ko-KR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marL="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99b6256d614e9e" /><Relationship Type="http://schemas.openxmlformats.org/officeDocument/2006/relationships/notesSlide" Target="/ppt/notesSlides/notesSlide1.xml" Id="R43c750e28a6642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ce4ca5bf945ba" /><Relationship Type="http://schemas.openxmlformats.org/officeDocument/2006/relationships/notesSlide" Target="/ppt/notesSlides/notesSlide2.xml" Id="R66b02b9a294c49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04a87acc74cf4" /><Relationship Type="http://schemas.openxmlformats.org/officeDocument/2006/relationships/notesSlide" Target="/ppt/notesSlides/notesSlide3.xml" Id="R91ba6d5c37194f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95b899513248af" /><Relationship Type="http://schemas.openxmlformats.org/officeDocument/2006/relationships/notesSlide" Target="/ppt/notesSlides/notesSlide4.xml" Id="Rcde516eb208b4cad" 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aphicFrame>
        <p:nvGraphicFramePr>
          <p:cNvPr id="179" name="">
            <a:extLst>
              <a:ext uri="{FF2B5EF4-FFF2-40B4-BE49-F238E27FC236}">
                <ns2:creationId id="{C06EC5CE-FC5A-4855-899E-71B8A2056B0C}"/>
              </a:ext>
            </a:extLst>
          </p:cNvPr>
          <p:cNvGraphicFramePr/>
          <p:nvPr/>
        </p:nvGraphicFramePr>
        <p:xfrm>
          <a:off x="114300" y="1466850"/>
          <a:ext cx="18059400" cy="8515350"/>
        </p:xfrm>
        <a:graphic>
          <a:graphicData uri="http://schemas.openxmlformats.org/drawingml/2006/table">
            <a:tbl>
              <a:tblPr firstRow="0" firstCol="0" bandRow="0"/>
              <a:tblGrid>
                <a:gridCol w="914400"/>
                <a:gridCol w="8572500"/>
                <a:gridCol w="8572500"/>
              </a:tblGrid>
              <a:tr h="43815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설계안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T w="12383">
                      <a:solidFill>
                        <a:srgbClr val="BFBFBF"/>
                      </a:solidFill>
                      <a:prstDash val="solid"/>
                    </a:lnT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(방안 A) 중앙 비동기 조정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T w="12383">
                      <a:solidFill>
                        <a:srgbClr val="BFBFBF"/>
                      </a:solidFill>
                      <a:prstDash val="solid"/>
                    </a:lnT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(방안 B) 단계별 반응형 실행 연결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T w="12383">
                      <a:solidFill>
                        <a:srgbClr val="BFBFBF"/>
                      </a:solidFill>
                      <a:prstDash val="solid"/>
                    </a:lnT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</a:tr>
              <a:tr h="518160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구조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t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t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t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장점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실행과 완료를 한곳에서 연결해 정정 원인과 대기를 추적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긴 작업은 비동기 처리하며 입력과 즉시 중단을 계속 수용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입력과 업무 알림의 큐 및 대기 상태를 단계별로 관리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후속 소비자가 준비 조건에 따라 실행을 이어감 (조건부 이점)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단점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생산자와 정정 조건이 늘면 중앙의 전이 및 배정 규칙도 증가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단계 간 계약, Publication Join과 각 Window를 함께 유지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늦은 완료와 제어 신호의 유효성을 각 연결에서 검사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970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Trade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Off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Aim">
            <a:extLst>
              <a:ext uri="{FF2B5EF4-FFF2-40B4-BE49-F238E27FC236}">
                <ns2:creationId id="{C7BB7089-AC60-48E4-8F22-A7BB0F804FC0}"/>
              </a:ext>
            </a:extLst>
          </p:cNvPr>
          <p:cNvSpPr>
            <a:spLocks noGrp="1"/>
          </p:cNvSpPr>
          <p:nvPr/>
        </p:nvSpPr>
        <p:spPr>
          <a:xfrm>
            <a:off x="1143000" y="2276475"/>
            <a:ext cx="2381250" cy="6762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Interaction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" name="Arc">
            <a:extLst>
              <a:ext uri="{FF2B5EF4-FFF2-40B4-BE49-F238E27FC236}">
                <ns2:creationId id="{9CF3F3E6-4ADE-4CDC-AD2C-67D68DD2C06B}"/>
              </a:ext>
            </a:extLst>
          </p:cNvPr>
          <p:cNvSpPr>
            <a:spLocks noGrp="1"/>
          </p:cNvSpPr>
          <p:nvPr/>
        </p:nvSpPr>
        <p:spPr>
          <a:xfrm>
            <a:off x="1143000" y="3314700"/>
            <a:ext cx="3771900" cy="28289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Controller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Arm">
            <a:extLst>
              <a:ext uri="{FF2B5EF4-FFF2-40B4-BE49-F238E27FC236}">
                <ns2:creationId id="{9CB0D0EB-D571-4E62-9AE9-C0DBFC449E12}"/>
              </a:ext>
            </a:extLst>
          </p:cNvPr>
          <p:cNvSpPr>
            <a:spLocks noGrp="1"/>
          </p:cNvSpPr>
          <p:nvPr/>
        </p:nvSpPr>
        <p:spPr>
          <a:xfrm>
            <a:off x="5324475" y="3314700"/>
            <a:ext cx="4086225" cy="28289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Response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" name="Ari">
            <a:extLst>
              <a:ext uri="{FF2B5EF4-FFF2-40B4-BE49-F238E27FC236}">
                <ns2:creationId id="{BA5388D9-338E-472A-BECA-597066B72E91}"/>
              </a:ext>
            </a:extLst>
          </p:cNvPr>
          <p:cNvSpPr>
            <a:spLocks noGrp="1"/>
          </p:cNvSpPr>
          <p:nvPr/>
        </p:nvSpPr>
        <p:spPr>
          <a:xfrm>
            <a:off x="1143000" y="6467475"/>
            <a:ext cx="3771900" cy="49530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Interpreter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" name="Bim">
            <a:extLst>
              <a:ext uri="{FF2B5EF4-FFF2-40B4-BE49-F238E27FC236}">
                <ns2:creationId id="{D502184C-F10E-443C-BD05-0A5A44F56561}"/>
              </a:ext>
            </a:extLst>
          </p:cNvPr>
          <p:cNvSpPr>
            <a:spLocks noGrp="1"/>
          </p:cNvSpPr>
          <p:nvPr/>
        </p:nvSpPr>
        <p:spPr>
          <a:xfrm>
            <a:off x="9715500" y="2276475"/>
            <a:ext cx="2381250" cy="6762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Interaction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" name="Brc">
            <a:extLst>
              <a:ext uri="{FF2B5EF4-FFF2-40B4-BE49-F238E27FC236}">
                <ns2:creationId id="{FD322CBE-0AA0-45D5-8910-15085ECE9FEE}"/>
              </a:ext>
            </a:extLst>
          </p:cNvPr>
          <p:cNvSpPr>
            <a:spLocks noGrp="1"/>
          </p:cNvSpPr>
          <p:nvPr/>
        </p:nvSpPr>
        <p:spPr>
          <a:xfrm>
            <a:off x="9715500" y="3314700"/>
            <a:ext cx="3771900" cy="28289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Controller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" name="Brm">
            <a:extLst>
              <a:ext uri="{FF2B5EF4-FFF2-40B4-BE49-F238E27FC236}">
                <ns2:creationId id="{780EAAA3-AE14-4438-9BF5-72116DF9025E}"/>
              </a:ext>
            </a:extLst>
          </p:cNvPr>
          <p:cNvSpPr>
            <a:spLocks noGrp="1"/>
          </p:cNvSpPr>
          <p:nvPr/>
        </p:nvSpPr>
        <p:spPr>
          <a:xfrm>
            <a:off x="13896975" y="3314700"/>
            <a:ext cx="4086225" cy="28289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Response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" name="Bri">
            <a:extLst>
              <a:ext uri="{FF2B5EF4-FFF2-40B4-BE49-F238E27FC236}">
                <ns2:creationId id="{CC7F8A54-E479-4448-8979-46D2273826DE}"/>
              </a:ext>
            </a:extLst>
          </p:cNvPr>
          <p:cNvSpPr>
            <a:spLocks noGrp="1"/>
          </p:cNvSpPr>
          <p:nvPr/>
        </p:nvSpPr>
        <p:spPr>
          <a:xfrm>
            <a:off x="9715500" y="6467475"/>
            <a:ext cx="3771900" cy="49530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Interpreter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" name="Binput-stage">
            <a:extLst>
              <a:ext uri="{FF2B5EF4-FFF2-40B4-BE49-F238E27FC236}">
                <ns2:creationId id="{A35A38CE-6DAB-4789-9D06-32059E6F680B}"/>
              </a:ext>
            </a:extLst>
          </p:cNvPr>
          <p:cNvSpPr>
            <a:spLocks noGrp="1"/>
          </p:cNvSpPr>
          <p:nvPr/>
        </p:nvSpPr>
        <p:spPr>
          <a:xfrm>
            <a:off x="9867900" y="3724275"/>
            <a:ext cx="1647825" cy="2143125"/>
          </a:xfrm>
          <a:prstGeom prst="rect">
            <a:avLst/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Input Resolution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Stage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" name="Bnotice-stage">
            <a:extLst>
              <a:ext uri="{FF2B5EF4-FFF2-40B4-BE49-F238E27FC236}">
                <ns2:creationId id="{3B23CEC1-CBA4-4566-8B26-63E2E84F4180}"/>
              </a:ext>
            </a:extLst>
          </p:cNvPr>
          <p:cNvSpPr>
            <a:spLocks noGrp="1"/>
          </p:cNvSpPr>
          <p:nvPr/>
        </p:nvSpPr>
        <p:spPr>
          <a:xfrm>
            <a:off x="11677650" y="3724275"/>
            <a:ext cx="1657350" cy="2143125"/>
          </a:xfrm>
          <a:prstGeom prst="rect">
            <a:avLst/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 Notice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Stage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" name="Bcomposer">
            <a:extLst>
              <a:ext uri="{FF2B5EF4-FFF2-40B4-BE49-F238E27FC236}">
                <ns2:creationId id="{DAC98497-8640-4A7D-9DEA-9B4C5286EA97}"/>
              </a:ext>
            </a:extLst>
          </p:cNvPr>
          <p:cNvSpPr>
            <a:spLocks noGrp="1"/>
          </p:cNvSpPr>
          <p:nvPr/>
        </p:nvSpPr>
        <p:spPr>
          <a:xfrm>
            <a:off x="14106525" y="3724275"/>
            <a:ext cx="3657600" cy="97155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Response Composer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" name="title-rule">
            <a:extLst>
              <a:ext uri="{FF2B5EF4-FFF2-40B4-BE49-F238E27FC236}">
                <ns2:creationId id="{23BA1D9F-78A5-42D6-AA4C-1657C03AD8C2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7335500" cy="953"/>
          </a:xfrm>
          <a:custGeom>
            <a:pathLst>
              <a:path w="17335500" h="953">
                <a:moveTo>
                  <a:pt x="0" y="0"/>
                </a:moveTo>
                <a:lnTo>
                  <a:pt x="17335500" y="0"/>
                </a:lnTo>
              </a:path>
            </a:pathLst>
          </a:custGeom>
          <a:noFill/>
          <a:ln w="19050">
            <a:solidFill>
              <a:srgbClr val="A8A8A8"/>
            </a:solidFill>
            <a:prstDash val="solid"/>
          </a:ln>
        </p:spPr>
      </p:sp>
      <p:sp>
        <p:nvSpPr>
          <p:cNvPr id="14" name="legend-call">
            <a:extLst>
              <a:ext uri="{FF2B5EF4-FFF2-40B4-BE49-F238E27FC236}">
                <ns2:creationId id="{6E4657BD-15A4-4BCD-B9F0-CCA712F86534}"/>
              </a:ext>
            </a:extLst>
          </p:cNvPr>
          <p:cNvSpPr>
            <a:spLocks noGrp="1"/>
          </p:cNvSpPr>
          <p:nvPr/>
        </p:nvSpPr>
        <p:spPr>
          <a:xfrm>
            <a:off x="228600" y="5362575"/>
            <a:ext cx="666750" cy="953"/>
          </a:xfrm>
          <a:custGeom>
            <a:pathLst>
              <a:path w="666750" h="953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5" name="legend-call-arrow">
            <a:extLst>
              <a:ext uri="{FF2B5EF4-FFF2-40B4-BE49-F238E27FC236}">
                <ns2:creationId id="{73773BFC-69D0-4640-A86E-85B9842500BC}"/>
              </a:ext>
            </a:extLst>
          </p:cNvPr>
          <p:cNvSpPr>
            <a:spLocks noGrp="1"/>
          </p:cNvSpPr>
          <p:nvPr/>
        </p:nvSpPr>
        <p:spPr>
          <a:xfrm>
            <a:off x="826736" y="5329431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6" name="legend-return">
            <a:extLst>
              <a:ext uri="{FF2B5EF4-FFF2-40B4-BE49-F238E27FC236}">
                <ns2:creationId id="{A3E66ED3-1D1D-4F8B-977C-0928ABBE4BC7}"/>
              </a:ext>
            </a:extLst>
          </p:cNvPr>
          <p:cNvSpPr>
            <a:spLocks noGrp="1"/>
          </p:cNvSpPr>
          <p:nvPr/>
        </p:nvSpPr>
        <p:spPr>
          <a:xfrm>
            <a:off x="228600" y="5924550"/>
            <a:ext cx="666750" cy="953"/>
          </a:xfrm>
          <a:custGeom>
            <a:pathLst>
              <a:path w="666750" h="953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17" name="legend-return-arrow">
            <a:extLst>
              <a:ext uri="{FF2B5EF4-FFF2-40B4-BE49-F238E27FC236}">
                <ns2:creationId id="{4943C2B0-CE77-4452-8FB5-90545ABD1AFF}"/>
              </a:ext>
            </a:extLst>
          </p:cNvPr>
          <p:cNvSpPr>
            <a:spLocks noGrp="1"/>
          </p:cNvSpPr>
          <p:nvPr/>
        </p:nvSpPr>
        <p:spPr>
          <a:xfrm>
            <a:off x="826736" y="589140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8" name="Aagent-notice">
            <a:extLst>
              <a:ext uri="{FF2B5EF4-FFF2-40B4-BE49-F238E27FC236}">
                <ns2:creationId id="{710A5EAC-8FD0-4525-A2C6-7A1F18EB8EB7}"/>
              </a:ext>
            </a:extLst>
          </p:cNvPr>
          <p:cNvSpPr>
            <a:spLocks noGrp="1"/>
          </p:cNvSpPr>
          <p:nvPr/>
        </p:nvSpPr>
        <p:spPr>
          <a:xfrm>
            <a:off x="7381875" y="2438400"/>
            <a:ext cx="390525" cy="953"/>
          </a:xfrm>
          <a:custGeom>
            <a:pathLst>
              <a:path w="390525" h="953">
                <a:moveTo>
                  <a:pt x="390525" y="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9" name="Aagent-notice-arrow">
            <a:extLst>
              <a:ext uri="{FF2B5EF4-FFF2-40B4-BE49-F238E27FC236}">
                <ns2:creationId id="{7A861941-044C-4F8D-9746-99C0663EEE82}"/>
              </a:ext>
            </a:extLst>
          </p:cNvPr>
          <p:cNvSpPr>
            <a:spLocks noGrp="1"/>
          </p:cNvSpPr>
          <p:nvPr/>
        </p:nvSpPr>
        <p:spPr>
          <a:xfrm>
            <a:off x="7381875" y="24052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0" name="Atask-fact">
            <a:extLst>
              <a:ext uri="{FF2B5EF4-FFF2-40B4-BE49-F238E27FC236}">
                <ns2:creationId id="{B19847C3-7FB7-4916-BFB8-787544238D25}"/>
              </a:ext>
            </a:extLst>
          </p:cNvPr>
          <p:cNvSpPr>
            <a:spLocks noGrp="1"/>
          </p:cNvSpPr>
          <p:nvPr/>
        </p:nvSpPr>
        <p:spPr>
          <a:xfrm>
            <a:off x="5372100" y="2438400"/>
            <a:ext cx="361950" cy="953"/>
          </a:xfrm>
          <a:custGeom>
            <a:pathLst>
              <a:path w="361950" h="953">
                <a:moveTo>
                  <a:pt x="361950" y="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1" name="Atask-fact-arrow">
            <a:extLst>
              <a:ext uri="{FF2B5EF4-FFF2-40B4-BE49-F238E27FC236}">
                <ns2:creationId id="{6885D7C0-1162-43A5-B626-9C83F01CDD5A}"/>
              </a:ext>
            </a:extLst>
          </p:cNvPr>
          <p:cNvSpPr>
            <a:spLocks noGrp="1"/>
          </p:cNvSpPr>
          <p:nvPr/>
        </p:nvSpPr>
        <p:spPr>
          <a:xfrm>
            <a:off x="5372100" y="24052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2" name="Ainput">
            <a:extLst>
              <a:ext uri="{FF2B5EF4-FFF2-40B4-BE49-F238E27FC236}">
                <ns2:creationId id="{BB23880F-FFE0-4BC7-B406-688FEB1B714F}"/>
              </a:ext>
            </a:extLst>
          </p:cNvPr>
          <p:cNvSpPr>
            <a:spLocks noGrp="1"/>
          </p:cNvSpPr>
          <p:nvPr/>
        </p:nvSpPr>
        <p:spPr>
          <a:xfrm>
            <a:off x="2314575" y="2952750"/>
            <a:ext cx="1619250" cy="762000"/>
          </a:xfrm>
          <a:custGeom>
            <a:pathLst>
              <a:path w="1619250" h="762000">
                <a:moveTo>
                  <a:pt x="0" y="0"/>
                </a:moveTo>
                <a:lnTo>
                  <a:pt x="0" y="190500"/>
                </a:lnTo>
                <a:lnTo>
                  <a:pt x="1619250" y="190500"/>
                </a:lnTo>
                <a:lnTo>
                  <a:pt x="1619250" y="76200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3" name="Ainput-arrow">
            <a:extLst>
              <a:ext uri="{FF2B5EF4-FFF2-40B4-BE49-F238E27FC236}">
                <ns2:creationId id="{90035C18-2216-4546-A7DA-9C5EC8F6AFA8}"/>
              </a:ext>
            </a:extLst>
          </p:cNvPr>
          <p:cNvSpPr>
            <a:spLocks noGrp="1"/>
          </p:cNvSpPr>
          <p:nvPr/>
        </p:nvSpPr>
        <p:spPr>
          <a:xfrm>
            <a:off x="3900681" y="36461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4" name="Afact-input">
            <a:extLst>
              <a:ext uri="{FF2B5EF4-FFF2-40B4-BE49-F238E27FC236}">
                <ns2:creationId id="{C1B04B1E-FB8E-4F0B-A97B-5EA723477DCD}"/>
              </a:ext>
            </a:extLst>
          </p:cNvPr>
          <p:cNvSpPr>
            <a:spLocks noGrp="1"/>
          </p:cNvSpPr>
          <p:nvPr/>
        </p:nvSpPr>
        <p:spPr>
          <a:xfrm>
            <a:off x="3933825" y="2609850"/>
            <a:ext cx="638175" cy="1104900"/>
          </a:xfrm>
          <a:custGeom>
            <a:pathLst>
              <a:path w="638175" h="1104900">
                <a:moveTo>
                  <a:pt x="638175" y="0"/>
                </a:moveTo>
                <a:lnTo>
                  <a:pt x="638175" y="409575"/>
                </a:lnTo>
                <a:lnTo>
                  <a:pt x="0" y="409575"/>
                </a:lnTo>
                <a:lnTo>
                  <a:pt x="0" y="110490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5" name="Afact-input-arrow">
            <a:extLst>
              <a:ext uri="{FF2B5EF4-FFF2-40B4-BE49-F238E27FC236}">
                <ns2:creationId id="{41AC6421-6EDD-4329-99D5-394DF624AAAD}"/>
              </a:ext>
            </a:extLst>
          </p:cNvPr>
          <p:cNvSpPr>
            <a:spLocks noGrp="1"/>
          </p:cNvSpPr>
          <p:nvPr/>
        </p:nvSpPr>
        <p:spPr>
          <a:xfrm>
            <a:off x="3900681" y="36461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6" name="Acontrol">
            <a:extLst>
              <a:ext uri="{FF2B5EF4-FFF2-40B4-BE49-F238E27FC236}">
                <ns2:creationId id="{7F034E6F-4F94-4DA3-8997-C8E2BF1DEA80}"/>
              </a:ext>
            </a:extLst>
          </p:cNvPr>
          <p:cNvSpPr>
            <a:spLocks noGrp="1"/>
          </p:cNvSpPr>
          <p:nvPr/>
        </p:nvSpPr>
        <p:spPr>
          <a:xfrm>
            <a:off x="2076450" y="4086225"/>
            <a:ext cx="962025" cy="409575"/>
          </a:xfrm>
          <a:custGeom>
            <a:pathLst>
              <a:path w="962025" h="409575">
                <a:moveTo>
                  <a:pt x="0" y="0"/>
                </a:moveTo>
                <a:lnTo>
                  <a:pt x="0" y="190500"/>
                </a:lnTo>
                <a:lnTo>
                  <a:pt x="962025" y="190500"/>
                </a:lnTo>
                <a:lnTo>
                  <a:pt x="962025" y="4095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7" name="Acontrol-arrow">
            <a:extLst>
              <a:ext uri="{FF2B5EF4-FFF2-40B4-BE49-F238E27FC236}">
                <ns2:creationId id="{C406A969-7121-4CE8-BEEF-8541A594B265}"/>
              </a:ext>
            </a:extLst>
          </p:cNvPr>
          <p:cNvSpPr>
            <a:spLocks noGrp="1"/>
          </p:cNvSpPr>
          <p:nvPr/>
        </p:nvSpPr>
        <p:spPr>
          <a:xfrm>
            <a:off x="3005331" y="44271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8" name="Aevent">
            <a:extLst>
              <a:ext uri="{FF2B5EF4-FFF2-40B4-BE49-F238E27FC236}">
                <ns2:creationId id="{10B30B25-44F9-4F01-950C-E702B0B37BD6}"/>
              </a:ext>
            </a:extLst>
          </p:cNvPr>
          <p:cNvSpPr>
            <a:spLocks noGrp="1"/>
          </p:cNvSpPr>
          <p:nvPr/>
        </p:nvSpPr>
        <p:spPr>
          <a:xfrm>
            <a:off x="3038475" y="4086225"/>
            <a:ext cx="895350" cy="190500"/>
          </a:xfrm>
          <a:custGeom>
            <a:pathLst>
              <a:path w="895350" h="190500">
                <a:moveTo>
                  <a:pt x="895350" y="0"/>
                </a:moveTo>
                <a:lnTo>
                  <a:pt x="895350" y="190500"/>
                </a:lnTo>
                <a:lnTo>
                  <a:pt x="0" y="19050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9" name="Aevent-arrow">
            <a:extLst>
              <a:ext uri="{FF2B5EF4-FFF2-40B4-BE49-F238E27FC236}">
                <ns2:creationId id="{2BDBB9C7-F483-4D7C-9B17-F31F6760C0C9}"/>
              </a:ext>
            </a:extLst>
          </p:cNvPr>
          <p:cNvSpPr>
            <a:spLocks noGrp="1"/>
          </p:cNvSpPr>
          <p:nvPr/>
        </p:nvSpPr>
        <p:spPr>
          <a:xfrm>
            <a:off x="3038475" y="4243581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0" name="Ajob">
            <a:extLst>
              <a:ext uri="{FF2B5EF4-FFF2-40B4-BE49-F238E27FC236}">
                <ns2:creationId id="{6A6E592E-7CAC-4336-B480-DC38C3D3315C}"/>
              </a:ext>
            </a:extLst>
          </p:cNvPr>
          <p:cNvSpPr>
            <a:spLocks noGrp="1"/>
          </p:cNvSpPr>
          <p:nvPr/>
        </p:nvSpPr>
        <p:spPr>
          <a:xfrm>
            <a:off x="3038475" y="4943475"/>
            <a:ext cx="953" cy="1524000"/>
          </a:xfrm>
          <a:custGeom>
            <a:pathLst>
              <a:path w="953" h="1524000">
                <a:moveTo>
                  <a:pt x="0" y="0"/>
                </a:moveTo>
                <a:lnTo>
                  <a:pt x="0" y="1371600"/>
                </a:lnTo>
                <a:lnTo>
                  <a:pt x="0" y="152400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1" name="Ajob-arrow">
            <a:extLst>
              <a:ext uri="{FF2B5EF4-FFF2-40B4-BE49-F238E27FC236}">
                <ns2:creationId id="{9EF34E6F-D22E-4571-B124-E9D8AD59F0CC}"/>
              </a:ext>
            </a:extLst>
          </p:cNvPr>
          <p:cNvSpPr>
            <a:spLocks noGrp="1"/>
          </p:cNvSpPr>
          <p:nvPr/>
        </p:nvSpPr>
        <p:spPr>
          <a:xfrm>
            <a:off x="3005331" y="639886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2" name="Ainterpret-done">
            <a:extLst>
              <a:ext uri="{FF2B5EF4-FFF2-40B4-BE49-F238E27FC236}">
                <ns2:creationId id="{195F3AD8-7262-4431-8F36-7E120A740FF9}"/>
              </a:ext>
            </a:extLst>
          </p:cNvPr>
          <p:cNvSpPr>
            <a:spLocks noGrp="1"/>
          </p:cNvSpPr>
          <p:nvPr/>
        </p:nvSpPr>
        <p:spPr>
          <a:xfrm>
            <a:off x="1076325" y="3905250"/>
            <a:ext cx="3686175" cy="2905125"/>
          </a:xfrm>
          <a:custGeom>
            <a:pathLst>
              <a:path w="3686175" h="2905125">
                <a:moveTo>
                  <a:pt x="180975" y="2905125"/>
                </a:moveTo>
                <a:lnTo>
                  <a:pt x="0" y="2905125"/>
                </a:lnTo>
                <a:lnTo>
                  <a:pt x="0" y="323850"/>
                </a:lnTo>
                <a:lnTo>
                  <a:pt x="3686175" y="323850"/>
                </a:lnTo>
                <a:lnTo>
                  <a:pt x="36861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33" name="Ainterpret-done-arrow">
            <a:extLst>
              <a:ext uri="{FF2B5EF4-FFF2-40B4-BE49-F238E27FC236}">
                <ns2:creationId id="{CF20AE3B-0E16-4C29-8DAA-7A17BBB3735A}"/>
              </a:ext>
            </a:extLst>
          </p:cNvPr>
          <p:cNvSpPr>
            <a:spLocks noGrp="1"/>
          </p:cNvSpPr>
          <p:nvPr/>
        </p:nvSpPr>
        <p:spPr>
          <a:xfrm>
            <a:off x="4729356" y="3905250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4" name="Aprepare">
            <a:extLst>
              <a:ext uri="{FF2B5EF4-FFF2-40B4-BE49-F238E27FC236}">
                <ns2:creationId id="{A7931D23-FD1E-478C-A9D7-53F0B672E503}"/>
              </a:ext>
            </a:extLst>
          </p:cNvPr>
          <p:cNvSpPr>
            <a:spLocks noGrp="1"/>
          </p:cNvSpPr>
          <p:nvPr/>
        </p:nvSpPr>
        <p:spPr>
          <a:xfrm>
            <a:off x="4219575" y="3914775"/>
            <a:ext cx="1314450" cy="800100"/>
          </a:xfrm>
          <a:custGeom>
            <a:pathLst>
              <a:path w="1314450" h="800100">
                <a:moveTo>
                  <a:pt x="0" y="800100"/>
                </a:moveTo>
                <a:lnTo>
                  <a:pt x="876300" y="800100"/>
                </a:lnTo>
                <a:lnTo>
                  <a:pt x="876300" y="0"/>
                </a:lnTo>
                <a:lnTo>
                  <a:pt x="131445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5" name="Aprepare-arrow">
            <a:extLst>
              <a:ext uri="{FF2B5EF4-FFF2-40B4-BE49-F238E27FC236}">
                <ns2:creationId id="{05154BBF-FD5A-4587-9E7F-0A4783C24997}"/>
              </a:ext>
            </a:extLst>
          </p:cNvPr>
          <p:cNvSpPr>
            <a:spLocks noGrp="1"/>
          </p:cNvSpPr>
          <p:nvPr/>
        </p:nvSpPr>
        <p:spPr>
          <a:xfrm>
            <a:off x="5465411" y="3881631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6" name="Aprepare-done">
            <a:extLst>
              <a:ext uri="{FF2B5EF4-FFF2-40B4-BE49-F238E27FC236}">
                <ns2:creationId id="{06FC0880-B1AC-4B86-8C15-87712BFE6DFC}"/>
              </a:ext>
            </a:extLst>
          </p:cNvPr>
          <p:cNvSpPr>
            <a:spLocks noGrp="1"/>
          </p:cNvSpPr>
          <p:nvPr/>
        </p:nvSpPr>
        <p:spPr>
          <a:xfrm>
            <a:off x="3933825" y="3105150"/>
            <a:ext cx="5572125" cy="809625"/>
          </a:xfrm>
          <a:custGeom>
            <a:pathLst>
              <a:path w="5572125" h="809625">
                <a:moveTo>
                  <a:pt x="5257800" y="809625"/>
                </a:moveTo>
                <a:lnTo>
                  <a:pt x="5572125" y="809625"/>
                </a:lnTo>
                <a:lnTo>
                  <a:pt x="5572125" y="0"/>
                </a:lnTo>
                <a:lnTo>
                  <a:pt x="0" y="0"/>
                </a:lnTo>
                <a:lnTo>
                  <a:pt x="0" y="60960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37" name="Aprepare-done-arrow">
            <a:extLst>
              <a:ext uri="{FF2B5EF4-FFF2-40B4-BE49-F238E27FC236}">
                <ns2:creationId id="{62C95310-A78B-4994-96B4-E2E9E547D76D}"/>
              </a:ext>
            </a:extLst>
          </p:cNvPr>
          <p:cNvSpPr>
            <a:spLocks noGrp="1"/>
          </p:cNvSpPr>
          <p:nvPr/>
        </p:nvSpPr>
        <p:spPr>
          <a:xfrm>
            <a:off x="3900681" y="36461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8" name="Acandidate-write">
            <a:extLst>
              <a:ext uri="{FF2B5EF4-FFF2-40B4-BE49-F238E27FC236}">
                <ns2:creationId id="{92EF436B-CC2D-4A57-959E-A0D026A498C4}"/>
              </a:ext>
            </a:extLst>
          </p:cNvPr>
          <p:cNvSpPr>
            <a:spLocks noGrp="1"/>
          </p:cNvSpPr>
          <p:nvPr/>
        </p:nvSpPr>
        <p:spPr>
          <a:xfrm>
            <a:off x="6391275" y="4124325"/>
            <a:ext cx="953" cy="523875"/>
          </a:xfrm>
          <a:custGeom>
            <a:pathLst>
              <a:path w="953" h="523875">
                <a:moveTo>
                  <a:pt x="0" y="0"/>
                </a:moveTo>
                <a:lnTo>
                  <a:pt x="0" y="5238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9" name="Acandidate-write-arrow">
            <a:extLst>
              <a:ext uri="{FF2B5EF4-FFF2-40B4-BE49-F238E27FC236}">
                <ns2:creationId id="{C2908C27-FA71-4616-B43E-5C3FCEC753EF}"/>
              </a:ext>
            </a:extLst>
          </p:cNvPr>
          <p:cNvSpPr>
            <a:spLocks noGrp="1"/>
          </p:cNvSpPr>
          <p:nvPr/>
        </p:nvSpPr>
        <p:spPr>
          <a:xfrm>
            <a:off x="6358131" y="45795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0" name="Astate1">
            <a:extLst>
              <a:ext uri="{FF2B5EF4-FFF2-40B4-BE49-F238E27FC236}">
                <ns2:creationId id="{27C3AFD8-0739-4B10-BB4E-D1CE9E25B669}"/>
              </a:ext>
            </a:extLst>
          </p:cNvPr>
          <p:cNvSpPr>
            <a:spLocks noGrp="1"/>
          </p:cNvSpPr>
          <p:nvPr/>
        </p:nvSpPr>
        <p:spPr>
          <a:xfrm>
            <a:off x="2524125" y="4943475"/>
            <a:ext cx="953" cy="561975"/>
          </a:xfrm>
          <a:custGeom>
            <a:pathLst>
              <a:path w="953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41" name="Astate1-arrow">
            <a:extLst>
              <a:ext uri="{FF2B5EF4-FFF2-40B4-BE49-F238E27FC236}">
                <ns2:creationId id="{028E0F37-9789-4C58-8231-552DD42A85AF}"/>
              </a:ext>
            </a:extLst>
          </p:cNvPr>
          <p:cNvSpPr>
            <a:spLocks noGrp="1"/>
          </p:cNvSpPr>
          <p:nvPr/>
        </p:nvSpPr>
        <p:spPr>
          <a:xfrm>
            <a:off x="2490981" y="54368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2" name="Astate2">
            <a:extLst>
              <a:ext uri="{FF2B5EF4-FFF2-40B4-BE49-F238E27FC236}">
                <ns2:creationId id="{0B145E7B-8E50-428F-81D8-CB2304EC8E6C}"/>
              </a:ext>
            </a:extLst>
          </p:cNvPr>
          <p:cNvSpPr>
            <a:spLocks noGrp="1"/>
          </p:cNvSpPr>
          <p:nvPr/>
        </p:nvSpPr>
        <p:spPr>
          <a:xfrm>
            <a:off x="3714750" y="4943475"/>
            <a:ext cx="953" cy="561975"/>
          </a:xfrm>
          <a:custGeom>
            <a:pathLst>
              <a:path w="953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43" name="Astate2-arrow">
            <a:extLst>
              <a:ext uri="{FF2B5EF4-FFF2-40B4-BE49-F238E27FC236}">
                <ns2:creationId id="{50FCA980-0516-4460-B80C-D31929813126}"/>
              </a:ext>
            </a:extLst>
          </p:cNvPr>
          <p:cNvSpPr>
            <a:spLocks noGrp="1"/>
          </p:cNvSpPr>
          <p:nvPr/>
        </p:nvSpPr>
        <p:spPr>
          <a:xfrm>
            <a:off x="3681606" y="54368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4" name="Apermit">
            <a:extLst>
              <a:ext uri="{FF2B5EF4-FFF2-40B4-BE49-F238E27FC236}">
                <ns2:creationId id="{63BB9DA9-E093-4166-B2D2-B11C1F308A96}"/>
              </a:ext>
            </a:extLst>
          </p:cNvPr>
          <p:cNvSpPr>
            <a:spLocks noGrp="1"/>
          </p:cNvSpPr>
          <p:nvPr/>
        </p:nvSpPr>
        <p:spPr>
          <a:xfrm>
            <a:off x="4219575" y="4829175"/>
            <a:ext cx="4114800" cy="419100"/>
          </a:xfrm>
          <a:custGeom>
            <a:pathLst>
              <a:path w="4114800" h="419100">
                <a:moveTo>
                  <a:pt x="0" y="0"/>
                </a:moveTo>
                <a:lnTo>
                  <a:pt x="942975" y="0"/>
                </a:lnTo>
                <a:lnTo>
                  <a:pt x="942975" y="419100"/>
                </a:lnTo>
                <a:lnTo>
                  <a:pt x="4114800" y="419100"/>
                </a:lnTo>
                <a:lnTo>
                  <a:pt x="4114800" y="27622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5" name="Apermit-arrow">
            <a:extLst>
              <a:ext uri="{FF2B5EF4-FFF2-40B4-BE49-F238E27FC236}">
                <ns2:creationId id="{3E2FDC6C-6718-4A52-81AB-6C53CFFBCD7F}"/>
              </a:ext>
            </a:extLst>
          </p:cNvPr>
          <p:cNvSpPr>
            <a:spLocks noGrp="1"/>
          </p:cNvSpPr>
          <p:nvPr/>
        </p:nvSpPr>
        <p:spPr>
          <a:xfrm>
            <a:off x="8301231" y="5105400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6" name="Ato-pub">
            <a:extLst>
              <a:ext uri="{FF2B5EF4-FFF2-40B4-BE49-F238E27FC236}">
                <ns2:creationId id="{76E6ACE9-2A6E-4F87-B451-09120004B581}"/>
              </a:ext>
            </a:extLst>
          </p:cNvPr>
          <p:cNvSpPr>
            <a:spLocks noGrp="1"/>
          </p:cNvSpPr>
          <p:nvPr/>
        </p:nvSpPr>
        <p:spPr>
          <a:xfrm>
            <a:off x="7248525" y="4876800"/>
            <a:ext cx="219075" cy="953"/>
          </a:xfrm>
          <a:custGeom>
            <a:pathLst>
              <a:path w="219075" h="953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7" name="Ato-pub-arrow">
            <a:extLst>
              <a:ext uri="{FF2B5EF4-FFF2-40B4-BE49-F238E27FC236}">
                <ns2:creationId id="{016AEF5A-C586-46B3-8126-1D0F6F934643}"/>
              </a:ext>
            </a:extLst>
          </p:cNvPr>
          <p:cNvSpPr>
            <a:spLocks noGrp="1"/>
          </p:cNvSpPr>
          <p:nvPr/>
        </p:nvSpPr>
        <p:spPr>
          <a:xfrm>
            <a:off x="7398986" y="484365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8" name="Ato-outbox">
            <a:extLst>
              <a:ext uri="{FF2B5EF4-FFF2-40B4-BE49-F238E27FC236}">
                <ns2:creationId id="{C6A0D4E1-3D8B-4870-A36D-655D1F3AC4A5}"/>
              </a:ext>
            </a:extLst>
          </p:cNvPr>
          <p:cNvSpPr>
            <a:spLocks noGrp="1"/>
          </p:cNvSpPr>
          <p:nvPr/>
        </p:nvSpPr>
        <p:spPr>
          <a:xfrm>
            <a:off x="6391275" y="5105400"/>
            <a:ext cx="1943100" cy="409575"/>
          </a:xfrm>
          <a:custGeom>
            <a:pathLst>
              <a:path w="1943100" h="409575">
                <a:moveTo>
                  <a:pt x="1943100" y="0"/>
                </a:moveTo>
                <a:lnTo>
                  <a:pt x="1943100" y="304800"/>
                </a:lnTo>
                <a:lnTo>
                  <a:pt x="0" y="304800"/>
                </a:lnTo>
                <a:lnTo>
                  <a:pt x="0" y="4095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9" name="Ato-outbox-arrow">
            <a:extLst>
              <a:ext uri="{FF2B5EF4-FFF2-40B4-BE49-F238E27FC236}">
                <ns2:creationId id="{AEB3954C-BEE1-41B0-9A02-6179CFB55B89}"/>
              </a:ext>
            </a:extLst>
          </p:cNvPr>
          <p:cNvSpPr>
            <a:spLocks noGrp="1"/>
          </p:cNvSpPr>
          <p:nvPr/>
        </p:nvSpPr>
        <p:spPr>
          <a:xfrm>
            <a:off x="6358131" y="544636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0" name="Aoutput">
            <a:extLst>
              <a:ext uri="{FF2B5EF4-FFF2-40B4-BE49-F238E27FC236}">
                <ns2:creationId id="{70A8431B-73C3-409B-B774-EF35D24384AC}"/>
              </a:ext>
            </a:extLst>
          </p:cNvPr>
          <p:cNvSpPr>
            <a:spLocks noGrp="1"/>
          </p:cNvSpPr>
          <p:nvPr/>
        </p:nvSpPr>
        <p:spPr>
          <a:xfrm>
            <a:off x="3409950" y="2876550"/>
            <a:ext cx="6048375" cy="3200400"/>
          </a:xfrm>
          <a:custGeom>
            <a:pathLst>
              <a:path w="6048375" h="3200400">
                <a:moveTo>
                  <a:pt x="2981325" y="3057525"/>
                </a:moveTo>
                <a:lnTo>
                  <a:pt x="2981325" y="3200400"/>
                </a:lnTo>
                <a:lnTo>
                  <a:pt x="6048375" y="3200400"/>
                </a:lnTo>
                <a:lnTo>
                  <a:pt x="6048375" y="76200"/>
                </a:lnTo>
                <a:lnTo>
                  <a:pt x="0" y="76200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1" name="Aoutput-arrow">
            <a:extLst>
              <a:ext uri="{FF2B5EF4-FFF2-40B4-BE49-F238E27FC236}">
                <ns2:creationId id="{400F0E57-E658-46F2-8B71-B783FC3601C5}"/>
              </a:ext>
            </a:extLst>
          </p:cNvPr>
          <p:cNvSpPr>
            <a:spLocks noGrp="1"/>
          </p:cNvSpPr>
          <p:nvPr/>
        </p:nvSpPr>
        <p:spPr>
          <a:xfrm>
            <a:off x="3376806" y="2876550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2" name="Areceipt-flow">
            <a:extLst>
              <a:ext uri="{FF2B5EF4-FFF2-40B4-BE49-F238E27FC236}">
                <ns2:creationId id="{0F9EAB6E-F1A3-4DF9-AE61-5E5D04DA3CFF}"/>
              </a:ext>
            </a:extLst>
          </p:cNvPr>
          <p:cNvSpPr>
            <a:spLocks noGrp="1"/>
          </p:cNvSpPr>
          <p:nvPr/>
        </p:nvSpPr>
        <p:spPr>
          <a:xfrm>
            <a:off x="3409950" y="2876550"/>
            <a:ext cx="6134100" cy="2838450"/>
          </a:xfrm>
          <a:custGeom>
            <a:pathLst>
              <a:path w="6134100" h="2838450">
                <a:moveTo>
                  <a:pt x="0" y="0"/>
                </a:moveTo>
                <a:lnTo>
                  <a:pt x="0" y="381000"/>
                </a:lnTo>
                <a:lnTo>
                  <a:pt x="6134100" y="381000"/>
                </a:lnTo>
                <a:lnTo>
                  <a:pt x="6134100" y="2838450"/>
                </a:lnTo>
                <a:lnTo>
                  <a:pt x="5781675" y="283845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53" name="Areceipt-flow-arrow">
            <a:extLst>
              <a:ext uri="{FF2B5EF4-FFF2-40B4-BE49-F238E27FC236}">
                <ns2:creationId id="{442202A7-F139-4871-BC84-C5382ACAA96A}"/>
              </a:ext>
            </a:extLst>
          </p:cNvPr>
          <p:cNvSpPr>
            <a:spLocks noGrp="1"/>
          </p:cNvSpPr>
          <p:nvPr/>
        </p:nvSpPr>
        <p:spPr>
          <a:xfrm>
            <a:off x="9191625" y="56818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4" name="Areceipt-back">
            <a:extLst>
              <a:ext uri="{FF2B5EF4-FFF2-40B4-BE49-F238E27FC236}">
                <ns2:creationId id="{BED77274-B87F-49E8-A5BD-9D9A4E861790}"/>
              </a:ext>
            </a:extLst>
          </p:cNvPr>
          <p:cNvSpPr>
            <a:spLocks noGrp="1"/>
          </p:cNvSpPr>
          <p:nvPr/>
        </p:nvSpPr>
        <p:spPr>
          <a:xfrm>
            <a:off x="3933825" y="4086225"/>
            <a:ext cx="4400550" cy="1971675"/>
          </a:xfrm>
          <a:custGeom>
            <a:pathLst>
              <a:path w="4400550" h="1971675">
                <a:moveTo>
                  <a:pt x="4400550" y="1847850"/>
                </a:moveTo>
                <a:lnTo>
                  <a:pt x="4400550" y="1971675"/>
                </a:lnTo>
                <a:lnTo>
                  <a:pt x="1057275" y="1971675"/>
                </a:lnTo>
                <a:lnTo>
                  <a:pt x="1057275" y="295275"/>
                </a:lnTo>
                <a:lnTo>
                  <a:pt x="0" y="295275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55" name="Areceipt-back-arrow">
            <a:extLst>
              <a:ext uri="{FF2B5EF4-FFF2-40B4-BE49-F238E27FC236}">
                <ns2:creationId id="{A09F37FB-5E28-45C7-BE81-6FABC2F97EB4}"/>
              </a:ext>
            </a:extLst>
          </p:cNvPr>
          <p:cNvSpPr>
            <a:spLocks noGrp="1"/>
          </p:cNvSpPr>
          <p:nvPr/>
        </p:nvSpPr>
        <p:spPr>
          <a:xfrm>
            <a:off x="3900681" y="408622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6" name="Ahold">
            <a:extLst>
              <a:ext uri="{FF2B5EF4-FFF2-40B4-BE49-F238E27FC236}">
                <ns2:creationId id="{60126FA2-8244-4DD5-81B5-4993160E881D}"/>
              </a:ext>
            </a:extLst>
          </p:cNvPr>
          <p:cNvSpPr>
            <a:spLocks noGrp="1"/>
          </p:cNvSpPr>
          <p:nvPr/>
        </p:nvSpPr>
        <p:spPr>
          <a:xfrm>
            <a:off x="2076450" y="2876550"/>
            <a:ext cx="953" cy="838200"/>
          </a:xfrm>
          <a:custGeom>
            <a:pathLst>
              <a:path w="953" h="838200">
                <a:moveTo>
                  <a:pt x="0" y="0"/>
                </a:moveTo>
                <a:lnTo>
                  <a:pt x="0" y="838200"/>
                </a:lnTo>
              </a:path>
            </a:pathLst>
          </a:custGeom>
          <a:noFill/>
          <a:ln w="12383">
            <a:solidFill>
              <a:srgbClr val="C62525"/>
            </a:solidFill>
            <a:prstDash val="dash"/>
          </a:ln>
        </p:spPr>
      </p:sp>
      <p:sp>
        <p:nvSpPr>
          <p:cNvPr id="57" name="Ahold-arrow">
            <a:extLst>
              <a:ext uri="{FF2B5EF4-FFF2-40B4-BE49-F238E27FC236}">
                <ns2:creationId id="{2E95821B-2954-4A4D-B6E1-27CBF4292C18}"/>
              </a:ext>
            </a:extLst>
          </p:cNvPr>
          <p:cNvSpPr>
            <a:spLocks noGrp="1"/>
          </p:cNvSpPr>
          <p:nvPr/>
        </p:nvSpPr>
        <p:spPr>
          <a:xfrm>
            <a:off x="2043306" y="36461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C62525"/>
            </a:solidFill>
            <a:prstDash val="solid"/>
          </a:ln>
        </p:spPr>
      </p:sp>
      <p:sp>
        <p:nvSpPr>
          <p:cNvPr id="58" name="Bagent-notice">
            <a:extLst>
              <a:ext uri="{FF2B5EF4-FFF2-40B4-BE49-F238E27FC236}">
                <ns2:creationId id="{85AA71B8-3D80-4BB3-84DE-A0D0FF05D200}"/>
              </a:ext>
            </a:extLst>
          </p:cNvPr>
          <p:cNvSpPr>
            <a:spLocks noGrp="1"/>
          </p:cNvSpPr>
          <p:nvPr/>
        </p:nvSpPr>
        <p:spPr>
          <a:xfrm>
            <a:off x="15954375" y="2438400"/>
            <a:ext cx="390525" cy="953"/>
          </a:xfrm>
          <a:custGeom>
            <a:pathLst>
              <a:path w="390525" h="953">
                <a:moveTo>
                  <a:pt x="390525" y="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9" name="Bagent-notice-arrow">
            <a:extLst>
              <a:ext uri="{FF2B5EF4-FFF2-40B4-BE49-F238E27FC236}">
                <ns2:creationId id="{BB1141C8-B21E-482B-A1EB-9A6CF0E863F2}"/>
              </a:ext>
            </a:extLst>
          </p:cNvPr>
          <p:cNvSpPr>
            <a:spLocks noGrp="1"/>
          </p:cNvSpPr>
          <p:nvPr/>
        </p:nvSpPr>
        <p:spPr>
          <a:xfrm>
            <a:off x="15954375" y="24052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0" name="Btask-fact">
            <a:extLst>
              <a:ext uri="{FF2B5EF4-FFF2-40B4-BE49-F238E27FC236}">
                <ns2:creationId id="{D49794AC-4934-4872-AD31-24EC272E48AE}"/>
              </a:ext>
            </a:extLst>
          </p:cNvPr>
          <p:cNvSpPr>
            <a:spLocks noGrp="1"/>
          </p:cNvSpPr>
          <p:nvPr/>
        </p:nvSpPr>
        <p:spPr>
          <a:xfrm>
            <a:off x="13944600" y="2438400"/>
            <a:ext cx="361950" cy="953"/>
          </a:xfrm>
          <a:custGeom>
            <a:pathLst>
              <a:path w="361950" h="953">
                <a:moveTo>
                  <a:pt x="361950" y="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1" name="Btask-fact-arrow">
            <a:extLst>
              <a:ext uri="{FF2B5EF4-FFF2-40B4-BE49-F238E27FC236}">
                <ns2:creationId id="{D7BE8C99-0C56-4BED-A816-0BF876338A26}"/>
              </a:ext>
            </a:extLst>
          </p:cNvPr>
          <p:cNvSpPr>
            <a:spLocks noGrp="1"/>
          </p:cNvSpPr>
          <p:nvPr/>
        </p:nvSpPr>
        <p:spPr>
          <a:xfrm>
            <a:off x="13944600" y="24052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2" name="Binput">
            <a:extLst>
              <a:ext uri="{FF2B5EF4-FFF2-40B4-BE49-F238E27FC236}">
                <ns2:creationId id="{12E77022-C08F-4664-A39F-6C59A48193EE}"/>
              </a:ext>
            </a:extLst>
          </p:cNvPr>
          <p:cNvSpPr>
            <a:spLocks noGrp="1"/>
          </p:cNvSpPr>
          <p:nvPr/>
        </p:nvSpPr>
        <p:spPr>
          <a:xfrm>
            <a:off x="10696575" y="2952750"/>
            <a:ext cx="190500" cy="1323975"/>
          </a:xfrm>
          <a:custGeom>
            <a:pathLst>
              <a:path w="190500" h="1323975">
                <a:moveTo>
                  <a:pt x="190500" y="0"/>
                </a:moveTo>
                <a:lnTo>
                  <a:pt x="0" y="0"/>
                </a:lnTo>
                <a:lnTo>
                  <a:pt x="0" y="13239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3" name="Binput-arrow">
            <a:extLst>
              <a:ext uri="{FF2B5EF4-FFF2-40B4-BE49-F238E27FC236}">
                <ns2:creationId id="{EE382570-F799-4133-A3EA-0A3098665F2D}"/>
              </a:ext>
            </a:extLst>
          </p:cNvPr>
          <p:cNvSpPr>
            <a:spLocks noGrp="1"/>
          </p:cNvSpPr>
          <p:nvPr/>
        </p:nvSpPr>
        <p:spPr>
          <a:xfrm>
            <a:off x="10663431" y="420811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4" name="Bnotice">
            <a:extLst>
              <a:ext uri="{FF2B5EF4-FFF2-40B4-BE49-F238E27FC236}">
                <ns2:creationId id="{F8CE7365-12ED-4DEA-AF9A-8E73EB770CE7}"/>
              </a:ext>
            </a:extLst>
          </p:cNvPr>
          <p:cNvSpPr>
            <a:spLocks noGrp="1"/>
          </p:cNvSpPr>
          <p:nvPr/>
        </p:nvSpPr>
        <p:spPr>
          <a:xfrm>
            <a:off x="12496800" y="2609850"/>
            <a:ext cx="647700" cy="1666875"/>
          </a:xfrm>
          <a:custGeom>
            <a:pathLst>
              <a:path w="647700" h="1666875">
                <a:moveTo>
                  <a:pt x="647700" y="0"/>
                </a:moveTo>
                <a:lnTo>
                  <a:pt x="647700" y="438150"/>
                </a:lnTo>
                <a:lnTo>
                  <a:pt x="0" y="438150"/>
                </a:lnTo>
                <a:lnTo>
                  <a:pt x="0" y="16668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5" name="Bnotice-arrow">
            <a:extLst>
              <a:ext uri="{FF2B5EF4-FFF2-40B4-BE49-F238E27FC236}">
                <ns2:creationId id="{04066116-3F1D-4E68-B0E9-18515D454B78}"/>
              </a:ext>
            </a:extLst>
          </p:cNvPr>
          <p:cNvSpPr>
            <a:spLocks noGrp="1"/>
          </p:cNvSpPr>
          <p:nvPr/>
        </p:nvSpPr>
        <p:spPr>
          <a:xfrm>
            <a:off x="12463656" y="420811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6" name="Binput-pump">
            <a:extLst>
              <a:ext uri="{FF2B5EF4-FFF2-40B4-BE49-F238E27FC236}">
                <ns2:creationId id="{5BA549C1-F363-4989-8738-A0D673F432D7}"/>
              </a:ext>
            </a:extLst>
          </p:cNvPr>
          <p:cNvSpPr>
            <a:spLocks noGrp="1"/>
          </p:cNvSpPr>
          <p:nvPr/>
        </p:nvSpPr>
        <p:spPr>
          <a:xfrm>
            <a:off x="10696575" y="4629150"/>
            <a:ext cx="953" cy="352425"/>
          </a:xfrm>
          <a:custGeom>
            <a:pathLst>
              <a:path w="953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7" name="Binput-pump-arrow">
            <a:extLst>
              <a:ext uri="{FF2B5EF4-FFF2-40B4-BE49-F238E27FC236}">
                <ns2:creationId id="{483D4DBD-D0EB-4720-9CA8-B88A6610AEB0}"/>
              </a:ext>
            </a:extLst>
          </p:cNvPr>
          <p:cNvSpPr>
            <a:spLocks noGrp="1"/>
          </p:cNvSpPr>
          <p:nvPr/>
        </p:nvSpPr>
        <p:spPr>
          <a:xfrm>
            <a:off x="10663431" y="491296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8" name="Bnotice-pump">
            <a:extLst>
              <a:ext uri="{FF2B5EF4-FFF2-40B4-BE49-F238E27FC236}">
                <ns2:creationId id="{350BD8F8-8569-46EC-BD98-514EAC07F959}"/>
              </a:ext>
            </a:extLst>
          </p:cNvPr>
          <p:cNvSpPr>
            <a:spLocks noGrp="1"/>
          </p:cNvSpPr>
          <p:nvPr/>
        </p:nvSpPr>
        <p:spPr>
          <a:xfrm>
            <a:off x="12506325" y="4629150"/>
            <a:ext cx="953" cy="352425"/>
          </a:xfrm>
          <a:custGeom>
            <a:pathLst>
              <a:path w="953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9" name="Bnotice-pump-arrow">
            <a:extLst>
              <a:ext uri="{FF2B5EF4-FFF2-40B4-BE49-F238E27FC236}">
                <ns2:creationId id="{31FBFF85-8900-446D-B4CB-EFB8E15CA5CD}"/>
              </a:ext>
            </a:extLst>
          </p:cNvPr>
          <p:cNvSpPr>
            <a:spLocks noGrp="1"/>
          </p:cNvSpPr>
          <p:nvPr/>
        </p:nvSpPr>
        <p:spPr>
          <a:xfrm>
            <a:off x="12473181" y="491296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0" name="Binterpret-job">
            <a:extLst>
              <a:ext uri="{FF2B5EF4-FFF2-40B4-BE49-F238E27FC236}">
                <ns2:creationId id="{678B9F31-0575-4CA1-9857-0A06C98FD78C}"/>
              </a:ext>
            </a:extLst>
          </p:cNvPr>
          <p:cNvSpPr>
            <a:spLocks noGrp="1"/>
          </p:cNvSpPr>
          <p:nvPr/>
        </p:nvSpPr>
        <p:spPr>
          <a:xfrm>
            <a:off x="9772650" y="5295900"/>
            <a:ext cx="1828800" cy="1171575"/>
          </a:xfrm>
          <a:custGeom>
            <a:pathLst>
              <a:path w="1828800" h="1171575">
                <a:moveTo>
                  <a:pt x="923925" y="0"/>
                </a:moveTo>
                <a:lnTo>
                  <a:pt x="0" y="0"/>
                </a:lnTo>
                <a:lnTo>
                  <a:pt x="0" y="1019175"/>
                </a:lnTo>
                <a:lnTo>
                  <a:pt x="1828800" y="1019175"/>
                </a:lnTo>
                <a:lnTo>
                  <a:pt x="1828800" y="11715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1" name="Binterpret-job-arrow">
            <a:extLst>
              <a:ext uri="{FF2B5EF4-FFF2-40B4-BE49-F238E27FC236}">
                <ns2:creationId id="{B8CA1060-8E08-4967-A7B8-BAB6217E8999}"/>
              </a:ext>
            </a:extLst>
          </p:cNvPr>
          <p:cNvSpPr>
            <a:spLocks noGrp="1"/>
          </p:cNvSpPr>
          <p:nvPr/>
        </p:nvSpPr>
        <p:spPr>
          <a:xfrm>
            <a:off x="11568306" y="639886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2" name="Bmeaning-return">
            <a:extLst>
              <a:ext uri="{FF2B5EF4-FFF2-40B4-BE49-F238E27FC236}">
                <ns2:creationId id="{8CAEC174-7AF1-4D31-AEC6-DDE29E94618C}"/>
              </a:ext>
            </a:extLst>
          </p:cNvPr>
          <p:cNvSpPr>
            <a:spLocks noGrp="1"/>
          </p:cNvSpPr>
          <p:nvPr/>
        </p:nvSpPr>
        <p:spPr>
          <a:xfrm>
            <a:off x="9648825" y="4467225"/>
            <a:ext cx="285750" cy="2343150"/>
          </a:xfrm>
          <a:custGeom>
            <a:pathLst>
              <a:path w="285750" h="2343150">
                <a:moveTo>
                  <a:pt x="180975" y="2343150"/>
                </a:moveTo>
                <a:lnTo>
                  <a:pt x="0" y="2343150"/>
                </a:lnTo>
                <a:lnTo>
                  <a:pt x="0" y="0"/>
                </a:lnTo>
                <a:lnTo>
                  <a:pt x="28575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73" name="Bmeaning-return-arrow">
            <a:extLst>
              <a:ext uri="{FF2B5EF4-FFF2-40B4-BE49-F238E27FC236}">
                <ns2:creationId id="{C518C043-1664-4D0F-92E8-25532B99D9CF}"/>
              </a:ext>
            </a:extLst>
          </p:cNvPr>
          <p:cNvSpPr>
            <a:spLocks noGrp="1"/>
          </p:cNvSpPr>
          <p:nvPr/>
        </p:nvSpPr>
        <p:spPr>
          <a:xfrm>
            <a:off x="9865961" y="4434081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4" name="Badopted">
            <a:extLst>
              <a:ext uri="{FF2B5EF4-FFF2-40B4-BE49-F238E27FC236}">
                <ns2:creationId id="{FC05FC2E-2CEE-47F0-8BE6-274CAB1B1E70}"/>
              </a:ext>
            </a:extLst>
          </p:cNvPr>
          <p:cNvSpPr>
            <a:spLocks noGrp="1"/>
          </p:cNvSpPr>
          <p:nvPr/>
        </p:nvSpPr>
        <p:spPr>
          <a:xfrm>
            <a:off x="11449050" y="4324350"/>
            <a:ext cx="2771775" cy="819150"/>
          </a:xfrm>
          <a:custGeom>
            <a:pathLst>
              <a:path w="2771775" h="819150">
                <a:moveTo>
                  <a:pt x="0" y="819150"/>
                </a:moveTo>
                <a:lnTo>
                  <a:pt x="152400" y="819150"/>
                </a:lnTo>
                <a:lnTo>
                  <a:pt x="152400" y="476250"/>
                </a:lnTo>
                <a:lnTo>
                  <a:pt x="2162175" y="476250"/>
                </a:lnTo>
                <a:lnTo>
                  <a:pt x="2162175" y="0"/>
                </a:lnTo>
                <a:lnTo>
                  <a:pt x="27717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5" name="Badopted-arrow">
            <a:extLst>
              <a:ext uri="{FF2B5EF4-FFF2-40B4-BE49-F238E27FC236}">
                <ns2:creationId id="{41F559EC-505E-4435-AEAE-1B4CF0F1A166}"/>
              </a:ext>
            </a:extLst>
          </p:cNvPr>
          <p:cNvSpPr>
            <a:spLocks noGrp="1"/>
          </p:cNvSpPr>
          <p:nvPr/>
        </p:nvSpPr>
        <p:spPr>
          <a:xfrm>
            <a:off x="14152211" y="429120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6" name="Bnotice-output">
            <a:extLst>
              <a:ext uri="{FF2B5EF4-FFF2-40B4-BE49-F238E27FC236}">
                <ns2:creationId id="{8943B851-C58A-4592-80AE-5EAFC27C8E24}"/>
              </a:ext>
            </a:extLst>
          </p:cNvPr>
          <p:cNvSpPr>
            <a:spLocks noGrp="1"/>
          </p:cNvSpPr>
          <p:nvPr/>
        </p:nvSpPr>
        <p:spPr>
          <a:xfrm>
            <a:off x="13268325" y="4324350"/>
            <a:ext cx="342900" cy="819150"/>
          </a:xfrm>
          <a:custGeom>
            <a:pathLst>
              <a:path w="342900" h="819150">
                <a:moveTo>
                  <a:pt x="0" y="819150"/>
                </a:moveTo>
                <a:lnTo>
                  <a:pt x="342900" y="819150"/>
                </a:lnTo>
                <a:lnTo>
                  <a:pt x="34290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7" name="Bnotice-output-arrow">
            <a:extLst>
              <a:ext uri="{FF2B5EF4-FFF2-40B4-BE49-F238E27FC236}">
                <ns2:creationId id="{1947D9AF-73C5-45EA-9817-FC769536F4A4}"/>
              </a:ext>
            </a:extLst>
          </p:cNvPr>
          <p:cNvSpPr>
            <a:spLocks noGrp="1"/>
          </p:cNvSpPr>
          <p:nvPr/>
        </p:nvSpPr>
        <p:spPr>
          <a:xfrm>
            <a:off x="13578081" y="4324350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8" name="Bcompose-work">
            <a:extLst>
              <a:ext uri="{FF2B5EF4-FFF2-40B4-BE49-F238E27FC236}">
                <ns2:creationId id="{D4F2AC8C-CC6B-4B98-965D-0D0F6FD686F1}"/>
              </a:ext>
            </a:extLst>
          </p:cNvPr>
          <p:cNvSpPr>
            <a:spLocks noGrp="1"/>
          </p:cNvSpPr>
          <p:nvPr/>
        </p:nvSpPr>
        <p:spPr>
          <a:xfrm>
            <a:off x="15887700" y="4324350"/>
            <a:ext cx="190500" cy="953"/>
          </a:xfrm>
          <a:custGeom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9" name="Bcompose-work-arrow">
            <a:extLst>
              <a:ext uri="{FF2B5EF4-FFF2-40B4-BE49-F238E27FC236}">
                <ns2:creationId id="{B126FB14-4E36-46B0-96FB-6D22128E8C30}"/>
              </a:ext>
            </a:extLst>
          </p:cNvPr>
          <p:cNvSpPr>
            <a:spLocks noGrp="1"/>
          </p:cNvSpPr>
          <p:nvPr/>
        </p:nvSpPr>
        <p:spPr>
          <a:xfrm>
            <a:off x="16009586" y="429120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0" name="Bcandidate">
            <a:extLst>
              <a:ext uri="{FF2B5EF4-FFF2-40B4-BE49-F238E27FC236}">
                <ns2:creationId id="{AAB574D8-DF45-44E6-B22B-363FFB996E0A}"/>
              </a:ext>
            </a:extLst>
          </p:cNvPr>
          <p:cNvSpPr>
            <a:spLocks noGrp="1"/>
          </p:cNvSpPr>
          <p:nvPr/>
        </p:nvSpPr>
        <p:spPr>
          <a:xfrm>
            <a:off x="14963775" y="4524375"/>
            <a:ext cx="1895475" cy="542925"/>
          </a:xfrm>
          <a:custGeom>
            <a:pathLst>
              <a:path w="1895475" h="542925">
                <a:moveTo>
                  <a:pt x="1895475" y="0"/>
                </a:moveTo>
                <a:lnTo>
                  <a:pt x="1895475" y="390525"/>
                </a:lnTo>
                <a:lnTo>
                  <a:pt x="0" y="390525"/>
                </a:lnTo>
                <a:lnTo>
                  <a:pt x="0" y="54292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1" name="Bcandidate-arrow">
            <a:extLst>
              <a:ext uri="{FF2B5EF4-FFF2-40B4-BE49-F238E27FC236}">
                <ns2:creationId id="{8E5BAAC8-5484-4209-AAE5-3AABC21701BC}"/>
              </a:ext>
            </a:extLst>
          </p:cNvPr>
          <p:cNvSpPr>
            <a:spLocks noGrp="1"/>
          </p:cNvSpPr>
          <p:nvPr/>
        </p:nvSpPr>
        <p:spPr>
          <a:xfrm>
            <a:off x="14930631" y="49986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2" name="Bconditions">
            <a:extLst>
              <a:ext uri="{FF2B5EF4-FFF2-40B4-BE49-F238E27FC236}">
                <ns2:creationId id="{B0FDE11B-2015-4C70-8511-5D69A41642A4}"/>
              </a:ext>
            </a:extLst>
          </p:cNvPr>
          <p:cNvSpPr>
            <a:spLocks noGrp="1"/>
          </p:cNvSpPr>
          <p:nvPr/>
        </p:nvSpPr>
        <p:spPr>
          <a:xfrm>
            <a:off x="10696575" y="5257800"/>
            <a:ext cx="3409950" cy="800100"/>
          </a:xfrm>
          <a:custGeom>
            <a:pathLst>
              <a:path w="3409950" h="800100">
                <a:moveTo>
                  <a:pt x="0" y="533400"/>
                </a:moveTo>
                <a:lnTo>
                  <a:pt x="0" y="800100"/>
                </a:lnTo>
                <a:lnTo>
                  <a:pt x="3143250" y="800100"/>
                </a:lnTo>
                <a:lnTo>
                  <a:pt x="3143250" y="0"/>
                </a:lnTo>
                <a:lnTo>
                  <a:pt x="340995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83" name="Bconditions-arrow">
            <a:extLst>
              <a:ext uri="{FF2B5EF4-FFF2-40B4-BE49-F238E27FC236}">
                <ns2:creationId id="{AF67F2D5-C398-4A43-B428-9F746C5DB22E}"/>
              </a:ext>
            </a:extLst>
          </p:cNvPr>
          <p:cNvSpPr>
            <a:spLocks noGrp="1"/>
          </p:cNvSpPr>
          <p:nvPr/>
        </p:nvSpPr>
        <p:spPr>
          <a:xfrm>
            <a:off x="14037911" y="522465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4" name="Beligible">
            <a:extLst>
              <a:ext uri="{FF2B5EF4-FFF2-40B4-BE49-F238E27FC236}">
                <ns2:creationId id="{B3531FB3-677A-4C45-B798-CA307C0028AB}"/>
              </a:ext>
            </a:extLst>
          </p:cNvPr>
          <p:cNvSpPr>
            <a:spLocks noGrp="1"/>
          </p:cNvSpPr>
          <p:nvPr/>
        </p:nvSpPr>
        <p:spPr>
          <a:xfrm>
            <a:off x="15821025" y="5257800"/>
            <a:ext cx="219075" cy="953"/>
          </a:xfrm>
          <a:custGeom>
            <a:pathLst>
              <a:path w="219075" h="953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5" name="Beligible-arrow">
            <a:extLst>
              <a:ext uri="{FF2B5EF4-FFF2-40B4-BE49-F238E27FC236}">
                <ns2:creationId id="{B51BA2C9-D4C2-4650-8D76-1CCAB37E7FC2}"/>
              </a:ext>
            </a:extLst>
          </p:cNvPr>
          <p:cNvSpPr>
            <a:spLocks noGrp="1"/>
          </p:cNvSpPr>
          <p:nvPr/>
        </p:nvSpPr>
        <p:spPr>
          <a:xfrm>
            <a:off x="15971486" y="522465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6" name="Bjoin-state">
            <a:extLst>
              <a:ext uri="{FF2B5EF4-FFF2-40B4-BE49-F238E27FC236}">
                <ns2:creationId id="{FB51DCCC-3942-4E74-91E9-C78B277266EF}"/>
              </a:ext>
            </a:extLst>
          </p:cNvPr>
          <p:cNvSpPr>
            <a:spLocks noGrp="1"/>
          </p:cNvSpPr>
          <p:nvPr/>
        </p:nvSpPr>
        <p:spPr>
          <a:xfrm>
            <a:off x="14963775" y="5467350"/>
            <a:ext cx="953" cy="247650"/>
          </a:xfrm>
          <a:custGeom>
            <a:pathLst>
              <a:path w="953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87" name="Bjoin-state-arrow">
            <a:extLst>
              <a:ext uri="{FF2B5EF4-FFF2-40B4-BE49-F238E27FC236}">
                <ns2:creationId id="{B4B596D3-9037-482C-9FD0-A2E8E08BF8E9}"/>
              </a:ext>
            </a:extLst>
          </p:cNvPr>
          <p:cNvSpPr>
            <a:spLocks noGrp="1"/>
          </p:cNvSpPr>
          <p:nvPr/>
        </p:nvSpPr>
        <p:spPr>
          <a:xfrm>
            <a:off x="14930631" y="56463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8" name="Bpub-actual">
            <a:extLst>
              <a:ext uri="{FF2B5EF4-FFF2-40B4-BE49-F238E27FC236}">
                <ns2:creationId id="{56475095-A884-4F4C-9807-2F91288C16C3}"/>
              </a:ext>
            </a:extLst>
          </p:cNvPr>
          <p:cNvSpPr>
            <a:spLocks noGrp="1"/>
          </p:cNvSpPr>
          <p:nvPr/>
        </p:nvSpPr>
        <p:spPr>
          <a:xfrm>
            <a:off x="16906875" y="5467350"/>
            <a:ext cx="953" cy="247650"/>
          </a:xfrm>
          <a:custGeom>
            <a:pathLst>
              <a:path w="953" h="247650">
                <a:moveTo>
                  <a:pt x="0" y="0"/>
                </a:moveTo>
                <a:lnTo>
                  <a:pt x="0" y="24765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89" name="Bpub-actual-arrow">
            <a:extLst>
              <a:ext uri="{FF2B5EF4-FFF2-40B4-BE49-F238E27FC236}">
                <ns2:creationId id="{8145B3FD-3931-4BCC-A3E2-655DB33BFC6A}"/>
              </a:ext>
            </a:extLst>
          </p:cNvPr>
          <p:cNvSpPr>
            <a:spLocks noGrp="1"/>
          </p:cNvSpPr>
          <p:nvPr/>
        </p:nvSpPr>
        <p:spPr>
          <a:xfrm>
            <a:off x="16873731" y="56463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90" name="Boutput">
            <a:extLst>
              <a:ext uri="{FF2B5EF4-FFF2-40B4-BE49-F238E27FC236}">
                <ns2:creationId id="{D3E25053-18C2-4EF9-8607-068AF5C43DE5}"/>
              </a:ext>
            </a:extLst>
          </p:cNvPr>
          <p:cNvSpPr>
            <a:spLocks noGrp="1"/>
          </p:cNvSpPr>
          <p:nvPr/>
        </p:nvSpPr>
        <p:spPr>
          <a:xfrm>
            <a:off x="11982450" y="2876550"/>
            <a:ext cx="6057900" cy="2381250"/>
          </a:xfrm>
          <a:custGeom>
            <a:pathLst>
              <a:path w="6057900" h="2381250">
                <a:moveTo>
                  <a:pt x="5781675" y="2381250"/>
                </a:moveTo>
                <a:lnTo>
                  <a:pt x="6057900" y="2381250"/>
                </a:lnTo>
                <a:lnTo>
                  <a:pt x="6057900" y="76200"/>
                </a:lnTo>
                <a:lnTo>
                  <a:pt x="0" y="76200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91" name="Boutput-arrow">
            <a:extLst>
              <a:ext uri="{FF2B5EF4-FFF2-40B4-BE49-F238E27FC236}">
                <ns2:creationId id="{45329440-3741-43B4-AAF7-1CCD31714B96}"/>
              </a:ext>
            </a:extLst>
          </p:cNvPr>
          <p:cNvSpPr>
            <a:spLocks noGrp="1"/>
          </p:cNvSpPr>
          <p:nvPr/>
        </p:nvSpPr>
        <p:spPr>
          <a:xfrm>
            <a:off x="11949306" y="2876550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92" name="Breceipt-flow">
            <a:extLst>
              <a:ext uri="{FF2B5EF4-FFF2-40B4-BE49-F238E27FC236}">
                <ns2:creationId id="{3412E814-F939-4B35-84A3-CDE7DA16AEE7}"/>
              </a:ext>
            </a:extLst>
          </p:cNvPr>
          <p:cNvSpPr>
            <a:spLocks noGrp="1"/>
          </p:cNvSpPr>
          <p:nvPr/>
        </p:nvSpPr>
        <p:spPr>
          <a:xfrm>
            <a:off x="11982450" y="2876550"/>
            <a:ext cx="6134100" cy="2981325"/>
          </a:xfrm>
          <a:custGeom>
            <a:pathLst>
              <a:path w="6134100" h="2981325">
                <a:moveTo>
                  <a:pt x="0" y="0"/>
                </a:moveTo>
                <a:lnTo>
                  <a:pt x="0" y="381000"/>
                </a:lnTo>
                <a:lnTo>
                  <a:pt x="6134100" y="381000"/>
                </a:lnTo>
                <a:lnTo>
                  <a:pt x="6134100" y="2981325"/>
                </a:lnTo>
                <a:lnTo>
                  <a:pt x="5781675" y="2981325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93" name="Breceipt-flow-arrow">
            <a:extLst>
              <a:ext uri="{FF2B5EF4-FFF2-40B4-BE49-F238E27FC236}">
                <ns2:creationId id="{CB8B5BB4-39CC-4EC2-84B3-A8936E8050BA}"/>
              </a:ext>
            </a:extLst>
          </p:cNvPr>
          <p:cNvSpPr>
            <a:spLocks noGrp="1"/>
          </p:cNvSpPr>
          <p:nvPr/>
        </p:nvSpPr>
        <p:spPr>
          <a:xfrm>
            <a:off x="17764125" y="5824731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94" name="Bcancel">
            <a:extLst>
              <a:ext uri="{FF2B5EF4-FFF2-40B4-BE49-F238E27FC236}">
                <ns2:creationId id="{43AA4D32-492B-47FF-831D-A1EFE91962A9}"/>
              </a:ext>
            </a:extLst>
          </p:cNvPr>
          <p:cNvSpPr>
            <a:spLocks noGrp="1"/>
          </p:cNvSpPr>
          <p:nvPr/>
        </p:nvSpPr>
        <p:spPr>
          <a:xfrm>
            <a:off x="10887075" y="2876550"/>
            <a:ext cx="4905375" cy="1238250"/>
          </a:xfrm>
          <a:custGeom>
            <a:pathLst>
              <a:path w="4905375" h="1238250">
                <a:moveTo>
                  <a:pt x="0" y="0"/>
                </a:moveTo>
                <a:lnTo>
                  <a:pt x="1285875" y="0"/>
                </a:lnTo>
                <a:lnTo>
                  <a:pt x="1285875" y="314325"/>
                </a:lnTo>
                <a:lnTo>
                  <a:pt x="2571750" y="314325"/>
                </a:lnTo>
                <a:lnTo>
                  <a:pt x="2571750" y="733425"/>
                </a:lnTo>
                <a:lnTo>
                  <a:pt x="4905375" y="733425"/>
                </a:lnTo>
                <a:lnTo>
                  <a:pt x="4905375" y="1238250"/>
                </a:lnTo>
              </a:path>
            </a:pathLst>
          </a:custGeom>
          <a:noFill/>
          <a:ln w="12383">
            <a:solidFill>
              <a:srgbClr val="C62525"/>
            </a:solidFill>
            <a:prstDash val="dash"/>
          </a:ln>
        </p:spPr>
      </p:sp>
      <p:sp>
        <p:nvSpPr>
          <p:cNvPr id="95" name="Bcancel-arrow">
            <a:extLst>
              <a:ext uri="{FF2B5EF4-FFF2-40B4-BE49-F238E27FC236}">
                <ns2:creationId id="{5CEAD5F3-64D8-4376-B695-ADE8FB1DD04D}"/>
              </a:ext>
            </a:extLst>
          </p:cNvPr>
          <p:cNvSpPr>
            <a:spLocks noGrp="1"/>
          </p:cNvSpPr>
          <p:nvPr/>
        </p:nvSpPr>
        <p:spPr>
          <a:xfrm>
            <a:off x="15759306" y="40461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C62525"/>
            </a:solidFill>
            <a:prstDash val="solid"/>
          </a:ln>
        </p:spPr>
      </p:sp>
      <p:sp>
        <p:nvSpPr>
          <p:cNvPr id="96" name="title">
            <a:extLst>
              <a:ext uri="{FF2B5EF4-FFF2-40B4-BE49-F238E27FC236}">
                <ns2:creationId id="{084D0B8C-4148-4AEF-A90A-67FD50E2BF6E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DP-44. 연속 대화와 업무 사건의 실행 연결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7" name="nav-0">
            <a:extLst>
              <a:ext uri="{FF2B5EF4-FFF2-40B4-BE49-F238E27FC236}">
                <ns2:creationId id="{9A81FF43-D562-47C0-931B-01B4BA8CF4AE}"/>
              </a:ext>
            </a:extLst>
          </p:cNvPr>
          <p:cNvSpPr>
            <a:spLocks noGrp="1"/>
          </p:cNvSpPr>
          <p:nvPr/>
        </p:nvSpPr>
        <p:spPr>
          <a:xfrm>
            <a:off x="10744200" y="266700"/>
            <a:ext cx="1447800" cy="419100"/>
          </a:xfrm>
          <a:prstGeom prst="rect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 소개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8" name="nav-1">
            <a:extLst>
              <a:ext uri="{FF2B5EF4-FFF2-40B4-BE49-F238E27FC236}">
                <ns2:creationId id="{B0E6A492-E815-4A28-8515-5A6C99417F95}"/>
              </a:ext>
            </a:extLst>
          </p:cNvPr>
          <p:cNvSpPr>
            <a:spLocks noGrp="1"/>
          </p:cNvSpPr>
          <p:nvPr/>
        </p:nvSpPr>
        <p:spPr>
          <a:xfrm>
            <a:off x="12192000" y="266700"/>
            <a:ext cx="1447800" cy="419100"/>
          </a:xfrm>
          <a:prstGeom prst="chevron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요구사항 분석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9" name="nav-2">
            <a:extLst>
              <a:ext uri="{FF2B5EF4-FFF2-40B4-BE49-F238E27FC236}">
                <ns2:creationId id="{8183AA5E-D5AB-436D-8D0E-1C966044DA12}"/>
              </a:ext>
            </a:extLst>
          </p:cNvPr>
          <p:cNvSpPr>
            <a:spLocks noGrp="1"/>
          </p:cNvSpPr>
          <p:nvPr/>
        </p:nvSpPr>
        <p:spPr>
          <a:xfrm>
            <a:off x="13639800" y="266700"/>
            <a:ext cx="1447800" cy="419100"/>
          </a:xfrm>
          <a:prstGeom prst="chevron">
            <a:avLst/>
          </a:prstGeom>
          <a:solidFill>
            <a:srgbClr val="37ACCD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설계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0" name="nav-3">
            <a:extLst>
              <a:ext uri="{FF2B5EF4-FFF2-40B4-BE49-F238E27FC236}">
                <ns2:creationId id="{B194CBA1-5DAD-4423-9B95-4A9E92BE0FC3}"/>
              </a:ext>
            </a:extLst>
          </p:cNvPr>
          <p:cNvSpPr>
            <a:spLocks noGrp="1"/>
          </p:cNvSpPr>
          <p:nvPr/>
        </p:nvSpPr>
        <p:spPr>
          <a:xfrm>
            <a:off x="15087600" y="266700"/>
            <a:ext cx="1447800" cy="419100"/>
          </a:xfrm>
          <a:prstGeom prst="chevron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구현 및 검증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1" name="nav-4">
            <a:extLst>
              <a:ext uri="{FF2B5EF4-FFF2-40B4-BE49-F238E27FC236}">
                <ns2:creationId id="{54DA511A-0D04-45B2-AEBD-D34247538D88}"/>
              </a:ext>
            </a:extLst>
          </p:cNvPr>
          <p:cNvSpPr>
            <a:spLocks noGrp="1"/>
          </p:cNvSpPr>
          <p:nvPr/>
        </p:nvSpPr>
        <p:spPr>
          <a:xfrm>
            <a:off x="16535400" y="266700"/>
            <a:ext cx="1447800" cy="419100"/>
          </a:xfrm>
          <a:prstGeom prst="chevron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결론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2" name="fr">
            <a:extLst>
              <a:ext uri="{FF2B5EF4-FFF2-40B4-BE49-F238E27FC236}">
                <ns2:creationId id="{D8FF80A4-29A0-4B50-9AC0-BF19E77670F7}"/>
              </a:ext>
            </a:extLst>
          </p:cNvPr>
          <p:cNvSpPr>
            <a:spLocks noGrp="1"/>
          </p:cNvSpPr>
          <p:nvPr/>
        </p:nvSpPr>
        <p:spPr>
          <a:xfrm>
            <a:off x="13716000" y="904875"/>
            <a:ext cx="4438650" cy="228600"/>
          </a:xfrm>
          <a:prstGeom prst="roundRect">
            <a:avLst>
              <a:gd name="adj" fmla="val 33333"/>
            </a:avLst>
          </a:prstGeom>
          <a:solidFill>
            <a:srgbClr val="75AF45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기능 요구: 사용자 입력과 업무 사건의 연속 처리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3" name="no-qa-tag">
            <a:extLst>
              <a:ext uri="{FF2B5EF4-FFF2-40B4-BE49-F238E27FC236}">
                <ns2:creationId id="{AE133845-BAA9-4AAD-BD2E-2BD677BC98F6}"/>
              </a:ext>
            </a:extLst>
          </p:cNvPr>
          <p:cNvSpPr>
            <a:spLocks noGrp="1"/>
          </p:cNvSpPr>
          <p:nvPr/>
        </p:nvSpPr>
        <p:spPr>
          <a:xfrm>
            <a:off x="12668250" y="1162050"/>
            <a:ext cx="5476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QA01~06: A/B 점수 동점으로 비교 행 제외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4" name="legend-title">
            <a:extLst>
              <a:ext uri="{FF2B5EF4-FFF2-40B4-BE49-F238E27FC236}">
                <ns2:creationId id="{6961D752-7C11-4E1C-9C93-B1379D87E1E2}"/>
              </a:ext>
            </a:extLst>
          </p:cNvPr>
          <p:cNvSpPr>
            <a:spLocks noGrp="1"/>
          </p:cNvSpPr>
          <p:nvPr/>
        </p:nvSpPr>
        <p:spPr>
          <a:xfrm>
            <a:off x="152400" y="2505075"/>
            <a:ext cx="83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Legend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5" name="legend-component">
            <a:extLst>
              <a:ext uri="{FF2B5EF4-FFF2-40B4-BE49-F238E27FC236}">
                <ns2:creationId id="{AB799171-BF58-4E05-BEE0-46E3686B17A4}"/>
              </a:ext>
            </a:extLst>
          </p:cNvPr>
          <p:cNvSpPr>
            <a:spLocks noGrp="1"/>
          </p:cNvSpPr>
          <p:nvPr/>
        </p:nvSpPr>
        <p:spPr>
          <a:xfrm>
            <a:off x="209550" y="2905125"/>
            <a:ext cx="723900" cy="3714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Component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6" name="legend-module">
            <a:extLst>
              <a:ext uri="{FF2B5EF4-FFF2-40B4-BE49-F238E27FC236}">
                <ns2:creationId id="{FBD2981A-46A9-424F-93D1-68164AFEC7C7}"/>
              </a:ext>
            </a:extLst>
          </p:cNvPr>
          <p:cNvSpPr>
            <a:spLocks noGrp="1"/>
          </p:cNvSpPr>
          <p:nvPr/>
        </p:nvSpPr>
        <p:spPr>
          <a:xfrm>
            <a:off x="209550" y="3476625"/>
            <a:ext cx="723900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Module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7" name="legend-state">
            <a:extLst>
              <a:ext uri="{FF2B5EF4-FFF2-40B4-BE49-F238E27FC236}">
                <ns2:creationId id="{3A0F5A9B-D3EA-4CBA-989E-679C0218FCA9}"/>
              </a:ext>
            </a:extLst>
          </p:cNvPr>
          <p:cNvSpPr>
            <a:spLocks noGrp="1"/>
          </p:cNvSpPr>
          <p:nvPr/>
        </p:nvSpPr>
        <p:spPr>
          <a:xfrm>
            <a:off x="209550" y="4067175"/>
            <a:ext cx="723900" cy="371475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상태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8" name="legend-diff">
            <a:extLst>
              <a:ext uri="{FF2B5EF4-FFF2-40B4-BE49-F238E27FC236}">
                <ns2:creationId id="{AAF6E99E-6852-476E-A336-D26C79174EDF}"/>
              </a:ext>
            </a:extLst>
          </p:cNvPr>
          <p:cNvSpPr>
            <a:spLocks noGrp="1"/>
          </p:cNvSpPr>
          <p:nvPr/>
        </p:nvSpPr>
        <p:spPr>
          <a:xfrm>
            <a:off x="209550" y="4695825"/>
            <a:ext cx="723900" cy="371475"/>
          </a:xfrm>
          <a:prstGeom prst="rect">
            <a:avLst/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비교 대상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9" name="legend-call-label">
            <a:extLst>
              <a:ext uri="{FF2B5EF4-FFF2-40B4-BE49-F238E27FC236}">
                <ns2:creationId id="{A53DDEE4-1ECB-4D4D-A112-E79A21C0D460}"/>
              </a:ext>
            </a:extLst>
          </p:cNvPr>
          <p:cNvSpPr>
            <a:spLocks noGrp="1"/>
          </p:cNvSpPr>
          <p:nvPr/>
        </p:nvSpPr>
        <p:spPr>
          <a:xfrm>
            <a:off x="152400" y="5438775"/>
            <a:ext cx="83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호출 / 전달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0" name="legend-return-label">
            <a:extLst>
              <a:ext uri="{FF2B5EF4-FFF2-40B4-BE49-F238E27FC236}">
                <ns2:creationId id="{042C78BE-3CB6-484D-970B-9821E532C614}"/>
              </a:ext>
            </a:extLst>
          </p:cNvPr>
          <p:cNvSpPr>
            <a:spLocks noGrp="1"/>
          </p:cNvSpPr>
          <p:nvPr/>
        </p:nvSpPr>
        <p:spPr>
          <a:xfrm>
            <a:off x="152400" y="6000750"/>
            <a:ext cx="83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반환 / 사실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1" name="legend-step">
            <a:extLst>
              <a:ext uri="{FF2B5EF4-FFF2-40B4-BE49-F238E27FC236}">
                <ns2:creationId id="{0E83AC95-EA9B-47D5-BDE2-33C78A37838E}"/>
              </a:ext>
            </a:extLst>
          </p:cNvPr>
          <p:cNvSpPr>
            <a:spLocks noGrp="1"/>
          </p:cNvSpPr>
          <p:nvPr/>
        </p:nvSpPr>
        <p:spPr>
          <a:xfrm>
            <a:off x="400050" y="6572250"/>
            <a:ext cx="266700" cy="247650"/>
          </a:xfrm>
          <a:prstGeom prst="rect">
            <a:avLst/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2" name="trade-none-0">
            <a:extLst>
              <a:ext uri="{FF2B5EF4-FFF2-40B4-BE49-F238E27FC236}">
                <ns2:creationId id="{6684FAB0-02EA-42C5-83F8-C8AC67391047}"/>
              </a:ext>
            </a:extLst>
          </p:cNvPr>
          <p:cNvSpPr>
            <a:spLocks noGrp="1"/>
          </p:cNvSpPr>
          <p:nvPr/>
        </p:nvSpPr>
        <p:spPr>
          <a:xfrm>
            <a:off x="1238250" y="8734425"/>
            <a:ext cx="8134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4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4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QA01~06의 A/B 점수가 모두 같아 비교 행에서 제외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buNone/>
              <a:defRPr sz="14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원값 차이는 원문에 보존하며 점수 차이를 만들어 넣지 않음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3" name="trade-none-1">
            <a:extLst>
              <a:ext uri="{FF2B5EF4-FFF2-40B4-BE49-F238E27FC236}">
                <ns2:creationId id="{7AE81943-CAC0-42C4-9993-A3303DAFB082}"/>
              </a:ext>
            </a:extLst>
          </p:cNvPr>
          <p:cNvSpPr>
            <a:spLocks noGrp="1"/>
          </p:cNvSpPr>
          <p:nvPr/>
        </p:nvSpPr>
        <p:spPr>
          <a:xfrm>
            <a:off x="9810750" y="8734425"/>
            <a:ext cx="8134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4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4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QA01~06의 A/B 점수가 모두 같아 비교 행에서 제외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buNone/>
              <a:defRPr sz="14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원값 차이는 원문에 보존하며 점수 차이를 만들어 넣지 않음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4" name="evidence-status">
            <a:extLst>
              <a:ext uri="{FF2B5EF4-FFF2-40B4-BE49-F238E27FC236}">
                <ns2:creationId id="{1AF670CF-4588-4AEA-984F-56ACEBCA3F50}"/>
              </a:ext>
            </a:extLst>
          </p:cNvPr>
          <p:cNvSpPr>
            <a:spLocks noGrp="1"/>
          </p:cNvSpPr>
          <p:nvPr/>
        </p:nvSpPr>
        <p:spPr>
          <a:xfrm>
            <a:off x="133350" y="10020300"/>
            <a:ext cx="1757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동일 관련 시나리오에 대한 구조 기반 예상값 / 미측정 / A/B 미선정 / ○=0, ◐=1, ●=2 (총 6점)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5" name="page">
            <a:extLst>
              <a:ext uri="{FF2B5EF4-FFF2-40B4-BE49-F238E27FC236}">
                <ns2:creationId id="{259BCFB4-57DC-49F0-861E-40ECDFDD970A}"/>
              </a:ext>
            </a:extLst>
          </p:cNvPr>
          <p:cNvSpPr>
            <a:spLocks noGrp="1"/>
          </p:cNvSpPr>
          <p:nvPr/>
        </p:nvSpPr>
        <p:spPr>
          <a:xfrm>
            <a:off x="17764125" y="10020300"/>
            <a:ext cx="371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6" name="Ascene">
            <a:extLst>
              <a:ext uri="{FF2B5EF4-FFF2-40B4-BE49-F238E27FC236}">
                <ns2:creationId id="{F09DBDA0-BC8B-4402-8ABA-1C3472FCFF05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8334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같은 사건: 응답 준비 중 사용자 정정 u2와 Agent 질문 Q1이 도착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7" name="Alocal">
            <a:extLst>
              <a:ext uri="{FF2B5EF4-FFF2-40B4-BE49-F238E27FC236}">
                <ns2:creationId id="{300B917F-D9C7-409B-A1E7-86A6C32DC37E}"/>
              </a:ext>
            </a:extLst>
          </p:cNvPr>
          <p:cNvSpPr>
            <a:spLocks noGrp="1"/>
          </p:cNvSpPr>
          <p:nvPr/>
        </p:nvSpPr>
        <p:spPr>
          <a:xfrm>
            <a:off x="1257300" y="2562225"/>
            <a:ext cx="2152650" cy="314325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계속 입력 / 즉시 출력 stop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8" name="Aagent">
            <a:extLst>
              <a:ext uri="{FF2B5EF4-FFF2-40B4-BE49-F238E27FC236}">
                <ns2:creationId id="{31CE1DD3-3507-44BB-BB70-D4ACE82324F8}"/>
              </a:ext>
            </a:extLst>
          </p:cNvPr>
          <p:cNvSpPr>
            <a:spLocks noGrp="1"/>
          </p:cNvSpPr>
          <p:nvPr/>
        </p:nvSpPr>
        <p:spPr>
          <a:xfrm>
            <a:off x="7772400" y="2276475"/>
            <a:ext cx="1638300" cy="3333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Downstream Agent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9" name="Aag">
            <a:extLst>
              <a:ext uri="{FF2B5EF4-FFF2-40B4-BE49-F238E27FC236}">
                <ns2:creationId id="{E597D7F1-349F-47CA-AC35-32A34C928C60}"/>
              </a:ext>
            </a:extLst>
          </p:cNvPr>
          <p:cNvSpPr>
            <a:spLocks noGrp="1"/>
          </p:cNvSpPr>
          <p:nvPr/>
        </p:nvSpPr>
        <p:spPr>
          <a:xfrm>
            <a:off x="5734050" y="2276475"/>
            <a:ext cx="1647825" cy="3333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 Gateway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0" name="Atm">
            <a:extLst>
              <a:ext uri="{FF2B5EF4-FFF2-40B4-BE49-F238E27FC236}">
                <ns2:creationId id="{58D6B92B-2A59-46E0-879E-33DEBD923194}"/>
              </a:ext>
            </a:extLst>
          </p:cNvPr>
          <p:cNvSpPr>
            <a:spLocks noGrp="1"/>
          </p:cNvSpPr>
          <p:nvPr/>
        </p:nvSpPr>
        <p:spPr>
          <a:xfrm>
            <a:off x="3752850" y="2276475"/>
            <a:ext cx="1619250" cy="3333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1" name="Afacts">
            <a:extLst>
              <a:ext uri="{FF2B5EF4-FFF2-40B4-BE49-F238E27FC236}">
                <ns2:creationId id="{799B186F-A616-4372-9090-A176F6A1CAB7}"/>
              </a:ext>
            </a:extLst>
          </p:cNvPr>
          <p:cNvSpPr>
            <a:spLocks noGrp="1"/>
          </p:cNvSpPr>
          <p:nvPr/>
        </p:nvSpPr>
        <p:spPr>
          <a:xfrm>
            <a:off x="3752850" y="2676525"/>
            <a:ext cx="5657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업무 사실 확인과 저장 후 대화에 연결 (양안 공통)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2" name="Ainterpret">
            <a:extLst>
              <a:ext uri="{FF2B5EF4-FFF2-40B4-BE49-F238E27FC236}">
                <ns2:creationId id="{88A5AD64-6DC0-44C6-8DB7-949A4A7882B4}"/>
              </a:ext>
            </a:extLst>
          </p:cNvPr>
          <p:cNvSpPr>
            <a:spLocks noGrp="1"/>
          </p:cNvSpPr>
          <p:nvPr/>
        </p:nvSpPr>
        <p:spPr>
          <a:xfrm>
            <a:off x="1257300" y="6705600"/>
            <a:ext cx="3543300" cy="219075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비동기 의미 처리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3" name="Amodel">
            <a:extLst>
              <a:ext uri="{FF2B5EF4-FFF2-40B4-BE49-F238E27FC236}">
                <ns2:creationId id="{C50E6098-2C79-4C96-9969-7EB952B7348D}"/>
              </a:ext>
            </a:extLst>
          </p:cNvPr>
          <p:cNvSpPr>
            <a:spLocks noGrp="1"/>
          </p:cNvSpPr>
          <p:nvPr/>
        </p:nvSpPr>
        <p:spPr>
          <a:xfrm>
            <a:off x="5362575" y="6562725"/>
            <a:ext cx="4048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공통 Model Access: 긴 처리는 비동기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입력과 제어는 계속 수용, 취소 후 늦은 완료도 검사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4" name="Acontrol-q">
            <a:extLst>
              <a:ext uri="{FF2B5EF4-FFF2-40B4-BE49-F238E27FC236}">
                <ns2:creationId id="{51C02089-2751-4C10-B4B3-C3818D96E6E6}"/>
              </a:ext>
            </a:extLst>
          </p:cNvPr>
          <p:cNvSpPr>
            <a:spLocks noGrp="1"/>
          </p:cNvSpPr>
          <p:nvPr/>
        </p:nvSpPr>
        <p:spPr>
          <a:xfrm>
            <a:off x="1295400" y="3714750"/>
            <a:ext cx="1562100" cy="371475"/>
          </a:xfrm>
          <a:prstGeom prst="roundRect">
            <a:avLst>
              <a:gd name="adj" fmla="val 20513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Control Lane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5" name="Aevent-q">
            <a:extLst>
              <a:ext uri="{FF2B5EF4-FFF2-40B4-BE49-F238E27FC236}">
                <ns2:creationId id="{82C8F00B-10BE-4027-82D8-5CAC0890E61C}"/>
              </a:ext>
            </a:extLst>
          </p:cNvPr>
          <p:cNvSpPr>
            <a:spLocks noGrp="1"/>
          </p:cNvSpPr>
          <p:nvPr/>
        </p:nvSpPr>
        <p:spPr>
          <a:xfrm>
            <a:off x="3105150" y="3714750"/>
            <a:ext cx="1657350" cy="371475"/>
          </a:xfrm>
          <a:prstGeom prst="roundRect">
            <a:avLst>
              <a:gd name="adj" fmla="val 20513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Event Mailbox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6" name="Adispatcher">
            <a:extLst>
              <a:ext uri="{FF2B5EF4-FFF2-40B4-BE49-F238E27FC236}">
                <ns2:creationId id="{710BD9D3-D953-404B-B0BB-0FBEF1DCF0CF}"/>
              </a:ext>
            </a:extLst>
          </p:cNvPr>
          <p:cNvSpPr>
            <a:spLocks noGrp="1"/>
          </p:cNvSpPr>
          <p:nvPr/>
        </p:nvSpPr>
        <p:spPr>
          <a:xfrm>
            <a:off x="1885950" y="4495800"/>
            <a:ext cx="2333625" cy="447675"/>
          </a:xfrm>
          <a:prstGeom prst="roundRect">
            <a:avLst>
              <a:gd name="adj" fmla="val 17021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Dialogue Dispatcher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7" name="Aprogress">
            <a:extLst>
              <a:ext uri="{FF2B5EF4-FFF2-40B4-BE49-F238E27FC236}">
                <ns2:creationId id="{925223D5-75A0-465A-B0FC-73E942F7B62E}"/>
              </a:ext>
            </a:extLst>
          </p:cNvPr>
          <p:cNvSpPr>
            <a:spLocks noGrp="1"/>
          </p:cNvSpPr>
          <p:nvPr/>
        </p:nvSpPr>
        <p:spPr>
          <a:xfrm>
            <a:off x="1295400" y="5505450"/>
            <a:ext cx="1657350" cy="428625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Dialogue Progress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 / 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8" name="Ajobs">
            <a:extLst>
              <a:ext uri="{FF2B5EF4-FFF2-40B4-BE49-F238E27FC236}">
                <ns2:creationId id="{4CDECBD4-728B-4355-A557-22EAD40D28BF}"/>
              </a:ext>
            </a:extLst>
          </p:cNvPr>
          <p:cNvSpPr>
            <a:spLocks noGrp="1"/>
          </p:cNvSpPr>
          <p:nvPr/>
        </p:nvSpPr>
        <p:spPr>
          <a:xfrm>
            <a:off x="3124200" y="5505450"/>
            <a:ext cx="1638300" cy="428625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Job Index / 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9" name="Acomposer">
            <a:extLst>
              <a:ext uri="{FF2B5EF4-FFF2-40B4-BE49-F238E27FC236}">
                <ns2:creationId id="{9CC4B179-3F24-4072-881A-729533443EA8}"/>
              </a:ext>
            </a:extLst>
          </p:cNvPr>
          <p:cNvSpPr>
            <a:spLocks noGrp="1"/>
          </p:cNvSpPr>
          <p:nvPr/>
        </p:nvSpPr>
        <p:spPr>
          <a:xfrm>
            <a:off x="5534025" y="3714750"/>
            <a:ext cx="3657600" cy="409575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Response Composer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0" name="Acandidate">
            <a:extLst>
              <a:ext uri="{FF2B5EF4-FFF2-40B4-BE49-F238E27FC236}">
                <ns2:creationId id="{0221B76B-BA35-49CF-82C8-005086390FC5}"/>
              </a:ext>
            </a:extLst>
          </p:cNvPr>
          <p:cNvSpPr>
            <a:spLocks noGrp="1"/>
          </p:cNvSpPr>
          <p:nvPr/>
        </p:nvSpPr>
        <p:spPr>
          <a:xfrm>
            <a:off x="5534025" y="4648200"/>
            <a:ext cx="1714500" cy="457200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Candidate / 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1" name="Apublish">
            <a:extLst>
              <a:ext uri="{FF2B5EF4-FFF2-40B4-BE49-F238E27FC236}">
                <ns2:creationId id="{6B164711-2C20-4AC3-8F40-E67606D0398B}"/>
              </a:ext>
            </a:extLst>
          </p:cNvPr>
          <p:cNvSpPr>
            <a:spLocks noGrp="1"/>
          </p:cNvSpPr>
          <p:nvPr/>
        </p:nvSpPr>
        <p:spPr>
          <a:xfrm>
            <a:off x="7467600" y="4648200"/>
            <a:ext cx="1724025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Publication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Control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2" name="Aoutbox">
            <a:extLst>
              <a:ext uri="{FF2B5EF4-FFF2-40B4-BE49-F238E27FC236}">
                <ns2:creationId id="{88944429-3ADF-40EE-996F-749AB0706FB8}"/>
              </a:ext>
            </a:extLst>
          </p:cNvPr>
          <p:cNvSpPr>
            <a:spLocks noGrp="1"/>
          </p:cNvSpPr>
          <p:nvPr/>
        </p:nvSpPr>
        <p:spPr>
          <a:xfrm>
            <a:off x="5534025" y="5514975"/>
            <a:ext cx="1714500" cy="419100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Publication Outbox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3" name="Areceipt">
            <a:extLst>
              <a:ext uri="{FF2B5EF4-FFF2-40B4-BE49-F238E27FC236}">
                <ns2:creationId id="{29672DA8-1278-4E82-804E-20B6815AF1C8}"/>
              </a:ext>
            </a:extLst>
          </p:cNvPr>
          <p:cNvSpPr>
            <a:spLocks noGrp="1"/>
          </p:cNvSpPr>
          <p:nvPr/>
        </p:nvSpPr>
        <p:spPr>
          <a:xfrm>
            <a:off x="7467600" y="5514975"/>
            <a:ext cx="1724025" cy="419100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ActualReceipt Ledger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4" name="As1-num">
            <a:extLst>
              <a:ext uri="{FF2B5EF4-FFF2-40B4-BE49-F238E27FC236}">
                <ns2:creationId id="{4A895469-245F-4CFB-B246-3582D47184F0}"/>
              </a:ext>
            </a:extLst>
          </p:cNvPr>
          <p:cNvSpPr>
            <a:spLocks noGrp="1"/>
          </p:cNvSpPr>
          <p:nvPr/>
        </p:nvSpPr>
        <p:spPr>
          <a:xfrm>
            <a:off x="1200150" y="300990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5" name="As1-label">
            <a:extLst>
              <a:ext uri="{FF2B5EF4-FFF2-40B4-BE49-F238E27FC236}">
                <ns2:creationId id="{43F01D46-B771-49A2-B7AB-7AEEBCE4E0EB}"/>
              </a:ext>
            </a:extLst>
          </p:cNvPr>
          <p:cNvSpPr>
            <a:spLocks noGrp="1"/>
          </p:cNvSpPr>
          <p:nvPr/>
        </p:nvSpPr>
        <p:spPr>
          <a:xfrm>
            <a:off x="1409700" y="3000375"/>
            <a:ext cx="25717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 / 확인된 업무 사건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6" name="As2-num">
            <a:extLst>
              <a:ext uri="{FF2B5EF4-FFF2-40B4-BE49-F238E27FC236}">
                <ns2:creationId id="{5058AF14-3870-4496-9BBF-2141C319FDC9}"/>
              </a:ext>
            </a:extLst>
          </p:cNvPr>
          <p:cNvSpPr>
            <a:spLocks noGrp="1"/>
          </p:cNvSpPr>
          <p:nvPr/>
        </p:nvSpPr>
        <p:spPr>
          <a:xfrm>
            <a:off x="1295400" y="62007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7" name="As2-label">
            <a:extLst>
              <a:ext uri="{FF2B5EF4-FFF2-40B4-BE49-F238E27FC236}">
                <ns2:creationId id="{347596C4-919F-4336-BDE3-C43E61C712E7}"/>
              </a:ext>
            </a:extLst>
          </p:cNvPr>
          <p:cNvSpPr>
            <a:spLocks noGrp="1"/>
          </p:cNvSpPr>
          <p:nvPr/>
        </p:nvSpPr>
        <p:spPr>
          <a:xfrm>
            <a:off x="1504950" y="6191250"/>
            <a:ext cx="20002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해석 job 시작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8" name="As3-num">
            <a:extLst>
              <a:ext uri="{FF2B5EF4-FFF2-40B4-BE49-F238E27FC236}">
                <ns2:creationId id="{5D11D20A-5519-41A7-A084-13EB1A5D1B2A}"/>
              </a:ext>
            </a:extLst>
          </p:cNvPr>
          <p:cNvSpPr>
            <a:spLocks noGrp="1"/>
          </p:cNvSpPr>
          <p:nvPr/>
        </p:nvSpPr>
        <p:spPr>
          <a:xfrm>
            <a:off x="5286375" y="42481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9" name="As3-label">
            <a:extLst>
              <a:ext uri="{FF2B5EF4-FFF2-40B4-BE49-F238E27FC236}">
                <ns2:creationId id="{EE11B672-17C2-4638-A658-41DBD8635A50}"/>
              </a:ext>
            </a:extLst>
          </p:cNvPr>
          <p:cNvSpPr>
            <a:spLocks noGrp="1"/>
          </p:cNvSpPr>
          <p:nvPr/>
        </p:nvSpPr>
        <p:spPr>
          <a:xfrm>
            <a:off x="5495925" y="4238625"/>
            <a:ext cx="14287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준비 요청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0" name="As4-num">
            <a:extLst>
              <a:ext uri="{FF2B5EF4-FFF2-40B4-BE49-F238E27FC236}">
                <ns2:creationId id="{648113DB-442D-4E4D-9D83-B8C9BF53C71A}"/>
              </a:ext>
            </a:extLst>
          </p:cNvPr>
          <p:cNvSpPr>
            <a:spLocks noGrp="1"/>
          </p:cNvSpPr>
          <p:nvPr/>
        </p:nvSpPr>
        <p:spPr>
          <a:xfrm>
            <a:off x="6791325" y="294322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1" name="As4-label">
            <a:extLst>
              <a:ext uri="{FF2B5EF4-FFF2-40B4-BE49-F238E27FC236}">
                <ns2:creationId id="{DBA7EFD7-6D67-45FA-8003-1AA3C10DB9B7}"/>
              </a:ext>
            </a:extLst>
          </p:cNvPr>
          <p:cNvSpPr>
            <a:spLocks noGrp="1"/>
          </p:cNvSpPr>
          <p:nvPr/>
        </p:nvSpPr>
        <p:spPr>
          <a:xfrm>
            <a:off x="7000875" y="2933700"/>
            <a:ext cx="23812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완료는 Mailbox로 회수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2" name="As5-num">
            <a:extLst>
              <a:ext uri="{FF2B5EF4-FFF2-40B4-BE49-F238E27FC236}">
                <ns2:creationId id="{FD2BE253-8221-4AE9-9A33-E830F2F80AD2}"/>
              </a:ext>
            </a:extLst>
          </p:cNvPr>
          <p:cNvSpPr>
            <a:spLocks noGrp="1"/>
          </p:cNvSpPr>
          <p:nvPr/>
        </p:nvSpPr>
        <p:spPr>
          <a:xfrm>
            <a:off x="5543550" y="52387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3" name="As5-label">
            <a:extLst>
              <a:ext uri="{FF2B5EF4-FFF2-40B4-BE49-F238E27FC236}">
                <ns2:creationId id="{69AE8640-E731-460C-9CC5-3FCCABB2B775}"/>
              </a:ext>
            </a:extLst>
          </p:cNvPr>
          <p:cNvSpPr>
            <a:spLocks noGrp="1"/>
          </p:cNvSpPr>
          <p:nvPr/>
        </p:nvSpPr>
        <p:spPr>
          <a:xfrm>
            <a:off x="5753100" y="5229225"/>
            <a:ext cx="25717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현재성 / 권한 검사 후 게시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4" name="As6-num">
            <a:extLst>
              <a:ext uri="{FF2B5EF4-FFF2-40B4-BE49-F238E27FC236}">
                <ns2:creationId id="{2FDDBFDF-9489-4175-8EE6-938565624D81}"/>
              </a:ext>
            </a:extLst>
          </p:cNvPr>
          <p:cNvSpPr>
            <a:spLocks noGrp="1"/>
          </p:cNvSpPr>
          <p:nvPr/>
        </p:nvSpPr>
        <p:spPr>
          <a:xfrm>
            <a:off x="5553075" y="61912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5" name="As6-label">
            <a:extLst>
              <a:ext uri="{FF2B5EF4-FFF2-40B4-BE49-F238E27FC236}">
                <ns2:creationId id="{38DF2104-B39B-4B14-A80E-36CCDA450E54}"/>
              </a:ext>
            </a:extLst>
          </p:cNvPr>
          <p:cNvSpPr>
            <a:spLocks noGrp="1"/>
          </p:cNvSpPr>
          <p:nvPr/>
        </p:nvSpPr>
        <p:spPr>
          <a:xfrm>
            <a:off x="5762625" y="6181725"/>
            <a:ext cx="2809875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전달 receipt → 진행 반영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6" name="Bscene">
            <a:extLst>
              <a:ext uri="{FF2B5EF4-FFF2-40B4-BE49-F238E27FC236}">
                <ns2:creationId id="{222294ED-003D-49CA-BD0C-10EFE81F5ABF}"/>
              </a:ext>
            </a:extLst>
          </p:cNvPr>
          <p:cNvSpPr>
            <a:spLocks noGrp="1"/>
          </p:cNvSpPr>
          <p:nvPr/>
        </p:nvSpPr>
        <p:spPr>
          <a:xfrm>
            <a:off x="9696450" y="1971675"/>
            <a:ext cx="8334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같은 사건: 응답 준비 중 사용자 정정 u2와 Agent 질문 Q1이 도착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7" name="Blocal">
            <a:extLst>
              <a:ext uri="{FF2B5EF4-FFF2-40B4-BE49-F238E27FC236}">
                <ns2:creationId id="{85B6F088-63FE-4EF6-B046-29A00CA3F126}"/>
              </a:ext>
            </a:extLst>
          </p:cNvPr>
          <p:cNvSpPr>
            <a:spLocks noGrp="1"/>
          </p:cNvSpPr>
          <p:nvPr/>
        </p:nvSpPr>
        <p:spPr>
          <a:xfrm>
            <a:off x="9829800" y="2562225"/>
            <a:ext cx="2152650" cy="314325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계속 입력 / 즉시 출력 stop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8" name="Bagent">
            <a:extLst>
              <a:ext uri="{FF2B5EF4-FFF2-40B4-BE49-F238E27FC236}">
                <ns2:creationId id="{BB8DADB4-DFC3-4AE5-98FC-5A94CF49AD9B}"/>
              </a:ext>
            </a:extLst>
          </p:cNvPr>
          <p:cNvSpPr>
            <a:spLocks noGrp="1"/>
          </p:cNvSpPr>
          <p:nvPr/>
        </p:nvSpPr>
        <p:spPr>
          <a:xfrm>
            <a:off x="16344900" y="2276475"/>
            <a:ext cx="1638300" cy="3333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Downstream Agent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9" name="Bag">
            <a:extLst>
              <a:ext uri="{FF2B5EF4-FFF2-40B4-BE49-F238E27FC236}">
                <ns2:creationId id="{43C75A05-864C-4944-9C83-6A17297F4A19}"/>
              </a:ext>
            </a:extLst>
          </p:cNvPr>
          <p:cNvSpPr>
            <a:spLocks noGrp="1"/>
          </p:cNvSpPr>
          <p:nvPr/>
        </p:nvSpPr>
        <p:spPr>
          <a:xfrm>
            <a:off x="14306550" y="2276475"/>
            <a:ext cx="1647825" cy="3333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 Gateway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0" name="Btm">
            <a:extLst>
              <a:ext uri="{FF2B5EF4-FFF2-40B4-BE49-F238E27FC236}">
                <ns2:creationId id="{4F75C950-E717-411D-A81D-7D972D0D9C03}"/>
              </a:ext>
            </a:extLst>
          </p:cNvPr>
          <p:cNvSpPr>
            <a:spLocks noGrp="1"/>
          </p:cNvSpPr>
          <p:nvPr/>
        </p:nvSpPr>
        <p:spPr>
          <a:xfrm>
            <a:off x="12325350" y="2276475"/>
            <a:ext cx="1619250" cy="3333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1" name="Bfacts">
            <a:extLst>
              <a:ext uri="{FF2B5EF4-FFF2-40B4-BE49-F238E27FC236}">
                <ns2:creationId id="{7B2508C5-1C43-4721-B26A-0391DE8C7531}"/>
              </a:ext>
            </a:extLst>
          </p:cNvPr>
          <p:cNvSpPr>
            <a:spLocks noGrp="1"/>
          </p:cNvSpPr>
          <p:nvPr/>
        </p:nvSpPr>
        <p:spPr>
          <a:xfrm>
            <a:off x="12325350" y="2676525"/>
            <a:ext cx="5657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업무 사실 확인과 저장 후 대화에 연결 (양안 공통)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2" name="Binterpret">
            <a:extLst>
              <a:ext uri="{FF2B5EF4-FFF2-40B4-BE49-F238E27FC236}">
                <ns2:creationId id="{DE9F2301-5078-4F89-B2CD-B0D39A588C08}"/>
              </a:ext>
            </a:extLst>
          </p:cNvPr>
          <p:cNvSpPr>
            <a:spLocks noGrp="1"/>
          </p:cNvSpPr>
          <p:nvPr/>
        </p:nvSpPr>
        <p:spPr>
          <a:xfrm>
            <a:off x="9829800" y="6705600"/>
            <a:ext cx="3543300" cy="219075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비동기 의미 처리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3" name="Bmodel">
            <a:extLst>
              <a:ext uri="{FF2B5EF4-FFF2-40B4-BE49-F238E27FC236}">
                <ns2:creationId id="{D481E972-0C06-4B08-80BC-5B96B46DC7A6}"/>
              </a:ext>
            </a:extLst>
          </p:cNvPr>
          <p:cNvSpPr>
            <a:spLocks noGrp="1"/>
          </p:cNvSpPr>
          <p:nvPr/>
        </p:nvSpPr>
        <p:spPr>
          <a:xfrm>
            <a:off x="13935075" y="6562725"/>
            <a:ext cx="4048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공통 Model Access: 긴 처리는 비동기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입력과 제어는 계속 수용, 취소 후 늦은 완료도 검사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4" name="Bqueue0">
            <a:extLst>
              <a:ext uri="{FF2B5EF4-FFF2-40B4-BE49-F238E27FC236}">
                <ns2:creationId id="{F9C62B88-22BE-49CB-ACE9-35518D27E5A5}"/>
              </a:ext>
            </a:extLst>
          </p:cNvPr>
          <p:cNvSpPr>
            <a:spLocks noGrp="1"/>
          </p:cNvSpPr>
          <p:nvPr/>
        </p:nvSpPr>
        <p:spPr>
          <a:xfrm>
            <a:off x="9934575" y="4276725"/>
            <a:ext cx="1514475" cy="352425"/>
          </a:xfrm>
          <a:prstGeom prst="roundRect">
            <a:avLst>
              <a:gd name="adj" fmla="val 21622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 / 완료 / 제어 큐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5" name="Bpump0">
            <a:extLst>
              <a:ext uri="{FF2B5EF4-FFF2-40B4-BE49-F238E27FC236}">
                <ns2:creationId id="{55B15B03-76D5-4AFD-81C5-A2E41346729D}"/>
              </a:ext>
            </a:extLst>
          </p:cNvPr>
          <p:cNvSpPr>
            <a:spLocks noGrp="1"/>
          </p:cNvSpPr>
          <p:nvPr/>
        </p:nvSpPr>
        <p:spPr>
          <a:xfrm>
            <a:off x="9934575" y="4981575"/>
            <a:ext cx="1514475" cy="314325"/>
          </a:xfrm>
          <a:prstGeom prst="roundRect">
            <a:avLst>
              <a:gd name="adj" fmla="val 24242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Pump / Done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6" name="Bwindow0">
            <a:extLst>
              <a:ext uri="{FF2B5EF4-FFF2-40B4-BE49-F238E27FC236}">
                <ns2:creationId id="{C8168106-00F4-42EF-9420-937CCFCA332C}"/>
              </a:ext>
            </a:extLst>
          </p:cNvPr>
          <p:cNvSpPr>
            <a:spLocks noGrp="1"/>
          </p:cNvSpPr>
          <p:nvPr/>
        </p:nvSpPr>
        <p:spPr>
          <a:xfrm>
            <a:off x="9934575" y="5514975"/>
            <a:ext cx="1514475" cy="276225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Input Window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7" name="Bqueue1">
            <a:extLst>
              <a:ext uri="{FF2B5EF4-FFF2-40B4-BE49-F238E27FC236}">
                <ns2:creationId id="{9252B867-9EC4-4E06-8BB8-08BF5EAE65AA}"/>
              </a:ext>
            </a:extLst>
          </p:cNvPr>
          <p:cNvSpPr>
            <a:spLocks noGrp="1"/>
          </p:cNvSpPr>
          <p:nvPr/>
        </p:nvSpPr>
        <p:spPr>
          <a:xfrm>
            <a:off x="11744325" y="4276725"/>
            <a:ext cx="1514475" cy="352425"/>
          </a:xfrm>
          <a:prstGeom prst="roundRect">
            <a:avLst>
              <a:gd name="adj" fmla="val 21622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 / 완료 / 제어 큐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8" name="Bpump1">
            <a:extLst>
              <a:ext uri="{FF2B5EF4-FFF2-40B4-BE49-F238E27FC236}">
                <ns2:creationId id="{3F145DD4-7B99-4938-9B4E-17B11C04D4FE}"/>
              </a:ext>
            </a:extLst>
          </p:cNvPr>
          <p:cNvSpPr>
            <a:spLocks noGrp="1"/>
          </p:cNvSpPr>
          <p:nvPr/>
        </p:nvSpPr>
        <p:spPr>
          <a:xfrm>
            <a:off x="11744325" y="4981575"/>
            <a:ext cx="1514475" cy="314325"/>
          </a:xfrm>
          <a:prstGeom prst="roundRect">
            <a:avLst>
              <a:gd name="adj" fmla="val 24242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Pump / Done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9" name="Bwindow1">
            <a:extLst>
              <a:ext uri="{FF2B5EF4-FFF2-40B4-BE49-F238E27FC236}">
                <ns2:creationId id="{5BC730E1-7383-4F29-80CD-0D3D970756AF}"/>
              </a:ext>
            </a:extLst>
          </p:cNvPr>
          <p:cNvSpPr>
            <a:spLocks noGrp="1"/>
          </p:cNvSpPr>
          <p:nvPr/>
        </p:nvSpPr>
        <p:spPr>
          <a:xfrm>
            <a:off x="11744325" y="5514975"/>
            <a:ext cx="1514475" cy="276225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Notice Window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0" name="Bcomposer-queue">
            <a:extLst>
              <a:ext uri="{FF2B5EF4-FFF2-40B4-BE49-F238E27FC236}">
                <ns2:creationId id="{2F7FDD82-EA00-4887-8EE9-83709501AF69}"/>
              </a:ext>
            </a:extLst>
          </p:cNvPr>
          <p:cNvSpPr>
            <a:spLocks noGrp="1"/>
          </p:cNvSpPr>
          <p:nvPr/>
        </p:nvSpPr>
        <p:spPr>
          <a:xfrm>
            <a:off x="14220825" y="4114800"/>
            <a:ext cx="1666875" cy="409575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 / 완료 / 제어 큐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1" name="Bcomposer-pump">
            <a:extLst>
              <a:ext uri="{FF2B5EF4-FFF2-40B4-BE49-F238E27FC236}">
                <ns2:creationId id="{5D734A59-85D9-4F97-BDD6-7BBA8D772FAF}"/>
              </a:ext>
            </a:extLst>
          </p:cNvPr>
          <p:cNvSpPr>
            <a:spLocks noGrp="1"/>
          </p:cNvSpPr>
          <p:nvPr/>
        </p:nvSpPr>
        <p:spPr>
          <a:xfrm>
            <a:off x="16078200" y="4114800"/>
            <a:ext cx="1571625" cy="409575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Pump / Done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2" name="Bjoin">
            <a:extLst>
              <a:ext uri="{FF2B5EF4-FFF2-40B4-BE49-F238E27FC236}">
                <ns2:creationId id="{0C8D8CE0-AED1-488D-9B89-3BE5DE792BF6}"/>
              </a:ext>
            </a:extLst>
          </p:cNvPr>
          <p:cNvSpPr>
            <a:spLocks noGrp="1"/>
          </p:cNvSpPr>
          <p:nvPr/>
        </p:nvSpPr>
        <p:spPr>
          <a:xfrm>
            <a:off x="14106525" y="5067300"/>
            <a:ext cx="1714500" cy="400050"/>
          </a:xfrm>
          <a:prstGeom prst="roundRect">
            <a:avLst>
              <a:gd name="adj" fmla="val 19048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Publication Join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3" name="Bpub">
            <a:extLst>
              <a:ext uri="{FF2B5EF4-FFF2-40B4-BE49-F238E27FC236}">
                <ns2:creationId id="{942507AD-37CB-4A4C-B795-5FF13B0471BA}"/>
              </a:ext>
            </a:extLst>
          </p:cNvPr>
          <p:cNvSpPr>
            <a:spLocks noGrp="1"/>
          </p:cNvSpPr>
          <p:nvPr/>
        </p:nvSpPr>
        <p:spPr>
          <a:xfrm>
            <a:off x="16040100" y="5067300"/>
            <a:ext cx="1724025" cy="400050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Publication Control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4" name="Bpublication-window">
            <a:extLst>
              <a:ext uri="{FF2B5EF4-FFF2-40B4-BE49-F238E27FC236}">
                <ns2:creationId id="{7F3C6D6D-92E8-4D2D-8277-255987E53626}"/>
              </a:ext>
            </a:extLst>
          </p:cNvPr>
          <p:cNvSpPr>
            <a:spLocks noGrp="1"/>
          </p:cNvSpPr>
          <p:nvPr/>
        </p:nvSpPr>
        <p:spPr>
          <a:xfrm>
            <a:off x="14106525" y="5715000"/>
            <a:ext cx="1714500" cy="285750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Publication Window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5" name="Bactual">
            <a:extLst>
              <a:ext uri="{FF2B5EF4-FFF2-40B4-BE49-F238E27FC236}">
                <ns2:creationId id="{1CA5E65A-E40F-4E0C-9760-4BE26D970510}"/>
              </a:ext>
            </a:extLst>
          </p:cNvPr>
          <p:cNvSpPr>
            <a:spLocks noGrp="1"/>
          </p:cNvSpPr>
          <p:nvPr/>
        </p:nvSpPr>
        <p:spPr>
          <a:xfrm>
            <a:off x="16040100" y="5715000"/>
            <a:ext cx="1724025" cy="285750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전달 원장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6" name="Bs1-num">
            <a:extLst>
              <a:ext uri="{FF2B5EF4-FFF2-40B4-BE49-F238E27FC236}">
                <ns2:creationId id="{A44DC2BB-3BD9-4666-9B4C-A7D5AED49234}"/>
              </a:ext>
            </a:extLst>
          </p:cNvPr>
          <p:cNvSpPr>
            <a:spLocks noGrp="1"/>
          </p:cNvSpPr>
          <p:nvPr/>
        </p:nvSpPr>
        <p:spPr>
          <a:xfrm>
            <a:off x="9867900" y="30289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7" name="Bs1-label">
            <a:extLst>
              <a:ext uri="{FF2B5EF4-FFF2-40B4-BE49-F238E27FC236}">
                <ns2:creationId id="{D6C13BF9-56A4-4161-85A1-6C9501A4DAA5}"/>
              </a:ext>
            </a:extLst>
          </p:cNvPr>
          <p:cNvSpPr>
            <a:spLocks noGrp="1"/>
          </p:cNvSpPr>
          <p:nvPr/>
        </p:nvSpPr>
        <p:spPr>
          <a:xfrm>
            <a:off x="10077450" y="3019425"/>
            <a:ext cx="28575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 / 업무 알림을 각 Stage로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8" name="Bs2-num">
            <a:extLst>
              <a:ext uri="{FF2B5EF4-FFF2-40B4-BE49-F238E27FC236}">
                <ns2:creationId id="{8FFA48D0-44D5-4B8F-B2CA-EDF71CC80CE3}"/>
              </a:ext>
            </a:extLst>
          </p:cNvPr>
          <p:cNvSpPr>
            <a:spLocks noGrp="1"/>
          </p:cNvSpPr>
          <p:nvPr/>
        </p:nvSpPr>
        <p:spPr>
          <a:xfrm>
            <a:off x="9867900" y="62007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9" name="Bs2-label">
            <a:extLst>
              <a:ext uri="{FF2B5EF4-FFF2-40B4-BE49-F238E27FC236}">
                <ns2:creationId id="{C6390E1B-956A-437C-8D54-45D032EDFAC8}"/>
              </a:ext>
            </a:extLst>
          </p:cNvPr>
          <p:cNvSpPr>
            <a:spLocks noGrp="1"/>
          </p:cNvSpPr>
          <p:nvPr/>
        </p:nvSpPr>
        <p:spPr>
          <a:xfrm>
            <a:off x="10077450" y="6191250"/>
            <a:ext cx="2714625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각 Stage가 작업과 완료 처리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0" name="Bs3-num">
            <a:extLst>
              <a:ext uri="{FF2B5EF4-FFF2-40B4-BE49-F238E27FC236}">
                <ns2:creationId id="{B2109EDF-1A0E-4F8A-BE23-CEB17E7C8CFC}"/>
              </a:ext>
            </a:extLst>
          </p:cNvPr>
          <p:cNvSpPr>
            <a:spLocks noGrp="1"/>
          </p:cNvSpPr>
          <p:nvPr/>
        </p:nvSpPr>
        <p:spPr>
          <a:xfrm>
            <a:off x="13858875" y="47529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1" name="Bs3-label">
            <a:extLst>
              <a:ext uri="{FF2B5EF4-FFF2-40B4-BE49-F238E27FC236}">
                <ns2:creationId id="{23CADF98-3E52-4875-9189-66708EDEEBD3}"/>
              </a:ext>
            </a:extLst>
          </p:cNvPr>
          <p:cNvSpPr>
            <a:spLocks noGrp="1"/>
          </p:cNvSpPr>
          <p:nvPr/>
        </p:nvSpPr>
        <p:spPr>
          <a:xfrm>
            <a:off x="14068425" y="4743450"/>
            <a:ext cx="29527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채택 의미 / Notice 직접 전달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2" name="Bs4-num">
            <a:extLst>
              <a:ext uri="{FF2B5EF4-FFF2-40B4-BE49-F238E27FC236}">
                <ns2:creationId id="{CD210146-992D-4430-BE18-C897AD2A7F0B}"/>
              </a:ext>
            </a:extLst>
          </p:cNvPr>
          <p:cNvSpPr>
            <a:spLocks noGrp="1"/>
          </p:cNvSpPr>
          <p:nvPr/>
        </p:nvSpPr>
        <p:spPr>
          <a:xfrm>
            <a:off x="11601450" y="58959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3" name="Bs4-label">
            <a:extLst>
              <a:ext uri="{FF2B5EF4-FFF2-40B4-BE49-F238E27FC236}">
                <ns2:creationId id="{82CE539F-ECE3-4FC7-8E2C-951E6610D639}"/>
              </a:ext>
            </a:extLst>
          </p:cNvPr>
          <p:cNvSpPr>
            <a:spLocks noGrp="1"/>
          </p:cNvSpPr>
          <p:nvPr/>
        </p:nvSpPr>
        <p:spPr>
          <a:xfrm>
            <a:off x="11811000" y="5886450"/>
            <a:ext cx="24765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후보 + admission + 유효성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4" name="Bs5-num">
            <a:extLst>
              <a:ext uri="{FF2B5EF4-FFF2-40B4-BE49-F238E27FC236}">
                <ns2:creationId id="{017EFD8F-243B-420F-9673-7D6A495AB127}"/>
              </a:ext>
            </a:extLst>
          </p:cNvPr>
          <p:cNvSpPr>
            <a:spLocks noGrp="1"/>
          </p:cNvSpPr>
          <p:nvPr/>
        </p:nvSpPr>
        <p:spPr>
          <a:xfrm>
            <a:off x="15982950" y="481012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5" name="Bs5-label">
            <a:extLst>
              <a:ext uri="{FF2B5EF4-FFF2-40B4-BE49-F238E27FC236}">
                <ns2:creationId id="{0ABF7050-6E63-4D84-8EA0-11E5E1790C25}"/>
              </a:ext>
            </a:extLst>
          </p:cNvPr>
          <p:cNvSpPr>
            <a:spLocks noGrp="1"/>
          </p:cNvSpPr>
          <p:nvPr/>
        </p:nvSpPr>
        <p:spPr>
          <a:xfrm>
            <a:off x="16192500" y="4800600"/>
            <a:ext cx="1381125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게시 검사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6" name="Bs6-num">
            <a:extLst>
              <a:ext uri="{FF2B5EF4-FFF2-40B4-BE49-F238E27FC236}">
                <ns2:creationId id="{64854D11-C53A-4AD9-A6C4-4BD879E22BD1}"/>
              </a:ext>
            </a:extLst>
          </p:cNvPr>
          <p:cNvSpPr>
            <a:spLocks noGrp="1"/>
          </p:cNvSpPr>
          <p:nvPr/>
        </p:nvSpPr>
        <p:spPr>
          <a:xfrm>
            <a:off x="14125575" y="61912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7" name="Bs6-label">
            <a:extLst>
              <a:ext uri="{FF2B5EF4-FFF2-40B4-BE49-F238E27FC236}">
                <ns2:creationId id="{E6EA535A-EE94-47A1-A436-55D820493201}"/>
              </a:ext>
            </a:extLst>
          </p:cNvPr>
          <p:cNvSpPr>
            <a:spLocks noGrp="1"/>
          </p:cNvSpPr>
          <p:nvPr/>
        </p:nvSpPr>
        <p:spPr>
          <a:xfrm>
            <a:off x="14335125" y="6181725"/>
            <a:ext cx="26670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전달과 다음 조건 갱신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8" name="Bcancel-label">
            <a:extLst>
              <a:ext uri="{FF2B5EF4-FFF2-40B4-BE49-F238E27FC236}">
                <ns2:creationId id="{FB8867B1-FAB4-4339-BFF5-FB9F7D5E9E5D}"/>
              </a:ext>
            </a:extLst>
          </p:cNvPr>
          <p:cNvSpPr>
            <a:spLocks noGrp="1"/>
          </p:cNvSpPr>
          <p:nvPr/>
        </p:nvSpPr>
        <p:spPr>
          <a:xfrm>
            <a:off x="14554200" y="3009900"/>
            <a:ext cx="3333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000" b="0" lang="ko-KR">
                <a:solidFill>
                  <a:srgbClr val="C62525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ko-KR">
                <a:solidFill>
                  <a:srgbClr val="C62525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C62525"/>
                </a:solidFill>
                <a:latin typeface="Calibri"/>
                <a:ea typeface="Calibri"/>
                <a:cs typeface="Calibri"/>
              </a:rPr>
              <a:t>정정 / 제어는 Stage별 큐로 전달</a:t>
            </a:r>
            <a:endParaRPr lang="ko-KR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val="1793918535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aphicFrame>
        <p:nvGraphicFramePr>
          <p:cNvPr id="174" name="">
            <a:extLst>
              <a:ext uri="{FF2B5EF4-FFF2-40B4-BE49-F238E27FC236}">
                <ns2:creationId id="{FC72E694-754D-46ED-B0F5-3ED8CF631F55}"/>
              </a:ext>
            </a:extLst>
          </p:cNvPr>
          <p:cNvGraphicFramePr/>
          <p:nvPr/>
        </p:nvGraphicFramePr>
        <p:xfrm>
          <a:off x="114300" y="1466850"/>
          <a:ext cx="18059400" cy="8515350"/>
        </p:xfrm>
        <a:graphic>
          <a:graphicData uri="http://schemas.openxmlformats.org/drawingml/2006/table">
            <a:tbl>
              <a:tblPr firstRow="0" firstCol="0" bandRow="0"/>
              <a:tblGrid>
                <a:gridCol w="914400"/>
                <a:gridCol w="8572500"/>
                <a:gridCol w="8572500"/>
              </a:tblGrid>
              <a:tr h="43815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설계안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T w="12383">
                      <a:solidFill>
                        <a:srgbClr val="BFBFBF"/>
                      </a:solidFill>
                      <a:prstDash val="solid"/>
                    </a:lnT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(방안 A) 원본 공동 해석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T w="12383">
                      <a:solidFill>
                        <a:srgbClr val="BFBFBF"/>
                      </a:solidFill>
                      <a:prstDash val="solid"/>
                    </a:lnT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(방안 B) 생산자별 후보 교환과 결합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T w="12383">
                      <a:solidFill>
                        <a:srgbClr val="BFBFBF"/>
                      </a:solidFill>
                      <a:prstDash val="solid"/>
                    </a:lnT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</a:tr>
              <a:tr h="518160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구조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t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t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t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장점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원본의 교차 단서를 함께 판단해 순차 의존을 줄임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(QA01↑)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후보 생산 계약이 적어 변경 파급이 작음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(QA04↑)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생산자별 후보와 원본 근거를 보존해 부분 재판단 범위를 명시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후보 재사용과 오류 추적에 유리한 조건이 있음 (미측정)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단점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복잡한 원본을 함께 읽어야 하며 공동 해석의 재판단 부담이 남음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후보 생산 후 결합하며 부족한 후보는 재생산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(QA01↓)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후보화 누락 위험과 생산자 / 결합부의 동반 변경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(QA02↓, QA04↓)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970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Trade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Off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Aim">
            <a:extLst>
              <a:ext uri="{FF2B5EF4-FFF2-40B4-BE49-F238E27FC236}">
                <ns2:creationId id="{EEBED1E1-1FE1-484D-8E4A-7BDFD6EE412F}"/>
              </a:ext>
            </a:extLst>
          </p:cNvPr>
          <p:cNvSpPr>
            <a:spLocks noGrp="1"/>
          </p:cNvSpPr>
          <p:nvPr/>
        </p:nvSpPr>
        <p:spPr>
          <a:xfrm>
            <a:off x="1123950" y="2276475"/>
            <a:ext cx="257175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Interaction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" name="Arc">
            <a:extLst>
              <a:ext uri="{FF2B5EF4-FFF2-40B4-BE49-F238E27FC236}">
                <ns2:creationId id="{CAD09213-BE15-4ED4-83CB-A16A14564280}"/>
              </a:ext>
            </a:extLst>
          </p:cNvPr>
          <p:cNvSpPr>
            <a:spLocks noGrp="1"/>
          </p:cNvSpPr>
          <p:nvPr/>
        </p:nvSpPr>
        <p:spPr>
          <a:xfrm>
            <a:off x="4076700" y="2276475"/>
            <a:ext cx="247650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Controller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Ama">
            <a:extLst>
              <a:ext uri="{FF2B5EF4-FFF2-40B4-BE49-F238E27FC236}">
                <ns2:creationId id="{98640319-C3C8-4725-A3D1-A9A4184F6442}"/>
              </a:ext>
            </a:extLst>
          </p:cNvPr>
          <p:cNvSpPr>
            <a:spLocks noGrp="1"/>
          </p:cNvSpPr>
          <p:nvPr/>
        </p:nvSpPr>
        <p:spPr>
          <a:xfrm>
            <a:off x="6934200" y="2276475"/>
            <a:ext cx="247650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Model Access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" name="Ari">
            <a:extLst>
              <a:ext uri="{FF2B5EF4-FFF2-40B4-BE49-F238E27FC236}">
                <ns2:creationId id="{B3503104-FC3E-4A4A-A3AB-66CD6574DE5E}"/>
              </a:ext>
            </a:extLst>
          </p:cNvPr>
          <p:cNvSpPr>
            <a:spLocks noGrp="1"/>
          </p:cNvSpPr>
          <p:nvPr/>
        </p:nvSpPr>
        <p:spPr>
          <a:xfrm>
            <a:off x="1123950" y="3162300"/>
            <a:ext cx="8286750" cy="30765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Interpreter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" name="Bim">
            <a:extLst>
              <a:ext uri="{FF2B5EF4-FFF2-40B4-BE49-F238E27FC236}">
                <ns2:creationId id="{38F4C52D-2214-446D-A286-BDD410199AEF}"/>
              </a:ext>
            </a:extLst>
          </p:cNvPr>
          <p:cNvSpPr>
            <a:spLocks noGrp="1"/>
          </p:cNvSpPr>
          <p:nvPr/>
        </p:nvSpPr>
        <p:spPr>
          <a:xfrm>
            <a:off x="9696450" y="2276475"/>
            <a:ext cx="257175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Interaction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" name="Brc">
            <a:extLst>
              <a:ext uri="{FF2B5EF4-FFF2-40B4-BE49-F238E27FC236}">
                <ns2:creationId id="{3861AF0F-AF97-4475-917C-95FD5FF5814A}"/>
              </a:ext>
            </a:extLst>
          </p:cNvPr>
          <p:cNvSpPr>
            <a:spLocks noGrp="1"/>
          </p:cNvSpPr>
          <p:nvPr/>
        </p:nvSpPr>
        <p:spPr>
          <a:xfrm>
            <a:off x="12649200" y="2276475"/>
            <a:ext cx="247650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Controller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" name="Bma">
            <a:extLst>
              <a:ext uri="{FF2B5EF4-FFF2-40B4-BE49-F238E27FC236}">
                <ns2:creationId id="{CD321E55-6189-4241-AE39-9EFF51ECF03F}"/>
              </a:ext>
            </a:extLst>
          </p:cNvPr>
          <p:cNvSpPr>
            <a:spLocks noGrp="1"/>
          </p:cNvSpPr>
          <p:nvPr/>
        </p:nvSpPr>
        <p:spPr>
          <a:xfrm>
            <a:off x="15506700" y="2276475"/>
            <a:ext cx="2476500" cy="62865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Model Access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" name="Bri">
            <a:extLst>
              <a:ext uri="{FF2B5EF4-FFF2-40B4-BE49-F238E27FC236}">
                <ns2:creationId id="{BD69D292-77ED-48BB-AAB0-01CC828193DC}"/>
              </a:ext>
            </a:extLst>
          </p:cNvPr>
          <p:cNvSpPr>
            <a:spLocks noGrp="1"/>
          </p:cNvSpPr>
          <p:nvPr/>
        </p:nvSpPr>
        <p:spPr>
          <a:xfrm>
            <a:off x="9696450" y="3162300"/>
            <a:ext cx="8286750" cy="30765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Interpreter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" name="Bspeech">
            <a:extLst>
              <a:ext uri="{FF2B5EF4-FFF2-40B4-BE49-F238E27FC236}">
                <ns2:creationId id="{01A9C599-EBF3-4605-83EC-012197C4ADBD}"/>
              </a:ext>
            </a:extLst>
          </p:cNvPr>
          <p:cNvSpPr>
            <a:spLocks noGrp="1"/>
          </p:cNvSpPr>
          <p:nvPr/>
        </p:nvSpPr>
        <p:spPr>
          <a:xfrm>
            <a:off x="12382500" y="4019550"/>
            <a:ext cx="2381250" cy="1343025"/>
          </a:xfrm>
          <a:prstGeom prst="rect">
            <a:avLst/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Speech Reference Producer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" name="Bscreen">
            <a:extLst>
              <a:ext uri="{FF2B5EF4-FFF2-40B4-BE49-F238E27FC236}">
                <ns2:creationId id="{A171FAD6-F3FF-4238-9FB2-F8755BC9C43F}"/>
              </a:ext>
            </a:extLst>
          </p:cNvPr>
          <p:cNvSpPr>
            <a:spLocks noGrp="1"/>
          </p:cNvSpPr>
          <p:nvPr/>
        </p:nvSpPr>
        <p:spPr>
          <a:xfrm>
            <a:off x="15211425" y="4019550"/>
            <a:ext cx="2533650" cy="1343025"/>
          </a:xfrm>
          <a:prstGeom prst="rect">
            <a:avLst/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Screen Target Producer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" name="title-rule">
            <a:extLst>
              <a:ext uri="{FF2B5EF4-FFF2-40B4-BE49-F238E27FC236}">
                <ns2:creationId id="{A7838148-C85A-46FA-9DFE-58C644769131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7335500" cy="953"/>
          </a:xfrm>
          <a:custGeom>
            <a:pathLst>
              <a:path w="17335500" h="953">
                <a:moveTo>
                  <a:pt x="0" y="0"/>
                </a:moveTo>
                <a:lnTo>
                  <a:pt x="17335500" y="0"/>
                </a:lnTo>
              </a:path>
            </a:pathLst>
          </a:custGeom>
          <a:noFill/>
          <a:ln w="19050">
            <a:solidFill>
              <a:srgbClr val="A8A8A8"/>
            </a:solidFill>
            <a:prstDash val="solid"/>
          </a:ln>
        </p:spPr>
      </p:sp>
      <p:sp>
        <p:nvSpPr>
          <p:cNvPr id="13" name="legend-call">
            <a:extLst>
              <a:ext uri="{FF2B5EF4-FFF2-40B4-BE49-F238E27FC236}">
                <ns2:creationId id="{920DFC06-EFC8-437B-B36B-32480BCF5A4D}"/>
              </a:ext>
            </a:extLst>
          </p:cNvPr>
          <p:cNvSpPr>
            <a:spLocks noGrp="1"/>
          </p:cNvSpPr>
          <p:nvPr/>
        </p:nvSpPr>
        <p:spPr>
          <a:xfrm>
            <a:off x="228600" y="5362575"/>
            <a:ext cx="666750" cy="953"/>
          </a:xfrm>
          <a:custGeom>
            <a:pathLst>
              <a:path w="666750" h="953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4" name="legend-call-arrow">
            <a:extLst>
              <a:ext uri="{FF2B5EF4-FFF2-40B4-BE49-F238E27FC236}">
                <ns2:creationId id="{F8F5CE35-42D2-4000-938A-E4030A6AAA94}"/>
              </a:ext>
            </a:extLst>
          </p:cNvPr>
          <p:cNvSpPr>
            <a:spLocks noGrp="1"/>
          </p:cNvSpPr>
          <p:nvPr/>
        </p:nvSpPr>
        <p:spPr>
          <a:xfrm>
            <a:off x="826736" y="5329431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5" name="legend-return">
            <a:extLst>
              <a:ext uri="{FF2B5EF4-FFF2-40B4-BE49-F238E27FC236}">
                <ns2:creationId id="{90D238BC-68F7-40FB-BE30-027F549A9146}"/>
              </a:ext>
            </a:extLst>
          </p:cNvPr>
          <p:cNvSpPr>
            <a:spLocks noGrp="1"/>
          </p:cNvSpPr>
          <p:nvPr/>
        </p:nvSpPr>
        <p:spPr>
          <a:xfrm>
            <a:off x="228600" y="5924550"/>
            <a:ext cx="666750" cy="953"/>
          </a:xfrm>
          <a:custGeom>
            <a:pathLst>
              <a:path w="666750" h="953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16" name="legend-return-arrow">
            <a:extLst>
              <a:ext uri="{FF2B5EF4-FFF2-40B4-BE49-F238E27FC236}">
                <ns2:creationId id="{F81438E9-CCFF-4064-8CD1-7A984F0F453B}"/>
              </a:ext>
            </a:extLst>
          </p:cNvPr>
          <p:cNvSpPr>
            <a:spLocks noGrp="1"/>
          </p:cNvSpPr>
          <p:nvPr/>
        </p:nvSpPr>
        <p:spPr>
          <a:xfrm>
            <a:off x="826736" y="589140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7" name="Ainput">
            <a:extLst>
              <a:ext uri="{FF2B5EF4-FFF2-40B4-BE49-F238E27FC236}">
                <ns2:creationId id="{117DA85A-E996-493E-82BA-44AA267C9D2F}"/>
              </a:ext>
            </a:extLst>
          </p:cNvPr>
          <p:cNvSpPr>
            <a:spLocks noGrp="1"/>
          </p:cNvSpPr>
          <p:nvPr/>
        </p:nvSpPr>
        <p:spPr>
          <a:xfrm>
            <a:off x="2457450" y="2905125"/>
            <a:ext cx="2857500" cy="571500"/>
          </a:xfrm>
          <a:custGeom>
            <a:pathLst>
              <a:path w="2857500" h="571500">
                <a:moveTo>
                  <a:pt x="2857500" y="0"/>
                </a:moveTo>
                <a:lnTo>
                  <a:pt x="2857500" y="238125"/>
                </a:lnTo>
                <a:lnTo>
                  <a:pt x="0" y="238125"/>
                </a:lnTo>
                <a:lnTo>
                  <a:pt x="0" y="57150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8" name="Ainput-arrow">
            <a:extLst>
              <a:ext uri="{FF2B5EF4-FFF2-40B4-BE49-F238E27FC236}">
                <ns2:creationId id="{7107E3BF-2A8B-4EDE-B984-7E26641B6281}"/>
              </a:ext>
            </a:extLst>
          </p:cNvPr>
          <p:cNvSpPr>
            <a:spLocks noGrp="1"/>
          </p:cNvSpPr>
          <p:nvPr/>
        </p:nvSpPr>
        <p:spPr>
          <a:xfrm>
            <a:off x="2424306" y="340801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9" name="Aport-inbox">
            <a:extLst>
              <a:ext uri="{FF2B5EF4-FFF2-40B4-BE49-F238E27FC236}">
                <ns2:creationId id="{A83755CD-AAD2-43A2-959B-BA1C3360FF08}"/>
              </a:ext>
            </a:extLst>
          </p:cNvPr>
          <p:cNvSpPr>
            <a:spLocks noGrp="1"/>
          </p:cNvSpPr>
          <p:nvPr/>
        </p:nvSpPr>
        <p:spPr>
          <a:xfrm>
            <a:off x="3714750" y="3648075"/>
            <a:ext cx="4267200" cy="276225"/>
          </a:xfrm>
          <a:custGeom>
            <a:pathLst>
              <a:path w="4267200" h="276225">
                <a:moveTo>
                  <a:pt x="0" y="0"/>
                </a:moveTo>
                <a:lnTo>
                  <a:pt x="142875" y="0"/>
                </a:lnTo>
                <a:lnTo>
                  <a:pt x="142875" y="276225"/>
                </a:lnTo>
                <a:lnTo>
                  <a:pt x="4267200" y="276225"/>
                </a:lnTo>
                <a:lnTo>
                  <a:pt x="4267200" y="1714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0" name="Aport-inbox-arrow">
            <a:extLst>
              <a:ext uri="{FF2B5EF4-FFF2-40B4-BE49-F238E27FC236}">
                <ns2:creationId id="{879F8101-90C7-465F-9AA0-9F08E7964856}"/>
              </a:ext>
            </a:extLst>
          </p:cNvPr>
          <p:cNvSpPr>
            <a:spLocks noGrp="1"/>
          </p:cNvSpPr>
          <p:nvPr/>
        </p:nvSpPr>
        <p:spPr>
          <a:xfrm>
            <a:off x="7948806" y="381952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1" name="Ainbox-control">
            <a:extLst>
              <a:ext uri="{FF2B5EF4-FFF2-40B4-BE49-F238E27FC236}">
                <ns2:creationId id="{589AA469-6449-4B41-A1CE-3B069509DC32}"/>
              </a:ext>
            </a:extLst>
          </p:cNvPr>
          <p:cNvSpPr>
            <a:spLocks noGrp="1"/>
          </p:cNvSpPr>
          <p:nvPr/>
        </p:nvSpPr>
        <p:spPr>
          <a:xfrm>
            <a:off x="2409825" y="3648075"/>
            <a:ext cx="4333875" cy="447675"/>
          </a:xfrm>
          <a:custGeom>
            <a:pathLst>
              <a:path w="4333875" h="447675">
                <a:moveTo>
                  <a:pt x="4333875" y="0"/>
                </a:moveTo>
                <a:lnTo>
                  <a:pt x="4238625" y="0"/>
                </a:lnTo>
                <a:lnTo>
                  <a:pt x="4238625" y="295275"/>
                </a:lnTo>
                <a:lnTo>
                  <a:pt x="0" y="295275"/>
                </a:lnTo>
                <a:lnTo>
                  <a:pt x="0" y="4476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2" name="Ainbox-control-arrow">
            <a:extLst>
              <a:ext uri="{FF2B5EF4-FFF2-40B4-BE49-F238E27FC236}">
                <ns2:creationId id="{BA6D7115-A665-4F32-BF75-340B4675A62E}"/>
              </a:ext>
            </a:extLst>
          </p:cNvPr>
          <p:cNvSpPr>
            <a:spLocks noGrp="1"/>
          </p:cNvSpPr>
          <p:nvPr/>
        </p:nvSpPr>
        <p:spPr>
          <a:xfrm>
            <a:off x="2376681" y="40271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3" name="Ajob">
            <a:extLst>
              <a:ext uri="{FF2B5EF4-FFF2-40B4-BE49-F238E27FC236}">
                <ns2:creationId id="{6B0D86B4-C373-434C-AF85-4E20AF237919}"/>
              </a:ext>
            </a:extLst>
          </p:cNvPr>
          <p:cNvSpPr>
            <a:spLocks noGrp="1"/>
          </p:cNvSpPr>
          <p:nvPr/>
        </p:nvSpPr>
        <p:spPr>
          <a:xfrm>
            <a:off x="3533775" y="4324350"/>
            <a:ext cx="352425" cy="953"/>
          </a:xfrm>
          <a:custGeom>
            <a:pathLst>
              <a:path w="352425" h="953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4" name="Ajob-arrow">
            <a:extLst>
              <a:ext uri="{FF2B5EF4-FFF2-40B4-BE49-F238E27FC236}">
                <ns2:creationId id="{EB88DCB8-1EEF-4C9D-AE26-3FF6C1D5C2DD}"/>
              </a:ext>
            </a:extLst>
          </p:cNvPr>
          <p:cNvSpPr>
            <a:spLocks noGrp="1"/>
          </p:cNvSpPr>
          <p:nvPr/>
        </p:nvSpPr>
        <p:spPr>
          <a:xfrm>
            <a:off x="3817586" y="429120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5" name="Apop">
            <a:extLst>
              <a:ext uri="{FF2B5EF4-FFF2-40B4-BE49-F238E27FC236}">
                <ns2:creationId id="{195A476C-D741-4147-B11B-DFDAF37DEB94}"/>
              </a:ext>
            </a:extLst>
          </p:cNvPr>
          <p:cNvSpPr>
            <a:spLocks noGrp="1"/>
          </p:cNvSpPr>
          <p:nvPr/>
        </p:nvSpPr>
        <p:spPr>
          <a:xfrm>
            <a:off x="6029325" y="4324350"/>
            <a:ext cx="523875" cy="953"/>
          </a:xfrm>
          <a:custGeom>
            <a:pathLst>
              <a:path w="523875" h="953">
                <a:moveTo>
                  <a:pt x="0" y="0"/>
                </a:moveTo>
                <a:lnTo>
                  <a:pt x="5238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6" name="Apop-arrow">
            <a:extLst>
              <a:ext uri="{FF2B5EF4-FFF2-40B4-BE49-F238E27FC236}">
                <ns2:creationId id="{801B048B-4F43-4E0E-92FA-85F175106573}"/>
              </a:ext>
            </a:extLst>
          </p:cNvPr>
          <p:cNvSpPr>
            <a:spLocks noGrp="1"/>
          </p:cNvSpPr>
          <p:nvPr/>
        </p:nvSpPr>
        <p:spPr>
          <a:xfrm>
            <a:off x="6484586" y="429120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7" name="Aapply">
            <a:extLst>
              <a:ext uri="{FF2B5EF4-FFF2-40B4-BE49-F238E27FC236}">
                <ns2:creationId id="{6C533B43-5AB6-474C-B514-8CAFD5DEE8AC}"/>
              </a:ext>
            </a:extLst>
          </p:cNvPr>
          <p:cNvSpPr>
            <a:spLocks noGrp="1"/>
          </p:cNvSpPr>
          <p:nvPr/>
        </p:nvSpPr>
        <p:spPr>
          <a:xfrm>
            <a:off x="7867650" y="4591050"/>
            <a:ext cx="953" cy="571500"/>
          </a:xfrm>
          <a:custGeom>
            <a:pathLst>
              <a:path w="953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8" name="Aapply-arrow">
            <a:extLst>
              <a:ext uri="{FF2B5EF4-FFF2-40B4-BE49-F238E27FC236}">
                <ns2:creationId id="{FDA56FB2-7EDD-477F-B037-F9C76C8719D9}"/>
              </a:ext>
            </a:extLst>
          </p:cNvPr>
          <p:cNvSpPr>
            <a:spLocks noGrp="1"/>
          </p:cNvSpPr>
          <p:nvPr/>
        </p:nvSpPr>
        <p:spPr>
          <a:xfrm>
            <a:off x="7834506" y="50939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9" name="Adone">
            <a:extLst>
              <a:ext uri="{FF2B5EF4-FFF2-40B4-BE49-F238E27FC236}">
                <ns2:creationId id="{FFA42B92-18EF-49AE-8A3F-E2108CB9D6F6}"/>
              </a:ext>
            </a:extLst>
          </p:cNvPr>
          <p:cNvSpPr>
            <a:spLocks noGrp="1"/>
          </p:cNvSpPr>
          <p:nvPr/>
        </p:nvSpPr>
        <p:spPr>
          <a:xfrm>
            <a:off x="9124950" y="3667125"/>
            <a:ext cx="142875" cy="381000"/>
          </a:xfrm>
          <a:custGeom>
            <a:pathLst>
              <a:path w="142875" h="381000">
                <a:moveTo>
                  <a:pt x="0" y="381000"/>
                </a:moveTo>
                <a:lnTo>
                  <a:pt x="142875" y="381000"/>
                </a:lnTo>
                <a:lnTo>
                  <a:pt x="142875" y="0"/>
                </a:lnTo>
                <a:lnTo>
                  <a:pt x="4762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30" name="Adone-arrow">
            <a:extLst>
              <a:ext uri="{FF2B5EF4-FFF2-40B4-BE49-F238E27FC236}">
                <ns2:creationId id="{085F70E7-47B8-4B89-8557-4EFD0EEF311A}"/>
              </a:ext>
            </a:extLst>
          </p:cNvPr>
          <p:cNvSpPr>
            <a:spLocks noGrp="1"/>
          </p:cNvSpPr>
          <p:nvPr/>
        </p:nvSpPr>
        <p:spPr>
          <a:xfrm>
            <a:off x="9172575" y="3633981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1" name="Areturn">
            <a:extLst>
              <a:ext uri="{FF2B5EF4-FFF2-40B4-BE49-F238E27FC236}">
                <ns2:creationId id="{5274D5EB-69C4-42C4-9765-8F56BF1B1134}"/>
              </a:ext>
            </a:extLst>
          </p:cNvPr>
          <p:cNvSpPr>
            <a:spLocks noGrp="1"/>
          </p:cNvSpPr>
          <p:nvPr/>
        </p:nvSpPr>
        <p:spPr>
          <a:xfrm>
            <a:off x="2409825" y="3781425"/>
            <a:ext cx="4333875" cy="1190625"/>
          </a:xfrm>
          <a:custGeom>
            <a:pathLst>
              <a:path w="4333875" h="1190625">
                <a:moveTo>
                  <a:pt x="4333875" y="0"/>
                </a:moveTo>
                <a:lnTo>
                  <a:pt x="4086225" y="0"/>
                </a:lnTo>
                <a:lnTo>
                  <a:pt x="4086225" y="1190625"/>
                </a:lnTo>
                <a:lnTo>
                  <a:pt x="0" y="1190625"/>
                </a:lnTo>
                <a:lnTo>
                  <a:pt x="0" y="78105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32" name="Areturn-arrow">
            <a:extLst>
              <a:ext uri="{FF2B5EF4-FFF2-40B4-BE49-F238E27FC236}">
                <ns2:creationId id="{51A42465-5950-4EDB-B4EA-93CC2833CF19}"/>
              </a:ext>
            </a:extLst>
          </p:cNvPr>
          <p:cNvSpPr>
            <a:spLocks noGrp="1"/>
          </p:cNvSpPr>
          <p:nvPr/>
        </p:nvSpPr>
        <p:spPr>
          <a:xfrm>
            <a:off x="2376681" y="456247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3" name="Aproposal">
            <a:extLst>
              <a:ext uri="{FF2B5EF4-FFF2-40B4-BE49-F238E27FC236}">
                <ns2:creationId id="{21438731-B3D3-4FBA-BC45-0FFD2B0ACC96}"/>
              </a:ext>
            </a:extLst>
          </p:cNvPr>
          <p:cNvSpPr>
            <a:spLocks noGrp="1"/>
          </p:cNvSpPr>
          <p:nvPr/>
        </p:nvSpPr>
        <p:spPr>
          <a:xfrm>
            <a:off x="2409825" y="4562475"/>
            <a:ext cx="4000500" cy="2200275"/>
          </a:xfrm>
          <a:custGeom>
            <a:pathLst>
              <a:path w="4000500" h="2200275">
                <a:moveTo>
                  <a:pt x="0" y="0"/>
                </a:moveTo>
                <a:lnTo>
                  <a:pt x="0" y="895350"/>
                </a:lnTo>
                <a:lnTo>
                  <a:pt x="4000500" y="895350"/>
                </a:lnTo>
                <a:lnTo>
                  <a:pt x="4000500" y="2162175"/>
                </a:lnTo>
                <a:lnTo>
                  <a:pt x="2762250" y="2162175"/>
                </a:lnTo>
                <a:lnTo>
                  <a:pt x="2762250" y="22002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4" name="Aproposal-arrow">
            <a:extLst>
              <a:ext uri="{FF2B5EF4-FFF2-40B4-BE49-F238E27FC236}">
                <ns2:creationId id="{0FC33CA5-03AE-415A-BBE0-391E367EBD1D}"/>
              </a:ext>
            </a:extLst>
          </p:cNvPr>
          <p:cNvSpPr>
            <a:spLocks noGrp="1"/>
          </p:cNvSpPr>
          <p:nvPr/>
        </p:nvSpPr>
        <p:spPr>
          <a:xfrm>
            <a:off x="5138931" y="66941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5" name="Binput">
            <a:extLst>
              <a:ext uri="{FF2B5EF4-FFF2-40B4-BE49-F238E27FC236}">
                <ns2:creationId id="{997E1F59-21AB-4776-AE1D-5F675E5D2F47}"/>
              </a:ext>
            </a:extLst>
          </p:cNvPr>
          <p:cNvSpPr>
            <a:spLocks noGrp="1"/>
          </p:cNvSpPr>
          <p:nvPr/>
        </p:nvSpPr>
        <p:spPr>
          <a:xfrm>
            <a:off x="11029950" y="2905125"/>
            <a:ext cx="2857500" cy="571500"/>
          </a:xfrm>
          <a:custGeom>
            <a:pathLst>
              <a:path w="2857500" h="571500">
                <a:moveTo>
                  <a:pt x="2857500" y="0"/>
                </a:moveTo>
                <a:lnTo>
                  <a:pt x="2857500" y="238125"/>
                </a:lnTo>
                <a:lnTo>
                  <a:pt x="0" y="238125"/>
                </a:lnTo>
                <a:lnTo>
                  <a:pt x="0" y="57150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6" name="Binput-arrow">
            <a:extLst>
              <a:ext uri="{FF2B5EF4-FFF2-40B4-BE49-F238E27FC236}">
                <ns2:creationId id="{A1C8F7EF-4662-4764-8EDF-5133F8A1F754}"/>
              </a:ext>
            </a:extLst>
          </p:cNvPr>
          <p:cNvSpPr>
            <a:spLocks noGrp="1"/>
          </p:cNvSpPr>
          <p:nvPr/>
        </p:nvSpPr>
        <p:spPr>
          <a:xfrm>
            <a:off x="10996806" y="340801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7" name="Bport-inbox">
            <a:extLst>
              <a:ext uri="{FF2B5EF4-FFF2-40B4-BE49-F238E27FC236}">
                <ns2:creationId id="{34DEE37A-052E-47CA-A206-4CE0F9EE0E08}"/>
              </a:ext>
            </a:extLst>
          </p:cNvPr>
          <p:cNvSpPr>
            <a:spLocks noGrp="1"/>
          </p:cNvSpPr>
          <p:nvPr/>
        </p:nvSpPr>
        <p:spPr>
          <a:xfrm>
            <a:off x="12287250" y="3648075"/>
            <a:ext cx="4267200" cy="238125"/>
          </a:xfrm>
          <a:custGeom>
            <a:pathLst>
              <a:path w="4267200" h="238125">
                <a:moveTo>
                  <a:pt x="0" y="0"/>
                </a:moveTo>
                <a:lnTo>
                  <a:pt x="142875" y="0"/>
                </a:lnTo>
                <a:lnTo>
                  <a:pt x="142875" y="238125"/>
                </a:lnTo>
                <a:lnTo>
                  <a:pt x="4267200" y="238125"/>
                </a:lnTo>
                <a:lnTo>
                  <a:pt x="4267200" y="1714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8" name="Bport-inbox-arrow">
            <a:extLst>
              <a:ext uri="{FF2B5EF4-FFF2-40B4-BE49-F238E27FC236}">
                <ns2:creationId id="{F0F62B78-6921-4B2F-913C-6A06CB61851D}"/>
              </a:ext>
            </a:extLst>
          </p:cNvPr>
          <p:cNvSpPr>
            <a:spLocks noGrp="1"/>
          </p:cNvSpPr>
          <p:nvPr/>
        </p:nvSpPr>
        <p:spPr>
          <a:xfrm>
            <a:off x="16521306" y="381952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9" name="Bcontrol">
            <a:extLst>
              <a:ext uri="{FF2B5EF4-FFF2-40B4-BE49-F238E27FC236}">
                <ns2:creationId id="{51C67ABD-B8B1-44C4-9CE2-179560F44D26}"/>
              </a:ext>
            </a:extLst>
          </p:cNvPr>
          <p:cNvSpPr>
            <a:spLocks noGrp="1"/>
          </p:cNvSpPr>
          <p:nvPr/>
        </p:nvSpPr>
        <p:spPr>
          <a:xfrm>
            <a:off x="11029950" y="3705225"/>
            <a:ext cx="4286250" cy="409575"/>
          </a:xfrm>
          <a:custGeom>
            <a:pathLst>
              <a:path w="4286250" h="409575">
                <a:moveTo>
                  <a:pt x="4286250" y="0"/>
                </a:moveTo>
                <a:lnTo>
                  <a:pt x="4105275" y="0"/>
                </a:lnTo>
                <a:lnTo>
                  <a:pt x="4105275" y="266700"/>
                </a:lnTo>
                <a:lnTo>
                  <a:pt x="0" y="266700"/>
                </a:lnTo>
                <a:lnTo>
                  <a:pt x="0" y="4095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0" name="Bcontrol-arrow">
            <a:extLst>
              <a:ext uri="{FF2B5EF4-FFF2-40B4-BE49-F238E27FC236}">
                <ns2:creationId id="{72A74D27-F560-4A39-896C-E9FEFD7BEC94}"/>
              </a:ext>
            </a:extLst>
          </p:cNvPr>
          <p:cNvSpPr>
            <a:spLocks noGrp="1"/>
          </p:cNvSpPr>
          <p:nvPr/>
        </p:nvSpPr>
        <p:spPr>
          <a:xfrm>
            <a:off x="10996806" y="40461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1" name="Bfork">
            <a:extLst>
              <a:ext uri="{FF2B5EF4-FFF2-40B4-BE49-F238E27FC236}">
                <ns2:creationId id="{AE2D94FA-0339-42D8-879E-67232ED1F475}"/>
              </a:ext>
            </a:extLst>
          </p:cNvPr>
          <p:cNvSpPr>
            <a:spLocks noGrp="1"/>
          </p:cNvSpPr>
          <p:nvPr/>
        </p:nvSpPr>
        <p:spPr>
          <a:xfrm>
            <a:off x="12058650" y="3924300"/>
            <a:ext cx="4400550" cy="438150"/>
          </a:xfrm>
          <a:custGeom>
            <a:pathLst>
              <a:path w="4400550" h="438150">
                <a:moveTo>
                  <a:pt x="0" y="400050"/>
                </a:moveTo>
                <a:lnTo>
                  <a:pt x="161925" y="400050"/>
                </a:lnTo>
                <a:lnTo>
                  <a:pt x="161925" y="0"/>
                </a:lnTo>
                <a:lnTo>
                  <a:pt x="4400550" y="0"/>
                </a:lnTo>
                <a:lnTo>
                  <a:pt x="4400550" y="438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2" name="Bfork-arrow">
            <a:extLst>
              <a:ext uri="{FF2B5EF4-FFF2-40B4-BE49-F238E27FC236}">
                <ns2:creationId id="{5F217E09-C436-4650-BA1D-7ACACAF132AF}"/>
              </a:ext>
            </a:extLst>
          </p:cNvPr>
          <p:cNvSpPr>
            <a:spLocks noGrp="1"/>
          </p:cNvSpPr>
          <p:nvPr/>
        </p:nvSpPr>
        <p:spPr>
          <a:xfrm>
            <a:off x="16426056" y="42938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3" name="Bfork2">
            <a:extLst>
              <a:ext uri="{FF2B5EF4-FFF2-40B4-BE49-F238E27FC236}">
                <ns2:creationId id="{0CA8F22D-2370-4009-BAAC-15C57881722E}"/>
              </a:ext>
            </a:extLst>
          </p:cNvPr>
          <p:cNvSpPr>
            <a:spLocks noGrp="1"/>
          </p:cNvSpPr>
          <p:nvPr/>
        </p:nvSpPr>
        <p:spPr>
          <a:xfrm>
            <a:off x="13573125" y="3924300"/>
            <a:ext cx="953" cy="438150"/>
          </a:xfrm>
          <a:custGeom>
            <a:pathLst>
              <a:path w="953" h="438150">
                <a:moveTo>
                  <a:pt x="0" y="0"/>
                </a:moveTo>
                <a:lnTo>
                  <a:pt x="0" y="4381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4" name="Bfork2-arrow">
            <a:extLst>
              <a:ext uri="{FF2B5EF4-FFF2-40B4-BE49-F238E27FC236}">
                <ns2:creationId id="{77166C37-9101-4D90-AEC5-1AA58EA3A5BC}"/>
              </a:ext>
            </a:extLst>
          </p:cNvPr>
          <p:cNvSpPr>
            <a:spLocks noGrp="1"/>
          </p:cNvSpPr>
          <p:nvPr/>
        </p:nvSpPr>
        <p:spPr>
          <a:xfrm>
            <a:off x="13539981" y="42938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5" name="Bsjob">
            <a:extLst>
              <a:ext uri="{FF2B5EF4-FFF2-40B4-BE49-F238E27FC236}">
                <ns2:creationId id="{5AE8FCAF-5F52-47A0-B19A-9C841AE30DB8}"/>
              </a:ext>
            </a:extLst>
          </p:cNvPr>
          <p:cNvSpPr>
            <a:spLocks noGrp="1"/>
          </p:cNvSpPr>
          <p:nvPr/>
        </p:nvSpPr>
        <p:spPr>
          <a:xfrm>
            <a:off x="13573125" y="4638675"/>
            <a:ext cx="953" cy="266700"/>
          </a:xfrm>
          <a:custGeom>
            <a:pathLst>
              <a:path w="953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6" name="Bsjob-arrow">
            <a:extLst>
              <a:ext uri="{FF2B5EF4-FFF2-40B4-BE49-F238E27FC236}">
                <ns2:creationId id="{EB356C0E-B040-48BA-955A-FB57BFE53D1F}"/>
              </a:ext>
            </a:extLst>
          </p:cNvPr>
          <p:cNvSpPr>
            <a:spLocks noGrp="1"/>
          </p:cNvSpPr>
          <p:nvPr/>
        </p:nvSpPr>
        <p:spPr>
          <a:xfrm>
            <a:off x="13539981" y="483676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7" name="Bcjob">
            <a:extLst>
              <a:ext uri="{FF2B5EF4-FFF2-40B4-BE49-F238E27FC236}">
                <ns2:creationId id="{26231B44-1898-4F72-A9DE-4C16F4F90C7F}"/>
              </a:ext>
            </a:extLst>
          </p:cNvPr>
          <p:cNvSpPr>
            <a:spLocks noGrp="1"/>
          </p:cNvSpPr>
          <p:nvPr/>
        </p:nvSpPr>
        <p:spPr>
          <a:xfrm>
            <a:off x="16478250" y="4638675"/>
            <a:ext cx="953" cy="266700"/>
          </a:xfrm>
          <a:custGeom>
            <a:pathLst>
              <a:path w="953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8" name="Bcjob-arrow">
            <a:extLst>
              <a:ext uri="{FF2B5EF4-FFF2-40B4-BE49-F238E27FC236}">
                <ns2:creationId id="{A04C5443-4643-40B3-B9FE-DFDB14B73477}"/>
              </a:ext>
            </a:extLst>
          </p:cNvPr>
          <p:cNvSpPr>
            <a:spLocks noGrp="1"/>
          </p:cNvSpPr>
          <p:nvPr/>
        </p:nvSpPr>
        <p:spPr>
          <a:xfrm>
            <a:off x="16445106" y="483676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9" name="Bpublish1">
            <a:extLst>
              <a:ext uri="{FF2B5EF4-FFF2-40B4-BE49-F238E27FC236}">
                <ns2:creationId id="{BF345647-CA9F-4265-94BE-DC564D14A44B}"/>
              </a:ext>
            </a:extLst>
          </p:cNvPr>
          <p:cNvSpPr>
            <a:spLocks noGrp="1"/>
          </p:cNvSpPr>
          <p:nvPr/>
        </p:nvSpPr>
        <p:spPr>
          <a:xfrm>
            <a:off x="13573125" y="5191125"/>
            <a:ext cx="953" cy="466725"/>
          </a:xfrm>
          <a:custGeom>
            <a:pathLst>
              <a:path w="953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0" name="Bpublish1-arrow">
            <a:extLst>
              <a:ext uri="{FF2B5EF4-FFF2-40B4-BE49-F238E27FC236}">
                <ns2:creationId id="{806E264B-4AEC-46F8-83B0-A43B1971F88E}"/>
              </a:ext>
            </a:extLst>
          </p:cNvPr>
          <p:cNvSpPr>
            <a:spLocks noGrp="1"/>
          </p:cNvSpPr>
          <p:nvPr/>
        </p:nvSpPr>
        <p:spPr>
          <a:xfrm>
            <a:off x="13539981" y="55892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1" name="Bpublish2">
            <a:extLst>
              <a:ext uri="{FF2B5EF4-FFF2-40B4-BE49-F238E27FC236}">
                <ns2:creationId id="{9BE80229-C4BB-45F8-BBC3-D2E8C3DBFF43}"/>
              </a:ext>
            </a:extLst>
          </p:cNvPr>
          <p:cNvSpPr>
            <a:spLocks noGrp="1"/>
          </p:cNvSpPr>
          <p:nvPr/>
        </p:nvSpPr>
        <p:spPr>
          <a:xfrm>
            <a:off x="16478250" y="5191125"/>
            <a:ext cx="953" cy="466725"/>
          </a:xfrm>
          <a:custGeom>
            <a:pathLst>
              <a:path w="953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2" name="Bpublish2-arrow">
            <a:extLst>
              <a:ext uri="{FF2B5EF4-FFF2-40B4-BE49-F238E27FC236}">
                <ns2:creationId id="{BB9996A5-27A6-4EE5-85D9-9F2FEC72EACC}"/>
              </a:ext>
            </a:extLst>
          </p:cNvPr>
          <p:cNvSpPr>
            <a:spLocks noGrp="1"/>
          </p:cNvSpPr>
          <p:nvPr/>
        </p:nvSpPr>
        <p:spPr>
          <a:xfrm>
            <a:off x="16445106" y="55892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3" name="Bspeech-done">
            <a:extLst>
              <a:ext uri="{FF2B5EF4-FFF2-40B4-BE49-F238E27FC236}">
                <ns2:creationId id="{C159B442-C6AF-4704-8CB9-0B4016DB646E}"/>
              </a:ext>
            </a:extLst>
          </p:cNvPr>
          <p:cNvSpPr>
            <a:spLocks noGrp="1"/>
          </p:cNvSpPr>
          <p:nvPr/>
        </p:nvSpPr>
        <p:spPr>
          <a:xfrm>
            <a:off x="14620875" y="3819525"/>
            <a:ext cx="1933575" cy="1228725"/>
          </a:xfrm>
          <a:custGeom>
            <a:pathLst>
              <a:path w="1933575" h="1228725">
                <a:moveTo>
                  <a:pt x="0" y="1228725"/>
                </a:moveTo>
                <a:lnTo>
                  <a:pt x="295275" y="1228725"/>
                </a:lnTo>
                <a:lnTo>
                  <a:pt x="295275" y="66675"/>
                </a:lnTo>
                <a:lnTo>
                  <a:pt x="1933575" y="66675"/>
                </a:lnTo>
                <a:lnTo>
                  <a:pt x="19335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54" name="Bspeech-done-arrow">
            <a:extLst>
              <a:ext uri="{FF2B5EF4-FFF2-40B4-BE49-F238E27FC236}">
                <ns2:creationId id="{8EFF6449-C13D-4F36-8093-654C1D1EAC8C}"/>
              </a:ext>
            </a:extLst>
          </p:cNvPr>
          <p:cNvSpPr>
            <a:spLocks noGrp="1"/>
          </p:cNvSpPr>
          <p:nvPr/>
        </p:nvSpPr>
        <p:spPr>
          <a:xfrm>
            <a:off x="16521306" y="381952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5" name="Bscreen-done">
            <a:extLst>
              <a:ext uri="{FF2B5EF4-FFF2-40B4-BE49-F238E27FC236}">
                <ns2:creationId id="{770BC771-F83A-4B04-ACA6-4EBCB65E7E5B}"/>
              </a:ext>
            </a:extLst>
          </p:cNvPr>
          <p:cNvSpPr>
            <a:spLocks noGrp="1"/>
          </p:cNvSpPr>
          <p:nvPr/>
        </p:nvSpPr>
        <p:spPr>
          <a:xfrm>
            <a:off x="17602200" y="3648075"/>
            <a:ext cx="257175" cy="1400175"/>
          </a:xfrm>
          <a:custGeom>
            <a:pathLst>
              <a:path w="257175" h="1400175">
                <a:moveTo>
                  <a:pt x="0" y="1400175"/>
                </a:moveTo>
                <a:lnTo>
                  <a:pt x="257175" y="1400175"/>
                </a:lnTo>
                <a:lnTo>
                  <a:pt x="257175" y="0"/>
                </a:lnTo>
                <a:lnTo>
                  <a:pt x="1428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56" name="Bscreen-done-arrow">
            <a:extLst>
              <a:ext uri="{FF2B5EF4-FFF2-40B4-BE49-F238E27FC236}">
                <ns2:creationId id="{4828F9A6-A350-41F0-A6B3-B347D940A8D0}"/>
              </a:ext>
            </a:extLst>
          </p:cNvPr>
          <p:cNvSpPr>
            <a:spLocks noGrp="1"/>
          </p:cNvSpPr>
          <p:nvPr/>
        </p:nvSpPr>
        <p:spPr>
          <a:xfrm>
            <a:off x="17745075" y="3614931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7" name="Bsnap">
            <a:extLst>
              <a:ext uri="{FF2B5EF4-FFF2-40B4-BE49-F238E27FC236}">
                <ns2:creationId id="{9BD3782B-7333-4A14-95D2-4D7DDEB45EF1}"/>
              </a:ext>
            </a:extLst>
          </p:cNvPr>
          <p:cNvSpPr>
            <a:spLocks noGrp="1"/>
          </p:cNvSpPr>
          <p:nvPr/>
        </p:nvSpPr>
        <p:spPr>
          <a:xfrm>
            <a:off x="11934825" y="4552950"/>
            <a:ext cx="447675" cy="1304925"/>
          </a:xfrm>
          <a:custGeom>
            <a:pathLst>
              <a:path w="447675" h="1304925">
                <a:moveTo>
                  <a:pt x="447675" y="1304925"/>
                </a:moveTo>
                <a:lnTo>
                  <a:pt x="276225" y="1304925"/>
                </a:lnTo>
                <a:lnTo>
                  <a:pt x="276225" y="114300"/>
                </a:lnTo>
                <a:lnTo>
                  <a:pt x="0" y="114300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58" name="Bsnap-arrow">
            <a:extLst>
              <a:ext uri="{FF2B5EF4-FFF2-40B4-BE49-F238E27FC236}">
                <ns2:creationId id="{DC74FD64-72F5-447E-A271-E93A0EB60689}"/>
              </a:ext>
            </a:extLst>
          </p:cNvPr>
          <p:cNvSpPr>
            <a:spLocks noGrp="1"/>
          </p:cNvSpPr>
          <p:nvPr/>
        </p:nvSpPr>
        <p:spPr>
          <a:xfrm>
            <a:off x="11901681" y="4552950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9" name="Bread2">
            <a:extLst>
              <a:ext uri="{FF2B5EF4-FFF2-40B4-BE49-F238E27FC236}">
                <ns2:creationId id="{7046E2C6-A936-47DF-AF6C-7BD7A7023314}"/>
              </a:ext>
            </a:extLst>
          </p:cNvPr>
          <p:cNvSpPr>
            <a:spLocks noGrp="1"/>
          </p:cNvSpPr>
          <p:nvPr/>
        </p:nvSpPr>
        <p:spPr>
          <a:xfrm>
            <a:off x="12211050" y="5857875"/>
            <a:ext cx="3000375" cy="238125"/>
          </a:xfrm>
          <a:custGeom>
            <a:pathLst>
              <a:path w="3000375" h="238125">
                <a:moveTo>
                  <a:pt x="3000375" y="0"/>
                </a:moveTo>
                <a:lnTo>
                  <a:pt x="2819400" y="0"/>
                </a:lnTo>
                <a:lnTo>
                  <a:pt x="2819400" y="238125"/>
                </a:lnTo>
                <a:lnTo>
                  <a:pt x="0" y="238125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60" name="Bread2-arrow">
            <a:extLst>
              <a:ext uri="{FF2B5EF4-FFF2-40B4-BE49-F238E27FC236}">
                <ns2:creationId id="{45E5DC58-1C58-46EB-B4DC-640C5BC0444C}"/>
              </a:ext>
            </a:extLst>
          </p:cNvPr>
          <p:cNvSpPr>
            <a:spLocks noGrp="1"/>
          </p:cNvSpPr>
          <p:nvPr/>
        </p:nvSpPr>
        <p:spPr>
          <a:xfrm>
            <a:off x="12177906" y="585787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1" name="Bbinding-job">
            <a:extLst>
              <a:ext uri="{FF2B5EF4-FFF2-40B4-BE49-F238E27FC236}">
                <ns2:creationId id="{35061685-EB4E-4980-B90B-FA3F8C25B432}"/>
              </a:ext>
            </a:extLst>
          </p:cNvPr>
          <p:cNvSpPr>
            <a:spLocks noGrp="1"/>
          </p:cNvSpPr>
          <p:nvPr/>
        </p:nvSpPr>
        <p:spPr>
          <a:xfrm>
            <a:off x="10953750" y="4552950"/>
            <a:ext cx="953" cy="371475"/>
          </a:xfrm>
          <a:custGeom>
            <a:pathLst>
              <a:path w="953"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2" name="Bbinding-job-arrow">
            <a:extLst>
              <a:ext uri="{FF2B5EF4-FFF2-40B4-BE49-F238E27FC236}">
                <ns2:creationId id="{C3532222-0C47-4BF4-B539-81868F850FC9}"/>
              </a:ext>
            </a:extLst>
          </p:cNvPr>
          <p:cNvSpPr>
            <a:spLocks noGrp="1"/>
          </p:cNvSpPr>
          <p:nvPr/>
        </p:nvSpPr>
        <p:spPr>
          <a:xfrm>
            <a:off x="10920606" y="485581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3" name="Bbind">
            <a:extLst>
              <a:ext uri="{FF2B5EF4-FFF2-40B4-BE49-F238E27FC236}">
                <ns2:creationId id="{B1BF74E8-9E13-480E-96E2-A1A2EDFCFD6F}"/>
              </a:ext>
            </a:extLst>
          </p:cNvPr>
          <p:cNvSpPr>
            <a:spLocks noGrp="1"/>
          </p:cNvSpPr>
          <p:nvPr/>
        </p:nvSpPr>
        <p:spPr>
          <a:xfrm>
            <a:off x="10953750" y="5219700"/>
            <a:ext cx="953" cy="142875"/>
          </a:xfrm>
          <a:custGeom>
            <a:pathLst>
              <a:path w="953" h="142875">
                <a:moveTo>
                  <a:pt x="0" y="0"/>
                </a:moveTo>
                <a:lnTo>
                  <a:pt x="0" y="1428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4" name="Bbind-arrow">
            <a:extLst>
              <a:ext uri="{FF2B5EF4-FFF2-40B4-BE49-F238E27FC236}">
                <ns2:creationId id="{BDF0ED24-4808-4458-AD7C-E37001BB9743}"/>
              </a:ext>
            </a:extLst>
          </p:cNvPr>
          <p:cNvSpPr>
            <a:spLocks noGrp="1"/>
          </p:cNvSpPr>
          <p:nvPr/>
        </p:nvSpPr>
        <p:spPr>
          <a:xfrm>
            <a:off x="10920606" y="529396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5" name="Bbinding-store">
            <a:extLst>
              <a:ext uri="{FF2B5EF4-FFF2-40B4-BE49-F238E27FC236}">
                <ns2:creationId id="{A9B7BA32-BF2A-4FB0-B474-AC3D70B05585}"/>
              </a:ext>
            </a:extLst>
          </p:cNvPr>
          <p:cNvSpPr>
            <a:spLocks noGrp="1"/>
          </p:cNvSpPr>
          <p:nvPr/>
        </p:nvSpPr>
        <p:spPr>
          <a:xfrm>
            <a:off x="10953750" y="5762625"/>
            <a:ext cx="953" cy="114300"/>
          </a:xfrm>
          <a:custGeom>
            <a:pathLst>
              <a:path w="953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6" name="Bbinding-store-arrow">
            <a:extLst>
              <a:ext uri="{FF2B5EF4-FFF2-40B4-BE49-F238E27FC236}">
                <ns2:creationId id="{8FB99870-0895-45E0-843E-CCB7A3CD947D}"/>
              </a:ext>
            </a:extLst>
          </p:cNvPr>
          <p:cNvSpPr>
            <a:spLocks noGrp="1"/>
          </p:cNvSpPr>
          <p:nvPr/>
        </p:nvSpPr>
        <p:spPr>
          <a:xfrm>
            <a:off x="10920606" y="580831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7" name="Brejudge">
            <a:extLst>
              <a:ext uri="{FF2B5EF4-FFF2-40B4-BE49-F238E27FC236}">
                <ns2:creationId id="{BEC45571-D9A4-41AD-AF71-F0AC20FA88C8}"/>
              </a:ext>
            </a:extLst>
          </p:cNvPr>
          <p:cNvSpPr>
            <a:spLocks noGrp="1"/>
          </p:cNvSpPr>
          <p:nvPr/>
        </p:nvSpPr>
        <p:spPr>
          <a:xfrm>
            <a:off x="9772650" y="3819525"/>
            <a:ext cx="6781800" cy="1752600"/>
          </a:xfrm>
          <a:custGeom>
            <a:pathLst>
              <a:path w="6781800" h="1752600">
                <a:moveTo>
                  <a:pt x="95250" y="1752600"/>
                </a:moveTo>
                <a:lnTo>
                  <a:pt x="0" y="1752600"/>
                </a:lnTo>
                <a:lnTo>
                  <a:pt x="0" y="85725"/>
                </a:lnTo>
                <a:lnTo>
                  <a:pt x="6781800" y="85725"/>
                </a:lnTo>
                <a:lnTo>
                  <a:pt x="6781800" y="0"/>
                </a:lnTo>
              </a:path>
            </a:pathLst>
          </a:custGeom>
          <a:noFill/>
          <a:ln w="12383">
            <a:solidFill>
              <a:srgbClr val="C62525"/>
            </a:solidFill>
            <a:prstDash val="dash"/>
          </a:ln>
        </p:spPr>
      </p:sp>
      <p:sp>
        <p:nvSpPr>
          <p:cNvPr id="68" name="Brejudge-arrow">
            <a:extLst>
              <a:ext uri="{FF2B5EF4-FFF2-40B4-BE49-F238E27FC236}">
                <ns2:creationId id="{7063FBE4-A926-42B7-B717-1D3DF5C11DC4}"/>
              </a:ext>
            </a:extLst>
          </p:cNvPr>
          <p:cNvSpPr>
            <a:spLocks noGrp="1"/>
          </p:cNvSpPr>
          <p:nvPr/>
        </p:nvSpPr>
        <p:spPr>
          <a:xfrm>
            <a:off x="16521306" y="381952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C62525"/>
            </a:solidFill>
            <a:prstDash val="solid"/>
          </a:ln>
        </p:spPr>
      </p:sp>
      <p:sp>
        <p:nvSpPr>
          <p:cNvPr id="69" name="Bproposal">
            <a:extLst>
              <a:ext uri="{FF2B5EF4-FFF2-40B4-BE49-F238E27FC236}">
                <ns2:creationId id="{8DC13C1C-2CEB-4D9C-B648-95C107C9DA57}"/>
              </a:ext>
            </a:extLst>
          </p:cNvPr>
          <p:cNvSpPr>
            <a:spLocks noGrp="1"/>
          </p:cNvSpPr>
          <p:nvPr/>
        </p:nvSpPr>
        <p:spPr>
          <a:xfrm>
            <a:off x="10963275" y="6115050"/>
            <a:ext cx="2781300" cy="647700"/>
          </a:xfrm>
          <a:custGeom>
            <a:pathLst>
              <a:path w="2781300" h="647700">
                <a:moveTo>
                  <a:pt x="0" y="0"/>
                </a:moveTo>
                <a:lnTo>
                  <a:pt x="0" y="609600"/>
                </a:lnTo>
                <a:lnTo>
                  <a:pt x="2781300" y="609600"/>
                </a:lnTo>
                <a:lnTo>
                  <a:pt x="2781300" y="64770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0" name="Bproposal-arrow">
            <a:extLst>
              <a:ext uri="{FF2B5EF4-FFF2-40B4-BE49-F238E27FC236}">
                <ns2:creationId id="{096769D2-47B6-4242-87B7-20773AE275D7}"/>
              </a:ext>
            </a:extLst>
          </p:cNvPr>
          <p:cNvSpPr>
            <a:spLocks noGrp="1"/>
          </p:cNvSpPr>
          <p:nvPr/>
        </p:nvSpPr>
        <p:spPr>
          <a:xfrm>
            <a:off x="13711431" y="669413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1" name="title">
            <a:extLst>
              <a:ext uri="{FF2B5EF4-FFF2-40B4-BE49-F238E27FC236}">
                <ns2:creationId id="{E7C56097-07F1-4B6D-8AB0-41C0AB2D378F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DP-47. 화면과 음성의 지칭 해석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2" name="nav-0">
            <a:extLst>
              <a:ext uri="{FF2B5EF4-FFF2-40B4-BE49-F238E27FC236}">
                <ns2:creationId id="{E2F00052-1212-439D-BBFE-9BD2EA624AFC}"/>
              </a:ext>
            </a:extLst>
          </p:cNvPr>
          <p:cNvSpPr>
            <a:spLocks noGrp="1"/>
          </p:cNvSpPr>
          <p:nvPr/>
        </p:nvSpPr>
        <p:spPr>
          <a:xfrm>
            <a:off x="10744200" y="266700"/>
            <a:ext cx="1447800" cy="419100"/>
          </a:xfrm>
          <a:prstGeom prst="rect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 소개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3" name="nav-1">
            <a:extLst>
              <a:ext uri="{FF2B5EF4-FFF2-40B4-BE49-F238E27FC236}">
                <ns2:creationId id="{BC8B1ECE-7015-4500-969C-3519CEF662EB}"/>
              </a:ext>
            </a:extLst>
          </p:cNvPr>
          <p:cNvSpPr>
            <a:spLocks noGrp="1"/>
          </p:cNvSpPr>
          <p:nvPr/>
        </p:nvSpPr>
        <p:spPr>
          <a:xfrm>
            <a:off x="12192000" y="266700"/>
            <a:ext cx="1447800" cy="419100"/>
          </a:xfrm>
          <a:prstGeom prst="chevron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요구사항 분석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4" name="nav-2">
            <a:extLst>
              <a:ext uri="{FF2B5EF4-FFF2-40B4-BE49-F238E27FC236}">
                <ns2:creationId id="{5F86A7BC-6D04-42EB-B0CC-3435F1EED6BE}"/>
              </a:ext>
            </a:extLst>
          </p:cNvPr>
          <p:cNvSpPr>
            <a:spLocks noGrp="1"/>
          </p:cNvSpPr>
          <p:nvPr/>
        </p:nvSpPr>
        <p:spPr>
          <a:xfrm>
            <a:off x="13639800" y="266700"/>
            <a:ext cx="1447800" cy="419100"/>
          </a:xfrm>
          <a:prstGeom prst="chevron">
            <a:avLst/>
          </a:prstGeom>
          <a:solidFill>
            <a:srgbClr val="37ACCD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설계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5" name="nav-3">
            <a:extLst>
              <a:ext uri="{FF2B5EF4-FFF2-40B4-BE49-F238E27FC236}">
                <ns2:creationId id="{5925BC02-FDB9-42A6-BACA-C79EAFDE2339}"/>
              </a:ext>
            </a:extLst>
          </p:cNvPr>
          <p:cNvSpPr>
            <a:spLocks noGrp="1"/>
          </p:cNvSpPr>
          <p:nvPr/>
        </p:nvSpPr>
        <p:spPr>
          <a:xfrm>
            <a:off x="15087600" y="266700"/>
            <a:ext cx="1447800" cy="419100"/>
          </a:xfrm>
          <a:prstGeom prst="chevron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구현 및 검증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6" name="nav-4">
            <a:extLst>
              <a:ext uri="{FF2B5EF4-FFF2-40B4-BE49-F238E27FC236}">
                <ns2:creationId id="{00C14933-5B22-484B-9E09-5B1CB90EE922}"/>
              </a:ext>
            </a:extLst>
          </p:cNvPr>
          <p:cNvSpPr>
            <a:spLocks noGrp="1"/>
          </p:cNvSpPr>
          <p:nvPr/>
        </p:nvSpPr>
        <p:spPr>
          <a:xfrm>
            <a:off x="16535400" y="266700"/>
            <a:ext cx="1447800" cy="419100"/>
          </a:xfrm>
          <a:prstGeom prst="chevron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결론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7" name="fr">
            <a:extLst>
              <a:ext uri="{FF2B5EF4-FFF2-40B4-BE49-F238E27FC236}">
                <ns2:creationId id="{A8371E80-C37B-4A6C-BCD9-3F06839C3134}"/>
              </a:ext>
            </a:extLst>
          </p:cNvPr>
          <p:cNvSpPr>
            <a:spLocks noGrp="1"/>
          </p:cNvSpPr>
          <p:nvPr/>
        </p:nvSpPr>
        <p:spPr>
          <a:xfrm>
            <a:off x="13716000" y="904875"/>
            <a:ext cx="4438650" cy="228600"/>
          </a:xfrm>
          <a:prstGeom prst="roundRect">
            <a:avLst>
              <a:gd name="adj" fmla="val 33333"/>
            </a:avLst>
          </a:prstGeom>
          <a:solidFill>
            <a:srgbClr val="75AF45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기능 요구: 화면 조작과 발화의 지칭 대상 연결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8" name="qa-tag-QA01">
            <a:extLst>
              <a:ext uri="{FF2B5EF4-FFF2-40B4-BE49-F238E27FC236}">
                <ns2:creationId id="{9F4B1503-7BDC-431A-923B-016ED367E70D}"/>
              </a:ext>
            </a:extLst>
          </p:cNvPr>
          <p:cNvSpPr>
            <a:spLocks noGrp="1"/>
          </p:cNvSpPr>
          <p:nvPr/>
        </p:nvSpPr>
        <p:spPr>
          <a:xfrm>
            <a:off x="9582150" y="1171575"/>
            <a:ext cx="2790825" cy="219075"/>
          </a:xfrm>
          <a:prstGeom prst="roundRect">
            <a:avLst>
              <a:gd name="adj" fmla="val 34783"/>
            </a:avLst>
          </a:prstGeom>
          <a:solidFill>
            <a:srgbClr val="376CB5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QA01. 첫 응답 지연시간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9" name="qa-tag-QA02">
            <a:extLst>
              <a:ext uri="{FF2B5EF4-FFF2-40B4-BE49-F238E27FC236}">
                <ns2:creationId id="{9A8F097F-2946-494A-8AF6-8439378D1130}"/>
              </a:ext>
            </a:extLst>
          </p:cNvPr>
          <p:cNvSpPr>
            <a:spLocks noGrp="1"/>
          </p:cNvSpPr>
          <p:nvPr/>
        </p:nvSpPr>
        <p:spPr>
          <a:xfrm>
            <a:off x="12439650" y="1171575"/>
            <a:ext cx="2790825" cy="219075"/>
          </a:xfrm>
          <a:prstGeom prst="roundRect">
            <a:avLst>
              <a:gd name="adj" fmla="val 34783"/>
            </a:avLst>
          </a:prstGeom>
          <a:solidFill>
            <a:srgbClr val="376CB5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QA02. 지칭 대상 식별 정확도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0" name="qa-tag-QA04">
            <a:extLst>
              <a:ext uri="{FF2B5EF4-FFF2-40B4-BE49-F238E27FC236}">
                <ns2:creationId id="{36957CF8-E724-4349-B536-117249551ABD}"/>
              </a:ext>
            </a:extLst>
          </p:cNvPr>
          <p:cNvSpPr>
            <a:spLocks noGrp="1"/>
          </p:cNvSpPr>
          <p:nvPr/>
        </p:nvSpPr>
        <p:spPr>
          <a:xfrm>
            <a:off x="15297150" y="1171575"/>
            <a:ext cx="2790825" cy="219075"/>
          </a:xfrm>
          <a:prstGeom prst="roundRect">
            <a:avLst>
              <a:gd name="adj" fmla="val 34783"/>
            </a:avLst>
          </a:prstGeom>
          <a:solidFill>
            <a:srgbClr val="376CB5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QA04. 변경 범위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1" name="legend-title">
            <a:extLst>
              <a:ext uri="{FF2B5EF4-FFF2-40B4-BE49-F238E27FC236}">
                <ns2:creationId id="{295BD89C-FA6F-4FEE-922E-A164B3B6D835}"/>
              </a:ext>
            </a:extLst>
          </p:cNvPr>
          <p:cNvSpPr>
            <a:spLocks noGrp="1"/>
          </p:cNvSpPr>
          <p:nvPr/>
        </p:nvSpPr>
        <p:spPr>
          <a:xfrm>
            <a:off x="152400" y="2505075"/>
            <a:ext cx="83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Legend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2" name="legend-component">
            <a:extLst>
              <a:ext uri="{FF2B5EF4-FFF2-40B4-BE49-F238E27FC236}">
                <ns2:creationId id="{7F38F008-B96B-408F-811E-442E8EE0EE9C}"/>
              </a:ext>
            </a:extLst>
          </p:cNvPr>
          <p:cNvSpPr>
            <a:spLocks noGrp="1"/>
          </p:cNvSpPr>
          <p:nvPr/>
        </p:nvSpPr>
        <p:spPr>
          <a:xfrm>
            <a:off x="209550" y="2905125"/>
            <a:ext cx="723900" cy="3714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Component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3" name="legend-module">
            <a:extLst>
              <a:ext uri="{FF2B5EF4-FFF2-40B4-BE49-F238E27FC236}">
                <ns2:creationId id="{E022C2C3-1C87-4693-B74D-44B35715E9C3}"/>
              </a:ext>
            </a:extLst>
          </p:cNvPr>
          <p:cNvSpPr>
            <a:spLocks noGrp="1"/>
          </p:cNvSpPr>
          <p:nvPr/>
        </p:nvSpPr>
        <p:spPr>
          <a:xfrm>
            <a:off x="209550" y="3476625"/>
            <a:ext cx="723900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Module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4" name="legend-state">
            <a:extLst>
              <a:ext uri="{FF2B5EF4-FFF2-40B4-BE49-F238E27FC236}">
                <ns2:creationId id="{947F15F1-66EA-4A7D-99C0-A9393128130B}"/>
              </a:ext>
            </a:extLst>
          </p:cNvPr>
          <p:cNvSpPr>
            <a:spLocks noGrp="1"/>
          </p:cNvSpPr>
          <p:nvPr/>
        </p:nvSpPr>
        <p:spPr>
          <a:xfrm>
            <a:off x="209550" y="4067175"/>
            <a:ext cx="723900" cy="371475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상태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5" name="legend-diff">
            <a:extLst>
              <a:ext uri="{FF2B5EF4-FFF2-40B4-BE49-F238E27FC236}">
                <ns2:creationId id="{0F1DE743-F9B9-4613-B2CF-5FD71406719C}"/>
              </a:ext>
            </a:extLst>
          </p:cNvPr>
          <p:cNvSpPr>
            <a:spLocks noGrp="1"/>
          </p:cNvSpPr>
          <p:nvPr/>
        </p:nvSpPr>
        <p:spPr>
          <a:xfrm>
            <a:off x="209550" y="4695825"/>
            <a:ext cx="723900" cy="371475"/>
          </a:xfrm>
          <a:prstGeom prst="rect">
            <a:avLst/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비교 대상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6" name="legend-call-label">
            <a:extLst>
              <a:ext uri="{FF2B5EF4-FFF2-40B4-BE49-F238E27FC236}">
                <ns2:creationId id="{9554F704-51AE-4EFB-859E-EF4822DCF3F2}"/>
              </a:ext>
            </a:extLst>
          </p:cNvPr>
          <p:cNvSpPr>
            <a:spLocks noGrp="1"/>
          </p:cNvSpPr>
          <p:nvPr/>
        </p:nvSpPr>
        <p:spPr>
          <a:xfrm>
            <a:off x="152400" y="5438775"/>
            <a:ext cx="83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호출 / 전달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7" name="legend-return-label">
            <a:extLst>
              <a:ext uri="{FF2B5EF4-FFF2-40B4-BE49-F238E27FC236}">
                <ns2:creationId id="{1184A2D5-705D-4A53-B3C2-7B89CC77088F}"/>
              </a:ext>
            </a:extLst>
          </p:cNvPr>
          <p:cNvSpPr>
            <a:spLocks noGrp="1"/>
          </p:cNvSpPr>
          <p:nvPr/>
        </p:nvSpPr>
        <p:spPr>
          <a:xfrm>
            <a:off x="152400" y="6000750"/>
            <a:ext cx="83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반환 / 사실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8" name="legend-step">
            <a:extLst>
              <a:ext uri="{FF2B5EF4-FFF2-40B4-BE49-F238E27FC236}">
                <ns2:creationId id="{193DEA99-D32B-4EFC-B677-E035903D19CF}"/>
              </a:ext>
            </a:extLst>
          </p:cNvPr>
          <p:cNvSpPr>
            <a:spLocks noGrp="1"/>
          </p:cNvSpPr>
          <p:nvPr/>
        </p:nvSpPr>
        <p:spPr>
          <a:xfrm>
            <a:off x="400050" y="6572250"/>
            <a:ext cx="266700" cy="247650"/>
          </a:xfrm>
          <a:prstGeom prst="rect">
            <a:avLst/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9" name="metric-QA01-A">
            <a:extLst>
              <a:ext uri="{FF2B5EF4-FFF2-40B4-BE49-F238E27FC236}">
                <ns2:creationId id="{1708424C-F5F9-4327-9F09-ADE0E5F1B5EB}"/>
              </a:ext>
            </a:extLst>
          </p:cNvPr>
          <p:cNvSpPr>
            <a:spLocks noGrp="1"/>
          </p:cNvSpPr>
          <p:nvPr/>
        </p:nvSpPr>
        <p:spPr>
          <a:xfrm>
            <a:off x="1190625" y="8834438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QA01 첫 응답 지연시간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0" name="score-QA01-A">
            <a:extLst>
              <a:ext uri="{FF2B5EF4-FFF2-40B4-BE49-F238E27FC236}">
                <ns2:creationId id="{18CFD349-7780-4E2F-870C-80573548F1A9}"/>
              </a:ext>
            </a:extLst>
          </p:cNvPr>
          <p:cNvSpPr>
            <a:spLocks noGrp="1"/>
          </p:cNvSpPr>
          <p:nvPr/>
        </p:nvSpPr>
        <p:spPr>
          <a:xfrm>
            <a:off x="3990975" y="8834438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●○○ 2/6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1" name="value-QA01-A">
            <a:extLst>
              <a:ext uri="{FF2B5EF4-FFF2-40B4-BE49-F238E27FC236}">
                <ns2:creationId id="{63C5723E-71DC-4215-A9F2-73B577F5AA09}"/>
              </a:ext>
            </a:extLst>
          </p:cNvPr>
          <p:cNvSpPr>
            <a:spLocks noGrp="1"/>
          </p:cNvSpPr>
          <p:nvPr/>
        </p:nvSpPr>
        <p:spPr>
          <a:xfrm>
            <a:off x="5162550" y="8834438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0.7921 s [원본 직접 해석]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2" name="metric-QA01-B">
            <a:extLst>
              <a:ext uri="{FF2B5EF4-FFF2-40B4-BE49-F238E27FC236}">
                <ns2:creationId id="{DF971316-32A5-4D25-A549-1732A83CEC98}"/>
              </a:ext>
            </a:extLst>
          </p:cNvPr>
          <p:cNvSpPr>
            <a:spLocks noGrp="1"/>
          </p:cNvSpPr>
          <p:nvPr/>
        </p:nvSpPr>
        <p:spPr>
          <a:xfrm>
            <a:off x="9763125" y="8834438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QA01 첫 응답 지연시간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3" name="score-QA01-B">
            <a:extLst>
              <a:ext uri="{FF2B5EF4-FFF2-40B4-BE49-F238E27FC236}">
                <ns2:creationId id="{FF5E8A71-EF35-404A-A5EF-3786713433BC}"/>
              </a:ext>
            </a:extLst>
          </p:cNvPr>
          <p:cNvSpPr>
            <a:spLocks noGrp="1"/>
          </p:cNvSpPr>
          <p:nvPr/>
        </p:nvSpPr>
        <p:spPr>
          <a:xfrm>
            <a:off x="12563475" y="8834438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○○○ 0/6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4" name="value-QA01-B">
            <a:extLst>
              <a:ext uri="{FF2B5EF4-FFF2-40B4-BE49-F238E27FC236}">
                <ns2:creationId id="{4BC51391-DF23-40D4-8FCE-21277AD3FB49}"/>
              </a:ext>
            </a:extLst>
          </p:cNvPr>
          <p:cNvSpPr>
            <a:spLocks noGrp="1"/>
          </p:cNvSpPr>
          <p:nvPr/>
        </p:nvSpPr>
        <p:spPr>
          <a:xfrm>
            <a:off x="13735050" y="8834438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1.1737 s [생산 후 결합]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5" name="metric-QA02-A">
            <a:extLst>
              <a:ext uri="{FF2B5EF4-FFF2-40B4-BE49-F238E27FC236}">
                <ns2:creationId id="{5DD60B7A-C109-402C-AF68-58991E5BE9C4}"/>
              </a:ext>
            </a:extLst>
          </p:cNvPr>
          <p:cNvSpPr>
            <a:spLocks noGrp="1"/>
          </p:cNvSpPr>
          <p:nvPr/>
        </p:nvSpPr>
        <p:spPr>
          <a:xfrm>
            <a:off x="1190625" y="9129713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QA02 지칭 대상 식별 정확도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6" name="score-QA02-A">
            <a:extLst>
              <a:ext uri="{FF2B5EF4-FFF2-40B4-BE49-F238E27FC236}">
                <ns2:creationId id="{23C165CB-C7F9-4626-B89F-7A2CB0ADD23D}"/>
              </a:ext>
            </a:extLst>
          </p:cNvPr>
          <p:cNvSpPr>
            <a:spLocks noGrp="1"/>
          </p:cNvSpPr>
          <p:nvPr/>
        </p:nvSpPr>
        <p:spPr>
          <a:xfrm>
            <a:off x="3990975" y="9129713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●●○ 4/6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7" name="value-QA02-A">
            <a:extLst>
              <a:ext uri="{FF2B5EF4-FFF2-40B4-BE49-F238E27FC236}">
                <ns2:creationId id="{B7F0A76F-908E-4967-9153-F575386FC55B}"/>
              </a:ext>
            </a:extLst>
          </p:cNvPr>
          <p:cNvSpPr>
            <a:spLocks noGrp="1"/>
          </p:cNvSpPr>
          <p:nvPr/>
        </p:nvSpPr>
        <p:spPr>
          <a:xfrm>
            <a:off x="5162550" y="9129713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97.85% [교차 단서 유지]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8" name="metric-QA02-B">
            <a:extLst>
              <a:ext uri="{FF2B5EF4-FFF2-40B4-BE49-F238E27FC236}">
                <ns2:creationId id="{738491A9-F09E-4274-9563-B24DC917A7D1}"/>
              </a:ext>
            </a:extLst>
          </p:cNvPr>
          <p:cNvSpPr>
            <a:spLocks noGrp="1"/>
          </p:cNvSpPr>
          <p:nvPr/>
        </p:nvSpPr>
        <p:spPr>
          <a:xfrm>
            <a:off x="9763125" y="9129713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QA02 지칭 대상 식별 정확도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9" name="score-QA02-B">
            <a:extLst>
              <a:ext uri="{FF2B5EF4-FFF2-40B4-BE49-F238E27FC236}">
                <ns2:creationId id="{5B03649C-D757-4978-AB44-9046A2AC4FC1}"/>
              </a:ext>
            </a:extLst>
          </p:cNvPr>
          <p:cNvSpPr>
            <a:spLocks noGrp="1"/>
          </p:cNvSpPr>
          <p:nvPr/>
        </p:nvSpPr>
        <p:spPr>
          <a:xfrm>
            <a:off x="12563475" y="9129713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●◐○ 3/6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0" name="value-QA02-B">
            <a:extLst>
              <a:ext uri="{FF2B5EF4-FFF2-40B4-BE49-F238E27FC236}">
                <ns2:creationId id="{2785F200-F816-45C5-8EA8-F54A0EFA05C8}"/>
              </a:ext>
            </a:extLst>
          </p:cNvPr>
          <p:cNvSpPr>
            <a:spLocks noGrp="1"/>
          </p:cNvSpPr>
          <p:nvPr/>
        </p:nvSpPr>
        <p:spPr>
          <a:xfrm>
            <a:off x="13735050" y="9129713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96.275% [후보 누락 위험]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1" name="metric-QA04-A">
            <a:extLst>
              <a:ext uri="{FF2B5EF4-FFF2-40B4-BE49-F238E27FC236}">
                <ns2:creationId id="{FA3B6CE2-E8EA-4FF1-98FE-1E076F60B912}"/>
              </a:ext>
            </a:extLst>
          </p:cNvPr>
          <p:cNvSpPr>
            <a:spLocks noGrp="1"/>
          </p:cNvSpPr>
          <p:nvPr/>
        </p:nvSpPr>
        <p:spPr>
          <a:xfrm>
            <a:off x="1190625" y="9424988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QA04 변경 범위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2" name="score-QA04-A">
            <a:extLst>
              <a:ext uri="{FF2B5EF4-FFF2-40B4-BE49-F238E27FC236}">
                <ns2:creationId id="{30A30419-09AA-4714-BCCB-2471FA9CC4E7}"/>
              </a:ext>
            </a:extLst>
          </p:cNvPr>
          <p:cNvSpPr>
            <a:spLocks noGrp="1"/>
          </p:cNvSpPr>
          <p:nvPr/>
        </p:nvSpPr>
        <p:spPr>
          <a:xfrm>
            <a:off x="3990975" y="9424988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◐○○ 1/6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3" name="value-QA04-A">
            <a:extLst>
              <a:ext uri="{FF2B5EF4-FFF2-40B4-BE49-F238E27FC236}">
                <ns2:creationId id="{09BA7CE7-B51A-4013-8C58-C1F8D4521614}"/>
              </a:ext>
            </a:extLst>
          </p:cNvPr>
          <p:cNvSpPr>
            <a:spLocks noGrp="1"/>
          </p:cNvSpPr>
          <p:nvPr/>
        </p:nvSpPr>
        <p:spPr>
          <a:xfrm>
            <a:off x="5162550" y="9424988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 모듈 / 변경 [공동 해석부 중심]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4" name="metric-QA04-B">
            <a:extLst>
              <a:ext uri="{FF2B5EF4-FFF2-40B4-BE49-F238E27FC236}">
                <ns2:creationId id="{8728039D-EFAF-4FF0-9608-F64B81A444EE}"/>
              </a:ext>
            </a:extLst>
          </p:cNvPr>
          <p:cNvSpPr>
            <a:spLocks noGrp="1"/>
          </p:cNvSpPr>
          <p:nvPr/>
        </p:nvSpPr>
        <p:spPr>
          <a:xfrm>
            <a:off x="9763125" y="9424988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QA04 변경 범위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5" name="score-QA04-B">
            <a:extLst>
              <a:ext uri="{FF2B5EF4-FFF2-40B4-BE49-F238E27FC236}">
                <ns2:creationId id="{4413221E-5E74-4E7C-AE6C-1AB116DB7059}"/>
              </a:ext>
            </a:extLst>
          </p:cNvPr>
          <p:cNvSpPr>
            <a:spLocks noGrp="1"/>
          </p:cNvSpPr>
          <p:nvPr/>
        </p:nvSpPr>
        <p:spPr>
          <a:xfrm>
            <a:off x="12563475" y="9424988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○○○ 0/6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6" name="value-QA04-B">
            <a:extLst>
              <a:ext uri="{FF2B5EF4-FFF2-40B4-BE49-F238E27FC236}">
                <ns2:creationId id="{EB4F635B-69EB-4FB3-AA60-1BF29400B61E}"/>
              </a:ext>
            </a:extLst>
          </p:cNvPr>
          <p:cNvSpPr>
            <a:spLocks noGrp="1"/>
          </p:cNvSpPr>
          <p:nvPr/>
        </p:nvSpPr>
        <p:spPr>
          <a:xfrm>
            <a:off x="13735050" y="9424988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4.5 모듈 / 변경 [생산자와 결합부]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7" name="evidence-status">
            <a:extLst>
              <a:ext uri="{FF2B5EF4-FFF2-40B4-BE49-F238E27FC236}">
                <ns2:creationId id="{86C40A5F-7A0D-4DCC-A4E4-AF0CEEBC54DA}"/>
              </a:ext>
            </a:extLst>
          </p:cNvPr>
          <p:cNvSpPr>
            <a:spLocks noGrp="1"/>
          </p:cNvSpPr>
          <p:nvPr/>
        </p:nvSpPr>
        <p:spPr>
          <a:xfrm>
            <a:off x="133350" y="10020300"/>
            <a:ext cx="1757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동일 관련 시나리오에 대한 구조 기반 예상값 / 미측정 / A/B 미선정 / ○=0, ◐=1, ●=2 (총 6점)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8" name="page">
            <a:extLst>
              <a:ext uri="{FF2B5EF4-FFF2-40B4-BE49-F238E27FC236}">
                <ns2:creationId id="{5B86628A-C458-42FD-8153-F113E833D700}"/>
              </a:ext>
            </a:extLst>
          </p:cNvPr>
          <p:cNvSpPr>
            <a:spLocks noGrp="1"/>
          </p:cNvSpPr>
          <p:nvPr/>
        </p:nvSpPr>
        <p:spPr>
          <a:xfrm>
            <a:off x="17764125" y="10020300"/>
            <a:ext cx="371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9" name="Ascene">
            <a:extLst>
              <a:ext uri="{FF2B5EF4-FFF2-40B4-BE49-F238E27FC236}">
                <ns2:creationId id="{DA40F93D-39CF-4028-8E74-3EAA38EE3A27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8334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같은 입력: 두 그래프 지칭 후 “아래 것만, 처음 범위는 그대로”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0" name="Acapture">
            <a:extLst>
              <a:ext uri="{FF2B5EF4-FFF2-40B4-BE49-F238E27FC236}">
                <ns2:creationId id="{A2D34EF7-0CF1-4911-9963-1AAB54A90762}"/>
              </a:ext>
            </a:extLst>
          </p:cNvPr>
          <p:cNvSpPr>
            <a:spLocks noGrp="1"/>
          </p:cNvSpPr>
          <p:nvPr/>
        </p:nvSpPr>
        <p:spPr>
          <a:xfrm>
            <a:off x="1219200" y="2581275"/>
            <a:ext cx="2381250" cy="257175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R: Timeline &amp; Buffer / Evidence Read Port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1" name="Arev">
            <a:extLst>
              <a:ext uri="{FF2B5EF4-FFF2-40B4-BE49-F238E27FC236}">
                <ns2:creationId id="{39EE782A-9E89-4C51-8A40-5181B2273BB7}"/>
              </a:ext>
            </a:extLst>
          </p:cNvPr>
          <p:cNvSpPr>
            <a:spLocks noGrp="1"/>
          </p:cNvSpPr>
          <p:nvPr/>
        </p:nvSpPr>
        <p:spPr>
          <a:xfrm>
            <a:off x="4171950" y="2581275"/>
            <a:ext cx="2286000" cy="257175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Input Revision Control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2" name="Aapi">
            <a:extLst>
              <a:ext uri="{FF2B5EF4-FFF2-40B4-BE49-F238E27FC236}">
                <ns2:creationId id="{360A512B-630D-48D3-8857-DE1E881B8DC9}"/>
              </a:ext>
            </a:extLst>
          </p:cNvPr>
          <p:cNvSpPr>
            <a:spLocks noGrp="1"/>
          </p:cNvSpPr>
          <p:nvPr/>
        </p:nvSpPr>
        <p:spPr>
          <a:xfrm>
            <a:off x="7029450" y="2581275"/>
            <a:ext cx="2286000" cy="257175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M: Semantic API Client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3" name="Aport">
            <a:extLst>
              <a:ext uri="{FF2B5EF4-FFF2-40B4-BE49-F238E27FC236}">
                <ns2:creationId id="{A2BEB09A-147A-49A9-A18D-7315B071006A}"/>
              </a:ext>
            </a:extLst>
          </p:cNvPr>
          <p:cNvSpPr>
            <a:spLocks noGrp="1"/>
          </p:cNvSpPr>
          <p:nvPr/>
        </p:nvSpPr>
        <p:spPr>
          <a:xfrm>
            <a:off x="1238250" y="3476625"/>
            <a:ext cx="2476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Grounding Session Port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4" name="Aregistry">
            <a:extLst>
              <a:ext uri="{FF2B5EF4-FFF2-40B4-BE49-F238E27FC236}">
                <ns2:creationId id="{3809511E-B2D2-4E3D-BC8D-B5A343090ACC}"/>
              </a:ext>
            </a:extLst>
          </p:cNvPr>
          <p:cNvSpPr>
            <a:spLocks noGrp="1"/>
          </p:cNvSpPr>
          <p:nvPr/>
        </p:nvSpPr>
        <p:spPr>
          <a:xfrm>
            <a:off x="4019550" y="3486150"/>
            <a:ext cx="2428875" cy="333375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Grounding Attempt Registry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RevisionGate / 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5" name="Aadopt">
            <a:extLst>
              <a:ext uri="{FF2B5EF4-FFF2-40B4-BE49-F238E27FC236}">
                <ns2:creationId id="{5BDE354C-153C-4E0A-AD03-035BEEA551EE}"/>
              </a:ext>
            </a:extLst>
          </p:cNvPr>
          <p:cNvSpPr>
            <a:spLocks noGrp="1"/>
          </p:cNvSpPr>
          <p:nvPr/>
        </p:nvSpPr>
        <p:spPr>
          <a:xfrm>
            <a:off x="1266825" y="6762750"/>
            <a:ext cx="7858125" cy="257175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Controller / Adoption Control → State Store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6" name="Aports">
            <a:extLst>
              <a:ext uri="{FF2B5EF4-FFF2-40B4-BE49-F238E27FC236}">
                <ns2:creationId id="{0886F36B-FA77-463A-AE0C-BCA906A51746}"/>
              </a:ext>
            </a:extLst>
          </p:cNvPr>
          <p:cNvSpPr>
            <a:spLocks noGrp="1"/>
          </p:cNvSpPr>
          <p:nvPr/>
        </p:nvSpPr>
        <p:spPr>
          <a:xfrm>
            <a:off x="1219200" y="6505575"/>
            <a:ext cx="5191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공동 해석기가 R / M 사용. 유효 부분 재사용과 원본 확대 지원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7" name="As1-num">
            <a:extLst>
              <a:ext uri="{FF2B5EF4-FFF2-40B4-BE49-F238E27FC236}">
                <ns2:creationId id="{09BC59C7-9745-4CB2-ACA9-FC4864331969}"/>
              </a:ext>
            </a:extLst>
          </p:cNvPr>
          <p:cNvSpPr>
            <a:spLocks noGrp="1"/>
          </p:cNvSpPr>
          <p:nvPr/>
        </p:nvSpPr>
        <p:spPr>
          <a:xfrm>
            <a:off x="1238250" y="294322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8" name="As1-label">
            <a:extLst>
              <a:ext uri="{FF2B5EF4-FFF2-40B4-BE49-F238E27FC236}">
                <ns2:creationId id="{0CB37141-D67A-470C-8E06-E3AA0E36C1D0}"/>
              </a:ext>
            </a:extLst>
          </p:cNvPr>
          <p:cNvSpPr>
            <a:spLocks noGrp="1"/>
          </p:cNvSpPr>
          <p:nvPr/>
        </p:nvSpPr>
        <p:spPr>
          <a:xfrm>
            <a:off x="1447800" y="2933700"/>
            <a:ext cx="22860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 revision 먼저 등록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9" name="Araw">
            <a:extLst>
              <a:ext uri="{FF2B5EF4-FFF2-40B4-BE49-F238E27FC236}">
                <ns2:creationId id="{7ED2E527-795C-4F58-981E-E879AC1F1A65}"/>
              </a:ext>
            </a:extLst>
          </p:cNvPr>
          <p:cNvSpPr>
            <a:spLocks noGrp="1"/>
          </p:cNvSpPr>
          <p:nvPr/>
        </p:nvSpPr>
        <p:spPr>
          <a:xfrm>
            <a:off x="4133850" y="29337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원본: 음성 / 화면 / 포인터 경로 / native 선택 범위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0" name="Areader-port">
            <a:extLst>
              <a:ext uri="{FF2B5EF4-FFF2-40B4-BE49-F238E27FC236}">
                <ns2:creationId id="{C23E85D1-FA5E-43A9-8558-EE168B94DCF1}"/>
              </a:ext>
            </a:extLst>
          </p:cNvPr>
          <p:cNvSpPr>
            <a:spLocks noGrp="1"/>
          </p:cNvSpPr>
          <p:nvPr/>
        </p:nvSpPr>
        <p:spPr>
          <a:xfrm>
            <a:off x="1257300" y="6286500"/>
            <a:ext cx="4048125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R: Grounding Evidence Reader → Interaction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1" name="Amodel-port">
            <a:extLst>
              <a:ext uri="{FF2B5EF4-FFF2-40B4-BE49-F238E27FC236}">
                <ns2:creationId id="{87927BF1-2C6F-4C9E-971D-30EA1A47AA1E}"/>
              </a:ext>
            </a:extLst>
          </p:cNvPr>
          <p:cNvSpPr>
            <a:spLocks noGrp="1"/>
          </p:cNvSpPr>
          <p:nvPr/>
        </p:nvSpPr>
        <p:spPr>
          <a:xfrm>
            <a:off x="5410200" y="6286500"/>
            <a:ext cx="3857625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M: Grounding Model Port → Model Access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2" name="As6-num">
            <a:extLst>
              <a:ext uri="{FF2B5EF4-FFF2-40B4-BE49-F238E27FC236}">
                <ns2:creationId id="{1A3F61F3-F332-4F34-8D3C-AEA86C50C84E}"/>
              </a:ext>
            </a:extLst>
          </p:cNvPr>
          <p:cNvSpPr>
            <a:spLocks noGrp="1"/>
          </p:cNvSpPr>
          <p:nvPr/>
        </p:nvSpPr>
        <p:spPr>
          <a:xfrm>
            <a:off x="6600825" y="652462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3" name="As6-label">
            <a:extLst>
              <a:ext uri="{FF2B5EF4-FFF2-40B4-BE49-F238E27FC236}">
                <ns2:creationId id="{BD27D9FE-5885-41F6-BBE4-DBC05DD57592}"/>
              </a:ext>
            </a:extLst>
          </p:cNvPr>
          <p:cNvSpPr>
            <a:spLocks noGrp="1"/>
          </p:cNvSpPr>
          <p:nvPr/>
        </p:nvSpPr>
        <p:spPr>
          <a:xfrm>
            <a:off x="6810375" y="6515100"/>
            <a:ext cx="20955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현재성 검사 후 채택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4" name="Acontrol">
            <a:extLst>
              <a:ext uri="{FF2B5EF4-FFF2-40B4-BE49-F238E27FC236}">
                <ns2:creationId id="{0429EF42-EB0D-4D2D-8C73-73428C0F85D6}"/>
              </a:ext>
            </a:extLst>
          </p:cNvPr>
          <p:cNvSpPr>
            <a:spLocks noGrp="1"/>
          </p:cNvSpPr>
          <p:nvPr/>
        </p:nvSpPr>
        <p:spPr>
          <a:xfrm>
            <a:off x="1295400" y="4095750"/>
            <a:ext cx="2238375" cy="466725"/>
          </a:xfrm>
          <a:prstGeom prst="roundRect">
            <a:avLst>
              <a:gd name="adj" fmla="val 16327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Grounding Attempt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Control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5" name="Ainbox">
            <a:extLst>
              <a:ext uri="{FF2B5EF4-FFF2-40B4-BE49-F238E27FC236}">
                <ns2:creationId id="{22526657-CE2B-4BFB-96A6-E346030F1AC1}"/>
              </a:ext>
            </a:extLst>
          </p:cNvPr>
          <p:cNvSpPr>
            <a:spLocks noGrp="1"/>
          </p:cNvSpPr>
          <p:nvPr/>
        </p:nvSpPr>
        <p:spPr>
          <a:xfrm>
            <a:off x="6743700" y="3486150"/>
            <a:ext cx="2428875" cy="333375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Control / Completion Inbox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6" name="Aqueue">
            <a:extLst>
              <a:ext uri="{FF2B5EF4-FFF2-40B4-BE49-F238E27FC236}">
                <ns2:creationId id="{8328EB7A-9998-4CA4-BB1B-1B32FC1F40E8}"/>
              </a:ext>
            </a:extLst>
          </p:cNvPr>
          <p:cNvSpPr>
            <a:spLocks noGrp="1"/>
          </p:cNvSpPr>
          <p:nvPr/>
        </p:nvSpPr>
        <p:spPr>
          <a:xfrm>
            <a:off x="3886200" y="4124325"/>
            <a:ext cx="2143125" cy="390525"/>
          </a:xfrm>
          <a:prstGeom prst="roundRect">
            <a:avLst>
              <a:gd name="adj" fmla="val 19512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Joint Work Queue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7" name="Aworker">
            <a:extLst>
              <a:ext uri="{FF2B5EF4-FFF2-40B4-BE49-F238E27FC236}">
                <ns2:creationId id="{67B66FA2-893A-405C-8954-77D85C28C513}"/>
              </a:ext>
            </a:extLst>
          </p:cNvPr>
          <p:cNvSpPr>
            <a:spLocks noGrp="1"/>
          </p:cNvSpPr>
          <p:nvPr/>
        </p:nvSpPr>
        <p:spPr>
          <a:xfrm>
            <a:off x="6553200" y="4048125"/>
            <a:ext cx="2619375" cy="542925"/>
          </a:xfrm>
          <a:prstGeom prst="roundRect">
            <a:avLst>
              <a:gd name="adj" fmla="val 14035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Joint Grounding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Interpreter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8" name="Astate">
            <a:extLst>
              <a:ext uri="{FF2B5EF4-FFF2-40B4-BE49-F238E27FC236}">
                <ns2:creationId id="{AB3D62F5-D249-4F53-9BFE-9AD7C5686A8E}"/>
              </a:ext>
            </a:extLst>
          </p:cNvPr>
          <p:cNvSpPr>
            <a:spLocks noGrp="1"/>
          </p:cNvSpPr>
          <p:nvPr/>
        </p:nvSpPr>
        <p:spPr>
          <a:xfrm>
            <a:off x="6553200" y="5162550"/>
            <a:ext cx="2619375" cy="533400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Joint Grounding State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RAM: binding + 원본 dependency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9" name="Apatch">
            <a:extLst>
              <a:ext uri="{FF2B5EF4-FFF2-40B4-BE49-F238E27FC236}">
                <ns2:creationId id="{81CFEA1B-3AD4-4FE2-8BE4-B487FFEBA2DA}"/>
              </a:ext>
            </a:extLst>
          </p:cNvPr>
          <p:cNvSpPr>
            <a:spLocks noGrp="1"/>
          </p:cNvSpPr>
          <p:nvPr/>
        </p:nvSpPr>
        <p:spPr>
          <a:xfrm>
            <a:off x="1362075" y="5705475"/>
            <a:ext cx="476250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원본에서 대상과 binding 직접 생산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유효 범위 재사용, 일부만 patch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0" name="As2-num">
            <a:extLst>
              <a:ext uri="{FF2B5EF4-FFF2-40B4-BE49-F238E27FC236}">
                <ns2:creationId id="{8A4EF8FF-FF76-4D0A-BEFD-E861B46F1A02}"/>
              </a:ext>
            </a:extLst>
          </p:cNvPr>
          <p:cNvSpPr>
            <a:spLocks noGrp="1"/>
          </p:cNvSpPr>
          <p:nvPr/>
        </p:nvSpPr>
        <p:spPr>
          <a:xfrm>
            <a:off x="3790950" y="385762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1" name="As2-label">
            <a:extLst>
              <a:ext uri="{FF2B5EF4-FFF2-40B4-BE49-F238E27FC236}">
                <ns2:creationId id="{0BA7D85F-EB5F-4A42-9639-9DC6FB41A8C8}"/>
              </a:ext>
            </a:extLst>
          </p:cNvPr>
          <p:cNvSpPr>
            <a:spLocks noGrp="1"/>
          </p:cNvSpPr>
          <p:nvPr/>
        </p:nvSpPr>
        <p:spPr>
          <a:xfrm>
            <a:off x="4000500" y="3848100"/>
            <a:ext cx="12382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JointJob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2" name="As3-num">
            <a:extLst>
              <a:ext uri="{FF2B5EF4-FFF2-40B4-BE49-F238E27FC236}">
                <ns2:creationId id="{AFD0949B-317C-4838-BAF0-10EF59ECB4EB}"/>
              </a:ext>
            </a:extLst>
          </p:cNvPr>
          <p:cNvSpPr>
            <a:spLocks noGrp="1"/>
          </p:cNvSpPr>
          <p:nvPr/>
        </p:nvSpPr>
        <p:spPr>
          <a:xfrm>
            <a:off x="6743700" y="47148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3" name="As3-label">
            <a:extLst>
              <a:ext uri="{FF2B5EF4-FFF2-40B4-BE49-F238E27FC236}">
                <ns2:creationId id="{3FDCE48D-0D11-4B83-AFB8-3C1C23026AE3}"/>
              </a:ext>
            </a:extLst>
          </p:cNvPr>
          <p:cNvSpPr>
            <a:spLocks noGrp="1"/>
          </p:cNvSpPr>
          <p:nvPr/>
        </p:nvSpPr>
        <p:spPr>
          <a:xfrm>
            <a:off x="6953250" y="4705350"/>
            <a:ext cx="21907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 / M 원본 공동 해석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4" name="As4-num">
            <a:extLst>
              <a:ext uri="{FF2B5EF4-FFF2-40B4-BE49-F238E27FC236}">
                <ns2:creationId id="{F1D8D7A1-08D1-4AA7-A2A5-5C0BD7567C48}"/>
              </a:ext>
            </a:extLst>
          </p:cNvPr>
          <p:cNvSpPr>
            <a:spLocks noGrp="1"/>
          </p:cNvSpPr>
          <p:nvPr/>
        </p:nvSpPr>
        <p:spPr>
          <a:xfrm>
            <a:off x="6743700" y="49339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5" name="As4-label">
            <a:extLst>
              <a:ext uri="{FF2B5EF4-FFF2-40B4-BE49-F238E27FC236}">
                <ns2:creationId id="{6410F9C9-4EAF-4868-867D-E3C46FBF6C11}"/>
              </a:ext>
            </a:extLst>
          </p:cNvPr>
          <p:cNvSpPr>
            <a:spLocks noGrp="1"/>
          </p:cNvSpPr>
          <p:nvPr/>
        </p:nvSpPr>
        <p:spPr>
          <a:xfrm>
            <a:off x="6953250" y="4924425"/>
            <a:ext cx="17145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조건부 patch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6" name="As5-num">
            <a:extLst>
              <a:ext uri="{FF2B5EF4-FFF2-40B4-BE49-F238E27FC236}">
                <ns2:creationId id="{973F0512-EF76-4EF7-99AA-5BB4AE7DCDA2}"/>
              </a:ext>
            </a:extLst>
          </p:cNvPr>
          <p:cNvSpPr>
            <a:spLocks noGrp="1"/>
          </p:cNvSpPr>
          <p:nvPr/>
        </p:nvSpPr>
        <p:spPr>
          <a:xfrm>
            <a:off x="3743325" y="468630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7" name="As5-label">
            <a:extLst>
              <a:ext uri="{FF2B5EF4-FFF2-40B4-BE49-F238E27FC236}">
                <ns2:creationId id="{0201532F-C962-4106-BCAD-8E527F22EB13}"/>
              </a:ext>
            </a:extLst>
          </p:cNvPr>
          <p:cNvSpPr>
            <a:spLocks noGrp="1"/>
          </p:cNvSpPr>
          <p:nvPr/>
        </p:nvSpPr>
        <p:spPr>
          <a:xfrm>
            <a:off x="3952875" y="4676775"/>
            <a:ext cx="25717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완료 회수, 필요 시 원본 확대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8" name="Bscene">
            <a:extLst>
              <a:ext uri="{FF2B5EF4-FFF2-40B4-BE49-F238E27FC236}">
                <ns2:creationId id="{05F18D46-516D-47C7-90AF-0E5754C5BD5B}"/>
              </a:ext>
            </a:extLst>
          </p:cNvPr>
          <p:cNvSpPr>
            <a:spLocks noGrp="1"/>
          </p:cNvSpPr>
          <p:nvPr/>
        </p:nvSpPr>
        <p:spPr>
          <a:xfrm>
            <a:off x="9696450" y="1971675"/>
            <a:ext cx="8334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같은 입력: 두 그래프 지칭 후 “아래 것만, 처음 범위는 그대로”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9" name="Bcapture">
            <a:extLst>
              <a:ext uri="{FF2B5EF4-FFF2-40B4-BE49-F238E27FC236}">
                <ns2:creationId id="{EA6F5F7D-15A9-41DF-BAD2-1A554E5E9C84}"/>
              </a:ext>
            </a:extLst>
          </p:cNvPr>
          <p:cNvSpPr>
            <a:spLocks noGrp="1"/>
          </p:cNvSpPr>
          <p:nvPr/>
        </p:nvSpPr>
        <p:spPr>
          <a:xfrm>
            <a:off x="9791700" y="2581275"/>
            <a:ext cx="2381250" cy="257175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R: Timeline &amp; Buffer / Evidence Read Port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0" name="Brev">
            <a:extLst>
              <a:ext uri="{FF2B5EF4-FFF2-40B4-BE49-F238E27FC236}">
                <ns2:creationId id="{E3C9940E-881B-4786-B09E-C4BE3BBEFBD1}"/>
              </a:ext>
            </a:extLst>
          </p:cNvPr>
          <p:cNvSpPr>
            <a:spLocks noGrp="1"/>
          </p:cNvSpPr>
          <p:nvPr/>
        </p:nvSpPr>
        <p:spPr>
          <a:xfrm>
            <a:off x="12744450" y="2581275"/>
            <a:ext cx="2286000" cy="257175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Input Revision Control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1" name="Bapi">
            <a:extLst>
              <a:ext uri="{FF2B5EF4-FFF2-40B4-BE49-F238E27FC236}">
                <ns2:creationId id="{AE585EFC-C23C-45C2-887F-1498D836FA34}"/>
              </a:ext>
            </a:extLst>
          </p:cNvPr>
          <p:cNvSpPr>
            <a:spLocks noGrp="1"/>
          </p:cNvSpPr>
          <p:nvPr/>
        </p:nvSpPr>
        <p:spPr>
          <a:xfrm>
            <a:off x="15601950" y="2581275"/>
            <a:ext cx="2286000" cy="257175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M: Semantic API Client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2" name="Bport">
            <a:extLst>
              <a:ext uri="{FF2B5EF4-FFF2-40B4-BE49-F238E27FC236}">
                <ns2:creationId id="{75FF2726-1922-47CF-9815-FBA3DEB3827D}"/>
              </a:ext>
            </a:extLst>
          </p:cNvPr>
          <p:cNvSpPr>
            <a:spLocks noGrp="1"/>
          </p:cNvSpPr>
          <p:nvPr/>
        </p:nvSpPr>
        <p:spPr>
          <a:xfrm>
            <a:off x="9810750" y="3476625"/>
            <a:ext cx="24765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Grounding Session Port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3" name="Bregistry">
            <a:extLst>
              <a:ext uri="{FF2B5EF4-FFF2-40B4-BE49-F238E27FC236}">
                <ns2:creationId id="{85F7B92D-9FC3-4575-B590-B85D686F958D}"/>
              </a:ext>
            </a:extLst>
          </p:cNvPr>
          <p:cNvSpPr>
            <a:spLocks noGrp="1"/>
          </p:cNvSpPr>
          <p:nvPr/>
        </p:nvSpPr>
        <p:spPr>
          <a:xfrm>
            <a:off x="12592050" y="3486150"/>
            <a:ext cx="2428875" cy="333375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Grounding Attempt Registry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RevisionGate / 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4" name="Badopt">
            <a:extLst>
              <a:ext uri="{FF2B5EF4-FFF2-40B4-BE49-F238E27FC236}">
                <ns2:creationId id="{4C0D57C9-0DFE-443F-9475-1EB8A7D4FECD}"/>
              </a:ext>
            </a:extLst>
          </p:cNvPr>
          <p:cNvSpPr>
            <a:spLocks noGrp="1"/>
          </p:cNvSpPr>
          <p:nvPr/>
        </p:nvSpPr>
        <p:spPr>
          <a:xfrm>
            <a:off x="9839325" y="6762750"/>
            <a:ext cx="7858125" cy="257175"/>
          </a:xfrm>
          <a:prstGeom prst="roundRect">
            <a:avLst>
              <a:gd name="adj" fmla="val 2963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Controller / Adoption Control → State Store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5" name="Bports">
            <a:extLst>
              <a:ext uri="{FF2B5EF4-FFF2-40B4-BE49-F238E27FC236}">
                <ns2:creationId id="{52DA64A3-6AA5-4235-9D37-824A93A5E277}"/>
              </a:ext>
            </a:extLst>
          </p:cNvPr>
          <p:cNvSpPr>
            <a:spLocks noGrp="1"/>
          </p:cNvSpPr>
          <p:nvPr/>
        </p:nvSpPr>
        <p:spPr>
          <a:xfrm>
            <a:off x="9791700" y="6505575"/>
            <a:ext cx="51911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결합부는 게시 후보와 M 사용. 원본 재확장은 원 생산자가 수행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6" name="Bs1-num">
            <a:extLst>
              <a:ext uri="{FF2B5EF4-FFF2-40B4-BE49-F238E27FC236}">
                <ns2:creationId id="{44330238-64C4-4EEF-9D53-9B8159883112}"/>
              </a:ext>
            </a:extLst>
          </p:cNvPr>
          <p:cNvSpPr>
            <a:spLocks noGrp="1"/>
          </p:cNvSpPr>
          <p:nvPr/>
        </p:nvSpPr>
        <p:spPr>
          <a:xfrm>
            <a:off x="9810750" y="294322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7" name="Bs1-label">
            <a:extLst>
              <a:ext uri="{FF2B5EF4-FFF2-40B4-BE49-F238E27FC236}">
                <ns2:creationId id="{10497E99-5C4E-4BA5-954E-823B0B6C10CE}"/>
              </a:ext>
            </a:extLst>
          </p:cNvPr>
          <p:cNvSpPr>
            <a:spLocks noGrp="1"/>
          </p:cNvSpPr>
          <p:nvPr/>
        </p:nvSpPr>
        <p:spPr>
          <a:xfrm>
            <a:off x="10020300" y="2933700"/>
            <a:ext cx="22860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 revision 먼저 등록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8" name="Braw">
            <a:extLst>
              <a:ext uri="{FF2B5EF4-FFF2-40B4-BE49-F238E27FC236}">
                <ns2:creationId id="{784A300C-515E-4EF4-83ED-2C2016D9022E}"/>
              </a:ext>
            </a:extLst>
          </p:cNvPr>
          <p:cNvSpPr>
            <a:spLocks noGrp="1"/>
          </p:cNvSpPr>
          <p:nvPr/>
        </p:nvSpPr>
        <p:spPr>
          <a:xfrm>
            <a:off x="12706350" y="2933700"/>
            <a:ext cx="5238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원본: 음성 / 화면 / 포인터 경로 / native 선택 범위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9" name="Breader-port">
            <a:extLst>
              <a:ext uri="{FF2B5EF4-FFF2-40B4-BE49-F238E27FC236}">
                <ns2:creationId id="{B1AABE34-3433-4C3E-9451-D2F83C086067}"/>
              </a:ext>
            </a:extLst>
          </p:cNvPr>
          <p:cNvSpPr>
            <a:spLocks noGrp="1"/>
          </p:cNvSpPr>
          <p:nvPr/>
        </p:nvSpPr>
        <p:spPr>
          <a:xfrm>
            <a:off x="9829800" y="6286500"/>
            <a:ext cx="4048125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R: Grounding Evidence Reader → Interaction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0" name="Bmodel-port">
            <a:extLst>
              <a:ext uri="{FF2B5EF4-FFF2-40B4-BE49-F238E27FC236}">
                <ns2:creationId id="{FBE323A9-6649-4501-9615-0E2CC8F53276}"/>
              </a:ext>
            </a:extLst>
          </p:cNvPr>
          <p:cNvSpPr>
            <a:spLocks noGrp="1"/>
          </p:cNvSpPr>
          <p:nvPr/>
        </p:nvSpPr>
        <p:spPr>
          <a:xfrm>
            <a:off x="13982700" y="6286500"/>
            <a:ext cx="3857625" cy="19050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M: Grounding Model Port → Model Access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1" name="Bs6-num">
            <a:extLst>
              <a:ext uri="{FF2B5EF4-FFF2-40B4-BE49-F238E27FC236}">
                <ns2:creationId id="{3A216F20-7BBD-4D94-AA51-FE9B4CA1FD9A}"/>
              </a:ext>
            </a:extLst>
          </p:cNvPr>
          <p:cNvSpPr>
            <a:spLocks noGrp="1"/>
          </p:cNvSpPr>
          <p:nvPr/>
        </p:nvSpPr>
        <p:spPr>
          <a:xfrm>
            <a:off x="15173325" y="652462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2" name="Bs6-label">
            <a:extLst>
              <a:ext uri="{FF2B5EF4-FFF2-40B4-BE49-F238E27FC236}">
                <ns2:creationId id="{EAEC0837-6BB1-4548-ACB7-1656DCA6BA1D}"/>
              </a:ext>
            </a:extLst>
          </p:cNvPr>
          <p:cNvSpPr>
            <a:spLocks noGrp="1"/>
          </p:cNvSpPr>
          <p:nvPr/>
        </p:nvSpPr>
        <p:spPr>
          <a:xfrm>
            <a:off x="15382875" y="6515100"/>
            <a:ext cx="20955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현재성 검사 후 채택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3" name="Bcoord">
            <a:extLst>
              <a:ext uri="{FF2B5EF4-FFF2-40B4-BE49-F238E27FC236}">
                <ns2:creationId id="{8C5A9B30-9958-47FC-A8BA-16C11DB33814}"/>
              </a:ext>
            </a:extLst>
          </p:cNvPr>
          <p:cNvSpPr>
            <a:spLocks noGrp="1"/>
          </p:cNvSpPr>
          <p:nvPr/>
        </p:nvSpPr>
        <p:spPr>
          <a:xfrm>
            <a:off x="9867900" y="4114800"/>
            <a:ext cx="2190750" cy="438150"/>
          </a:xfrm>
          <a:prstGeom prst="roundRect">
            <a:avLst>
              <a:gd name="adj" fmla="val 17391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Grounding Coordinator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4" name="Binbox">
            <a:extLst>
              <a:ext uri="{FF2B5EF4-FFF2-40B4-BE49-F238E27FC236}">
                <ns2:creationId id="{412AA3B5-5FA9-4AFD-AB26-8B6C86B4758E}"/>
              </a:ext>
            </a:extLst>
          </p:cNvPr>
          <p:cNvSpPr>
            <a:spLocks noGrp="1"/>
          </p:cNvSpPr>
          <p:nvPr/>
        </p:nvSpPr>
        <p:spPr>
          <a:xfrm>
            <a:off x="15316200" y="3486150"/>
            <a:ext cx="2428875" cy="333375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Control / Completion Inbox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5" name="Bsq">
            <a:extLst>
              <a:ext uri="{FF2B5EF4-FFF2-40B4-BE49-F238E27FC236}">
                <ns2:creationId id="{E2DD2F14-FB94-4B8E-9EF4-1E3EFE863C9A}"/>
              </a:ext>
            </a:extLst>
          </p:cNvPr>
          <p:cNvSpPr>
            <a:spLocks noGrp="1"/>
          </p:cNvSpPr>
          <p:nvPr/>
        </p:nvSpPr>
        <p:spPr>
          <a:xfrm>
            <a:off x="12525375" y="4362450"/>
            <a:ext cx="2095500" cy="276225"/>
          </a:xfrm>
          <a:prstGeom prst="roundRect">
            <a:avLst>
              <a:gd name="adj" fmla="val 27586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Speech Work Queue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6" name="Bsw">
            <a:extLst>
              <a:ext uri="{FF2B5EF4-FFF2-40B4-BE49-F238E27FC236}">
                <ns2:creationId id="{FF1C2412-D6EC-49D5-87CE-938CB187BEB7}"/>
              </a:ext>
            </a:extLst>
          </p:cNvPr>
          <p:cNvSpPr>
            <a:spLocks noGrp="1"/>
          </p:cNvSpPr>
          <p:nvPr/>
        </p:nvSpPr>
        <p:spPr>
          <a:xfrm>
            <a:off x="12525375" y="4905375"/>
            <a:ext cx="2095500" cy="285750"/>
          </a:xfrm>
          <a:prstGeom prst="roundRect">
            <a:avLst>
              <a:gd name="adj" fmla="val 26667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Speech Worker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7" name="Bcq">
            <a:extLst>
              <a:ext uri="{FF2B5EF4-FFF2-40B4-BE49-F238E27FC236}">
                <ns2:creationId id="{F0A5FDB6-F5C2-4D34-A71A-18FDEA26E034}"/>
              </a:ext>
            </a:extLst>
          </p:cNvPr>
          <p:cNvSpPr>
            <a:spLocks noGrp="1"/>
          </p:cNvSpPr>
          <p:nvPr/>
        </p:nvSpPr>
        <p:spPr>
          <a:xfrm>
            <a:off x="15354300" y="4362450"/>
            <a:ext cx="2247900" cy="276225"/>
          </a:xfrm>
          <a:prstGeom prst="roundRect">
            <a:avLst>
              <a:gd name="adj" fmla="val 27586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Screen Work Queue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8" name="Bcw">
            <a:extLst>
              <a:ext uri="{FF2B5EF4-FFF2-40B4-BE49-F238E27FC236}">
                <ns2:creationId id="{AAEF73D1-B7C1-498F-9427-77F72F5994E7}"/>
              </a:ext>
            </a:extLst>
          </p:cNvPr>
          <p:cNvSpPr>
            <a:spLocks noGrp="1"/>
          </p:cNvSpPr>
          <p:nvPr/>
        </p:nvSpPr>
        <p:spPr>
          <a:xfrm>
            <a:off x="15354300" y="4905375"/>
            <a:ext cx="2247900" cy="285750"/>
          </a:xfrm>
          <a:prstGeom prst="roundRect">
            <a:avLst>
              <a:gd name="adj" fmla="val 26667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Screen Worker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9" name="Bspeech-rev">
            <a:extLst>
              <a:ext uri="{FF2B5EF4-FFF2-40B4-BE49-F238E27FC236}">
                <ns2:creationId id="{9452CFF2-E493-4FBD-964F-172C3658BD91}"/>
              </a:ext>
            </a:extLst>
          </p:cNvPr>
          <p:cNvSpPr>
            <a:spLocks noGrp="1"/>
          </p:cNvSpPr>
          <p:nvPr/>
        </p:nvSpPr>
        <p:spPr>
          <a:xfrm>
            <a:off x="12382500" y="5657850"/>
            <a:ext cx="2381250" cy="400050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Speech Candidate Revisions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0" name="Bscreen-rev">
            <a:extLst>
              <a:ext uri="{FF2B5EF4-FFF2-40B4-BE49-F238E27FC236}">
                <ns2:creationId id="{BB770ACD-41E9-4CF5-BD3B-9318591BC268}"/>
              </a:ext>
            </a:extLst>
          </p:cNvPr>
          <p:cNvSpPr>
            <a:spLocks noGrp="1"/>
          </p:cNvSpPr>
          <p:nvPr/>
        </p:nvSpPr>
        <p:spPr>
          <a:xfrm>
            <a:off x="15211425" y="5657850"/>
            <a:ext cx="2533650" cy="400050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Screen Candidate Revisions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1" name="Bbq">
            <a:extLst>
              <a:ext uri="{FF2B5EF4-FFF2-40B4-BE49-F238E27FC236}">
                <ns2:creationId id="{AC01FE69-5B4C-48BA-9770-ADCE8CCFE84F}"/>
              </a:ext>
            </a:extLst>
          </p:cNvPr>
          <p:cNvSpPr>
            <a:spLocks noGrp="1"/>
          </p:cNvSpPr>
          <p:nvPr/>
        </p:nvSpPr>
        <p:spPr>
          <a:xfrm>
            <a:off x="9867900" y="4924425"/>
            <a:ext cx="2190750" cy="295275"/>
          </a:xfrm>
          <a:prstGeom prst="roundRect">
            <a:avLst>
              <a:gd name="adj" fmla="val 25806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Binding Work Queue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2" name="Bbinding">
            <a:extLst>
              <a:ext uri="{FF2B5EF4-FFF2-40B4-BE49-F238E27FC236}">
                <ns2:creationId id="{3291A2F1-21FB-4159-A226-7B9170760C24}"/>
              </a:ext>
            </a:extLst>
          </p:cNvPr>
          <p:cNvSpPr>
            <a:spLocks noGrp="1"/>
          </p:cNvSpPr>
          <p:nvPr/>
        </p:nvSpPr>
        <p:spPr>
          <a:xfrm>
            <a:off x="9867900" y="5362575"/>
            <a:ext cx="2190750" cy="400050"/>
          </a:xfrm>
          <a:prstGeom prst="roundRect">
            <a:avLst>
              <a:gd name="adj" fmla="val 19048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Multimodal Binding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Resolver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3" name="Bbinding-state">
            <a:extLst>
              <a:ext uri="{FF2B5EF4-FFF2-40B4-BE49-F238E27FC236}">
                <ns2:creationId id="{30D70B0F-622D-4ED6-B10C-32F346FBBB55}"/>
              </a:ext>
            </a:extLst>
          </p:cNvPr>
          <p:cNvSpPr>
            <a:spLocks noGrp="1"/>
          </p:cNvSpPr>
          <p:nvPr/>
        </p:nvSpPr>
        <p:spPr>
          <a:xfrm>
            <a:off x="9867900" y="5876925"/>
            <a:ext cx="2190750" cy="238125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Binding Revision State / 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4" name="Bs2-num">
            <a:extLst>
              <a:ext uri="{FF2B5EF4-FFF2-40B4-BE49-F238E27FC236}">
                <ns2:creationId id="{0D49E1C6-D8E0-4B30-99AA-3C1FFF47344C}"/>
              </a:ext>
            </a:extLst>
          </p:cNvPr>
          <p:cNvSpPr>
            <a:spLocks noGrp="1"/>
          </p:cNvSpPr>
          <p:nvPr/>
        </p:nvSpPr>
        <p:spPr>
          <a:xfrm>
            <a:off x="12363450" y="38290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5" name="Bs2-label">
            <a:extLst>
              <a:ext uri="{FF2B5EF4-FFF2-40B4-BE49-F238E27FC236}">
                <ns2:creationId id="{81D880A4-0E59-4EF5-89A0-36E2CEB96FD4}"/>
              </a:ext>
            </a:extLst>
          </p:cNvPr>
          <p:cNvSpPr>
            <a:spLocks noGrp="1"/>
          </p:cNvSpPr>
          <p:nvPr/>
        </p:nvSpPr>
        <p:spPr>
          <a:xfrm>
            <a:off x="12573000" y="3819525"/>
            <a:ext cx="23812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두 생산 경로에 job 배정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6" name="Breads-speech">
            <a:extLst>
              <a:ext uri="{FF2B5EF4-FFF2-40B4-BE49-F238E27FC236}">
                <ns2:creationId id="{B7698B7B-3DFD-4D29-81C5-B0B3DDADBBDF}"/>
              </a:ext>
            </a:extLst>
          </p:cNvPr>
          <p:cNvSpPr>
            <a:spLocks noGrp="1"/>
          </p:cNvSpPr>
          <p:nvPr/>
        </p:nvSpPr>
        <p:spPr>
          <a:xfrm>
            <a:off x="12601575" y="46767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 / M 원본 읽기와 해석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7" name="Breads-screen">
            <a:extLst>
              <a:ext uri="{FF2B5EF4-FFF2-40B4-BE49-F238E27FC236}">
                <ns2:creationId id="{C31E9F98-05F6-4696-9A13-50ABE6188E27}"/>
              </a:ext>
            </a:extLst>
          </p:cNvPr>
          <p:cNvSpPr>
            <a:spLocks noGrp="1"/>
          </p:cNvSpPr>
          <p:nvPr/>
        </p:nvSpPr>
        <p:spPr>
          <a:xfrm>
            <a:off x="15430500" y="4676775"/>
            <a:ext cx="214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 / M 원본 읽기와 해석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8" name="Bs3-num">
            <a:extLst>
              <a:ext uri="{FF2B5EF4-FFF2-40B4-BE49-F238E27FC236}">
                <ns2:creationId id="{C95D24AE-A81F-4CDA-B54A-66D27796129F}"/>
              </a:ext>
            </a:extLst>
          </p:cNvPr>
          <p:cNvSpPr>
            <a:spLocks noGrp="1"/>
          </p:cNvSpPr>
          <p:nvPr/>
        </p:nvSpPr>
        <p:spPr>
          <a:xfrm>
            <a:off x="12401550" y="541020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9" name="Bs3-label">
            <a:extLst>
              <a:ext uri="{FF2B5EF4-FFF2-40B4-BE49-F238E27FC236}">
                <ns2:creationId id="{A1B39378-F652-4365-B46C-4942D81DAAE6}"/>
              </a:ext>
            </a:extLst>
          </p:cNvPr>
          <p:cNvSpPr>
            <a:spLocks noGrp="1"/>
          </p:cNvSpPr>
          <p:nvPr/>
        </p:nvSpPr>
        <p:spPr>
          <a:xfrm>
            <a:off x="12611100" y="5400675"/>
            <a:ext cx="2428875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생산자가 자기 후보 게시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0" name="Bs4-num">
            <a:extLst>
              <a:ext uri="{FF2B5EF4-FFF2-40B4-BE49-F238E27FC236}">
                <ns2:creationId id="{6AD18033-D0C9-4428-A316-2A7A74E6AABD}"/>
              </a:ext>
            </a:extLst>
          </p:cNvPr>
          <p:cNvSpPr>
            <a:spLocks noGrp="1"/>
          </p:cNvSpPr>
          <p:nvPr/>
        </p:nvSpPr>
        <p:spPr>
          <a:xfrm>
            <a:off x="9858375" y="461010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1" name="Bs4-label">
            <a:extLst>
              <a:ext uri="{FF2B5EF4-FFF2-40B4-BE49-F238E27FC236}">
                <ns2:creationId id="{D5363439-B5F1-4D0B-AC4B-BC4FD4177EFC}"/>
              </a:ext>
            </a:extLst>
          </p:cNvPr>
          <p:cNvSpPr>
            <a:spLocks noGrp="1"/>
          </p:cNvSpPr>
          <p:nvPr/>
        </p:nvSpPr>
        <p:spPr>
          <a:xfrm>
            <a:off x="10067925" y="4600575"/>
            <a:ext cx="2047875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후보 snapshot 확인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2" name="Bs5-num">
            <a:extLst>
              <a:ext uri="{FF2B5EF4-FFF2-40B4-BE49-F238E27FC236}">
                <ns2:creationId id="{A06EB2C2-A1EB-4E9C-83DC-6AE686CEA7D4}"/>
              </a:ext>
            </a:extLst>
          </p:cNvPr>
          <p:cNvSpPr>
            <a:spLocks noGrp="1"/>
          </p:cNvSpPr>
          <p:nvPr/>
        </p:nvSpPr>
        <p:spPr>
          <a:xfrm>
            <a:off x="15211425" y="541020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3" name="Bs5-label">
            <a:extLst>
              <a:ext uri="{FF2B5EF4-FFF2-40B4-BE49-F238E27FC236}">
                <ns2:creationId id="{371F9786-31F1-444D-AD77-BABF60E449C3}"/>
              </a:ext>
            </a:extLst>
          </p:cNvPr>
          <p:cNvSpPr>
            <a:spLocks noGrp="1"/>
          </p:cNvSpPr>
          <p:nvPr/>
        </p:nvSpPr>
        <p:spPr>
          <a:xfrm>
            <a:off x="15420975" y="5400675"/>
            <a:ext cx="22860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C62525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C62525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C62525"/>
                </a:solidFill>
                <a:latin typeface="Calibri"/>
                <a:ea typeface="Calibri"/>
                <a:cs typeface="Calibri"/>
              </a:rPr>
              <a:t>부족 후보는 원 생산자로</a:t>
            </a:r>
            <a:endParaRPr lang="ko-KR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val="269183228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aphicFrame>
        <p:nvGraphicFramePr>
          <p:cNvPr id="184" name="">
            <a:extLst>
              <a:ext uri="{FF2B5EF4-FFF2-40B4-BE49-F238E27FC236}">
                <ns2:creationId id="{40386CD9-E4E2-4789-8814-E3C9F14A13B1}"/>
              </a:ext>
            </a:extLst>
          </p:cNvPr>
          <p:cNvGraphicFramePr/>
          <p:nvPr/>
        </p:nvGraphicFramePr>
        <p:xfrm>
          <a:off x="114300" y="1466850"/>
          <a:ext cx="18059400" cy="8515350"/>
        </p:xfrm>
        <a:graphic>
          <a:graphicData uri="http://schemas.openxmlformats.org/drawingml/2006/table">
            <a:tbl>
              <a:tblPr firstRow="0" firstCol="0" bandRow="0"/>
              <a:tblGrid>
                <a:gridCol w="914400"/>
                <a:gridCol w="8572500"/>
                <a:gridCol w="8572500"/>
              </a:tblGrid>
              <a:tr h="43815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설계안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T w="12383">
                      <a:solidFill>
                        <a:srgbClr val="BFBFBF"/>
                      </a:solidFill>
                      <a:prstDash val="solid"/>
                    </a:lnT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(방안 A) 요청별 원본 조회와 조합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T w="12383">
                      <a:solidFill>
                        <a:srgbClr val="BFBFBF"/>
                      </a:solidFill>
                      <a:prstDash val="solid"/>
                    </a:lnT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(방안 B) 관계 사전 생산과 게시본 조회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T w="12383">
                      <a:solidFill>
                        <a:srgbClr val="BFBFBF"/>
                      </a:solidFill>
                      <a:prstDash val="solid"/>
                    </a:lnT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</a:tr>
              <a:tr h="518160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구조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t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t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t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장점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미사용 관계의 선행 생산 비용을 피함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(QA05↑)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추가 게시 저장과 생산 버퍼가 적음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(QA04↑, QA06↑)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준비된 과거 관계를 읽어 첫 응답을 앞당김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(QA01↑)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같은 관계가 반복되면 생산 결과를 여러 요청에서 재사용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단점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새로운 의미 관계는 첫 조회에서 원본과 함께 해석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(QA01↓)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사용하지 않는 관계도 생산 / 갱신 비용 발생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(QA05↓)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생산, 저장, 조회 계약과 추가 RAM을 유지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(QA04↓, QA06↓)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970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Trade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Off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Ari">
            <a:extLst>
              <a:ext uri="{FF2B5EF4-FFF2-40B4-BE49-F238E27FC236}">
                <ns2:creationId id="{F701ECF3-90B0-47CC-B632-A745532269F1}"/>
              </a:ext>
            </a:extLst>
          </p:cNvPr>
          <p:cNvSpPr>
            <a:spLocks noGrp="1"/>
          </p:cNvSpPr>
          <p:nvPr/>
        </p:nvSpPr>
        <p:spPr>
          <a:xfrm>
            <a:off x="1143000" y="2286000"/>
            <a:ext cx="2381250" cy="6000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Interpreter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" name="Arm">
            <a:extLst>
              <a:ext uri="{FF2B5EF4-FFF2-40B4-BE49-F238E27FC236}">
                <ns2:creationId id="{C7DDED1A-4888-4BAC-953D-29A4487160FF}"/>
              </a:ext>
            </a:extLst>
          </p:cNvPr>
          <p:cNvSpPr>
            <a:spLocks noGrp="1"/>
          </p:cNvSpPr>
          <p:nvPr/>
        </p:nvSpPr>
        <p:spPr>
          <a:xfrm>
            <a:off x="3981450" y="2286000"/>
            <a:ext cx="2571750" cy="6000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Response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Atm">
            <a:extLst>
              <a:ext uri="{FF2B5EF4-FFF2-40B4-BE49-F238E27FC236}">
                <ns2:creationId id="{5F035F54-6B54-48C1-A07A-E4B1A912EAC2}"/>
              </a:ext>
            </a:extLst>
          </p:cNvPr>
          <p:cNvSpPr>
            <a:spLocks noGrp="1"/>
          </p:cNvSpPr>
          <p:nvPr/>
        </p:nvSpPr>
        <p:spPr>
          <a:xfrm>
            <a:off x="7029450" y="2286000"/>
            <a:ext cx="2362200" cy="6000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" name="Acm">
            <a:extLst>
              <a:ext uri="{FF2B5EF4-FFF2-40B4-BE49-F238E27FC236}">
                <ns2:creationId id="{FC3ED9FD-33A2-4115-B3A9-14E69EA7696B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8248650" cy="33242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" name="Acomposer">
            <a:extLst>
              <a:ext uri="{FF2B5EF4-FFF2-40B4-BE49-F238E27FC236}">
                <ns2:creationId id="{41B1F9B8-8ED0-4355-849F-E5C46DCF88A5}"/>
              </a:ext>
            </a:extLst>
          </p:cNvPr>
          <p:cNvSpPr>
            <a:spLocks noGrp="1"/>
          </p:cNvSpPr>
          <p:nvPr/>
        </p:nvSpPr>
        <p:spPr>
          <a:xfrm>
            <a:off x="1304925" y="3467100"/>
            <a:ext cx="7924800" cy="1809750"/>
          </a:xfrm>
          <a:prstGeom prst="rect">
            <a:avLst/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 Composer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" name="Bri">
            <a:extLst>
              <a:ext uri="{FF2B5EF4-FFF2-40B4-BE49-F238E27FC236}">
                <ns2:creationId id="{46691D94-1543-40F0-9746-BB26FA47D033}"/>
              </a:ext>
            </a:extLst>
          </p:cNvPr>
          <p:cNvSpPr>
            <a:spLocks noGrp="1"/>
          </p:cNvSpPr>
          <p:nvPr/>
        </p:nvSpPr>
        <p:spPr>
          <a:xfrm>
            <a:off x="9715500" y="2286000"/>
            <a:ext cx="2381250" cy="6000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Interpreter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" name="Brm">
            <a:extLst>
              <a:ext uri="{FF2B5EF4-FFF2-40B4-BE49-F238E27FC236}">
                <ns2:creationId id="{D47AAD3F-A38D-45D0-8E8D-42476270B5B6}"/>
              </a:ext>
            </a:extLst>
          </p:cNvPr>
          <p:cNvSpPr>
            <a:spLocks noGrp="1"/>
          </p:cNvSpPr>
          <p:nvPr/>
        </p:nvSpPr>
        <p:spPr>
          <a:xfrm>
            <a:off x="12553950" y="2286000"/>
            <a:ext cx="2571750" cy="6000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Response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" name="Btm">
            <a:extLst>
              <a:ext uri="{FF2B5EF4-FFF2-40B4-BE49-F238E27FC236}">
                <ns2:creationId id="{4820E343-2DE7-4618-B2E2-89D9FC877ABD}"/>
              </a:ext>
            </a:extLst>
          </p:cNvPr>
          <p:cNvSpPr>
            <a:spLocks noGrp="1"/>
          </p:cNvSpPr>
          <p:nvPr/>
        </p:nvSpPr>
        <p:spPr>
          <a:xfrm>
            <a:off x="15601950" y="2286000"/>
            <a:ext cx="2362200" cy="6000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" name="Bcm">
            <a:extLst>
              <a:ext uri="{FF2B5EF4-FFF2-40B4-BE49-F238E27FC236}">
                <ns2:creationId id="{831E0023-085E-41AB-8BC0-231AF192ED51}"/>
              </a:ext>
            </a:extLst>
          </p:cNvPr>
          <p:cNvSpPr>
            <a:spLocks noGrp="1"/>
          </p:cNvSpPr>
          <p:nvPr/>
        </p:nvSpPr>
        <p:spPr>
          <a:xfrm>
            <a:off x="9715500" y="3143250"/>
            <a:ext cx="8248650" cy="33242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" name="Bpublisher">
            <a:extLst>
              <a:ext uri="{FF2B5EF4-FFF2-40B4-BE49-F238E27FC236}">
                <ns2:creationId id="{1EDBE311-06B3-40E5-A65D-822FD13961B6}"/>
              </a:ext>
            </a:extLst>
          </p:cNvPr>
          <p:cNvSpPr>
            <a:spLocks noGrp="1"/>
          </p:cNvSpPr>
          <p:nvPr/>
        </p:nvSpPr>
        <p:spPr>
          <a:xfrm>
            <a:off x="9867900" y="3476625"/>
            <a:ext cx="7934325" cy="1466850"/>
          </a:xfrm>
          <a:prstGeom prst="rect">
            <a:avLst/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Memory Publisher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" name="Breader">
            <a:extLst>
              <a:ext uri="{FF2B5EF4-FFF2-40B4-BE49-F238E27FC236}">
                <ns2:creationId id="{CC8F7DF5-D90A-4DAB-9DC1-006BB2DBA7B6}"/>
              </a:ext>
            </a:extLst>
          </p:cNvPr>
          <p:cNvSpPr>
            <a:spLocks noGrp="1"/>
          </p:cNvSpPr>
          <p:nvPr/>
        </p:nvSpPr>
        <p:spPr>
          <a:xfrm>
            <a:off x="9867900" y="5800725"/>
            <a:ext cx="7934325" cy="542925"/>
          </a:xfrm>
          <a:prstGeom prst="rect">
            <a:avLst/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Evidence Reader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" name="title-rule">
            <a:extLst>
              <a:ext uri="{FF2B5EF4-FFF2-40B4-BE49-F238E27FC236}">
                <ns2:creationId id="{F4B688B6-E19C-4485-A515-0E9F0200CDF1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7335500" cy="953"/>
          </a:xfrm>
          <a:custGeom>
            <a:pathLst>
              <a:path w="17335500" h="953">
                <a:moveTo>
                  <a:pt x="0" y="0"/>
                </a:moveTo>
                <a:lnTo>
                  <a:pt x="17335500" y="0"/>
                </a:lnTo>
              </a:path>
            </a:pathLst>
          </a:custGeom>
          <a:noFill/>
          <a:ln w="19050">
            <a:solidFill>
              <a:srgbClr val="A8A8A8"/>
            </a:solidFill>
            <a:prstDash val="solid"/>
          </a:ln>
        </p:spPr>
      </p:sp>
      <p:sp>
        <p:nvSpPr>
          <p:cNvPr id="14" name="legend-call">
            <a:extLst>
              <a:ext uri="{FF2B5EF4-FFF2-40B4-BE49-F238E27FC236}">
                <ns2:creationId id="{034D725B-8870-484F-A3B9-738121190D48}"/>
              </a:ext>
            </a:extLst>
          </p:cNvPr>
          <p:cNvSpPr>
            <a:spLocks noGrp="1"/>
          </p:cNvSpPr>
          <p:nvPr/>
        </p:nvSpPr>
        <p:spPr>
          <a:xfrm>
            <a:off x="228600" y="5362575"/>
            <a:ext cx="666750" cy="953"/>
          </a:xfrm>
          <a:custGeom>
            <a:pathLst>
              <a:path w="666750" h="953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5" name="legend-call-arrow">
            <a:extLst>
              <a:ext uri="{FF2B5EF4-FFF2-40B4-BE49-F238E27FC236}">
                <ns2:creationId id="{C4132853-CA2E-4AF9-9DCA-9726994534AD}"/>
              </a:ext>
            </a:extLst>
          </p:cNvPr>
          <p:cNvSpPr>
            <a:spLocks noGrp="1"/>
          </p:cNvSpPr>
          <p:nvPr/>
        </p:nvSpPr>
        <p:spPr>
          <a:xfrm>
            <a:off x="826736" y="5329431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6" name="legend-return">
            <a:extLst>
              <a:ext uri="{FF2B5EF4-FFF2-40B4-BE49-F238E27FC236}">
                <ns2:creationId id="{0BCD2B40-339F-4D1F-AB96-B94973373842}"/>
              </a:ext>
            </a:extLst>
          </p:cNvPr>
          <p:cNvSpPr>
            <a:spLocks noGrp="1"/>
          </p:cNvSpPr>
          <p:nvPr/>
        </p:nvSpPr>
        <p:spPr>
          <a:xfrm>
            <a:off x="228600" y="5924550"/>
            <a:ext cx="666750" cy="953"/>
          </a:xfrm>
          <a:custGeom>
            <a:pathLst>
              <a:path w="666750" h="953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17" name="legend-return-arrow">
            <a:extLst>
              <a:ext uri="{FF2B5EF4-FFF2-40B4-BE49-F238E27FC236}">
                <ns2:creationId id="{E48ADE38-13BF-491C-9032-8E12F21ECD46}"/>
              </a:ext>
            </a:extLst>
          </p:cNvPr>
          <p:cNvSpPr>
            <a:spLocks noGrp="1"/>
          </p:cNvSpPr>
          <p:nvPr/>
        </p:nvSpPr>
        <p:spPr>
          <a:xfrm>
            <a:off x="826736" y="589140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8" name="Aquery">
            <a:extLst>
              <a:ext uri="{FF2B5EF4-FFF2-40B4-BE49-F238E27FC236}">
                <ns2:creationId id="{8BC5D439-B70A-4E20-B13B-5834B7A26541}"/>
              </a:ext>
            </a:extLst>
          </p:cNvPr>
          <p:cNvSpPr>
            <a:spLocks noGrp="1"/>
          </p:cNvSpPr>
          <p:nvPr/>
        </p:nvSpPr>
        <p:spPr>
          <a:xfrm>
            <a:off x="2324100" y="2886075"/>
            <a:ext cx="953" cy="971550"/>
          </a:xfrm>
          <a:custGeom>
            <a:pathLst>
              <a:path w="953" h="971550">
                <a:moveTo>
                  <a:pt x="0" y="0"/>
                </a:moveTo>
                <a:lnTo>
                  <a:pt x="0" y="9715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19" name="Aquery-arrow">
            <a:extLst>
              <a:ext uri="{FF2B5EF4-FFF2-40B4-BE49-F238E27FC236}">
                <ns2:creationId id="{B7F88992-D18F-4282-A096-B4213A165729}"/>
              </a:ext>
            </a:extLst>
          </p:cNvPr>
          <p:cNvSpPr>
            <a:spLocks noGrp="1"/>
          </p:cNvSpPr>
          <p:nvPr/>
        </p:nvSpPr>
        <p:spPr>
          <a:xfrm>
            <a:off x="2290956" y="378901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0" name="Aread">
            <a:extLst>
              <a:ext uri="{FF2B5EF4-FFF2-40B4-BE49-F238E27FC236}">
                <ns2:creationId id="{F5ED924E-7B27-47E1-AA31-44739606BBD7}"/>
              </a:ext>
            </a:extLst>
          </p:cNvPr>
          <p:cNvSpPr>
            <a:spLocks noGrp="1"/>
          </p:cNvSpPr>
          <p:nvPr/>
        </p:nvSpPr>
        <p:spPr>
          <a:xfrm>
            <a:off x="3590925" y="4076700"/>
            <a:ext cx="561975" cy="953"/>
          </a:xfrm>
          <a:custGeom>
            <a:pathLst>
              <a:path w="561975" h="953">
                <a:moveTo>
                  <a:pt x="0" y="0"/>
                </a:moveTo>
                <a:lnTo>
                  <a:pt x="5619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1" name="Aread-arrow">
            <a:extLst>
              <a:ext uri="{FF2B5EF4-FFF2-40B4-BE49-F238E27FC236}">
                <ns2:creationId id="{1FF1E482-CA36-4CA9-BD1E-2FFAD672135E}"/>
              </a:ext>
            </a:extLst>
          </p:cNvPr>
          <p:cNvSpPr>
            <a:spLocks noGrp="1"/>
          </p:cNvSpPr>
          <p:nvPr/>
        </p:nvSpPr>
        <p:spPr>
          <a:xfrm>
            <a:off x="4084286" y="404355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2" name="Aread-rm">
            <a:extLst>
              <a:ext uri="{FF2B5EF4-FFF2-40B4-BE49-F238E27FC236}">
                <ns2:creationId id="{EC05C58E-2D48-4751-9166-0172C36693D2}"/>
              </a:ext>
            </a:extLst>
          </p:cNvPr>
          <p:cNvSpPr>
            <a:spLocks noGrp="1"/>
          </p:cNvSpPr>
          <p:nvPr/>
        </p:nvSpPr>
        <p:spPr>
          <a:xfrm>
            <a:off x="4933950" y="2886075"/>
            <a:ext cx="953" cy="971550"/>
          </a:xfrm>
          <a:custGeom>
            <a:pathLst>
              <a:path w="953" h="971550">
                <a:moveTo>
                  <a:pt x="0" y="97155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3" name="Aread-rm-arrow">
            <a:extLst>
              <a:ext uri="{FF2B5EF4-FFF2-40B4-BE49-F238E27FC236}">
                <ns2:creationId id="{CE1D7969-4DE1-429C-8653-CCEF5A9FABB2}"/>
              </a:ext>
            </a:extLst>
          </p:cNvPr>
          <p:cNvSpPr>
            <a:spLocks noGrp="1"/>
          </p:cNvSpPr>
          <p:nvPr/>
        </p:nvSpPr>
        <p:spPr>
          <a:xfrm>
            <a:off x="4900806" y="288607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4" name="Arm-return">
            <a:extLst>
              <a:ext uri="{FF2B5EF4-FFF2-40B4-BE49-F238E27FC236}">
                <ns2:creationId id="{48934E55-7A15-4D73-A7A1-2EF52A86DAD4}"/>
              </a:ext>
            </a:extLst>
          </p:cNvPr>
          <p:cNvSpPr>
            <a:spLocks noGrp="1"/>
          </p:cNvSpPr>
          <p:nvPr/>
        </p:nvSpPr>
        <p:spPr>
          <a:xfrm>
            <a:off x="5505450" y="2886075"/>
            <a:ext cx="953" cy="971550"/>
          </a:xfrm>
          <a:custGeom>
            <a:pathLst>
              <a:path w="953" h="971550">
                <a:moveTo>
                  <a:pt x="0" y="0"/>
                </a:moveTo>
                <a:lnTo>
                  <a:pt x="0" y="97155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25" name="Arm-return-arrow">
            <a:extLst>
              <a:ext uri="{FF2B5EF4-FFF2-40B4-BE49-F238E27FC236}">
                <ns2:creationId id="{05B218B1-0A9D-48B0-B785-B1B1FAA8E54E}"/>
              </a:ext>
            </a:extLst>
          </p:cNvPr>
          <p:cNvSpPr>
            <a:spLocks noGrp="1"/>
          </p:cNvSpPr>
          <p:nvPr/>
        </p:nvSpPr>
        <p:spPr>
          <a:xfrm>
            <a:off x="5472306" y="378901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6" name="Aread-tm">
            <a:extLst>
              <a:ext uri="{FF2B5EF4-FFF2-40B4-BE49-F238E27FC236}">
                <ns2:creationId id="{4E300135-72F7-4FC6-B10C-B2BCF4D7BD32}"/>
              </a:ext>
            </a:extLst>
          </p:cNvPr>
          <p:cNvSpPr>
            <a:spLocks noGrp="1"/>
          </p:cNvSpPr>
          <p:nvPr/>
        </p:nvSpPr>
        <p:spPr>
          <a:xfrm>
            <a:off x="5981700" y="2886075"/>
            <a:ext cx="2000250" cy="971550"/>
          </a:xfrm>
          <a:custGeom>
            <a:pathLst>
              <a:path w="2000250" h="971550">
                <a:moveTo>
                  <a:pt x="0" y="971550"/>
                </a:moveTo>
                <a:lnTo>
                  <a:pt x="0" y="133350"/>
                </a:lnTo>
                <a:lnTo>
                  <a:pt x="2000250" y="133350"/>
                </a:lnTo>
                <a:lnTo>
                  <a:pt x="200025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7" name="Aread-tm-arrow">
            <a:extLst>
              <a:ext uri="{FF2B5EF4-FFF2-40B4-BE49-F238E27FC236}">
                <ns2:creationId id="{EF7F8503-C779-4FF7-9853-72021B125996}"/>
              </a:ext>
            </a:extLst>
          </p:cNvPr>
          <p:cNvSpPr>
            <a:spLocks noGrp="1"/>
          </p:cNvSpPr>
          <p:nvPr/>
        </p:nvSpPr>
        <p:spPr>
          <a:xfrm>
            <a:off x="7948806" y="288607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8" name="Atm-return">
            <a:extLst>
              <a:ext uri="{FF2B5EF4-FFF2-40B4-BE49-F238E27FC236}">
                <ns2:creationId id="{09FD6A06-B785-4009-984F-1AD54BCC7DC3}"/>
              </a:ext>
            </a:extLst>
          </p:cNvPr>
          <p:cNvSpPr>
            <a:spLocks noGrp="1"/>
          </p:cNvSpPr>
          <p:nvPr/>
        </p:nvSpPr>
        <p:spPr>
          <a:xfrm>
            <a:off x="6267450" y="2886075"/>
            <a:ext cx="2381250" cy="971550"/>
          </a:xfrm>
          <a:custGeom>
            <a:pathLst>
              <a:path w="2381250" h="971550">
                <a:moveTo>
                  <a:pt x="2381250" y="0"/>
                </a:moveTo>
                <a:lnTo>
                  <a:pt x="2381250" y="180975"/>
                </a:lnTo>
                <a:lnTo>
                  <a:pt x="0" y="180975"/>
                </a:lnTo>
                <a:lnTo>
                  <a:pt x="0" y="97155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29" name="Atm-return-arrow">
            <a:extLst>
              <a:ext uri="{FF2B5EF4-FFF2-40B4-BE49-F238E27FC236}">
                <ns2:creationId id="{B4EE1CC2-7D99-43A4-9B6C-1F4B44432BFE}"/>
              </a:ext>
            </a:extLst>
          </p:cNvPr>
          <p:cNvSpPr>
            <a:spLocks noGrp="1"/>
          </p:cNvSpPr>
          <p:nvPr/>
        </p:nvSpPr>
        <p:spPr>
          <a:xfrm>
            <a:off x="6234306" y="378901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0" name="Aread-state">
            <a:extLst>
              <a:ext uri="{FF2B5EF4-FFF2-40B4-BE49-F238E27FC236}">
                <ns2:creationId id="{50CFE4BF-BAE0-45BA-9C84-BB2B66E85D18}"/>
              </a:ext>
            </a:extLst>
          </p:cNvPr>
          <p:cNvSpPr>
            <a:spLocks noGrp="1"/>
          </p:cNvSpPr>
          <p:nvPr/>
        </p:nvSpPr>
        <p:spPr>
          <a:xfrm>
            <a:off x="5219700" y="4295775"/>
            <a:ext cx="953" cy="495300"/>
          </a:xfrm>
          <a:custGeom>
            <a:pathLst>
              <a:path w="953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1" name="Aread-state-arrow">
            <a:extLst>
              <a:ext uri="{FF2B5EF4-FFF2-40B4-BE49-F238E27FC236}">
                <ns2:creationId id="{8594743F-49BD-44D3-B348-4801F5350EE8}"/>
              </a:ext>
            </a:extLst>
          </p:cNvPr>
          <p:cNvSpPr>
            <a:spLocks noGrp="1"/>
          </p:cNvSpPr>
          <p:nvPr/>
        </p:nvSpPr>
        <p:spPr>
          <a:xfrm>
            <a:off x="5186556" y="472246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2" name="Abundle">
            <a:extLst>
              <a:ext uri="{FF2B5EF4-FFF2-40B4-BE49-F238E27FC236}">
                <ns2:creationId id="{86444294-153F-49B0-91DC-191CCB90DC5A}"/>
              </a:ext>
            </a:extLst>
          </p:cNvPr>
          <p:cNvSpPr>
            <a:spLocks noGrp="1"/>
          </p:cNvSpPr>
          <p:nvPr/>
        </p:nvSpPr>
        <p:spPr>
          <a:xfrm>
            <a:off x="6296025" y="4076700"/>
            <a:ext cx="542925" cy="895350"/>
          </a:xfrm>
          <a:custGeom>
            <a:pathLst>
              <a:path w="542925" h="895350">
                <a:moveTo>
                  <a:pt x="0" y="895350"/>
                </a:moveTo>
                <a:lnTo>
                  <a:pt x="257175" y="895350"/>
                </a:lnTo>
                <a:lnTo>
                  <a:pt x="257175" y="0"/>
                </a:lnTo>
                <a:lnTo>
                  <a:pt x="54292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3" name="Abundle-arrow">
            <a:extLst>
              <a:ext uri="{FF2B5EF4-FFF2-40B4-BE49-F238E27FC236}">
                <ns2:creationId id="{E9D61952-3C69-4EF2-B2AD-D40951A36B4D}"/>
              </a:ext>
            </a:extLst>
          </p:cNvPr>
          <p:cNvSpPr>
            <a:spLocks noGrp="1"/>
          </p:cNvSpPr>
          <p:nvPr/>
        </p:nvSpPr>
        <p:spPr>
          <a:xfrm>
            <a:off x="6770336" y="404355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4" name="Ajob-state">
            <a:extLst>
              <a:ext uri="{FF2B5EF4-FFF2-40B4-BE49-F238E27FC236}">
                <ns2:creationId id="{7378CC9B-B7D1-4EBF-B5FE-CBD28131CEFB}"/>
              </a:ext>
            </a:extLst>
          </p:cNvPr>
          <p:cNvSpPr>
            <a:spLocks noGrp="1"/>
          </p:cNvSpPr>
          <p:nvPr/>
        </p:nvSpPr>
        <p:spPr>
          <a:xfrm>
            <a:off x="7981950" y="4295775"/>
            <a:ext cx="953" cy="495300"/>
          </a:xfrm>
          <a:custGeom>
            <a:pathLst>
              <a:path w="953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35" name="Ajob-state-arrow">
            <a:extLst>
              <a:ext uri="{FF2B5EF4-FFF2-40B4-BE49-F238E27FC236}">
                <ns2:creationId id="{A6171F75-79BE-4BC7-9AC4-34CAA81D0FC2}"/>
              </a:ext>
            </a:extLst>
          </p:cNvPr>
          <p:cNvSpPr>
            <a:spLocks noGrp="1"/>
          </p:cNvSpPr>
          <p:nvPr/>
        </p:nvSpPr>
        <p:spPr>
          <a:xfrm>
            <a:off x="7948806" y="472246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6" name="Aresult">
            <a:extLst>
              <a:ext uri="{FF2B5EF4-FFF2-40B4-BE49-F238E27FC236}">
                <ns2:creationId id="{98D68AFF-33CF-44BB-8D13-230A63927F2B}"/>
              </a:ext>
            </a:extLst>
          </p:cNvPr>
          <p:cNvSpPr>
            <a:spLocks noGrp="1"/>
          </p:cNvSpPr>
          <p:nvPr/>
        </p:nvSpPr>
        <p:spPr>
          <a:xfrm>
            <a:off x="3524250" y="2714625"/>
            <a:ext cx="5762625" cy="1362075"/>
          </a:xfrm>
          <a:custGeom>
            <a:pathLst>
              <a:path w="5762625" h="1362075">
                <a:moveTo>
                  <a:pt x="5553075" y="1362075"/>
                </a:moveTo>
                <a:lnTo>
                  <a:pt x="5762625" y="1362075"/>
                </a:lnTo>
                <a:lnTo>
                  <a:pt x="5762625" y="619125"/>
                </a:lnTo>
                <a:lnTo>
                  <a:pt x="171450" y="619125"/>
                </a:lnTo>
                <a:lnTo>
                  <a:pt x="171450" y="0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37" name="Aresult-arrow">
            <a:extLst>
              <a:ext uri="{FF2B5EF4-FFF2-40B4-BE49-F238E27FC236}">
                <ns2:creationId id="{B22EC590-3FC3-410B-B469-C5481E95F9C5}"/>
              </a:ext>
            </a:extLst>
          </p:cNvPr>
          <p:cNvSpPr>
            <a:spLocks noGrp="1"/>
          </p:cNvSpPr>
          <p:nvPr/>
        </p:nvSpPr>
        <p:spPr>
          <a:xfrm>
            <a:off x="3524250" y="2681481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8" name="Acache-read">
            <a:extLst>
              <a:ext uri="{FF2B5EF4-FFF2-40B4-BE49-F238E27FC236}">
                <ns2:creationId id="{2B8B4315-A7A6-43B3-8ED2-4C4BBE1BF011}"/>
              </a:ext>
            </a:extLst>
          </p:cNvPr>
          <p:cNvSpPr>
            <a:spLocks noGrp="1"/>
          </p:cNvSpPr>
          <p:nvPr/>
        </p:nvSpPr>
        <p:spPr>
          <a:xfrm>
            <a:off x="2266950" y="4295775"/>
            <a:ext cx="953" cy="1457325"/>
          </a:xfrm>
          <a:custGeom>
            <a:pathLst>
              <a:path w="953" h="1457325">
                <a:moveTo>
                  <a:pt x="0" y="0"/>
                </a:moveTo>
                <a:lnTo>
                  <a:pt x="0" y="145732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9" name="Acache-read-arrow">
            <a:extLst>
              <a:ext uri="{FF2B5EF4-FFF2-40B4-BE49-F238E27FC236}">
                <ns2:creationId id="{26F82E1D-96DE-4AD4-8BFC-96AC34DEA83D}"/>
              </a:ext>
            </a:extLst>
          </p:cNvPr>
          <p:cNvSpPr>
            <a:spLocks noGrp="1"/>
          </p:cNvSpPr>
          <p:nvPr/>
        </p:nvSpPr>
        <p:spPr>
          <a:xfrm>
            <a:off x="2233806" y="56844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0" name="Acache-return">
            <a:extLst>
              <a:ext uri="{FF2B5EF4-FFF2-40B4-BE49-F238E27FC236}">
                <ns2:creationId id="{462EBD91-F60B-4468-875C-9A1D728AA506}"/>
              </a:ext>
            </a:extLst>
          </p:cNvPr>
          <p:cNvSpPr>
            <a:spLocks noGrp="1"/>
          </p:cNvSpPr>
          <p:nvPr/>
        </p:nvSpPr>
        <p:spPr>
          <a:xfrm>
            <a:off x="2781300" y="4295775"/>
            <a:ext cx="953" cy="1457325"/>
          </a:xfrm>
          <a:custGeom>
            <a:pathLst>
              <a:path w="953" h="1457325">
                <a:moveTo>
                  <a:pt x="0" y="1457325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41" name="Acache-return-arrow">
            <a:extLst>
              <a:ext uri="{FF2B5EF4-FFF2-40B4-BE49-F238E27FC236}">
                <ns2:creationId id="{D534B28D-B9F5-4FF7-80F0-78D21F1C2C61}"/>
              </a:ext>
            </a:extLst>
          </p:cNvPr>
          <p:cNvSpPr>
            <a:spLocks noGrp="1"/>
          </p:cNvSpPr>
          <p:nvPr/>
        </p:nvSpPr>
        <p:spPr>
          <a:xfrm>
            <a:off x="2748156" y="429577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2" name="Ainvalidate">
            <a:extLst>
              <a:ext uri="{FF2B5EF4-FFF2-40B4-BE49-F238E27FC236}">
                <ns2:creationId id="{27AA881C-1D69-4A57-943E-27A31DBBA3A2}"/>
              </a:ext>
            </a:extLst>
          </p:cNvPr>
          <p:cNvSpPr>
            <a:spLocks noGrp="1"/>
          </p:cNvSpPr>
          <p:nvPr/>
        </p:nvSpPr>
        <p:spPr>
          <a:xfrm>
            <a:off x="6296025" y="5981700"/>
            <a:ext cx="542925" cy="953"/>
          </a:xfrm>
          <a:custGeom>
            <a:pathLst>
              <a:path w="542925" h="953">
                <a:moveTo>
                  <a:pt x="542925" y="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C62525"/>
            </a:solidFill>
            <a:prstDash val="dash"/>
          </a:ln>
        </p:spPr>
      </p:sp>
      <p:sp>
        <p:nvSpPr>
          <p:cNvPr id="43" name="Ainvalidate-arrow">
            <a:extLst>
              <a:ext uri="{FF2B5EF4-FFF2-40B4-BE49-F238E27FC236}">
                <ns2:creationId id="{288DFC4B-C80A-4992-9B3F-5C8C4AF82C7B}"/>
              </a:ext>
            </a:extLst>
          </p:cNvPr>
          <p:cNvSpPr>
            <a:spLocks noGrp="1"/>
          </p:cNvSpPr>
          <p:nvPr/>
        </p:nvSpPr>
        <p:spPr>
          <a:xfrm>
            <a:off x="6296025" y="59485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C62525"/>
            </a:solidFill>
            <a:prstDash val="solid"/>
          </a:ln>
        </p:spPr>
      </p:sp>
      <p:sp>
        <p:nvSpPr>
          <p:cNvPr id="44" name="Ainvalidate-cache">
            <a:extLst>
              <a:ext uri="{FF2B5EF4-FFF2-40B4-BE49-F238E27FC236}">
                <ns2:creationId id="{BADD3878-D55B-492F-9A1D-773D28F565B1}"/>
              </a:ext>
            </a:extLst>
          </p:cNvPr>
          <p:cNvSpPr>
            <a:spLocks noGrp="1"/>
          </p:cNvSpPr>
          <p:nvPr/>
        </p:nvSpPr>
        <p:spPr>
          <a:xfrm>
            <a:off x="3590925" y="5981700"/>
            <a:ext cx="561975" cy="953"/>
          </a:xfrm>
          <a:custGeom>
            <a:pathLst>
              <a:path w="561975" h="953">
                <a:moveTo>
                  <a:pt x="561975" y="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C62525"/>
            </a:solidFill>
            <a:prstDash val="dash"/>
          </a:ln>
        </p:spPr>
      </p:sp>
      <p:sp>
        <p:nvSpPr>
          <p:cNvPr id="45" name="Ainvalidate-cache-arrow">
            <a:extLst>
              <a:ext uri="{FF2B5EF4-FFF2-40B4-BE49-F238E27FC236}">
                <ns2:creationId id="{C9CC7CD0-F295-4E52-9CAE-8142D203AF7C}"/>
              </a:ext>
            </a:extLst>
          </p:cNvPr>
          <p:cNvSpPr>
            <a:spLocks noGrp="1"/>
          </p:cNvSpPr>
          <p:nvPr/>
        </p:nvSpPr>
        <p:spPr>
          <a:xfrm>
            <a:off x="3590925" y="59485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C62525"/>
            </a:solidFill>
            <a:prstDash val="solid"/>
          </a:ln>
        </p:spPr>
      </p:sp>
      <p:sp>
        <p:nvSpPr>
          <p:cNvPr id="46" name="Ainvalidate-job">
            <a:extLst>
              <a:ext uri="{FF2B5EF4-FFF2-40B4-BE49-F238E27FC236}">
                <ns2:creationId id="{E723C85C-B300-4DC5-B562-BC1A981633FC}"/>
              </a:ext>
            </a:extLst>
          </p:cNvPr>
          <p:cNvSpPr>
            <a:spLocks noGrp="1"/>
          </p:cNvSpPr>
          <p:nvPr/>
        </p:nvSpPr>
        <p:spPr>
          <a:xfrm>
            <a:off x="5219700" y="5162550"/>
            <a:ext cx="2762250" cy="590550"/>
          </a:xfrm>
          <a:custGeom>
            <a:pathLst>
              <a:path w="2762250" h="590550">
                <a:moveTo>
                  <a:pt x="0" y="590550"/>
                </a:moveTo>
                <a:lnTo>
                  <a:pt x="0" y="352425"/>
                </a:lnTo>
                <a:lnTo>
                  <a:pt x="2762250" y="352425"/>
                </a:lnTo>
                <a:lnTo>
                  <a:pt x="2762250" y="0"/>
                </a:lnTo>
              </a:path>
            </a:pathLst>
          </a:custGeom>
          <a:noFill/>
          <a:ln w="12383">
            <a:solidFill>
              <a:srgbClr val="C62525"/>
            </a:solidFill>
            <a:prstDash val="dash"/>
          </a:ln>
        </p:spPr>
      </p:sp>
      <p:sp>
        <p:nvSpPr>
          <p:cNvPr id="47" name="Ainvalidate-job-arrow">
            <a:extLst>
              <a:ext uri="{FF2B5EF4-FFF2-40B4-BE49-F238E27FC236}">
                <ns2:creationId id="{5E4690BC-FB87-4A64-A82B-0173E3ED13F3}"/>
              </a:ext>
            </a:extLst>
          </p:cNvPr>
          <p:cNvSpPr>
            <a:spLocks noGrp="1"/>
          </p:cNvSpPr>
          <p:nvPr/>
        </p:nvSpPr>
        <p:spPr>
          <a:xfrm>
            <a:off x="7948806" y="5162550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C62525"/>
            </a:solidFill>
            <a:prstDash val="solid"/>
          </a:ln>
        </p:spPr>
      </p:sp>
      <p:sp>
        <p:nvSpPr>
          <p:cNvPr id="48" name="Bchanged">
            <a:extLst>
              <a:ext uri="{FF2B5EF4-FFF2-40B4-BE49-F238E27FC236}">
                <ns2:creationId id="{9F324ABB-9588-430B-A660-922D309403BC}"/>
              </a:ext>
            </a:extLst>
          </p:cNvPr>
          <p:cNvSpPr>
            <a:spLocks noGrp="1"/>
          </p:cNvSpPr>
          <p:nvPr/>
        </p:nvSpPr>
        <p:spPr>
          <a:xfrm>
            <a:off x="10982325" y="2886075"/>
            <a:ext cx="5762625" cy="971550"/>
          </a:xfrm>
          <a:custGeom>
            <a:pathLst>
              <a:path w="5762625" h="971550">
                <a:moveTo>
                  <a:pt x="5762625" y="0"/>
                </a:moveTo>
                <a:lnTo>
                  <a:pt x="5762625" y="133350"/>
                </a:lnTo>
                <a:lnTo>
                  <a:pt x="0" y="133350"/>
                </a:lnTo>
                <a:lnTo>
                  <a:pt x="0" y="9715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9" name="Bchanged-arrow">
            <a:extLst>
              <a:ext uri="{FF2B5EF4-FFF2-40B4-BE49-F238E27FC236}">
                <ns2:creationId id="{5AD1DE09-8823-4731-A397-973630F16A83}"/>
              </a:ext>
            </a:extLst>
          </p:cNvPr>
          <p:cNvSpPr>
            <a:spLocks noGrp="1"/>
          </p:cNvSpPr>
          <p:nvPr/>
        </p:nvSpPr>
        <p:spPr>
          <a:xfrm>
            <a:off x="10949181" y="378901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0" name="Bclaim">
            <a:extLst>
              <a:ext uri="{FF2B5EF4-FFF2-40B4-BE49-F238E27FC236}">
                <ns2:creationId id="{06960C34-32A7-448D-BE4D-050610F25853}"/>
              </a:ext>
            </a:extLst>
          </p:cNvPr>
          <p:cNvSpPr>
            <a:spLocks noGrp="1"/>
          </p:cNvSpPr>
          <p:nvPr/>
        </p:nvSpPr>
        <p:spPr>
          <a:xfrm>
            <a:off x="11963400" y="4029075"/>
            <a:ext cx="695325" cy="638175"/>
          </a:xfrm>
          <a:custGeom>
            <a:pathLst>
              <a:path w="695325" h="638175">
                <a:moveTo>
                  <a:pt x="0" y="638175"/>
                </a:moveTo>
                <a:lnTo>
                  <a:pt x="266700" y="638175"/>
                </a:lnTo>
                <a:lnTo>
                  <a:pt x="266700" y="0"/>
                </a:lnTo>
                <a:lnTo>
                  <a:pt x="69532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1" name="Bclaim-arrow">
            <a:extLst>
              <a:ext uri="{FF2B5EF4-FFF2-40B4-BE49-F238E27FC236}">
                <ns2:creationId id="{46115631-307E-47F9-AFEA-2C84E6E66FF1}"/>
              </a:ext>
            </a:extLst>
          </p:cNvPr>
          <p:cNvSpPr>
            <a:spLocks noGrp="1"/>
          </p:cNvSpPr>
          <p:nvPr/>
        </p:nvSpPr>
        <p:spPr>
          <a:xfrm>
            <a:off x="12590111" y="3995931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2" name="Bdurable-job">
            <a:extLst>
              <a:ext uri="{FF2B5EF4-FFF2-40B4-BE49-F238E27FC236}">
                <ns2:creationId id="{5533A108-EEB3-498F-92F6-F03F9A7AC25F}"/>
              </a:ext>
            </a:extLst>
          </p:cNvPr>
          <p:cNvSpPr>
            <a:spLocks noGrp="1"/>
          </p:cNvSpPr>
          <p:nvPr/>
        </p:nvSpPr>
        <p:spPr>
          <a:xfrm>
            <a:off x="10982325" y="4191000"/>
            <a:ext cx="953" cy="304800"/>
          </a:xfrm>
          <a:custGeom>
            <a:pathLst>
              <a:path w="953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3" name="Bdurable-job-arrow">
            <a:extLst>
              <a:ext uri="{FF2B5EF4-FFF2-40B4-BE49-F238E27FC236}">
                <ns2:creationId id="{19FDAE7F-8BAC-4D1F-81BC-BA8BFE0926CC}"/>
              </a:ext>
            </a:extLst>
          </p:cNvPr>
          <p:cNvSpPr>
            <a:spLocks noGrp="1"/>
          </p:cNvSpPr>
          <p:nvPr/>
        </p:nvSpPr>
        <p:spPr>
          <a:xfrm>
            <a:off x="10949181" y="44271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4" name="Bread-rm">
            <a:extLst>
              <a:ext uri="{FF2B5EF4-FFF2-40B4-BE49-F238E27FC236}">
                <ns2:creationId id="{489BEAF2-D2D7-47DA-9D83-F77BC8276DDF}"/>
              </a:ext>
            </a:extLst>
          </p:cNvPr>
          <p:cNvSpPr>
            <a:spLocks noGrp="1"/>
          </p:cNvSpPr>
          <p:nvPr/>
        </p:nvSpPr>
        <p:spPr>
          <a:xfrm>
            <a:off x="13506450" y="2886075"/>
            <a:ext cx="953" cy="971550"/>
          </a:xfrm>
          <a:custGeom>
            <a:pathLst>
              <a:path w="953" h="971550">
                <a:moveTo>
                  <a:pt x="0" y="97155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5" name="Bread-rm-arrow">
            <a:extLst>
              <a:ext uri="{FF2B5EF4-FFF2-40B4-BE49-F238E27FC236}">
                <ns2:creationId id="{E7C8DD09-0832-4281-BCFF-2A7DD283D9C7}"/>
              </a:ext>
            </a:extLst>
          </p:cNvPr>
          <p:cNvSpPr>
            <a:spLocks noGrp="1"/>
          </p:cNvSpPr>
          <p:nvPr/>
        </p:nvSpPr>
        <p:spPr>
          <a:xfrm>
            <a:off x="13473306" y="288607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6" name="Bread-tm">
            <a:extLst>
              <a:ext uri="{FF2B5EF4-FFF2-40B4-BE49-F238E27FC236}">
                <ns2:creationId id="{416310EE-3732-4107-828C-93DA84782427}"/>
              </a:ext>
            </a:extLst>
          </p:cNvPr>
          <p:cNvSpPr>
            <a:spLocks noGrp="1"/>
          </p:cNvSpPr>
          <p:nvPr/>
        </p:nvSpPr>
        <p:spPr>
          <a:xfrm>
            <a:off x="14268450" y="2886075"/>
            <a:ext cx="2933700" cy="971550"/>
          </a:xfrm>
          <a:custGeom>
            <a:pathLst>
              <a:path w="2933700" h="971550">
                <a:moveTo>
                  <a:pt x="0" y="971550"/>
                </a:moveTo>
                <a:lnTo>
                  <a:pt x="0" y="466725"/>
                </a:lnTo>
                <a:lnTo>
                  <a:pt x="2933700" y="466725"/>
                </a:lnTo>
                <a:lnTo>
                  <a:pt x="293370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7" name="Bread-tm-arrow">
            <a:extLst>
              <a:ext uri="{FF2B5EF4-FFF2-40B4-BE49-F238E27FC236}">
                <ns2:creationId id="{66222F20-9667-4813-A417-CA5541C995A9}"/>
              </a:ext>
            </a:extLst>
          </p:cNvPr>
          <p:cNvSpPr>
            <a:spLocks noGrp="1"/>
          </p:cNvSpPr>
          <p:nvPr/>
        </p:nvSpPr>
        <p:spPr>
          <a:xfrm>
            <a:off x="17169006" y="288607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8" name="Bsource-return">
            <a:extLst>
              <a:ext uri="{FF2B5EF4-FFF2-40B4-BE49-F238E27FC236}">
                <ns2:creationId id="{9EAAD732-D0B4-46CC-AB72-B216ABA3DA6B}"/>
              </a:ext>
            </a:extLst>
          </p:cNvPr>
          <p:cNvSpPr>
            <a:spLocks noGrp="1"/>
          </p:cNvSpPr>
          <p:nvPr/>
        </p:nvSpPr>
        <p:spPr>
          <a:xfrm>
            <a:off x="14077950" y="2886075"/>
            <a:ext cx="953" cy="971550"/>
          </a:xfrm>
          <a:custGeom>
            <a:pathLst>
              <a:path w="953" h="971550">
                <a:moveTo>
                  <a:pt x="0" y="0"/>
                </a:moveTo>
                <a:lnTo>
                  <a:pt x="0" y="97155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59" name="Bsource-return-arrow">
            <a:extLst>
              <a:ext uri="{FF2B5EF4-FFF2-40B4-BE49-F238E27FC236}">
                <ns2:creationId id="{D96C9E9D-33D8-40B5-8E39-97837D4D3658}"/>
              </a:ext>
            </a:extLst>
          </p:cNvPr>
          <p:cNvSpPr>
            <a:spLocks noGrp="1"/>
          </p:cNvSpPr>
          <p:nvPr/>
        </p:nvSpPr>
        <p:spPr>
          <a:xfrm>
            <a:off x="14044806" y="378901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0" name="Bproduce">
            <a:extLst>
              <a:ext uri="{FF2B5EF4-FFF2-40B4-BE49-F238E27FC236}">
                <ns2:creationId id="{0ED36887-4B70-4540-B417-4990C5FD1BA1}"/>
              </a:ext>
            </a:extLst>
          </p:cNvPr>
          <p:cNvSpPr>
            <a:spLocks noGrp="1"/>
          </p:cNvSpPr>
          <p:nvPr/>
        </p:nvSpPr>
        <p:spPr>
          <a:xfrm>
            <a:off x="14944725" y="4029075"/>
            <a:ext cx="561975" cy="953"/>
          </a:xfrm>
          <a:custGeom>
            <a:pathLst>
              <a:path w="561975" h="953">
                <a:moveTo>
                  <a:pt x="0" y="0"/>
                </a:moveTo>
                <a:lnTo>
                  <a:pt x="5619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1" name="Bproduce-arrow">
            <a:extLst>
              <a:ext uri="{FF2B5EF4-FFF2-40B4-BE49-F238E27FC236}">
                <ns2:creationId id="{6A92C444-DA06-43EA-875B-50529410FB80}"/>
              </a:ext>
            </a:extLst>
          </p:cNvPr>
          <p:cNvSpPr>
            <a:spLocks noGrp="1"/>
          </p:cNvSpPr>
          <p:nvPr/>
        </p:nvSpPr>
        <p:spPr>
          <a:xfrm>
            <a:off x="15438086" y="3995931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2" name="Bbatch-result">
            <a:extLst>
              <a:ext uri="{FF2B5EF4-FFF2-40B4-BE49-F238E27FC236}">
                <ns2:creationId id="{A61A726D-EBA0-40FA-BF94-1670727E7C37}"/>
              </a:ext>
            </a:extLst>
          </p:cNvPr>
          <p:cNvSpPr>
            <a:spLocks noGrp="1"/>
          </p:cNvSpPr>
          <p:nvPr/>
        </p:nvSpPr>
        <p:spPr>
          <a:xfrm>
            <a:off x="13792200" y="4191000"/>
            <a:ext cx="2762250" cy="304800"/>
          </a:xfrm>
          <a:custGeom>
            <a:pathLst>
              <a:path w="2762250" h="304800">
                <a:moveTo>
                  <a:pt x="2762250" y="0"/>
                </a:moveTo>
                <a:lnTo>
                  <a:pt x="2762250" y="152400"/>
                </a:lnTo>
                <a:lnTo>
                  <a:pt x="0" y="152400"/>
                </a:lnTo>
                <a:lnTo>
                  <a:pt x="0" y="30480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63" name="Bbatch-result-arrow">
            <a:extLst>
              <a:ext uri="{FF2B5EF4-FFF2-40B4-BE49-F238E27FC236}">
                <ns2:creationId id="{1972A672-0069-4105-B684-12416B196544}"/>
              </a:ext>
            </a:extLst>
          </p:cNvPr>
          <p:cNvSpPr>
            <a:spLocks noGrp="1"/>
          </p:cNvSpPr>
          <p:nvPr/>
        </p:nvSpPr>
        <p:spPr>
          <a:xfrm>
            <a:off x="13759056" y="44271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4" name="Bvalidate">
            <a:extLst>
              <a:ext uri="{FF2B5EF4-FFF2-40B4-BE49-F238E27FC236}">
                <ns2:creationId id="{BE409D8E-6488-4C29-AC1D-0429A52EEBAE}"/>
              </a:ext>
            </a:extLst>
          </p:cNvPr>
          <p:cNvSpPr>
            <a:spLocks noGrp="1"/>
          </p:cNvSpPr>
          <p:nvPr/>
        </p:nvSpPr>
        <p:spPr>
          <a:xfrm>
            <a:off x="14944725" y="4667250"/>
            <a:ext cx="561975" cy="953"/>
          </a:xfrm>
          <a:custGeom>
            <a:pathLst>
              <a:path w="561975" h="953">
                <a:moveTo>
                  <a:pt x="0" y="0"/>
                </a:moveTo>
                <a:lnTo>
                  <a:pt x="5619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5" name="Bvalidate-arrow">
            <a:extLst>
              <a:ext uri="{FF2B5EF4-FFF2-40B4-BE49-F238E27FC236}">
                <ns2:creationId id="{BC24F35A-F996-41BF-84F8-DF9EF6A1F78F}"/>
              </a:ext>
            </a:extLst>
          </p:cNvPr>
          <p:cNvSpPr>
            <a:spLocks noGrp="1"/>
          </p:cNvSpPr>
          <p:nvPr/>
        </p:nvSpPr>
        <p:spPr>
          <a:xfrm>
            <a:off x="15438086" y="463410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6" name="Bpublish">
            <a:extLst>
              <a:ext uri="{FF2B5EF4-FFF2-40B4-BE49-F238E27FC236}">
                <ns2:creationId id="{19936263-2FFF-4404-9D21-48548E96F1E1}"/>
              </a:ext>
            </a:extLst>
          </p:cNvPr>
          <p:cNvSpPr>
            <a:spLocks noGrp="1"/>
          </p:cNvSpPr>
          <p:nvPr/>
        </p:nvSpPr>
        <p:spPr>
          <a:xfrm>
            <a:off x="16554450" y="4829175"/>
            <a:ext cx="953" cy="390525"/>
          </a:xfrm>
          <a:custGeom>
            <a:pathLst>
              <a:path w="953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7" name="Bpublish-arrow">
            <a:extLst>
              <a:ext uri="{FF2B5EF4-FFF2-40B4-BE49-F238E27FC236}">
                <ns2:creationId id="{0432F920-E8BC-4321-8FA8-9425081C4A03}"/>
              </a:ext>
            </a:extLst>
          </p:cNvPr>
          <p:cNvSpPr>
            <a:spLocks noGrp="1"/>
          </p:cNvSpPr>
          <p:nvPr/>
        </p:nvSpPr>
        <p:spPr>
          <a:xfrm>
            <a:off x="16521306" y="51510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8" name="Bquery">
            <a:extLst>
              <a:ext uri="{FF2B5EF4-FFF2-40B4-BE49-F238E27FC236}">
                <ns2:creationId id="{06E70E6D-F3A0-4418-8272-F220201EDC26}"/>
              </a:ext>
            </a:extLst>
          </p:cNvPr>
          <p:cNvSpPr>
            <a:spLocks noGrp="1"/>
          </p:cNvSpPr>
          <p:nvPr/>
        </p:nvSpPr>
        <p:spPr>
          <a:xfrm>
            <a:off x="9677400" y="2886075"/>
            <a:ext cx="1209675" cy="3267075"/>
          </a:xfrm>
          <a:custGeom>
            <a:pathLst>
              <a:path w="1209675" h="3267075">
                <a:moveTo>
                  <a:pt x="1209675" y="0"/>
                </a:moveTo>
                <a:lnTo>
                  <a:pt x="0" y="0"/>
                </a:lnTo>
                <a:lnTo>
                  <a:pt x="0" y="3267075"/>
                </a:lnTo>
                <a:lnTo>
                  <a:pt x="333375" y="32670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9" name="Bquery-arrow">
            <a:extLst>
              <a:ext uri="{FF2B5EF4-FFF2-40B4-BE49-F238E27FC236}">
                <ns2:creationId id="{181ACD1F-9396-483D-B83E-267FF6982366}"/>
              </a:ext>
            </a:extLst>
          </p:cNvPr>
          <p:cNvSpPr>
            <a:spLocks noGrp="1"/>
          </p:cNvSpPr>
          <p:nvPr/>
        </p:nvSpPr>
        <p:spPr>
          <a:xfrm>
            <a:off x="9942161" y="612000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0" name="Blookup">
            <a:extLst>
              <a:ext uri="{FF2B5EF4-FFF2-40B4-BE49-F238E27FC236}">
                <ns2:creationId id="{754604FA-31FF-4218-8835-6996AE24D95F}"/>
              </a:ext>
            </a:extLst>
          </p:cNvPr>
          <p:cNvSpPr>
            <a:spLocks noGrp="1"/>
          </p:cNvSpPr>
          <p:nvPr/>
        </p:nvSpPr>
        <p:spPr>
          <a:xfrm>
            <a:off x="12353925" y="6153150"/>
            <a:ext cx="542925" cy="953"/>
          </a:xfrm>
          <a:custGeom>
            <a:pathLst>
              <a:path w="542925" h="953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1" name="Blookup-arrow">
            <a:extLst>
              <a:ext uri="{FF2B5EF4-FFF2-40B4-BE49-F238E27FC236}">
                <ns2:creationId id="{2073AFA8-53E1-46C1-B35C-9E217E6EE722}"/>
              </a:ext>
            </a:extLst>
          </p:cNvPr>
          <p:cNvSpPr>
            <a:spLocks noGrp="1"/>
          </p:cNvSpPr>
          <p:nvPr/>
        </p:nvSpPr>
        <p:spPr>
          <a:xfrm>
            <a:off x="12828236" y="612000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2" name="Brepo-read">
            <a:extLst>
              <a:ext uri="{FF2B5EF4-FFF2-40B4-BE49-F238E27FC236}">
                <ns2:creationId id="{650B8A57-8BE7-4448-AB4A-7690C4D83FFD}"/>
              </a:ext>
            </a:extLst>
          </p:cNvPr>
          <p:cNvSpPr>
            <a:spLocks noGrp="1"/>
          </p:cNvSpPr>
          <p:nvPr/>
        </p:nvSpPr>
        <p:spPr>
          <a:xfrm>
            <a:off x="14077950" y="5591175"/>
            <a:ext cx="953" cy="447675"/>
          </a:xfrm>
          <a:custGeom>
            <a:pathLst>
              <a:path w="953" h="447675">
                <a:moveTo>
                  <a:pt x="0" y="447675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3" name="Brepo-read-arrow">
            <a:extLst>
              <a:ext uri="{FF2B5EF4-FFF2-40B4-BE49-F238E27FC236}">
                <ns2:creationId id="{D4D702AF-C3FC-4DAB-AB3D-381581388613}"/>
              </a:ext>
            </a:extLst>
          </p:cNvPr>
          <p:cNvSpPr>
            <a:spLocks noGrp="1"/>
          </p:cNvSpPr>
          <p:nvPr/>
        </p:nvSpPr>
        <p:spPr>
          <a:xfrm>
            <a:off x="14044806" y="559117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4" name="Bread-verify">
            <a:extLst>
              <a:ext uri="{FF2B5EF4-FFF2-40B4-BE49-F238E27FC236}">
                <ns2:creationId id="{FF13EE73-8AB0-4F82-B058-19E8AE3A760F}"/>
              </a:ext>
            </a:extLst>
          </p:cNvPr>
          <p:cNvSpPr>
            <a:spLocks noGrp="1"/>
          </p:cNvSpPr>
          <p:nvPr/>
        </p:nvSpPr>
        <p:spPr>
          <a:xfrm>
            <a:off x="15240000" y="6153150"/>
            <a:ext cx="533400" cy="953"/>
          </a:xfrm>
          <a:custGeom>
            <a:pathLst>
              <a:path w="533400" h="953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5" name="Bread-verify-arrow">
            <a:extLst>
              <a:ext uri="{FF2B5EF4-FFF2-40B4-BE49-F238E27FC236}">
                <ns2:creationId id="{7EEFE1E0-2E79-4C8D-9C4A-5F2E0C04480F}"/>
              </a:ext>
            </a:extLst>
          </p:cNvPr>
          <p:cNvSpPr>
            <a:spLocks noGrp="1"/>
          </p:cNvSpPr>
          <p:nvPr/>
        </p:nvSpPr>
        <p:spPr>
          <a:xfrm>
            <a:off x="15704786" y="612000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6" name="Bverify-source">
            <a:extLst>
              <a:ext uri="{FF2B5EF4-FFF2-40B4-BE49-F238E27FC236}">
                <ns2:creationId id="{121F660C-FD20-41B5-AFED-7ADD82BBE0F8}"/>
              </a:ext>
            </a:extLst>
          </p:cNvPr>
          <p:cNvSpPr>
            <a:spLocks noGrp="1"/>
          </p:cNvSpPr>
          <p:nvPr/>
        </p:nvSpPr>
        <p:spPr>
          <a:xfrm>
            <a:off x="17411700" y="2886075"/>
            <a:ext cx="419100" cy="3152775"/>
          </a:xfrm>
          <a:custGeom>
            <a:pathLst>
              <a:path w="419100" h="3152775">
                <a:moveTo>
                  <a:pt x="238125" y="3152775"/>
                </a:moveTo>
                <a:lnTo>
                  <a:pt x="419100" y="3152775"/>
                </a:lnTo>
                <a:lnTo>
                  <a:pt x="419100" y="38100"/>
                </a:lnTo>
                <a:lnTo>
                  <a:pt x="0" y="38100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7" name="Bverify-source-arrow">
            <a:extLst>
              <a:ext uri="{FF2B5EF4-FFF2-40B4-BE49-F238E27FC236}">
                <ns2:creationId id="{FC79EC37-11D9-48E0-B94B-F1ACB72F2E1A}"/>
              </a:ext>
            </a:extLst>
          </p:cNvPr>
          <p:cNvSpPr>
            <a:spLocks noGrp="1"/>
          </p:cNvSpPr>
          <p:nvPr/>
        </p:nvSpPr>
        <p:spPr>
          <a:xfrm>
            <a:off x="17378556" y="288607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8" name="Bresult">
            <a:extLst>
              <a:ext uri="{FF2B5EF4-FFF2-40B4-BE49-F238E27FC236}">
                <ns2:creationId id="{3D1E4A13-999E-4811-B8F9-5EB264FE7E0C}"/>
              </a:ext>
            </a:extLst>
          </p:cNvPr>
          <p:cNvSpPr>
            <a:spLocks noGrp="1"/>
          </p:cNvSpPr>
          <p:nvPr/>
        </p:nvSpPr>
        <p:spPr>
          <a:xfrm>
            <a:off x="12096750" y="2695575"/>
            <a:ext cx="5819775" cy="3457575"/>
          </a:xfrm>
          <a:custGeom>
            <a:pathLst>
              <a:path w="5819775" h="3457575">
                <a:moveTo>
                  <a:pt x="5553075" y="3457575"/>
                </a:moveTo>
                <a:lnTo>
                  <a:pt x="5819775" y="3457575"/>
                </a:lnTo>
                <a:lnTo>
                  <a:pt x="5819775" y="352425"/>
                </a:lnTo>
                <a:lnTo>
                  <a:pt x="171450" y="352425"/>
                </a:lnTo>
                <a:lnTo>
                  <a:pt x="171450" y="0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79" name="Bresult-arrow">
            <a:extLst>
              <a:ext uri="{FF2B5EF4-FFF2-40B4-BE49-F238E27FC236}">
                <ns2:creationId id="{2F25B6A3-B92E-4D56-9FE2-60AAA573D562}"/>
              </a:ext>
            </a:extLst>
          </p:cNvPr>
          <p:cNvSpPr>
            <a:spLocks noGrp="1"/>
          </p:cNvSpPr>
          <p:nvPr/>
        </p:nvSpPr>
        <p:spPr>
          <a:xfrm>
            <a:off x="12096750" y="2662431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0" name="Bbackfill">
            <a:extLst>
              <a:ext uri="{FF2B5EF4-FFF2-40B4-BE49-F238E27FC236}">
                <ns2:creationId id="{8A328169-2D7A-4546-AB67-3EB39DABFC70}"/>
              </a:ext>
            </a:extLst>
          </p:cNvPr>
          <p:cNvSpPr>
            <a:spLocks noGrp="1"/>
          </p:cNvSpPr>
          <p:nvPr/>
        </p:nvSpPr>
        <p:spPr>
          <a:xfrm>
            <a:off x="11963400" y="5410200"/>
            <a:ext cx="933450" cy="742950"/>
          </a:xfrm>
          <a:custGeom>
            <a:pathLst>
              <a:path w="933450" h="742950">
                <a:moveTo>
                  <a:pt x="933450" y="742950"/>
                </a:moveTo>
                <a:lnTo>
                  <a:pt x="571500" y="742950"/>
                </a:lnTo>
                <a:lnTo>
                  <a:pt x="571500" y="0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C62525"/>
            </a:solidFill>
            <a:prstDash val="dash"/>
          </a:ln>
        </p:spPr>
      </p:sp>
      <p:sp>
        <p:nvSpPr>
          <p:cNvPr id="81" name="Bbackfill-arrow">
            <a:extLst>
              <a:ext uri="{FF2B5EF4-FFF2-40B4-BE49-F238E27FC236}">
                <ns2:creationId id="{299710AB-2C9C-40F0-A3A1-C99EF414B413}"/>
              </a:ext>
            </a:extLst>
          </p:cNvPr>
          <p:cNvSpPr>
            <a:spLocks noGrp="1"/>
          </p:cNvSpPr>
          <p:nvPr/>
        </p:nvSpPr>
        <p:spPr>
          <a:xfrm>
            <a:off x="11963400" y="53770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C62525"/>
            </a:solidFill>
            <a:prstDash val="solid"/>
          </a:ln>
        </p:spPr>
      </p:sp>
      <p:sp>
        <p:nvSpPr>
          <p:cNvPr id="82" name="Bbackfill-request">
            <a:extLst>
              <a:ext uri="{FF2B5EF4-FFF2-40B4-BE49-F238E27FC236}">
                <ns2:creationId id="{E37080BC-7081-4DAE-9D32-E9E9A04A91AE}"/>
              </a:ext>
            </a:extLst>
          </p:cNvPr>
          <p:cNvSpPr>
            <a:spLocks noGrp="1"/>
          </p:cNvSpPr>
          <p:nvPr/>
        </p:nvSpPr>
        <p:spPr>
          <a:xfrm>
            <a:off x="9791700" y="4010025"/>
            <a:ext cx="1190625" cy="1209675"/>
          </a:xfrm>
          <a:custGeom>
            <a:pathLst>
              <a:path w="1190625" h="1209675">
                <a:moveTo>
                  <a:pt x="1190625" y="1209675"/>
                </a:moveTo>
                <a:lnTo>
                  <a:pt x="1190625" y="1038225"/>
                </a:lnTo>
                <a:lnTo>
                  <a:pt x="0" y="1038225"/>
                </a:lnTo>
                <a:lnTo>
                  <a:pt x="0" y="0"/>
                </a:lnTo>
                <a:lnTo>
                  <a:pt x="219075" y="0"/>
                </a:lnTo>
              </a:path>
            </a:pathLst>
          </a:custGeom>
          <a:noFill/>
          <a:ln w="12383">
            <a:solidFill>
              <a:srgbClr val="C62525"/>
            </a:solidFill>
            <a:prstDash val="dash"/>
          </a:ln>
        </p:spPr>
      </p:sp>
      <p:sp>
        <p:nvSpPr>
          <p:cNvPr id="83" name="Bbackfill-request-arrow">
            <a:extLst>
              <a:ext uri="{FF2B5EF4-FFF2-40B4-BE49-F238E27FC236}">
                <ns2:creationId id="{47312CA8-B92F-4069-B008-F4E1F90E6902}"/>
              </a:ext>
            </a:extLst>
          </p:cNvPr>
          <p:cNvSpPr>
            <a:spLocks noGrp="1"/>
          </p:cNvSpPr>
          <p:nvPr/>
        </p:nvSpPr>
        <p:spPr>
          <a:xfrm>
            <a:off x="9942161" y="3976881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C62525"/>
            </a:solidFill>
            <a:prstDash val="solid"/>
          </a:ln>
        </p:spPr>
      </p:sp>
      <p:sp>
        <p:nvSpPr>
          <p:cNvPr id="84" name="title">
            <a:extLst>
              <a:ext uri="{FF2B5EF4-FFF2-40B4-BE49-F238E27FC236}">
                <ns2:creationId id="{140A42CF-DDB9-478E-8C76-4CE0D1D6C1AD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DP-45. 과거 이력의 근거 공급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5" name="nav-0">
            <a:extLst>
              <a:ext uri="{FF2B5EF4-FFF2-40B4-BE49-F238E27FC236}">
                <ns2:creationId id="{9A0581A8-EC05-4CB6-988C-6FBAAAD0F3EE}"/>
              </a:ext>
            </a:extLst>
          </p:cNvPr>
          <p:cNvSpPr>
            <a:spLocks noGrp="1"/>
          </p:cNvSpPr>
          <p:nvPr/>
        </p:nvSpPr>
        <p:spPr>
          <a:xfrm>
            <a:off x="10744200" y="266700"/>
            <a:ext cx="1447800" cy="419100"/>
          </a:xfrm>
          <a:prstGeom prst="rect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 소개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6" name="nav-1">
            <a:extLst>
              <a:ext uri="{FF2B5EF4-FFF2-40B4-BE49-F238E27FC236}">
                <ns2:creationId id="{1E3C0A1C-0D24-4D6B-AB5D-38B9EC69072E}"/>
              </a:ext>
            </a:extLst>
          </p:cNvPr>
          <p:cNvSpPr>
            <a:spLocks noGrp="1"/>
          </p:cNvSpPr>
          <p:nvPr/>
        </p:nvSpPr>
        <p:spPr>
          <a:xfrm>
            <a:off x="12192000" y="266700"/>
            <a:ext cx="1447800" cy="419100"/>
          </a:xfrm>
          <a:prstGeom prst="chevron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요구사항 분석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7" name="nav-2">
            <a:extLst>
              <a:ext uri="{FF2B5EF4-FFF2-40B4-BE49-F238E27FC236}">
                <ns2:creationId id="{6F9FDC39-5C70-4976-BB82-E1D34E960E94}"/>
              </a:ext>
            </a:extLst>
          </p:cNvPr>
          <p:cNvSpPr>
            <a:spLocks noGrp="1"/>
          </p:cNvSpPr>
          <p:nvPr/>
        </p:nvSpPr>
        <p:spPr>
          <a:xfrm>
            <a:off x="13639800" y="266700"/>
            <a:ext cx="1447800" cy="419100"/>
          </a:xfrm>
          <a:prstGeom prst="chevron">
            <a:avLst/>
          </a:prstGeom>
          <a:solidFill>
            <a:srgbClr val="37ACCD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설계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8" name="nav-3">
            <a:extLst>
              <a:ext uri="{FF2B5EF4-FFF2-40B4-BE49-F238E27FC236}">
                <ns2:creationId id="{157DCBE9-CA25-4282-9958-655C718FE6C7}"/>
              </a:ext>
            </a:extLst>
          </p:cNvPr>
          <p:cNvSpPr>
            <a:spLocks noGrp="1"/>
          </p:cNvSpPr>
          <p:nvPr/>
        </p:nvSpPr>
        <p:spPr>
          <a:xfrm>
            <a:off x="15087600" y="266700"/>
            <a:ext cx="1447800" cy="419100"/>
          </a:xfrm>
          <a:prstGeom prst="chevron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구현 및 검증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9" name="nav-4">
            <a:extLst>
              <a:ext uri="{FF2B5EF4-FFF2-40B4-BE49-F238E27FC236}">
                <ns2:creationId id="{4B5F8C10-AEF1-4328-844F-A869C858538E}"/>
              </a:ext>
            </a:extLst>
          </p:cNvPr>
          <p:cNvSpPr>
            <a:spLocks noGrp="1"/>
          </p:cNvSpPr>
          <p:nvPr/>
        </p:nvSpPr>
        <p:spPr>
          <a:xfrm>
            <a:off x="16535400" y="266700"/>
            <a:ext cx="1447800" cy="419100"/>
          </a:xfrm>
          <a:prstGeom prst="chevron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결론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0" name="fr">
            <a:extLst>
              <a:ext uri="{FF2B5EF4-FFF2-40B4-BE49-F238E27FC236}">
                <ns2:creationId id="{C1E0CC4F-6EC2-435C-871D-F9D194E78825}"/>
              </a:ext>
            </a:extLst>
          </p:cNvPr>
          <p:cNvSpPr>
            <a:spLocks noGrp="1"/>
          </p:cNvSpPr>
          <p:nvPr/>
        </p:nvSpPr>
        <p:spPr>
          <a:xfrm>
            <a:off x="13716000" y="904875"/>
            <a:ext cx="4438650" cy="228600"/>
          </a:xfrm>
          <a:prstGeom prst="roundRect">
            <a:avLst>
              <a:gd name="adj" fmla="val 33333"/>
            </a:avLst>
          </a:prstGeom>
          <a:solidFill>
            <a:srgbClr val="75AF45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기능 요구: 과거 이력을 현재 요청의 근거로 제공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1" name="qa-tag-QA01">
            <a:extLst>
              <a:ext uri="{FF2B5EF4-FFF2-40B4-BE49-F238E27FC236}">
                <ns2:creationId id="{D4F46331-5732-45D1-8C94-2EECADCF3208}"/>
              </a:ext>
            </a:extLst>
          </p:cNvPr>
          <p:cNvSpPr>
            <a:spLocks noGrp="1"/>
          </p:cNvSpPr>
          <p:nvPr/>
        </p:nvSpPr>
        <p:spPr>
          <a:xfrm>
            <a:off x="7391400" y="1171575"/>
            <a:ext cx="2624138" cy="219075"/>
          </a:xfrm>
          <a:prstGeom prst="roundRect">
            <a:avLst>
              <a:gd name="adj" fmla="val 34783"/>
            </a:avLst>
          </a:prstGeom>
          <a:solidFill>
            <a:srgbClr val="376CB5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QA01. 첫 응답 지연시간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2" name="qa-tag-QA04">
            <a:extLst>
              <a:ext uri="{FF2B5EF4-FFF2-40B4-BE49-F238E27FC236}">
                <ns2:creationId id="{E72044CB-A756-415D-B33B-97042B5B87E6}"/>
              </a:ext>
            </a:extLst>
          </p:cNvPr>
          <p:cNvSpPr>
            <a:spLocks noGrp="1"/>
          </p:cNvSpPr>
          <p:nvPr/>
        </p:nvSpPr>
        <p:spPr>
          <a:xfrm>
            <a:off x="10082213" y="1171575"/>
            <a:ext cx="2624138" cy="219075"/>
          </a:xfrm>
          <a:prstGeom prst="roundRect">
            <a:avLst>
              <a:gd name="adj" fmla="val 34783"/>
            </a:avLst>
          </a:prstGeom>
          <a:solidFill>
            <a:srgbClr val="376CB5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QA04. 변경 범위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3" name="qa-tag-QA05">
            <a:extLst>
              <a:ext uri="{FF2B5EF4-FFF2-40B4-BE49-F238E27FC236}">
                <ns2:creationId id="{45B44238-AC80-40F8-8073-16719A1D7390}"/>
              </a:ext>
            </a:extLst>
          </p:cNvPr>
          <p:cNvSpPr>
            <a:spLocks noGrp="1"/>
          </p:cNvSpPr>
          <p:nvPr/>
        </p:nvSpPr>
        <p:spPr>
          <a:xfrm>
            <a:off x="12773025" y="1171575"/>
            <a:ext cx="2624138" cy="219075"/>
          </a:xfrm>
          <a:prstGeom prst="roundRect">
            <a:avLst>
              <a:gd name="adj" fmla="val 34783"/>
            </a:avLst>
          </a:prstGeom>
          <a:solidFill>
            <a:srgbClr val="376CB5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QA05. 모델 사용 비용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4" name="qa-tag-QA06">
            <a:extLst>
              <a:ext uri="{FF2B5EF4-FFF2-40B4-BE49-F238E27FC236}">
                <ns2:creationId id="{54D06F59-EB61-4C4A-A404-751A2E9A3584}"/>
              </a:ext>
            </a:extLst>
          </p:cNvPr>
          <p:cNvSpPr>
            <a:spLocks noGrp="1"/>
          </p:cNvSpPr>
          <p:nvPr/>
        </p:nvSpPr>
        <p:spPr>
          <a:xfrm>
            <a:off x="15463838" y="1171575"/>
            <a:ext cx="2624138" cy="219075"/>
          </a:xfrm>
          <a:prstGeom prst="roundRect">
            <a:avLst>
              <a:gd name="adj" fmla="val 34783"/>
            </a:avLst>
          </a:prstGeom>
          <a:solidFill>
            <a:srgbClr val="376CB5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QA06. 최대 RAM 사용량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5" name="legend-title">
            <a:extLst>
              <a:ext uri="{FF2B5EF4-FFF2-40B4-BE49-F238E27FC236}">
                <ns2:creationId id="{1380777F-9EC2-4991-B2FC-12F9A9051942}"/>
              </a:ext>
            </a:extLst>
          </p:cNvPr>
          <p:cNvSpPr>
            <a:spLocks noGrp="1"/>
          </p:cNvSpPr>
          <p:nvPr/>
        </p:nvSpPr>
        <p:spPr>
          <a:xfrm>
            <a:off x="152400" y="2505075"/>
            <a:ext cx="83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Legend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6" name="legend-component">
            <a:extLst>
              <a:ext uri="{FF2B5EF4-FFF2-40B4-BE49-F238E27FC236}">
                <ns2:creationId id="{A973B266-901B-4C43-AD35-787EC8E4CA2E}"/>
              </a:ext>
            </a:extLst>
          </p:cNvPr>
          <p:cNvSpPr>
            <a:spLocks noGrp="1"/>
          </p:cNvSpPr>
          <p:nvPr/>
        </p:nvSpPr>
        <p:spPr>
          <a:xfrm>
            <a:off x="209550" y="2905125"/>
            <a:ext cx="723900" cy="3714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Component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7" name="legend-module">
            <a:extLst>
              <a:ext uri="{FF2B5EF4-FFF2-40B4-BE49-F238E27FC236}">
                <ns2:creationId id="{B7EEB74B-EF76-4107-85D4-A323712E3E52}"/>
              </a:ext>
            </a:extLst>
          </p:cNvPr>
          <p:cNvSpPr>
            <a:spLocks noGrp="1"/>
          </p:cNvSpPr>
          <p:nvPr/>
        </p:nvSpPr>
        <p:spPr>
          <a:xfrm>
            <a:off x="209550" y="3476625"/>
            <a:ext cx="723900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Module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8" name="legend-state">
            <a:extLst>
              <a:ext uri="{FF2B5EF4-FFF2-40B4-BE49-F238E27FC236}">
                <ns2:creationId id="{CF9BEF4A-8BC7-4051-AECE-38216FA7F0E2}"/>
              </a:ext>
            </a:extLst>
          </p:cNvPr>
          <p:cNvSpPr>
            <a:spLocks noGrp="1"/>
          </p:cNvSpPr>
          <p:nvPr/>
        </p:nvSpPr>
        <p:spPr>
          <a:xfrm>
            <a:off x="209550" y="4067175"/>
            <a:ext cx="723900" cy="371475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상태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9" name="legend-diff">
            <a:extLst>
              <a:ext uri="{FF2B5EF4-FFF2-40B4-BE49-F238E27FC236}">
                <ns2:creationId id="{D9413222-DE63-41C8-A2BE-3CEA14777CF6}"/>
              </a:ext>
            </a:extLst>
          </p:cNvPr>
          <p:cNvSpPr>
            <a:spLocks noGrp="1"/>
          </p:cNvSpPr>
          <p:nvPr/>
        </p:nvSpPr>
        <p:spPr>
          <a:xfrm>
            <a:off x="209550" y="4695825"/>
            <a:ext cx="723900" cy="371475"/>
          </a:xfrm>
          <a:prstGeom prst="rect">
            <a:avLst/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비교 대상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0" name="legend-call-label">
            <a:extLst>
              <a:ext uri="{FF2B5EF4-FFF2-40B4-BE49-F238E27FC236}">
                <ns2:creationId id="{AA2EBBCF-F847-4653-ADD1-BBCA80BE2261}"/>
              </a:ext>
            </a:extLst>
          </p:cNvPr>
          <p:cNvSpPr>
            <a:spLocks noGrp="1"/>
          </p:cNvSpPr>
          <p:nvPr/>
        </p:nvSpPr>
        <p:spPr>
          <a:xfrm>
            <a:off x="152400" y="5438775"/>
            <a:ext cx="83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호출 / 전달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1" name="legend-return-label">
            <a:extLst>
              <a:ext uri="{FF2B5EF4-FFF2-40B4-BE49-F238E27FC236}">
                <ns2:creationId id="{FC5AB347-D1C3-4DE5-B426-5C08819157B6}"/>
              </a:ext>
            </a:extLst>
          </p:cNvPr>
          <p:cNvSpPr>
            <a:spLocks noGrp="1"/>
          </p:cNvSpPr>
          <p:nvPr/>
        </p:nvSpPr>
        <p:spPr>
          <a:xfrm>
            <a:off x="152400" y="6000750"/>
            <a:ext cx="83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반환 / 사실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2" name="legend-step">
            <a:extLst>
              <a:ext uri="{FF2B5EF4-FFF2-40B4-BE49-F238E27FC236}">
                <ns2:creationId id="{A9996AF5-3FA5-4C65-9DDF-44C2398AC113}"/>
              </a:ext>
            </a:extLst>
          </p:cNvPr>
          <p:cNvSpPr>
            <a:spLocks noGrp="1"/>
          </p:cNvSpPr>
          <p:nvPr/>
        </p:nvSpPr>
        <p:spPr>
          <a:xfrm>
            <a:off x="400050" y="6572250"/>
            <a:ext cx="266700" cy="247650"/>
          </a:xfrm>
          <a:prstGeom prst="rect">
            <a:avLst/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3" name="metric-QA01-A">
            <a:extLst>
              <a:ext uri="{FF2B5EF4-FFF2-40B4-BE49-F238E27FC236}">
                <ns2:creationId id="{F9080C45-1B7C-470E-8AA9-4DEB88A299BA}"/>
              </a:ext>
            </a:extLst>
          </p:cNvPr>
          <p:cNvSpPr>
            <a:spLocks noGrp="1"/>
          </p:cNvSpPr>
          <p:nvPr/>
        </p:nvSpPr>
        <p:spPr>
          <a:xfrm>
            <a:off x="1190625" y="8686800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QA01 첫 응답 지연시간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4" name="score-QA01-A">
            <a:extLst>
              <a:ext uri="{FF2B5EF4-FFF2-40B4-BE49-F238E27FC236}">
                <ns2:creationId id="{4FB35127-FC31-4D7B-B503-CAC9AC2712CA}"/>
              </a:ext>
            </a:extLst>
          </p:cNvPr>
          <p:cNvSpPr>
            <a:spLocks noGrp="1"/>
          </p:cNvSpPr>
          <p:nvPr/>
        </p:nvSpPr>
        <p:spPr>
          <a:xfrm>
            <a:off x="3990975" y="8686800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◐○○ 1/6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5" name="value-QA01-A">
            <a:extLst>
              <a:ext uri="{FF2B5EF4-FFF2-40B4-BE49-F238E27FC236}">
                <ns2:creationId id="{70FE5DDC-6D97-4DC3-9103-DB4BBA1AE950}"/>
              </a:ext>
            </a:extLst>
          </p:cNvPr>
          <p:cNvSpPr>
            <a:spLocks noGrp="1"/>
          </p:cNvSpPr>
          <p:nvPr/>
        </p:nvSpPr>
        <p:spPr>
          <a:xfrm>
            <a:off x="5162550" y="8686800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0.9024 s [첫 조회에서 관계 해석]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6" name="metric-QA01-B">
            <a:extLst>
              <a:ext uri="{FF2B5EF4-FFF2-40B4-BE49-F238E27FC236}">
                <ns2:creationId id="{569CBF6A-73AF-404F-B3AC-0B674A2C5CA1}"/>
              </a:ext>
            </a:extLst>
          </p:cNvPr>
          <p:cNvSpPr>
            <a:spLocks noGrp="1"/>
          </p:cNvSpPr>
          <p:nvPr/>
        </p:nvSpPr>
        <p:spPr>
          <a:xfrm>
            <a:off x="9763125" y="8686800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QA01 첫 응답 지연시간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7" name="score-QA01-B">
            <a:extLst>
              <a:ext uri="{FF2B5EF4-FFF2-40B4-BE49-F238E27FC236}">
                <ns2:creationId id="{6BD3E17F-F118-4F54-BF9B-3CD3B192AFC6}"/>
              </a:ext>
            </a:extLst>
          </p:cNvPr>
          <p:cNvSpPr>
            <a:spLocks noGrp="1"/>
          </p:cNvSpPr>
          <p:nvPr/>
        </p:nvSpPr>
        <p:spPr>
          <a:xfrm>
            <a:off x="12563475" y="8686800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●◐○ 3/6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8" name="value-QA01-B">
            <a:extLst>
              <a:ext uri="{FF2B5EF4-FFF2-40B4-BE49-F238E27FC236}">
                <ns2:creationId id="{13287889-F364-4578-B07E-0660BB5ED8E6}"/>
              </a:ext>
            </a:extLst>
          </p:cNvPr>
          <p:cNvSpPr>
            <a:spLocks noGrp="1"/>
          </p:cNvSpPr>
          <p:nvPr/>
        </p:nvSpPr>
        <p:spPr>
          <a:xfrm>
            <a:off x="13735050" y="8686800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0.6652 s [준비된 관계 조회]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9" name="metric-QA04-A">
            <a:extLst>
              <a:ext uri="{FF2B5EF4-FFF2-40B4-BE49-F238E27FC236}">
                <ns2:creationId id="{29D5ADC0-9A8A-4030-9119-FE35C9C026F6}"/>
              </a:ext>
            </a:extLst>
          </p:cNvPr>
          <p:cNvSpPr>
            <a:spLocks noGrp="1"/>
          </p:cNvSpPr>
          <p:nvPr/>
        </p:nvSpPr>
        <p:spPr>
          <a:xfrm>
            <a:off x="1190625" y="8982075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QA04 변경 범위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0" name="score-QA04-A">
            <a:extLst>
              <a:ext uri="{FF2B5EF4-FFF2-40B4-BE49-F238E27FC236}">
                <ns2:creationId id="{1DAFF4A1-B952-4B2A-A17E-8A78C5E93B24}"/>
              </a:ext>
            </a:extLst>
          </p:cNvPr>
          <p:cNvSpPr>
            <a:spLocks noGrp="1"/>
          </p:cNvSpPr>
          <p:nvPr/>
        </p:nvSpPr>
        <p:spPr>
          <a:xfrm>
            <a:off x="3990975" y="8982075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◐○○ 1/6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1" name="value-QA04-A">
            <a:extLst>
              <a:ext uri="{FF2B5EF4-FFF2-40B4-BE49-F238E27FC236}">
                <ns2:creationId id="{690F247F-9FDA-4168-A26B-1D229C69F279}"/>
              </a:ext>
            </a:extLst>
          </p:cNvPr>
          <p:cNvSpPr>
            <a:spLocks noGrp="1"/>
          </p:cNvSpPr>
          <p:nvPr/>
        </p:nvSpPr>
        <p:spPr>
          <a:xfrm>
            <a:off x="5162550" y="8982075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 모듈 / 변경 [원본 조회 계약]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2" name="metric-QA04-B">
            <a:extLst>
              <a:ext uri="{FF2B5EF4-FFF2-40B4-BE49-F238E27FC236}">
                <ns2:creationId id="{C177CF40-F6EF-402C-9681-68635CE05225}"/>
              </a:ext>
            </a:extLst>
          </p:cNvPr>
          <p:cNvSpPr>
            <a:spLocks noGrp="1"/>
          </p:cNvSpPr>
          <p:nvPr/>
        </p:nvSpPr>
        <p:spPr>
          <a:xfrm>
            <a:off x="9763125" y="8982075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QA04 변경 범위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3" name="score-QA04-B">
            <a:extLst>
              <a:ext uri="{FF2B5EF4-FFF2-40B4-BE49-F238E27FC236}">
                <ns2:creationId id="{BDD401EE-1B38-4C47-A519-72B989FA706A}"/>
              </a:ext>
            </a:extLst>
          </p:cNvPr>
          <p:cNvSpPr>
            <a:spLocks noGrp="1"/>
          </p:cNvSpPr>
          <p:nvPr/>
        </p:nvSpPr>
        <p:spPr>
          <a:xfrm>
            <a:off x="12563475" y="8982075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○○○ 0/6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4" name="value-QA04-B">
            <a:extLst>
              <a:ext uri="{FF2B5EF4-FFF2-40B4-BE49-F238E27FC236}">
                <ns2:creationId id="{A3BC04B5-885F-4517-B245-F10B56CB4441}"/>
              </a:ext>
            </a:extLst>
          </p:cNvPr>
          <p:cNvSpPr>
            <a:spLocks noGrp="1"/>
          </p:cNvSpPr>
          <p:nvPr/>
        </p:nvSpPr>
        <p:spPr>
          <a:xfrm>
            <a:off x="13735050" y="8982075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 모듈 / 변경 [생산 / 저장 / 조회]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5" name="metric-QA05-A">
            <a:extLst>
              <a:ext uri="{FF2B5EF4-FFF2-40B4-BE49-F238E27FC236}">
                <ns2:creationId id="{102487E2-6782-45BC-92E4-B742C4487C23}"/>
              </a:ext>
            </a:extLst>
          </p:cNvPr>
          <p:cNvSpPr>
            <a:spLocks noGrp="1"/>
          </p:cNvSpPr>
          <p:nvPr/>
        </p:nvSpPr>
        <p:spPr>
          <a:xfrm>
            <a:off x="1190625" y="9277350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QA05 모델 사용 비용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6" name="score-QA05-A">
            <a:extLst>
              <a:ext uri="{FF2B5EF4-FFF2-40B4-BE49-F238E27FC236}">
                <ns2:creationId id="{3C573B0D-8F7D-415C-A3BB-922FDB58B631}"/>
              </a:ext>
            </a:extLst>
          </p:cNvPr>
          <p:cNvSpPr>
            <a:spLocks noGrp="1"/>
          </p:cNvSpPr>
          <p:nvPr/>
        </p:nvSpPr>
        <p:spPr>
          <a:xfrm>
            <a:off x="3990975" y="9277350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◐○○ 1/6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7" name="value-QA05-A">
            <a:extLst>
              <a:ext uri="{FF2B5EF4-FFF2-40B4-BE49-F238E27FC236}">
                <ns2:creationId id="{BD012CCD-1A40-418F-BA66-5C33D5FAD51C}"/>
              </a:ext>
            </a:extLst>
          </p:cNvPr>
          <p:cNvSpPr>
            <a:spLocks noGrp="1"/>
          </p:cNvSpPr>
          <p:nvPr/>
        </p:nvSpPr>
        <p:spPr>
          <a:xfrm>
            <a:off x="5162550" y="9277350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$2.4222 / 공통 28개 묶음 [선행 생산 없음]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8" name="metric-QA05-B">
            <a:extLst>
              <a:ext uri="{FF2B5EF4-FFF2-40B4-BE49-F238E27FC236}">
                <ns2:creationId id="{B40DE54E-1DA7-4D50-954C-CD3D09B4B691}"/>
              </a:ext>
            </a:extLst>
          </p:cNvPr>
          <p:cNvSpPr>
            <a:spLocks noGrp="1"/>
          </p:cNvSpPr>
          <p:nvPr/>
        </p:nvSpPr>
        <p:spPr>
          <a:xfrm>
            <a:off x="9763125" y="9277350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QA05 모델 사용 비용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9" name="score-QA05-B">
            <a:extLst>
              <a:ext uri="{FF2B5EF4-FFF2-40B4-BE49-F238E27FC236}">
                <ns2:creationId id="{BFA30C81-AC57-45DD-B3D3-74B55FC5A324}"/>
              </a:ext>
            </a:extLst>
          </p:cNvPr>
          <p:cNvSpPr>
            <a:spLocks noGrp="1"/>
          </p:cNvSpPr>
          <p:nvPr/>
        </p:nvSpPr>
        <p:spPr>
          <a:xfrm>
            <a:off x="12563475" y="9277350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○○○ 0/6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0" name="value-QA05-B">
            <a:extLst>
              <a:ext uri="{FF2B5EF4-FFF2-40B4-BE49-F238E27FC236}">
                <ns2:creationId id="{C3DA8385-0B30-4942-A78D-4404EE395F18}"/>
              </a:ext>
            </a:extLst>
          </p:cNvPr>
          <p:cNvSpPr>
            <a:spLocks noGrp="1"/>
          </p:cNvSpPr>
          <p:nvPr/>
        </p:nvSpPr>
        <p:spPr>
          <a:xfrm>
            <a:off x="13735050" y="9277350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$2.6383 / 공통 28개 묶음 [사전 생산 포함]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1" name="metric-QA06-A">
            <a:extLst>
              <a:ext uri="{FF2B5EF4-FFF2-40B4-BE49-F238E27FC236}">
                <ns2:creationId id="{FE90AD6F-1044-46A1-A9C3-0A9F3079B5DB}"/>
              </a:ext>
            </a:extLst>
          </p:cNvPr>
          <p:cNvSpPr>
            <a:spLocks noGrp="1"/>
          </p:cNvSpPr>
          <p:nvPr/>
        </p:nvSpPr>
        <p:spPr>
          <a:xfrm>
            <a:off x="1190625" y="9572625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QA06 최대 RAM 사용량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2" name="score-QA06-A">
            <a:extLst>
              <a:ext uri="{FF2B5EF4-FFF2-40B4-BE49-F238E27FC236}">
                <ns2:creationId id="{3D42E339-EAF2-4CD7-9BBB-B5D6B5CB9A27}"/>
              </a:ext>
            </a:extLst>
          </p:cNvPr>
          <p:cNvSpPr>
            <a:spLocks noGrp="1"/>
          </p:cNvSpPr>
          <p:nvPr/>
        </p:nvSpPr>
        <p:spPr>
          <a:xfrm>
            <a:off x="3990975" y="9572625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●●○ 4/6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3" name="value-QA06-A">
            <a:extLst>
              <a:ext uri="{FF2B5EF4-FFF2-40B4-BE49-F238E27FC236}">
                <ns2:creationId id="{0192FD16-6D94-4F6E-96E2-04F284F62D6A}"/>
              </a:ext>
            </a:extLst>
          </p:cNvPr>
          <p:cNvSpPr>
            <a:spLocks noGrp="1"/>
          </p:cNvSpPr>
          <p:nvPr/>
        </p:nvSpPr>
        <p:spPr>
          <a:xfrm>
            <a:off x="5162550" y="9572625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349 MB [조회 cache]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4" name="metric-QA06-B">
            <a:extLst>
              <a:ext uri="{FF2B5EF4-FFF2-40B4-BE49-F238E27FC236}">
                <ns2:creationId id="{F676E160-B57A-4585-935C-175832A2B2A4}"/>
              </a:ext>
            </a:extLst>
          </p:cNvPr>
          <p:cNvSpPr>
            <a:spLocks noGrp="1"/>
          </p:cNvSpPr>
          <p:nvPr/>
        </p:nvSpPr>
        <p:spPr>
          <a:xfrm>
            <a:off x="9763125" y="9572625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QA06 최대 RAM 사용량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5" name="score-QA06-B">
            <a:extLst>
              <a:ext uri="{FF2B5EF4-FFF2-40B4-BE49-F238E27FC236}">
                <ns2:creationId id="{13911DAB-33BC-4861-9C25-E3E0C6C1981C}"/>
              </a:ext>
            </a:extLst>
          </p:cNvPr>
          <p:cNvSpPr>
            <a:spLocks noGrp="1"/>
          </p:cNvSpPr>
          <p:nvPr/>
        </p:nvSpPr>
        <p:spPr>
          <a:xfrm>
            <a:off x="12563475" y="9572625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●◐○ 3/6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6" name="value-QA06-B">
            <a:extLst>
              <a:ext uri="{FF2B5EF4-FFF2-40B4-BE49-F238E27FC236}">
                <ns2:creationId id="{1F3B58C1-B8EA-4BD5-8E63-D1BAE26ADB97}"/>
              </a:ext>
            </a:extLst>
          </p:cNvPr>
          <p:cNvSpPr>
            <a:spLocks noGrp="1"/>
          </p:cNvSpPr>
          <p:nvPr/>
        </p:nvSpPr>
        <p:spPr>
          <a:xfrm>
            <a:off x="13735050" y="9572625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397 MB [게시 관계와 생산 버퍼]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7" name="evidence-status">
            <a:extLst>
              <a:ext uri="{FF2B5EF4-FFF2-40B4-BE49-F238E27FC236}">
                <ns2:creationId id="{387C297B-E005-456F-A30C-9ECE0D53DCE4}"/>
              </a:ext>
            </a:extLst>
          </p:cNvPr>
          <p:cNvSpPr>
            <a:spLocks noGrp="1"/>
          </p:cNvSpPr>
          <p:nvPr/>
        </p:nvSpPr>
        <p:spPr>
          <a:xfrm>
            <a:off x="133350" y="10020300"/>
            <a:ext cx="1757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동일 관련 시나리오에 대한 구조 기반 예상값 / 미측정 / A/B 미선정 / ○=0, ◐=1, ●=2 (총 6점)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8" name="page">
            <a:extLst>
              <a:ext uri="{FF2B5EF4-FFF2-40B4-BE49-F238E27FC236}">
                <ns2:creationId id="{D544E002-0C58-484B-84E4-871172709361}"/>
              </a:ext>
            </a:extLst>
          </p:cNvPr>
          <p:cNvSpPr>
            <a:spLocks noGrp="1"/>
          </p:cNvSpPr>
          <p:nvPr/>
        </p:nvSpPr>
        <p:spPr>
          <a:xfrm>
            <a:off x="17764125" y="10020300"/>
            <a:ext cx="371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9" name="Ascene">
            <a:extLst>
              <a:ext uri="{FF2B5EF4-FFF2-40B4-BE49-F238E27FC236}">
                <ns2:creationId id="{13F98674-4429-4DA0-859D-12BD06074B2B}"/>
              </a:ext>
            </a:extLst>
          </p:cNvPr>
          <p:cNvSpPr>
            <a:spLocks noGrp="1"/>
          </p:cNvSpPr>
          <p:nvPr/>
        </p:nvSpPr>
        <p:spPr>
          <a:xfrm>
            <a:off x="1123950" y="1971675"/>
            <a:ext cx="8334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같은 요청: “지난번 설명한 기준에 제품 비교와 견적을 맞춰줘”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0" name="Atool">
            <a:extLst>
              <a:ext uri="{FF2B5EF4-FFF2-40B4-BE49-F238E27FC236}">
                <ns2:creationId id="{9591F0E7-0BDD-465F-B1E0-4BC9C6552D08}"/>
              </a:ext>
            </a:extLst>
          </p:cNvPr>
          <p:cNvSpPr>
            <a:spLocks noGrp="1"/>
          </p:cNvSpPr>
          <p:nvPr/>
        </p:nvSpPr>
        <p:spPr>
          <a:xfrm>
            <a:off x="1257300" y="2581275"/>
            <a:ext cx="2152650" cy="24765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Read Tool Runner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1" name="Adelivery">
            <a:extLst>
              <a:ext uri="{FF2B5EF4-FFF2-40B4-BE49-F238E27FC236}">
                <ns2:creationId id="{05AF31FF-E94E-4EEA-A7E2-83E427802978}"/>
              </a:ext>
            </a:extLst>
          </p:cNvPr>
          <p:cNvSpPr>
            <a:spLocks noGrp="1"/>
          </p:cNvSpPr>
          <p:nvPr/>
        </p:nvSpPr>
        <p:spPr>
          <a:xfrm>
            <a:off x="4095750" y="2581275"/>
            <a:ext cx="2343150" cy="24765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원문 / 실제 전달 read port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2" name="Atask">
            <a:extLst>
              <a:ext uri="{FF2B5EF4-FFF2-40B4-BE49-F238E27FC236}">
                <ns2:creationId id="{15064A24-7FC2-4EB7-B483-9E5877C10C78}"/>
              </a:ext>
            </a:extLst>
          </p:cNvPr>
          <p:cNvSpPr>
            <a:spLocks noGrp="1"/>
          </p:cNvSpPr>
          <p:nvPr/>
        </p:nvSpPr>
        <p:spPr>
          <a:xfrm>
            <a:off x="7143750" y="2581275"/>
            <a:ext cx="2133600" cy="24765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 / 결과 read port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3" name="Acommon">
            <a:extLst>
              <a:ext uri="{FF2B5EF4-FFF2-40B4-BE49-F238E27FC236}">
                <ns2:creationId id="{25613257-0B26-41D9-AF1F-8103AA9C4697}"/>
              </a:ext>
            </a:extLst>
          </p:cNvPr>
          <p:cNvSpPr>
            <a:spLocks noGrp="1"/>
          </p:cNvSpPr>
          <p:nvPr/>
        </p:nvSpPr>
        <p:spPr>
          <a:xfrm>
            <a:off x="1200150" y="6562725"/>
            <a:ext cx="8191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공통: Model Access / Policy Manager / Request Controller의 입력 이력과 채택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긴 읽기는 비동기 실행. 원본의 실제 전달 범위, 버전과 현재 사용권을 확인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4" name="Aplanner">
            <a:extLst>
              <a:ext uri="{FF2B5EF4-FFF2-40B4-BE49-F238E27FC236}">
                <ns2:creationId id="{B093CE2C-67B5-4CA9-9464-36F9874C09E9}"/>
              </a:ext>
            </a:extLst>
          </p:cNvPr>
          <p:cNvSpPr>
            <a:spLocks noGrp="1"/>
          </p:cNvSpPr>
          <p:nvPr/>
        </p:nvSpPr>
        <p:spPr>
          <a:xfrm>
            <a:off x="1447800" y="3857625"/>
            <a:ext cx="2143125" cy="438150"/>
          </a:xfrm>
          <a:prstGeom prst="roundRect">
            <a:avLst>
              <a:gd name="adj" fmla="val 17391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Read Pump / Planner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5" name="Abroker">
            <a:extLst>
              <a:ext uri="{FF2B5EF4-FFF2-40B4-BE49-F238E27FC236}">
                <ns2:creationId id="{6A7AA89F-508A-439B-9E35-4063E14D5AF5}"/>
              </a:ext>
            </a:extLst>
          </p:cNvPr>
          <p:cNvSpPr>
            <a:spLocks noGrp="1"/>
          </p:cNvSpPr>
          <p:nvPr/>
        </p:nvSpPr>
        <p:spPr>
          <a:xfrm>
            <a:off x="4152900" y="3857625"/>
            <a:ext cx="2143125" cy="438150"/>
          </a:xfrm>
          <a:prstGeom prst="roundRect">
            <a:avLst>
              <a:gd name="adj" fmla="val 17391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Owner Read Broker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6" name="Abuilder">
            <a:extLst>
              <a:ext uri="{FF2B5EF4-FFF2-40B4-BE49-F238E27FC236}">
                <ns2:creationId id="{936E25E2-F58B-463C-8645-74E6976A3946}"/>
              </a:ext>
            </a:extLst>
          </p:cNvPr>
          <p:cNvSpPr>
            <a:spLocks noGrp="1"/>
          </p:cNvSpPr>
          <p:nvPr/>
        </p:nvSpPr>
        <p:spPr>
          <a:xfrm>
            <a:off x="6838950" y="3857625"/>
            <a:ext cx="2238375" cy="438150"/>
          </a:xfrm>
          <a:prstGeom prst="roundRect">
            <a:avLst>
              <a:gd name="adj" fmla="val 17391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Bundle Builder / Use Guard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7" name="Aevidence">
            <a:extLst>
              <a:ext uri="{FF2B5EF4-FFF2-40B4-BE49-F238E27FC236}">
                <ns2:creationId id="{0F8EB43B-F86C-442E-94F3-62E0050C1428}"/>
              </a:ext>
            </a:extLst>
          </p:cNvPr>
          <p:cNvSpPr>
            <a:spLocks noGrp="1"/>
          </p:cNvSpPr>
          <p:nvPr/>
        </p:nvSpPr>
        <p:spPr>
          <a:xfrm>
            <a:off x="4152900" y="4791075"/>
            <a:ext cx="2143125" cy="371475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Evidence Set / 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8" name="Ajobs">
            <a:extLst>
              <a:ext uri="{FF2B5EF4-FFF2-40B4-BE49-F238E27FC236}">
                <ns2:creationId id="{D15C99E7-ACAE-4A0F-A7A7-5DB487EE4310}"/>
              </a:ext>
            </a:extLst>
          </p:cNvPr>
          <p:cNvSpPr>
            <a:spLocks noGrp="1"/>
          </p:cNvSpPr>
          <p:nvPr/>
        </p:nvSpPr>
        <p:spPr>
          <a:xfrm>
            <a:off x="6838950" y="4791075"/>
            <a:ext cx="2238375" cy="371475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Read Job Index / 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9" name="Acache">
            <a:extLst>
              <a:ext uri="{FF2B5EF4-FFF2-40B4-BE49-F238E27FC236}">
                <ns2:creationId id="{FBA75E83-ABAB-4E1D-AAA6-CE021408E9CB}"/>
              </a:ext>
            </a:extLst>
          </p:cNvPr>
          <p:cNvSpPr>
            <a:spLocks noGrp="1"/>
          </p:cNvSpPr>
          <p:nvPr/>
        </p:nvSpPr>
        <p:spPr>
          <a:xfrm>
            <a:off x="1447800" y="5753100"/>
            <a:ext cx="2143125" cy="476250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 View Cache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검증한 발췌와 관계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0" name="Ainvalid">
            <a:extLst>
              <a:ext uri="{FF2B5EF4-FFF2-40B4-BE49-F238E27FC236}">
                <ns2:creationId id="{445F34A1-27F2-462D-82DD-BF2051688B34}"/>
              </a:ext>
            </a:extLst>
          </p:cNvPr>
          <p:cNvSpPr>
            <a:spLocks noGrp="1"/>
          </p:cNvSpPr>
          <p:nvPr/>
        </p:nvSpPr>
        <p:spPr>
          <a:xfrm>
            <a:off x="4152900" y="5753100"/>
            <a:ext cx="2143125" cy="476250"/>
          </a:xfrm>
          <a:prstGeom prst="roundRect">
            <a:avLst>
              <a:gd name="adj" fmla="val 16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Invalidation Handler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1" name="Achange">
            <a:extLst>
              <a:ext uri="{FF2B5EF4-FFF2-40B4-BE49-F238E27FC236}">
                <ns2:creationId id="{AB099F9D-8A19-4202-AD49-4E291FF5DDDC}"/>
              </a:ext>
            </a:extLst>
          </p:cNvPr>
          <p:cNvSpPr>
            <a:spLocks noGrp="1"/>
          </p:cNvSpPr>
          <p:nvPr/>
        </p:nvSpPr>
        <p:spPr>
          <a:xfrm>
            <a:off x="6838950" y="5753100"/>
            <a:ext cx="2238375" cy="476250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Change Inbox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2" name="As1-num">
            <a:extLst>
              <a:ext uri="{FF2B5EF4-FFF2-40B4-BE49-F238E27FC236}">
                <ns2:creationId id="{003AABF9-FFEF-41B1-A8A1-94D6A749A353}"/>
              </a:ext>
            </a:extLst>
          </p:cNvPr>
          <p:cNvSpPr>
            <a:spLocks noGrp="1"/>
          </p:cNvSpPr>
          <p:nvPr/>
        </p:nvSpPr>
        <p:spPr>
          <a:xfrm>
            <a:off x="1314450" y="29241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3" name="As1-label">
            <a:extLst>
              <a:ext uri="{FF2B5EF4-FFF2-40B4-BE49-F238E27FC236}">
                <ns2:creationId id="{0047A233-819A-4D10-9C04-118A1B2B3BA3}"/>
              </a:ext>
            </a:extLst>
          </p:cNvPr>
          <p:cNvSpPr>
            <a:spLocks noGrp="1"/>
          </p:cNvSpPr>
          <p:nvPr/>
        </p:nvSpPr>
        <p:spPr>
          <a:xfrm>
            <a:off x="1524000" y="2914650"/>
            <a:ext cx="15240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현재 Query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4" name="As2-num">
            <a:extLst>
              <a:ext uri="{FF2B5EF4-FFF2-40B4-BE49-F238E27FC236}">
                <ns2:creationId id="{4167A74A-7FED-4887-9AA6-0DD115AD5C2D}"/>
              </a:ext>
            </a:extLst>
          </p:cNvPr>
          <p:cNvSpPr>
            <a:spLocks noGrp="1"/>
          </p:cNvSpPr>
          <p:nvPr/>
        </p:nvSpPr>
        <p:spPr>
          <a:xfrm>
            <a:off x="3762375" y="35623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5" name="As2-label">
            <a:extLst>
              <a:ext uri="{FF2B5EF4-FFF2-40B4-BE49-F238E27FC236}">
                <ns2:creationId id="{0896411D-3FF2-4A4B-B3C1-97C62FF96253}"/>
              </a:ext>
            </a:extLst>
          </p:cNvPr>
          <p:cNvSpPr>
            <a:spLocks noGrp="1"/>
          </p:cNvSpPr>
          <p:nvPr/>
        </p:nvSpPr>
        <p:spPr>
          <a:xfrm>
            <a:off x="3971925" y="3552825"/>
            <a:ext cx="14287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원본 읽기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6" name="As3-num">
            <a:extLst>
              <a:ext uri="{FF2B5EF4-FFF2-40B4-BE49-F238E27FC236}">
                <ns2:creationId id="{14E6F3D1-F4B7-4D93-906F-1905CE7C7495}"/>
              </a:ext>
            </a:extLst>
          </p:cNvPr>
          <p:cNvSpPr>
            <a:spLocks noGrp="1"/>
          </p:cNvSpPr>
          <p:nvPr/>
        </p:nvSpPr>
        <p:spPr>
          <a:xfrm>
            <a:off x="4152900" y="44862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7" name="As3-label">
            <a:extLst>
              <a:ext uri="{FF2B5EF4-FFF2-40B4-BE49-F238E27FC236}">
                <ns2:creationId id="{35D0D342-DD6C-4F38-BA31-7878B68E2099}"/>
              </a:ext>
            </a:extLst>
          </p:cNvPr>
          <p:cNvSpPr>
            <a:spLocks noGrp="1"/>
          </p:cNvSpPr>
          <p:nvPr/>
        </p:nvSpPr>
        <p:spPr>
          <a:xfrm>
            <a:off x="4362450" y="4476750"/>
            <a:ext cx="20002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완료를 read에 반영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8" name="As4-num">
            <a:extLst>
              <a:ext uri="{FF2B5EF4-FFF2-40B4-BE49-F238E27FC236}">
                <ns2:creationId id="{D9CA94E0-6814-42F0-A875-9819CFEAFE20}"/>
              </a:ext>
            </a:extLst>
          </p:cNvPr>
          <p:cNvSpPr>
            <a:spLocks noGrp="1"/>
          </p:cNvSpPr>
          <p:nvPr/>
        </p:nvSpPr>
        <p:spPr>
          <a:xfrm>
            <a:off x="6810375" y="44862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9" name="As4-label">
            <a:extLst>
              <a:ext uri="{FF2B5EF4-FFF2-40B4-BE49-F238E27FC236}">
                <ns2:creationId id="{AECFF502-A823-4428-ADD6-F33BBE27E61D}"/>
              </a:ext>
            </a:extLst>
          </p:cNvPr>
          <p:cNvSpPr>
            <a:spLocks noGrp="1"/>
          </p:cNvSpPr>
          <p:nvPr/>
        </p:nvSpPr>
        <p:spPr>
          <a:xfrm>
            <a:off x="7019925" y="4476750"/>
            <a:ext cx="2047875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범위와 버전 조합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0" name="As5-num">
            <a:extLst>
              <a:ext uri="{FF2B5EF4-FFF2-40B4-BE49-F238E27FC236}">
                <ns2:creationId id="{D73DCFC3-56AB-43D7-8BA0-F6DE5EBD385D}"/>
              </a:ext>
            </a:extLst>
          </p:cNvPr>
          <p:cNvSpPr>
            <a:spLocks noGrp="1"/>
          </p:cNvSpPr>
          <p:nvPr/>
        </p:nvSpPr>
        <p:spPr>
          <a:xfrm>
            <a:off x="6505575" y="29241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1" name="As5-label">
            <a:extLst>
              <a:ext uri="{FF2B5EF4-FFF2-40B4-BE49-F238E27FC236}">
                <ns2:creationId id="{DE3D7356-67C9-4407-958D-1CE2A3B92C6D}"/>
              </a:ext>
            </a:extLst>
          </p:cNvPr>
          <p:cNvSpPr>
            <a:spLocks noGrp="1"/>
          </p:cNvSpPr>
          <p:nvPr/>
        </p:nvSpPr>
        <p:spPr>
          <a:xfrm>
            <a:off x="6715125" y="2914650"/>
            <a:ext cx="26670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Bundle + 읽은 범위 반환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2" name="Acachelabel">
            <a:extLst>
              <a:ext uri="{FF2B5EF4-FFF2-40B4-BE49-F238E27FC236}">
                <ns2:creationId id="{53205BDD-5683-4424-BBAD-462E4861F5D3}"/>
              </a:ext>
            </a:extLst>
          </p:cNvPr>
          <p:cNvSpPr>
            <a:spLocks noGrp="1"/>
          </p:cNvSpPr>
          <p:nvPr/>
        </p:nvSpPr>
        <p:spPr>
          <a:xfrm>
            <a:off x="1409700" y="5410200"/>
            <a:ext cx="2476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유효 cache 재사용 / 부분 갱신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3" name="Astate-note">
            <a:extLst>
              <a:ext uri="{FF2B5EF4-FFF2-40B4-BE49-F238E27FC236}">
                <ns2:creationId id="{BE0AAABA-96B0-4742-A9D8-890870658395}"/>
              </a:ext>
            </a:extLst>
          </p:cNvPr>
          <p:cNvSpPr>
            <a:spLocks noGrp="1"/>
          </p:cNvSpPr>
          <p:nvPr/>
        </p:nvSpPr>
        <p:spPr>
          <a:xfrm>
            <a:off x="6696075" y="5353050"/>
            <a:ext cx="238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C62525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C62525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C62525"/>
                </a:solidFill>
                <a:latin typeface="Calibri"/>
                <a:ea typeface="Calibri"/>
                <a:cs typeface="Calibri"/>
              </a:rPr>
              <a:t>변경 / 철회 시 사용 차단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4" name="Bscene">
            <a:extLst>
              <a:ext uri="{FF2B5EF4-FFF2-40B4-BE49-F238E27FC236}">
                <ns2:creationId id="{10129CC9-A834-40CB-A6D9-54EA41C982ED}"/>
              </a:ext>
            </a:extLst>
          </p:cNvPr>
          <p:cNvSpPr>
            <a:spLocks noGrp="1"/>
          </p:cNvSpPr>
          <p:nvPr/>
        </p:nvSpPr>
        <p:spPr>
          <a:xfrm>
            <a:off x="9696450" y="1971675"/>
            <a:ext cx="833437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같은 요청: “지난번 설명한 기준에 제품 비교와 견적을 맞춰줘”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5" name="Btool">
            <a:extLst>
              <a:ext uri="{FF2B5EF4-FFF2-40B4-BE49-F238E27FC236}">
                <ns2:creationId id="{A7383ADE-8FB7-481D-AB97-95A456C576FD}"/>
              </a:ext>
            </a:extLst>
          </p:cNvPr>
          <p:cNvSpPr>
            <a:spLocks noGrp="1"/>
          </p:cNvSpPr>
          <p:nvPr/>
        </p:nvSpPr>
        <p:spPr>
          <a:xfrm>
            <a:off x="9829800" y="2581275"/>
            <a:ext cx="2152650" cy="24765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Read Tool Runner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6" name="Bdelivery">
            <a:extLst>
              <a:ext uri="{FF2B5EF4-FFF2-40B4-BE49-F238E27FC236}">
                <ns2:creationId id="{9420A336-FADB-4595-AE24-902E36F6E1C1}"/>
              </a:ext>
            </a:extLst>
          </p:cNvPr>
          <p:cNvSpPr>
            <a:spLocks noGrp="1"/>
          </p:cNvSpPr>
          <p:nvPr/>
        </p:nvSpPr>
        <p:spPr>
          <a:xfrm>
            <a:off x="12668250" y="2581275"/>
            <a:ext cx="2343150" cy="24765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원문 / 실제 전달 read port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7" name="Btask">
            <a:extLst>
              <a:ext uri="{FF2B5EF4-FFF2-40B4-BE49-F238E27FC236}">
                <ns2:creationId id="{A9C3D5FF-E797-40AC-8E00-8641E9682C1F}"/>
              </a:ext>
            </a:extLst>
          </p:cNvPr>
          <p:cNvSpPr>
            <a:spLocks noGrp="1"/>
          </p:cNvSpPr>
          <p:nvPr/>
        </p:nvSpPr>
        <p:spPr>
          <a:xfrm>
            <a:off x="15716250" y="2581275"/>
            <a:ext cx="2133600" cy="247650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 / 결과 read port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8" name="Bcommon">
            <a:extLst>
              <a:ext uri="{FF2B5EF4-FFF2-40B4-BE49-F238E27FC236}">
                <ns2:creationId id="{1114178A-BCF6-420F-B705-C9332084E556}"/>
              </a:ext>
            </a:extLst>
          </p:cNvPr>
          <p:cNvSpPr>
            <a:spLocks noGrp="1"/>
          </p:cNvSpPr>
          <p:nvPr/>
        </p:nvSpPr>
        <p:spPr>
          <a:xfrm>
            <a:off x="9772650" y="6562725"/>
            <a:ext cx="819150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공통: Model Access / Policy Manager / Request Controller의 입력 이력과 채택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긴 읽기는 비동기 실행. 원본의 실제 전달 범위, 버전과 현재 사용권을 확인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9" name="Badmit">
            <a:extLst>
              <a:ext uri="{FF2B5EF4-FFF2-40B4-BE49-F238E27FC236}">
                <ns2:creationId id="{A053070F-456F-46BC-8169-35E19BF8F577}"/>
              </a:ext>
            </a:extLst>
          </p:cNvPr>
          <p:cNvSpPr>
            <a:spLocks noGrp="1"/>
          </p:cNvSpPr>
          <p:nvPr/>
        </p:nvSpPr>
        <p:spPr>
          <a:xfrm>
            <a:off x="10010775" y="3857625"/>
            <a:ext cx="1952625" cy="333375"/>
          </a:xfrm>
          <a:prstGeom prst="roundRect">
            <a:avLst>
              <a:gd name="adj" fmla="val 22857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Change Admission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0" name="Bread-worker">
            <a:extLst>
              <a:ext uri="{FF2B5EF4-FFF2-40B4-BE49-F238E27FC236}">
                <ns2:creationId id="{4630AB6F-E89E-4A0A-8C56-4AA298B61CF5}"/>
              </a:ext>
            </a:extLst>
          </p:cNvPr>
          <p:cNvSpPr>
            <a:spLocks noGrp="1"/>
          </p:cNvSpPr>
          <p:nvPr/>
        </p:nvSpPr>
        <p:spPr>
          <a:xfrm>
            <a:off x="12658725" y="3857625"/>
            <a:ext cx="2286000" cy="333375"/>
          </a:xfrm>
          <a:prstGeom prst="roundRect">
            <a:avLst>
              <a:gd name="adj" fmla="val 22857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 Read Worker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1" name="Bderive">
            <a:extLst>
              <a:ext uri="{FF2B5EF4-FFF2-40B4-BE49-F238E27FC236}">
                <ns2:creationId id="{C9571312-BCF9-40F7-A58E-9F3194FEEF5C}"/>
              </a:ext>
            </a:extLst>
          </p:cNvPr>
          <p:cNvSpPr>
            <a:spLocks noGrp="1"/>
          </p:cNvSpPr>
          <p:nvPr/>
        </p:nvSpPr>
        <p:spPr>
          <a:xfrm>
            <a:off x="15506700" y="3857625"/>
            <a:ext cx="2143125" cy="333375"/>
          </a:xfrm>
          <a:prstGeom prst="roundRect">
            <a:avLst>
              <a:gd name="adj" fmla="val 22857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Relation Builder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2" name="Bjournal">
            <a:extLst>
              <a:ext uri="{FF2B5EF4-FFF2-40B4-BE49-F238E27FC236}">
                <ns2:creationId id="{5676E048-DB3A-434C-86AD-F5433C0E25AC}"/>
              </a:ext>
            </a:extLst>
          </p:cNvPr>
          <p:cNvSpPr>
            <a:spLocks noGrp="1"/>
          </p:cNvSpPr>
          <p:nvPr/>
        </p:nvSpPr>
        <p:spPr>
          <a:xfrm>
            <a:off x="10010775" y="4495800"/>
            <a:ext cx="1952625" cy="333375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Production Journal / 내구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3" name="Bbatch">
            <a:extLst>
              <a:ext uri="{FF2B5EF4-FFF2-40B4-BE49-F238E27FC236}">
                <ns2:creationId id="{B810165A-0A69-4DA1-B308-880379FB40BD}"/>
              </a:ext>
            </a:extLst>
          </p:cNvPr>
          <p:cNvSpPr>
            <a:spLocks noGrp="1"/>
          </p:cNvSpPr>
          <p:nvPr/>
        </p:nvSpPr>
        <p:spPr>
          <a:xfrm>
            <a:off x="12658725" y="4495800"/>
            <a:ext cx="2286000" cy="333375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Candidate Batch / 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4" name="Bguard">
            <a:extLst>
              <a:ext uri="{FF2B5EF4-FFF2-40B4-BE49-F238E27FC236}">
                <ns2:creationId id="{6F2780B6-E45A-4800-8160-5ACFF8F12496}"/>
              </a:ext>
            </a:extLst>
          </p:cNvPr>
          <p:cNvSpPr>
            <a:spLocks noGrp="1"/>
          </p:cNvSpPr>
          <p:nvPr/>
        </p:nvSpPr>
        <p:spPr>
          <a:xfrm>
            <a:off x="15506700" y="4495800"/>
            <a:ext cx="2143125" cy="333375"/>
          </a:xfrm>
          <a:prstGeom prst="roundRect">
            <a:avLst>
              <a:gd name="adj" fmla="val 22857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Publish Guard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5" name="Brepo">
            <a:extLst>
              <a:ext uri="{FF2B5EF4-FFF2-40B4-BE49-F238E27FC236}">
                <ns2:creationId id="{7FB94C12-185B-4BAF-AFEE-30DE1FF68917}"/>
              </a:ext>
            </a:extLst>
          </p:cNvPr>
          <p:cNvSpPr>
            <a:spLocks noGrp="1"/>
          </p:cNvSpPr>
          <p:nvPr/>
        </p:nvSpPr>
        <p:spPr>
          <a:xfrm>
            <a:off x="12658725" y="5219700"/>
            <a:ext cx="4991100" cy="371475"/>
          </a:xfrm>
          <a:prstGeom prst="can">
            <a:avLst>
              <a:gd name="adj" fmla="val 9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Episodic Memory Repository / 관계 + Coverage / 내구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6" name="Bwait">
            <a:extLst>
              <a:ext uri="{FF2B5EF4-FFF2-40B4-BE49-F238E27FC236}">
                <ns2:creationId id="{078092C6-1549-459F-B9C6-51E190F43B42}"/>
              </a:ext>
            </a:extLst>
          </p:cNvPr>
          <p:cNvSpPr>
            <a:spLocks noGrp="1"/>
          </p:cNvSpPr>
          <p:nvPr/>
        </p:nvSpPr>
        <p:spPr>
          <a:xfrm>
            <a:off x="10010775" y="5219700"/>
            <a:ext cx="1952625" cy="371475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Read Wait Registry / 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7" name="Bread-pump">
            <a:extLst>
              <a:ext uri="{FF2B5EF4-FFF2-40B4-BE49-F238E27FC236}">
                <ns2:creationId id="{F72159D0-C222-4265-A10E-F10EEE1BA4C1}"/>
              </a:ext>
            </a:extLst>
          </p:cNvPr>
          <p:cNvSpPr>
            <a:spLocks noGrp="1"/>
          </p:cNvSpPr>
          <p:nvPr/>
        </p:nvSpPr>
        <p:spPr>
          <a:xfrm>
            <a:off x="10010775" y="6038850"/>
            <a:ext cx="2343150" cy="238125"/>
          </a:xfrm>
          <a:prstGeom prst="roundRect">
            <a:avLst>
              <a:gd name="adj" fmla="val 32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Read Pump / Bundle Builder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8" name="Bcoverage">
            <a:extLst>
              <a:ext uri="{FF2B5EF4-FFF2-40B4-BE49-F238E27FC236}">
                <ns2:creationId id="{8A8AF223-C9DC-45A7-939F-C35350DC335C}"/>
              </a:ext>
            </a:extLst>
          </p:cNvPr>
          <p:cNvSpPr>
            <a:spLocks noGrp="1"/>
          </p:cNvSpPr>
          <p:nvPr/>
        </p:nvSpPr>
        <p:spPr>
          <a:xfrm>
            <a:off x="12896850" y="6038850"/>
            <a:ext cx="2343150" cy="238125"/>
          </a:xfrm>
          <a:prstGeom prst="roundRect">
            <a:avLst>
              <a:gd name="adj" fmla="val 32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Index / Coverage Resolver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9" name="Bverify">
            <a:extLst>
              <a:ext uri="{FF2B5EF4-FFF2-40B4-BE49-F238E27FC236}">
                <ns2:creationId id="{6C1928CB-4D9F-4DA0-B325-C86D570D6B13}"/>
              </a:ext>
            </a:extLst>
          </p:cNvPr>
          <p:cNvSpPr>
            <a:spLocks noGrp="1"/>
          </p:cNvSpPr>
          <p:nvPr/>
        </p:nvSpPr>
        <p:spPr>
          <a:xfrm>
            <a:off x="15773400" y="6038850"/>
            <a:ext cx="1876425" cy="238125"/>
          </a:xfrm>
          <a:prstGeom prst="roundRect">
            <a:avLst>
              <a:gd name="adj" fmla="val 32000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Origin Verifier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0" name="Bs1-num">
            <a:extLst>
              <a:ext uri="{FF2B5EF4-FFF2-40B4-BE49-F238E27FC236}">
                <ns2:creationId id="{F6FA3BB1-9639-44CD-9414-F82D26B13CD8}"/>
              </a:ext>
            </a:extLst>
          </p:cNvPr>
          <p:cNvSpPr>
            <a:spLocks noGrp="1"/>
          </p:cNvSpPr>
          <p:nvPr/>
        </p:nvSpPr>
        <p:spPr>
          <a:xfrm>
            <a:off x="12506325" y="29241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1" name="Bs1-label">
            <a:extLst>
              <a:ext uri="{FF2B5EF4-FFF2-40B4-BE49-F238E27FC236}">
                <ns2:creationId id="{4EDB3ACE-1D9A-4A59-98D5-FD18A497A48E}"/>
              </a:ext>
            </a:extLst>
          </p:cNvPr>
          <p:cNvSpPr>
            <a:spLocks noGrp="1"/>
          </p:cNvSpPr>
          <p:nvPr/>
        </p:nvSpPr>
        <p:spPr>
          <a:xfrm>
            <a:off x="12715875" y="2914650"/>
            <a:ext cx="25717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확정 변경 / 지원 범위 생산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2" name="Bs2-num">
            <a:extLst>
              <a:ext uri="{FF2B5EF4-FFF2-40B4-BE49-F238E27FC236}">
                <ns2:creationId id="{F810B37D-8D67-41D4-B0CF-2E61904C0088}"/>
              </a:ext>
            </a:extLst>
          </p:cNvPr>
          <p:cNvSpPr>
            <a:spLocks noGrp="1"/>
          </p:cNvSpPr>
          <p:nvPr/>
        </p:nvSpPr>
        <p:spPr>
          <a:xfrm>
            <a:off x="15201900" y="359092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3" name="Bs2-label">
            <a:extLst>
              <a:ext uri="{FF2B5EF4-FFF2-40B4-BE49-F238E27FC236}">
                <ns2:creationId id="{0681AE5D-E333-4383-A9EE-83FAC88AAE97}"/>
              </a:ext>
            </a:extLst>
          </p:cNvPr>
          <p:cNvSpPr>
            <a:spLocks noGrp="1"/>
          </p:cNvSpPr>
          <p:nvPr/>
        </p:nvSpPr>
        <p:spPr>
          <a:xfrm>
            <a:off x="15411450" y="3581400"/>
            <a:ext cx="16192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관계 생산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4" name="Bs3-num">
            <a:extLst>
              <a:ext uri="{FF2B5EF4-FFF2-40B4-BE49-F238E27FC236}">
                <ns2:creationId id="{A284E871-EFC4-4A5E-88C0-60D03DE4D1C3}"/>
              </a:ext>
            </a:extLst>
          </p:cNvPr>
          <p:cNvSpPr>
            <a:spLocks noGrp="1"/>
          </p:cNvSpPr>
          <p:nvPr/>
        </p:nvSpPr>
        <p:spPr>
          <a:xfrm>
            <a:off x="15201900" y="427672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5" name="Bs3-label">
            <a:extLst>
              <a:ext uri="{FF2B5EF4-FFF2-40B4-BE49-F238E27FC236}">
                <ns2:creationId id="{25DD790D-0849-4F41-A5ED-ECF04A0B8D28}"/>
              </a:ext>
            </a:extLst>
          </p:cNvPr>
          <p:cNvSpPr>
            <a:spLocks noGrp="1"/>
          </p:cNvSpPr>
          <p:nvPr/>
        </p:nvSpPr>
        <p:spPr>
          <a:xfrm>
            <a:off x="15411450" y="4267200"/>
            <a:ext cx="7620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검증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6" name="Bs4-num">
            <a:extLst>
              <a:ext uri="{FF2B5EF4-FFF2-40B4-BE49-F238E27FC236}">
                <ns2:creationId id="{B752FA53-232C-4D3E-AEF1-855F3408ED96}"/>
              </a:ext>
            </a:extLst>
          </p:cNvPr>
          <p:cNvSpPr>
            <a:spLocks noGrp="1"/>
          </p:cNvSpPr>
          <p:nvPr/>
        </p:nvSpPr>
        <p:spPr>
          <a:xfrm>
            <a:off x="15173325" y="496252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7" name="Bs4-label">
            <a:extLst>
              <a:ext uri="{FF2B5EF4-FFF2-40B4-BE49-F238E27FC236}">
                <ns2:creationId id="{335AADCD-BAC8-422C-955C-A2320EEBEDB3}"/>
              </a:ext>
            </a:extLst>
          </p:cNvPr>
          <p:cNvSpPr>
            <a:spLocks noGrp="1"/>
          </p:cNvSpPr>
          <p:nvPr/>
        </p:nvSpPr>
        <p:spPr>
          <a:xfrm>
            <a:off x="15382875" y="4953000"/>
            <a:ext cx="21907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관계와 Coverage 게시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8" name="Bs5-num">
            <a:extLst>
              <a:ext uri="{FF2B5EF4-FFF2-40B4-BE49-F238E27FC236}">
                <ns2:creationId id="{8C15192E-6BE2-49B6-ABD8-0A311C3E3C5F}"/>
              </a:ext>
            </a:extLst>
          </p:cNvPr>
          <p:cNvSpPr>
            <a:spLocks noGrp="1"/>
          </p:cNvSpPr>
          <p:nvPr/>
        </p:nvSpPr>
        <p:spPr>
          <a:xfrm>
            <a:off x="9906000" y="560070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9" name="Bs5-label">
            <a:extLst>
              <a:ext uri="{FF2B5EF4-FFF2-40B4-BE49-F238E27FC236}">
                <ns2:creationId id="{3181CF3D-472A-49D0-A7CF-50F28BCAC41D}"/>
              </a:ext>
            </a:extLst>
          </p:cNvPr>
          <p:cNvSpPr>
            <a:spLocks noGrp="1"/>
          </p:cNvSpPr>
          <p:nvPr/>
        </p:nvSpPr>
        <p:spPr>
          <a:xfrm>
            <a:off x="10115550" y="5591175"/>
            <a:ext cx="15240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현재 Query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0" name="Bs6-num">
            <a:extLst>
              <a:ext uri="{FF2B5EF4-FFF2-40B4-BE49-F238E27FC236}">
                <ns2:creationId id="{A61E8CBA-7864-4C9B-9E42-29AB076433AC}"/>
              </a:ext>
            </a:extLst>
          </p:cNvPr>
          <p:cNvSpPr>
            <a:spLocks noGrp="1"/>
          </p:cNvSpPr>
          <p:nvPr/>
        </p:nvSpPr>
        <p:spPr>
          <a:xfrm>
            <a:off x="15363825" y="560070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1" name="Bs6-label">
            <a:extLst>
              <a:ext uri="{FF2B5EF4-FFF2-40B4-BE49-F238E27FC236}">
                <ns2:creationId id="{5B11F3C2-61FB-45B1-8292-48698170275F}"/>
              </a:ext>
            </a:extLst>
          </p:cNvPr>
          <p:cNvSpPr>
            <a:spLocks noGrp="1"/>
          </p:cNvSpPr>
          <p:nvPr/>
        </p:nvSpPr>
        <p:spPr>
          <a:xfrm>
            <a:off x="15573375" y="5591175"/>
            <a:ext cx="2333625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원본 확인 후 Bundle 반환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2" name="Bbackfill-label">
            <a:extLst>
              <a:ext uri="{FF2B5EF4-FFF2-40B4-BE49-F238E27FC236}">
                <ns2:creationId id="{1B312372-E7A7-41D5-A8D6-3D15622BC1DC}"/>
              </a:ext>
            </a:extLst>
          </p:cNvPr>
          <p:cNvSpPr>
            <a:spLocks noGrp="1"/>
          </p:cNvSpPr>
          <p:nvPr/>
        </p:nvSpPr>
        <p:spPr>
          <a:xfrm>
            <a:off x="9934575" y="4962525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000" b="0" lang="ko-KR">
                <a:solidFill>
                  <a:srgbClr val="C62525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ko-KR">
                <a:solidFill>
                  <a:srgbClr val="C62525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C62525"/>
                </a:solidFill>
                <a:latin typeface="Calibri"/>
                <a:ea typeface="Calibri"/>
                <a:cs typeface="Calibri"/>
              </a:rPr>
              <a:t>미생산: 생산 대기 후 재조회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3" name="Bread-note">
            <a:extLst>
              <a:ext uri="{FF2B5EF4-FFF2-40B4-BE49-F238E27FC236}">
                <ns2:creationId id="{76BFEEFC-E097-461D-932B-628A4296E9EE}"/>
              </a:ext>
            </a:extLst>
          </p:cNvPr>
          <p:cNvSpPr>
            <a:spLocks noGrp="1"/>
          </p:cNvSpPr>
          <p:nvPr/>
        </p:nvSpPr>
        <p:spPr>
          <a:xfrm>
            <a:off x="9934575" y="6419850"/>
            <a:ext cx="809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미지원 관계는 재시도로 해결하지 않음. 원본 직접 조합 우회는 별도 혼합안</a:t>
            </a:r>
            <a:endParaRPr lang="ko-KR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val="1932869906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graphicFrame>
        <p:nvGraphicFramePr>
          <p:cNvPr id="212" name="">
            <a:extLst>
              <a:ext uri="{FF2B5EF4-FFF2-40B4-BE49-F238E27FC236}">
                <ns2:creationId id="{0857CF90-2141-4182-8BE2-D65864782FC1}"/>
              </a:ext>
            </a:extLst>
          </p:cNvPr>
          <p:cNvGraphicFramePr/>
          <p:nvPr/>
        </p:nvGraphicFramePr>
        <p:xfrm>
          <a:off x="114300" y="1466850"/>
          <a:ext cx="18059400" cy="8515350"/>
        </p:xfrm>
        <a:graphic>
          <a:graphicData uri="http://schemas.openxmlformats.org/drawingml/2006/table">
            <a:tbl>
              <a:tblPr firstRow="0" firstCol="0" bandRow="0"/>
              <a:tblGrid>
                <a:gridCol w="914400"/>
                <a:gridCol w="8572500"/>
                <a:gridCol w="8572500"/>
              </a:tblGrid>
              <a:tr h="43815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설계안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T w="12383">
                      <a:solidFill>
                        <a:srgbClr val="BFBFBF"/>
                      </a:solidFill>
                      <a:prstDash val="solid"/>
                    </a:lnT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(방안 A) 모듈화된 통합 Core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T w="12383">
                      <a:solidFill>
                        <a:srgbClr val="BFBFBF"/>
                      </a:solidFill>
                      <a:prstDash val="solid"/>
                    </a:lnT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9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(방안 B) 독립 대화 서비스와 업무 서비스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T w="12383">
                      <a:solidFill>
                        <a:srgbClr val="BFBFBF"/>
                      </a:solidFill>
                      <a:prstDash val="solid"/>
                    </a:lnT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C6E0B4"/>
                    </a:solidFill>
                  </a:tcPr>
                </a:tc>
              </a:tr>
              <a:tr h="518160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구조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t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t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t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장점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관련 로컬 변경을 함께 확정해 계약 변경 지점 축소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(QA04↑)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별도 업무 프로세스와 저장소 cache가 없어 RAM 절감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(QA06↑)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업무의 상태와 전송을 대화 서비스의 실행 수명과 독립 관리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독립 운영 요구가 있는 경우의 이점이며 정상 사용 우위는 미확인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단점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독립 배포와 운영이 필요하면 Core 전체의 조정 부담이 남음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접수 결과와 cursor로 두 상태를 다시 연결해야 함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(QA04↓)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▪ 별도 heap, 저장소 cache와 전달 버퍼가 필요 </a:t>
                      </a:r>
                      <a:r>
                        <a:rPr sz="1400" b="0" lang="ko-KR">
                          <a:solidFill>
                            <a:srgbClr val="C62525"/>
                          </a:solidFill>
                          <a:latin typeface="Calibri"/>
                          <a:ea typeface="Calibri"/>
                          <a:cs typeface="Calibri"/>
                        </a:rPr>
                        <a:t>(QA06↓)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9700"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Trade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10000"/>
                        </a:lnSpc>
                        <a:buNone/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500" b="1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Off</a:t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L w="12383">
                      <a:solidFill>
                        <a:srgbClr val="BFBFBF"/>
                      </a:solidFill>
                      <a:prstDash val="solid"/>
                    </a:lnL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76200" bIns="57150">
                      <a:noAutofit/>
                    </a:bodyPr>
                    <a:lstStyle/>
                    <a:p>
                      <a:pPr>
                        <a:defRPr lang="ko-KR">
                          <a:latin typeface="Calibri"/>
                          <a:ea typeface="Calibri"/>
                          <a:cs typeface="Calibri"/>
                        </a:defRPr>
                      </a:pPr>
                      <a:r>
                        <a:rPr sz="1400" b="0" lang="ko-KR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/>
                      </a:r>
                      <a:endParaRPr lang="ko-KR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91440" marR="91440" marT="45720" marB="45720" anchor="ctr">
                    <a:lnR w="12383">
                      <a:solidFill>
                        <a:srgbClr val="BFBFBF"/>
                      </a:solidFill>
                      <a:prstDash val="solid"/>
                    </a:lnR>
                    <a:lnB w="12383">
                      <a:solidFill>
                        <a:srgbClr val="BFBFB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" name="Aim">
            <a:extLst>
              <a:ext uri="{FF2B5EF4-FFF2-40B4-BE49-F238E27FC236}">
                <ns2:creationId id="{65C84264-F72C-4C1D-BDD9-1C0716DB039E}"/>
              </a:ext>
            </a:extLst>
          </p:cNvPr>
          <p:cNvSpPr>
            <a:spLocks noGrp="1"/>
          </p:cNvSpPr>
          <p:nvPr/>
        </p:nvSpPr>
        <p:spPr>
          <a:xfrm>
            <a:off x="1123950" y="2419350"/>
            <a:ext cx="8286750" cy="5429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Interaction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" name="Aprocess">
            <a:extLst>
              <a:ext uri="{FF2B5EF4-FFF2-40B4-BE49-F238E27FC236}">
                <ns2:creationId id="{C5E56D50-B903-47F7-AE6B-940DEA0F767D}"/>
              </a:ext>
            </a:extLst>
          </p:cNvPr>
          <p:cNvSpPr>
            <a:spLocks noGrp="1"/>
          </p:cNvSpPr>
          <p:nvPr/>
        </p:nvSpPr>
        <p:spPr>
          <a:xfrm>
            <a:off x="1104900" y="3381375"/>
            <a:ext cx="8324850" cy="3629025"/>
          </a:xfrm>
          <a:prstGeom prst="rect">
            <a:avLst/>
          </a:prstGeom>
          <a:solidFill>
            <a:srgbClr val="FFFFFF"/>
          </a:solidFill>
          <a:ln w="10478">
            <a:solidFill>
              <a:srgbClr val="9C7136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VIA Core process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Ari">
            <a:extLst>
              <a:ext uri="{FF2B5EF4-FFF2-40B4-BE49-F238E27FC236}">
                <ns2:creationId id="{BAFA9192-AAA0-49B3-930A-DACAB752A01C}"/>
              </a:ext>
            </a:extLst>
          </p:cNvPr>
          <p:cNvSpPr>
            <a:spLocks noGrp="1"/>
          </p:cNvSpPr>
          <p:nvPr/>
        </p:nvSpPr>
        <p:spPr>
          <a:xfrm>
            <a:off x="1209675" y="3657600"/>
            <a:ext cx="1714500" cy="11906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Interpreter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" name="Arc">
            <a:extLst>
              <a:ext uri="{FF2B5EF4-FFF2-40B4-BE49-F238E27FC236}">
                <ns2:creationId id="{81DE98BF-5683-4D1A-9DA7-62AE4A8B307A}"/>
              </a:ext>
            </a:extLst>
          </p:cNvPr>
          <p:cNvSpPr>
            <a:spLocks noGrp="1"/>
          </p:cNvSpPr>
          <p:nvPr/>
        </p:nvSpPr>
        <p:spPr>
          <a:xfrm>
            <a:off x="3105150" y="3657600"/>
            <a:ext cx="226695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Controller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" name="Arm">
            <a:extLst>
              <a:ext uri="{FF2B5EF4-FFF2-40B4-BE49-F238E27FC236}">
                <ns2:creationId id="{DD3E6CEF-1B32-44FF-87CD-043C1F891B40}"/>
              </a:ext>
            </a:extLst>
          </p:cNvPr>
          <p:cNvSpPr>
            <a:spLocks noGrp="1"/>
          </p:cNvSpPr>
          <p:nvPr/>
        </p:nvSpPr>
        <p:spPr>
          <a:xfrm>
            <a:off x="1209675" y="5143500"/>
            <a:ext cx="1714500" cy="81915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Response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" name="Atm">
            <a:extLst>
              <a:ext uri="{FF2B5EF4-FFF2-40B4-BE49-F238E27FC236}">
                <ns2:creationId id="{0204E200-6423-45A1-882A-79A0311B7880}"/>
              </a:ext>
            </a:extLst>
          </p:cNvPr>
          <p:cNvSpPr>
            <a:spLocks noGrp="1"/>
          </p:cNvSpPr>
          <p:nvPr/>
        </p:nvSpPr>
        <p:spPr>
          <a:xfrm>
            <a:off x="5886450" y="3657600"/>
            <a:ext cx="3371850" cy="135255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" name="Aag">
            <a:extLst>
              <a:ext uri="{FF2B5EF4-FFF2-40B4-BE49-F238E27FC236}">
                <ns2:creationId id="{CDF2B142-5718-4EF9-95AD-ACEF6C14DA62}"/>
              </a:ext>
            </a:extLst>
          </p:cNvPr>
          <p:cNvSpPr>
            <a:spLocks noGrp="1"/>
          </p:cNvSpPr>
          <p:nvPr/>
        </p:nvSpPr>
        <p:spPr>
          <a:xfrm>
            <a:off x="5886450" y="5238750"/>
            <a:ext cx="3371850" cy="72390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 Gateway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" name="Ass">
            <a:extLst>
              <a:ext uri="{FF2B5EF4-FFF2-40B4-BE49-F238E27FC236}">
                <ns2:creationId id="{90DEE600-2F8F-4EE5-95CD-720F0DC355F3}"/>
              </a:ext>
            </a:extLst>
          </p:cNvPr>
          <p:cNvSpPr>
            <a:spLocks noGrp="1"/>
          </p:cNvSpPr>
          <p:nvPr/>
        </p:nvSpPr>
        <p:spPr>
          <a:xfrm>
            <a:off x="1209675" y="6191250"/>
            <a:ext cx="8048625" cy="7334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 Store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" name="Bim">
            <a:extLst>
              <a:ext uri="{FF2B5EF4-FFF2-40B4-BE49-F238E27FC236}">
                <ns2:creationId id="{448DFDB3-C957-4508-9027-A0CCEBB73005}"/>
              </a:ext>
            </a:extLst>
          </p:cNvPr>
          <p:cNvSpPr>
            <a:spLocks noGrp="1"/>
          </p:cNvSpPr>
          <p:nvPr/>
        </p:nvSpPr>
        <p:spPr>
          <a:xfrm>
            <a:off x="9696450" y="2419350"/>
            <a:ext cx="8286750" cy="5429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Interaction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" name="Bdialogue-process">
            <a:extLst>
              <a:ext uri="{FF2B5EF4-FFF2-40B4-BE49-F238E27FC236}">
                <ns2:creationId id="{91EB4050-7334-4A6A-BA80-FDC6AEE289FB}"/>
              </a:ext>
            </a:extLst>
          </p:cNvPr>
          <p:cNvSpPr>
            <a:spLocks noGrp="1"/>
          </p:cNvSpPr>
          <p:nvPr/>
        </p:nvSpPr>
        <p:spPr>
          <a:xfrm>
            <a:off x="9677400" y="3381375"/>
            <a:ext cx="4419600" cy="3629025"/>
          </a:xfrm>
          <a:prstGeom prst="rect">
            <a:avLst/>
          </a:prstGeom>
          <a:solidFill>
            <a:srgbClr val="FFFFFF"/>
          </a:solidFill>
          <a:ln w="10478">
            <a:solidFill>
              <a:srgbClr val="9C7136"/>
            </a:solidFill>
            <a:prstDash val="dash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대화 서비스 process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" name="Bwork-process">
            <a:extLst>
              <a:ext uri="{FF2B5EF4-FFF2-40B4-BE49-F238E27FC236}">
                <ns2:creationId id="{4AE9509B-1DF0-4841-B43B-9A78395A2F9A}"/>
              </a:ext>
            </a:extLst>
          </p:cNvPr>
          <p:cNvSpPr>
            <a:spLocks noGrp="1"/>
          </p:cNvSpPr>
          <p:nvPr/>
        </p:nvSpPr>
        <p:spPr>
          <a:xfrm>
            <a:off x="14268450" y="3381375"/>
            <a:ext cx="3733800" cy="3629025"/>
          </a:xfrm>
          <a:prstGeom prst="rect">
            <a:avLst/>
          </a:prstGeom>
          <a:solidFill>
            <a:srgbClr val="FFFFFF"/>
          </a:solidFill>
          <a:ln w="10478">
            <a:solidFill>
              <a:srgbClr val="9C7136"/>
            </a:solidFill>
            <a:prstDash val="dash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업무 서비스 process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" name="Bri">
            <a:extLst>
              <a:ext uri="{FF2B5EF4-FFF2-40B4-BE49-F238E27FC236}">
                <ns2:creationId id="{1146CCE2-FA8E-494E-97AA-67CE47DCA2A5}"/>
              </a:ext>
            </a:extLst>
          </p:cNvPr>
          <p:cNvSpPr>
            <a:spLocks noGrp="1"/>
          </p:cNvSpPr>
          <p:nvPr/>
        </p:nvSpPr>
        <p:spPr>
          <a:xfrm>
            <a:off x="9782175" y="3657600"/>
            <a:ext cx="1714500" cy="11906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Interpreter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" name="Brc">
            <a:extLst>
              <a:ext uri="{FF2B5EF4-FFF2-40B4-BE49-F238E27FC236}">
                <ns2:creationId id="{64767206-9BCE-440E-B080-AA8B0AEE2C35}"/>
              </a:ext>
            </a:extLst>
          </p:cNvPr>
          <p:cNvSpPr>
            <a:spLocks noGrp="1"/>
          </p:cNvSpPr>
          <p:nvPr/>
        </p:nvSpPr>
        <p:spPr>
          <a:xfrm>
            <a:off x="11677650" y="3657600"/>
            <a:ext cx="2266950" cy="230505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Request Controller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" name="Brm">
            <a:extLst>
              <a:ext uri="{FF2B5EF4-FFF2-40B4-BE49-F238E27FC236}">
                <ns2:creationId id="{A5469F42-FA8B-42E4-B046-8C2B0D1D5B5A}"/>
              </a:ext>
            </a:extLst>
          </p:cNvPr>
          <p:cNvSpPr>
            <a:spLocks noGrp="1"/>
          </p:cNvSpPr>
          <p:nvPr/>
        </p:nvSpPr>
        <p:spPr>
          <a:xfrm>
            <a:off x="9782175" y="5143500"/>
            <a:ext cx="1714500" cy="81915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Response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" name="Btm">
            <a:extLst>
              <a:ext uri="{FF2B5EF4-FFF2-40B4-BE49-F238E27FC236}">
                <ns2:creationId id="{C7070387-D4F4-42CB-A099-582547390A63}"/>
              </a:ext>
            </a:extLst>
          </p:cNvPr>
          <p:cNvSpPr>
            <a:spLocks noGrp="1"/>
          </p:cNvSpPr>
          <p:nvPr/>
        </p:nvSpPr>
        <p:spPr>
          <a:xfrm>
            <a:off x="14458950" y="3657600"/>
            <a:ext cx="3371850" cy="135255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Task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" name="Bag">
            <a:extLst>
              <a:ext uri="{FF2B5EF4-FFF2-40B4-BE49-F238E27FC236}">
                <ns2:creationId id="{75FE688F-FA3F-4CAF-9D0F-AC3FDE8B0BC3}"/>
              </a:ext>
            </a:extLst>
          </p:cNvPr>
          <p:cNvSpPr>
            <a:spLocks noGrp="1"/>
          </p:cNvSpPr>
          <p:nvPr/>
        </p:nvSpPr>
        <p:spPr>
          <a:xfrm>
            <a:off x="14458950" y="5238750"/>
            <a:ext cx="3371850" cy="723900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Agent Gateway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" name="Bdss">
            <a:extLst>
              <a:ext uri="{FF2B5EF4-FFF2-40B4-BE49-F238E27FC236}">
                <ns2:creationId id="{FB11BEAE-6E58-4C7C-B9E0-88E060C12CB9}"/>
              </a:ext>
            </a:extLst>
          </p:cNvPr>
          <p:cNvSpPr>
            <a:spLocks noGrp="1"/>
          </p:cNvSpPr>
          <p:nvPr/>
        </p:nvSpPr>
        <p:spPr>
          <a:xfrm>
            <a:off x="9782175" y="6191250"/>
            <a:ext cx="4162425" cy="7334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 Store / 대화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9" name="Bwss">
            <a:extLst>
              <a:ext uri="{FF2B5EF4-FFF2-40B4-BE49-F238E27FC236}">
                <ns2:creationId id="{E9685794-6BAA-439C-AB83-69FF6107F7D2}"/>
              </a:ext>
            </a:extLst>
          </p:cNvPr>
          <p:cNvSpPr>
            <a:spLocks noGrp="1"/>
          </p:cNvSpPr>
          <p:nvPr/>
        </p:nvSpPr>
        <p:spPr>
          <a:xfrm>
            <a:off x="14458950" y="6191250"/>
            <a:ext cx="3371850" cy="7334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76200" tIns="38100" rIns="19050" bIns="0" anchor="t">
            <a:noAutofit/>
          </a:bodyPr>
          <a:lstStyle>
            <a:defPPr algn="l"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State Store / 업무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" name="title-rule">
            <a:extLst>
              <a:ext uri="{FF2B5EF4-FFF2-40B4-BE49-F238E27FC236}">
                <ns2:creationId id="{9C006164-F026-4387-9589-308BBA9BE2DB}"/>
              </a:ext>
            </a:extLst>
          </p:cNvPr>
          <p:cNvSpPr>
            <a:spLocks noGrp="1"/>
          </p:cNvSpPr>
          <p:nvPr/>
        </p:nvSpPr>
        <p:spPr>
          <a:xfrm>
            <a:off x="571500" y="847725"/>
            <a:ext cx="17335500" cy="953"/>
          </a:xfrm>
          <a:custGeom>
            <a:pathLst>
              <a:path w="17335500" h="953">
                <a:moveTo>
                  <a:pt x="0" y="0"/>
                </a:moveTo>
                <a:lnTo>
                  <a:pt x="17335500" y="0"/>
                </a:lnTo>
              </a:path>
            </a:pathLst>
          </a:custGeom>
          <a:noFill/>
          <a:ln w="19050">
            <a:solidFill>
              <a:srgbClr val="A8A8A8"/>
            </a:solidFill>
            <a:prstDash val="solid"/>
          </a:ln>
        </p:spPr>
      </p:sp>
      <p:sp>
        <p:nvSpPr>
          <p:cNvPr id="21" name="legend-call">
            <a:extLst>
              <a:ext uri="{FF2B5EF4-FFF2-40B4-BE49-F238E27FC236}">
                <ns2:creationId id="{4B3D640E-D500-434E-9E3C-9F079D12E834}"/>
              </a:ext>
            </a:extLst>
          </p:cNvPr>
          <p:cNvSpPr>
            <a:spLocks noGrp="1"/>
          </p:cNvSpPr>
          <p:nvPr/>
        </p:nvSpPr>
        <p:spPr>
          <a:xfrm>
            <a:off x="228600" y="5362575"/>
            <a:ext cx="666750" cy="953"/>
          </a:xfrm>
          <a:custGeom>
            <a:pathLst>
              <a:path w="666750" h="953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2" name="legend-call-arrow">
            <a:extLst>
              <a:ext uri="{FF2B5EF4-FFF2-40B4-BE49-F238E27FC236}">
                <ns2:creationId id="{48A0EA0E-C201-407C-B887-AFA0005EF676}"/>
              </a:ext>
            </a:extLst>
          </p:cNvPr>
          <p:cNvSpPr>
            <a:spLocks noGrp="1"/>
          </p:cNvSpPr>
          <p:nvPr/>
        </p:nvSpPr>
        <p:spPr>
          <a:xfrm>
            <a:off x="826736" y="5329431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3" name="legend-return">
            <a:extLst>
              <a:ext uri="{FF2B5EF4-FFF2-40B4-BE49-F238E27FC236}">
                <ns2:creationId id="{657C39C8-0EFF-4371-BFD7-D4BB25537D99}"/>
              </a:ext>
            </a:extLst>
          </p:cNvPr>
          <p:cNvSpPr>
            <a:spLocks noGrp="1"/>
          </p:cNvSpPr>
          <p:nvPr/>
        </p:nvSpPr>
        <p:spPr>
          <a:xfrm>
            <a:off x="228600" y="5924550"/>
            <a:ext cx="666750" cy="953"/>
          </a:xfrm>
          <a:custGeom>
            <a:pathLst>
              <a:path w="666750" h="953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24" name="legend-return-arrow">
            <a:extLst>
              <a:ext uri="{FF2B5EF4-FFF2-40B4-BE49-F238E27FC236}">
                <ns2:creationId id="{0BCF350A-3FA7-4EB1-8B54-B5970AED020C}"/>
              </a:ext>
            </a:extLst>
          </p:cNvPr>
          <p:cNvSpPr>
            <a:spLocks noGrp="1"/>
          </p:cNvSpPr>
          <p:nvPr/>
        </p:nvSpPr>
        <p:spPr>
          <a:xfrm>
            <a:off x="826736" y="589140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5" name="Acommit">
            <a:extLst>
              <a:ext uri="{FF2B5EF4-FFF2-40B4-BE49-F238E27FC236}">
                <ns2:creationId id="{F5F12CCA-A16A-4C8F-9145-988EEEE0AE24}"/>
              </a:ext>
            </a:extLst>
          </p:cNvPr>
          <p:cNvSpPr>
            <a:spLocks noGrp="1"/>
          </p:cNvSpPr>
          <p:nvPr/>
        </p:nvSpPr>
        <p:spPr>
          <a:xfrm>
            <a:off x="4238625" y="5962650"/>
            <a:ext cx="953" cy="476250"/>
          </a:xfrm>
          <a:custGeom>
            <a:pathLst>
              <a:path w="953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6" name="Acommit-arrow">
            <a:extLst>
              <a:ext uri="{FF2B5EF4-FFF2-40B4-BE49-F238E27FC236}">
                <ns2:creationId id="{5A81EE80-02EB-4FDD-9586-AE0A97B53FFB}"/>
              </a:ext>
            </a:extLst>
          </p:cNvPr>
          <p:cNvSpPr>
            <a:spLocks noGrp="1"/>
          </p:cNvSpPr>
          <p:nvPr/>
        </p:nvSpPr>
        <p:spPr>
          <a:xfrm>
            <a:off x="4205481" y="63702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7" name="Ainput-route">
            <a:extLst>
              <a:ext uri="{FF2B5EF4-FFF2-40B4-BE49-F238E27FC236}">
                <ns2:creationId id="{BBF3A258-4585-433A-B9DD-CA2110AEE28B}"/>
              </a:ext>
            </a:extLst>
          </p:cNvPr>
          <p:cNvSpPr>
            <a:spLocks noGrp="1"/>
          </p:cNvSpPr>
          <p:nvPr/>
        </p:nvSpPr>
        <p:spPr>
          <a:xfrm>
            <a:off x="2190750" y="2905125"/>
            <a:ext cx="3409950" cy="1057275"/>
          </a:xfrm>
          <a:custGeom>
            <a:pathLst>
              <a:path w="3409950" h="1057275">
                <a:moveTo>
                  <a:pt x="0" y="0"/>
                </a:moveTo>
                <a:lnTo>
                  <a:pt x="0" y="104775"/>
                </a:lnTo>
                <a:lnTo>
                  <a:pt x="3409950" y="104775"/>
                </a:lnTo>
                <a:lnTo>
                  <a:pt x="3409950" y="647700"/>
                </a:lnTo>
                <a:lnTo>
                  <a:pt x="2038350" y="647700"/>
                </a:lnTo>
                <a:lnTo>
                  <a:pt x="2038350" y="10572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8" name="Ainput-route-arrow">
            <a:extLst>
              <a:ext uri="{FF2B5EF4-FFF2-40B4-BE49-F238E27FC236}">
                <ns2:creationId id="{D45C4C6E-99FE-421C-8024-0A91F7298AE3}"/>
              </a:ext>
            </a:extLst>
          </p:cNvPr>
          <p:cNvSpPr>
            <a:spLocks noGrp="1"/>
          </p:cNvSpPr>
          <p:nvPr/>
        </p:nvSpPr>
        <p:spPr>
          <a:xfrm>
            <a:off x="4195956" y="38937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29" name="Asem">
            <a:extLst>
              <a:ext uri="{FF2B5EF4-FFF2-40B4-BE49-F238E27FC236}">
                <ns2:creationId id="{04EE66AF-CCB7-4212-AE7E-67C7EB6977C1}"/>
              </a:ext>
            </a:extLst>
          </p:cNvPr>
          <p:cNvSpPr>
            <a:spLocks noGrp="1"/>
          </p:cNvSpPr>
          <p:nvPr/>
        </p:nvSpPr>
        <p:spPr>
          <a:xfrm>
            <a:off x="2828925" y="4076700"/>
            <a:ext cx="409575" cy="953"/>
          </a:xfrm>
          <a:custGeom>
            <a:pathLst>
              <a:path w="409575" h="953">
                <a:moveTo>
                  <a:pt x="409575" y="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0" name="Asem-arrow">
            <a:extLst>
              <a:ext uri="{FF2B5EF4-FFF2-40B4-BE49-F238E27FC236}">
                <ns2:creationId id="{458F2ED8-C92E-4D44-85A2-CAB47045DDDF}"/>
              </a:ext>
            </a:extLst>
          </p:cNvPr>
          <p:cNvSpPr>
            <a:spLocks noGrp="1"/>
          </p:cNvSpPr>
          <p:nvPr/>
        </p:nvSpPr>
        <p:spPr>
          <a:xfrm>
            <a:off x="2828925" y="40435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1" name="Asem-return">
            <a:extLst>
              <a:ext uri="{FF2B5EF4-FFF2-40B4-BE49-F238E27FC236}">
                <ns2:creationId id="{3B1BE3C1-F4A1-4D4F-8A22-04DA7F6287D5}"/>
              </a:ext>
            </a:extLst>
          </p:cNvPr>
          <p:cNvSpPr>
            <a:spLocks noGrp="1"/>
          </p:cNvSpPr>
          <p:nvPr/>
        </p:nvSpPr>
        <p:spPr>
          <a:xfrm>
            <a:off x="2828925" y="4191000"/>
            <a:ext cx="409575" cy="953"/>
          </a:xfrm>
          <a:custGeom>
            <a:pathLst>
              <a:path w="409575" h="953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32" name="Asem-return-arrow">
            <a:extLst>
              <a:ext uri="{FF2B5EF4-FFF2-40B4-BE49-F238E27FC236}">
                <ns2:creationId id="{21142D29-75CA-4F3B-BB81-CB0DDE89E62C}"/>
              </a:ext>
            </a:extLst>
          </p:cNvPr>
          <p:cNvSpPr>
            <a:spLocks noGrp="1"/>
          </p:cNvSpPr>
          <p:nvPr/>
        </p:nvSpPr>
        <p:spPr>
          <a:xfrm>
            <a:off x="3169886" y="415785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3" name="Atask-read">
            <a:extLst>
              <a:ext uri="{FF2B5EF4-FFF2-40B4-BE49-F238E27FC236}">
                <ns2:creationId id="{7277ED13-D1CC-4129-8902-E532F40EF9F9}"/>
              </a:ext>
            </a:extLst>
          </p:cNvPr>
          <p:cNvSpPr>
            <a:spLocks noGrp="1"/>
          </p:cNvSpPr>
          <p:nvPr/>
        </p:nvSpPr>
        <p:spPr>
          <a:xfrm>
            <a:off x="5238750" y="4076700"/>
            <a:ext cx="752475" cy="953"/>
          </a:xfrm>
          <a:custGeom>
            <a:pathLst>
              <a:path w="752475" h="953">
                <a:moveTo>
                  <a:pt x="0" y="0"/>
                </a:moveTo>
                <a:lnTo>
                  <a:pt x="7524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4" name="Atask-read-arrow">
            <a:extLst>
              <a:ext uri="{FF2B5EF4-FFF2-40B4-BE49-F238E27FC236}">
                <ns2:creationId id="{1939ED71-1A81-4EF5-A31C-2483D4AEA98B}"/>
              </a:ext>
            </a:extLst>
          </p:cNvPr>
          <p:cNvSpPr>
            <a:spLocks noGrp="1"/>
          </p:cNvSpPr>
          <p:nvPr/>
        </p:nvSpPr>
        <p:spPr>
          <a:xfrm>
            <a:off x="5922611" y="404355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5" name="Atask-return">
            <a:extLst>
              <a:ext uri="{FF2B5EF4-FFF2-40B4-BE49-F238E27FC236}">
                <ns2:creationId id="{06DF0995-AED0-418D-85D1-A5170DEF902F}"/>
              </a:ext>
            </a:extLst>
          </p:cNvPr>
          <p:cNvSpPr>
            <a:spLocks noGrp="1"/>
          </p:cNvSpPr>
          <p:nvPr/>
        </p:nvSpPr>
        <p:spPr>
          <a:xfrm>
            <a:off x="5238750" y="4191000"/>
            <a:ext cx="752475" cy="953"/>
          </a:xfrm>
          <a:custGeom>
            <a:pathLst>
              <a:path w="752475" h="953">
                <a:moveTo>
                  <a:pt x="752475" y="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36" name="Atask-return-arrow">
            <a:extLst>
              <a:ext uri="{FF2B5EF4-FFF2-40B4-BE49-F238E27FC236}">
                <ns2:creationId id="{AD69A4E8-7ECA-412E-813B-D390124E9D11}"/>
              </a:ext>
            </a:extLst>
          </p:cNvPr>
          <p:cNvSpPr>
            <a:spLocks noGrp="1"/>
          </p:cNvSpPr>
          <p:nvPr/>
        </p:nvSpPr>
        <p:spPr>
          <a:xfrm>
            <a:off x="5238750" y="41578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7" name="Aprepare">
            <a:extLst>
              <a:ext uri="{FF2B5EF4-FFF2-40B4-BE49-F238E27FC236}">
                <ns2:creationId id="{414B92B0-FF5E-4B20-8E6D-5EB5BFA10CE6}"/>
              </a:ext>
            </a:extLst>
          </p:cNvPr>
          <p:cNvSpPr>
            <a:spLocks noGrp="1"/>
          </p:cNvSpPr>
          <p:nvPr/>
        </p:nvSpPr>
        <p:spPr>
          <a:xfrm>
            <a:off x="5238750" y="4238625"/>
            <a:ext cx="3171825" cy="247650"/>
          </a:xfrm>
          <a:custGeom>
            <a:pathLst>
              <a:path w="3171825" h="247650">
                <a:moveTo>
                  <a:pt x="0" y="247650"/>
                </a:moveTo>
                <a:lnTo>
                  <a:pt x="390525" y="247650"/>
                </a:lnTo>
                <a:lnTo>
                  <a:pt x="390525" y="57150"/>
                </a:lnTo>
                <a:lnTo>
                  <a:pt x="3171825" y="57150"/>
                </a:lnTo>
                <a:lnTo>
                  <a:pt x="317182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8" name="Aprepare-arrow">
            <a:extLst>
              <a:ext uri="{FF2B5EF4-FFF2-40B4-BE49-F238E27FC236}">
                <ns2:creationId id="{35B8C232-E5E6-4D20-B8D3-31AD7DFD1911}"/>
              </a:ext>
            </a:extLst>
          </p:cNvPr>
          <p:cNvSpPr>
            <a:spLocks noGrp="1"/>
          </p:cNvSpPr>
          <p:nvPr/>
        </p:nvSpPr>
        <p:spPr>
          <a:xfrm>
            <a:off x="8377431" y="423862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39" name="Areceipt">
            <a:extLst>
              <a:ext uri="{FF2B5EF4-FFF2-40B4-BE49-F238E27FC236}">
                <ns2:creationId id="{978E9D04-70FB-4943-96E1-F19FA0AFBF8C}"/>
              </a:ext>
            </a:extLst>
          </p:cNvPr>
          <p:cNvSpPr>
            <a:spLocks noGrp="1"/>
          </p:cNvSpPr>
          <p:nvPr/>
        </p:nvSpPr>
        <p:spPr>
          <a:xfrm>
            <a:off x="5238750" y="4162425"/>
            <a:ext cx="2466975" cy="1095375"/>
          </a:xfrm>
          <a:custGeom>
            <a:pathLst>
              <a:path w="2466975" h="1095375">
                <a:moveTo>
                  <a:pt x="2466975" y="0"/>
                </a:moveTo>
                <a:lnTo>
                  <a:pt x="2343150" y="0"/>
                </a:lnTo>
                <a:lnTo>
                  <a:pt x="2343150" y="923925"/>
                </a:lnTo>
                <a:lnTo>
                  <a:pt x="257175" y="923925"/>
                </a:lnTo>
                <a:lnTo>
                  <a:pt x="257175" y="1095375"/>
                </a:lnTo>
                <a:lnTo>
                  <a:pt x="0" y="1095375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40" name="Areceipt-arrow">
            <a:extLst>
              <a:ext uri="{FF2B5EF4-FFF2-40B4-BE49-F238E27FC236}">
                <ns2:creationId id="{4792ACC9-9B02-4E21-AEC3-9AF574A304D2}"/>
              </a:ext>
            </a:extLst>
          </p:cNvPr>
          <p:cNvSpPr>
            <a:spLocks noGrp="1"/>
          </p:cNvSpPr>
          <p:nvPr/>
        </p:nvSpPr>
        <p:spPr>
          <a:xfrm>
            <a:off x="5238750" y="52246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1" name="Aclaim">
            <a:extLst>
              <a:ext uri="{FF2B5EF4-FFF2-40B4-BE49-F238E27FC236}">
                <ns2:creationId id="{49755E7C-F08A-49D4-A023-F765A678F187}"/>
              </a:ext>
            </a:extLst>
          </p:cNvPr>
          <p:cNvSpPr>
            <a:spLocks noGrp="1"/>
          </p:cNvSpPr>
          <p:nvPr/>
        </p:nvSpPr>
        <p:spPr>
          <a:xfrm>
            <a:off x="6724650" y="4638675"/>
            <a:ext cx="953" cy="885825"/>
          </a:xfrm>
          <a:custGeom>
            <a:pathLst>
              <a:path w="953" h="885825">
                <a:moveTo>
                  <a:pt x="0" y="885825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2" name="Aclaim-arrow">
            <a:extLst>
              <a:ext uri="{FF2B5EF4-FFF2-40B4-BE49-F238E27FC236}">
                <ns2:creationId id="{F3BC997B-4E43-42B4-873A-C8D218CCA4A7}"/>
              </a:ext>
            </a:extLst>
          </p:cNvPr>
          <p:cNvSpPr>
            <a:spLocks noGrp="1"/>
          </p:cNvSpPr>
          <p:nvPr/>
        </p:nvSpPr>
        <p:spPr>
          <a:xfrm>
            <a:off x="6691506" y="463867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3" name="Asend-agent">
            <a:extLst>
              <a:ext uri="{FF2B5EF4-FFF2-40B4-BE49-F238E27FC236}">
                <ns2:creationId id="{6FA33A85-F49E-40A3-B52F-E0EE9499946E}"/>
              </a:ext>
            </a:extLst>
          </p:cNvPr>
          <p:cNvSpPr>
            <a:spLocks noGrp="1"/>
          </p:cNvSpPr>
          <p:nvPr/>
        </p:nvSpPr>
        <p:spPr>
          <a:xfrm>
            <a:off x="7477125" y="3181350"/>
            <a:ext cx="1933575" cy="2428875"/>
          </a:xfrm>
          <a:custGeom>
            <a:pathLst>
              <a:path w="1933575" h="2428875">
                <a:moveTo>
                  <a:pt x="0" y="2428875"/>
                </a:moveTo>
                <a:lnTo>
                  <a:pt x="1933575" y="2428875"/>
                </a:lnTo>
                <a:lnTo>
                  <a:pt x="1933575" y="0"/>
                </a:lnTo>
                <a:lnTo>
                  <a:pt x="18954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4" name="Asend-agent-arrow">
            <a:extLst>
              <a:ext uri="{FF2B5EF4-FFF2-40B4-BE49-F238E27FC236}">
                <ns2:creationId id="{1F8ED225-D50D-4079-962C-A7991665C7E1}"/>
              </a:ext>
            </a:extLst>
          </p:cNvPr>
          <p:cNvSpPr>
            <a:spLocks noGrp="1"/>
          </p:cNvSpPr>
          <p:nvPr/>
        </p:nvSpPr>
        <p:spPr>
          <a:xfrm>
            <a:off x="9372600" y="314820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5" name="Aevent">
            <a:extLst>
              <a:ext uri="{FF2B5EF4-FFF2-40B4-BE49-F238E27FC236}">
                <ns2:creationId id="{28E5FBA0-A885-4A15-AB02-1340F9058FDD}"/>
              </a:ext>
            </a:extLst>
          </p:cNvPr>
          <p:cNvSpPr>
            <a:spLocks noGrp="1"/>
          </p:cNvSpPr>
          <p:nvPr/>
        </p:nvSpPr>
        <p:spPr>
          <a:xfrm>
            <a:off x="9124950" y="3295650"/>
            <a:ext cx="352425" cy="2562225"/>
          </a:xfrm>
          <a:custGeom>
            <a:pathLst>
              <a:path w="352425" h="2562225">
                <a:moveTo>
                  <a:pt x="76200" y="0"/>
                </a:moveTo>
                <a:lnTo>
                  <a:pt x="352425" y="0"/>
                </a:lnTo>
                <a:lnTo>
                  <a:pt x="352425" y="2562225"/>
                </a:lnTo>
                <a:lnTo>
                  <a:pt x="0" y="2562225"/>
                </a:lnTo>
                <a:lnTo>
                  <a:pt x="0" y="2428875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46" name="Aevent-arrow">
            <a:extLst>
              <a:ext uri="{FF2B5EF4-FFF2-40B4-BE49-F238E27FC236}">
                <ns2:creationId id="{54FBB6BA-FD2C-4E3E-9EAE-775A84DD79E7}"/>
              </a:ext>
            </a:extLst>
          </p:cNvPr>
          <p:cNvSpPr>
            <a:spLocks noGrp="1"/>
          </p:cNvSpPr>
          <p:nvPr/>
        </p:nvSpPr>
        <p:spPr>
          <a:xfrm>
            <a:off x="9091806" y="572452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7" name="Aunknown">
            <a:extLst>
              <a:ext uri="{FF2B5EF4-FFF2-40B4-BE49-F238E27FC236}">
                <ns2:creationId id="{36C631C2-0212-427D-B377-4D33B739E275}"/>
              </a:ext>
            </a:extLst>
          </p:cNvPr>
          <p:cNvSpPr>
            <a:spLocks noGrp="1"/>
          </p:cNvSpPr>
          <p:nvPr/>
        </p:nvSpPr>
        <p:spPr>
          <a:xfrm>
            <a:off x="6743700" y="5724525"/>
            <a:ext cx="953" cy="38100"/>
          </a:xfrm>
          <a:custGeom>
            <a:pathLst>
              <a:path w="953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48" name="Aunknown-arrow">
            <a:extLst>
              <a:ext uri="{FF2B5EF4-FFF2-40B4-BE49-F238E27FC236}">
                <ns2:creationId id="{6E6A1041-4065-485A-A34B-C95AFB9811AF}"/>
              </a:ext>
            </a:extLst>
          </p:cNvPr>
          <p:cNvSpPr>
            <a:spLocks noGrp="1"/>
          </p:cNvSpPr>
          <p:nvPr/>
        </p:nvSpPr>
        <p:spPr>
          <a:xfrm>
            <a:off x="6710556" y="569401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49" name="Afact">
            <a:extLst>
              <a:ext uri="{FF2B5EF4-FFF2-40B4-BE49-F238E27FC236}">
                <ns2:creationId id="{391BB29D-A69F-43B6-AC78-E239B40FD9A5}"/>
              </a:ext>
            </a:extLst>
          </p:cNvPr>
          <p:cNvSpPr>
            <a:spLocks noGrp="1"/>
          </p:cNvSpPr>
          <p:nvPr/>
        </p:nvSpPr>
        <p:spPr>
          <a:xfrm>
            <a:off x="8410575" y="4953000"/>
            <a:ext cx="953" cy="571500"/>
          </a:xfrm>
          <a:custGeom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50" name="Afact-arrow">
            <a:extLst>
              <a:ext uri="{FF2B5EF4-FFF2-40B4-BE49-F238E27FC236}">
                <ns2:creationId id="{866886ED-765A-45A2-8503-22B740B603E6}"/>
              </a:ext>
            </a:extLst>
          </p:cNvPr>
          <p:cNvSpPr>
            <a:spLocks noGrp="1"/>
          </p:cNvSpPr>
          <p:nvPr/>
        </p:nvSpPr>
        <p:spPr>
          <a:xfrm>
            <a:off x="8377431" y="4953000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1" name="Apublish-permit">
            <a:extLst>
              <a:ext uri="{FF2B5EF4-FFF2-40B4-BE49-F238E27FC236}">
                <ns2:creationId id="{973BBD68-D757-453D-A6CB-1C6998542E23}"/>
              </a:ext>
            </a:extLst>
          </p:cNvPr>
          <p:cNvSpPr>
            <a:spLocks noGrp="1"/>
          </p:cNvSpPr>
          <p:nvPr/>
        </p:nvSpPr>
        <p:spPr>
          <a:xfrm>
            <a:off x="2828925" y="5257800"/>
            <a:ext cx="409575" cy="247650"/>
          </a:xfrm>
          <a:custGeom>
            <a:pathLst>
              <a:path w="409575" h="247650">
                <a:moveTo>
                  <a:pt x="409575" y="0"/>
                </a:moveTo>
                <a:lnTo>
                  <a:pt x="200025" y="0"/>
                </a:lnTo>
                <a:lnTo>
                  <a:pt x="200025" y="247650"/>
                </a:lnTo>
                <a:lnTo>
                  <a:pt x="0" y="2476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2" name="Apublish-permit-arrow">
            <a:extLst>
              <a:ext uri="{FF2B5EF4-FFF2-40B4-BE49-F238E27FC236}">
                <ns2:creationId id="{B621E95F-F307-4D60-A68E-FCEB3438F4FE}"/>
              </a:ext>
            </a:extLst>
          </p:cNvPr>
          <p:cNvSpPr>
            <a:spLocks noGrp="1"/>
          </p:cNvSpPr>
          <p:nvPr/>
        </p:nvSpPr>
        <p:spPr>
          <a:xfrm>
            <a:off x="2828925" y="547230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3" name="Adisplay">
            <a:extLst>
              <a:ext uri="{FF2B5EF4-FFF2-40B4-BE49-F238E27FC236}">
                <ns2:creationId id="{82E225D4-1ACE-4823-BB7D-EB3F9C59ED4D}"/>
              </a:ext>
            </a:extLst>
          </p:cNvPr>
          <p:cNvSpPr>
            <a:spLocks noGrp="1"/>
          </p:cNvSpPr>
          <p:nvPr/>
        </p:nvSpPr>
        <p:spPr>
          <a:xfrm>
            <a:off x="1162050" y="2905125"/>
            <a:ext cx="6905625" cy="2600325"/>
          </a:xfrm>
          <a:custGeom>
            <a:pathLst>
              <a:path w="6905625" h="2600325">
                <a:moveTo>
                  <a:pt x="142875" y="2600325"/>
                </a:moveTo>
                <a:lnTo>
                  <a:pt x="0" y="2600325"/>
                </a:lnTo>
                <a:lnTo>
                  <a:pt x="0" y="76200"/>
                </a:lnTo>
                <a:lnTo>
                  <a:pt x="6905625" y="76200"/>
                </a:lnTo>
                <a:lnTo>
                  <a:pt x="690562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4" name="Adisplay-arrow">
            <a:extLst>
              <a:ext uri="{FF2B5EF4-FFF2-40B4-BE49-F238E27FC236}">
                <ns2:creationId id="{8BF83ACA-DFE9-4225-BA0D-3356FB6206A9}"/>
              </a:ext>
            </a:extLst>
          </p:cNvPr>
          <p:cNvSpPr>
            <a:spLocks noGrp="1"/>
          </p:cNvSpPr>
          <p:nvPr/>
        </p:nvSpPr>
        <p:spPr>
          <a:xfrm>
            <a:off x="8034531" y="290512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5" name="Aactual">
            <a:extLst>
              <a:ext uri="{FF2B5EF4-FFF2-40B4-BE49-F238E27FC236}">
                <ns2:creationId id="{4ABC391E-976E-45DD-A20C-C9D3D60D943C}"/>
              </a:ext>
            </a:extLst>
          </p:cNvPr>
          <p:cNvSpPr>
            <a:spLocks noGrp="1"/>
          </p:cNvSpPr>
          <p:nvPr/>
        </p:nvSpPr>
        <p:spPr>
          <a:xfrm>
            <a:off x="2066925" y="2800350"/>
            <a:ext cx="7467600" cy="3314700"/>
          </a:xfrm>
          <a:custGeom>
            <a:pathLst>
              <a:path w="7467600" h="3314700">
                <a:moveTo>
                  <a:pt x="7191375" y="0"/>
                </a:moveTo>
                <a:lnTo>
                  <a:pt x="7467600" y="0"/>
                </a:lnTo>
                <a:lnTo>
                  <a:pt x="7467600" y="3314700"/>
                </a:lnTo>
                <a:lnTo>
                  <a:pt x="0" y="3314700"/>
                </a:lnTo>
                <a:lnTo>
                  <a:pt x="0" y="310515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56" name="Aactual-arrow">
            <a:extLst>
              <a:ext uri="{FF2B5EF4-FFF2-40B4-BE49-F238E27FC236}">
                <ns2:creationId id="{1B7EDB6A-7403-456B-9433-49046FF85E49}"/>
              </a:ext>
            </a:extLst>
          </p:cNvPr>
          <p:cNvSpPr>
            <a:spLocks noGrp="1"/>
          </p:cNvSpPr>
          <p:nvPr/>
        </p:nvSpPr>
        <p:spPr>
          <a:xfrm>
            <a:off x="2033781" y="5905500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7" name="Bdcommit">
            <a:extLst>
              <a:ext uri="{FF2B5EF4-FFF2-40B4-BE49-F238E27FC236}">
                <ns2:creationId id="{78169DAD-450A-4804-B75D-88829F0476C0}"/>
              </a:ext>
            </a:extLst>
          </p:cNvPr>
          <p:cNvSpPr>
            <a:spLocks noGrp="1"/>
          </p:cNvSpPr>
          <p:nvPr/>
        </p:nvSpPr>
        <p:spPr>
          <a:xfrm>
            <a:off x="12811125" y="5962650"/>
            <a:ext cx="953" cy="476250"/>
          </a:xfrm>
          <a:custGeom>
            <a:pathLst>
              <a:path w="953" h="476250">
                <a:moveTo>
                  <a:pt x="0" y="0"/>
                </a:moveTo>
                <a:lnTo>
                  <a:pt x="0" y="4762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8" name="Bdcommit-arrow">
            <a:extLst>
              <a:ext uri="{FF2B5EF4-FFF2-40B4-BE49-F238E27FC236}">
                <ns2:creationId id="{66392818-B1E2-4F08-96DE-C7359639FF8E}"/>
              </a:ext>
            </a:extLst>
          </p:cNvPr>
          <p:cNvSpPr>
            <a:spLocks noGrp="1"/>
          </p:cNvSpPr>
          <p:nvPr/>
        </p:nvSpPr>
        <p:spPr>
          <a:xfrm>
            <a:off x="12777981" y="63702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59" name="Bwcommit">
            <a:extLst>
              <a:ext uri="{FF2B5EF4-FFF2-40B4-BE49-F238E27FC236}">
                <ns2:creationId id="{E8F61AC3-A21C-4669-A764-97FED8F2FBEF}"/>
              </a:ext>
            </a:extLst>
          </p:cNvPr>
          <p:cNvSpPr>
            <a:spLocks noGrp="1"/>
          </p:cNvSpPr>
          <p:nvPr/>
        </p:nvSpPr>
        <p:spPr>
          <a:xfrm>
            <a:off x="14363700" y="4505325"/>
            <a:ext cx="1762125" cy="1933575"/>
          </a:xfrm>
          <a:custGeom>
            <a:pathLst>
              <a:path w="1762125" h="1933575">
                <a:moveTo>
                  <a:pt x="200025" y="0"/>
                </a:moveTo>
                <a:lnTo>
                  <a:pt x="0" y="0"/>
                </a:lnTo>
                <a:lnTo>
                  <a:pt x="0" y="1628775"/>
                </a:lnTo>
                <a:lnTo>
                  <a:pt x="1762125" y="1628775"/>
                </a:lnTo>
                <a:lnTo>
                  <a:pt x="1762125" y="19335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0" name="Bwcommit-arrow">
            <a:extLst>
              <a:ext uri="{FF2B5EF4-FFF2-40B4-BE49-F238E27FC236}">
                <ns2:creationId id="{C2417140-FD75-4F89-B576-7EFD7A23955F}"/>
              </a:ext>
            </a:extLst>
          </p:cNvPr>
          <p:cNvSpPr>
            <a:spLocks noGrp="1"/>
          </p:cNvSpPr>
          <p:nvPr/>
        </p:nvSpPr>
        <p:spPr>
          <a:xfrm>
            <a:off x="16092681" y="63702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1" name="Binput-route">
            <a:extLst>
              <a:ext uri="{FF2B5EF4-FFF2-40B4-BE49-F238E27FC236}">
                <ns2:creationId id="{BE8646B1-70BF-481D-A1A2-D7D2886D5067}"/>
              </a:ext>
            </a:extLst>
          </p:cNvPr>
          <p:cNvSpPr>
            <a:spLocks noGrp="1"/>
          </p:cNvSpPr>
          <p:nvPr/>
        </p:nvSpPr>
        <p:spPr>
          <a:xfrm>
            <a:off x="10763250" y="2905125"/>
            <a:ext cx="3409950" cy="1057275"/>
          </a:xfrm>
          <a:custGeom>
            <a:pathLst>
              <a:path w="3409950" h="1057275">
                <a:moveTo>
                  <a:pt x="0" y="0"/>
                </a:moveTo>
                <a:lnTo>
                  <a:pt x="0" y="104775"/>
                </a:lnTo>
                <a:lnTo>
                  <a:pt x="3409950" y="104775"/>
                </a:lnTo>
                <a:lnTo>
                  <a:pt x="3409950" y="647700"/>
                </a:lnTo>
                <a:lnTo>
                  <a:pt x="2038350" y="647700"/>
                </a:lnTo>
                <a:lnTo>
                  <a:pt x="2038350" y="1057275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2" name="Binput-route-arrow">
            <a:extLst>
              <a:ext uri="{FF2B5EF4-FFF2-40B4-BE49-F238E27FC236}">
                <ns2:creationId id="{706A7ED1-94BA-46C2-93CB-481D92E85E6D}"/>
              </a:ext>
            </a:extLst>
          </p:cNvPr>
          <p:cNvSpPr>
            <a:spLocks noGrp="1"/>
          </p:cNvSpPr>
          <p:nvPr/>
        </p:nvSpPr>
        <p:spPr>
          <a:xfrm>
            <a:off x="12768456" y="3893786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3" name="Bsem">
            <a:extLst>
              <a:ext uri="{FF2B5EF4-FFF2-40B4-BE49-F238E27FC236}">
                <ns2:creationId id="{D129FED9-3153-40CD-A250-6BE2E5C022C8}"/>
              </a:ext>
            </a:extLst>
          </p:cNvPr>
          <p:cNvSpPr>
            <a:spLocks noGrp="1"/>
          </p:cNvSpPr>
          <p:nvPr/>
        </p:nvSpPr>
        <p:spPr>
          <a:xfrm>
            <a:off x="11401425" y="4076700"/>
            <a:ext cx="409575" cy="953"/>
          </a:xfrm>
          <a:custGeom>
            <a:pathLst>
              <a:path w="409575" h="953">
                <a:moveTo>
                  <a:pt x="409575" y="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4" name="Bsem-arrow">
            <a:extLst>
              <a:ext uri="{FF2B5EF4-FFF2-40B4-BE49-F238E27FC236}">
                <ns2:creationId id="{C0E704D2-8A8A-4818-A6F0-3B2A9F965E00}"/>
              </a:ext>
            </a:extLst>
          </p:cNvPr>
          <p:cNvSpPr>
            <a:spLocks noGrp="1"/>
          </p:cNvSpPr>
          <p:nvPr/>
        </p:nvSpPr>
        <p:spPr>
          <a:xfrm>
            <a:off x="11401425" y="40435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5" name="Bsem-return">
            <a:extLst>
              <a:ext uri="{FF2B5EF4-FFF2-40B4-BE49-F238E27FC236}">
                <ns2:creationId id="{287A29AC-C758-4344-BA88-53FF8DC1DDD9}"/>
              </a:ext>
            </a:extLst>
          </p:cNvPr>
          <p:cNvSpPr>
            <a:spLocks noGrp="1"/>
          </p:cNvSpPr>
          <p:nvPr/>
        </p:nvSpPr>
        <p:spPr>
          <a:xfrm>
            <a:off x="11401425" y="4191000"/>
            <a:ext cx="409575" cy="953"/>
          </a:xfrm>
          <a:custGeom>
            <a:pathLst>
              <a:path w="409575" h="953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66" name="Bsem-return-arrow">
            <a:extLst>
              <a:ext uri="{FF2B5EF4-FFF2-40B4-BE49-F238E27FC236}">
                <ns2:creationId id="{EECF5425-8F75-4E9C-859B-56A07D8D8617}"/>
              </a:ext>
            </a:extLst>
          </p:cNvPr>
          <p:cNvSpPr>
            <a:spLocks noGrp="1"/>
          </p:cNvSpPr>
          <p:nvPr/>
        </p:nvSpPr>
        <p:spPr>
          <a:xfrm>
            <a:off x="11742386" y="415785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7" name="Btask-read">
            <a:extLst>
              <a:ext uri="{FF2B5EF4-FFF2-40B4-BE49-F238E27FC236}">
                <ns2:creationId id="{864CA726-A77C-452B-B7BF-A19BFFB69DD3}"/>
              </a:ext>
            </a:extLst>
          </p:cNvPr>
          <p:cNvSpPr>
            <a:spLocks noGrp="1"/>
          </p:cNvSpPr>
          <p:nvPr/>
        </p:nvSpPr>
        <p:spPr>
          <a:xfrm>
            <a:off x="13811250" y="4076700"/>
            <a:ext cx="752475" cy="953"/>
          </a:xfrm>
          <a:custGeom>
            <a:pathLst>
              <a:path w="752475" h="953">
                <a:moveTo>
                  <a:pt x="0" y="0"/>
                </a:moveTo>
                <a:lnTo>
                  <a:pt x="7524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8" name="Btask-read-arrow">
            <a:extLst>
              <a:ext uri="{FF2B5EF4-FFF2-40B4-BE49-F238E27FC236}">
                <ns2:creationId id="{9E043FFE-9CEB-41C0-81D0-D620B4041FBE}"/>
              </a:ext>
            </a:extLst>
          </p:cNvPr>
          <p:cNvSpPr>
            <a:spLocks noGrp="1"/>
          </p:cNvSpPr>
          <p:nvPr/>
        </p:nvSpPr>
        <p:spPr>
          <a:xfrm>
            <a:off x="14495111" y="4043556"/>
            <a:ext cx="68614" cy="66289"/>
          </a:xfrm>
          <a:custGeom>
            <a:pathLst>
              <a:path w="68614" h="66289">
                <a:moveTo>
                  <a:pt x="0" y="66289"/>
                </a:moveTo>
                <a:lnTo>
                  <a:pt x="68614" y="33144"/>
                </a:ln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69" name="Btask-return">
            <a:extLst>
              <a:ext uri="{FF2B5EF4-FFF2-40B4-BE49-F238E27FC236}">
                <ns2:creationId id="{1673EF8F-6C4D-4873-9DB9-CD4F3393EC95}"/>
              </a:ext>
            </a:extLst>
          </p:cNvPr>
          <p:cNvSpPr>
            <a:spLocks noGrp="1"/>
          </p:cNvSpPr>
          <p:nvPr/>
        </p:nvSpPr>
        <p:spPr>
          <a:xfrm>
            <a:off x="13811250" y="4191000"/>
            <a:ext cx="752475" cy="953"/>
          </a:xfrm>
          <a:custGeom>
            <a:pathLst>
              <a:path w="752475" h="953">
                <a:moveTo>
                  <a:pt x="752475" y="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70" name="Btask-return-arrow">
            <a:extLst>
              <a:ext uri="{FF2B5EF4-FFF2-40B4-BE49-F238E27FC236}">
                <ns2:creationId id="{3225EF88-C7A9-4B35-A59D-FD3ABF75BFD4}"/>
              </a:ext>
            </a:extLst>
          </p:cNvPr>
          <p:cNvSpPr>
            <a:spLocks noGrp="1"/>
          </p:cNvSpPr>
          <p:nvPr/>
        </p:nvSpPr>
        <p:spPr>
          <a:xfrm>
            <a:off x="13811250" y="41578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1" name="Bprepare">
            <a:extLst>
              <a:ext uri="{FF2B5EF4-FFF2-40B4-BE49-F238E27FC236}">
                <ns2:creationId id="{0E2FF6D8-4AB8-48C4-80EF-66CDDB82946E}"/>
              </a:ext>
            </a:extLst>
          </p:cNvPr>
          <p:cNvSpPr>
            <a:spLocks noGrp="1"/>
          </p:cNvSpPr>
          <p:nvPr/>
        </p:nvSpPr>
        <p:spPr>
          <a:xfrm>
            <a:off x="13811250" y="4238625"/>
            <a:ext cx="3171825" cy="247650"/>
          </a:xfrm>
          <a:custGeom>
            <a:pathLst>
              <a:path w="3171825" h="247650">
                <a:moveTo>
                  <a:pt x="0" y="247650"/>
                </a:moveTo>
                <a:lnTo>
                  <a:pt x="390525" y="247650"/>
                </a:lnTo>
                <a:lnTo>
                  <a:pt x="390525" y="57150"/>
                </a:lnTo>
                <a:lnTo>
                  <a:pt x="3171825" y="57150"/>
                </a:lnTo>
                <a:lnTo>
                  <a:pt x="317182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2" name="Bprepare-arrow">
            <a:extLst>
              <a:ext uri="{FF2B5EF4-FFF2-40B4-BE49-F238E27FC236}">
                <ns2:creationId id="{24D02D25-3D52-4BDD-993A-1DF38C90A69B}"/>
              </a:ext>
            </a:extLst>
          </p:cNvPr>
          <p:cNvSpPr>
            <a:spLocks noGrp="1"/>
          </p:cNvSpPr>
          <p:nvPr/>
        </p:nvSpPr>
        <p:spPr>
          <a:xfrm>
            <a:off x="16949931" y="423862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3" name="Breceipt">
            <a:extLst>
              <a:ext uri="{FF2B5EF4-FFF2-40B4-BE49-F238E27FC236}">
                <ns2:creationId id="{E99E8E02-B844-4457-8940-2F54EDABF015}"/>
              </a:ext>
            </a:extLst>
          </p:cNvPr>
          <p:cNvSpPr>
            <a:spLocks noGrp="1"/>
          </p:cNvSpPr>
          <p:nvPr/>
        </p:nvSpPr>
        <p:spPr>
          <a:xfrm>
            <a:off x="13811250" y="4162425"/>
            <a:ext cx="2466975" cy="1095375"/>
          </a:xfrm>
          <a:custGeom>
            <a:pathLst>
              <a:path w="2466975" h="1095375">
                <a:moveTo>
                  <a:pt x="2466975" y="0"/>
                </a:moveTo>
                <a:lnTo>
                  <a:pt x="2343150" y="0"/>
                </a:lnTo>
                <a:lnTo>
                  <a:pt x="2343150" y="923925"/>
                </a:lnTo>
                <a:lnTo>
                  <a:pt x="257175" y="923925"/>
                </a:lnTo>
                <a:lnTo>
                  <a:pt x="257175" y="1095375"/>
                </a:lnTo>
                <a:lnTo>
                  <a:pt x="0" y="1095375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74" name="Breceipt-arrow">
            <a:extLst>
              <a:ext uri="{FF2B5EF4-FFF2-40B4-BE49-F238E27FC236}">
                <ns2:creationId id="{89D07793-3ECE-468C-BD9A-9052E90AFC45}"/>
              </a:ext>
            </a:extLst>
          </p:cNvPr>
          <p:cNvSpPr>
            <a:spLocks noGrp="1"/>
          </p:cNvSpPr>
          <p:nvPr/>
        </p:nvSpPr>
        <p:spPr>
          <a:xfrm>
            <a:off x="13811250" y="522465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5" name="Bclaim">
            <a:extLst>
              <a:ext uri="{FF2B5EF4-FFF2-40B4-BE49-F238E27FC236}">
                <ns2:creationId id="{26C44476-B7A3-467B-8A22-C1F5E3EE94F2}"/>
              </a:ext>
            </a:extLst>
          </p:cNvPr>
          <p:cNvSpPr>
            <a:spLocks noGrp="1"/>
          </p:cNvSpPr>
          <p:nvPr/>
        </p:nvSpPr>
        <p:spPr>
          <a:xfrm>
            <a:off x="15297150" y="4638675"/>
            <a:ext cx="953" cy="885825"/>
          </a:xfrm>
          <a:custGeom>
            <a:pathLst>
              <a:path w="953" h="885825">
                <a:moveTo>
                  <a:pt x="0" y="885825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6" name="Bclaim-arrow">
            <a:extLst>
              <a:ext uri="{FF2B5EF4-FFF2-40B4-BE49-F238E27FC236}">
                <ns2:creationId id="{142DCC3A-3D01-4352-BC90-612222822A21}"/>
              </a:ext>
            </a:extLst>
          </p:cNvPr>
          <p:cNvSpPr>
            <a:spLocks noGrp="1"/>
          </p:cNvSpPr>
          <p:nvPr/>
        </p:nvSpPr>
        <p:spPr>
          <a:xfrm>
            <a:off x="15264006" y="463867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7" name="Bsend-agent">
            <a:extLst>
              <a:ext uri="{FF2B5EF4-FFF2-40B4-BE49-F238E27FC236}">
                <ns2:creationId id="{A0429977-3535-4342-A3FF-C2A520106E66}"/>
              </a:ext>
            </a:extLst>
          </p:cNvPr>
          <p:cNvSpPr>
            <a:spLocks noGrp="1"/>
          </p:cNvSpPr>
          <p:nvPr/>
        </p:nvSpPr>
        <p:spPr>
          <a:xfrm>
            <a:off x="16049625" y="3181350"/>
            <a:ext cx="1933575" cy="2428875"/>
          </a:xfrm>
          <a:custGeom>
            <a:pathLst>
              <a:path w="1933575" h="2428875">
                <a:moveTo>
                  <a:pt x="0" y="2428875"/>
                </a:moveTo>
                <a:lnTo>
                  <a:pt x="1933575" y="2428875"/>
                </a:lnTo>
                <a:lnTo>
                  <a:pt x="1933575" y="0"/>
                </a:lnTo>
                <a:lnTo>
                  <a:pt x="189547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8" name="Bsend-agent-arrow">
            <a:extLst>
              <a:ext uri="{FF2B5EF4-FFF2-40B4-BE49-F238E27FC236}">
                <ns2:creationId id="{AF1922F4-9975-46BF-84DC-3CF6D07EDA63}"/>
              </a:ext>
            </a:extLst>
          </p:cNvPr>
          <p:cNvSpPr>
            <a:spLocks noGrp="1"/>
          </p:cNvSpPr>
          <p:nvPr/>
        </p:nvSpPr>
        <p:spPr>
          <a:xfrm>
            <a:off x="17945100" y="314820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79" name="Bevent">
            <a:extLst>
              <a:ext uri="{FF2B5EF4-FFF2-40B4-BE49-F238E27FC236}">
                <ns2:creationId id="{4F7C3313-DA92-4E56-91A7-C994510BA0DB}"/>
              </a:ext>
            </a:extLst>
          </p:cNvPr>
          <p:cNvSpPr>
            <a:spLocks noGrp="1"/>
          </p:cNvSpPr>
          <p:nvPr/>
        </p:nvSpPr>
        <p:spPr>
          <a:xfrm>
            <a:off x="17697450" y="3295650"/>
            <a:ext cx="352425" cy="2562225"/>
          </a:xfrm>
          <a:custGeom>
            <a:pathLst>
              <a:path w="352425" h="2562225">
                <a:moveTo>
                  <a:pt x="76200" y="0"/>
                </a:moveTo>
                <a:lnTo>
                  <a:pt x="352425" y="0"/>
                </a:lnTo>
                <a:lnTo>
                  <a:pt x="352425" y="2562225"/>
                </a:lnTo>
                <a:lnTo>
                  <a:pt x="0" y="2562225"/>
                </a:lnTo>
                <a:lnTo>
                  <a:pt x="0" y="2428875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80" name="Bevent-arrow">
            <a:extLst>
              <a:ext uri="{FF2B5EF4-FFF2-40B4-BE49-F238E27FC236}">
                <ns2:creationId id="{16AD1465-3938-459E-AAA1-FAFB827655E4}"/>
              </a:ext>
            </a:extLst>
          </p:cNvPr>
          <p:cNvSpPr>
            <a:spLocks noGrp="1"/>
          </p:cNvSpPr>
          <p:nvPr/>
        </p:nvSpPr>
        <p:spPr>
          <a:xfrm>
            <a:off x="17664306" y="572452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1" name="Bunknown">
            <a:extLst>
              <a:ext uri="{FF2B5EF4-FFF2-40B4-BE49-F238E27FC236}">
                <ns2:creationId id="{573C624C-A493-442D-9645-CB51F0B71A03}"/>
              </a:ext>
            </a:extLst>
          </p:cNvPr>
          <p:cNvSpPr>
            <a:spLocks noGrp="1"/>
          </p:cNvSpPr>
          <p:nvPr/>
        </p:nvSpPr>
        <p:spPr>
          <a:xfrm>
            <a:off x="15316200" y="5724525"/>
            <a:ext cx="953" cy="38100"/>
          </a:xfrm>
          <a:custGeom>
            <a:pathLst>
              <a:path w="953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82" name="Bunknown-arrow">
            <a:extLst>
              <a:ext uri="{FF2B5EF4-FFF2-40B4-BE49-F238E27FC236}">
                <ns2:creationId id="{D3241578-CAEF-409D-A27C-1CC6F0C673AC}"/>
              </a:ext>
            </a:extLst>
          </p:cNvPr>
          <p:cNvSpPr>
            <a:spLocks noGrp="1"/>
          </p:cNvSpPr>
          <p:nvPr/>
        </p:nvSpPr>
        <p:spPr>
          <a:xfrm>
            <a:off x="15283056" y="5694011"/>
            <a:ext cx="66289" cy="68614"/>
          </a:xfrm>
          <a:custGeom>
            <a:pathLst>
              <a:path w="66289" h="68614">
                <a:moveTo>
                  <a:pt x="0" y="0"/>
                </a:moveTo>
                <a:lnTo>
                  <a:pt x="33144" y="68614"/>
                </a:lnTo>
                <a:lnTo>
                  <a:pt x="66289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3" name="Bfact">
            <a:extLst>
              <a:ext uri="{FF2B5EF4-FFF2-40B4-BE49-F238E27FC236}">
                <ns2:creationId id="{A4A158C9-2593-4C61-856E-CB18FF18CDE3}"/>
              </a:ext>
            </a:extLst>
          </p:cNvPr>
          <p:cNvSpPr>
            <a:spLocks noGrp="1"/>
          </p:cNvSpPr>
          <p:nvPr/>
        </p:nvSpPr>
        <p:spPr>
          <a:xfrm>
            <a:off x="16983075" y="4953000"/>
            <a:ext cx="953" cy="571500"/>
          </a:xfrm>
          <a:custGeom>
            <a:pathLst>
              <a:path w="953" h="571500">
                <a:moveTo>
                  <a:pt x="0" y="571500"/>
                </a:moveTo>
                <a:lnTo>
                  <a:pt x="0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84" name="Bfact-arrow">
            <a:extLst>
              <a:ext uri="{FF2B5EF4-FFF2-40B4-BE49-F238E27FC236}">
                <ns2:creationId id="{22ECBEB3-F327-476E-AA09-E0BEC2C15760}"/>
              </a:ext>
            </a:extLst>
          </p:cNvPr>
          <p:cNvSpPr>
            <a:spLocks noGrp="1"/>
          </p:cNvSpPr>
          <p:nvPr/>
        </p:nvSpPr>
        <p:spPr>
          <a:xfrm>
            <a:off x="16949931" y="4953000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5" name="Bpublish-permit">
            <a:extLst>
              <a:ext uri="{FF2B5EF4-FFF2-40B4-BE49-F238E27FC236}">
                <ns2:creationId id="{85DC335D-DE90-4FCC-8B12-534502C8F39E}"/>
              </a:ext>
            </a:extLst>
          </p:cNvPr>
          <p:cNvSpPr>
            <a:spLocks noGrp="1"/>
          </p:cNvSpPr>
          <p:nvPr/>
        </p:nvSpPr>
        <p:spPr>
          <a:xfrm>
            <a:off x="11401425" y="5257800"/>
            <a:ext cx="409575" cy="247650"/>
          </a:xfrm>
          <a:custGeom>
            <a:pathLst>
              <a:path w="409575" h="247650">
                <a:moveTo>
                  <a:pt x="409575" y="0"/>
                </a:moveTo>
                <a:lnTo>
                  <a:pt x="200025" y="0"/>
                </a:lnTo>
                <a:lnTo>
                  <a:pt x="200025" y="247650"/>
                </a:lnTo>
                <a:lnTo>
                  <a:pt x="0" y="24765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6" name="Bpublish-permit-arrow">
            <a:extLst>
              <a:ext uri="{FF2B5EF4-FFF2-40B4-BE49-F238E27FC236}">
                <ns2:creationId id="{15689AA5-FE14-47BC-8BD8-03E2F015F0D5}"/>
              </a:ext>
            </a:extLst>
          </p:cNvPr>
          <p:cNvSpPr>
            <a:spLocks noGrp="1"/>
          </p:cNvSpPr>
          <p:nvPr/>
        </p:nvSpPr>
        <p:spPr>
          <a:xfrm>
            <a:off x="11401425" y="5472306"/>
            <a:ext cx="68614" cy="66289"/>
          </a:xfrm>
          <a:custGeom>
            <a:pathLst>
              <a:path w="68614" h="66289">
                <a:moveTo>
                  <a:pt x="68614" y="0"/>
                </a:moveTo>
                <a:lnTo>
                  <a:pt x="0" y="33144"/>
                </a:lnTo>
                <a:lnTo>
                  <a:pt x="68614" y="66289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7" name="Bdisplay">
            <a:extLst>
              <a:ext uri="{FF2B5EF4-FFF2-40B4-BE49-F238E27FC236}">
                <ns2:creationId id="{B1B466D4-C578-4EAA-A155-F95E11F83329}"/>
              </a:ext>
            </a:extLst>
          </p:cNvPr>
          <p:cNvSpPr>
            <a:spLocks noGrp="1"/>
          </p:cNvSpPr>
          <p:nvPr/>
        </p:nvSpPr>
        <p:spPr>
          <a:xfrm>
            <a:off x="9734550" y="2905125"/>
            <a:ext cx="6905625" cy="2600325"/>
          </a:xfrm>
          <a:custGeom>
            <a:pathLst>
              <a:path w="6905625" h="2600325">
                <a:moveTo>
                  <a:pt x="142875" y="2600325"/>
                </a:moveTo>
                <a:lnTo>
                  <a:pt x="0" y="2600325"/>
                </a:lnTo>
                <a:lnTo>
                  <a:pt x="0" y="76200"/>
                </a:lnTo>
                <a:lnTo>
                  <a:pt x="6905625" y="76200"/>
                </a:lnTo>
                <a:lnTo>
                  <a:pt x="6905625" y="0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8" name="Bdisplay-arrow">
            <a:extLst>
              <a:ext uri="{FF2B5EF4-FFF2-40B4-BE49-F238E27FC236}">
                <ns2:creationId id="{F085DF2F-7E5C-4249-AD9C-E9D73EC1588E}"/>
              </a:ext>
            </a:extLst>
          </p:cNvPr>
          <p:cNvSpPr>
            <a:spLocks noGrp="1"/>
          </p:cNvSpPr>
          <p:nvPr/>
        </p:nvSpPr>
        <p:spPr>
          <a:xfrm>
            <a:off x="16607031" y="2905125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89" name="Bactual">
            <a:extLst>
              <a:ext uri="{FF2B5EF4-FFF2-40B4-BE49-F238E27FC236}">
                <ns2:creationId id="{11BE6E1C-92F7-4AC9-8496-B01C131F38C8}"/>
              </a:ext>
            </a:extLst>
          </p:cNvPr>
          <p:cNvSpPr>
            <a:spLocks noGrp="1"/>
          </p:cNvSpPr>
          <p:nvPr/>
        </p:nvSpPr>
        <p:spPr>
          <a:xfrm>
            <a:off x="10639425" y="2800350"/>
            <a:ext cx="7467600" cy="3314700"/>
          </a:xfrm>
          <a:custGeom>
            <a:pathLst>
              <a:path w="7467600" h="3314700">
                <a:moveTo>
                  <a:pt x="7191375" y="0"/>
                </a:moveTo>
                <a:lnTo>
                  <a:pt x="7467600" y="0"/>
                </a:lnTo>
                <a:lnTo>
                  <a:pt x="7467600" y="3314700"/>
                </a:lnTo>
                <a:lnTo>
                  <a:pt x="0" y="3314700"/>
                </a:lnTo>
                <a:lnTo>
                  <a:pt x="0" y="3105150"/>
                </a:lnTo>
              </a:path>
            </a:pathLst>
          </a:custGeom>
          <a:noFill/>
          <a:ln w="12383">
            <a:solidFill>
              <a:srgbClr val="000000"/>
            </a:solidFill>
            <a:prstDash val="dash"/>
          </a:ln>
        </p:spPr>
      </p:sp>
      <p:sp>
        <p:nvSpPr>
          <p:cNvPr id="90" name="Bactual-arrow">
            <a:extLst>
              <a:ext uri="{FF2B5EF4-FFF2-40B4-BE49-F238E27FC236}">
                <ns2:creationId id="{488F8D9D-F118-4A63-995B-B4E822DA14BE}"/>
              </a:ext>
            </a:extLst>
          </p:cNvPr>
          <p:cNvSpPr>
            <a:spLocks noGrp="1"/>
          </p:cNvSpPr>
          <p:nvPr/>
        </p:nvSpPr>
        <p:spPr>
          <a:xfrm>
            <a:off x="10606281" y="5905500"/>
            <a:ext cx="66289" cy="68614"/>
          </a:xfrm>
          <a:custGeom>
            <a:pathLst>
              <a:path w="66289" h="68614">
                <a:moveTo>
                  <a:pt x="66289" y="68614"/>
                </a:moveTo>
                <a:lnTo>
                  <a:pt x="33144" y="0"/>
                </a:lnTo>
                <a:lnTo>
                  <a:pt x="0" y="68614"/>
                </a:lnTo>
              </a:path>
            </a:pathLst>
          </a:custGeom>
          <a:noFill/>
          <a:ln w="12383">
            <a:solidFill>
              <a:srgbClr val="000000"/>
            </a:solidFill>
            <a:prstDash val="solid"/>
          </a:ln>
        </p:spPr>
      </p:sp>
      <p:sp>
        <p:nvSpPr>
          <p:cNvPr id="91" name="title">
            <a:extLst>
              <a:ext uri="{FF2B5EF4-FFF2-40B4-BE49-F238E27FC236}">
                <ns2:creationId id="{AD3997D7-CF5C-44D0-AA5B-79F45A972B68}"/>
              </a:ext>
            </a:extLst>
          </p:cNvPr>
          <p:cNvSpPr>
            <a:spLocks noGrp="1"/>
          </p:cNvSpPr>
          <p:nvPr/>
        </p:nvSpPr>
        <p:spPr>
          <a:xfrm>
            <a:off x="609600" y="276225"/>
            <a:ext cx="1009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DP-42. 대화와 업무의 상태 관리 경계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2" name="nav-0">
            <a:extLst>
              <a:ext uri="{FF2B5EF4-FFF2-40B4-BE49-F238E27FC236}">
                <ns2:creationId id="{977451B5-BAB9-4667-B925-1C1CEEE03039}"/>
              </a:ext>
            </a:extLst>
          </p:cNvPr>
          <p:cNvSpPr>
            <a:spLocks noGrp="1"/>
          </p:cNvSpPr>
          <p:nvPr/>
        </p:nvSpPr>
        <p:spPr>
          <a:xfrm>
            <a:off x="10744200" y="266700"/>
            <a:ext cx="1447800" cy="419100"/>
          </a:xfrm>
          <a:prstGeom prst="rect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 소개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3" name="nav-1">
            <a:extLst>
              <a:ext uri="{FF2B5EF4-FFF2-40B4-BE49-F238E27FC236}">
                <ns2:creationId id="{9343D46D-AD6A-4DCC-89C6-451279061AD2}"/>
              </a:ext>
            </a:extLst>
          </p:cNvPr>
          <p:cNvSpPr>
            <a:spLocks noGrp="1"/>
          </p:cNvSpPr>
          <p:nvPr/>
        </p:nvSpPr>
        <p:spPr>
          <a:xfrm>
            <a:off x="12192000" y="266700"/>
            <a:ext cx="1447800" cy="419100"/>
          </a:xfrm>
          <a:prstGeom prst="chevron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요구사항 분석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4" name="nav-2">
            <a:extLst>
              <a:ext uri="{FF2B5EF4-FFF2-40B4-BE49-F238E27FC236}">
                <ns2:creationId id="{BE408B58-C42B-496F-BADD-2251BBD3FB47}"/>
              </a:ext>
            </a:extLst>
          </p:cNvPr>
          <p:cNvSpPr>
            <a:spLocks noGrp="1"/>
          </p:cNvSpPr>
          <p:nvPr/>
        </p:nvSpPr>
        <p:spPr>
          <a:xfrm>
            <a:off x="13639800" y="266700"/>
            <a:ext cx="1447800" cy="419100"/>
          </a:xfrm>
          <a:prstGeom prst="chevron">
            <a:avLst/>
          </a:prstGeom>
          <a:solidFill>
            <a:srgbClr val="37ACCD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설계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5" name="nav-3">
            <a:extLst>
              <a:ext uri="{FF2B5EF4-FFF2-40B4-BE49-F238E27FC236}">
                <ns2:creationId id="{3A9EEE3B-0ABF-4AE4-A8A6-BBCDCA1FC8BE}"/>
              </a:ext>
            </a:extLst>
          </p:cNvPr>
          <p:cNvSpPr>
            <a:spLocks noGrp="1"/>
          </p:cNvSpPr>
          <p:nvPr/>
        </p:nvSpPr>
        <p:spPr>
          <a:xfrm>
            <a:off x="15087600" y="266700"/>
            <a:ext cx="1447800" cy="419100"/>
          </a:xfrm>
          <a:prstGeom prst="chevron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구현 및 검증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6" name="nav-4">
            <a:extLst>
              <a:ext uri="{FF2B5EF4-FFF2-40B4-BE49-F238E27FC236}">
                <ns2:creationId id="{05F964FF-8A4B-4C2B-A4C5-399A72EE86F4}"/>
              </a:ext>
            </a:extLst>
          </p:cNvPr>
          <p:cNvSpPr>
            <a:spLocks noGrp="1"/>
          </p:cNvSpPr>
          <p:nvPr/>
        </p:nvSpPr>
        <p:spPr>
          <a:xfrm>
            <a:off x="16535400" y="266700"/>
            <a:ext cx="1447800" cy="419100"/>
          </a:xfrm>
          <a:prstGeom prst="chevron">
            <a:avLst/>
          </a:prstGeom>
          <a:solidFill>
            <a:srgbClr val="969898"/>
          </a:solidFill>
          <a:ln w="10478">
            <a:solidFill>
              <a:srgbClr val="FFFFFF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결론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7" name="fr">
            <a:extLst>
              <a:ext uri="{FF2B5EF4-FFF2-40B4-BE49-F238E27FC236}">
                <ns2:creationId id="{C0C278DA-C98C-4A11-A17A-FAB3740893EB}"/>
              </a:ext>
            </a:extLst>
          </p:cNvPr>
          <p:cNvSpPr>
            <a:spLocks noGrp="1"/>
          </p:cNvSpPr>
          <p:nvPr/>
        </p:nvSpPr>
        <p:spPr>
          <a:xfrm>
            <a:off x="13716000" y="904875"/>
            <a:ext cx="4438650" cy="228600"/>
          </a:xfrm>
          <a:prstGeom prst="roundRect">
            <a:avLst>
              <a:gd name="adj" fmla="val 33333"/>
            </a:avLst>
          </a:prstGeom>
          <a:solidFill>
            <a:srgbClr val="75AF45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기능 요구: 수명이 다른 대화와 업무의 연속성 유지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8" name="qa-tag-QA04">
            <a:extLst>
              <a:ext uri="{FF2B5EF4-FFF2-40B4-BE49-F238E27FC236}">
                <ns2:creationId id="{61E2651B-593D-49A0-B753-701B18CFFD74}"/>
              </a:ext>
            </a:extLst>
          </p:cNvPr>
          <p:cNvSpPr>
            <a:spLocks noGrp="1"/>
          </p:cNvSpPr>
          <p:nvPr/>
        </p:nvSpPr>
        <p:spPr>
          <a:xfrm>
            <a:off x="12439650" y="1171575"/>
            <a:ext cx="2790825" cy="219075"/>
          </a:xfrm>
          <a:prstGeom prst="roundRect">
            <a:avLst>
              <a:gd name="adj" fmla="val 34783"/>
            </a:avLst>
          </a:prstGeom>
          <a:solidFill>
            <a:srgbClr val="376CB5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QA04. 변경 범위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9" name="qa-tag-QA06">
            <a:extLst>
              <a:ext uri="{FF2B5EF4-FFF2-40B4-BE49-F238E27FC236}">
                <ns2:creationId id="{8D9A36EA-59BF-4BD0-B715-ED8CBF2CD08E}"/>
              </a:ext>
            </a:extLst>
          </p:cNvPr>
          <p:cNvSpPr>
            <a:spLocks noGrp="1"/>
          </p:cNvSpPr>
          <p:nvPr/>
        </p:nvSpPr>
        <p:spPr>
          <a:xfrm>
            <a:off x="15297150" y="1171575"/>
            <a:ext cx="2790825" cy="219075"/>
          </a:xfrm>
          <a:prstGeom prst="roundRect">
            <a:avLst>
              <a:gd name="adj" fmla="val 34783"/>
            </a:avLst>
          </a:prstGeom>
          <a:solidFill>
            <a:srgbClr val="376CB5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QA06. 최대 RAM 사용량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0" name="legend-title">
            <a:extLst>
              <a:ext uri="{FF2B5EF4-FFF2-40B4-BE49-F238E27FC236}">
                <ns2:creationId id="{CA038CB7-095E-423B-AFC2-5280168CAFEF}"/>
              </a:ext>
            </a:extLst>
          </p:cNvPr>
          <p:cNvSpPr>
            <a:spLocks noGrp="1"/>
          </p:cNvSpPr>
          <p:nvPr/>
        </p:nvSpPr>
        <p:spPr>
          <a:xfrm>
            <a:off x="152400" y="2505075"/>
            <a:ext cx="838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Legend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1" name="legend-component">
            <a:extLst>
              <a:ext uri="{FF2B5EF4-FFF2-40B4-BE49-F238E27FC236}">
                <ns2:creationId id="{68C010D1-CEED-4DD5-90D3-25DF5305AA9F}"/>
              </a:ext>
            </a:extLst>
          </p:cNvPr>
          <p:cNvSpPr>
            <a:spLocks noGrp="1"/>
          </p:cNvSpPr>
          <p:nvPr/>
        </p:nvSpPr>
        <p:spPr>
          <a:xfrm>
            <a:off x="209550" y="2905125"/>
            <a:ext cx="723900" cy="37147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Component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2" name="legend-module">
            <a:extLst>
              <a:ext uri="{FF2B5EF4-FFF2-40B4-BE49-F238E27FC236}">
                <ns2:creationId id="{427C4735-1D8D-47BA-87AE-2719B2F46FA3}"/>
              </a:ext>
            </a:extLst>
          </p:cNvPr>
          <p:cNvSpPr>
            <a:spLocks noGrp="1"/>
          </p:cNvSpPr>
          <p:nvPr/>
        </p:nvSpPr>
        <p:spPr>
          <a:xfrm>
            <a:off x="209550" y="3476625"/>
            <a:ext cx="723900" cy="371475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Module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3" name="legend-state">
            <a:extLst>
              <a:ext uri="{FF2B5EF4-FFF2-40B4-BE49-F238E27FC236}">
                <ns2:creationId id="{A85A4EE4-C78F-4E43-9845-B0F0EB19415E}"/>
              </a:ext>
            </a:extLst>
          </p:cNvPr>
          <p:cNvSpPr>
            <a:spLocks noGrp="1"/>
          </p:cNvSpPr>
          <p:nvPr/>
        </p:nvSpPr>
        <p:spPr>
          <a:xfrm>
            <a:off x="209550" y="4067175"/>
            <a:ext cx="723900" cy="371475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상태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4" name="legend-diff">
            <a:extLst>
              <a:ext uri="{FF2B5EF4-FFF2-40B4-BE49-F238E27FC236}">
                <ns2:creationId id="{E3412282-884C-41AC-89CC-B43F421FE130}"/>
              </a:ext>
            </a:extLst>
          </p:cNvPr>
          <p:cNvSpPr>
            <a:spLocks noGrp="1"/>
          </p:cNvSpPr>
          <p:nvPr/>
        </p:nvSpPr>
        <p:spPr>
          <a:xfrm>
            <a:off x="209550" y="4695825"/>
            <a:ext cx="723900" cy="371475"/>
          </a:xfrm>
          <a:prstGeom prst="rect">
            <a:avLst/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비교 대상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5" name="legend-call-label">
            <a:extLst>
              <a:ext uri="{FF2B5EF4-FFF2-40B4-BE49-F238E27FC236}">
                <ns2:creationId id="{570FE34D-53A8-4643-B97E-C828C5FCC629}"/>
              </a:ext>
            </a:extLst>
          </p:cNvPr>
          <p:cNvSpPr>
            <a:spLocks noGrp="1"/>
          </p:cNvSpPr>
          <p:nvPr/>
        </p:nvSpPr>
        <p:spPr>
          <a:xfrm>
            <a:off x="152400" y="5438775"/>
            <a:ext cx="83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호출 / 전달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6" name="legend-return-label">
            <a:extLst>
              <a:ext uri="{FF2B5EF4-FFF2-40B4-BE49-F238E27FC236}">
                <ns2:creationId id="{309559E0-3842-486A-B3D2-366363E215B4}"/>
              </a:ext>
            </a:extLst>
          </p:cNvPr>
          <p:cNvSpPr>
            <a:spLocks noGrp="1"/>
          </p:cNvSpPr>
          <p:nvPr/>
        </p:nvSpPr>
        <p:spPr>
          <a:xfrm>
            <a:off x="152400" y="6000750"/>
            <a:ext cx="8382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반환 / 사실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7" name="legend-step">
            <a:extLst>
              <a:ext uri="{FF2B5EF4-FFF2-40B4-BE49-F238E27FC236}">
                <ns2:creationId id="{0CB922B3-DFFC-4EF3-B1EF-F8B34E6A6BB2}"/>
              </a:ext>
            </a:extLst>
          </p:cNvPr>
          <p:cNvSpPr>
            <a:spLocks noGrp="1"/>
          </p:cNvSpPr>
          <p:nvPr/>
        </p:nvSpPr>
        <p:spPr>
          <a:xfrm>
            <a:off x="400050" y="6572250"/>
            <a:ext cx="266700" cy="247650"/>
          </a:xfrm>
          <a:prstGeom prst="rect">
            <a:avLst/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8" name="metric-QA04-A">
            <a:extLst>
              <a:ext uri="{FF2B5EF4-FFF2-40B4-BE49-F238E27FC236}">
                <ns2:creationId id="{31BC749F-143C-4D72-9C60-DBE250B81813}"/>
              </a:ext>
            </a:extLst>
          </p:cNvPr>
          <p:cNvSpPr>
            <a:spLocks noGrp="1"/>
          </p:cNvSpPr>
          <p:nvPr/>
        </p:nvSpPr>
        <p:spPr>
          <a:xfrm>
            <a:off x="1190625" y="8982075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QA04 변경 범위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9" name="score-QA04-A">
            <a:extLst>
              <a:ext uri="{FF2B5EF4-FFF2-40B4-BE49-F238E27FC236}">
                <ns2:creationId id="{3517FC49-BBAD-4B58-9750-43B9601494DB}"/>
              </a:ext>
            </a:extLst>
          </p:cNvPr>
          <p:cNvSpPr>
            <a:spLocks noGrp="1"/>
          </p:cNvSpPr>
          <p:nvPr/>
        </p:nvSpPr>
        <p:spPr>
          <a:xfrm>
            <a:off x="3990975" y="8982075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◐○○ 1/6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0" name="value-QA04-A">
            <a:extLst>
              <a:ext uri="{FF2B5EF4-FFF2-40B4-BE49-F238E27FC236}">
                <ns2:creationId id="{CC90357E-05A8-4351-9399-CA26CD2B608F}"/>
              </a:ext>
            </a:extLst>
          </p:cNvPr>
          <p:cNvSpPr>
            <a:spLocks noGrp="1"/>
          </p:cNvSpPr>
          <p:nvPr/>
        </p:nvSpPr>
        <p:spPr>
          <a:xfrm>
            <a:off x="5162550" y="8982075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 모듈 / 변경 [공동 확정 계약]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1" name="metric-QA04-B">
            <a:extLst>
              <a:ext uri="{FF2B5EF4-FFF2-40B4-BE49-F238E27FC236}">
                <ns2:creationId id="{13F45D9C-CCDA-4111-848F-5044B4EBC24C}"/>
              </a:ext>
            </a:extLst>
          </p:cNvPr>
          <p:cNvSpPr>
            <a:spLocks noGrp="1"/>
          </p:cNvSpPr>
          <p:nvPr/>
        </p:nvSpPr>
        <p:spPr>
          <a:xfrm>
            <a:off x="9763125" y="8982075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QA04 변경 범위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2" name="score-QA04-B">
            <a:extLst>
              <a:ext uri="{FF2B5EF4-FFF2-40B4-BE49-F238E27FC236}">
                <ns2:creationId id="{2821500C-D212-4DB1-800D-F5853D4AC871}"/>
              </a:ext>
            </a:extLst>
          </p:cNvPr>
          <p:cNvSpPr>
            <a:spLocks noGrp="1"/>
          </p:cNvSpPr>
          <p:nvPr/>
        </p:nvSpPr>
        <p:spPr>
          <a:xfrm>
            <a:off x="12563475" y="8982075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○○○ 0/6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3" name="value-QA04-B">
            <a:extLst>
              <a:ext uri="{FF2B5EF4-FFF2-40B4-BE49-F238E27FC236}">
                <ns2:creationId id="{FBA9DE98-7127-4515-827A-D9544B5B9498}"/>
              </a:ext>
            </a:extLst>
          </p:cNvPr>
          <p:cNvSpPr>
            <a:spLocks noGrp="1"/>
          </p:cNvSpPr>
          <p:nvPr/>
        </p:nvSpPr>
        <p:spPr>
          <a:xfrm>
            <a:off x="13735050" y="8982075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4.3333 모듈 / 변경 [서비스 간 계약]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4" name="metric-QA06-A">
            <a:extLst>
              <a:ext uri="{FF2B5EF4-FFF2-40B4-BE49-F238E27FC236}">
                <ns2:creationId id="{140E228C-578F-456C-ACE0-25643A585B26}"/>
              </a:ext>
            </a:extLst>
          </p:cNvPr>
          <p:cNvSpPr>
            <a:spLocks noGrp="1"/>
          </p:cNvSpPr>
          <p:nvPr/>
        </p:nvSpPr>
        <p:spPr>
          <a:xfrm>
            <a:off x="1190625" y="9277350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QA06 최대 RAM 사용량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5" name="score-QA06-A">
            <a:extLst>
              <a:ext uri="{FF2B5EF4-FFF2-40B4-BE49-F238E27FC236}">
                <ns2:creationId id="{3FB9C10B-5BE2-42C1-91A1-FEF1E2BE24BF}"/>
              </a:ext>
            </a:extLst>
          </p:cNvPr>
          <p:cNvSpPr>
            <a:spLocks noGrp="1"/>
          </p:cNvSpPr>
          <p:nvPr/>
        </p:nvSpPr>
        <p:spPr>
          <a:xfrm>
            <a:off x="3990975" y="9277350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●◐○ 3/6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6" name="value-QA06-A">
            <a:extLst>
              <a:ext uri="{FF2B5EF4-FFF2-40B4-BE49-F238E27FC236}">
                <ns2:creationId id="{C9B508DC-DF29-45C3-B74A-815476AFF4E0}"/>
              </a:ext>
            </a:extLst>
          </p:cNvPr>
          <p:cNvSpPr>
            <a:spLocks noGrp="1"/>
          </p:cNvSpPr>
          <p:nvPr/>
        </p:nvSpPr>
        <p:spPr>
          <a:xfrm>
            <a:off x="5162550" y="9277350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386 MB [통합 Core]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7" name="metric-QA06-B">
            <a:extLst>
              <a:ext uri="{FF2B5EF4-FFF2-40B4-BE49-F238E27FC236}">
                <ns2:creationId id="{87CCB74C-D16A-439D-B0B2-F67AF4EFF346}"/>
              </a:ext>
            </a:extLst>
          </p:cNvPr>
          <p:cNvSpPr>
            <a:spLocks noGrp="1"/>
          </p:cNvSpPr>
          <p:nvPr/>
        </p:nvSpPr>
        <p:spPr>
          <a:xfrm>
            <a:off x="9763125" y="9277350"/>
            <a:ext cx="27813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QA06 최대 RAM 사용량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8" name="score-QA06-B">
            <a:extLst>
              <a:ext uri="{FF2B5EF4-FFF2-40B4-BE49-F238E27FC236}">
                <ns2:creationId id="{BF4FA55F-B3DC-4473-AD7E-24CE3F172951}"/>
              </a:ext>
            </a:extLst>
          </p:cNvPr>
          <p:cNvSpPr>
            <a:spLocks noGrp="1"/>
          </p:cNvSpPr>
          <p:nvPr/>
        </p:nvSpPr>
        <p:spPr>
          <a:xfrm>
            <a:off x="12563475" y="9277350"/>
            <a:ext cx="11049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●○○ 2/6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19" name="value-QA06-B">
            <a:extLst>
              <a:ext uri="{FF2B5EF4-FFF2-40B4-BE49-F238E27FC236}">
                <ns2:creationId id="{959E3CD9-CC7C-4BE4-862C-1AC40EE113A8}"/>
              </a:ext>
            </a:extLst>
          </p:cNvPr>
          <p:cNvSpPr>
            <a:spLocks noGrp="1"/>
          </p:cNvSpPr>
          <p:nvPr/>
        </p:nvSpPr>
        <p:spPr>
          <a:xfrm>
            <a:off x="13735050" y="9277350"/>
            <a:ext cx="4191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446 MB [별도 heap과 buffer]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0" name="evidence-status">
            <a:extLst>
              <a:ext uri="{FF2B5EF4-FFF2-40B4-BE49-F238E27FC236}">
                <ns2:creationId id="{DDFB10D0-9608-42BE-B809-5FDA11544B27}"/>
              </a:ext>
            </a:extLst>
          </p:cNvPr>
          <p:cNvSpPr>
            <a:spLocks noGrp="1"/>
          </p:cNvSpPr>
          <p:nvPr/>
        </p:nvSpPr>
        <p:spPr>
          <a:xfrm>
            <a:off x="133350" y="10020300"/>
            <a:ext cx="17573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동일 관련 시나리오에 대한 구조 기반 예상값 / 미측정 / A/B 미선정 / ○=0, ◐=1, ●=2 (총 6점)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1" name="page">
            <a:extLst>
              <a:ext uri="{FF2B5EF4-FFF2-40B4-BE49-F238E27FC236}">
                <ns2:creationId id="{2815B183-864B-4706-99D5-77D83DFA1EAB}"/>
              </a:ext>
            </a:extLst>
          </p:cNvPr>
          <p:cNvSpPr>
            <a:spLocks noGrp="1"/>
          </p:cNvSpPr>
          <p:nvPr/>
        </p:nvSpPr>
        <p:spPr>
          <a:xfrm>
            <a:off x="17764125" y="10020300"/>
            <a:ext cx="371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2" name="Alife">
            <a:extLst>
              <a:ext uri="{FF2B5EF4-FFF2-40B4-BE49-F238E27FC236}">
                <ns2:creationId id="{448BE4CE-AC45-4C7D-B34A-24BDF8BC9DAF}"/>
              </a:ext>
            </a:extLst>
          </p:cNvPr>
          <p:cNvSpPr>
            <a:spLocks noGrp="1"/>
          </p:cNvSpPr>
          <p:nvPr/>
        </p:nvSpPr>
        <p:spPr>
          <a:xfrm>
            <a:off x="1123950" y="1962150"/>
            <a:ext cx="8334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C1 대화 / R1 위임 → Q1 질문 → P1 실제 제시 → R2 답변 / T1 업무와 X1 실행은 지속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R3 정정 → X2 후속 실행. 같은 Q1 답변 명령 K1의 저장과 전송을 비교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3" name="Ainput">
            <a:extLst>
              <a:ext uri="{FF2B5EF4-FFF2-40B4-BE49-F238E27FC236}">
                <ns2:creationId id="{6F7A9BEE-F71F-45B9-B9BA-C61A10B8DCEA}"/>
              </a:ext>
            </a:extLst>
          </p:cNvPr>
          <p:cNvSpPr>
            <a:spLocks noGrp="1"/>
          </p:cNvSpPr>
          <p:nvPr/>
        </p:nvSpPr>
        <p:spPr>
          <a:xfrm>
            <a:off x="1238250" y="2667000"/>
            <a:ext cx="1905000" cy="238125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 수집기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4" name="Astop">
            <a:extLst>
              <a:ext uri="{FF2B5EF4-FFF2-40B4-BE49-F238E27FC236}">
                <ns2:creationId id="{4F5E9EB2-3633-4DFA-A1DA-05FF423630C5}"/>
              </a:ext>
            </a:extLst>
          </p:cNvPr>
          <p:cNvSpPr>
            <a:spLocks noGrp="1"/>
          </p:cNvSpPr>
          <p:nvPr/>
        </p:nvSpPr>
        <p:spPr>
          <a:xfrm>
            <a:off x="3914775" y="2667000"/>
            <a:ext cx="1905000" cy="238125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로컬 출력 제어기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5" name="Aout">
            <a:extLst>
              <a:ext uri="{FF2B5EF4-FFF2-40B4-BE49-F238E27FC236}">
                <ns2:creationId id="{F763ED5F-1E4D-47F8-8A9D-E28C405BC0A6}"/>
              </a:ext>
            </a:extLst>
          </p:cNvPr>
          <p:cNvSpPr>
            <a:spLocks noGrp="1"/>
          </p:cNvSpPr>
          <p:nvPr/>
        </p:nvSpPr>
        <p:spPr>
          <a:xfrm>
            <a:off x="6877050" y="2667000"/>
            <a:ext cx="2381250" cy="238125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출력 실행 / 실제 전달 확인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6" name="Adep0">
            <a:extLst>
              <a:ext uri="{FF2B5EF4-FFF2-40B4-BE49-F238E27FC236}">
                <ns2:creationId id="{7D01EDAB-5CEC-42F2-95C9-B63FBE647CF3}"/>
              </a:ext>
            </a:extLst>
          </p:cNvPr>
          <p:cNvSpPr>
            <a:spLocks noGrp="1"/>
          </p:cNvSpPr>
          <p:nvPr/>
        </p:nvSpPr>
        <p:spPr>
          <a:xfrm>
            <a:off x="1143000" y="3057525"/>
            <a:ext cx="1352550" cy="2381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Model Access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7" name="Adep1">
            <a:extLst>
              <a:ext uri="{FF2B5EF4-FFF2-40B4-BE49-F238E27FC236}">
                <ns2:creationId id="{3661A5E4-5F11-43DC-9CF4-3456DE18A68B}"/>
              </a:ext>
            </a:extLst>
          </p:cNvPr>
          <p:cNvSpPr>
            <a:spLocks noGrp="1"/>
          </p:cNvSpPr>
          <p:nvPr/>
        </p:nvSpPr>
        <p:spPr>
          <a:xfrm>
            <a:off x="2571750" y="3057525"/>
            <a:ext cx="1352550" cy="2381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8" name="Adep2">
            <a:extLst>
              <a:ext uri="{FF2B5EF4-FFF2-40B4-BE49-F238E27FC236}">
                <ns2:creationId id="{208F8F85-77F4-47AF-8100-B974CC0718D8}"/>
              </a:ext>
            </a:extLst>
          </p:cNvPr>
          <p:cNvSpPr>
            <a:spLocks noGrp="1"/>
          </p:cNvSpPr>
          <p:nvPr/>
        </p:nvSpPr>
        <p:spPr>
          <a:xfrm>
            <a:off x="4000500" y="3057525"/>
            <a:ext cx="1352550" cy="2381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Policy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29" name="Aagent">
            <a:extLst>
              <a:ext uri="{FF2B5EF4-FFF2-40B4-BE49-F238E27FC236}">
                <ns2:creationId id="{DEB51083-A39E-4C88-9EED-E77F725E1626}"/>
              </a:ext>
            </a:extLst>
          </p:cNvPr>
          <p:cNvSpPr>
            <a:spLocks noGrp="1"/>
          </p:cNvSpPr>
          <p:nvPr/>
        </p:nvSpPr>
        <p:spPr>
          <a:xfrm>
            <a:off x="6115050" y="3057525"/>
            <a:ext cx="3257550" cy="2381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Downstream Agent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0" name="Ainterpret">
            <a:extLst>
              <a:ext uri="{FF2B5EF4-FFF2-40B4-BE49-F238E27FC236}">
                <ns2:creationId id="{A1713730-C881-458D-A9FF-74AE2953B9B0}"/>
              </a:ext>
            </a:extLst>
          </p:cNvPr>
          <p:cNvSpPr>
            <a:spLocks noGrp="1"/>
          </p:cNvSpPr>
          <p:nvPr/>
        </p:nvSpPr>
        <p:spPr>
          <a:xfrm>
            <a:off x="1304925" y="3971925"/>
            <a:ext cx="15240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요청 해석기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1" name="Ascratch">
            <a:extLst>
              <a:ext uri="{FF2B5EF4-FFF2-40B4-BE49-F238E27FC236}">
                <ns2:creationId id="{3F27DABC-D618-4C76-BDF2-3930161AA614}"/>
              </a:ext>
            </a:extLst>
          </p:cNvPr>
          <p:cNvSpPr>
            <a:spLocks noGrp="1"/>
          </p:cNvSpPr>
          <p:nvPr/>
        </p:nvSpPr>
        <p:spPr>
          <a:xfrm>
            <a:off x="1304925" y="4495800"/>
            <a:ext cx="1524000" cy="257175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해석 작업 / 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2" name="Arc0">
            <a:extLst>
              <a:ext uri="{FF2B5EF4-FFF2-40B4-BE49-F238E27FC236}">
                <ns2:creationId id="{8DE641F3-16FC-4CB8-8E55-D7DB39971039}"/>
              </a:ext>
            </a:extLst>
          </p:cNvPr>
          <p:cNvSpPr>
            <a:spLocks noGrp="1"/>
          </p:cNvSpPr>
          <p:nvPr/>
        </p:nvSpPr>
        <p:spPr>
          <a:xfrm>
            <a:off x="3238500" y="3962400"/>
            <a:ext cx="2000250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요청 채택기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3" name="Arc1">
            <a:extLst>
              <a:ext uri="{FF2B5EF4-FFF2-40B4-BE49-F238E27FC236}">
                <ns2:creationId id="{59ED0B21-CCD7-4AE0-9846-5A5918E23EA8}"/>
              </a:ext>
            </a:extLst>
          </p:cNvPr>
          <p:cNvSpPr>
            <a:spLocks noGrp="1"/>
          </p:cNvSpPr>
          <p:nvPr/>
        </p:nvSpPr>
        <p:spPr>
          <a:xfrm>
            <a:off x="3238500" y="4352925"/>
            <a:ext cx="2000250" cy="276225"/>
          </a:xfrm>
          <a:prstGeom prst="roundRect">
            <a:avLst>
              <a:gd name="adj" fmla="val 27586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관계 변경 준비기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4" name="Arc2">
            <a:extLst>
              <a:ext uri="{FF2B5EF4-FFF2-40B4-BE49-F238E27FC236}">
                <ns2:creationId id="{869C0923-31B0-4FF3-B818-26378173E272}"/>
              </a:ext>
            </a:extLst>
          </p:cNvPr>
          <p:cNvSpPr>
            <a:spLocks noGrp="1"/>
          </p:cNvSpPr>
          <p:nvPr/>
        </p:nvSpPr>
        <p:spPr>
          <a:xfrm>
            <a:off x="3238500" y="4743450"/>
            <a:ext cx="2000250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현재 입력 제어기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5" name="Arc3">
            <a:extLst>
              <a:ext uri="{FF2B5EF4-FFF2-40B4-BE49-F238E27FC236}">
                <ns2:creationId id="{B078B7EE-C2ED-4F68-8142-822C8298CE92}"/>
              </a:ext>
            </a:extLst>
          </p:cNvPr>
          <p:cNvSpPr>
            <a:spLocks noGrp="1"/>
          </p:cNvSpPr>
          <p:nvPr/>
        </p:nvSpPr>
        <p:spPr>
          <a:xfrm>
            <a:off x="3238500" y="5133975"/>
            <a:ext cx="2000250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진행 사실 반영기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6" name="Arc4">
            <a:extLst>
              <a:ext uri="{FF2B5EF4-FFF2-40B4-BE49-F238E27FC236}">
                <ns2:creationId id="{BCB2AE94-863B-46B8-AFD9-EFD6D1607120}"/>
              </a:ext>
            </a:extLst>
          </p:cNvPr>
          <p:cNvSpPr>
            <a:spLocks noGrp="1"/>
          </p:cNvSpPr>
          <p:nvPr/>
        </p:nvSpPr>
        <p:spPr>
          <a:xfrm>
            <a:off x="3238500" y="5524500"/>
            <a:ext cx="2000250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재개 조정기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7" name="Apublish">
            <a:extLst>
              <a:ext uri="{FF2B5EF4-FFF2-40B4-BE49-F238E27FC236}">
                <ns2:creationId id="{DE3F9458-8687-4D11-B636-4F8B2A035846}"/>
              </a:ext>
            </a:extLst>
          </p:cNvPr>
          <p:cNvSpPr>
            <a:spLocks noGrp="1"/>
          </p:cNvSpPr>
          <p:nvPr/>
        </p:nvSpPr>
        <p:spPr>
          <a:xfrm>
            <a:off x="1304925" y="5391150"/>
            <a:ext cx="1524000" cy="219075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게시 제어기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8" name="Aledger">
            <a:extLst>
              <a:ext uri="{FF2B5EF4-FFF2-40B4-BE49-F238E27FC236}">
                <ns2:creationId id="{BF4D1836-419E-4E07-B1F8-ADD80BDC1F42}"/>
              </a:ext>
            </a:extLst>
          </p:cNvPr>
          <p:cNvSpPr>
            <a:spLocks noGrp="1"/>
          </p:cNvSpPr>
          <p:nvPr/>
        </p:nvSpPr>
        <p:spPr>
          <a:xfrm>
            <a:off x="1304925" y="5686425"/>
            <a:ext cx="1524000" cy="219075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전달 기록기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9" name="Aquery">
            <a:extLst>
              <a:ext uri="{FF2B5EF4-FFF2-40B4-BE49-F238E27FC236}">
                <ns2:creationId id="{8C585459-08A6-4766-8CE9-2D5ACBD7F35C}"/>
              </a:ext>
            </a:extLst>
          </p:cNvPr>
          <p:cNvSpPr>
            <a:spLocks noGrp="1"/>
          </p:cNvSpPr>
          <p:nvPr/>
        </p:nvSpPr>
        <p:spPr>
          <a:xfrm>
            <a:off x="5991225" y="3962400"/>
            <a:ext cx="1438275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업무 조회기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0" name="Aaccept">
            <a:extLst>
              <a:ext uri="{FF2B5EF4-FFF2-40B4-BE49-F238E27FC236}">
                <ns2:creationId id="{3E4EE2E3-63EE-4F34-9BB3-C7FFCACFB920}"/>
              </a:ext>
            </a:extLst>
          </p:cNvPr>
          <p:cNvSpPr>
            <a:spLocks noGrp="1"/>
          </p:cNvSpPr>
          <p:nvPr/>
        </p:nvSpPr>
        <p:spPr>
          <a:xfrm>
            <a:off x="7705725" y="3962400"/>
            <a:ext cx="1438275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답변 접수기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1" name="Agate">
            <a:extLst>
              <a:ext uri="{FF2B5EF4-FFF2-40B4-BE49-F238E27FC236}">
                <ns2:creationId id="{C47DDFD7-A5DE-4B3A-9C0D-AF04E8D0719B}"/>
              </a:ext>
            </a:extLst>
          </p:cNvPr>
          <p:cNvSpPr>
            <a:spLocks noGrp="1"/>
          </p:cNvSpPr>
          <p:nvPr/>
        </p:nvSpPr>
        <p:spPr>
          <a:xfrm>
            <a:off x="5991225" y="4371975"/>
            <a:ext cx="3152775" cy="26670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업무 접수 및 전송 게이트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2" name="Aapply">
            <a:extLst>
              <a:ext uri="{FF2B5EF4-FFF2-40B4-BE49-F238E27FC236}">
                <ns2:creationId id="{7B6C432C-B42E-4473-8123-145D4AC2A36A}"/>
              </a:ext>
            </a:extLst>
          </p:cNvPr>
          <p:cNvSpPr>
            <a:spLocks noGrp="1"/>
          </p:cNvSpPr>
          <p:nvPr/>
        </p:nvSpPr>
        <p:spPr>
          <a:xfrm>
            <a:off x="5991225" y="4733925"/>
            <a:ext cx="3152775" cy="219075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업무 사건 적용기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3" name="Asend">
            <a:extLst>
              <a:ext uri="{FF2B5EF4-FFF2-40B4-BE49-F238E27FC236}">
                <ns2:creationId id="{BB28908C-A397-45D4-B84E-7D52D8CD1B25}"/>
              </a:ext>
            </a:extLst>
          </p:cNvPr>
          <p:cNvSpPr>
            <a:spLocks noGrp="1"/>
          </p:cNvSpPr>
          <p:nvPr/>
        </p:nvSpPr>
        <p:spPr>
          <a:xfrm>
            <a:off x="5991225" y="5495925"/>
            <a:ext cx="14859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명령 전송 및 확인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4" name="Aingress">
            <a:extLst>
              <a:ext uri="{FF2B5EF4-FFF2-40B4-BE49-F238E27FC236}">
                <ns2:creationId id="{E541AD8B-576A-4817-87A3-BD6B9DB0672B}"/>
              </a:ext>
            </a:extLst>
          </p:cNvPr>
          <p:cNvSpPr>
            <a:spLocks noGrp="1"/>
          </p:cNvSpPr>
          <p:nvPr/>
        </p:nvSpPr>
        <p:spPr>
          <a:xfrm>
            <a:off x="7696200" y="5495925"/>
            <a:ext cx="14478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외부 사건 수신기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5" name="Arecovery">
            <a:extLst>
              <a:ext uri="{FF2B5EF4-FFF2-40B4-BE49-F238E27FC236}">
                <ns2:creationId id="{7BA79AC1-AD0A-4AE1-BE68-AF9100F3BBE3}"/>
              </a:ext>
            </a:extLst>
          </p:cNvPr>
          <p:cNvSpPr>
            <a:spLocks noGrp="1"/>
          </p:cNvSpPr>
          <p:nvPr/>
        </p:nvSpPr>
        <p:spPr>
          <a:xfrm>
            <a:off x="5991225" y="5762625"/>
            <a:ext cx="1485900" cy="161925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전송 복구기 / 상태 조회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6" name="Atx">
            <a:extLst>
              <a:ext uri="{FF2B5EF4-FFF2-40B4-BE49-F238E27FC236}">
                <ns2:creationId id="{CA7F18B0-8EC2-44E8-B446-B0FB412550DC}"/>
              </a:ext>
            </a:extLst>
          </p:cNvPr>
          <p:cNvSpPr>
            <a:spLocks noGrp="1"/>
          </p:cNvSpPr>
          <p:nvPr/>
        </p:nvSpPr>
        <p:spPr>
          <a:xfrm>
            <a:off x="1314450" y="6438900"/>
            <a:ext cx="7829550" cy="209550"/>
          </a:xfrm>
          <a:prstGeom prst="roundRect">
            <a:avLst>
              <a:gd name="adj" fmla="val 36364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트랜잭션 관리자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7" name="Adialogue-db">
            <a:extLst>
              <a:ext uri="{FF2B5EF4-FFF2-40B4-BE49-F238E27FC236}">
                <ns2:creationId id="{325EA4A9-2D6B-4709-B109-D0898F188A96}"/>
              </a:ext>
            </a:extLst>
          </p:cNvPr>
          <p:cNvSpPr>
            <a:spLocks noGrp="1"/>
          </p:cNvSpPr>
          <p:nvPr/>
        </p:nvSpPr>
        <p:spPr>
          <a:xfrm>
            <a:off x="1314450" y="6724650"/>
            <a:ext cx="2381250" cy="171450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요청 C1/R1~R3 / 실제 전달 P1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8" name="Atask-db">
            <a:extLst>
              <a:ext uri="{FF2B5EF4-FFF2-40B4-BE49-F238E27FC236}">
                <ns2:creationId id="{C67A1979-EFFA-4B0C-814E-FF41703321C2}"/>
              </a:ext>
            </a:extLst>
          </p:cNvPr>
          <p:cNvSpPr>
            <a:spLocks noGrp="1"/>
          </p:cNvSpPr>
          <p:nvPr/>
        </p:nvSpPr>
        <p:spPr>
          <a:xfrm>
            <a:off x="3981450" y="6724650"/>
            <a:ext cx="2381250" cy="171450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업무 T1 / 실행 X1,X2 / 질문 Q1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9" name="Acommands-db">
            <a:extLst>
              <a:ext uri="{FF2B5EF4-FFF2-40B4-BE49-F238E27FC236}">
                <ns2:creationId id="{5A1BEF9C-8695-472C-BAD8-83F432A2CB36}"/>
              </a:ext>
            </a:extLst>
          </p:cNvPr>
          <p:cNvSpPr>
            <a:spLocks noGrp="1"/>
          </p:cNvSpPr>
          <p:nvPr/>
        </p:nvSpPr>
        <p:spPr>
          <a:xfrm>
            <a:off x="6648450" y="6724650"/>
            <a:ext cx="2495550" cy="171450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명령 K1 / gate / 외부 inbox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0" name="As4-num">
            <a:extLst>
              <a:ext uri="{FF2B5EF4-FFF2-40B4-BE49-F238E27FC236}">
                <ns2:creationId id="{13C04BDA-2471-45C7-B231-80CB2F56F9C7}"/>
              </a:ext>
            </a:extLst>
          </p:cNvPr>
          <p:cNvSpPr>
            <a:spLocks noGrp="1"/>
          </p:cNvSpPr>
          <p:nvPr/>
        </p:nvSpPr>
        <p:spPr>
          <a:xfrm>
            <a:off x="4648200" y="601980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1" name="As4-label">
            <a:extLst>
              <a:ext uri="{FF2B5EF4-FFF2-40B4-BE49-F238E27FC236}">
                <ns2:creationId id="{0BDF875C-4D94-46D5-A457-24BB6BC6378A}"/>
              </a:ext>
            </a:extLst>
          </p:cNvPr>
          <p:cNvSpPr>
            <a:spLocks noGrp="1"/>
          </p:cNvSpPr>
          <p:nvPr/>
        </p:nvSpPr>
        <p:spPr>
          <a:xfrm>
            <a:off x="4857750" y="6010275"/>
            <a:ext cx="24765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A1 관련 변경 공동 확정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2" name="As1-num">
            <a:extLst>
              <a:ext uri="{FF2B5EF4-FFF2-40B4-BE49-F238E27FC236}">
                <ns2:creationId id="{7B3850F6-68B9-481C-A511-B3A8F42CA11D}"/>
              </a:ext>
            </a:extLst>
          </p:cNvPr>
          <p:cNvSpPr>
            <a:spLocks noGrp="1"/>
          </p:cNvSpPr>
          <p:nvPr/>
        </p:nvSpPr>
        <p:spPr>
          <a:xfrm>
            <a:off x="3695700" y="340042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3" name="As1-label">
            <a:extLst>
              <a:ext uri="{FF2B5EF4-FFF2-40B4-BE49-F238E27FC236}">
                <ns2:creationId id="{A7E77E09-0B1A-48F4-8D1B-1D676536B7DC}"/>
              </a:ext>
            </a:extLst>
          </p:cNvPr>
          <p:cNvSpPr>
            <a:spLocks noGrp="1"/>
          </p:cNvSpPr>
          <p:nvPr/>
        </p:nvSpPr>
        <p:spPr>
          <a:xfrm>
            <a:off x="3905250" y="3390900"/>
            <a:ext cx="14287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 / hold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4" name="As2-num">
            <a:extLst>
              <a:ext uri="{FF2B5EF4-FFF2-40B4-BE49-F238E27FC236}">
                <ns2:creationId id="{19830D72-A71D-44FE-A362-ECA7915621F3}"/>
              </a:ext>
            </a:extLst>
          </p:cNvPr>
          <p:cNvSpPr>
            <a:spLocks noGrp="1"/>
          </p:cNvSpPr>
          <p:nvPr/>
        </p:nvSpPr>
        <p:spPr>
          <a:xfrm>
            <a:off x="1209675" y="49053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5" name="As2-label">
            <a:extLst>
              <a:ext uri="{FF2B5EF4-FFF2-40B4-BE49-F238E27FC236}">
                <ns2:creationId id="{234C304E-0E04-47E1-8278-9BAA28ECC13B}"/>
              </a:ext>
            </a:extLst>
          </p:cNvPr>
          <p:cNvSpPr>
            <a:spLocks noGrp="1"/>
          </p:cNvSpPr>
          <p:nvPr/>
        </p:nvSpPr>
        <p:spPr>
          <a:xfrm>
            <a:off x="1419225" y="4895850"/>
            <a:ext cx="1762125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의미 제안 / 채택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6" name="As3-num">
            <a:extLst>
              <a:ext uri="{FF2B5EF4-FFF2-40B4-BE49-F238E27FC236}">
                <ns2:creationId id="{F704009F-1D91-4975-9C24-F4CA1359AB9F}"/>
              </a:ext>
            </a:extLst>
          </p:cNvPr>
          <p:cNvSpPr>
            <a:spLocks noGrp="1"/>
          </p:cNvSpPr>
          <p:nvPr/>
        </p:nvSpPr>
        <p:spPr>
          <a:xfrm>
            <a:off x="1314450" y="60007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7" name="As3-label">
            <a:extLst>
              <a:ext uri="{FF2B5EF4-FFF2-40B4-BE49-F238E27FC236}">
                <ns2:creationId id="{17E29346-8C8E-4B40-B585-B19A81E6A87A}"/>
              </a:ext>
            </a:extLst>
          </p:cNvPr>
          <p:cNvSpPr>
            <a:spLocks noGrp="1"/>
          </p:cNvSpPr>
          <p:nvPr/>
        </p:nvSpPr>
        <p:spPr>
          <a:xfrm>
            <a:off x="1524000" y="5991225"/>
            <a:ext cx="27622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변경 준비 K1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8" name="As5-num">
            <a:extLst>
              <a:ext uri="{FF2B5EF4-FFF2-40B4-BE49-F238E27FC236}">
                <ns2:creationId id="{DE60A00F-F4DE-4A43-A166-A7DE4E6432DD}"/>
              </a:ext>
            </a:extLst>
          </p:cNvPr>
          <p:cNvSpPr>
            <a:spLocks noGrp="1"/>
          </p:cNvSpPr>
          <p:nvPr/>
        </p:nvSpPr>
        <p:spPr>
          <a:xfrm>
            <a:off x="6057900" y="50101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9" name="As5-label">
            <a:extLst>
              <a:ext uri="{FF2B5EF4-FFF2-40B4-BE49-F238E27FC236}">
                <ns2:creationId id="{677EEAF9-C39B-4CB6-9FA4-EB02265C879C}"/>
              </a:ext>
            </a:extLst>
          </p:cNvPr>
          <p:cNvSpPr>
            <a:spLocks noGrp="1"/>
          </p:cNvSpPr>
          <p:nvPr/>
        </p:nvSpPr>
        <p:spPr>
          <a:xfrm>
            <a:off x="6267450" y="5000625"/>
            <a:ext cx="22860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gate / CAS 후 전송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0" name="As6-num">
            <a:extLst>
              <a:ext uri="{FF2B5EF4-FFF2-40B4-BE49-F238E27FC236}">
                <ns2:creationId id="{A6DB47D1-AFAC-42FD-8AEE-C1DB86E1F9E0}"/>
              </a:ext>
            </a:extLst>
          </p:cNvPr>
          <p:cNvSpPr>
            <a:spLocks noGrp="1"/>
          </p:cNvSpPr>
          <p:nvPr/>
        </p:nvSpPr>
        <p:spPr>
          <a:xfrm>
            <a:off x="7724775" y="50101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1" name="As6-label">
            <a:extLst>
              <a:ext uri="{FF2B5EF4-FFF2-40B4-BE49-F238E27FC236}">
                <ns2:creationId id="{22C0006C-1FC0-483E-9689-E32DB85BA07E}"/>
              </a:ext>
            </a:extLst>
          </p:cNvPr>
          <p:cNvSpPr>
            <a:spLocks noGrp="1"/>
          </p:cNvSpPr>
          <p:nvPr/>
        </p:nvSpPr>
        <p:spPr>
          <a:xfrm>
            <a:off x="7934325" y="5000625"/>
            <a:ext cx="14287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외부 사실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2" name="As7-num">
            <a:extLst>
              <a:ext uri="{FF2B5EF4-FFF2-40B4-BE49-F238E27FC236}">
                <ns2:creationId id="{5F32F194-254D-4AC4-99F5-BF6128691220}"/>
              </a:ext>
            </a:extLst>
          </p:cNvPr>
          <p:cNvSpPr>
            <a:spLocks noGrp="1"/>
          </p:cNvSpPr>
          <p:nvPr/>
        </p:nvSpPr>
        <p:spPr>
          <a:xfrm>
            <a:off x="3028950" y="579120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3" name="As7-label">
            <a:extLst>
              <a:ext uri="{FF2B5EF4-FFF2-40B4-BE49-F238E27FC236}">
                <ns2:creationId id="{EC6AA9AF-15A9-4C6B-A622-C546E1728D37}"/>
              </a:ext>
            </a:extLst>
          </p:cNvPr>
          <p:cNvSpPr>
            <a:spLocks noGrp="1"/>
          </p:cNvSpPr>
          <p:nvPr/>
        </p:nvSpPr>
        <p:spPr>
          <a:xfrm>
            <a:off x="3238500" y="5781675"/>
            <a:ext cx="1095375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게시 허용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4" name="As8-num">
            <a:extLst>
              <a:ext uri="{FF2B5EF4-FFF2-40B4-BE49-F238E27FC236}">
                <ns2:creationId id="{2837F072-16A8-4139-9552-FE50680CF95B}"/>
              </a:ext>
            </a:extLst>
          </p:cNvPr>
          <p:cNvSpPr>
            <a:spLocks noGrp="1"/>
          </p:cNvSpPr>
          <p:nvPr/>
        </p:nvSpPr>
        <p:spPr>
          <a:xfrm>
            <a:off x="7762875" y="58197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8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5" name="As8-label">
            <a:extLst>
              <a:ext uri="{FF2B5EF4-FFF2-40B4-BE49-F238E27FC236}">
                <ns2:creationId id="{DA15C3D0-BF48-41B0-8C7E-CC660FC54A73}"/>
              </a:ext>
            </a:extLst>
          </p:cNvPr>
          <p:cNvSpPr>
            <a:spLocks noGrp="1"/>
          </p:cNvSpPr>
          <p:nvPr/>
        </p:nvSpPr>
        <p:spPr>
          <a:xfrm>
            <a:off x="7972425" y="5810250"/>
            <a:ext cx="16192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전달 기록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6" name="Blife">
            <a:extLst>
              <a:ext uri="{FF2B5EF4-FFF2-40B4-BE49-F238E27FC236}">
                <ns2:creationId id="{CE01C433-BD6E-4C42-9C7A-D86702F539B7}"/>
              </a:ext>
            </a:extLst>
          </p:cNvPr>
          <p:cNvSpPr>
            <a:spLocks noGrp="1"/>
          </p:cNvSpPr>
          <p:nvPr/>
        </p:nvSpPr>
        <p:spPr>
          <a:xfrm>
            <a:off x="9696450" y="1962150"/>
            <a:ext cx="8334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C1 대화 / R1 위임 → Q1 질문 → P1 실제 제시 → R2 답변 / T1 업무와 X1 실행은 지속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R3 정정 → X2 후속 실행. 같은 Q1 답변 명령 K1의 저장과 전송을 비교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7" name="Binput">
            <a:extLst>
              <a:ext uri="{FF2B5EF4-FFF2-40B4-BE49-F238E27FC236}">
                <ns2:creationId id="{B35F4427-EFF6-49C3-904A-2E66DC80736E}"/>
              </a:ext>
            </a:extLst>
          </p:cNvPr>
          <p:cNvSpPr>
            <a:spLocks noGrp="1"/>
          </p:cNvSpPr>
          <p:nvPr/>
        </p:nvSpPr>
        <p:spPr>
          <a:xfrm>
            <a:off x="9810750" y="2667000"/>
            <a:ext cx="1905000" cy="238125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 수집기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8" name="Bstop">
            <a:extLst>
              <a:ext uri="{FF2B5EF4-FFF2-40B4-BE49-F238E27FC236}">
                <ns2:creationId id="{E70B47B1-6DA4-45DA-AB95-A8D29B11F976}"/>
              </a:ext>
            </a:extLst>
          </p:cNvPr>
          <p:cNvSpPr>
            <a:spLocks noGrp="1"/>
          </p:cNvSpPr>
          <p:nvPr/>
        </p:nvSpPr>
        <p:spPr>
          <a:xfrm>
            <a:off x="12487275" y="2667000"/>
            <a:ext cx="1905000" cy="238125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로컬 출력 제어기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9" name="Bout">
            <a:extLst>
              <a:ext uri="{FF2B5EF4-FFF2-40B4-BE49-F238E27FC236}">
                <ns2:creationId id="{0715A77D-DC67-43ED-BB12-17F90A70EF05}"/>
              </a:ext>
            </a:extLst>
          </p:cNvPr>
          <p:cNvSpPr>
            <a:spLocks noGrp="1"/>
          </p:cNvSpPr>
          <p:nvPr/>
        </p:nvSpPr>
        <p:spPr>
          <a:xfrm>
            <a:off x="15449550" y="2667000"/>
            <a:ext cx="2381250" cy="238125"/>
          </a:xfrm>
          <a:prstGeom prst="roundRect">
            <a:avLst>
              <a:gd name="adj" fmla="val 32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출력 실행 / 실제 전달 확인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0" name="Bdep0">
            <a:extLst>
              <a:ext uri="{FF2B5EF4-FFF2-40B4-BE49-F238E27FC236}">
                <ns2:creationId id="{6ED6E52C-182C-42DC-B7AC-0F4CB2B915B1}"/>
              </a:ext>
            </a:extLst>
          </p:cNvPr>
          <p:cNvSpPr>
            <a:spLocks noGrp="1"/>
          </p:cNvSpPr>
          <p:nvPr/>
        </p:nvSpPr>
        <p:spPr>
          <a:xfrm>
            <a:off x="9715500" y="3057525"/>
            <a:ext cx="1352550" cy="2381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Model Access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1" name="Bdep1">
            <a:extLst>
              <a:ext uri="{FF2B5EF4-FFF2-40B4-BE49-F238E27FC236}">
                <ns2:creationId id="{EA52D6FF-FED5-4594-A725-9BA7BCA97F00}"/>
              </a:ext>
            </a:extLst>
          </p:cNvPr>
          <p:cNvSpPr>
            <a:spLocks noGrp="1"/>
          </p:cNvSpPr>
          <p:nvPr/>
        </p:nvSpPr>
        <p:spPr>
          <a:xfrm>
            <a:off x="11144250" y="3057525"/>
            <a:ext cx="1352550" cy="2381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Context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2" name="Bdep2">
            <a:extLst>
              <a:ext uri="{FF2B5EF4-FFF2-40B4-BE49-F238E27FC236}">
                <ns2:creationId id="{89F54128-C530-440A-90C3-EC78DF5572AA}"/>
              </a:ext>
            </a:extLst>
          </p:cNvPr>
          <p:cNvSpPr>
            <a:spLocks noGrp="1"/>
          </p:cNvSpPr>
          <p:nvPr/>
        </p:nvSpPr>
        <p:spPr>
          <a:xfrm>
            <a:off x="12573000" y="3057525"/>
            <a:ext cx="1352550" cy="2381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Policy Manager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3" name="Bagent">
            <a:extLst>
              <a:ext uri="{FF2B5EF4-FFF2-40B4-BE49-F238E27FC236}">
                <ns2:creationId id="{64F3A7FA-05FA-4BB8-99C4-D58DC73C4CE9}"/>
              </a:ext>
            </a:extLst>
          </p:cNvPr>
          <p:cNvSpPr>
            <a:spLocks noGrp="1"/>
          </p:cNvSpPr>
          <p:nvPr/>
        </p:nvSpPr>
        <p:spPr>
          <a:xfrm>
            <a:off x="14687550" y="3057525"/>
            <a:ext cx="3257550" cy="238125"/>
          </a:xfrm>
          <a:prstGeom prst="rect">
            <a:avLst/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Downstream Agent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4" name="Binterpret">
            <a:extLst>
              <a:ext uri="{FF2B5EF4-FFF2-40B4-BE49-F238E27FC236}">
                <ns2:creationId id="{A1178BCF-39B1-4B75-B038-6E81695543A5}"/>
              </a:ext>
            </a:extLst>
          </p:cNvPr>
          <p:cNvSpPr>
            <a:spLocks noGrp="1"/>
          </p:cNvSpPr>
          <p:nvPr/>
        </p:nvSpPr>
        <p:spPr>
          <a:xfrm>
            <a:off x="9877425" y="3971925"/>
            <a:ext cx="1524000" cy="28575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요청 해석기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5" name="Bscratch">
            <a:extLst>
              <a:ext uri="{FF2B5EF4-FFF2-40B4-BE49-F238E27FC236}">
                <ns2:creationId id="{33CFD3FA-6824-4112-B8DB-4BC343CB63C3}"/>
              </a:ext>
            </a:extLst>
          </p:cNvPr>
          <p:cNvSpPr>
            <a:spLocks noGrp="1"/>
          </p:cNvSpPr>
          <p:nvPr/>
        </p:nvSpPr>
        <p:spPr>
          <a:xfrm>
            <a:off x="9877425" y="4495800"/>
            <a:ext cx="1524000" cy="257175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해석 작업 / RAM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6" name="Brc0">
            <a:extLst>
              <a:ext uri="{FF2B5EF4-FFF2-40B4-BE49-F238E27FC236}">
                <ns2:creationId id="{6671C9D5-9640-47EC-972D-F1B23FAA7A6A}"/>
              </a:ext>
            </a:extLst>
          </p:cNvPr>
          <p:cNvSpPr>
            <a:spLocks noGrp="1"/>
          </p:cNvSpPr>
          <p:nvPr/>
        </p:nvSpPr>
        <p:spPr>
          <a:xfrm>
            <a:off x="11811000" y="3962400"/>
            <a:ext cx="2000250" cy="276225"/>
          </a:xfrm>
          <a:prstGeom prst="roundRect">
            <a:avLst>
              <a:gd name="adj" fmla="val 27586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요청 채택기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7" name="Brc1">
            <a:extLst>
              <a:ext uri="{FF2B5EF4-FFF2-40B4-BE49-F238E27FC236}">
                <ns2:creationId id="{E49FDD38-8D88-44C3-B53A-A2E15AFAAF02}"/>
              </a:ext>
            </a:extLst>
          </p:cNvPr>
          <p:cNvSpPr>
            <a:spLocks noGrp="1"/>
          </p:cNvSpPr>
          <p:nvPr/>
        </p:nvSpPr>
        <p:spPr>
          <a:xfrm>
            <a:off x="11811000" y="4352925"/>
            <a:ext cx="2000250" cy="276225"/>
          </a:xfrm>
          <a:prstGeom prst="roundRect">
            <a:avLst>
              <a:gd name="adj" fmla="val 27586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명령 의도 기록기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8" name="Brc2">
            <a:extLst>
              <a:ext uri="{FF2B5EF4-FFF2-40B4-BE49-F238E27FC236}">
                <ns2:creationId id="{72DED700-DF64-4D21-AE93-7F6C7B8768C9}"/>
              </a:ext>
            </a:extLst>
          </p:cNvPr>
          <p:cNvSpPr>
            <a:spLocks noGrp="1"/>
          </p:cNvSpPr>
          <p:nvPr/>
        </p:nvSpPr>
        <p:spPr>
          <a:xfrm>
            <a:off x="11811000" y="4743450"/>
            <a:ext cx="2000250" cy="276225"/>
          </a:xfrm>
          <a:prstGeom prst="roundRect">
            <a:avLst>
              <a:gd name="adj" fmla="val 27586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현재 입력 제어기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9" name="Brc3">
            <a:extLst>
              <a:ext uri="{FF2B5EF4-FFF2-40B4-BE49-F238E27FC236}">
                <ns2:creationId id="{2CF12F62-7010-4E2D-80B6-F0AB4E48DA03}"/>
              </a:ext>
            </a:extLst>
          </p:cNvPr>
          <p:cNvSpPr>
            <a:spLocks noGrp="1"/>
          </p:cNvSpPr>
          <p:nvPr/>
        </p:nvSpPr>
        <p:spPr>
          <a:xfrm>
            <a:off x="11811000" y="5133975"/>
            <a:ext cx="2000250" cy="276225"/>
          </a:xfrm>
          <a:prstGeom prst="roundRect">
            <a:avLst>
              <a:gd name="adj" fmla="val 27586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진행 사실 반영기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0" name="Brc4">
            <a:extLst>
              <a:ext uri="{FF2B5EF4-FFF2-40B4-BE49-F238E27FC236}">
                <ns2:creationId id="{EE1E7FA2-B1C3-480F-ABF4-9C5223920A6E}"/>
              </a:ext>
            </a:extLst>
          </p:cNvPr>
          <p:cNvSpPr>
            <a:spLocks noGrp="1"/>
          </p:cNvSpPr>
          <p:nvPr/>
        </p:nvSpPr>
        <p:spPr>
          <a:xfrm>
            <a:off x="11811000" y="5524500"/>
            <a:ext cx="2000250" cy="276225"/>
          </a:xfrm>
          <a:prstGeom prst="roundRect">
            <a:avLst>
              <a:gd name="adj" fmla="val 27586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재연결 조정기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1" name="Bpublish">
            <a:extLst>
              <a:ext uri="{FF2B5EF4-FFF2-40B4-BE49-F238E27FC236}">
                <ns2:creationId id="{B48F4B55-C3FC-496F-956E-404E5C6E60F8}"/>
              </a:ext>
            </a:extLst>
          </p:cNvPr>
          <p:cNvSpPr>
            <a:spLocks noGrp="1"/>
          </p:cNvSpPr>
          <p:nvPr/>
        </p:nvSpPr>
        <p:spPr>
          <a:xfrm>
            <a:off x="9877425" y="5391150"/>
            <a:ext cx="1524000" cy="219075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게시 제어기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2" name="Bledger">
            <a:extLst>
              <a:ext uri="{FF2B5EF4-FFF2-40B4-BE49-F238E27FC236}">
                <ns2:creationId id="{88C0BFF8-C3FF-497D-94A5-62D7481E6BD0}"/>
              </a:ext>
            </a:extLst>
          </p:cNvPr>
          <p:cNvSpPr>
            <a:spLocks noGrp="1"/>
          </p:cNvSpPr>
          <p:nvPr/>
        </p:nvSpPr>
        <p:spPr>
          <a:xfrm>
            <a:off x="9877425" y="5686425"/>
            <a:ext cx="1524000" cy="219075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전달 기록기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3" name="Bquery">
            <a:extLst>
              <a:ext uri="{FF2B5EF4-FFF2-40B4-BE49-F238E27FC236}">
                <ns2:creationId id="{5C11D5AE-4F3E-497F-AF95-02C6922EFEF3}"/>
              </a:ext>
            </a:extLst>
          </p:cNvPr>
          <p:cNvSpPr>
            <a:spLocks noGrp="1"/>
          </p:cNvSpPr>
          <p:nvPr/>
        </p:nvSpPr>
        <p:spPr>
          <a:xfrm>
            <a:off x="14563725" y="3962400"/>
            <a:ext cx="1438275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업무 조회기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4" name="Baccept">
            <a:extLst>
              <a:ext uri="{FF2B5EF4-FFF2-40B4-BE49-F238E27FC236}">
                <ns2:creationId id="{CC643C1C-57A8-4179-AF3B-4C5ECF830196}"/>
              </a:ext>
            </a:extLst>
          </p:cNvPr>
          <p:cNvSpPr>
            <a:spLocks noGrp="1"/>
          </p:cNvSpPr>
          <p:nvPr/>
        </p:nvSpPr>
        <p:spPr>
          <a:xfrm>
            <a:off x="16278225" y="3962400"/>
            <a:ext cx="1438275" cy="276225"/>
          </a:xfrm>
          <a:prstGeom prst="roundRect">
            <a:avLst>
              <a:gd name="adj" fmla="val 27586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답변 접수기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5" name="Bgate">
            <a:extLst>
              <a:ext uri="{FF2B5EF4-FFF2-40B4-BE49-F238E27FC236}">
                <ns2:creationId id="{C647620E-4A3A-4076-A749-DB48180C372E}"/>
              </a:ext>
            </a:extLst>
          </p:cNvPr>
          <p:cNvSpPr>
            <a:spLocks noGrp="1"/>
          </p:cNvSpPr>
          <p:nvPr/>
        </p:nvSpPr>
        <p:spPr>
          <a:xfrm>
            <a:off x="14563725" y="4371975"/>
            <a:ext cx="3152775" cy="266700"/>
          </a:xfrm>
          <a:prstGeom prst="roundRect">
            <a:avLst>
              <a:gd name="adj" fmla="val 28571"/>
            </a:avLst>
          </a:prstGeom>
          <a:solidFill>
            <a:srgbClr val="FFF4D7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업무 접수 및 전송 게이트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6" name="Bapply">
            <a:extLst>
              <a:ext uri="{FF2B5EF4-FFF2-40B4-BE49-F238E27FC236}">
                <ns2:creationId id="{6E86FF26-E611-4A0E-A417-7B9CA373886B}"/>
              </a:ext>
            </a:extLst>
          </p:cNvPr>
          <p:cNvSpPr>
            <a:spLocks noGrp="1"/>
          </p:cNvSpPr>
          <p:nvPr/>
        </p:nvSpPr>
        <p:spPr>
          <a:xfrm>
            <a:off x="14563725" y="4733925"/>
            <a:ext cx="3152775" cy="219075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업무 사건 적용기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7" name="Bsend">
            <a:extLst>
              <a:ext uri="{FF2B5EF4-FFF2-40B4-BE49-F238E27FC236}">
                <ns2:creationId id="{23018569-D6D0-492F-9363-92A2C95B0EA3}"/>
              </a:ext>
            </a:extLst>
          </p:cNvPr>
          <p:cNvSpPr>
            <a:spLocks noGrp="1"/>
          </p:cNvSpPr>
          <p:nvPr/>
        </p:nvSpPr>
        <p:spPr>
          <a:xfrm>
            <a:off x="14563725" y="5495925"/>
            <a:ext cx="14859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명령 전송 및 확인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8" name="Bingress">
            <a:extLst>
              <a:ext uri="{FF2B5EF4-FFF2-40B4-BE49-F238E27FC236}">
                <ns2:creationId id="{CEED60CE-74F7-4CD6-BDC6-594275F0BEB7}"/>
              </a:ext>
            </a:extLst>
          </p:cNvPr>
          <p:cNvSpPr>
            <a:spLocks noGrp="1"/>
          </p:cNvSpPr>
          <p:nvPr/>
        </p:nvSpPr>
        <p:spPr>
          <a:xfrm>
            <a:off x="16268700" y="5495925"/>
            <a:ext cx="1447800" cy="2286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외부 사건 수신기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9" name="Brecovery">
            <a:extLst>
              <a:ext uri="{FF2B5EF4-FFF2-40B4-BE49-F238E27FC236}">
                <ns2:creationId id="{48574630-5DF7-4250-8497-19032989750B}"/>
              </a:ext>
            </a:extLst>
          </p:cNvPr>
          <p:cNvSpPr>
            <a:spLocks noGrp="1"/>
          </p:cNvSpPr>
          <p:nvPr/>
        </p:nvSpPr>
        <p:spPr>
          <a:xfrm>
            <a:off x="14563725" y="5762625"/>
            <a:ext cx="1485900" cy="161925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전송 복구기 / 상태 조회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90" name="Bdtx">
            <a:extLst>
              <a:ext uri="{FF2B5EF4-FFF2-40B4-BE49-F238E27FC236}">
                <ns2:creationId id="{CA27D196-BD80-4167-B6DD-91D59AD1ACFE}"/>
              </a:ext>
            </a:extLst>
          </p:cNvPr>
          <p:cNvSpPr>
            <a:spLocks noGrp="1"/>
          </p:cNvSpPr>
          <p:nvPr/>
        </p:nvSpPr>
        <p:spPr>
          <a:xfrm>
            <a:off x="9886950" y="6438900"/>
            <a:ext cx="3924300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트랜잭션 관리자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91" name="Bwtx">
            <a:extLst>
              <a:ext uri="{FF2B5EF4-FFF2-40B4-BE49-F238E27FC236}">
                <ns2:creationId id="{D196657B-4D04-4D38-A5D8-FC2E6ED03421}"/>
              </a:ext>
            </a:extLst>
          </p:cNvPr>
          <p:cNvSpPr>
            <a:spLocks noGrp="1"/>
          </p:cNvSpPr>
          <p:nvPr/>
        </p:nvSpPr>
        <p:spPr>
          <a:xfrm>
            <a:off x="14563725" y="6438900"/>
            <a:ext cx="3152775" cy="20955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트랜잭션 관리자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92" name="Bdd">
            <a:extLst>
              <a:ext uri="{FF2B5EF4-FFF2-40B4-BE49-F238E27FC236}">
                <ns2:creationId id="{D437D7A7-B05D-48BF-8A8A-F69344CF5CE8}"/>
              </a:ext>
            </a:extLst>
          </p:cNvPr>
          <p:cNvSpPr>
            <a:spLocks noGrp="1"/>
          </p:cNvSpPr>
          <p:nvPr/>
        </p:nvSpPr>
        <p:spPr>
          <a:xfrm>
            <a:off x="9886950" y="6724650"/>
            <a:ext cx="1905000" cy="171450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C1 / R1~R3 / P1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93" name="Bdo">
            <a:extLst>
              <a:ext uri="{FF2B5EF4-FFF2-40B4-BE49-F238E27FC236}">
                <ns2:creationId id="{BDBA6821-7FC3-4956-A5C0-0C4469CDBE78}"/>
              </a:ext>
            </a:extLst>
          </p:cNvPr>
          <p:cNvSpPr>
            <a:spLocks noGrp="1"/>
          </p:cNvSpPr>
          <p:nvPr/>
        </p:nvSpPr>
        <p:spPr>
          <a:xfrm>
            <a:off x="11934825" y="6724650"/>
            <a:ext cx="1876425" cy="171450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K1 의도 outbox / cursor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94" name="Bwd">
            <a:extLst>
              <a:ext uri="{FF2B5EF4-FFF2-40B4-BE49-F238E27FC236}">
                <ns2:creationId id="{A7C12364-6D14-42E8-90DE-4523848FFFC9}"/>
              </a:ext>
            </a:extLst>
          </p:cNvPr>
          <p:cNvSpPr>
            <a:spLocks noGrp="1"/>
          </p:cNvSpPr>
          <p:nvPr/>
        </p:nvSpPr>
        <p:spPr>
          <a:xfrm>
            <a:off x="14563725" y="6724650"/>
            <a:ext cx="1504950" cy="171450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T1 / X1,X2 / Q1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95" name="Bwo">
            <a:extLst>
              <a:ext uri="{FF2B5EF4-FFF2-40B4-BE49-F238E27FC236}">
                <ns2:creationId id="{BCC43BE6-9EED-43F2-B002-77EA15923C99}"/>
              </a:ext>
            </a:extLst>
          </p:cNvPr>
          <p:cNvSpPr>
            <a:spLocks noGrp="1"/>
          </p:cNvSpPr>
          <p:nvPr/>
        </p:nvSpPr>
        <p:spPr>
          <a:xfrm>
            <a:off x="16221075" y="6724650"/>
            <a:ext cx="1495425" cy="171450"/>
          </a:xfrm>
          <a:prstGeom prst="can">
            <a:avLst>
              <a:gd name="adj" fmla="val 9000"/>
            </a:avLst>
          </a:prstGeom>
          <a:solidFill>
            <a:srgbClr val="FFFFFF"/>
          </a:solidFill>
          <a:ln w="10478">
            <a:solidFill>
              <a:srgbClr val="000000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K1 / gate / inbox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96" name="Bs4-num">
            <a:extLst>
              <a:ext uri="{FF2B5EF4-FFF2-40B4-BE49-F238E27FC236}">
                <ns2:creationId id="{46446E24-7603-4379-821E-3284ADB9981A}"/>
              </a:ext>
            </a:extLst>
          </p:cNvPr>
          <p:cNvSpPr>
            <a:spLocks noGrp="1"/>
          </p:cNvSpPr>
          <p:nvPr/>
        </p:nvSpPr>
        <p:spPr>
          <a:xfrm>
            <a:off x="13192125" y="60007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4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97" name="Bs4-label">
            <a:extLst>
              <a:ext uri="{FF2B5EF4-FFF2-40B4-BE49-F238E27FC236}">
                <ns2:creationId id="{0EBFCB31-E5F4-4192-A078-7D44F06F2C61}"/>
              </a:ext>
            </a:extLst>
          </p:cNvPr>
          <p:cNvSpPr>
            <a:spLocks noGrp="1"/>
          </p:cNvSpPr>
          <p:nvPr/>
        </p:nvSpPr>
        <p:spPr>
          <a:xfrm>
            <a:off x="13401675" y="5991225"/>
            <a:ext cx="42862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W1 접수 → D2 반영 / 로컬 확정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98" name="Bs1-num">
            <a:extLst>
              <a:ext uri="{FF2B5EF4-FFF2-40B4-BE49-F238E27FC236}">
                <ns2:creationId id="{D0BDA86B-8493-47FA-9079-0A21E4DF8CEB}"/>
              </a:ext>
            </a:extLst>
          </p:cNvPr>
          <p:cNvSpPr>
            <a:spLocks noGrp="1"/>
          </p:cNvSpPr>
          <p:nvPr/>
        </p:nvSpPr>
        <p:spPr>
          <a:xfrm>
            <a:off x="12268200" y="340042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99" name="Bs1-label">
            <a:extLst>
              <a:ext uri="{FF2B5EF4-FFF2-40B4-BE49-F238E27FC236}">
                <ns2:creationId id="{962F60CD-CDF3-46BA-AC50-8D83631F683F}"/>
              </a:ext>
            </a:extLst>
          </p:cNvPr>
          <p:cNvSpPr>
            <a:spLocks noGrp="1"/>
          </p:cNvSpPr>
          <p:nvPr/>
        </p:nvSpPr>
        <p:spPr>
          <a:xfrm>
            <a:off x="12477750" y="3390900"/>
            <a:ext cx="14287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입력 / hold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0" name="Bs2-num">
            <a:extLst>
              <a:ext uri="{FF2B5EF4-FFF2-40B4-BE49-F238E27FC236}">
                <ns2:creationId id="{BAD8E765-BB3F-4FFA-83A2-E0794814A2BA}"/>
              </a:ext>
            </a:extLst>
          </p:cNvPr>
          <p:cNvSpPr>
            <a:spLocks noGrp="1"/>
          </p:cNvSpPr>
          <p:nvPr/>
        </p:nvSpPr>
        <p:spPr>
          <a:xfrm>
            <a:off x="9782175" y="49053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1" name="Bs2-label">
            <a:extLst>
              <a:ext uri="{FF2B5EF4-FFF2-40B4-BE49-F238E27FC236}">
                <ns2:creationId id="{96636712-EA85-446A-AF19-FFFCFF13F445}"/>
              </a:ext>
            </a:extLst>
          </p:cNvPr>
          <p:cNvSpPr>
            <a:spLocks noGrp="1"/>
          </p:cNvSpPr>
          <p:nvPr/>
        </p:nvSpPr>
        <p:spPr>
          <a:xfrm>
            <a:off x="9991725" y="4895850"/>
            <a:ext cx="1762125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의미 제안 / 채택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2" name="Bs3-num">
            <a:extLst>
              <a:ext uri="{FF2B5EF4-FFF2-40B4-BE49-F238E27FC236}">
                <ns2:creationId id="{00862092-1ED3-4D4E-BEBB-C906EA7B4A53}"/>
              </a:ext>
            </a:extLst>
          </p:cNvPr>
          <p:cNvSpPr>
            <a:spLocks noGrp="1"/>
          </p:cNvSpPr>
          <p:nvPr/>
        </p:nvSpPr>
        <p:spPr>
          <a:xfrm>
            <a:off x="9886950" y="60007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3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3" name="Bs3-label">
            <a:extLst>
              <a:ext uri="{FF2B5EF4-FFF2-40B4-BE49-F238E27FC236}">
                <ns2:creationId id="{0895372D-7EF9-4E74-9AE0-F6164DE842EF}"/>
              </a:ext>
            </a:extLst>
          </p:cNvPr>
          <p:cNvSpPr>
            <a:spLocks noGrp="1"/>
          </p:cNvSpPr>
          <p:nvPr/>
        </p:nvSpPr>
        <p:spPr>
          <a:xfrm>
            <a:off x="10096500" y="5991225"/>
            <a:ext cx="27622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D1 의도 기록 후 K1 전달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4" name="Bs5-num">
            <a:extLst>
              <a:ext uri="{FF2B5EF4-FFF2-40B4-BE49-F238E27FC236}">
                <ns2:creationId id="{B68B9DAC-33C3-4D35-91D9-4FECE452FE53}"/>
              </a:ext>
            </a:extLst>
          </p:cNvPr>
          <p:cNvSpPr>
            <a:spLocks noGrp="1"/>
          </p:cNvSpPr>
          <p:nvPr/>
        </p:nvSpPr>
        <p:spPr>
          <a:xfrm>
            <a:off x="14630400" y="50101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5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5" name="Bs5-label">
            <a:extLst>
              <a:ext uri="{FF2B5EF4-FFF2-40B4-BE49-F238E27FC236}">
                <ns2:creationId id="{BFFC06FF-7CBC-4DB9-A253-2D164DEBF8AF}"/>
              </a:ext>
            </a:extLst>
          </p:cNvPr>
          <p:cNvSpPr>
            <a:spLocks noGrp="1"/>
          </p:cNvSpPr>
          <p:nvPr/>
        </p:nvSpPr>
        <p:spPr>
          <a:xfrm>
            <a:off x="14839950" y="5000625"/>
            <a:ext cx="228600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gate / CAS 후 전송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6" name="Bs6-num">
            <a:extLst>
              <a:ext uri="{FF2B5EF4-FFF2-40B4-BE49-F238E27FC236}">
                <ns2:creationId id="{2F47294B-6DE4-4C46-81AC-B50B2EB5D017}"/>
              </a:ext>
            </a:extLst>
          </p:cNvPr>
          <p:cNvSpPr>
            <a:spLocks noGrp="1"/>
          </p:cNvSpPr>
          <p:nvPr/>
        </p:nvSpPr>
        <p:spPr>
          <a:xfrm>
            <a:off x="16297275" y="501015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7" name="Bs6-label">
            <a:extLst>
              <a:ext uri="{FF2B5EF4-FFF2-40B4-BE49-F238E27FC236}">
                <ns2:creationId id="{3D63CA79-3D42-4A72-9F87-DC1F26CEF3FF}"/>
              </a:ext>
            </a:extLst>
          </p:cNvPr>
          <p:cNvSpPr>
            <a:spLocks noGrp="1"/>
          </p:cNvSpPr>
          <p:nvPr/>
        </p:nvSpPr>
        <p:spPr>
          <a:xfrm>
            <a:off x="16506825" y="5000625"/>
            <a:ext cx="14287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외부 사실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8" name="Bs7-num">
            <a:extLst>
              <a:ext uri="{FF2B5EF4-FFF2-40B4-BE49-F238E27FC236}">
                <ns2:creationId id="{44BC4D22-417F-4530-B7E1-DE706F740520}"/>
              </a:ext>
            </a:extLst>
          </p:cNvPr>
          <p:cNvSpPr>
            <a:spLocks noGrp="1"/>
          </p:cNvSpPr>
          <p:nvPr/>
        </p:nvSpPr>
        <p:spPr>
          <a:xfrm>
            <a:off x="11601450" y="5791200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7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9" name="Bs7-label">
            <a:extLst>
              <a:ext uri="{FF2B5EF4-FFF2-40B4-BE49-F238E27FC236}">
                <ns2:creationId id="{B4180E6C-58FE-4A7F-A179-2C0E242D2670}"/>
              </a:ext>
            </a:extLst>
          </p:cNvPr>
          <p:cNvSpPr>
            <a:spLocks noGrp="1"/>
          </p:cNvSpPr>
          <p:nvPr/>
        </p:nvSpPr>
        <p:spPr>
          <a:xfrm>
            <a:off x="11811000" y="5781675"/>
            <a:ext cx="1095375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게시 허용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10" name="Bs8-num">
            <a:extLst>
              <a:ext uri="{FF2B5EF4-FFF2-40B4-BE49-F238E27FC236}">
                <ns2:creationId id="{6D272034-46E5-4514-A48B-2A9ACA7B89C2}"/>
              </a:ext>
            </a:extLst>
          </p:cNvPr>
          <p:cNvSpPr>
            <a:spLocks noGrp="1"/>
          </p:cNvSpPr>
          <p:nvPr/>
        </p:nvSpPr>
        <p:spPr>
          <a:xfrm>
            <a:off x="16335375" y="5819775"/>
            <a:ext cx="180975" cy="190500"/>
          </a:xfrm>
          <a:prstGeom prst="roundRect">
            <a:avLst>
              <a:gd name="adj" fmla="val 42105"/>
            </a:avLst>
          </a:prstGeom>
          <a:solidFill>
            <a:srgbClr val="C6E0B4"/>
          </a:solidFill>
          <a:ln w="10478">
            <a:solidFill>
              <a:srgbClr val="72AD49"/>
            </a:solidFill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ctr"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lnSpc>
                <a:spcPct val="100000"/>
              </a:lnSpc>
              <a:buNone/>
              <a:def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8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11" name="Bs8-label">
            <a:extLst>
              <a:ext uri="{FF2B5EF4-FFF2-40B4-BE49-F238E27FC236}">
                <ns2:creationId id="{33DE82C8-C613-4B44-B7D1-39DC5969E721}"/>
              </a:ext>
            </a:extLst>
          </p:cNvPr>
          <p:cNvSpPr>
            <a:spLocks noGrp="1"/>
          </p:cNvSpPr>
          <p:nvPr/>
        </p:nvSpPr>
        <p:spPr>
          <a:xfrm>
            <a:off x="16544925" y="5810250"/>
            <a:ext cx="1619250" cy="219075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38100" tIns="19050" rIns="38100" bIns="19050" anchor="ctr">
            <a:noAutofit/>
          </a:bodyPr>
          <a:lstStyle>
            <a:defPPr algn="l"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lnSpc>
                <a:spcPct val="100000"/>
              </a:lnSpc>
              <a:buNone/>
              <a:def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1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전달 기록</a:t>
            </a:r>
            <a:endParaRPr lang="ko-KR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val="294852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Walnut Exporter</dc:creator>
  <ns0:lastModifiedBy>Walnut Exporter</ns0:lastModifiedBy>
  <dc:title>Presentation</dc:title>
  <ns2:created xsi:type="dcterms:W3CDTF">2026-10-14T18:09:38.3390000Z</ns2:created>
  <ns2:modified xsi:type="dcterms:W3CDTF">2026-10-14T18:09:38.3390000Z</ns2:modified>
  <dc:language>ko-KR</dc:language>
</ns0:coreProperties>
</file>