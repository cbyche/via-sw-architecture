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ideMasterId r:id="Via_ppt_slideMasters_initial01_slideMaster1_xml" id="2147483648"/>
    <p:slideMasterId r:id="Via_ppt_slideMasters_initial02_slideMaster1_xml" id="2147483649"/>
    <p:slideMasterId r:id="Via_ppt_slideMasters_initial03_slideMaster1_xml" id="2147483650"/>
    <p:slideMasterId r:id="Via_ppt_slideMasters_initial04_slideMaster1_xml" id="2147483651"/>
    <p:slideMasterId r:id="Via_ppt_slideMasters_initial05_slideMaster1_xml" id="2147483652"/>
    <p:slideMasterId r:id="Via_ppt_slideMasters_initial06_slideMaster1_xml" id="2147483653"/>
    <p:slideMasterId r:id="Via_ppt_slideMasters_initial07_slideMaster1_xml" id="2147483654"/>
    <p:slideMasterId r:id="Via_ppt_slideMasters_V2Clone_initial01_slideMaster1_xml" id="2147483655"/>
    <p:slideMasterId r:id="Via_ppt_slideMasters_V2Clone_initial02_slideMaster1_xml" id="2147483656"/>
    <p:slideMasterId r:id="Via_ppt_slideMasters_V2Clone_initial03_slideMaster1_xml" id="2147483657"/>
    <p:slideMasterId r:id="Via_ppt_slideMasters_V2Clone_initial04_slideMaster1_xml" id="2147483658"/>
    <p:slideMasterId r:id="Via_ppt_slideMasters_V2Clone_initial06_slideMaster1_xml" id="2147483659"/>
    <p:slideMasterId r:id="Via_ppt_slideMasters_V2Clone_initial07_slideMaster1_xml" id="2147483660"/>
    <p:slideMasterId r:id="Via_ppt_slideMasters_V2Native_slideMaster1_xml" id="2147483661"/>
  </p:sldMasterIdLst>
  <p:notesMasterIdLst>
    <p:notesMasterId r:id="Via_ppt_notesMasters_initial01_notesMaster1_xml"/>
    <p:notesMasterId r:id="Via_ppt_notesMasters_initial02_notesMaster1_xml"/>
    <p:notesMasterId r:id="Via_ppt_notesMasters_initial03_notesMaster1_xml"/>
    <p:notesMasterId r:id="Via_ppt_notesMasters_initial04_notesMaster1_xml"/>
    <p:notesMasterId r:id="Via_ppt_notesMasters_initial05_notesMaster1_xml"/>
    <p:notesMasterId r:id="Via_ppt_notesMasters_initial06_notesMaster1_xml"/>
    <p:notesMasterId r:id="Via_ppt_notesMasters_initial07_notesMaster1_xml"/>
    <p:notesMasterId r:id="Via_ppt_notesMasters_V2Clone_initial01_notesMaster1_xml"/>
    <p:notesMasterId r:id="Via_ppt_notesMasters_V2Clone_initial02_notesMaster1_xml"/>
    <p:notesMasterId r:id="Via_ppt_notesMasters_V2Clone_initial03_notesMaster1_xml"/>
    <p:notesMasterId r:id="Via_ppt_notesMasters_V2Clone_initial04_notesMaster1_xml"/>
    <p:notesMasterId r:id="Via_ppt_notesMasters_V2Clone_initial06_notesMaster1_xml"/>
    <p:notesMasterId r:id="Via_ppt_notesMasters_V2Clone_initial07_notesMaster1_xml"/>
    <p:notesMasterId r:id="Via_ppt_notesMasters_V2Native_notesMaster1_xml"/>
  </p:notesMasterIdLst>
  <p:sldIdLst>
    <p:sldId id="256" r:id="V2Slide1"/>
    <p:sldId id="257" r:id="V2Slide2"/>
    <p:sldId id="258" r:id="V2Slide3"/>
    <p:sldId id="259" r:id="V2Slide4"/>
    <p:sldId id="260" r:id="V2Slide5"/>
    <p:sldId id="261" r:id="V2Slide6"/>
    <p:sldId id="262" r:id="V2Slide7"/>
    <p:sldId id="263" r:id="V2Slide8"/>
    <p:sldId id="264" r:id="V2Slide9"/>
    <p:sldId id="265" r:id="V2Slide10"/>
    <p:sldId id="266" r:id="V2Slide11"/>
    <p:sldId id="267" r:id="V2Slide12"/>
    <p:sldId id="268" r:id="V2Slide13"/>
    <p:sldId id="269" r:id="V2Slide14"/>
    <p:sldId id="270" r:id="V2Slide15"/>
    <p:sldId id="271" r:id="V2Slide16"/>
    <p:sldId id="272" r:id="V2Slide17"/>
    <p:sldId id="273" r:id="V2Slide18"/>
    <p:sldId id="274" r:id="V2Slide19"/>
    <p:sldId id="275" r:id="V2Slide20"/>
    <p:sldId id="276" r:id="V2Slide21"/>
    <p:sldId id="277" r:id="V2Slide22"/>
    <p:sldId id="278" r:id="V2Slide23"/>
    <p:sldId id="279" r:id="V2Slide24"/>
    <p:sldId id="280" r:id="V2Slide25"/>
    <p:sldId id="281" r:id="V2Slide26"/>
    <p:sldId id="282" r:id="V2Slide27"/>
    <p:sldId id="283" r:id="V2Slide28"/>
    <p:sldId id="284" r:id="V2Slide29"/>
    <p:sldId id="285" r:id="V2Slide30"/>
    <p:sldId id="286" r:id="V2Slide31"/>
    <p:sldId id="287" r:id="V2Slide32"/>
    <p:sldId id="288" r:id="V2Slide33"/>
    <p:sldId id="289" r:id="V2Slide34"/>
    <p:sldId id="290" r:id="V2Slide35"/>
    <p:sldId id="291" r:id="V2Slide36"/>
    <p:sldId id="292" r:id="V2Slide37"/>
    <p:sldId id="293" r:id="V2Slide38"/>
    <p:sldId id="294" r:id="V2Slide39"/>
    <p:sldId id="295" r:id="V2Slide40"/>
    <p:sldId id="296" r:id="V2Slide41"/>
    <p:sldId id="297" r:id="V2Slide42"/>
    <p:sldId id="298" r:id="V2Slide43"/>
    <p:sldId id="299" r:id="V2Slide44"/>
    <p:sldId id="300" r:id="V2Slide45"/>
    <p:sldId id="301" r:id="V2Slide46"/>
    <p:sldId id="302" r:id="V2Slide47"/>
    <p:sldId id="303" r:id="V2Slide48"/>
    <p:sldId id="304" r:id="V2Slide49"/>
    <p:sldId id="305" r:id="V2Slide50"/>
    <p:sldId id="306" r:id="V2Slide51"/>
    <p:sldId id="307" r:id="V2Slide52"/>
    <p:sldId id="308" r:id="V2Slide53"/>
    <p:sldId id="309" r:id="V2Slide54"/>
    <p:sldId id="310" r:id="V2Slide55"/>
    <p:sldId id="311" r:id="V2Slide56"/>
    <p:sldId id="312" r:id="V2Slide57"/>
  </p:sldIdLst>
  <p:sldSz cx="18288000" cy="10287000"/>
  <p:notesSz cx="6858000" cy="9144000"/>
  <p:extLst>
    <p:ext uri="{521415D9-36F7-43E2-AB2F-B90AF26B5E84}">
      <p14:sectionLst>
        <p14:section name="배경과 소개" id="{AAE4C0A1-6FEA-5034-B8EF-C667319BF53A}">
          <p14:sldIdLst>
            <p14:sldId id="256"/>
            <p14:sldId id="257"/>
            <p14:sldId id="258"/>
            <p14:sldId id="259"/>
            <p14:sldId id="260"/>
            <p14:sldId id="261"/>
          </p14:sldIdLst>
        </p14:section>
        <p14:section name="요구사항과 QA" id="{E5FF38F4-AD8B-523C-8802-EDDAA61C8A91}">
          <p14:sldIdLst>
            <p14:sldId id="262"/>
            <p14:sldId id="263"/>
            <p14:sldId id="264"/>
            <p14:sldId id="265"/>
            <p14:sldId id="266"/>
          </p14:sldIdLst>
        </p14:section>
        <p14:section name="설계 도입" id="{1BF92671-9D0F-59D3-A59E-B15885F1BBEE}">
          <p14:sldIdLst>
            <p14:sldId id="267"/>
            <p14:sldId id="268"/>
            <p14:sldId id="269"/>
          </p14:sldIdLst>
        </p14:section>
        <p14:section name="DP41" id="{19D20EC3-723A-51CD-A9B1-75CBA4CC8B37}">
          <p14:sldIdLst>
            <p14:sldId id="270"/>
            <p14:sldId id="271"/>
          </p14:sldIdLst>
        </p14:section>
        <p14:section name="DP44" id="{A8BA47C1-E066-5AC9-A2CB-EC9AE90A5D16}">
          <p14:sldIdLst>
            <p14:sldId id="272"/>
            <p14:sldId id="273"/>
          </p14:sldIdLst>
        </p14:section>
        <p14:section name="DP45" id="{AEDEA31E-1AA9-54C6-8F53-F0627CC75696}">
          <p14:sldIdLst>
            <p14:sldId id="274"/>
            <p14:sldId id="275"/>
          </p14:sldIdLst>
        </p14:section>
        <p14:section name="DP42" id="{6753CA72-1592-5625-B3A7-1621281FBF01}">
          <p14:sldIdLst>
            <p14:sldId id="276"/>
            <p14:sldId id="277"/>
          </p14:sldIdLst>
        </p14:section>
        <p14:section name="검토 요약" id="{00A71FBF-4EC7-54E3-9C1C-059BCD6785C4}">
          <p14:sldIdLst>
            <p14:sldId id="278"/>
            <p14:sldId id="279"/>
          </p14:sldIdLst>
        </p14:section>
        <p14:section name="Appendix 안내" id="{EA18232C-B3C1-59BA-8866-1056E04E9F08}">
          <p14:sldIdLst>
            <p14:sldId id="280"/>
          </p14:sldIdLst>
        </p14:section>
        <p14:section name="Appendix / QA 상세" id="{BC1C4764-41D4-5F45-A985-E008335C0776}">
          <p14:sldIdLst>
            <p14:sldId id="281"/>
            <p14:sldId id="282"/>
            <p14:sldId id="283"/>
            <p14:sldId id="284"/>
            <p14:sldId id="285"/>
            <p14:sldId id="286"/>
            <p14:sldId id="287"/>
            <p14:sldId id="288"/>
            <p14:sldId id="289"/>
            <p14:sldId id="290"/>
          </p14:sldIdLst>
        </p14:section>
        <p14:section name="Appendix / 원본 보존" id="{D8B67BB6-260E-57E8-87C1-BD8316536EB7}">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notesMasters_initial02_notesMaster1_xml" Type="http://schemas.openxmlformats.org/officeDocument/2006/relationships/notesMaster" Target="/ppt/notesMasters/initial02_notesMaster1.xml" /><Relationship Id="Via_ppt_notesMasters_initial03_notesMaster1_xml" Type="http://schemas.openxmlformats.org/officeDocument/2006/relationships/notesMaster" Target="/ppt/notesMasters/initial03_notesMaster1.xml" /><Relationship Id="Via_ppt_notesMasters_initial04_notesMaster1_xml" Type="http://schemas.openxmlformats.org/officeDocument/2006/relationships/notesMaster" Target="/ppt/notesMasters/initial04_notesMaster1.xml" /><Relationship Id="Via_ppt_notesMasters_initial05_notesMaster1_xml" Type="http://schemas.openxmlformats.org/officeDocument/2006/relationships/notesMaster" Target="/ppt/notesMasters/initial05_notesMaster1.xml" /><Relationship Id="Via_ppt_notesMasters_initial06_notesMaster1_xml" Type="http://schemas.openxmlformats.org/officeDocument/2006/relationships/notesMaster" Target="/ppt/notesMasters/initial06_notesMaster1.xml" /><Relationship Id="Via_ppt_notesMasters_initial07_notesMaster1_xml" Type="http://schemas.openxmlformats.org/officeDocument/2006/relationships/notesMaster" Target="/ppt/notesMasters/initial07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notesMasters_V2Clone_initial01_notesMaster1_xml" Type="http://schemas.openxmlformats.org/officeDocument/2006/relationships/notesMaster" Target="/ppt/notesMasters/V2Clone_initial01_notesMaster1.xml" /><Relationship Id="Via_ppt_notesMasters_V2Clone_initial02_notesMaster1_xml" Type="http://schemas.openxmlformats.org/officeDocument/2006/relationships/notesMaster" Target="/ppt/notesMasters/V2Clone_initial02_notesMaster1.xml" /><Relationship Id="Via_ppt_notesMasters_V2Clone_initial03_notesMaster1_xml" Type="http://schemas.openxmlformats.org/officeDocument/2006/relationships/notesMaster" Target="/ppt/notesMasters/V2Clone_initial03_notesMaster1.xml" /><Relationship Id="Via_ppt_notesMasters_V2Clone_initial04_notesMaster1_xml" Type="http://schemas.openxmlformats.org/officeDocument/2006/relationships/notesMaster" Target="/ppt/notesMasters/V2Clone_initial04_notesMaster1.xml" /><Relationship Id="Via_ppt_notesMasters_V2Clone_initial06_notesMaster1_xml" Type="http://schemas.openxmlformats.org/officeDocument/2006/relationships/notesMaster" Target="/ppt/notesMasters/V2Clone_initial06_notesMaster1.xml" /><Relationship Id="Via_ppt_notesMasters_V2Clone_initial07_notesMaster1_xml" Type="http://schemas.openxmlformats.org/officeDocument/2006/relationships/notesMaster" Target="/ppt/notesMasters/V2Clone_initial07_notesMaster1.xml" /><Relationship Id="Via_ppt_notesMasters_V2Native_notesMaster1_xml" Type="http://schemas.openxmlformats.org/officeDocument/2006/relationships/notesMaster" Target="/ppt/notesMasters/V2Native_notesMaster1.xml" /><Relationship Id="V2Slide1" Type="http://schemas.openxmlformats.org/officeDocument/2006/relationships/slide" Target="/ppt/slides/slide33.xml" /><Relationship Id="V2Slide2" Type="http://schemas.openxmlformats.org/officeDocument/2006/relationships/slide" Target="/ppt/slides/slide46.xml" /><Relationship Id="V2Slide3" Type="http://schemas.openxmlformats.org/officeDocument/2006/relationships/slide" Target="/ppt/slides/slide34.xml" /><Relationship Id="V2Slide4" Type="http://schemas.openxmlformats.org/officeDocument/2006/relationships/slide" Target="/ppt/slides/slide47.xml" /><Relationship Id="V2Slide5" Type="http://schemas.openxmlformats.org/officeDocument/2006/relationships/slide" Target="/ppt/slides/slide35.xml" /><Relationship Id="V2Slide6" Type="http://schemas.openxmlformats.org/officeDocument/2006/relationships/slide" Target="/ppt/slides/slide36.xml" /><Relationship Id="V2Slide7" Type="http://schemas.openxmlformats.org/officeDocument/2006/relationships/slide" Target="/ppt/slides/slide48.xml" /><Relationship Id="V2Slide8" Type="http://schemas.openxmlformats.org/officeDocument/2006/relationships/slide" Target="/ppt/slides/slide37.xml" /><Relationship Id="V2Slide9" Type="http://schemas.openxmlformats.org/officeDocument/2006/relationships/slide" Target="/ppt/slides/slide38.xml" /><Relationship Id="V2Slide10" Type="http://schemas.openxmlformats.org/officeDocument/2006/relationships/slide" Target="/ppt/slides/slide39.xml" /><Relationship Id="V2Slide11" Type="http://schemas.openxmlformats.org/officeDocument/2006/relationships/slide" Target="/ppt/slides/slide49.xml" /><Relationship Id="V2Slide12" Type="http://schemas.openxmlformats.org/officeDocument/2006/relationships/slide" Target="/ppt/slides/slide50.xml" /><Relationship Id="V2Slide13" Type="http://schemas.openxmlformats.org/officeDocument/2006/relationships/slide" Target="/ppt/slides/slide40.xml" /><Relationship Id="V2Slide14" Type="http://schemas.openxmlformats.org/officeDocument/2006/relationships/slide" Target="/ppt/slides/slide41.xml" /><Relationship Id="V2Slide15" Type="http://schemas.openxmlformats.org/officeDocument/2006/relationships/slide" Target="/ppt/slides/slide42.xml" /><Relationship Id="V2Slide16" Type="http://schemas.openxmlformats.org/officeDocument/2006/relationships/slide" Target="/ppt/slides/slide51.xml" /><Relationship Id="V2Slide17" Type="http://schemas.openxmlformats.org/officeDocument/2006/relationships/slide" Target="/ppt/slides/slide43.xml" /><Relationship Id="V2Slide18" Type="http://schemas.openxmlformats.org/officeDocument/2006/relationships/slide" Target="/ppt/slides/slide52.xml" /><Relationship Id="V2Slide19" Type="http://schemas.openxmlformats.org/officeDocument/2006/relationships/slide" Target="/ppt/slides/slide44.xml" /><Relationship Id="V2Slide20" Type="http://schemas.openxmlformats.org/officeDocument/2006/relationships/slide" Target="/ppt/slides/slide53.xml" /><Relationship Id="V2Slide21" Type="http://schemas.openxmlformats.org/officeDocument/2006/relationships/slide" Target="/ppt/slides/slide45.xml" /><Relationship Id="V2Slide22" Type="http://schemas.openxmlformats.org/officeDocument/2006/relationships/slide" Target="/ppt/slides/slide54.xml" /><Relationship Id="V2Slide23" Type="http://schemas.openxmlformats.org/officeDocument/2006/relationships/slide" Target="/ppt/slides/slide55.xml" /><Relationship Id="V2Slide24" Type="http://schemas.openxmlformats.org/officeDocument/2006/relationships/slide" Target="/ppt/slides/slide56.xml" /><Relationship Id="V2Slide25" Type="http://schemas.openxmlformats.org/officeDocument/2006/relationships/slide" Target="/ppt/slides/slide57.xml" /><Relationship Id="V2Slide26" Type="http://schemas.openxmlformats.org/officeDocument/2006/relationships/slide" Target="/ppt/slides/slide8.xml" /><Relationship Id="V2Slide27" Type="http://schemas.openxmlformats.org/officeDocument/2006/relationships/slide" Target="/ppt/slides/slide9.xml" /><Relationship Id="V2Slide28" Type="http://schemas.openxmlformats.org/officeDocument/2006/relationships/slide" Target="/ppt/slides/slide10.xml" /><Relationship Id="V2Slide29" Type="http://schemas.openxmlformats.org/officeDocument/2006/relationships/slide" Target="/ppt/slides/slide11.xml" /><Relationship Id="V2Slide30" Type="http://schemas.openxmlformats.org/officeDocument/2006/relationships/slide" Target="/ppt/slides/slide12.xml" /><Relationship Id="V2Slide31" Type="http://schemas.openxmlformats.org/officeDocument/2006/relationships/slide" Target="/ppt/slides/slide13.xml" /><Relationship Id="V2Slide32" Type="http://schemas.openxmlformats.org/officeDocument/2006/relationships/slide" Target="/ppt/slides/slide14.xml" /><Relationship Id="V2Slide33" Type="http://schemas.openxmlformats.org/officeDocument/2006/relationships/slide" Target="/ppt/slides/slide15.xml" /><Relationship Id="V2Slide34" Type="http://schemas.openxmlformats.org/officeDocument/2006/relationships/slide" Target="/ppt/slides/slide16.xml" /><Relationship Id="V2Slide35" Type="http://schemas.openxmlformats.org/officeDocument/2006/relationships/slide" Target="/ppt/slides/slide17.xml" /><Relationship Id="V2Slide36" Type="http://schemas.openxmlformats.org/officeDocument/2006/relationships/slide" Target="/ppt/slides/slide1.xml" /><Relationship Id="V2Slide37" Type="http://schemas.openxmlformats.org/officeDocument/2006/relationships/slide" Target="/ppt/slides/slide2.xml" /><Relationship Id="V2Slide38" Type="http://schemas.openxmlformats.org/officeDocument/2006/relationships/slide" Target="/ppt/slides/slide3.xml" /><Relationship Id="V2Slide39" Type="http://schemas.openxmlformats.org/officeDocument/2006/relationships/slide" Target="/ppt/slides/slide4.xml" /><Relationship Id="V2Slide40" Type="http://schemas.openxmlformats.org/officeDocument/2006/relationships/slide" Target="/ppt/slides/slide5.xml" /><Relationship Id="V2Slide41" Type="http://schemas.openxmlformats.org/officeDocument/2006/relationships/slide" Target="/ppt/slides/slide6.xml" /><Relationship Id="V2Slide42" Type="http://schemas.openxmlformats.org/officeDocument/2006/relationships/slide" Target="/ppt/slides/slide7.xml" /><Relationship Id="V2Slide43" Type="http://schemas.openxmlformats.org/officeDocument/2006/relationships/slide" Target="/ppt/slides/slide18.xml" /><Relationship Id="V2Slide44" Type="http://schemas.openxmlformats.org/officeDocument/2006/relationships/slide" Target="/ppt/slides/slide19.xml" /><Relationship Id="V2Slide45" Type="http://schemas.openxmlformats.org/officeDocument/2006/relationships/slide" Target="/ppt/slides/slide20.xml" /><Relationship Id="V2Slide46" Type="http://schemas.openxmlformats.org/officeDocument/2006/relationships/slide" Target="/ppt/slides/slide21.xml" /><Relationship Id="V2Slide47" Type="http://schemas.openxmlformats.org/officeDocument/2006/relationships/slide" Target="/ppt/slides/slide22.xml" /><Relationship Id="V2Slide48" Type="http://schemas.openxmlformats.org/officeDocument/2006/relationships/slide" Target="/ppt/slides/slide23.xml" /><Relationship Id="V2Slide49" Type="http://schemas.openxmlformats.org/officeDocument/2006/relationships/slide" Target="/ppt/slides/slide24.xml" /><Relationship Id="V2Slide50" Type="http://schemas.openxmlformats.org/officeDocument/2006/relationships/slide" Target="/ppt/slides/slide25.xml" /><Relationship Id="V2Slide51" Type="http://schemas.openxmlformats.org/officeDocument/2006/relationships/slide" Target="/ppt/slides/slide26.xml" /><Relationship Id="V2Slide52" Type="http://schemas.openxmlformats.org/officeDocument/2006/relationships/slide" Target="/ppt/slides/slide27.xml" /><Relationship Id="V2Slide53" Type="http://schemas.openxmlformats.org/officeDocument/2006/relationships/slide" Target="/ppt/slides/slide28.xml" /><Relationship Id="V2Slide54" Type="http://schemas.openxmlformats.org/officeDocument/2006/relationships/slide" Target="/ppt/slides/slide29.xml" /><Relationship Id="V2Slide55" Type="http://schemas.openxmlformats.org/officeDocument/2006/relationships/slide" Target="/ppt/slides/slide30.xml" /><Relationship Id="V2Slide56" Type="http://schemas.openxmlformats.org/officeDocument/2006/relationships/slide" Target="/ppt/slides/slide31.xml" /><Relationship Id="V2Slide57" Type="http://schemas.openxmlformats.org/officeDocument/2006/relationships/slide" Target="/ppt/slides/slide32.xml" /></Relationships>
</file>

<file path=ppt/notesMasters/V2Clone_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Native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5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2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3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4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4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4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4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4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4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5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5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5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5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5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5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6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7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7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7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7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7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7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7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7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7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7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7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7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7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7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V2Clone_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V2Clone_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V2Clone_initial02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V2Clone_initial07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V2Clone_initial03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V2Clone_initial04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V2Clone_initial04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V2Clone_initial06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V2Clone_initial07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V2Clone_initial07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V2Clone_initial07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V2Clone_initial07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V2Clone_initial07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V2Native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V2Native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V2Native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V2Native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V2Native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V2Native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V2Native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V2Native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V2Native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V2Native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V2Native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V2Native_notesMaster1.xml" Id="R3283956db45b4b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화면과 대화, 진행 중인 Task를 함께 해석해 사용자 의도대로 요청을 처리해야 한다. 후속 정정은 바꿀 범위를 구분하고 기존 조건을 유지한다.</a:t>
            </a:r>
          </a:p>
          <a:p xmlns:a="http://schemas.openxmlformats.org/drawingml/2006/main">
            <a: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p>
          <a:p xmlns:a="http://schemas.openxmlformats.org/drawingml/2006/main">
            <a: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p>
          <a:p xmlns:a="http://schemas.openxmlformats.org/drawingml/2006/main">
            <a:r>
              <a:t>첫 반응과 준비된 결과의 전달에는 VIA의 해석, 조회, 검증 및 출력 시간이 필요하다. 외부 업무만 기다리는 시간은 VIA 처리시간과 구별한다. 입력과 인식의 지속은 해석 및 외부 실행과 병행해야 한다.</a:t>
            </a:r>
          </a:p>
          <a:p xmlns:a="http://schemas.openxmlformats.org/drawingml/2006/main">
            <a: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p>
          <a:p xmlns:a="http://schemas.openxmlformats.org/drawingml/2006/main">
            <a:r>
              <a:t>배경의 세 축은 뒤에서 제시할 품질 요구사항 및 DP 검토의 배경이다. 현재 페이지에서는 품질 이름과 ID를 먼저 표시하지 않는다. 특정 구조의 우열이나 성능 수치, 대안 선택 결과를 주장하지 않는다.</a:t>
            </a:r>
          </a:p>
          <a:p xmlns:a="http://schemas.openxmlformats.org/drawingml/2006/main">
            <a: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p>
          <a:p xmlns:a="http://schemas.openxmlformats.org/drawingml/2006/main">
            <a:r>
              <a:t>레이아웃 참조: docs/presentations_files/presentation_example1/03-과제필요성.png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요구 매핑을 재확인한다. 여섯 QA 우선순위는 원본 그대로이며 새 기준을 추가하지 않는다. C1/C2와 공통 실행 계약을 유지한다. 이 요약을 최종 Architecture 선택으로 읽지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발표자료의 구현/평가/채택 결론을 VIA의 사실로 복사하지 않는다. 현재 단계에 맞는 검토 종료와 향후 확인 사항을 설명한다. 향후 실행을 자동 승인하는 문서가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내용을 삭제하지 말라는 사용자 지시를 위해 원본 32장을 전부 byte-identical로 보존했다. 원본 8~17은 appendix 첫 상세 구역에 배치한다. 새 본문으로 대체된 원본 비교 22/25/28/31도 여기에 남는다.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V2Clone_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Nativ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5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V2Clone_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Nativ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7349d498f6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5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be6436b11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slide1.xml><?xml version="1.0" encoding="utf-8"?>
<p:sld xmlns:p="http://schemas.openxmlformats.org/presentationml/2006/main">
  <p:cSld name="project-backgroun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971550"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1085850"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9815512"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9929812"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9144000" y="2157412"/>
            <a:ext cx="0" cy="7386638"/>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5286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7572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7572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725612" y="3071812"/>
            <a:ext cx="5892800" cy="33147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785812" y="6443662"/>
            <a:ext cx="78581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642938" y="6829425"/>
            <a:ext cx="80724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542925" y="7300912"/>
            <a:ext cx="820102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5429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771525" y="7443788"/>
            <a:ext cx="80867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785812" y="79867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785812" y="8443912"/>
            <a:ext cx="3457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4529138" y="7972425"/>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785812" y="89011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785812" y="9329738"/>
            <a:ext cx="3457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4529138" y="8858250"/>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코드를 탐색하고 수정</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94440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96726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96726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10641012" y="3071812"/>
            <a:ext cx="5892800" cy="33147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9601200" y="6443662"/>
            <a:ext cx="80867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9572625" y="6829425"/>
            <a:ext cx="810101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9472612" y="7300912"/>
            <a:ext cx="825817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94583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9686925" y="74437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9758362" y="8029575"/>
            <a:ext cx="1328738"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11144250" y="8229600"/>
            <a:ext cx="471488"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115157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115157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11730038" y="7943850"/>
            <a:ext cx="3228975" cy="5572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11772900" y="8486775"/>
            <a:ext cx="3171825" cy="0"/>
          </a:xfrm>
          <a:prstGeom xmlns:a="http://schemas.openxmlformats.org/drawingml/2006/main" prst="line">
            <a:avLst/>
          </a:prstGeom>
          <a:noFill xmlns:a="http://schemas.openxmlformats.org/drawingml/2006/main"/>
          <a:ln xmlns:a="http://schemas.openxmlformats.org/drawingml/2006/main" w="42862">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5116175" y="8229600"/>
            <a:ext cx="500062"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55162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55162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5730538" y="8029575"/>
            <a:ext cx="20288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9715500" y="8586788"/>
            <a:ext cx="7972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9715500" y="9329738"/>
            <a:ext cx="7943850"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9715500" y="9072562"/>
            <a:ext cx="7943850"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20262C"/>
                </a:solidFill>
                <a:latin typeface="Apple SD Gothic Neo"/>
                <a:ea typeface="Apple SD Gothic Neo"/>
                <a:cs typeface="Apple SD Gothic Neo"/>
              </a:defRPr>
            </a:pPr>
            <a:r>
              <a:rPr sz="225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657225"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38" b="0">
                <a:solidFill>
                  <a:srgbClr val="657079"/>
                </a:solidFill>
                <a:latin typeface="Apple SD Gothic Neo"/>
                <a:ea typeface="Apple SD Gothic Neo"/>
                <a:cs typeface="Apple SD Gothic Neo"/>
              </a:defRPr>
            </a:pPr>
            <a:r>
              <a:rPr sz="1238"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name="via-role">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614362" y="1314450"/>
            <a:ext cx="1711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671512" y="2243138"/>
            <a:ext cx="10544175"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785812" y="2314575"/>
            <a:ext cx="103155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12530138" y="2243138"/>
            <a:ext cx="5143500"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12644438" y="2314575"/>
            <a:ext cx="4914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957262" y="3114675"/>
            <a:ext cx="977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58FAF"/>
                </a:solidFill>
                <a:latin typeface="Apple SD Gothic Neo"/>
                <a:ea typeface="Apple SD Gothic Neo"/>
                <a:cs typeface="Apple SD Gothic Neo"/>
              </a:defRPr>
            </a:pPr>
            <a:r>
              <a:rPr sz="2362"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957262" y="3686175"/>
            <a:ext cx="992981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543050" y="3843338"/>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543050" y="4271962"/>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목표와 조건, 정정 내용 파악</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543050" y="4957762"/>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543050" y="5414962"/>
            <a:ext cx="92154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543050" y="5915025"/>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543050" y="6372225"/>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11215688" y="3971925"/>
            <a:ext cx="138588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11244262" y="4471988"/>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12387262" y="441483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12387262" y="447198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11244262" y="5757862"/>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11244262" y="570071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11244262" y="575786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11215688" y="5900738"/>
            <a:ext cx="1385888"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11215688" y="6243638"/>
            <a:ext cx="1385888"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12844462" y="3414712"/>
            <a:ext cx="4586288" cy="500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5144750" y="4029075"/>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508760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514475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12787312" y="45862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12787312" y="50434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5144750" y="5586412"/>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508760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514475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12744450" y="6157912"/>
            <a:ext cx="47720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600075" y="7086600"/>
            <a:ext cx="1707356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657225" y="7272338"/>
            <a:ext cx="16959262"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685800" y="7929562"/>
            <a:ext cx="18288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1">
                <a:solidFill>
                  <a:srgbClr val="657079"/>
                </a:solidFill>
                <a:latin typeface="Apple SD Gothic Neo"/>
                <a:ea typeface="Apple SD Gothic Neo"/>
                <a:cs typeface="Apple SD Gothic Neo"/>
              </a:defRPr>
            </a:pPr>
            <a:r>
              <a:rPr sz="2138"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2743200" y="7829550"/>
            <a:ext cx="55149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“이 표로 보고서 만들어줘.</a:t>
            </a:r>
          </a:p>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8329612" y="8286750"/>
            <a:ext cx="542925"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8772525" y="822960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8772525" y="828675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9158288" y="78295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11715750" y="7829550"/>
            <a:ext cx="5514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9158288" y="8386762"/>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11715750" y="8386762"/>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671512" y="9358312"/>
            <a:ext cx="16873538"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671512" y="9101138"/>
            <a:ext cx="16873538"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20262C"/>
                </a:solidFill>
                <a:latin typeface="Apple SD Gothic Neo"/>
                <a:ea typeface="Apple SD Gothic Neo"/>
                <a:cs typeface="Apple SD Gothic Neo"/>
              </a:defRPr>
            </a:pPr>
            <a:r>
              <a:rPr sz="2588"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671512"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name="project-necessity">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3</a:t>
            </a:r>
          </a:p>
        </p:txBody>
      </p:sp>
      <p:sp>
        <p:nvSpPr>
          <p:cNvPr id="1000" name="necessity-v7-frame-0">
            <a:extLst xmlns:a="http://schemas.openxmlformats.org/drawingml/2006/main">
              <a:ext uri="{FF2B5EF4-FFF2-40B4-BE49-F238E27FC236}">
                <a16:creationId xmlns:a16="http://schemas.microsoft.com/office/drawing/2014/main" id="{FC0BF294-337D-464D-BEF8-3C5A69E2A1A4}"/>
              </a:ext>
            </a:extLst>
          </p:cNvPr>
          <p:cNvSpPr>
            <a:spLocks xmlns:a="http://schemas.openxmlformats.org/drawingml/2006/main" noGrp="1"/>
          </p:cNvSpPr>
          <p:nvPr/>
        </p:nvSpPr>
        <p:spPr>
          <a:xfrm xmlns:a="http://schemas.openxmlformats.org/drawingml/2006/main">
            <a:off x="22860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1" name="necessity-v7-tab-0">
            <a:extLst xmlns:a="http://schemas.openxmlformats.org/drawingml/2006/main">
              <a:ext uri="{FF2B5EF4-FFF2-40B4-BE49-F238E27FC236}">
                <a16:creationId xmlns:a16="http://schemas.microsoft.com/office/drawing/2014/main" id="{4B263459-A8F1-4334-9264-5701B92C7787}"/>
              </a:ext>
            </a:extLst>
          </p:cNvPr>
          <p:cNvSpPr>
            <a:spLocks xmlns:a="http://schemas.openxmlformats.org/drawingml/2006/main" noGrp="1"/>
          </p:cNvSpPr>
          <p:nvPr/>
        </p:nvSpPr>
        <p:spPr>
          <a:xfrm xmlns:a="http://schemas.openxmlformats.org/drawingml/2006/main">
            <a:off x="57150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2" name="necessity-v7-tab-text-0">
            <a:extLst xmlns:a="http://schemas.openxmlformats.org/drawingml/2006/main">
              <a:ext uri="{FF2B5EF4-FFF2-40B4-BE49-F238E27FC236}">
                <a16:creationId xmlns:a16="http://schemas.microsoft.com/office/drawing/2014/main" id="{4C5A6A7E-3374-41E9-B387-7A6C40FE85F9}"/>
              </a:ext>
            </a:extLst>
          </p:cNvPr>
          <p:cNvSpPr>
            <a:spLocks xmlns:a="http://schemas.openxmlformats.org/drawingml/2006/main" noGrp="1"/>
          </p:cNvSpPr>
          <p:nvPr/>
        </p:nvSpPr>
        <p:spPr>
          <a:xfrm xmlns:a="http://schemas.openxmlformats.org/drawingml/2006/main">
            <a:off x="67151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의도에 맞는 정확한 처리 필요</a:t>
            </a:r>
          </a:p>
        </p:txBody>
      </p:sp>
      <p:sp>
        <p:nvSpPr>
          <p:cNvPr id="1003" name="necessity-v7-frame-1">
            <a:extLst xmlns:a="http://schemas.openxmlformats.org/drawingml/2006/main">
              <a:ext uri="{FF2B5EF4-FFF2-40B4-BE49-F238E27FC236}">
                <a16:creationId xmlns:a16="http://schemas.microsoft.com/office/drawing/2014/main" id="{CA8FCD03-0459-4702-99FE-AFA05D615BE3}"/>
              </a:ext>
            </a:extLst>
          </p:cNvPr>
          <p:cNvSpPr>
            <a:spLocks xmlns:a="http://schemas.openxmlformats.org/drawingml/2006/main" noGrp="1"/>
          </p:cNvSpPr>
          <p:nvPr/>
        </p:nvSpPr>
        <p:spPr>
          <a:xfrm xmlns:a="http://schemas.openxmlformats.org/drawingml/2006/main">
            <a:off x="6257925"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4" name="necessity-v7-tab-1">
            <a:extLst xmlns:a="http://schemas.openxmlformats.org/drawingml/2006/main">
              <a:ext uri="{FF2B5EF4-FFF2-40B4-BE49-F238E27FC236}">
                <a16:creationId xmlns:a16="http://schemas.microsoft.com/office/drawing/2014/main" id="{1F248CD0-8EC7-40AD-9F5F-765FAF558C5E}"/>
              </a:ext>
            </a:extLst>
          </p:cNvPr>
          <p:cNvSpPr>
            <a:spLocks xmlns:a="http://schemas.openxmlformats.org/drawingml/2006/main" noGrp="1"/>
          </p:cNvSpPr>
          <p:nvPr/>
        </p:nvSpPr>
        <p:spPr>
          <a:xfrm xmlns:a="http://schemas.openxmlformats.org/drawingml/2006/main">
            <a:off x="6600825"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5" name="necessity-v7-tab-text-1">
            <a:extLst xmlns:a="http://schemas.openxmlformats.org/drawingml/2006/main">
              <a:ext uri="{FF2B5EF4-FFF2-40B4-BE49-F238E27FC236}">
                <a16:creationId xmlns:a16="http://schemas.microsoft.com/office/drawing/2014/main" id="{1D67BE0D-62F9-4102-B79D-3327770347B0}"/>
              </a:ext>
            </a:extLst>
          </p:cNvPr>
          <p:cNvSpPr>
            <a:spLocks xmlns:a="http://schemas.openxmlformats.org/drawingml/2006/main" noGrp="1"/>
          </p:cNvSpPr>
          <p:nvPr/>
        </p:nvSpPr>
        <p:spPr>
          <a:xfrm xmlns:a="http://schemas.openxmlformats.org/drawingml/2006/main">
            <a:off x="6700838"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대화를 이어가는 빠른 처리 필요</a:t>
            </a:r>
          </a:p>
        </p:txBody>
      </p:sp>
      <p:sp>
        <p:nvSpPr>
          <p:cNvPr id="1006" name="necessity-v7-frame-2">
            <a:extLst xmlns:a="http://schemas.openxmlformats.org/drawingml/2006/main">
              <a:ext uri="{FF2B5EF4-FFF2-40B4-BE49-F238E27FC236}">
                <a16:creationId xmlns:a16="http://schemas.microsoft.com/office/drawing/2014/main" id="{C76E352C-EF75-4750-A727-B51A2EFA1875}"/>
              </a:ext>
            </a:extLst>
          </p:cNvPr>
          <p:cNvSpPr>
            <a:spLocks xmlns:a="http://schemas.openxmlformats.org/drawingml/2006/main" noGrp="1"/>
          </p:cNvSpPr>
          <p:nvPr/>
        </p:nvSpPr>
        <p:spPr>
          <a:xfrm xmlns:a="http://schemas.openxmlformats.org/drawingml/2006/main">
            <a:off x="1228725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7" name="necessity-v7-tab-2">
            <a:extLst xmlns:a="http://schemas.openxmlformats.org/drawingml/2006/main">
              <a:ext uri="{FF2B5EF4-FFF2-40B4-BE49-F238E27FC236}">
                <a16:creationId xmlns:a16="http://schemas.microsoft.com/office/drawing/2014/main" id="{AEF38FB8-D7DB-4313-B180-79337923E5FE}"/>
              </a:ext>
            </a:extLst>
          </p:cNvPr>
          <p:cNvSpPr>
            <a:spLocks xmlns:a="http://schemas.openxmlformats.org/drawingml/2006/main" noGrp="1"/>
          </p:cNvSpPr>
          <p:nvPr/>
        </p:nvSpPr>
        <p:spPr>
          <a:xfrm xmlns:a="http://schemas.openxmlformats.org/drawingml/2006/main">
            <a:off x="1263015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8" name="necessity-v7-tab-text-2">
            <a:extLst xmlns:a="http://schemas.openxmlformats.org/drawingml/2006/main">
              <a:ext uri="{FF2B5EF4-FFF2-40B4-BE49-F238E27FC236}">
                <a16:creationId xmlns:a16="http://schemas.microsoft.com/office/drawing/2014/main" id="{D752F9E4-653F-4DD9-B4A1-EDE57608E197}"/>
              </a:ext>
            </a:extLst>
          </p:cNvPr>
          <p:cNvSpPr>
            <a:spLocks xmlns:a="http://schemas.openxmlformats.org/drawingml/2006/main" noGrp="1"/>
          </p:cNvSpPr>
          <p:nvPr/>
        </p:nvSpPr>
        <p:spPr>
          <a:xfrm xmlns:a="http://schemas.openxmlformats.org/drawingml/2006/main">
            <a:off x="1273016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Agent 기술 발전에 대응 필요</a:t>
            </a:r>
          </a:p>
        </p:txBody>
      </p:sp>
      <p:sp>
        <p:nvSpPr>
          <p:cNvPr id="1009" name="necessity-v7-accuracy-heading-1">
            <a:extLst xmlns:a="http://schemas.openxmlformats.org/drawingml/2006/main">
              <a:ext uri="{FF2B5EF4-FFF2-40B4-BE49-F238E27FC236}">
                <a16:creationId xmlns:a16="http://schemas.microsoft.com/office/drawing/2014/main" id="{9E713DAB-C456-4763-A34A-637690E29ED6}"/>
              </a:ext>
            </a:extLst>
          </p:cNvPr>
          <p:cNvSpPr>
            <a:spLocks xmlns:a="http://schemas.openxmlformats.org/drawingml/2006/main" noGrp="1"/>
          </p:cNvSpPr>
          <p:nvPr/>
        </p:nvSpPr>
        <p:spPr>
          <a:xfrm xmlns:a="http://schemas.openxmlformats.org/drawingml/2006/main">
            <a:off x="41433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짧은 요청에도 여러 판단이 필요</a:t>
            </a:r>
          </a:p>
        </p:txBody>
      </p:sp>
      <p:sp>
        <p:nvSpPr>
          <p:cNvPr id="1010" name="necessity-v7-accuracy-desc-1">
            <a:extLst xmlns:a="http://schemas.openxmlformats.org/drawingml/2006/main">
              <a:ext uri="{FF2B5EF4-FFF2-40B4-BE49-F238E27FC236}">
                <a16:creationId xmlns:a16="http://schemas.microsoft.com/office/drawing/2014/main" id="{CACDB8CC-4A3B-46D4-BAF0-79892FFAB262}"/>
              </a:ext>
            </a:extLst>
          </p:cNvPr>
          <p:cNvSpPr>
            <a:spLocks xmlns:a="http://schemas.openxmlformats.org/drawingml/2006/main" noGrp="1"/>
          </p:cNvSpPr>
          <p:nvPr/>
        </p:nvSpPr>
        <p:spPr>
          <a:xfrm xmlns:a="http://schemas.openxmlformats.org/drawingml/2006/main">
            <a:off x="67151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화면과 대화, 진행 중인 Task를
함께 해석</a:t>
            </a:r>
          </a:p>
        </p:txBody>
      </p:sp>
      <p:sp>
        <p:nvSpPr>
          <p:cNvPr id="1011" name="necessity-v7-screen-label">
            <a:extLst xmlns:a="http://schemas.openxmlformats.org/drawingml/2006/main">
              <a:ext uri="{FF2B5EF4-FFF2-40B4-BE49-F238E27FC236}">
                <a16:creationId xmlns:a16="http://schemas.microsoft.com/office/drawing/2014/main" id="{C54FFCE3-C3F0-485F-998B-C18171DE5E5D}"/>
              </a:ext>
            </a:extLst>
          </p:cNvPr>
          <p:cNvSpPr>
            <a:spLocks xmlns:a="http://schemas.openxmlformats.org/drawingml/2006/main" noGrp="1"/>
          </p:cNvSpPr>
          <p:nvPr/>
        </p:nvSpPr>
        <p:spPr>
          <a:xfrm xmlns:a="http://schemas.openxmlformats.org/drawingml/2006/main">
            <a:off x="671512" y="3986212"/>
            <a:ext cx="1585912"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화면</a:t>
            </a:r>
          </a:p>
        </p:txBody>
      </p:sp>
      <p:sp>
        <p:nvSpPr>
          <p:cNvPr id="1012" name="necessity-v7-conversation-label">
            <a:extLst xmlns:a="http://schemas.openxmlformats.org/drawingml/2006/main">
              <a:ext uri="{FF2B5EF4-FFF2-40B4-BE49-F238E27FC236}">
                <a16:creationId xmlns:a16="http://schemas.microsoft.com/office/drawing/2014/main" id="{8F5F3459-D000-4948-BA5E-F757331030D6}"/>
              </a:ext>
            </a:extLst>
          </p:cNvPr>
          <p:cNvSpPr>
            <a:spLocks xmlns:a="http://schemas.openxmlformats.org/drawingml/2006/main" noGrp="1"/>
          </p:cNvSpPr>
          <p:nvPr/>
        </p:nvSpPr>
        <p:spPr>
          <a:xfrm xmlns:a="http://schemas.openxmlformats.org/drawingml/2006/main">
            <a:off x="2586038" y="3986212"/>
            <a:ext cx="3100388"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Conversation</a:t>
            </a:r>
          </a:p>
        </p:txBody>
      </p:sp>
      <p:sp>
        <p:nvSpPr>
          <p:cNvPr id="1013" name="necessity-v7-screen-evidence">
            <a:extLst xmlns:a="http://schemas.openxmlformats.org/drawingml/2006/main">
              <a:ext uri="{FF2B5EF4-FFF2-40B4-BE49-F238E27FC236}">
                <a16:creationId xmlns:a16="http://schemas.microsoft.com/office/drawing/2014/main" id="{D99F6DFA-22F4-4AFF-92A1-37E833ACCFA1}"/>
              </a:ext>
            </a:extLst>
          </p:cNvPr>
          <p:cNvSpPr>
            <a:spLocks xmlns:a="http://schemas.openxmlformats.org/drawingml/2006/main" noGrp="1"/>
          </p:cNvSpPr>
          <p:nvPr/>
        </p:nvSpPr>
        <p:spPr>
          <a:xfrm xmlns:a="http://schemas.openxmlformats.org/drawingml/2006/main">
            <a:off x="671512" y="4386262"/>
            <a:ext cx="1614488" cy="1042988"/>
          </a:xfrm>
          <a:prstGeom xmlns:a="http://schemas.openxmlformats.org/drawingml/2006/main" prst="roundRect">
            <a:avLst>
              <a:gd name="adj" fmla="val 4110"/>
            </a:avLst>
          </a:prstGeom>
          <a:solidFill xmlns:a="http://schemas.openxmlformats.org/drawingml/2006/main">
            <a:srgbClr val="FFFFFF"/>
          </a:solidFill>
          <a:ln xmlns:a="http://schemas.openxmlformats.org/drawingml/2006/main" w="14288">
            <a:solidFill>
              <a:srgbClr val="AEBBC8"/>
            </a:solidFill>
            <a:prstDash val="solid"/>
          </a:ln>
        </p:spPr>
      </p:sp>
      <p:sp>
        <p:nvSpPr>
          <p:cNvPr id="1014" name="necessity-v7-screen-titlebar">
            <a:extLst xmlns:a="http://schemas.openxmlformats.org/drawingml/2006/main">
              <a:ext uri="{FF2B5EF4-FFF2-40B4-BE49-F238E27FC236}">
                <a16:creationId xmlns:a16="http://schemas.microsoft.com/office/drawing/2014/main" id="{7A2CAE18-E637-4F15-9005-74083D50E503}"/>
              </a:ext>
            </a:extLst>
          </p:cNvPr>
          <p:cNvSpPr>
            <a:spLocks xmlns:a="http://schemas.openxmlformats.org/drawingml/2006/main" noGrp="1"/>
          </p:cNvSpPr>
          <p:nvPr/>
        </p:nvSpPr>
        <p:spPr>
          <a:xfrm xmlns:a="http://schemas.openxmlformats.org/drawingml/2006/main">
            <a:off x="671512" y="4386262"/>
            <a:ext cx="1614488" cy="1714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15" name="necessity-v7-table-grid-h-1">
            <a:extLst xmlns:a="http://schemas.openxmlformats.org/drawingml/2006/main">
              <a:ext uri="{FF2B5EF4-FFF2-40B4-BE49-F238E27FC236}">
                <a16:creationId xmlns:a16="http://schemas.microsoft.com/office/drawing/2014/main" id="{CDDE4B5A-0F83-4199-A022-CC8981034A16}"/>
              </a:ext>
            </a:extLst>
          </p:cNvPr>
          <p:cNvSpPr>
            <a:spLocks xmlns:a="http://schemas.openxmlformats.org/drawingml/2006/main" noGrp="1"/>
          </p:cNvSpPr>
          <p:nvPr/>
        </p:nvSpPr>
        <p:spPr>
          <a:xfrm xmlns:a="http://schemas.openxmlformats.org/drawingml/2006/main">
            <a:off x="814388" y="4714875"/>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6" name="necessity-v7-table-grid-h-2">
            <a:extLst xmlns:a="http://schemas.openxmlformats.org/drawingml/2006/main">
              <a:ext uri="{FF2B5EF4-FFF2-40B4-BE49-F238E27FC236}">
                <a16:creationId xmlns:a16="http://schemas.microsoft.com/office/drawing/2014/main" id="{59D72349-605F-4F77-8107-82381B576ACF}"/>
              </a:ext>
            </a:extLst>
          </p:cNvPr>
          <p:cNvSpPr>
            <a:spLocks xmlns:a="http://schemas.openxmlformats.org/drawingml/2006/main" noGrp="1"/>
          </p:cNvSpPr>
          <p:nvPr/>
        </p:nvSpPr>
        <p:spPr>
          <a:xfrm xmlns:a="http://schemas.openxmlformats.org/drawingml/2006/main">
            <a:off x="814388" y="4914900"/>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7" name="necessity-v7-table-grid-v">
            <a:extLst xmlns:a="http://schemas.openxmlformats.org/drawingml/2006/main">
              <a:ext uri="{FF2B5EF4-FFF2-40B4-BE49-F238E27FC236}">
                <a16:creationId xmlns:a16="http://schemas.microsoft.com/office/drawing/2014/main" id="{B52831AA-93C9-4656-9FBB-8819C79D7D33}"/>
              </a:ext>
            </a:extLst>
          </p:cNvPr>
          <p:cNvSpPr>
            <a:spLocks xmlns:a="http://schemas.openxmlformats.org/drawingml/2006/main" noGrp="1"/>
          </p:cNvSpPr>
          <p:nvPr/>
        </p:nvSpPr>
        <p:spPr>
          <a:xfrm xmlns:a="http://schemas.openxmlformats.org/drawingml/2006/main">
            <a:off x="1371600" y="4600575"/>
            <a:ext cx="0" cy="700088"/>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8" name="necessity-v7-selected-table">
            <a:extLst xmlns:a="http://schemas.openxmlformats.org/drawingml/2006/main">
              <a:ext uri="{FF2B5EF4-FFF2-40B4-BE49-F238E27FC236}">
                <a16:creationId xmlns:a16="http://schemas.microsoft.com/office/drawing/2014/main" id="{D7AF5EA7-B61E-4CF9-B90C-90FEDA65C511}"/>
              </a:ext>
            </a:extLst>
          </p:cNvPr>
          <p:cNvSpPr>
            <a:spLocks xmlns:a="http://schemas.openxmlformats.org/drawingml/2006/main" noGrp="1"/>
          </p:cNvSpPr>
          <p:nvPr/>
        </p:nvSpPr>
        <p:spPr>
          <a:xfrm xmlns:a="http://schemas.openxmlformats.org/drawingml/2006/main">
            <a:off x="785812" y="4943475"/>
            <a:ext cx="1385888" cy="371475"/>
          </a:xfrm>
          <a:prstGeom xmlns:a="http://schemas.openxmlformats.org/drawingml/2006/main" prst="rect">
            <a:avLst/>
          </a:prstGeom>
          <a:solidFill xmlns:a="http://schemas.openxmlformats.org/drawingml/2006/main">
            <a:srgbClr val="E7F3F8"/>
          </a:solidFill>
          <a:ln xmlns:a="http://schemas.openxmlformats.org/drawingml/2006/main" w="20002">
            <a:solidFill>
              <a:srgbClr val="218FAF"/>
            </a:solidFill>
            <a:prstDash val="solid"/>
          </a:ln>
        </p:spPr>
      </p:sp>
      <p:sp>
        <p:nvSpPr>
          <p:cNvPr id="1019" name="necessity-v7-selected-table-label">
            <a:extLst xmlns:a="http://schemas.openxmlformats.org/drawingml/2006/main">
              <a:ext uri="{FF2B5EF4-FFF2-40B4-BE49-F238E27FC236}">
                <a16:creationId xmlns:a16="http://schemas.microsoft.com/office/drawing/2014/main" id="{50A02D1A-6A2D-49F5-86D5-F7D1F564219A}"/>
              </a:ext>
            </a:extLst>
          </p:cNvPr>
          <p:cNvSpPr>
            <a:spLocks xmlns:a="http://schemas.openxmlformats.org/drawingml/2006/main" noGrp="1"/>
          </p:cNvSpPr>
          <p:nvPr/>
        </p:nvSpPr>
        <p:spPr>
          <a:xfrm xmlns:a="http://schemas.openxmlformats.org/drawingml/2006/main">
            <a:off x="814388" y="4957762"/>
            <a:ext cx="13287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선택한 표</a:t>
            </a:r>
          </a:p>
        </p:txBody>
      </p:sp>
      <p:sp>
        <p:nvSpPr>
          <p:cNvPr id="1020" name="necessity-v7-previous-request">
            <a:extLst xmlns:a="http://schemas.openxmlformats.org/drawingml/2006/main">
              <a:ext uri="{FF2B5EF4-FFF2-40B4-BE49-F238E27FC236}">
                <a16:creationId xmlns:a16="http://schemas.microsoft.com/office/drawing/2014/main" id="{436931CA-1B56-4A73-B7C5-944C45C14686}"/>
              </a:ext>
            </a:extLst>
          </p:cNvPr>
          <p:cNvSpPr>
            <a:spLocks xmlns:a="http://schemas.openxmlformats.org/drawingml/2006/main" noGrp="1"/>
          </p:cNvSpPr>
          <p:nvPr/>
        </p:nvSpPr>
        <p:spPr>
          <a:xfrm xmlns:a="http://schemas.openxmlformats.org/drawingml/2006/main">
            <a:off x="2586038" y="4386262"/>
            <a:ext cx="3100388"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“보고서는 PDF로,</a:t>
            </a:r>
          </a:p>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메일은 결론으로 초안만”</a:t>
            </a:r>
          </a:p>
        </p:txBody>
      </p:sp>
      <p:sp>
        <p:nvSpPr>
          <p:cNvPr id="1021" name="necessity-v7-correction">
            <a:extLst xmlns:a="http://schemas.openxmlformats.org/drawingml/2006/main">
              <a:ext uri="{FF2B5EF4-FFF2-40B4-BE49-F238E27FC236}">
                <a16:creationId xmlns:a16="http://schemas.microsoft.com/office/drawing/2014/main" id="{8E3342E3-2074-4F1A-BD01-FED042991145}"/>
              </a:ext>
            </a:extLst>
          </p:cNvPr>
          <p:cNvSpPr>
            <a:spLocks xmlns:a="http://schemas.openxmlformats.org/drawingml/2006/main" noGrp="1"/>
          </p:cNvSpPr>
          <p:nvPr/>
        </p:nvSpPr>
        <p:spPr>
          <a:xfrm xmlns:a="http://schemas.openxmlformats.org/drawingml/2006/main">
            <a:off x="1000125" y="5572125"/>
            <a:ext cx="4600575" cy="4714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8FAF"/>
                </a:solidFill>
                <a:latin typeface="Apple SD Gothic Neo"/>
                <a:ea typeface="Apple SD Gothic Neo"/>
                <a:cs typeface="Apple SD Gothic Neo"/>
              </a:defRPr>
            </a:pPr>
            <a:r>
              <a:rPr sz="2250" b="1">
                <a:solidFill>
                  <a:srgbClr val="218FAF"/>
                </a:solidFill>
                <a:latin typeface="Apple SD Gothic Neo"/>
                <a:ea typeface="Apple SD Gothic Neo"/>
                <a:cs typeface="Apple SD Gothic Neo"/>
              </a:rPr>
              <a:t>“메일에는 이 표를 넣어줘”</a:t>
            </a:r>
          </a:p>
        </p:txBody>
      </p:sp>
      <p:cxnSp>
        <p:nvCxnSpPr>
          <p:cNvPr id="1022" name=""/>
          <p:cNvCxnSpPr>
            <a:stCxn xmlns:a="http://schemas.openxmlformats.org/drawingml/2006/main" id="1013" idx="2"/>
            <a:endCxn xmlns:a="http://schemas.openxmlformats.org/drawingml/2006/main" id="1021" idx="1"/>
          </p:cNvCxnSpPr>
          <p:nvPr/>
        </p:nvCxnSpPr>
        <p:spPr>
          <a:xfrm xmlns:a="http://schemas.openxmlformats.org/drawingml/2006/main" flipH="1">
            <a:off x="1000125" y="5429250"/>
            <a:ext cx="478632" cy="378620"/>
          </a:xfrm>
          <a:prstGeom xmlns:a="http://schemas.openxmlformats.org/drawingml/2006/main" prst="straightConnector1">
            <a:avLst/>
          </a:prstGeom>
          <a:ln xmlns:a="http://schemas.openxmlformats.org/drawingml/2006/main" w="20002">
            <a:solidFill>
              <a:srgbClr val="218FAF"/>
            </a:solidFill>
            <a:prstDash val="dash"/>
          </a:ln>
        </p:spPr>
      </p:cxnSp>
      <p:sp>
        <p:nvSpPr>
          <p:cNvPr id="1023" name="necessity-v7-accuracy-heading-2">
            <a:extLst xmlns:a="http://schemas.openxmlformats.org/drawingml/2006/main">
              <a:ext uri="{FF2B5EF4-FFF2-40B4-BE49-F238E27FC236}">
                <a16:creationId xmlns:a16="http://schemas.microsoft.com/office/drawing/2014/main" id="{0E48B659-6E5E-4F2A-A3FE-E16D36A1716E}"/>
              </a:ext>
            </a:extLst>
          </p:cNvPr>
          <p:cNvSpPr>
            <a:spLocks xmlns:a="http://schemas.openxmlformats.org/drawingml/2006/main" noGrp="1"/>
          </p:cNvSpPr>
          <p:nvPr/>
        </p:nvSpPr>
        <p:spPr>
          <a:xfrm xmlns:a="http://schemas.openxmlformats.org/drawingml/2006/main">
            <a:off x="414338" y="6343650"/>
            <a:ext cx="534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정정 범위와 기존 조건을 함께 반영</a:t>
            </a:r>
          </a:p>
        </p:txBody>
      </p:sp>
      <p:sp>
        <p:nvSpPr>
          <p:cNvPr id="1024" name="necessity-v7-accuracy-desc-2">
            <a:extLst xmlns:a="http://schemas.openxmlformats.org/drawingml/2006/main">
              <a:ext uri="{FF2B5EF4-FFF2-40B4-BE49-F238E27FC236}">
                <a16:creationId xmlns:a16="http://schemas.microsoft.com/office/drawing/2014/main" id="{ED584EFD-21CE-40DD-8129-A8A928B17989}"/>
              </a:ext>
            </a:extLst>
          </p:cNvPr>
          <p:cNvSpPr>
            <a:spLocks xmlns:a="http://schemas.openxmlformats.org/drawingml/2006/main" noGrp="1"/>
          </p:cNvSpPr>
          <p:nvPr/>
        </p:nvSpPr>
        <p:spPr>
          <a:xfrm xmlns:a="http://schemas.openxmlformats.org/drawingml/2006/main">
            <a:off x="671512" y="6929438"/>
            <a:ext cx="5000625"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 내용은 바꾸고 다른 조건은 보존</a:t>
            </a:r>
          </a:p>
        </p:txBody>
      </p:sp>
      <p:graphicFrame>
        <p:nvGraphicFramePr>
          <p:cNvPr id="1025" name=""/>
          <p:cNvGraphicFramePr/>
          <p:nvPr/>
        </p:nvGraphicFramePr>
        <p:xfrm>
          <a:off xmlns:a="http://schemas.openxmlformats.org/drawingml/2006/main" x="628650" y="7400925"/>
          <a:ext xmlns:a="http://schemas.openxmlformats.org/drawingml/2006/main" cx="5000625" cy="1571625"/>
        </p:xfrm>
        <a:graphic xmlns:a="http://schemas.openxmlformats.org/drawingml/2006/main">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r>
                        <a:rPr sz="1857" b="1">
                          <a:solidFill>
                            <a:srgbClr val="171B20"/>
                          </a:solidFill>
                          <a:latin typeface="Apple SD Gothic Neo"/>
                          <a:ea typeface="Apple SD Gothic Neo"/>
                          <a:cs typeface="Apple SD Gothic Neo"/>
                        </a:rPr>
                        <a:t>항목</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전</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후</a:t>
                      </a:r>
                    </a:p>
                  </a:txBody>
                  <a:tcPr marL="42862" marR="42862" marT="28575" marB="28575" anchor="ctr">
                    <a:solidFill>
                      <a:srgbClr val="F2F4F6"/>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내용</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결론</a:t>
                      </a:r>
                    </a:p>
                  </a:txBody>
                  <a:tcPr marL="42862" marR="42862" marT="28575" marB="28575" anchor="ctr">
                    <a:solidFill>
                      <a:srgbClr val="FFFFFF"/>
                    </a:solidFill>
                  </a:tcPr>
                </a:tc>
                <a:tc>
                  <a:txBody>
                    <a:bodyPr lIns="42862" tIns="28575" rIns="42862" bIns="28575">
                      <a:noAutofit/>
                    </a:bodyPr>
                    <a:lstStyle/>
                    <a:p>
                      <a:pPr algn="ctr"/>
                      <a:r>
                        <a:rPr sz="1857" b="1">
                          <a:solidFill>
                            <a:srgbClr val="218FAF"/>
                          </a:solidFill>
                          <a:latin typeface="Apple SD Gothic Neo"/>
                          <a:ea typeface="Apple SD Gothic Neo"/>
                          <a:cs typeface="Apple SD Gothic Neo"/>
                        </a:rPr>
                        <a:t>선택한 표</a:t>
                      </a:r>
                    </a:p>
                  </a:txBody>
                  <a:tcPr marL="42862" marR="42862" marT="28575" marB="28575" anchor="ctr">
                    <a:solidFill>
                      <a:srgbClr val="E7F3F8"/>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형식</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PDF</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PDF 유지</a:t>
                      </a:r>
                    </a:p>
                  </a:txBody>
                  <a:tcPr marL="42862" marR="42862" marT="28575" marB="28575" anchor="ctr">
                    <a:solidFill>
                      <a:srgbClr val="EAF3E2"/>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처리</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초안만</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초안만 유지</a:t>
                      </a:r>
                    </a:p>
                  </a:txBody>
                  <a:tcPr marL="42862" marR="42862" marT="28575" marB="28575" anchor="ctr">
                    <a:solidFill>
                      <a:srgbClr val="EAF3E2"/>
                    </a:solidFill>
                  </a:tcPr>
                </a:tc>
              </a:tr>
            </a:tbl>
          </a:graphicData>
        </a:graphic>
      </p:graphicFrame>
      <p:sp>
        <p:nvSpPr>
          <p:cNvPr id="1026" name="necessity-v7-accuracy-conclusion-green">
            <a:extLst xmlns:a="http://schemas.openxmlformats.org/drawingml/2006/main">
              <a:ext uri="{FF2B5EF4-FFF2-40B4-BE49-F238E27FC236}">
                <a16:creationId xmlns:a16="http://schemas.microsoft.com/office/drawing/2014/main" id="{5EB2E91E-BED0-4C66-A5F6-676A2E8B5B09}"/>
              </a:ext>
            </a:extLst>
          </p:cNvPr>
          <p:cNvSpPr>
            <a:spLocks xmlns:a="http://schemas.openxmlformats.org/drawingml/2006/main" noGrp="1"/>
          </p:cNvSpPr>
          <p:nvPr/>
        </p:nvSpPr>
        <p:spPr>
          <a:xfrm xmlns:a="http://schemas.openxmlformats.org/drawingml/2006/main">
            <a:off x="67151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27" name="necessity-v7-accuracy-conclusion">
            <a:extLst xmlns:a="http://schemas.openxmlformats.org/drawingml/2006/main">
              <a:ext uri="{FF2B5EF4-FFF2-40B4-BE49-F238E27FC236}">
                <a16:creationId xmlns:a16="http://schemas.microsoft.com/office/drawing/2014/main" id="{088C0EBF-D971-4D03-AED9-44BA5530AD9B}"/>
              </a:ext>
            </a:extLst>
          </p:cNvPr>
          <p:cNvSpPr>
            <a:spLocks xmlns:a="http://schemas.openxmlformats.org/drawingml/2006/main" noGrp="1"/>
          </p:cNvSpPr>
          <p:nvPr/>
        </p:nvSpPr>
        <p:spPr>
          <a:xfrm xmlns:a="http://schemas.openxmlformats.org/drawingml/2006/main">
            <a:off x="67151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바꿀 부분과 유지할 조건을 정확히 구분</a:t>
            </a:r>
          </a:p>
        </p:txBody>
      </p:sp>
      <p:sp>
        <p:nvSpPr>
          <p:cNvPr id="1028" name="necessity-v7-speed-heading-1">
            <a:extLst xmlns:a="http://schemas.openxmlformats.org/drawingml/2006/main">
              <a:ext uri="{FF2B5EF4-FFF2-40B4-BE49-F238E27FC236}">
                <a16:creationId xmlns:a16="http://schemas.microsoft.com/office/drawing/2014/main" id="{6D35BAB1-4856-4CAA-9A88-6F74073B467A}"/>
              </a:ext>
            </a:extLst>
          </p:cNvPr>
          <p:cNvSpPr>
            <a:spLocks xmlns:a="http://schemas.openxmlformats.org/drawingml/2006/main" noGrp="1"/>
          </p:cNvSpPr>
          <p:nvPr/>
        </p:nvSpPr>
        <p:spPr>
          <a:xfrm xmlns:a="http://schemas.openxmlformats.org/drawingml/2006/main">
            <a:off x="6443662"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업무 진행 중에도 대화는 계속됨</a:t>
            </a:r>
          </a:p>
        </p:txBody>
      </p:sp>
      <p:sp>
        <p:nvSpPr>
          <p:cNvPr id="1029" name="necessity-v7-speed-desc-1">
            <a:extLst xmlns:a="http://schemas.openxmlformats.org/drawingml/2006/main">
              <a:ext uri="{FF2B5EF4-FFF2-40B4-BE49-F238E27FC236}">
                <a16:creationId xmlns:a16="http://schemas.microsoft.com/office/drawing/2014/main" id="{055459E9-9284-432B-A9CD-54B755624B27}"/>
              </a:ext>
            </a:extLst>
          </p:cNvPr>
          <p:cNvSpPr>
            <a:spLocks xmlns:a="http://schemas.openxmlformats.org/drawingml/2006/main" noGrp="1"/>
          </p:cNvSpPr>
          <p:nvPr/>
        </p:nvSpPr>
        <p:spPr>
          <a:xfrm xmlns:a="http://schemas.openxmlformats.org/drawingml/2006/main">
            <a:off x="6700838"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새 발화와 Agent의 질문, 결과가
서로 다른 시점에 도착</a:t>
            </a:r>
          </a:p>
        </p:txBody>
      </p:sp>
      <p:sp>
        <p:nvSpPr>
          <p:cNvPr id="1030" name="necessity-v7-event-request">
            <a:extLst xmlns:a="http://schemas.openxmlformats.org/drawingml/2006/main">
              <a:ext uri="{FF2B5EF4-FFF2-40B4-BE49-F238E27FC236}">
                <a16:creationId xmlns:a16="http://schemas.microsoft.com/office/drawing/2014/main" id="{BAAC2C2A-D90E-422D-8364-2A927A3BB114}"/>
              </a:ext>
            </a:extLst>
          </p:cNvPr>
          <p:cNvSpPr>
            <a:spLocks xmlns:a="http://schemas.openxmlformats.org/drawingml/2006/main" noGrp="1"/>
          </p:cNvSpPr>
          <p:nvPr/>
        </p:nvSpPr>
        <p:spPr>
          <a:xfrm xmlns:a="http://schemas.openxmlformats.org/drawingml/2006/main">
            <a:off x="6972300"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업무 요청</a:t>
            </a:r>
          </a:p>
        </p:txBody>
      </p:sp>
      <p:sp>
        <p:nvSpPr>
          <p:cNvPr id="1031" name="necessity-v7-event-query">
            <a:extLst xmlns:a="http://schemas.openxmlformats.org/drawingml/2006/main">
              <a:ext uri="{FF2B5EF4-FFF2-40B4-BE49-F238E27FC236}">
                <a16:creationId xmlns:a16="http://schemas.microsoft.com/office/drawing/2014/main" id="{230E2869-D5FC-470E-BBE0-4548282E6E7D}"/>
              </a:ext>
            </a:extLst>
          </p:cNvPr>
          <p:cNvSpPr>
            <a:spLocks xmlns:a="http://schemas.openxmlformats.org/drawingml/2006/main" noGrp="1"/>
          </p:cNvSpPr>
          <p:nvPr/>
        </p:nvSpPr>
        <p:spPr>
          <a:xfrm xmlns:a="http://schemas.openxmlformats.org/drawingml/2006/main">
            <a:off x="8729662"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진행 확인</a:t>
            </a:r>
          </a:p>
        </p:txBody>
      </p:sp>
      <p:sp>
        <p:nvSpPr>
          <p:cNvPr id="1032" name="necessity-v7-event-result">
            <a:extLst xmlns:a="http://schemas.openxmlformats.org/drawingml/2006/main">
              <a:ext uri="{FF2B5EF4-FFF2-40B4-BE49-F238E27FC236}">
                <a16:creationId xmlns:a16="http://schemas.microsoft.com/office/drawing/2014/main" id="{D400CF83-3142-4E04-9A12-7799A1B6CC32}"/>
              </a:ext>
            </a:extLst>
          </p:cNvPr>
          <p:cNvSpPr>
            <a:spLocks xmlns:a="http://schemas.openxmlformats.org/drawingml/2006/main" noGrp="1"/>
          </p:cNvSpPr>
          <p:nvPr/>
        </p:nvSpPr>
        <p:spPr>
          <a:xfrm xmlns:a="http://schemas.openxmlformats.org/drawingml/2006/main">
            <a:off x="10086975"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결과 도착</a:t>
            </a:r>
          </a:p>
        </p:txBody>
      </p:sp>
      <p:sp>
        <p:nvSpPr>
          <p:cNvPr id="1033" name="necessity-v7-guide-request">
            <a:extLst xmlns:a="http://schemas.openxmlformats.org/drawingml/2006/main">
              <a:ext uri="{FF2B5EF4-FFF2-40B4-BE49-F238E27FC236}">
                <a16:creationId xmlns:a16="http://schemas.microsoft.com/office/drawing/2014/main" id="{096932ED-64FC-4B20-8C23-6B8CFC02AAC7}"/>
              </a:ext>
            </a:extLst>
          </p:cNvPr>
          <p:cNvSpPr>
            <a:spLocks xmlns:a="http://schemas.openxmlformats.org/drawingml/2006/main" noGrp="1"/>
          </p:cNvSpPr>
          <p:nvPr/>
        </p:nvSpPr>
        <p:spPr>
          <a:xfrm xmlns:a="http://schemas.openxmlformats.org/drawingml/2006/main">
            <a:off x="7558088"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4" name="necessity-v7-guide-query">
            <a:extLst xmlns:a="http://schemas.openxmlformats.org/drawingml/2006/main">
              <a:ext uri="{FF2B5EF4-FFF2-40B4-BE49-F238E27FC236}">
                <a16:creationId xmlns:a16="http://schemas.microsoft.com/office/drawing/2014/main" id="{AC895DC4-2FE8-4778-AF6D-3305B17A5DEF}"/>
              </a:ext>
            </a:extLst>
          </p:cNvPr>
          <p:cNvSpPr>
            <a:spLocks xmlns:a="http://schemas.openxmlformats.org/drawingml/2006/main" noGrp="1"/>
          </p:cNvSpPr>
          <p:nvPr/>
        </p:nvSpPr>
        <p:spPr>
          <a:xfrm xmlns:a="http://schemas.openxmlformats.org/drawingml/2006/main">
            <a:off x="9315450"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5" name="necessity-v7-guide-result">
            <a:extLst xmlns:a="http://schemas.openxmlformats.org/drawingml/2006/main">
              <a:ext uri="{FF2B5EF4-FFF2-40B4-BE49-F238E27FC236}">
                <a16:creationId xmlns:a16="http://schemas.microsoft.com/office/drawing/2014/main" id="{ED3D8580-B3FC-4BAE-9984-ABADEA18E0A1}"/>
              </a:ext>
            </a:extLst>
          </p:cNvPr>
          <p:cNvSpPr>
            <a:spLocks xmlns:a="http://schemas.openxmlformats.org/drawingml/2006/main" noGrp="1"/>
          </p:cNvSpPr>
          <p:nvPr/>
        </p:nvSpPr>
        <p:spPr>
          <a:xfrm xmlns:a="http://schemas.openxmlformats.org/drawingml/2006/main">
            <a:off x="10672762"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6" name="necessity-v7-lane-user">
            <a:extLst xmlns:a="http://schemas.openxmlformats.org/drawingml/2006/main">
              <a:ext uri="{FF2B5EF4-FFF2-40B4-BE49-F238E27FC236}">
                <a16:creationId xmlns:a16="http://schemas.microsoft.com/office/drawing/2014/main" id="{E44072D5-689B-4FD7-99C1-B40BFA378EC3}"/>
              </a:ext>
            </a:extLst>
          </p:cNvPr>
          <p:cNvSpPr>
            <a:spLocks xmlns:a="http://schemas.openxmlformats.org/drawingml/2006/main" noGrp="1"/>
          </p:cNvSpPr>
          <p:nvPr/>
        </p:nvSpPr>
        <p:spPr>
          <a:xfrm xmlns:a="http://schemas.openxmlformats.org/drawingml/2006/main">
            <a:off x="6529388" y="4557712"/>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697783"/>
                </a:solidFill>
                <a:latin typeface="Apple SD Gothic Neo"/>
                <a:ea typeface="Apple SD Gothic Neo"/>
                <a:cs typeface="Apple SD Gothic Neo"/>
              </a:defRPr>
            </a:pPr>
            <a:r>
              <a:rPr sz="1912" b="1">
                <a:solidFill>
                  <a:srgbClr val="697783"/>
                </a:solidFill>
                <a:latin typeface="Apple SD Gothic Neo"/>
                <a:ea typeface="Apple SD Gothic Neo"/>
                <a:cs typeface="Apple SD Gothic Neo"/>
              </a:rPr>
              <a:t>사용자</a:t>
            </a:r>
          </a:p>
        </p:txBody>
      </p:sp>
      <p:sp>
        <p:nvSpPr>
          <p:cNvPr id="1037" name="necessity-v7-lane-via">
            <a:extLst xmlns:a="http://schemas.openxmlformats.org/drawingml/2006/main">
              <a:ext uri="{FF2B5EF4-FFF2-40B4-BE49-F238E27FC236}">
                <a16:creationId xmlns:a16="http://schemas.microsoft.com/office/drawing/2014/main" id="{00DAA73D-DAD7-4873-A907-998FB2FA9A7D}"/>
              </a:ext>
            </a:extLst>
          </p:cNvPr>
          <p:cNvSpPr>
            <a:spLocks xmlns:a="http://schemas.openxmlformats.org/drawingml/2006/main" noGrp="1"/>
          </p:cNvSpPr>
          <p:nvPr/>
        </p:nvSpPr>
        <p:spPr>
          <a:xfrm xmlns:a="http://schemas.openxmlformats.org/drawingml/2006/main">
            <a:off x="6529388" y="5214938"/>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218FAF"/>
                </a:solidFill>
                <a:latin typeface="Apple SD Gothic Neo"/>
                <a:ea typeface="Apple SD Gothic Neo"/>
                <a:cs typeface="Apple SD Gothic Neo"/>
              </a:defRPr>
            </a:pPr>
            <a:r>
              <a:rPr sz="1912" b="1">
                <a:solidFill>
                  <a:srgbClr val="218FAF"/>
                </a:solidFill>
                <a:latin typeface="Apple SD Gothic Neo"/>
                <a:ea typeface="Apple SD Gothic Neo"/>
                <a:cs typeface="Apple SD Gothic Neo"/>
              </a:rPr>
              <a:t>VIA</a:t>
            </a:r>
          </a:p>
        </p:txBody>
      </p:sp>
      <p:sp>
        <p:nvSpPr>
          <p:cNvPr id="1038" name="necessity-v7-lane-agent">
            <a:extLst xmlns:a="http://schemas.openxmlformats.org/drawingml/2006/main">
              <a:ext uri="{FF2B5EF4-FFF2-40B4-BE49-F238E27FC236}">
                <a16:creationId xmlns:a16="http://schemas.microsoft.com/office/drawing/2014/main" id="{1F99EF9A-1C8F-42AF-9027-E059609B0F47}"/>
              </a:ext>
            </a:extLst>
          </p:cNvPr>
          <p:cNvSpPr>
            <a:spLocks xmlns:a="http://schemas.openxmlformats.org/drawingml/2006/main" noGrp="1"/>
          </p:cNvSpPr>
          <p:nvPr/>
        </p:nvSpPr>
        <p:spPr>
          <a:xfrm xmlns:a="http://schemas.openxmlformats.org/drawingml/2006/main">
            <a:off x="6529388" y="5915025"/>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06255C"/>
                </a:solidFill>
                <a:latin typeface="Apple SD Gothic Neo"/>
                <a:ea typeface="Apple SD Gothic Neo"/>
                <a:cs typeface="Apple SD Gothic Neo"/>
              </a:defRPr>
            </a:pPr>
            <a:r>
              <a:rPr sz="1912" b="1">
                <a:solidFill>
                  <a:srgbClr val="06255C"/>
                </a:solidFill>
                <a:latin typeface="Apple SD Gothic Neo"/>
                <a:ea typeface="Apple SD Gothic Neo"/>
                <a:cs typeface="Apple SD Gothic Neo"/>
              </a:rPr>
              <a:t>Agent</a:t>
            </a:r>
          </a:p>
        </p:txBody>
      </p:sp>
      <p:sp>
        <p:nvSpPr>
          <p:cNvPr id="1039" name="necessity-v7-user-lane">
            <a:extLst xmlns:a="http://schemas.openxmlformats.org/drawingml/2006/main">
              <a:ext uri="{FF2B5EF4-FFF2-40B4-BE49-F238E27FC236}">
                <a16:creationId xmlns:a16="http://schemas.microsoft.com/office/drawing/2014/main" id="{9B7071E6-A24A-4C6D-9748-E9EDB5F5803F}"/>
              </a:ext>
            </a:extLst>
          </p:cNvPr>
          <p:cNvSpPr>
            <a:spLocks xmlns:a="http://schemas.openxmlformats.org/drawingml/2006/main" noGrp="1"/>
          </p:cNvSpPr>
          <p:nvPr/>
        </p:nvSpPr>
        <p:spPr>
          <a:xfrm xmlns:a="http://schemas.openxmlformats.org/drawingml/2006/main">
            <a:off x="7558088" y="4729162"/>
            <a:ext cx="4286250" cy="0"/>
          </a:xfrm>
          <a:prstGeom xmlns:a="http://schemas.openxmlformats.org/drawingml/2006/main" prst="line">
            <a:avLst/>
          </a:prstGeom>
          <a:noFill xmlns:a="http://schemas.openxmlformats.org/drawingml/2006/main"/>
          <a:ln xmlns:a="http://schemas.openxmlformats.org/drawingml/2006/main" w="17145">
            <a:solidFill>
              <a:srgbClr val="AEBBC8"/>
            </a:solidFill>
            <a:prstDash val="solid"/>
          </a:ln>
        </p:spPr>
      </p:sp>
      <p:sp>
        <p:nvSpPr>
          <p:cNvPr id="1040" name="necessity-v7-user-request">
            <a:extLst xmlns:a="http://schemas.openxmlformats.org/drawingml/2006/main">
              <a:ext uri="{FF2B5EF4-FFF2-40B4-BE49-F238E27FC236}">
                <a16:creationId xmlns:a16="http://schemas.microsoft.com/office/drawing/2014/main" id="{1B735936-40F5-45EA-98E3-E121EA3B7213}"/>
              </a:ext>
            </a:extLst>
          </p:cNvPr>
          <p:cNvSpPr>
            <a:spLocks xmlns:a="http://schemas.openxmlformats.org/drawingml/2006/main" noGrp="1"/>
          </p:cNvSpPr>
          <p:nvPr/>
        </p:nvSpPr>
        <p:spPr>
          <a:xfrm xmlns:a="http://schemas.openxmlformats.org/drawingml/2006/main">
            <a:off x="7500938"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1" name="necessity-v7-user-query">
            <a:extLst xmlns:a="http://schemas.openxmlformats.org/drawingml/2006/main">
              <a:ext uri="{FF2B5EF4-FFF2-40B4-BE49-F238E27FC236}">
                <a16:creationId xmlns:a16="http://schemas.microsoft.com/office/drawing/2014/main" id="{D4CC6BCF-E84E-40DD-A33D-5437217A5E1B}"/>
              </a:ext>
            </a:extLst>
          </p:cNvPr>
          <p:cNvSpPr>
            <a:spLocks xmlns:a="http://schemas.openxmlformats.org/drawingml/2006/main" noGrp="1"/>
          </p:cNvSpPr>
          <p:nvPr/>
        </p:nvSpPr>
        <p:spPr>
          <a:xfrm xmlns:a="http://schemas.openxmlformats.org/drawingml/2006/main">
            <a:off x="9258300"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2" name="necessity-v7-user-result">
            <a:extLst xmlns:a="http://schemas.openxmlformats.org/drawingml/2006/main">
              <a:ext uri="{FF2B5EF4-FFF2-40B4-BE49-F238E27FC236}">
                <a16:creationId xmlns:a16="http://schemas.microsoft.com/office/drawing/2014/main" id="{CCE4E654-2E6D-4CAE-A5FD-A3605CD7694B}"/>
              </a:ext>
            </a:extLst>
          </p:cNvPr>
          <p:cNvSpPr>
            <a:spLocks xmlns:a="http://schemas.openxmlformats.org/drawingml/2006/main" noGrp="1"/>
          </p:cNvSpPr>
          <p:nvPr/>
        </p:nvSpPr>
        <p:spPr>
          <a:xfrm xmlns:a="http://schemas.openxmlformats.org/drawingml/2006/main">
            <a:off x="11701462"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3" name="necessity-v7-via-request-work">
            <a:extLst xmlns:a="http://schemas.openxmlformats.org/drawingml/2006/main">
              <a:ext uri="{FF2B5EF4-FFF2-40B4-BE49-F238E27FC236}">
                <a16:creationId xmlns:a16="http://schemas.microsoft.com/office/drawing/2014/main" id="{686F9E3E-3205-4C4B-BD5C-A70A870EE3E7}"/>
              </a:ext>
            </a:extLst>
          </p:cNvPr>
          <p:cNvSpPr>
            <a:spLocks xmlns:a="http://schemas.openxmlformats.org/drawingml/2006/main" noGrp="1"/>
          </p:cNvSpPr>
          <p:nvPr/>
        </p:nvSpPr>
        <p:spPr>
          <a:xfrm xmlns:a="http://schemas.openxmlformats.org/drawingml/2006/main">
            <a:off x="7443788" y="5214938"/>
            <a:ext cx="132873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4" name="necessity-v7-via-query-work">
            <a:extLst xmlns:a="http://schemas.openxmlformats.org/drawingml/2006/main">
              <a:ext uri="{FF2B5EF4-FFF2-40B4-BE49-F238E27FC236}">
                <a16:creationId xmlns:a16="http://schemas.microsoft.com/office/drawing/2014/main" id="{478E46BD-5478-4344-96B5-B9747E5A730E}"/>
              </a:ext>
            </a:extLst>
          </p:cNvPr>
          <p:cNvSpPr>
            <a:spLocks xmlns:a="http://schemas.openxmlformats.org/drawingml/2006/main" noGrp="1"/>
          </p:cNvSpPr>
          <p:nvPr/>
        </p:nvSpPr>
        <p:spPr>
          <a:xfrm xmlns:a="http://schemas.openxmlformats.org/drawingml/2006/main">
            <a:off x="8886825" y="5214938"/>
            <a:ext cx="1228725"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5" name="necessity-v7-via-result-work">
            <a:extLst xmlns:a="http://schemas.openxmlformats.org/drawingml/2006/main">
              <a:ext uri="{FF2B5EF4-FFF2-40B4-BE49-F238E27FC236}">
                <a16:creationId xmlns:a16="http://schemas.microsoft.com/office/drawing/2014/main" id="{6333A53C-1C2D-4DA6-92AE-BA1C86DDAA39}"/>
              </a:ext>
            </a:extLst>
          </p:cNvPr>
          <p:cNvSpPr>
            <a:spLocks xmlns:a="http://schemas.openxmlformats.org/drawingml/2006/main" noGrp="1"/>
          </p:cNvSpPr>
          <p:nvPr/>
        </p:nvSpPr>
        <p:spPr>
          <a:xfrm xmlns:a="http://schemas.openxmlformats.org/drawingml/2006/main">
            <a:off x="10672762" y="5214938"/>
            <a:ext cx="115728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6" name="necessity-v7-request-work-label">
            <a:extLst xmlns:a="http://schemas.openxmlformats.org/drawingml/2006/main">
              <a:ext uri="{FF2B5EF4-FFF2-40B4-BE49-F238E27FC236}">
                <a16:creationId xmlns:a16="http://schemas.microsoft.com/office/drawing/2014/main" id="{A12DDDB1-EF02-4F16-B3BC-349D18FD2ECA}"/>
              </a:ext>
            </a:extLst>
          </p:cNvPr>
          <p:cNvSpPr>
            <a:spLocks xmlns:a="http://schemas.openxmlformats.org/drawingml/2006/main" noGrp="1"/>
          </p:cNvSpPr>
          <p:nvPr/>
        </p:nvSpPr>
        <p:spPr>
          <a:xfrm xmlns:a="http://schemas.openxmlformats.org/drawingml/2006/main">
            <a:off x="7443788" y="5229225"/>
            <a:ext cx="132873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해석과 위임</a:t>
            </a:r>
          </a:p>
        </p:txBody>
      </p:sp>
      <p:sp>
        <p:nvSpPr>
          <p:cNvPr id="1047" name="necessity-v7-query-work-label">
            <a:extLst xmlns:a="http://schemas.openxmlformats.org/drawingml/2006/main">
              <a:ext uri="{FF2B5EF4-FFF2-40B4-BE49-F238E27FC236}">
                <a16:creationId xmlns:a16="http://schemas.microsoft.com/office/drawing/2014/main" id="{647FA020-1E01-47BB-9921-272A1699DEDB}"/>
              </a:ext>
            </a:extLst>
          </p:cNvPr>
          <p:cNvSpPr>
            <a:spLocks xmlns:a="http://schemas.openxmlformats.org/drawingml/2006/main" noGrp="1"/>
          </p:cNvSpPr>
          <p:nvPr/>
        </p:nvSpPr>
        <p:spPr>
          <a:xfrm xmlns:a="http://schemas.openxmlformats.org/drawingml/2006/main">
            <a:off x="8886825" y="5229225"/>
            <a:ext cx="12287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상태 안내</a:t>
            </a:r>
          </a:p>
        </p:txBody>
      </p:sp>
      <p:sp>
        <p:nvSpPr>
          <p:cNvPr id="1048" name="necessity-v7-result-work-label">
            <a:extLst xmlns:a="http://schemas.openxmlformats.org/drawingml/2006/main">
              <a:ext uri="{FF2B5EF4-FFF2-40B4-BE49-F238E27FC236}">
                <a16:creationId xmlns:a16="http://schemas.microsoft.com/office/drawing/2014/main" id="{F3F8406A-A1AB-4F9D-9D3F-0FE2E1C35FC8}"/>
              </a:ext>
            </a:extLst>
          </p:cNvPr>
          <p:cNvSpPr>
            <a:spLocks xmlns:a="http://schemas.openxmlformats.org/drawingml/2006/main" noGrp="1"/>
          </p:cNvSpPr>
          <p:nvPr/>
        </p:nvSpPr>
        <p:spPr>
          <a:xfrm xmlns:a="http://schemas.openxmlformats.org/drawingml/2006/main">
            <a:off x="10672762" y="5229225"/>
            <a:ext cx="115728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결과 전달</a:t>
            </a:r>
          </a:p>
        </p:txBody>
      </p:sp>
      <p:sp>
        <p:nvSpPr>
          <p:cNvPr id="1049" name="necessity-v7-agent-running-work">
            <a:extLst xmlns:a="http://schemas.openxmlformats.org/drawingml/2006/main">
              <a:ext uri="{FF2B5EF4-FFF2-40B4-BE49-F238E27FC236}">
                <a16:creationId xmlns:a16="http://schemas.microsoft.com/office/drawing/2014/main" id="{94335B9B-CB6E-4BA0-844E-E0F22E254EB3}"/>
              </a:ext>
            </a:extLst>
          </p:cNvPr>
          <p:cNvSpPr>
            <a:spLocks xmlns:a="http://schemas.openxmlformats.org/drawingml/2006/main" noGrp="1"/>
          </p:cNvSpPr>
          <p:nvPr/>
        </p:nvSpPr>
        <p:spPr>
          <a:xfrm xmlns:a="http://schemas.openxmlformats.org/drawingml/2006/main">
            <a:off x="8672512" y="5957888"/>
            <a:ext cx="2000250" cy="385762"/>
          </a:xfrm>
          <a:prstGeom xmlns:a="http://schemas.openxmlformats.org/drawingml/2006/main" prst="roundRect">
            <a:avLst>
              <a:gd name="adj" fmla="val 11111"/>
            </a:avLst>
          </a:prstGeom>
          <a:solidFill xmlns:a="http://schemas.openxmlformats.org/drawingml/2006/main">
            <a:srgbClr val="06255C"/>
          </a:solidFill>
          <a:ln xmlns:a="http://schemas.openxmlformats.org/drawingml/2006/main" w="0">
            <a:noFill/>
            <a:prstDash val="solid"/>
          </a:ln>
        </p:spPr>
      </p:sp>
      <p:sp>
        <p:nvSpPr>
          <p:cNvPr id="1050" name="necessity-v7-agent-running-label">
            <a:extLst xmlns:a="http://schemas.openxmlformats.org/drawingml/2006/main">
              <a:ext uri="{FF2B5EF4-FFF2-40B4-BE49-F238E27FC236}">
                <a16:creationId xmlns:a16="http://schemas.microsoft.com/office/drawing/2014/main" id="{78F93CD1-63B7-4313-B433-B11D3FAA5CE9}"/>
              </a:ext>
            </a:extLst>
          </p:cNvPr>
          <p:cNvSpPr>
            <a:spLocks xmlns:a="http://schemas.openxmlformats.org/drawingml/2006/main" noGrp="1"/>
          </p:cNvSpPr>
          <p:nvPr/>
        </p:nvSpPr>
        <p:spPr>
          <a:xfrm xmlns:a="http://schemas.openxmlformats.org/drawingml/2006/main">
            <a:off x="8672512" y="5972175"/>
            <a:ext cx="200025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FFFFFF"/>
                </a:solidFill>
                <a:latin typeface="Apple SD Gothic Neo"/>
                <a:ea typeface="Apple SD Gothic Neo"/>
                <a:cs typeface="Apple SD Gothic Neo"/>
              </a:defRPr>
            </a:pPr>
            <a:r>
              <a:rPr sz="1857" b="1">
                <a:solidFill>
                  <a:srgbClr val="FFFFFF"/>
                </a:solidFill>
                <a:latin typeface="Apple SD Gothic Neo"/>
                <a:ea typeface="Apple SD Gothic Neo"/>
                <a:cs typeface="Apple SD Gothic Neo"/>
              </a:rPr>
              <a:t>보고서 작성</a:t>
            </a:r>
          </a:p>
        </p:txBody>
      </p:sp>
      <p:sp>
        <p:nvSpPr>
          <p:cNvPr id="1051" name="necessity-v7-via-request-in">
            <a:extLst xmlns:a="http://schemas.openxmlformats.org/drawingml/2006/main">
              <a:ext uri="{FF2B5EF4-FFF2-40B4-BE49-F238E27FC236}">
                <a16:creationId xmlns:a16="http://schemas.microsoft.com/office/drawing/2014/main" id="{B16159C5-2668-424D-A71F-BA42DB3ECFC9}"/>
              </a:ext>
            </a:extLst>
          </p:cNvPr>
          <p:cNvSpPr>
            <a:spLocks xmlns:a="http://schemas.openxmlformats.org/drawingml/2006/main" noGrp="1"/>
          </p:cNvSpPr>
          <p:nvPr/>
        </p:nvSpPr>
        <p:spPr>
          <a:xfrm xmlns:a="http://schemas.openxmlformats.org/drawingml/2006/main">
            <a:off x="7550944"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2" name=""/>
          <p:cNvCxnSpPr>
            <a:stCxn xmlns:a="http://schemas.openxmlformats.org/drawingml/2006/main" id="1040" idx="4"/>
            <a:endCxn xmlns:a="http://schemas.openxmlformats.org/drawingml/2006/main" id="1051" idx="0"/>
          </p:cNvCxnSpPr>
          <p:nvPr/>
        </p:nvCxnSpPr>
        <p:spPr>
          <a:xfrm xmlns:a="http://schemas.openxmlformats.org/drawingml/2006/main">
            <a:off x="7558088"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3" name="necessity-v7-via-query-in">
            <a:extLst xmlns:a="http://schemas.openxmlformats.org/drawingml/2006/main">
              <a:ext uri="{FF2B5EF4-FFF2-40B4-BE49-F238E27FC236}">
                <a16:creationId xmlns:a16="http://schemas.microsoft.com/office/drawing/2014/main" id="{7F2CBCB2-360F-412B-8143-E146816ED308}"/>
              </a:ext>
            </a:extLst>
          </p:cNvPr>
          <p:cNvSpPr>
            <a:spLocks xmlns:a="http://schemas.openxmlformats.org/drawingml/2006/main" noGrp="1"/>
          </p:cNvSpPr>
          <p:nvPr/>
        </p:nvSpPr>
        <p:spPr>
          <a:xfrm xmlns:a="http://schemas.openxmlformats.org/drawingml/2006/main">
            <a:off x="9308307"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4" name=""/>
          <p:cNvCxnSpPr>
            <a:stCxn xmlns:a="http://schemas.openxmlformats.org/drawingml/2006/main" id="1041" idx="4"/>
            <a:endCxn xmlns:a="http://schemas.openxmlformats.org/drawingml/2006/main" id="1053" idx="0"/>
          </p:cNvCxnSpPr>
          <p:nvPr/>
        </p:nvCxnSpPr>
        <p:spPr>
          <a:xfrm xmlns:a="http://schemas.openxmlformats.org/drawingml/2006/main">
            <a:off x="9315450"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5" name="necessity-v7-via-result-out">
            <a:extLst xmlns:a="http://schemas.openxmlformats.org/drawingml/2006/main">
              <a:ext uri="{FF2B5EF4-FFF2-40B4-BE49-F238E27FC236}">
                <a16:creationId xmlns:a16="http://schemas.microsoft.com/office/drawing/2014/main" id="{6447D944-FEF3-4C2D-BB7C-88778ECE1674}"/>
              </a:ext>
            </a:extLst>
          </p:cNvPr>
          <p:cNvSpPr>
            <a:spLocks xmlns:a="http://schemas.openxmlformats.org/drawingml/2006/main" noGrp="1"/>
          </p:cNvSpPr>
          <p:nvPr/>
        </p:nvSpPr>
        <p:spPr>
          <a:xfrm xmlns:a="http://schemas.openxmlformats.org/drawingml/2006/main">
            <a:off x="11751470"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6" name=""/>
          <p:cNvCxnSpPr>
            <a:stCxn xmlns:a="http://schemas.openxmlformats.org/drawingml/2006/main" id="1055" idx="0"/>
            <a:endCxn xmlns:a="http://schemas.openxmlformats.org/drawingml/2006/main" id="1042" idx="4"/>
          </p:cNvCxnSpPr>
          <p:nvPr/>
        </p:nvCxnSpPr>
        <p:spPr>
          <a:xfrm xmlns:a="http://schemas.openxmlformats.org/drawingml/2006/main" flipH="1" flipV="1">
            <a:off x="11758612"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7" name="necessity-v7-user-progress-reply">
            <a:extLst xmlns:a="http://schemas.openxmlformats.org/drawingml/2006/main">
              <a:ext uri="{FF2B5EF4-FFF2-40B4-BE49-F238E27FC236}">
                <a16:creationId xmlns:a16="http://schemas.microsoft.com/office/drawing/2014/main" id="{B0A57132-B939-46CA-AC9D-E67FCB2F0BEE}"/>
              </a:ext>
            </a:extLst>
          </p:cNvPr>
          <p:cNvSpPr>
            <a:spLocks xmlns:a="http://schemas.openxmlformats.org/drawingml/2006/main" noGrp="1"/>
          </p:cNvSpPr>
          <p:nvPr/>
        </p:nvSpPr>
        <p:spPr>
          <a:xfrm xmlns:a="http://schemas.openxmlformats.org/drawingml/2006/main">
            <a:off x="9915525"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58" name="necessity-v7-via-query-out">
            <a:extLst xmlns:a="http://schemas.openxmlformats.org/drawingml/2006/main">
              <a:ext uri="{FF2B5EF4-FFF2-40B4-BE49-F238E27FC236}">
                <a16:creationId xmlns:a16="http://schemas.microsoft.com/office/drawing/2014/main" id="{57CB692F-F742-4C86-94D5-8F2A0E7E4421}"/>
              </a:ext>
            </a:extLst>
          </p:cNvPr>
          <p:cNvSpPr>
            <a:spLocks xmlns:a="http://schemas.openxmlformats.org/drawingml/2006/main" noGrp="1"/>
          </p:cNvSpPr>
          <p:nvPr/>
        </p:nvSpPr>
        <p:spPr>
          <a:xfrm xmlns:a="http://schemas.openxmlformats.org/drawingml/2006/main">
            <a:off x="9965532"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9" name=""/>
          <p:cNvCxnSpPr>
            <a:stCxn xmlns:a="http://schemas.openxmlformats.org/drawingml/2006/main" id="1058" idx="0"/>
            <a:endCxn xmlns:a="http://schemas.openxmlformats.org/drawingml/2006/main" id="1057" idx="4"/>
          </p:cNvCxnSpPr>
          <p:nvPr/>
        </p:nvCxnSpPr>
        <p:spPr>
          <a:xfrm xmlns:a="http://schemas.openxmlformats.org/drawingml/2006/main" flipH="1" flipV="1">
            <a:off x="9972675"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60" name="necessity-v7-delegate-from">
            <a:extLst xmlns:a="http://schemas.openxmlformats.org/drawingml/2006/main">
              <a:ext uri="{FF2B5EF4-FFF2-40B4-BE49-F238E27FC236}">
                <a16:creationId xmlns:a16="http://schemas.microsoft.com/office/drawing/2014/main" id="{10D83ABE-E809-4E83-AC79-3797A17C4A49}"/>
              </a:ext>
            </a:extLst>
          </p:cNvPr>
          <p:cNvSpPr>
            <a:spLocks xmlns:a="http://schemas.openxmlformats.org/drawingml/2006/main" noGrp="1"/>
          </p:cNvSpPr>
          <p:nvPr/>
        </p:nvSpPr>
        <p:spPr>
          <a:xfrm xmlns:a="http://schemas.openxmlformats.org/drawingml/2006/main">
            <a:off x="866537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1" name="necessity-v7-delegate-to">
            <a:extLst xmlns:a="http://schemas.openxmlformats.org/drawingml/2006/main">
              <a:ext uri="{FF2B5EF4-FFF2-40B4-BE49-F238E27FC236}">
                <a16:creationId xmlns:a16="http://schemas.microsoft.com/office/drawing/2014/main" id="{3A024DE9-6035-45ED-ADB3-B6B8EA500F72}"/>
              </a:ext>
            </a:extLst>
          </p:cNvPr>
          <p:cNvSpPr>
            <a:spLocks xmlns:a="http://schemas.openxmlformats.org/drawingml/2006/main" noGrp="1"/>
          </p:cNvSpPr>
          <p:nvPr/>
        </p:nvSpPr>
        <p:spPr>
          <a:xfrm xmlns:a="http://schemas.openxmlformats.org/drawingml/2006/main">
            <a:off x="866537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2" name="necessity-v7-result-from">
            <a:extLst xmlns:a="http://schemas.openxmlformats.org/drawingml/2006/main">
              <a:ext uri="{FF2B5EF4-FFF2-40B4-BE49-F238E27FC236}">
                <a16:creationId xmlns:a16="http://schemas.microsoft.com/office/drawing/2014/main" id="{F540D682-D638-42F1-B638-2FD57FF3AF92}"/>
              </a:ext>
            </a:extLst>
          </p:cNvPr>
          <p:cNvSpPr>
            <a:spLocks xmlns:a="http://schemas.openxmlformats.org/drawingml/2006/main" noGrp="1"/>
          </p:cNvSpPr>
          <p:nvPr/>
        </p:nvSpPr>
        <p:spPr>
          <a:xfrm xmlns:a="http://schemas.openxmlformats.org/drawingml/2006/main">
            <a:off x="1066562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3" name="necessity-v7-result-to">
            <a:extLst xmlns:a="http://schemas.openxmlformats.org/drawingml/2006/main">
              <a:ext uri="{FF2B5EF4-FFF2-40B4-BE49-F238E27FC236}">
                <a16:creationId xmlns:a16="http://schemas.microsoft.com/office/drawing/2014/main" id="{FAD98E1D-493A-4CD6-9483-730AA8B54B68}"/>
              </a:ext>
            </a:extLst>
          </p:cNvPr>
          <p:cNvSpPr>
            <a:spLocks xmlns:a="http://schemas.openxmlformats.org/drawingml/2006/main" noGrp="1"/>
          </p:cNvSpPr>
          <p:nvPr/>
        </p:nvSpPr>
        <p:spPr>
          <a:xfrm xmlns:a="http://schemas.openxmlformats.org/drawingml/2006/main">
            <a:off x="1066562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64" name=""/>
          <p:cNvCxnSpPr>
            <a:stCxn xmlns:a="http://schemas.openxmlformats.org/drawingml/2006/main" id="1060" idx="2"/>
            <a:endCxn xmlns:a="http://schemas.openxmlformats.org/drawingml/2006/main" id="1061" idx="0"/>
          </p:cNvCxnSpPr>
          <p:nvPr/>
        </p:nvCxnSpPr>
        <p:spPr>
          <a:xfrm xmlns:a="http://schemas.openxmlformats.org/drawingml/2006/main">
            <a:off x="867251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cxnSp>
        <p:nvCxnSpPr>
          <p:cNvPr id="1065" name=""/>
          <p:cNvCxnSpPr>
            <a:stCxn xmlns:a="http://schemas.openxmlformats.org/drawingml/2006/main" id="1062" idx="0"/>
            <a:endCxn xmlns:a="http://schemas.openxmlformats.org/drawingml/2006/main" id="1063" idx="2"/>
          </p:cNvCxnSpPr>
          <p:nvPr/>
        </p:nvCxnSpPr>
        <p:spPr>
          <a:xfrm xmlns:a="http://schemas.openxmlformats.org/drawingml/2006/main" flipV="1">
            <a:off x="1067276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sp>
        <p:nvSpPr>
          <p:cNvPr id="1066" name="necessity-v7-work-query-caption">
            <a:extLst xmlns:a="http://schemas.openxmlformats.org/drawingml/2006/main">
              <a:ext uri="{FF2B5EF4-FFF2-40B4-BE49-F238E27FC236}">
                <a16:creationId xmlns:a16="http://schemas.microsoft.com/office/drawing/2014/main" id="{9BF0F9DA-39A2-42FB-8736-631A71841F45}"/>
              </a:ext>
            </a:extLst>
          </p:cNvPr>
          <p:cNvSpPr>
            <a:spLocks xmlns:a="http://schemas.openxmlformats.org/drawingml/2006/main" noGrp="1"/>
          </p:cNvSpPr>
          <p:nvPr/>
        </p:nvSpPr>
        <p:spPr>
          <a:xfrm xmlns:a="http://schemas.openxmlformats.org/drawingml/2006/main">
            <a:off x="6629400" y="6572250"/>
            <a:ext cx="51006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진행 질문에 답하는 동안에도 업무는 계속</a:t>
            </a:r>
          </a:p>
        </p:txBody>
      </p:sp>
      <p:sp>
        <p:nvSpPr>
          <p:cNvPr id="1067" name="necessity-v7-speed-heading-2">
            <a:extLst xmlns:a="http://schemas.openxmlformats.org/drawingml/2006/main">
              <a:ext uri="{FF2B5EF4-FFF2-40B4-BE49-F238E27FC236}">
                <a16:creationId xmlns:a16="http://schemas.microsoft.com/office/drawing/2014/main" id="{807F0C52-39ED-422A-A249-980499250F47}"/>
              </a:ext>
            </a:extLst>
          </p:cNvPr>
          <p:cNvSpPr>
            <a:spLocks xmlns:a="http://schemas.openxmlformats.org/drawingml/2006/main" noGrp="1"/>
          </p:cNvSpPr>
          <p:nvPr/>
        </p:nvSpPr>
        <p:spPr>
          <a:xfrm xmlns:a="http://schemas.openxmlformats.org/drawingml/2006/main">
            <a:off x="6443662" y="7243762"/>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반응과 결과 전달까지 빠르게</a:t>
            </a:r>
          </a:p>
        </p:txBody>
      </p:sp>
      <p:sp>
        <p:nvSpPr>
          <p:cNvPr id="1068" name="necessity-v7-speed-desc-2">
            <a:extLst xmlns:a="http://schemas.openxmlformats.org/drawingml/2006/main">
              <a:ext uri="{FF2B5EF4-FFF2-40B4-BE49-F238E27FC236}">
                <a16:creationId xmlns:a16="http://schemas.microsoft.com/office/drawing/2014/main" id="{FA20A37A-CC0D-47F2-A555-6CDE64F67426}"/>
              </a:ext>
            </a:extLst>
          </p:cNvPr>
          <p:cNvSpPr>
            <a:spLocks xmlns:a="http://schemas.openxmlformats.org/drawingml/2006/main" noGrp="1"/>
          </p:cNvSpPr>
          <p:nvPr/>
        </p:nvSpPr>
        <p:spPr>
          <a:xfrm xmlns:a="http://schemas.openxmlformats.org/drawingml/2006/main">
            <a:off x="6700838" y="78152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입력에 반응하고 준비된 결과를
전달하는 VIA 처리시간을 줄여야 함</a:t>
            </a:r>
          </a:p>
        </p:txBody>
      </p:sp>
      <p:sp>
        <p:nvSpPr>
          <p:cNvPr id="1069" name="necessity-v7-external-cost-distinction">
            <a:extLst xmlns:a="http://schemas.openxmlformats.org/drawingml/2006/main">
              <a:ext uri="{FF2B5EF4-FFF2-40B4-BE49-F238E27FC236}">
                <a16:creationId xmlns:a16="http://schemas.microsoft.com/office/drawing/2014/main" id="{AFE12C3F-B3A1-4838-BD63-9AF56A9FA9EB}"/>
              </a:ext>
            </a:extLst>
          </p:cNvPr>
          <p:cNvSpPr>
            <a:spLocks xmlns:a="http://schemas.openxmlformats.org/drawingml/2006/main" noGrp="1"/>
          </p:cNvSpPr>
          <p:nvPr/>
        </p:nvSpPr>
        <p:spPr>
          <a:xfrm xmlns:a="http://schemas.openxmlformats.org/drawingml/2006/main">
            <a:off x="6700838" y="8672512"/>
            <a:ext cx="50006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실제 업무 실행시간과 VIA 처리시간을 구분</a:t>
            </a:r>
          </a:p>
        </p:txBody>
      </p:sp>
      <p:sp>
        <p:nvSpPr>
          <p:cNvPr id="1070" name="necessity-v7-speed-conclusion-green">
            <a:extLst xmlns:a="http://schemas.openxmlformats.org/drawingml/2006/main">
              <a:ext uri="{FF2B5EF4-FFF2-40B4-BE49-F238E27FC236}">
                <a16:creationId xmlns:a16="http://schemas.microsoft.com/office/drawing/2014/main" id="{73C760FD-6514-4070-9ED1-B0FD5837C18E}"/>
              </a:ext>
            </a:extLst>
          </p:cNvPr>
          <p:cNvSpPr>
            <a:spLocks xmlns:a="http://schemas.openxmlformats.org/drawingml/2006/main" noGrp="1"/>
          </p:cNvSpPr>
          <p:nvPr/>
        </p:nvSpPr>
        <p:spPr>
          <a:xfrm xmlns:a="http://schemas.openxmlformats.org/drawingml/2006/main">
            <a:off x="6700838"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71" name="necessity-v7-speed-conclusion">
            <a:extLst xmlns:a="http://schemas.openxmlformats.org/drawingml/2006/main">
              <a:ext uri="{FF2B5EF4-FFF2-40B4-BE49-F238E27FC236}">
                <a16:creationId xmlns:a16="http://schemas.microsoft.com/office/drawing/2014/main" id="{FE4B9B11-39CB-47DB-BD27-0B1D903F02C6}"/>
              </a:ext>
            </a:extLst>
          </p:cNvPr>
          <p:cNvSpPr>
            <a:spLocks xmlns:a="http://schemas.openxmlformats.org/drawingml/2006/main" noGrp="1"/>
          </p:cNvSpPr>
          <p:nvPr/>
        </p:nvSpPr>
        <p:spPr>
          <a:xfrm xmlns:a="http://schemas.openxmlformats.org/drawingml/2006/main">
            <a:off x="6700838"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VIA 처리시간을 줄여 대화 흐름 유지</a:t>
            </a:r>
          </a:p>
        </p:txBody>
      </p:sp>
      <p:sp>
        <p:nvSpPr>
          <p:cNvPr id="1072" name="necessity-v7-change-heading-1">
            <a:extLst xmlns:a="http://schemas.openxmlformats.org/drawingml/2006/main">
              <a:ext uri="{FF2B5EF4-FFF2-40B4-BE49-F238E27FC236}">
                <a16:creationId xmlns:a16="http://schemas.microsoft.com/office/drawing/2014/main" id="{E89318EF-F55E-4648-A496-AD0441FA92BB}"/>
              </a:ext>
            </a:extLst>
          </p:cNvPr>
          <p:cNvSpPr>
            <a:spLocks xmlns:a="http://schemas.openxmlformats.org/drawingml/2006/main" noGrp="1"/>
          </p:cNvSpPr>
          <p:nvPr/>
        </p:nvSpPr>
        <p:spPr>
          <a:xfrm xmlns:a="http://schemas.openxmlformats.org/drawingml/2006/main">
            <a:off x="1247298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VIA 내부의 Agent 기술도 발전</a:t>
            </a:r>
          </a:p>
        </p:txBody>
      </p:sp>
      <p:sp>
        <p:nvSpPr>
          <p:cNvPr id="1073" name="necessity-v7-change-desc-1">
            <a:extLst xmlns:a="http://schemas.openxmlformats.org/drawingml/2006/main">
              <a:ext uri="{FF2B5EF4-FFF2-40B4-BE49-F238E27FC236}">
                <a16:creationId xmlns:a16="http://schemas.microsoft.com/office/drawing/2014/main" id="{C474007C-BA48-4456-B8C1-020D23BC176B}"/>
              </a:ext>
            </a:extLst>
          </p:cNvPr>
          <p:cNvSpPr>
            <a:spLocks xmlns:a="http://schemas.openxmlformats.org/drawingml/2006/main" noGrp="1"/>
          </p:cNvSpPr>
          <p:nvPr/>
        </p:nvSpPr>
        <p:spPr>
          <a:xfrm xmlns:a="http://schemas.openxmlformats.org/drawingml/2006/main">
            <a:off x="1273016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요청 이해와 기억, Context,
상호작용 방식의 변화를 수용</a:t>
            </a:r>
          </a:p>
        </p:txBody>
      </p:sp>
      <p:sp>
        <p:nvSpPr>
          <p:cNvPr id="1074" name="necessity-v7-technology-scope-label">
            <a:extLst xmlns:a="http://schemas.openxmlformats.org/drawingml/2006/main">
              <a:ext uri="{FF2B5EF4-FFF2-40B4-BE49-F238E27FC236}">
                <a16:creationId xmlns:a16="http://schemas.microsoft.com/office/drawing/2014/main" id="{E94C2921-D2C7-42BA-B630-9E4D107E3B19}"/>
              </a:ext>
            </a:extLst>
          </p:cNvPr>
          <p:cNvSpPr>
            <a:spLocks xmlns:a="http://schemas.openxmlformats.org/drawingml/2006/main" noGrp="1"/>
          </p:cNvSpPr>
          <p:nvPr/>
        </p:nvSpPr>
        <p:spPr>
          <a:xfrm xmlns:a="http://schemas.openxmlformats.org/drawingml/2006/main">
            <a:off x="12815888" y="4029075"/>
            <a:ext cx="4914900"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06255C"/>
                </a:solidFill>
                <a:latin typeface="Apple SD Gothic Neo"/>
                <a:ea typeface="Apple SD Gothic Neo"/>
                <a:cs typeface="Apple SD Gothic Neo"/>
              </a:defRPr>
            </a:pPr>
            <a:r>
              <a:rPr sz="2362" b="1">
                <a:solidFill>
                  <a:srgbClr val="06255C"/>
                </a:solidFill>
                <a:latin typeface="Apple SD Gothic Neo"/>
                <a:ea typeface="Apple SD Gothic Neo"/>
                <a:cs typeface="Apple SD Gothic Neo"/>
              </a:rPr>
              <a:t>VIA</a:t>
            </a:r>
          </a:p>
        </p:txBody>
      </p:sp>
      <p:sp>
        <p:nvSpPr>
          <p:cNvPr id="1075" name="necessity-v7-technology-scope">
            <a:extLst xmlns:a="http://schemas.openxmlformats.org/drawingml/2006/main">
              <a:ext uri="{FF2B5EF4-FFF2-40B4-BE49-F238E27FC236}">
                <a16:creationId xmlns:a16="http://schemas.microsoft.com/office/drawing/2014/main" id="{1BA43815-939E-4D2F-A475-E6E73732DDE3}"/>
              </a:ext>
            </a:extLst>
          </p:cNvPr>
          <p:cNvSpPr>
            <a:spLocks xmlns:a="http://schemas.openxmlformats.org/drawingml/2006/main" noGrp="1"/>
          </p:cNvSpPr>
          <p:nvPr/>
        </p:nvSpPr>
        <p:spPr>
          <a:xfrm xmlns:a="http://schemas.openxmlformats.org/drawingml/2006/main">
            <a:off x="12730162" y="4500562"/>
            <a:ext cx="4943475" cy="1585912"/>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7145">
            <a:solidFill>
              <a:srgbClr val="AEBBC8"/>
            </a:solidFill>
            <a:prstDash val="solid"/>
          </a:ln>
        </p:spPr>
      </p:sp>
      <p:sp>
        <p:nvSpPr>
          <p:cNvPr id="1076" name="necessity-v7-scope-middle">
            <a:extLst xmlns:a="http://schemas.openxmlformats.org/drawingml/2006/main">
              <a:ext uri="{FF2B5EF4-FFF2-40B4-BE49-F238E27FC236}">
                <a16:creationId xmlns:a16="http://schemas.microsoft.com/office/drawing/2014/main" id="{7D88DD82-4476-41D4-B4CE-B9514B6604C0}"/>
              </a:ext>
            </a:extLst>
          </p:cNvPr>
          <p:cNvSpPr>
            <a:spLocks xmlns:a="http://schemas.openxmlformats.org/drawingml/2006/main" noGrp="1"/>
          </p:cNvSpPr>
          <p:nvPr/>
        </p:nvSpPr>
        <p:spPr>
          <a:xfrm xmlns:a="http://schemas.openxmlformats.org/drawingml/2006/main">
            <a:off x="15201900" y="4700588"/>
            <a:ext cx="0" cy="1185862"/>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7" name="necessity-v7-scope-horizontal">
            <a:extLst xmlns:a="http://schemas.openxmlformats.org/drawingml/2006/main">
              <a:ext uri="{FF2B5EF4-FFF2-40B4-BE49-F238E27FC236}">
                <a16:creationId xmlns:a16="http://schemas.microsoft.com/office/drawing/2014/main" id="{32C8606C-B2A5-4202-8CAC-1B385B0F7A09}"/>
              </a:ext>
            </a:extLst>
          </p:cNvPr>
          <p:cNvSpPr>
            <a:spLocks xmlns:a="http://schemas.openxmlformats.org/drawingml/2006/main" noGrp="1"/>
          </p:cNvSpPr>
          <p:nvPr/>
        </p:nvSpPr>
        <p:spPr>
          <a:xfrm xmlns:a="http://schemas.openxmlformats.org/drawingml/2006/main">
            <a:off x="12930188" y="5286375"/>
            <a:ext cx="4543425" cy="0"/>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8" name="necessity-v7-technology-model">
            <a:extLst xmlns:a="http://schemas.openxmlformats.org/drawingml/2006/main">
              <a:ext uri="{FF2B5EF4-FFF2-40B4-BE49-F238E27FC236}">
                <a16:creationId xmlns:a16="http://schemas.microsoft.com/office/drawing/2014/main" id="{D24EC2E3-CB7B-4DAC-9556-164E54EEEB9A}"/>
              </a:ext>
            </a:extLst>
          </p:cNvPr>
          <p:cNvSpPr>
            <a:spLocks xmlns:a="http://schemas.openxmlformats.org/drawingml/2006/main" noGrp="1"/>
          </p:cNvSpPr>
          <p:nvPr/>
        </p:nvSpPr>
        <p:spPr>
          <a:xfrm xmlns:a="http://schemas.openxmlformats.org/drawingml/2006/main">
            <a:off x="12873038" y="47148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모델과 Runtime</a:t>
            </a:r>
          </a:p>
        </p:txBody>
      </p:sp>
      <p:sp>
        <p:nvSpPr>
          <p:cNvPr id="1079" name="necessity-v7-technology-meaning">
            <a:extLst xmlns:a="http://schemas.openxmlformats.org/drawingml/2006/main">
              <a:ext uri="{FF2B5EF4-FFF2-40B4-BE49-F238E27FC236}">
                <a16:creationId xmlns:a16="http://schemas.microsoft.com/office/drawing/2014/main" id="{C4D20125-88A5-4886-B8CD-7284F9BCD91B}"/>
              </a:ext>
            </a:extLst>
          </p:cNvPr>
          <p:cNvSpPr>
            <a:spLocks xmlns:a="http://schemas.openxmlformats.org/drawingml/2006/main" noGrp="1"/>
          </p:cNvSpPr>
          <p:nvPr/>
        </p:nvSpPr>
        <p:spPr>
          <a:xfrm xmlns:a="http://schemas.openxmlformats.org/drawingml/2006/main">
            <a:off x="15301912" y="4714875"/>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요청 이해</a:t>
            </a:r>
          </a:p>
        </p:txBody>
      </p:sp>
      <p:sp>
        <p:nvSpPr>
          <p:cNvPr id="1080" name="necessity-v7-changed-context">
            <a:extLst xmlns:a="http://schemas.openxmlformats.org/drawingml/2006/main">
              <a:ext uri="{FF2B5EF4-FFF2-40B4-BE49-F238E27FC236}">
                <a16:creationId xmlns:a16="http://schemas.microsoft.com/office/drawing/2014/main" id="{70BE06C4-3741-4171-9704-FE580A766FF6}"/>
              </a:ext>
            </a:extLst>
          </p:cNvPr>
          <p:cNvSpPr>
            <a:spLocks xmlns:a="http://schemas.openxmlformats.org/drawingml/2006/main" noGrp="1"/>
          </p:cNvSpPr>
          <p:nvPr/>
        </p:nvSpPr>
        <p:spPr>
          <a:xfrm xmlns:a="http://schemas.openxmlformats.org/drawingml/2006/main">
            <a:off x="12844462" y="5386388"/>
            <a:ext cx="2314575" cy="485775"/>
          </a:xfrm>
          <a:prstGeom xmlns:a="http://schemas.openxmlformats.org/drawingml/2006/main" prst="roundRect">
            <a:avLst>
              <a:gd name="adj" fmla="val 8824"/>
            </a:avLst>
          </a:prstGeom>
          <a:solidFill xmlns:a="http://schemas.openxmlformats.org/drawingml/2006/main">
            <a:srgbClr val="EAF3E2"/>
          </a:solidFill>
          <a:ln xmlns:a="http://schemas.openxmlformats.org/drawingml/2006/main" w="0">
            <a:noFill/>
            <a:prstDash val="solid"/>
          </a:ln>
        </p:spPr>
      </p:sp>
      <p:sp>
        <p:nvSpPr>
          <p:cNvPr id="1081" name="necessity-v7-technology-context">
            <a:extLst xmlns:a="http://schemas.openxmlformats.org/drawingml/2006/main">
              <a:ext uri="{FF2B5EF4-FFF2-40B4-BE49-F238E27FC236}">
                <a16:creationId xmlns:a16="http://schemas.microsoft.com/office/drawing/2014/main" id="{E29BD903-1114-4BB1-9F1E-56081B016991}"/>
              </a:ext>
            </a:extLst>
          </p:cNvPr>
          <p:cNvSpPr>
            <a:spLocks xmlns:a="http://schemas.openxmlformats.org/drawingml/2006/main" noGrp="1"/>
          </p:cNvSpPr>
          <p:nvPr/>
        </p:nvSpPr>
        <p:spPr>
          <a:xfrm xmlns:a="http://schemas.openxmlformats.org/drawingml/2006/main">
            <a:off x="12873038" y="5414962"/>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06255C"/>
                </a:solidFill>
                <a:latin typeface="Apple SD Gothic Neo"/>
                <a:ea typeface="Apple SD Gothic Neo"/>
                <a:cs typeface="Apple SD Gothic Neo"/>
              </a:defRPr>
            </a:pPr>
            <a:r>
              <a:rPr sz="2025" b="1">
                <a:solidFill>
                  <a:srgbClr val="06255C"/>
                </a:solidFill>
                <a:latin typeface="Apple SD Gothic Neo"/>
                <a:ea typeface="Apple SD Gothic Neo"/>
                <a:cs typeface="Apple SD Gothic Neo"/>
              </a:rPr>
              <a:t>기억과 Context</a:t>
            </a:r>
          </a:p>
        </p:txBody>
      </p:sp>
      <p:sp>
        <p:nvSpPr>
          <p:cNvPr id="1082" name="necessity-v7-technology-interaction">
            <a:extLst xmlns:a="http://schemas.openxmlformats.org/drawingml/2006/main">
              <a:ext uri="{FF2B5EF4-FFF2-40B4-BE49-F238E27FC236}">
                <a16:creationId xmlns:a16="http://schemas.microsoft.com/office/drawing/2014/main" id="{527F0424-4AA4-411C-9120-A6162EE40B1A}"/>
              </a:ext>
            </a:extLst>
          </p:cNvPr>
          <p:cNvSpPr>
            <a:spLocks xmlns:a="http://schemas.openxmlformats.org/drawingml/2006/main" noGrp="1"/>
          </p:cNvSpPr>
          <p:nvPr/>
        </p:nvSpPr>
        <p:spPr>
          <a:xfrm xmlns:a="http://schemas.openxmlformats.org/drawingml/2006/main">
            <a:off x="15301912" y="5414962"/>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연속 상호작용</a:t>
            </a:r>
          </a:p>
        </p:txBody>
      </p:sp>
      <p:sp>
        <p:nvSpPr>
          <p:cNvPr id="1083" name="necessity-v7-technology-change-caption">
            <a:extLst xmlns:a="http://schemas.openxmlformats.org/drawingml/2006/main">
              <a:ext uri="{FF2B5EF4-FFF2-40B4-BE49-F238E27FC236}">
                <a16:creationId xmlns:a16="http://schemas.microsoft.com/office/drawing/2014/main" id="{31BD7A7C-A8FC-4F2F-917B-17B09F9A11A5}"/>
              </a:ext>
            </a:extLst>
          </p:cNvPr>
          <p:cNvSpPr>
            <a:spLocks xmlns:a="http://schemas.openxmlformats.org/drawingml/2006/main" noGrp="1"/>
          </p:cNvSpPr>
          <p:nvPr/>
        </p:nvSpPr>
        <p:spPr>
          <a:xfrm xmlns:a="http://schemas.openxmlformats.org/drawingml/2006/main">
            <a:off x="12730162" y="6257925"/>
            <a:ext cx="4943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새 기술의 적용 범위를 필요한 부분에 한정</a:t>
            </a:r>
          </a:p>
        </p:txBody>
      </p:sp>
      <p:sp>
        <p:nvSpPr>
          <p:cNvPr id="1084" name="necessity-v7-change-heading-2">
            <a:extLst xmlns:a="http://schemas.openxmlformats.org/drawingml/2006/main">
              <a:ext uri="{FF2B5EF4-FFF2-40B4-BE49-F238E27FC236}">
                <a16:creationId xmlns:a16="http://schemas.microsoft.com/office/drawing/2014/main" id="{DC379961-8C7D-4DFF-AC93-0CA086D9EBDC}"/>
              </a:ext>
            </a:extLst>
          </p:cNvPr>
          <p:cNvSpPr>
            <a:spLocks xmlns:a="http://schemas.openxmlformats.org/drawingml/2006/main" noGrp="1"/>
          </p:cNvSpPr>
          <p:nvPr/>
        </p:nvSpPr>
        <p:spPr>
          <a:xfrm xmlns:a="http://schemas.openxmlformats.org/drawingml/2006/main">
            <a:off x="12472988" y="67722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새로운 Agent와 연동 방식도 등장</a:t>
            </a:r>
          </a:p>
        </p:txBody>
      </p:sp>
      <p:sp>
        <p:nvSpPr>
          <p:cNvPr id="1085" name="necessity-v7-change-desc-2">
            <a:extLst xmlns:a="http://schemas.openxmlformats.org/drawingml/2006/main">
              <a:ext uri="{FF2B5EF4-FFF2-40B4-BE49-F238E27FC236}">
                <a16:creationId xmlns:a16="http://schemas.microsoft.com/office/drawing/2014/main" id="{0A83B57D-CB98-49CB-B8FD-68B54D2F3B27}"/>
              </a:ext>
            </a:extLst>
          </p:cNvPr>
          <p:cNvSpPr>
            <a:spLocks xmlns:a="http://schemas.openxmlformats.org/drawingml/2006/main" noGrp="1"/>
          </p:cNvSpPr>
          <p:nvPr/>
        </p:nvSpPr>
        <p:spPr>
          <a:xfrm xmlns:a="http://schemas.openxmlformats.org/drawingml/2006/main">
            <a:off x="12730162" y="7343775"/>
            <a:ext cx="5000625" cy="671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Downstream Agent의 추가와
연동 방식 변화에 대응</a:t>
            </a:r>
          </a:p>
        </p:txBody>
      </p:sp>
      <p:sp>
        <p:nvSpPr>
          <p:cNvPr id="1086" name="necessity-v7-integration-via">
            <a:extLst xmlns:a="http://schemas.openxmlformats.org/drawingml/2006/main">
              <a:ext uri="{FF2B5EF4-FFF2-40B4-BE49-F238E27FC236}">
                <a16:creationId xmlns:a16="http://schemas.microsoft.com/office/drawing/2014/main" id="{7F08B833-7789-4542-8A6F-30A4F6D22EE8}"/>
              </a:ext>
            </a:extLst>
          </p:cNvPr>
          <p:cNvSpPr>
            <a:spLocks xmlns:a="http://schemas.openxmlformats.org/drawingml/2006/main" noGrp="1"/>
          </p:cNvSpPr>
          <p:nvPr/>
        </p:nvSpPr>
        <p:spPr>
          <a:xfrm xmlns:a="http://schemas.openxmlformats.org/drawingml/2006/main">
            <a:off x="12887325" y="8243888"/>
            <a:ext cx="1085850" cy="614362"/>
          </a:xfrm>
          <a:prstGeom xmlns:a="http://schemas.openxmlformats.org/drawingml/2006/main" prst="roundRect">
            <a:avLst>
              <a:gd name="adj" fmla="val 9302"/>
            </a:avLst>
          </a:prstGeom>
          <a:solidFill xmlns:a="http://schemas.openxmlformats.org/drawingml/2006/main">
            <a:srgbClr val="06255C"/>
          </a:solidFill>
          <a:ln xmlns:a="http://schemas.openxmlformats.org/drawingml/2006/main" w="0">
            <a:noFill/>
            <a:prstDash val="solid"/>
          </a:ln>
        </p:spPr>
      </p:sp>
      <p:sp>
        <p:nvSpPr>
          <p:cNvPr id="1087" name="necessity-v7-integration-via-label">
            <a:extLst xmlns:a="http://schemas.openxmlformats.org/drawingml/2006/main">
              <a:ext uri="{FF2B5EF4-FFF2-40B4-BE49-F238E27FC236}">
                <a16:creationId xmlns:a16="http://schemas.microsoft.com/office/drawing/2014/main" id="{452FDE1F-5570-463A-ADED-D8D3F01AC83E}"/>
              </a:ext>
            </a:extLst>
          </p:cNvPr>
          <p:cNvSpPr>
            <a:spLocks xmlns:a="http://schemas.openxmlformats.org/drawingml/2006/main" noGrp="1"/>
          </p:cNvSpPr>
          <p:nvPr/>
        </p:nvSpPr>
        <p:spPr>
          <a:xfrm xmlns:a="http://schemas.openxmlformats.org/drawingml/2006/main">
            <a:off x="12887325" y="8258175"/>
            <a:ext cx="1085850"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FFFFFF"/>
                </a:solidFill>
                <a:latin typeface="Apple SD Gothic Neo"/>
                <a:ea typeface="Apple SD Gothic Neo"/>
                <a:cs typeface="Apple SD Gothic Neo"/>
              </a:defRPr>
            </a:pPr>
            <a:r>
              <a:rPr sz="2362" b="1">
                <a:solidFill>
                  <a:srgbClr val="FFFFFF"/>
                </a:solidFill>
                <a:latin typeface="Apple SD Gothic Neo"/>
                <a:ea typeface="Apple SD Gothic Neo"/>
                <a:cs typeface="Apple SD Gothic Neo"/>
              </a:rPr>
              <a:t>VIA</a:t>
            </a:r>
          </a:p>
        </p:txBody>
      </p:sp>
      <p:sp>
        <p:nvSpPr>
          <p:cNvPr id="1088" name="necessity-v7-integration-junction">
            <a:extLst xmlns:a="http://schemas.openxmlformats.org/drawingml/2006/main">
              <a:ext uri="{FF2B5EF4-FFF2-40B4-BE49-F238E27FC236}">
                <a16:creationId xmlns:a16="http://schemas.microsoft.com/office/drawing/2014/main" id="{65C80AE5-3DEF-41BA-ABC9-FC000B456E47}"/>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89" name=""/>
          <p:cNvCxnSpPr>
            <a:stCxn xmlns:a="http://schemas.openxmlformats.org/drawingml/2006/main" id="1086" idx="3"/>
            <a:endCxn xmlns:a="http://schemas.openxmlformats.org/drawingml/2006/main" id="1088" idx="1"/>
          </p:cNvCxnSpPr>
          <p:nvPr/>
        </p:nvCxnSpPr>
        <p:spPr>
          <a:xfrm xmlns:a="http://schemas.openxmlformats.org/drawingml/2006/main">
            <a:off x="13973175" y="8551070"/>
            <a:ext cx="407194" cy="0"/>
          </a:xfrm>
          <a:prstGeom xmlns:a="http://schemas.openxmlformats.org/drawingml/2006/main" prst="straightConnector1">
            <a:avLst/>
          </a:prstGeom>
          <a:ln xmlns:a="http://schemas.openxmlformats.org/drawingml/2006/main" w="20002">
            <a:solidFill>
              <a:srgbClr val="697783"/>
            </a:solidFill>
            <a:prstDash val="solid"/>
          </a:ln>
        </p:spPr>
      </p:cxnSp>
      <p:sp>
        <p:nvSpPr>
          <p:cNvPr id="1090" name="necessity-v7-integration-agent-0">
            <a:extLst xmlns:a="http://schemas.openxmlformats.org/drawingml/2006/main">
              <a:ext uri="{FF2B5EF4-FFF2-40B4-BE49-F238E27FC236}">
                <a16:creationId xmlns:a16="http://schemas.microsoft.com/office/drawing/2014/main" id="{97882924-D104-4292-89FF-E588FC1B14DC}"/>
              </a:ext>
            </a:extLst>
          </p:cNvPr>
          <p:cNvSpPr>
            <a:spLocks xmlns:a="http://schemas.openxmlformats.org/drawingml/2006/main" noGrp="1"/>
          </p:cNvSpPr>
          <p:nvPr/>
        </p:nvSpPr>
        <p:spPr>
          <a:xfrm xmlns:a="http://schemas.openxmlformats.org/drawingml/2006/main">
            <a:off x="15230475" y="8015288"/>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1" name="necessity-v7-integration-agent-label-0">
            <a:extLst xmlns:a="http://schemas.openxmlformats.org/drawingml/2006/main">
              <a:ext uri="{FF2B5EF4-FFF2-40B4-BE49-F238E27FC236}">
                <a16:creationId xmlns:a16="http://schemas.microsoft.com/office/drawing/2014/main" id="{74FE5727-59BB-43D0-98D9-2A32368149A6}"/>
              </a:ext>
            </a:extLst>
          </p:cNvPr>
          <p:cNvSpPr>
            <a:spLocks xmlns:a="http://schemas.openxmlformats.org/drawingml/2006/main" noGrp="1"/>
          </p:cNvSpPr>
          <p:nvPr/>
        </p:nvSpPr>
        <p:spPr>
          <a:xfrm xmlns:a="http://schemas.openxmlformats.org/drawingml/2006/main">
            <a:off x="15230475" y="802957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A</a:t>
            </a:r>
          </a:p>
        </p:txBody>
      </p:sp>
      <p:sp>
        <p:nvSpPr>
          <p:cNvPr id="1092" name="necessity-v7-integration-branch-0">
            <a:extLst xmlns:a="http://schemas.openxmlformats.org/drawingml/2006/main">
              <a:ext uri="{FF2B5EF4-FFF2-40B4-BE49-F238E27FC236}">
                <a16:creationId xmlns:a16="http://schemas.microsoft.com/office/drawing/2014/main" id="{A85DAA69-09B9-4884-B751-BB34C49F35A8}"/>
              </a:ext>
            </a:extLst>
          </p:cNvPr>
          <p:cNvSpPr>
            <a:spLocks xmlns:a="http://schemas.openxmlformats.org/drawingml/2006/main" noGrp="1"/>
          </p:cNvSpPr>
          <p:nvPr/>
        </p:nvSpPr>
        <p:spPr>
          <a:xfrm xmlns:a="http://schemas.openxmlformats.org/drawingml/2006/main">
            <a:off x="14380370" y="817245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93" name="necessity-v7-integration-spine-0">
            <a:extLst xmlns:a="http://schemas.openxmlformats.org/drawingml/2006/main">
              <a:ext uri="{FF2B5EF4-FFF2-40B4-BE49-F238E27FC236}">
                <a16:creationId xmlns:a16="http://schemas.microsoft.com/office/drawing/2014/main" id="{8CEA9925-8CC8-49FD-B840-F145169DC5B6}"/>
              </a:ext>
            </a:extLst>
          </p:cNvPr>
          <p:cNvSpPr>
            <a:spLocks xmlns:a="http://schemas.openxmlformats.org/drawingml/2006/main" noGrp="1"/>
          </p:cNvSpPr>
          <p:nvPr/>
        </p:nvSpPr>
        <p:spPr>
          <a:xfrm xmlns:a="http://schemas.openxmlformats.org/drawingml/2006/main">
            <a:off x="14387512" y="8179594"/>
            <a:ext cx="0" cy="371475"/>
          </a:xfrm>
          <a:prstGeom xmlns:a="http://schemas.openxmlformats.org/drawingml/2006/main" prst="line">
            <a:avLst/>
          </a:prstGeom>
          <a:noFill xmlns:a="http://schemas.openxmlformats.org/drawingml/2006/main"/>
          <a:ln xmlns:a="http://schemas.openxmlformats.org/drawingml/2006/main" w="17145">
            <a:solidFill>
              <a:srgbClr val="697783"/>
            </a:solidFill>
            <a:prstDash val="solid"/>
          </a:ln>
        </p:spPr>
      </p:sp>
      <p:cxnSp>
        <p:nvCxnSpPr>
          <p:cNvPr id="1094" name=""/>
          <p:cNvCxnSpPr>
            <a:stCxn xmlns:a="http://schemas.openxmlformats.org/drawingml/2006/main" id="1092" idx="3"/>
            <a:endCxn xmlns:a="http://schemas.openxmlformats.org/drawingml/2006/main" id="1090" idx="1"/>
          </p:cNvCxnSpPr>
          <p:nvPr/>
        </p:nvCxnSpPr>
        <p:spPr>
          <a:xfrm xmlns:a="http://schemas.openxmlformats.org/drawingml/2006/main">
            <a:off x="14394657" y="8179594"/>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5" name="necessity-v7-integration-agent-1">
            <a:extLst xmlns:a="http://schemas.openxmlformats.org/drawingml/2006/main">
              <a:ext uri="{FF2B5EF4-FFF2-40B4-BE49-F238E27FC236}">
                <a16:creationId xmlns:a16="http://schemas.microsoft.com/office/drawing/2014/main" id="{E2290987-B8ED-48B0-860A-A52174A107A6}"/>
              </a:ext>
            </a:extLst>
          </p:cNvPr>
          <p:cNvSpPr>
            <a:spLocks xmlns:a="http://schemas.openxmlformats.org/drawingml/2006/main" noGrp="1"/>
          </p:cNvSpPr>
          <p:nvPr/>
        </p:nvSpPr>
        <p:spPr>
          <a:xfrm xmlns:a="http://schemas.openxmlformats.org/drawingml/2006/main">
            <a:off x="15230475" y="8386762"/>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6" name="necessity-v7-integration-agent-label-1">
            <a:extLst xmlns:a="http://schemas.openxmlformats.org/drawingml/2006/main">
              <a:ext uri="{FF2B5EF4-FFF2-40B4-BE49-F238E27FC236}">
                <a16:creationId xmlns:a16="http://schemas.microsoft.com/office/drawing/2014/main" id="{9136FA42-A4E0-45E7-BCF3-2B6BBDB5A860}"/>
              </a:ext>
            </a:extLst>
          </p:cNvPr>
          <p:cNvSpPr>
            <a:spLocks xmlns:a="http://schemas.openxmlformats.org/drawingml/2006/main" noGrp="1"/>
          </p:cNvSpPr>
          <p:nvPr/>
        </p:nvSpPr>
        <p:spPr>
          <a:xfrm xmlns:a="http://schemas.openxmlformats.org/drawingml/2006/main">
            <a:off x="15230475" y="8401050"/>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B</a:t>
            </a:r>
          </a:p>
        </p:txBody>
      </p:sp>
      <p:sp>
        <p:nvSpPr>
          <p:cNvPr id="1097" name="necessity-v7-integration-branch-1">
            <a:extLst xmlns:a="http://schemas.openxmlformats.org/drawingml/2006/main">
              <a:ext uri="{FF2B5EF4-FFF2-40B4-BE49-F238E27FC236}">
                <a16:creationId xmlns:a16="http://schemas.microsoft.com/office/drawing/2014/main" id="{D985E603-4F30-47BB-BB52-54FD76C96989}"/>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8" name=""/>
          <p:cNvCxnSpPr>
            <a:stCxn xmlns:a="http://schemas.openxmlformats.org/drawingml/2006/main" id="1097" idx="3"/>
            <a:endCxn xmlns:a="http://schemas.openxmlformats.org/drawingml/2006/main" id="1095" idx="1"/>
          </p:cNvCxnSpPr>
          <p:nvPr/>
        </p:nvCxnSpPr>
        <p:spPr>
          <a:xfrm xmlns:a="http://schemas.openxmlformats.org/drawingml/2006/main">
            <a:off x="14394657" y="8551070"/>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9" name="necessity-v7-integration-agent-2">
            <a:extLst xmlns:a="http://schemas.openxmlformats.org/drawingml/2006/main">
              <a:ext uri="{FF2B5EF4-FFF2-40B4-BE49-F238E27FC236}">
                <a16:creationId xmlns:a16="http://schemas.microsoft.com/office/drawing/2014/main" id="{6120ED2B-BF5E-480A-8CBB-E94E1DC26F52}"/>
              </a:ext>
            </a:extLst>
          </p:cNvPr>
          <p:cNvSpPr>
            <a:spLocks xmlns:a="http://schemas.openxmlformats.org/drawingml/2006/main" noGrp="1"/>
          </p:cNvSpPr>
          <p:nvPr/>
        </p:nvSpPr>
        <p:spPr>
          <a:xfrm xmlns:a="http://schemas.openxmlformats.org/drawingml/2006/main">
            <a:off x="15230475" y="8758238"/>
            <a:ext cx="2300288" cy="328612"/>
          </a:xfrm>
          <a:prstGeom xmlns:a="http://schemas.openxmlformats.org/drawingml/2006/main" prst="roundRect">
            <a:avLst>
              <a:gd name="adj" fmla="val 13043"/>
            </a:avLst>
          </a:prstGeom>
          <a:solidFill xmlns:a="http://schemas.openxmlformats.org/drawingml/2006/main">
            <a:srgbClr val="EAF3E2"/>
          </a:solidFill>
          <a:ln xmlns:a="http://schemas.openxmlformats.org/drawingml/2006/main" w="14288">
            <a:solidFill>
              <a:srgbClr val="218FAF"/>
            </a:solidFill>
            <a:prstDash val="solid"/>
          </a:ln>
        </p:spPr>
      </p:sp>
      <p:sp>
        <p:nvSpPr>
          <p:cNvPr id="1100" name="necessity-v7-integration-agent-label-2">
            <a:extLst xmlns:a="http://schemas.openxmlformats.org/drawingml/2006/main">
              <a:ext uri="{FF2B5EF4-FFF2-40B4-BE49-F238E27FC236}">
                <a16:creationId xmlns:a16="http://schemas.microsoft.com/office/drawing/2014/main" id="{3FC5F8DD-6359-42D1-9E1F-9C48EC8F7F42}"/>
              </a:ext>
            </a:extLst>
          </p:cNvPr>
          <p:cNvSpPr>
            <a:spLocks xmlns:a="http://schemas.openxmlformats.org/drawingml/2006/main" noGrp="1"/>
          </p:cNvSpPr>
          <p:nvPr/>
        </p:nvSpPr>
        <p:spPr>
          <a:xfrm xmlns:a="http://schemas.openxmlformats.org/drawingml/2006/main">
            <a:off x="15230475" y="877252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218FAF"/>
                </a:solidFill>
                <a:latin typeface="Apple SD Gothic Neo"/>
                <a:ea typeface="Apple SD Gothic Neo"/>
                <a:cs typeface="Apple SD Gothic Neo"/>
              </a:defRPr>
            </a:pPr>
            <a:r>
              <a:rPr sz="1857" b="1">
                <a:solidFill>
                  <a:srgbClr val="218FAF"/>
                </a:solidFill>
                <a:latin typeface="Apple SD Gothic Neo"/>
                <a:ea typeface="Apple SD Gothic Neo"/>
                <a:cs typeface="Apple SD Gothic Neo"/>
              </a:rPr>
              <a:t>새 Agent</a:t>
            </a:r>
          </a:p>
        </p:txBody>
      </p:sp>
      <p:sp>
        <p:nvSpPr>
          <p:cNvPr id="1101" name="necessity-v7-integration-branch-2">
            <a:extLst xmlns:a="http://schemas.openxmlformats.org/drawingml/2006/main">
              <a:ext uri="{FF2B5EF4-FFF2-40B4-BE49-F238E27FC236}">
                <a16:creationId xmlns:a16="http://schemas.microsoft.com/office/drawing/2014/main" id="{CEF3B099-2C6A-47C9-8DFC-BC535B8CA562}"/>
              </a:ext>
            </a:extLst>
          </p:cNvPr>
          <p:cNvSpPr>
            <a:spLocks xmlns:a="http://schemas.openxmlformats.org/drawingml/2006/main" noGrp="1"/>
          </p:cNvSpPr>
          <p:nvPr/>
        </p:nvSpPr>
        <p:spPr>
          <a:xfrm xmlns:a="http://schemas.openxmlformats.org/drawingml/2006/main">
            <a:off x="14380370" y="891540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102" name="necessity-v7-integration-spine-2">
            <a:extLst xmlns:a="http://schemas.openxmlformats.org/drawingml/2006/main">
              <a:ext uri="{FF2B5EF4-FFF2-40B4-BE49-F238E27FC236}">
                <a16:creationId xmlns:a16="http://schemas.microsoft.com/office/drawing/2014/main" id="{E38C354A-812E-48C4-8842-9FCEE56F2334}"/>
              </a:ext>
            </a:extLst>
          </p:cNvPr>
          <p:cNvSpPr>
            <a:spLocks xmlns:a="http://schemas.openxmlformats.org/drawingml/2006/main" noGrp="1"/>
          </p:cNvSpPr>
          <p:nvPr/>
        </p:nvSpPr>
        <p:spPr>
          <a:xfrm xmlns:a="http://schemas.openxmlformats.org/drawingml/2006/main">
            <a:off x="14387512" y="8551070"/>
            <a:ext cx="0" cy="371475"/>
          </a:xfrm>
          <a:prstGeom xmlns:a="http://schemas.openxmlformats.org/drawingml/2006/main" prst="line">
            <a:avLst/>
          </a:prstGeom>
          <a:noFill xmlns:a="http://schemas.openxmlformats.org/drawingml/2006/main"/>
          <a:ln xmlns:a="http://schemas.openxmlformats.org/drawingml/2006/main" w="17145">
            <a:solidFill>
              <a:srgbClr val="218FAF"/>
            </a:solidFill>
            <a:prstDash val="solid"/>
          </a:ln>
        </p:spPr>
      </p:sp>
      <p:cxnSp>
        <p:nvCxnSpPr>
          <p:cNvPr id="1103" name=""/>
          <p:cNvCxnSpPr>
            <a:stCxn xmlns:a="http://schemas.openxmlformats.org/drawingml/2006/main" id="1101" idx="3"/>
            <a:endCxn xmlns:a="http://schemas.openxmlformats.org/drawingml/2006/main" id="1099" idx="1"/>
          </p:cNvCxnSpPr>
          <p:nvPr/>
        </p:nvCxnSpPr>
        <p:spPr>
          <a:xfrm xmlns:a="http://schemas.openxmlformats.org/drawingml/2006/main">
            <a:off x="14394657" y="8922544"/>
            <a:ext cx="835818" cy="0"/>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104" name="necessity-v7-change-conclusion-green">
            <a:extLst xmlns:a="http://schemas.openxmlformats.org/drawingml/2006/main">
              <a:ext uri="{FF2B5EF4-FFF2-40B4-BE49-F238E27FC236}">
                <a16:creationId xmlns:a16="http://schemas.microsoft.com/office/drawing/2014/main" id="{40B34D24-87FC-478E-9432-830B40180665}"/>
              </a:ext>
            </a:extLst>
          </p:cNvPr>
          <p:cNvSpPr>
            <a:spLocks xmlns:a="http://schemas.openxmlformats.org/drawingml/2006/main" noGrp="1"/>
          </p:cNvSpPr>
          <p:nvPr/>
        </p:nvSpPr>
        <p:spPr>
          <a:xfrm xmlns:a="http://schemas.openxmlformats.org/drawingml/2006/main">
            <a:off x="1273016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105" name="necessity-v7-change-conclusion">
            <a:extLst xmlns:a="http://schemas.openxmlformats.org/drawingml/2006/main">
              <a:ext uri="{FF2B5EF4-FFF2-40B4-BE49-F238E27FC236}">
                <a16:creationId xmlns:a16="http://schemas.microsoft.com/office/drawing/2014/main" id="{F0572FE0-3119-4FF7-B41D-D9900848F705}"/>
              </a:ext>
            </a:extLst>
          </p:cNvPr>
          <p:cNvSpPr>
            <a:spLocks xmlns:a="http://schemas.openxmlformats.org/drawingml/2006/main" noGrp="1"/>
          </p:cNvSpPr>
          <p:nvPr/>
        </p:nvSpPr>
        <p:spPr>
          <a:xfrm xmlns:a="http://schemas.openxmlformats.org/drawingml/2006/main">
            <a:off x="1273016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기존 기능을 유지하며 기술 발전 수용</a:t>
            </a:r>
          </a:p>
        </p:txBody>
      </p:sp>
    </p:spTree>
    <p:extLst>
      <p:ext uri="{BB962C8B-B14F-4D97-AF65-F5344CB8AC3E}">
        <p14:creationId xmlns:p14="http://schemas.microsoft.com/office/powerpoint/2010/main" val="665895680"/>
      </p:ext>
    </p:extLst>
  </p:cSld>
</p:sld>
</file>

<file path=ppt/slides/slide4.xml><?xml version="1.0" encoding="utf-8"?>
<p:sld xmlns:p="http://schemas.openxmlformats.org/presentationml/2006/main">
  <p:cSld name="representative-scenario">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
            <a:extLst xmlns:a="http://schemas.openxmlformats.org/drawingml/2006/main">
              <a:ext uri="{FF2B5EF4-FFF2-40B4-BE49-F238E27FC236}">
                <a16:creationId xmlns:a16="http://schemas.microsoft.com/office/drawing/2014/main" id="{46F7D485-C964-46E9-A0CE-CDC23268F0C7}"/>
              </a:ext>
            </a:extLst>
          </p:cNvPr>
          <p:cNvSpPr>
            <a:spLocks xmlns:a="http://schemas.openxmlformats.org/drawingml/2006/main" noGrp="1"/>
          </p:cNvSpPr>
          <p:nvPr/>
        </p:nvSpPr>
        <p:spPr>
          <a:xfrm xmlns:a="http://schemas.openxmlformats.org/drawingml/2006/main">
            <a:off x="571500" y="214312"/>
            <a:ext cx="10058400"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2" name="section-0">
            <a:extLst xmlns:a="http://schemas.openxmlformats.org/drawingml/2006/main">
              <a:ext uri="{FF2B5EF4-FFF2-40B4-BE49-F238E27FC236}">
                <a16:creationId xmlns:a16="http://schemas.microsoft.com/office/drawing/2014/main" id="{20627BC3-C17E-4ECB-8D90-84B3CDD8514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3" name="section-label-0">
            <a:extLst xmlns:a="http://schemas.openxmlformats.org/drawingml/2006/main">
              <a:ext uri="{FF2B5EF4-FFF2-40B4-BE49-F238E27FC236}">
                <a16:creationId xmlns:a16="http://schemas.microsoft.com/office/drawing/2014/main" id="{594294E0-16A6-4BF9-84BC-3A17ABB9236F}"/>
              </a:ext>
            </a:extLst>
          </p:cNvPr>
          <p:cNvSpPr>
            <a:spLocks xmlns:a="http://schemas.openxmlformats.org/drawingml/2006/main" noGrp="1"/>
          </p:cNvSpPr>
          <p:nvPr/>
        </p:nvSpPr>
        <p:spPr>
          <a:xfrm xmlns:a="http://schemas.openxmlformats.org/drawingml/2006/main">
            <a:off x="110442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4" name="section-1">
            <a:extLst xmlns:a="http://schemas.openxmlformats.org/drawingml/2006/main">
              <a:ext uri="{FF2B5EF4-FFF2-40B4-BE49-F238E27FC236}">
                <a16:creationId xmlns:a16="http://schemas.microsoft.com/office/drawing/2014/main" id="{97AB402B-EC30-4A94-87A4-96FBB07F024A}"/>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5" name="section-label-1">
            <a:extLst xmlns:a="http://schemas.openxmlformats.org/drawingml/2006/main">
              <a:ext uri="{FF2B5EF4-FFF2-40B4-BE49-F238E27FC236}">
                <a16:creationId xmlns:a16="http://schemas.microsoft.com/office/drawing/2014/main" id="{F8B2CBA6-5C2F-48E7-A45B-F7F4937EAD27}"/>
              </a:ext>
            </a:extLst>
          </p:cNvPr>
          <p:cNvSpPr>
            <a:spLocks xmlns:a="http://schemas.openxmlformats.org/drawingml/2006/main" noGrp="1"/>
          </p:cNvSpPr>
          <p:nvPr/>
        </p:nvSpPr>
        <p:spPr>
          <a:xfrm xmlns:a="http://schemas.openxmlformats.org/drawingml/2006/main">
            <a:off x="1238726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6" name="section-2">
            <a:extLst xmlns:a="http://schemas.openxmlformats.org/drawingml/2006/main">
              <a:ext uri="{FF2B5EF4-FFF2-40B4-BE49-F238E27FC236}">
                <a16:creationId xmlns:a16="http://schemas.microsoft.com/office/drawing/2014/main" id="{5D16BE09-CF50-44BB-BEFD-FBDA196F12C4}"/>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7" name="section-label-2">
            <a:extLst xmlns:a="http://schemas.openxmlformats.org/drawingml/2006/main">
              <a:ext uri="{FF2B5EF4-FFF2-40B4-BE49-F238E27FC236}">
                <a16:creationId xmlns:a16="http://schemas.microsoft.com/office/drawing/2014/main" id="{D842BAC8-B832-47D2-8D12-6BDD33D3CC9D}"/>
              </a:ext>
            </a:extLst>
          </p:cNvPr>
          <p:cNvSpPr>
            <a:spLocks xmlns:a="http://schemas.openxmlformats.org/drawingml/2006/main" noGrp="1"/>
          </p:cNvSpPr>
          <p:nvPr/>
        </p:nvSpPr>
        <p:spPr>
          <a:xfrm xmlns:a="http://schemas.openxmlformats.org/drawingml/2006/main">
            <a:off x="1373028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8" name="section-3">
            <a:extLst xmlns:a="http://schemas.openxmlformats.org/drawingml/2006/main">
              <a:ext uri="{FF2B5EF4-FFF2-40B4-BE49-F238E27FC236}">
                <a16:creationId xmlns:a16="http://schemas.microsoft.com/office/drawing/2014/main" id="{B6F9D7ED-363F-4286-BDD4-67556B86292D}"/>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9" name="section-label-3">
            <a:extLst xmlns:a="http://schemas.openxmlformats.org/drawingml/2006/main">
              <a:ext uri="{FF2B5EF4-FFF2-40B4-BE49-F238E27FC236}">
                <a16:creationId xmlns:a16="http://schemas.microsoft.com/office/drawing/2014/main" id="{B467D0E6-2704-4D2E-8C2C-E5592A943B84}"/>
              </a:ext>
            </a:extLst>
          </p:cNvPr>
          <p:cNvSpPr>
            <a:spLocks xmlns:a="http://schemas.openxmlformats.org/drawingml/2006/main" noGrp="1"/>
          </p:cNvSpPr>
          <p:nvPr/>
        </p:nvSpPr>
        <p:spPr>
          <a:xfrm xmlns:a="http://schemas.openxmlformats.org/drawingml/2006/main">
            <a:off x="1507331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0" name="section-4">
            <a:extLst xmlns:a="http://schemas.openxmlformats.org/drawingml/2006/main">
              <a:ext uri="{FF2B5EF4-FFF2-40B4-BE49-F238E27FC236}">
                <a16:creationId xmlns:a16="http://schemas.microsoft.com/office/drawing/2014/main" id="{DF6231EB-4064-404D-AC37-EE49327DC1EE}"/>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1" name="section-label-4">
            <a:extLst xmlns:a="http://schemas.openxmlformats.org/drawingml/2006/main">
              <a:ext uri="{FF2B5EF4-FFF2-40B4-BE49-F238E27FC236}">
                <a16:creationId xmlns:a16="http://schemas.microsoft.com/office/drawing/2014/main" id="{796213A6-DC64-4F3D-9652-57DC33BFCF91}"/>
              </a:ext>
            </a:extLst>
          </p:cNvPr>
          <p:cNvSpPr>
            <a:spLocks xmlns:a="http://schemas.openxmlformats.org/drawingml/2006/main" noGrp="1"/>
          </p:cNvSpPr>
          <p:nvPr/>
        </p:nvSpPr>
        <p:spPr>
          <a:xfrm xmlns:a="http://schemas.openxmlformats.org/drawingml/2006/main">
            <a:off x="164163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2" name="header-rule">
            <a:extLst xmlns:a="http://schemas.openxmlformats.org/drawingml/2006/main">
              <a:ext uri="{FF2B5EF4-FFF2-40B4-BE49-F238E27FC236}">
                <a16:creationId xmlns:a16="http://schemas.microsoft.com/office/drawing/2014/main" id="{B2FFB637-6F21-40C6-93AB-2459860B94D3}"/>
              </a:ext>
            </a:extLst>
          </p:cNvPr>
          <p:cNvSpPr>
            <a:spLocks xmlns:a="http://schemas.openxmlformats.org/drawingml/2006/main" noGrp="1"/>
          </p:cNvSpPr>
          <p:nvPr/>
        </p:nvSpPr>
        <p:spPr>
          <a:xfrm xmlns:a="http://schemas.openxmlformats.org/drawingml/2006/main">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13" name="story-subtitle">
            <a:extLst xmlns:a="http://schemas.openxmlformats.org/drawingml/2006/main">
              <a:ext uri="{FF2B5EF4-FFF2-40B4-BE49-F238E27FC236}">
                <a16:creationId xmlns:a16="http://schemas.microsoft.com/office/drawing/2014/main" id="{47F356DB-9521-48F7-85C3-C5F3CD458536}"/>
              </a:ext>
            </a:extLst>
          </p:cNvPr>
          <p:cNvSpPr>
            <a:spLocks xmlns:a="http://schemas.openxmlformats.org/drawingml/2006/main" noGrp="1"/>
          </p:cNvSpPr>
          <p:nvPr/>
        </p:nvSpPr>
        <p:spPr>
          <a:xfrm xmlns:a="http://schemas.openxmlformats.org/drawingml/2006/main">
            <a:off x="600075" y="1357312"/>
            <a:ext cx="1708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4" name="scene-1-heading">
            <a:extLst xmlns:a="http://schemas.openxmlformats.org/drawingml/2006/main">
              <a:ext uri="{FF2B5EF4-FFF2-40B4-BE49-F238E27FC236}">
                <a16:creationId xmlns:a16="http://schemas.microsoft.com/office/drawing/2014/main" id="{C5511969-CEC3-491E-AB61-000EC3136B73}"/>
              </a:ext>
            </a:extLst>
          </p:cNvPr>
          <p:cNvSpPr>
            <a:spLocks xmlns:a="http://schemas.openxmlformats.org/drawingml/2006/main" noGrp="1"/>
          </p:cNvSpPr>
          <p:nvPr/>
        </p:nvSpPr>
        <p:spPr>
          <a:xfrm xmlns:a="http://schemas.openxmlformats.org/drawingml/2006/main">
            <a:off x="5715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① 화면을 짚어 질문</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12e7293f74449f5"/>
          <a:stretch xmlns:a="http://schemas.openxmlformats.org/drawingml/2006/main"/>
        </p:blipFill>
        <p:spPr>
          <a:xfrm xmlns:a="http://schemas.openxmlformats.org/drawingml/2006/main">
            <a:off x="571500" y="2686050"/>
            <a:ext cx="3200400" cy="2400300"/>
          </a:xfrm>
          <a:prstGeom xmlns:a="http://schemas.openxmlformats.org/drawingml/2006/main" prst="rect">
            <a:avLst/>
          </a:prstGeom>
        </p:spPr>
      </p:pic>
      <p:sp>
        <p:nvSpPr>
          <p:cNvPr id="16" name="scene-1-quote">
            <a:extLst xmlns:a="http://schemas.openxmlformats.org/drawingml/2006/main">
              <a:ext uri="{FF2B5EF4-FFF2-40B4-BE49-F238E27FC236}">
                <a16:creationId xmlns:a16="http://schemas.microsoft.com/office/drawing/2014/main" id="{691EB006-7091-4E58-A0DB-372F04BD0BE7}"/>
              </a:ext>
            </a:extLst>
          </p:cNvPr>
          <p:cNvSpPr>
            <a:spLocks xmlns:a="http://schemas.openxmlformats.org/drawingml/2006/main" noGrp="1"/>
          </p:cNvSpPr>
          <p:nvPr/>
        </p:nvSpPr>
        <p:spPr>
          <a:xfrm xmlns:a="http://schemas.openxmlformats.org/drawingml/2006/main">
            <a:off x="5715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표의 핵심을</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설명해줘.”</a:t>
            </a:r>
          </a:p>
        </p:txBody>
      </p:sp>
      <p:sp>
        <p:nvSpPr>
          <p:cNvPr id="17" name="scene-1-behavior">
            <a:extLst xmlns:a="http://schemas.openxmlformats.org/drawingml/2006/main">
              <a:ext uri="{FF2B5EF4-FFF2-40B4-BE49-F238E27FC236}">
                <a16:creationId xmlns:a16="http://schemas.microsoft.com/office/drawing/2014/main" id="{D24BD105-AA78-44A0-83C1-FE0B8B4F10B1}"/>
              </a:ext>
            </a:extLst>
          </p:cNvPr>
          <p:cNvSpPr>
            <a:spLocks xmlns:a="http://schemas.openxmlformats.org/drawingml/2006/main" noGrp="1"/>
          </p:cNvSpPr>
          <p:nvPr/>
        </p:nvSpPr>
        <p:spPr>
          <a:xfrm xmlns:a="http://schemas.openxmlformats.org/drawingml/2006/main">
            <a:off x="5715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당시 화면의 표를 지정</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VIA가 핵심을 직접 설명</a:t>
            </a:r>
          </a:p>
        </p:txBody>
      </p:sp>
      <p:sp>
        <p:nvSpPr>
          <p:cNvPr id="18" name="scene-2-heading">
            <a:extLst xmlns:a="http://schemas.openxmlformats.org/drawingml/2006/main">
              <a:ext uri="{FF2B5EF4-FFF2-40B4-BE49-F238E27FC236}">
                <a16:creationId xmlns:a16="http://schemas.microsoft.com/office/drawing/2014/main" id="{F444B45D-43D8-4C1A-8A6A-75510E1BFE21}"/>
              </a:ext>
            </a:extLst>
          </p:cNvPr>
          <p:cNvSpPr>
            <a:spLocks xmlns:a="http://schemas.openxmlformats.org/drawingml/2006/main" noGrp="1"/>
          </p:cNvSpPr>
          <p:nvPr/>
        </p:nvSpPr>
        <p:spPr>
          <a:xfrm xmlns:a="http://schemas.openxmlformats.org/drawingml/2006/main">
            <a:off x="40576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② 두 업무를 위임</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d0fe689e32e4185"/>
          <a:stretch xmlns:a="http://schemas.openxmlformats.org/drawingml/2006/main"/>
        </p:blipFill>
        <p:spPr>
          <a:xfrm xmlns:a="http://schemas.openxmlformats.org/drawingml/2006/main">
            <a:off x="4057650" y="2686050"/>
            <a:ext cx="3200400" cy="2400300"/>
          </a:xfrm>
          <a:prstGeom xmlns:a="http://schemas.openxmlformats.org/drawingml/2006/main" prst="rect">
            <a:avLst/>
          </a:prstGeom>
        </p:spPr>
      </p:pic>
      <p:sp>
        <p:nvSpPr>
          <p:cNvPr id="20" name="scene-2-quote">
            <a:extLst xmlns:a="http://schemas.openxmlformats.org/drawingml/2006/main">
              <a:ext uri="{FF2B5EF4-FFF2-40B4-BE49-F238E27FC236}">
                <a16:creationId xmlns:a16="http://schemas.microsoft.com/office/drawing/2014/main" id="{5C2FC624-B809-4890-B7CF-A40661BCF06A}"/>
              </a:ext>
            </a:extLst>
          </p:cNvPr>
          <p:cNvSpPr>
            <a:spLocks xmlns:a="http://schemas.openxmlformats.org/drawingml/2006/main" noGrp="1"/>
          </p:cNvSpPr>
          <p:nvPr/>
        </p:nvSpPr>
        <p:spPr>
          <a:xfrm xmlns:a="http://schemas.openxmlformats.org/drawingml/2006/main">
            <a:off x="40576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내용으로 PDF</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회의 안내 메일은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초안만 작성해줘.”</a:t>
            </a:r>
          </a:p>
        </p:txBody>
      </p:sp>
      <p:sp>
        <p:nvSpPr>
          <p:cNvPr id="21" name="scene-2-behavior">
            <a:extLst xmlns:a="http://schemas.openxmlformats.org/drawingml/2006/main">
              <a:ext uri="{FF2B5EF4-FFF2-40B4-BE49-F238E27FC236}">
                <a16:creationId xmlns:a16="http://schemas.microsoft.com/office/drawing/2014/main" id="{B49DEA0C-5527-4A70-B806-7F62CFCE5A8F}"/>
              </a:ext>
            </a:extLst>
          </p:cNvPr>
          <p:cNvSpPr>
            <a:spLocks xmlns:a="http://schemas.openxmlformats.org/drawingml/2006/main" noGrp="1"/>
          </p:cNvSpPr>
          <p:nvPr/>
        </p:nvSpPr>
        <p:spPr>
          <a:xfrm xmlns:a="http://schemas.openxmlformats.org/drawingml/2006/main">
            <a:off x="40576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앞선 설명으로 두 업무 위임</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PDF와 ‘초안만’ 조건 보존</a:t>
            </a:r>
          </a:p>
        </p:txBody>
      </p:sp>
      <p:sp>
        <p:nvSpPr>
          <p:cNvPr id="22" name="scene-3-heading">
            <a:extLst xmlns:a="http://schemas.openxmlformats.org/drawingml/2006/main">
              <a:ext uri="{FF2B5EF4-FFF2-40B4-BE49-F238E27FC236}">
                <a16:creationId xmlns:a16="http://schemas.microsoft.com/office/drawing/2014/main" id="{5955D440-3682-4EF4-BF97-B254C94F2564}"/>
              </a:ext>
            </a:extLst>
          </p:cNvPr>
          <p:cNvSpPr>
            <a:spLocks xmlns:a="http://schemas.openxmlformats.org/drawingml/2006/main" noGrp="1"/>
          </p:cNvSpPr>
          <p:nvPr/>
        </p:nvSpPr>
        <p:spPr>
          <a:xfrm xmlns:a="http://schemas.openxmlformats.org/drawingml/2006/main">
            <a:off x="75438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③ 말하는 도중 정정</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c14f194c893430b"/>
          <a:stretch xmlns:a="http://schemas.openxmlformats.org/drawingml/2006/main"/>
        </p:blipFill>
        <p:spPr>
          <a:xfrm xmlns:a="http://schemas.openxmlformats.org/drawingml/2006/main">
            <a:off x="7543800" y="2686050"/>
            <a:ext cx="3200400" cy="2400300"/>
          </a:xfrm>
          <a:prstGeom xmlns:a="http://schemas.openxmlformats.org/drawingml/2006/main" prst="rect">
            <a:avLst/>
          </a:prstGeom>
        </p:spPr>
      </p:pic>
      <p:sp>
        <p:nvSpPr>
          <p:cNvPr id="24" name="scene-3-quote">
            <a:extLst xmlns:a="http://schemas.openxmlformats.org/drawingml/2006/main">
              <a:ext uri="{FF2B5EF4-FFF2-40B4-BE49-F238E27FC236}">
                <a16:creationId xmlns:a16="http://schemas.microsoft.com/office/drawing/2014/main" id="{CCE8EA90-40AF-42D8-8483-731D01F7CDF7}"/>
              </a:ext>
            </a:extLst>
          </p:cNvPr>
          <p:cNvSpPr>
            <a:spLocks xmlns:a="http://schemas.openxmlformats.org/drawingml/2006/main" noGrp="1"/>
          </p:cNvSpPr>
          <p:nvPr/>
        </p:nvSpPr>
        <p:spPr>
          <a:xfrm xmlns:a="http://schemas.openxmlformats.org/drawingml/2006/main">
            <a:off x="75438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“잠깐, 보고서는 지난번</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고친 형식으로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메일은 그대로 진행해.”</a:t>
            </a:r>
          </a:p>
        </p:txBody>
      </p:sp>
      <p:sp>
        <p:nvSpPr>
          <p:cNvPr id="25" name="scene-3-behavior">
            <a:extLst xmlns:a="http://schemas.openxmlformats.org/drawingml/2006/main">
              <a:ext uri="{FF2B5EF4-FFF2-40B4-BE49-F238E27FC236}">
                <a16:creationId xmlns:a16="http://schemas.microsoft.com/office/drawing/2014/main" id="{CCA6DEBB-4F56-42DC-AD0B-4607FC971EBD}"/>
              </a:ext>
            </a:extLst>
          </p:cNvPr>
          <p:cNvSpPr>
            <a:spLocks xmlns:a="http://schemas.openxmlformats.org/drawingml/2006/main" noGrp="1"/>
          </p:cNvSpPr>
          <p:nvPr/>
        </p:nvSpPr>
        <p:spPr>
          <a:xfrm xmlns:a="http://schemas.openxmlformats.org/drawingml/2006/main">
            <a:off x="75438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 응답을 즉시 중단</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보고서의 형식만 변경</a:t>
            </a:r>
          </a:p>
        </p:txBody>
      </p:sp>
      <p:sp>
        <p:nvSpPr>
          <p:cNvPr id="26" name="scene-4-heading">
            <a:extLst xmlns:a="http://schemas.openxmlformats.org/drawingml/2006/main">
              <a:ext uri="{FF2B5EF4-FFF2-40B4-BE49-F238E27FC236}">
                <a16:creationId xmlns:a16="http://schemas.microsoft.com/office/drawing/2014/main" id="{9DB00A0E-71FC-453F-80B7-2DD7772B4A75}"/>
              </a:ext>
            </a:extLst>
          </p:cNvPr>
          <p:cNvSpPr>
            <a:spLocks xmlns:a="http://schemas.openxmlformats.org/drawingml/2006/main" noGrp="1"/>
          </p:cNvSpPr>
          <p:nvPr/>
        </p:nvSpPr>
        <p:spPr>
          <a:xfrm xmlns:a="http://schemas.openxmlformats.org/drawingml/2006/main">
            <a:off x="110299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④ 해당 업무에 답변</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26c21a837c1492e"/>
          <a:stretch xmlns:a="http://schemas.openxmlformats.org/drawingml/2006/main"/>
        </p:blipFill>
        <p:spPr>
          <a:xfrm xmlns:a="http://schemas.openxmlformats.org/drawingml/2006/main">
            <a:off x="11029950" y="2686050"/>
            <a:ext cx="3200400" cy="2400300"/>
          </a:xfrm>
          <a:prstGeom xmlns:a="http://schemas.openxmlformats.org/drawingml/2006/main" prst="rect">
            <a:avLst/>
          </a:prstGeom>
        </p:spPr>
      </p:pic>
      <p:sp>
        <p:nvSpPr>
          <p:cNvPr id="28" name="scene-4-quote">
            <a:extLst xmlns:a="http://schemas.openxmlformats.org/drawingml/2006/main">
              <a:ext uri="{FF2B5EF4-FFF2-40B4-BE49-F238E27FC236}">
                <a16:creationId xmlns:a16="http://schemas.microsoft.com/office/drawing/2014/main" id="{4D94570C-5467-41D6-8C6E-E2AAAF0ADD90}"/>
              </a:ext>
            </a:extLst>
          </p:cNvPr>
          <p:cNvSpPr>
            <a:spLocks xmlns:a="http://schemas.openxmlformats.org/drawingml/2006/main" noGrp="1"/>
          </p:cNvSpPr>
          <p:nvPr/>
        </p:nvSpPr>
        <p:spPr>
          <a:xfrm xmlns:a="http://schemas.openxmlformats.org/drawingml/2006/main">
            <a:off x="110299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VIA “초안의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받는 사람은?”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사용자 “영업팀.”</a:t>
            </a:r>
          </a:p>
        </p:txBody>
      </p:sp>
      <p:sp>
        <p:nvSpPr>
          <p:cNvPr id="29" name="scene-4-behavior">
            <a:extLst xmlns:a="http://schemas.openxmlformats.org/drawingml/2006/main">
              <a:ext uri="{FF2B5EF4-FFF2-40B4-BE49-F238E27FC236}">
                <a16:creationId xmlns:a16="http://schemas.microsoft.com/office/drawing/2014/main" id="{35249B1C-946B-40EB-964E-37DBC59AE3A6}"/>
              </a:ext>
            </a:extLst>
          </p:cNvPr>
          <p:cNvSpPr>
            <a:spLocks xmlns:a="http://schemas.openxmlformats.org/drawingml/2006/main" noGrp="1"/>
          </p:cNvSpPr>
          <p:nvPr/>
        </p:nvSpPr>
        <p:spPr>
          <a:xfrm xmlns:a="http://schemas.openxmlformats.org/drawingml/2006/main">
            <a:off x="110299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정정 중 도착한 질문을 보류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발화 후 메일에 답변 연결</a:t>
            </a:r>
          </a:p>
        </p:txBody>
      </p:sp>
      <p:sp>
        <p:nvSpPr>
          <p:cNvPr id="30" name="scene-5-heading">
            <a:extLst xmlns:a="http://schemas.openxmlformats.org/drawingml/2006/main">
              <a:ext uri="{FF2B5EF4-FFF2-40B4-BE49-F238E27FC236}">
                <a16:creationId xmlns:a16="http://schemas.microsoft.com/office/drawing/2014/main" id="{D2E74A05-3BE2-41CD-A790-11D160FBE758}"/>
              </a:ext>
            </a:extLst>
          </p:cNvPr>
          <p:cNvSpPr>
            <a:spLocks xmlns:a="http://schemas.openxmlformats.org/drawingml/2006/main" noGrp="1"/>
          </p:cNvSpPr>
          <p:nvPr/>
        </p:nvSpPr>
        <p:spPr>
          <a:xfrm xmlns:a="http://schemas.openxmlformats.org/drawingml/2006/main">
            <a:off x="145161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⑤ Text로 상태 확인</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e7e7daa896bb48e9"/>
          <a:stretch xmlns:a="http://schemas.openxmlformats.org/drawingml/2006/main"/>
        </p:blipFill>
        <p:spPr>
          <a:xfrm xmlns:a="http://schemas.openxmlformats.org/drawingml/2006/main">
            <a:off x="14516100" y="2686050"/>
            <a:ext cx="3200400" cy="2400300"/>
          </a:xfrm>
          <a:prstGeom xmlns:a="http://schemas.openxmlformats.org/drawingml/2006/main" prst="rect">
            <a:avLst/>
          </a:prstGeom>
        </p:spPr>
      </p:pic>
      <p:sp>
        <p:nvSpPr>
          <p:cNvPr id="32" name="scene-5-quote">
            <a:extLst xmlns:a="http://schemas.openxmlformats.org/drawingml/2006/main">
              <a:ext uri="{FF2B5EF4-FFF2-40B4-BE49-F238E27FC236}">
                <a16:creationId xmlns:a16="http://schemas.microsoft.com/office/drawing/2014/main" id="{893A4672-D5DF-455D-940A-8A6C3023211E}"/>
              </a:ext>
            </a:extLst>
          </p:cNvPr>
          <p:cNvSpPr>
            <a:spLocks xmlns:a="http://schemas.openxmlformats.org/drawingml/2006/main" noGrp="1"/>
          </p:cNvSpPr>
          <p:nvPr/>
        </p:nvSpPr>
        <p:spPr>
          <a:xfrm xmlns:a="http://schemas.openxmlformats.org/drawingml/2006/main">
            <a:off x="145161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“아까 보고서</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어디까지 됐어?”</a:t>
            </a:r>
          </a:p>
        </p:txBody>
      </p:sp>
      <p:sp>
        <p:nvSpPr>
          <p:cNvPr id="33" name="scene-5-behavior">
            <a:extLst xmlns:a="http://schemas.openxmlformats.org/drawingml/2006/main">
              <a:ext uri="{FF2B5EF4-FFF2-40B4-BE49-F238E27FC236}">
                <a16:creationId xmlns:a16="http://schemas.microsoft.com/office/drawing/2014/main" id="{58D903F9-C2B1-4D00-91ED-95DE64352D92}"/>
              </a:ext>
            </a:extLst>
          </p:cNvPr>
          <p:cNvSpPr>
            <a:spLocks xmlns:a="http://schemas.openxmlformats.org/drawingml/2006/main" noGrp="1"/>
          </p:cNvSpPr>
          <p:nvPr/>
        </p:nvSpPr>
        <p:spPr>
          <a:xfrm xmlns:a="http://schemas.openxmlformats.org/drawingml/2006/main">
            <a:off x="145161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음성을 끄고 Text로 전환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기존 업무의 확인된 상태 전달</a:t>
            </a:r>
          </a:p>
        </p:txBody>
      </p:sp>
      <p:graphicFrame>
        <p:nvGraphicFramePr>
          <p:cNvPr id="70" name=""/>
          <p:cNvGraphicFramePr/>
          <p:nvPr/>
        </p:nvGraphicFramePr>
        <p:xfrm>
          <a:off xmlns:a="http://schemas.openxmlformats.org/drawingml/2006/main" x="571500" y="8343900"/>
          <a:ext xmlns:a="http://schemas.openxmlformats.org/drawingml/2006/main" cx="17145000" cy="1285875"/>
        </p:xfrm>
        <a:graphic xmlns:a="http://schemas.openxmlformats.org/drawingml/2006/main">
          <a:graphicData uri="http://schemas.openxmlformats.org/drawingml/2006/table">
            <a:tbl>
              <a:tblPr firstRow="0" bandRow="0"/>
              <a:tblGrid>
                <a:gridCol w="3486150"/>
                <a:gridCol w="3414712"/>
                <a:gridCol w="3414712"/>
                <a:gridCol w="3414712"/>
                <a:gridCol w="3414712"/>
              </a:tblGrid>
              <a:tr h="428625">
                <a:tc>
                  <a:txBody>
                    <a:bodyPr/>
                    <a:lstStyle/>
                    <a:p>
                      <a:pPr algn="l"/>
                      <a:r>
                        <a:rPr sz="1912"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12"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12"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5" name="role-boundary">
            <a:extLst xmlns:a="http://schemas.openxmlformats.org/drawingml/2006/main">
              <a:ext uri="{FF2B5EF4-FFF2-40B4-BE49-F238E27FC236}">
                <a16:creationId xmlns:a16="http://schemas.microsoft.com/office/drawing/2014/main" id="{18F976E7-BC2C-4ABE-97FC-1718E9E62D45}"/>
              </a:ext>
            </a:extLst>
          </p:cNvPr>
          <p:cNvSpPr>
            <a:spLocks xmlns:a="http://schemas.openxmlformats.org/drawingml/2006/main" noGrp="1"/>
          </p:cNvSpPr>
          <p:nvPr/>
        </p:nvSpPr>
        <p:spPr>
          <a:xfrm xmlns:a="http://schemas.openxmlformats.org/drawingml/2006/main">
            <a:off x="671512" y="9858375"/>
            <a:ext cx="16573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688" b="0">
                <a:solidFill>
                  <a:srgbClr val="657079"/>
                </a:solidFill>
                <a:latin typeface="Apple SD Gothic Neo"/>
                <a:ea typeface="Apple SD Gothic Neo"/>
                <a:cs typeface="Apple SD Gothic Neo"/>
              </a:defRPr>
            </a:pPr>
            <a:r>
              <a:rPr sz="1688"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6" name="page-number">
            <a:extLst xmlns:a="http://schemas.openxmlformats.org/drawingml/2006/main">
              <a:ext uri="{FF2B5EF4-FFF2-40B4-BE49-F238E27FC236}">
                <a16:creationId xmlns:a16="http://schemas.microsoft.com/office/drawing/2014/main" id="{0247B05C-8071-4B4A-91A2-F4EFB8862C21}"/>
              </a:ext>
            </a:extLst>
          </p:cNvPr>
          <p:cNvSpPr>
            <a:spLocks xmlns:a="http://schemas.openxmlformats.org/drawingml/2006/main" noGrp="1"/>
          </p:cNvSpPr>
          <p:nvPr/>
        </p:nvSpPr>
        <p:spPr>
          <a:xfrm xmlns:a="http://schemas.openxmlformats.org/drawingml/2006/main">
            <a:off x="17630775" y="9858375"/>
            <a:ext cx="228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4</a:t>
            </a:r>
          </a:p>
        </p:txBody>
      </p:sp>
    </p:spTree>
    <p:extLst>
      <p:ext uri="{BB962C8B-B14F-4D97-AF65-F5344CB8AC3E}">
        <p14:creationId xmlns:p14="http://schemas.microsoft.com/office/powerpoint/2010/main" val="679796911"/>
      </p:ext>
    </p:extLst>
  </p:cSld>
</p:sld>
</file>

<file path=ppt/slides/slide5.xml><?xml version="1.0" encoding="utf-8"?>
<p:sld xmlns:p="http://schemas.openxmlformats.org/presentationml/2006/main">
  <p:cSld name="functional-requirements">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092BEB7-8E0A-41CB-A00E-B902962BF04A}"/>
              </a:ext>
            </a:extLst>
          </p:cNvPr>
          <p:cNvSpPr>
            <a:spLocks xmlns:a="http://schemas.openxmlformats.org/drawingml/2006/main" noGrp="1"/>
          </p:cNvSpPr>
          <p:nvPr/>
        </p:nvSpPr>
        <p:spPr>
          <a:xfrm xmlns:a="http://schemas.openxmlformats.org/drawingml/2006/main">
            <a:off x="457200" y="304800"/>
            <a:ext cx="17373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2" name="functional-heading">
            <a:extLst xmlns:a="http://schemas.openxmlformats.org/drawingml/2006/main">
              <a:ext uri="{FF2B5EF4-FFF2-40B4-BE49-F238E27FC236}">
                <a16:creationId xmlns:a16="http://schemas.microsoft.com/office/drawing/2014/main" id="{D342F900-6824-479E-8844-5EB8A5366A74}"/>
              </a:ext>
            </a:extLst>
          </p:cNvPr>
          <p:cNvSpPr>
            <a:spLocks xmlns:a="http://schemas.openxmlformats.org/drawingml/2006/main" noGrp="1"/>
          </p:cNvSpPr>
          <p:nvPr/>
        </p:nvSpPr>
        <p:spPr>
          <a:xfrm xmlns:a="http://schemas.openxmlformats.org/drawingml/2006/main">
            <a:off x="457200" y="1266825"/>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9" name=""/>
          <p:cNvGraphicFramePr/>
          <p:nvPr/>
        </p:nvGraphicFramePr>
        <p:xfrm>
          <a:off xmlns:a="http://schemas.openxmlformats.org/drawingml/2006/main" x="457200" y="1809750"/>
          <a:ext xmlns:a="http://schemas.openxmlformats.org/drawingml/2006/main" cx="17373600" cy="499110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175"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175"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175"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175"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여러 업무의 질문, 진행 상황, 결과와 사용자 후속 지시를 각각</a:t>
                      </a:r>
                    </a:p>
                    <a:p>
                      <a:pPr algn="l"/>
                      <a:r>
                        <a:rPr sz="2175"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음성 연결 종료, 대화 전환 또는 VIA 재시작 이후에도 기존 업무를</a:t>
                      </a:r>
                    </a:p>
                    <a:p>
                      <a:pPr algn="l"/>
                      <a:r>
                        <a:rPr sz="2175"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이전 대화의 정정 내용, 업무 결과와 허용된 사용자 기억을</a:t>
                      </a:r>
                    </a:p>
                    <a:p>
                      <a:pPr algn="l"/>
                      <a:r>
                        <a:rPr sz="2175"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4" name="constraints-heading">
            <a:extLst xmlns:a="http://schemas.openxmlformats.org/drawingml/2006/main">
              <a:ext uri="{FF2B5EF4-FFF2-40B4-BE49-F238E27FC236}">
                <a16:creationId xmlns:a16="http://schemas.microsoft.com/office/drawing/2014/main" id="{D36FAAF4-C26E-41F6-BBE5-D3138EC855F1}"/>
              </a:ext>
            </a:extLst>
          </p:cNvPr>
          <p:cNvSpPr>
            <a:spLocks xmlns:a="http://schemas.openxmlformats.org/drawingml/2006/main" noGrp="1"/>
          </p:cNvSpPr>
          <p:nvPr/>
        </p:nvSpPr>
        <p:spPr>
          <a:xfrm xmlns:a="http://schemas.openxmlformats.org/drawingml/2006/main">
            <a:off x="457200" y="7162800"/>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11" name=""/>
          <p:cNvGraphicFramePr/>
          <p:nvPr/>
        </p:nvGraphicFramePr>
        <p:xfrm>
          <a:off xmlns:a="http://schemas.openxmlformats.org/drawingml/2006/main" x="457200" y="7686675"/>
          <a:ext xmlns:a="http://schemas.openxmlformats.org/drawingml/2006/main" cx="17373600" cy="207645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175"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175"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175"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175"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1950" b="0">
                          <a:solidFill>
                            <a:srgbClr val="202B35"/>
                          </a:solidFill>
                          <a:latin typeface="Apple SD Gothic Neo"/>
                          <a:ea typeface="Apple SD Gothic Neo"/>
                          <a:cs typeface="Apple SD Gothic Neo"/>
                        </a:rPr>
                        <a:t>04-41, 04-44,</a:t>
                      </a:r>
                    </a:p>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175"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175"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175" b="0">
                          <a:solidFill>
                            <a:srgbClr val="202B35"/>
                          </a:solidFill>
                          <a:latin typeface="Apple SD Gothic Neo"/>
                          <a:ea typeface="Apple SD Gothic Neo"/>
                          <a:cs typeface="Apple SD Gothic Neo"/>
                        </a:rPr>
                        <a:t>실제 업무 수행에 필요한 도메인 추론, 계획, 도구 선택과 실행은</a:t>
                      </a:r>
                    </a:p>
                    <a:p>
                      <a:pPr algn="l"/>
                      <a:r>
                        <a:rPr sz="2175"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1950" b="0">
                          <a:solidFill>
                            <a:srgbClr val="202B35"/>
                          </a:solidFill>
                          <a:latin typeface="Apple SD Gothic Neo"/>
                          <a:ea typeface="Apple SD Gothic Neo"/>
                          <a:cs typeface="Apple SD Gothic Neo"/>
                        </a:rPr>
                        <a:t>04-41, 04-42,</a:t>
                      </a:r>
                    </a:p>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6" name="mapping-boundary">
            <a:extLst xmlns:a="http://schemas.openxmlformats.org/drawingml/2006/main">
              <a:ext uri="{FF2B5EF4-FFF2-40B4-BE49-F238E27FC236}">
                <a16:creationId xmlns:a16="http://schemas.microsoft.com/office/drawing/2014/main" id="{07A64B9E-7E9D-41F7-8E41-80C979F479C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86878"/>
                </a:solidFill>
                <a:latin typeface="Apple SD Gothic Neo"/>
                <a:ea typeface="Apple SD Gothic Neo"/>
                <a:cs typeface="Apple SD Gothic Neo"/>
              </a:defRPr>
            </a:pPr>
            <a:r>
              <a:rPr sz="1725"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Tree>
    <p:extLst>
      <p:ext uri="{BB962C8B-B14F-4D97-AF65-F5344CB8AC3E}">
        <p14:creationId xmlns:p14="http://schemas.microsoft.com/office/powerpoint/2010/main" val="1503880560"/>
      </p:ext>
    </p:extLst>
  </p:cSld>
</p:sld>
</file>

<file path=ppt/slides/slide6.xml><?xml version="1.0" encoding="utf-8"?>
<p:sld xmlns:p="http://schemas.openxmlformats.org/presentationml/2006/main">
  <p:cSld name="quality-01-03">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47C90FA-CC78-4FE4-BB65-C5695A80957C}"/>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1AE99F0D-1516-4243-8AA2-E5731C72807E}"/>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4DB649A-571F-4189-B090-07C989DEC29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08F1D3F3-1A1B-4338-87BE-7C207667BD5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064941F4-6E33-466E-95E4-0C2FC73BDA93}"/>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CF41FBD7-DE2E-4A7B-B884-B8962A1AE515}"/>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354158922"/>
      </p:ext>
    </p:extLst>
  </p:cSld>
</p:sld>
</file>

<file path=ppt/slides/slide7.xml><?xml version="1.0" encoding="utf-8"?>
<p:sld xmlns:p="http://schemas.openxmlformats.org/presentationml/2006/main">
  <p:cSld name="quality-04-06">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7C103DE-C20F-43E0-AFE4-8567DC06D3B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3B5E52BE-6306-46D5-8F90-0A9C27BA5EB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100A0F0-E488-48F8-A363-788164D86B2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5FCFC1A5-4B22-4A58-A4BA-F5FC31B3461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43F222AB-BDF3-43BE-B5EA-191BCB45DCB2}"/>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69BC8A58-5AA0-4B2D-847A-805E0A30BBB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472402474"/>
      </p:ext>
    </p:extLst>
  </p:cSld>
</p:sld>
</file>

<file path=ppt/slides/slide8.xml><?xml version="1.0" encoding="utf-8"?>
<p:sld xmlns:p="http://schemas.openxmlformats.org/presentationml/2006/main">
  <p:cSld name="quality-workloa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9BF6C8A-36F1-448D-9E16-98D569923FA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1D162C15-51BB-482C-8E83-01F46E02137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25B0E3C-3659-4308-9767-B6A2E3CC0F66}"/>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715F801B-A56C-4EF6-8168-D77794205A93}"/>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7B1BEB6F-27EB-4E38-8BAA-4D03DD34B145}"/>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25"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25"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S1~S6: 2 / 5 / 3 / 3 / 4 / 4개 = 21개</a:t>
                      </a:r>
                    </a:p>
                    <a:p>
                      <a:pPr algn="l"/>
                      <a:r>
                        <a:rPr sz="2025"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DP-41/42/44/45의 실제 기제 경로</a:t>
                      </a:r>
                    </a:p>
                    <a:p>
                      <a:pPr algn="l"/>
                      <a:r>
                        <a:rPr sz="2025"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각 활동에서 21개를 한 번씩, 전체 5회 독립 초기화</a:t>
                      </a:r>
                    </a:p>
                    <a:p>
                      <a:pPr algn="l"/>
                      <a:r>
                        <a:rPr sz="2025"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사용자 목표 19 + Agent 단독 2장면</a:t>
                      </a:r>
                    </a:p>
                    <a:p>
                      <a:pPr algn="l"/>
                      <a:r>
                        <a:rPr sz="2025"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모든 21사례의 6조건 × 5회</a:t>
                      </a:r>
                    </a:p>
                    <a:p>
                      <a:pPr algn="l"/>
                      <a:r>
                        <a:rPr sz="2025"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105시나리오 / 630조건</a:t>
                      </a:r>
                    </a:p>
                    <a:p>
                      <a:pPr algn="l"/>
                      <a:r>
                        <a:rPr sz="2025"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25"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P21 전체 5회: 비용 평균 / 메모리 최대</a:t>
                      </a:r>
                    </a:p>
                    <a:p>
                      <a:pPr algn="l"/>
                      <a:r>
                        <a:rPr sz="2025"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비용 ≤$0.50/P21 / commit ≤4GiB</a:t>
                      </a:r>
                    </a:p>
                    <a:p>
                      <a:pPr algn="l"/>
                      <a:r>
                        <a:rPr sz="2025"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과거 2,000turn / 완료 Task 200 / 원본 30개</a:t>
                      </a:r>
                    </a:p>
                    <a:p>
                      <a:pPr algn="l"/>
                      <a:r>
                        <a:rPr sz="2025"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초기/미사용 생산, 재사용, 첫 사용, 집중 도착</a:t>
                      </a:r>
                    </a:p>
                    <a:p>
                      <a:pPr algn="l"/>
                      <a:r>
                        <a:rPr sz="2025"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25"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원본 갱신 4건 / maintenance 2회 / B04 철회</a:t>
                      </a:r>
                    </a:p>
                    <a:p>
                      <a:pPr algn="l"/>
                      <a:r>
                        <a:rPr sz="2025"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일반 ≥100/105 ≤2초 / 집중 30/30 ≤5초</a:t>
                      </a:r>
                    </a:p>
                    <a:p>
                      <a:pPr algn="l"/>
                      <a:r>
                        <a:rPr sz="2025"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39BA2169-894D-41BA-AEB7-90A442B854A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69634054"/>
      </p:ext>
    </p:extLst>
  </p:cSld>
</p:sld>
</file>

<file path=ppt/slides/slide9.xml><?xml version="1.0" encoding="utf-8"?>
<p:sld xmlns:p="http://schemas.openxmlformats.org/presentationml/2006/main">
  <p:cSld name="quality-cases-01-07">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CA25E5A-8AF1-4A85-BFAE-128D0EAED6B6}"/>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D8B2BF30-10F8-4666-A991-DD69AEFAA04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5DD6C4A9-68D5-4069-BFD1-361F013658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6B5013C6-3440-4E93-BEE4-A554673FA597}"/>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1BA199DD-AF3B-4188-AA0B-0A5549459B40}"/>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제한된 정보 조회</a:t>
                      </a:r>
                    </a:p>
                    <a:p>
                      <a:pPr algn="l"/>
                      <a:r>
                        <a:rPr sz="1875"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보고서 업무 위임</a:t>
                      </a:r>
                    </a:p>
                    <a:p>
                      <a:pPr algn="l"/>
                      <a:r>
                        <a:rPr sz="1875"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두 표 지칭</a:t>
                      </a:r>
                    </a:p>
                    <a:p>
                      <a:pPr algn="l"/>
                      <a:r>
                        <a:rPr sz="1875"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과거 설명과 두 업무 결과 재사용</a:t>
                      </a:r>
                    </a:p>
                    <a:p>
                      <a:pPr algn="l"/>
                      <a:r>
                        <a:rPr sz="1875"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갱신된 원본의 과거 값 지정</a:t>
                      </a:r>
                    </a:p>
                    <a:p>
                      <a:pPr algn="l"/>
                      <a:r>
                        <a:rPr sz="1875"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같은 과거 근거의 두 번째 사용</a:t>
                      </a:r>
                    </a:p>
                    <a:p>
                      <a:pPr algn="l"/>
                      <a:r>
                        <a:rPr sz="1875"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새로 도착한 과거 근거의 첫 사용</a:t>
                      </a:r>
                    </a:p>
                    <a:p>
                      <a:pPr algn="l"/>
                      <a:r>
                        <a:rPr sz="1875"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A6B92724-953C-4F37-94B1-B29C9617062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824767429"/>
      </p:ext>
    </p:extLst>
  </p:cSld>
</p:sld>
</file>

<file path=ppt/slides/slide10.xml><?xml version="1.0" encoding="utf-8"?>
<p:sld xmlns:p="http://schemas.openxmlformats.org/presentationml/2006/main">
  <p:cSld name="quality-cases-08-14">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3F8AE79-2A44-428B-9C43-C5625456750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83645662-0D03-4338-9BD3-D926F34AFFE6}"/>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8EF74869-695E-40BF-8AE2-F2DAB4DE3D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772EAC89-9866-45D3-9B68-B1616A6F3F4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6D24104C-4BAD-4D68-BA51-2D7766489DF9}"/>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독립된 두 조회 요청</a:t>
                      </a:r>
                    </a:p>
                    <a:p>
                      <a:pPr algn="l"/>
                      <a:r>
                        <a:rPr sz="1875"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요약 산출물에 의존하는 메일</a:t>
                      </a:r>
                    </a:p>
                    <a:p>
                      <a:pPr algn="l"/>
                      <a:r>
                        <a:rPr sz="1875"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일정 조건의 변경 재확인</a:t>
                      </a:r>
                    </a:p>
                    <a:p>
                      <a:pPr algn="l"/>
                      <a:r>
                        <a:rPr sz="1875"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부분 정정과 늦은 후보</a:t>
                      </a:r>
                    </a:p>
                    <a:p>
                      <a:pPr algn="l"/>
                      <a:r>
                        <a:rPr sz="1875"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중단 뒤 지정 수치 설명</a:t>
                      </a:r>
                    </a:p>
                    <a:p>
                      <a:pPr algn="l"/>
                      <a:r>
                        <a:rPr sz="1875"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특정 업무 취소와 접수 미확인</a:t>
                      </a:r>
                    </a:p>
                    <a:p>
                      <a:pPr algn="l"/>
                      <a:r>
                        <a:rPr sz="1875"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교차 질문과 철회</a:t>
                      </a:r>
                    </a:p>
                    <a:p>
                      <a:pPr algn="l"/>
                      <a:r>
                        <a:rPr sz="1875"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519DFFFF-4FC5-46B4-9804-E4C74916C347}"/>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81329138"/>
      </p:ext>
    </p:extLst>
  </p:cSld>
</p:sld>
</file>

<file path=ppt/slides/slide11.xml><?xml version="1.0" encoding="utf-8"?>
<p:sld xmlns:p="http://schemas.openxmlformats.org/presentationml/2006/main">
  <p:cSld name="quality-cases-15-21">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61AAF9F-987B-4066-AD76-7B41C88699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B08C06BE-DC12-4369-B694-4C12A1C9C4F8}"/>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FEC782-46B0-40E3-82F7-0BF23FA4470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1CF8123F-5FA8-4B92-8A5C-1CB2DFED53D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D4BD1A16-64DC-4C7E-B119-4D44B42C895D}"/>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역전과 중복</a:t>
                      </a:r>
                    </a:p>
                    <a:p>
                      <a:pPr algn="l"/>
                      <a:r>
                        <a:rPr sz="1875"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종료 중 결과와 재연결</a:t>
                      </a:r>
                    </a:p>
                    <a:p>
                      <a:pPr algn="l"/>
                      <a:r>
                        <a:rPr sz="1875"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도착 → Text 전달 (1)</a:t>
                      </a:r>
                    </a:p>
                    <a:p>
                      <a:pPr algn="l"/>
                      <a:r>
                        <a:rPr sz="1875"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네 Agent 사건과 보고서 정정</a:t>
                      </a:r>
                    </a:p>
                    <a:p>
                      <a:pPr algn="l"/>
                      <a:r>
                        <a:rPr sz="1875"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끼어들기 → local stop (1)</a:t>
                      </a:r>
                    </a:p>
                    <a:p>
                      <a:pPr algn="l"/>
                      <a:r>
                        <a:rPr sz="1875"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모호한 과거 보고서 확인</a:t>
                      </a:r>
                    </a:p>
                    <a:p>
                      <a:pPr algn="l"/>
                      <a:r>
                        <a:rPr sz="1875"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철회된 질문 답변과 승인 범위</a:t>
                      </a:r>
                    </a:p>
                    <a:p>
                      <a:pPr algn="l"/>
                      <a:r>
                        <a:rPr sz="1875"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필요한 자료의 접근 거부</a:t>
                      </a:r>
                    </a:p>
                    <a:p>
                      <a:pPr algn="l"/>
                      <a:r>
                        <a:rPr sz="1875"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41/42/45</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실제 제시된 유효 질문에 답변</a:t>
                      </a:r>
                    </a:p>
                    <a:p>
                      <a:pPr algn="l"/>
                      <a:r>
                        <a:rPr sz="1875"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EBA1B850-67B8-452E-9A4A-32B3B7F45FF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816452385"/>
      </p:ext>
    </p:extLst>
  </p:cSld>
</p:sld>
</file>

<file path=ppt/slides/slide12.xml><?xml version="1.0" encoding="utf-8"?>
<p:sld xmlns:p="http://schemas.openxmlformats.org/presentationml/2006/main">
  <p:cSld name="qa01-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E25C06-E5CA-476F-A633-2BD1B10D710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8BDB15C-A627-4787-88F7-325CA60B12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D045F8D-FC6C-4437-B489-2E9C0B9D8FE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250E3C5-71A5-4491-A172-D73A9B188B8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4F4FBA4-7775-4007-8FE5-74D06BEB2A4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101B979-2A7C-4A84-B8D1-3DC0ECB552F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C11987B-6FDE-46CB-893D-F9C842254C9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E4A2EFBA-7912-4515-B776-C159B66A17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92DFC6E-BF15-4B84-9457-7232D6A878D8}"/>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BA5601A4-4272-48B1-92A9-5CD8B24700B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BDB9455-1F15-4287-8C18-0F72A9C49BD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2F6EF77-1DEB-4104-9688-F546DC919A1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657752641"/>
      </p:ext>
    </p:extLst>
  </p:cSld>
</p:sld>
</file>

<file path=ppt/slides/slide13.xml><?xml version="1.0" encoding="utf-8"?>
<p:sld xmlns:p="http://schemas.openxmlformats.org/presentationml/2006/main">
  <p:cSld name="qa02-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2ED914C-9A92-4FAA-830C-04ECB4D70FC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DE3ACC-D15F-40C4-A07D-E8DDFCA7920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7C2DDAF-5705-4A8E-8556-126DCA9FCE4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7A0E684-A37B-49C0-8580-331DED886D7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3293F1B-DAA8-4775-A158-F9B38DE4589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230FCCF-A31F-45F7-9ED4-420D94528AE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1D6EB1E0-BE90-4A60-AECE-E0AA9E63226E}"/>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100/130/160 token/s는 가정, 목표 달성 미입증.</a:t>
            </a:r>
          </a:p>
        </p:txBody>
      </p:sp>
      <p:sp>
        <p:nvSpPr>
          <p:cNvPr id="9" name="calculation-title">
            <a:extLst xmlns:a="http://schemas.openxmlformats.org/drawingml/2006/main">
              <a:ext uri="{FF2B5EF4-FFF2-40B4-BE49-F238E27FC236}">
                <a16:creationId xmlns:a16="http://schemas.microsoft.com/office/drawing/2014/main" id="{6FD247FA-E006-4202-8592-C6F7A7F3613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≥100/105회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A67FD97-402E-414C-BD17-9859CC60DBDB}"/>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6026D55C-A68D-43D1-8DA1-F7B7D00960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B865EAA-81A1-4504-B2C5-0C2E99469C4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≥100/105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BF7E74E-74DC-4424-9EC7-FF7B4263E7B8}"/>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Qwen 공식 H20 속도 benchmark / 목표와 등급은 작성자 PoC 규칙, 실측 전</a:t>
            </a:r>
          </a:p>
        </p:txBody>
      </p:sp>
    </p:spTree>
    <p:extLst>
      <p:ext uri="{BB962C8B-B14F-4D97-AF65-F5344CB8AC3E}">
        <p14:creationId xmlns:p14="http://schemas.microsoft.com/office/powerpoint/2010/main" val="1176566213"/>
      </p:ext>
    </p:extLst>
  </p:cSld>
</p:sld>
</file>

<file path=ppt/slides/slide14.xml><?xml version="1.0" encoding="utf-8"?>
<p:sld xmlns:p="http://schemas.openxmlformats.org/presentationml/2006/main">
  <p:cSld name="qa03-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8B7C88-FDCC-4FC6-BB6F-2B7FF86FACD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61FF89D-28A2-451D-8AB2-8B69CC3DD23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40325CC-6665-4F18-8ABB-79A2F32923B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4F16A2D-0D85-4FA6-A751-F5F74829C81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BE4E38CB-A096-4214-B340-D696B4E8A90F}"/>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0D927EF-CB14-4348-A018-F43A76BC002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8B9FE781-8F4C-4888-92D9-D81036CF19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54799991-2DB3-47CD-BFD3-C9F9F206514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08C13A1D-9D5E-4A01-955C-CB1524CAE9E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4F86AF1F-4B5C-43C2-817D-C301CD9812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A207BE52-2DEE-4680-927E-683B870324C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D712462-2EFC-4536-AF47-1D1E000975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03761077"/>
      </p:ext>
    </p:extLst>
  </p:cSld>
</p:sld>
</file>

<file path=ppt/slides/slide15.xml><?xml version="1.0" encoding="utf-8"?>
<p:sld xmlns:p="http://schemas.openxmlformats.org/presentationml/2006/main">
  <p:cSld name="qa04-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DAD576D-C979-4135-99B8-BA7C6B4C55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B12D1B-78F2-4585-A297-B7D5927D0B9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0936E6F-5DD9-45F9-96EB-714319273AC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75B4D79-CF6E-477A-8AE9-71CAB47310C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14DC0587-8EFF-4799-89CC-883AF85EB3F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256D646-5CF8-41D6-850E-AD0AB4E6B70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Qwen3-30B-A3B: $0.20 / $0.80 (1M token).</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57EF6D6D-87A6-4B0A-9C43-CD561B0E0FF9}"/>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소계 $0.351840에 $0.148160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FAD5339A-6B07-4CEE-BD22-775ED40C7902}"/>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$0.03472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$0.03472 + $0.24512 + $0.072 = $0.351840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$0.50 - $0.35184 = $0.14816; 이력 audio 등</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E4244E5-D00D-4DCB-98CA-423E3FF39C1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C38D4682-AB11-4284-9A21-9A573D0DA44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513992D8-43BE-43A0-8E3F-E19030D63E6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9BD4EA7-896C-4649-9435-D10E0235502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Alibaba Qwen Instruct-2507 공식 단가 / OpenAI GPT Realtime 공식 단가 / OpenAI Realtime 청구 / 목표와 등급은 작성자 PoC 규칙, 실측 전</a:t>
            </a:r>
          </a:p>
        </p:txBody>
      </p:sp>
    </p:spTree>
    <p:extLst>
      <p:ext uri="{BB962C8B-B14F-4D97-AF65-F5344CB8AC3E}">
        <p14:creationId xmlns:p14="http://schemas.microsoft.com/office/powerpoint/2010/main" val="2017234442"/>
      </p:ext>
    </p:extLst>
  </p:cSld>
</p:sld>
</file>

<file path=ppt/slides/slide16.xml><?xml version="1.0" encoding="utf-8"?>
<p:sld xmlns:p="http://schemas.openxmlformats.org/presentationml/2006/main">
  <p:cSld name="qa05-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9BA548C-5566-4104-B3F0-784E8CBE633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F1E6375-4049-406E-9F7F-9B4B64FE17C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548301D-A10D-4AA7-9922-C07B356A16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CE3D3AED-F16D-4ED2-A829-EE1D401AB20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D8594834-F174-4156-AB7F-4175470E69C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6406966-C2EA-4111-8876-B22A8F5B00BC}"/>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9EA3F7CC-04F3-4A4C-9C67-D8E02A4A69C5}"/>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4DABFD60-66EC-40A1-8805-40B7D55D917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FE60DD9-CCC9-409B-B2E3-A3BCB315BDF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892A4081-7C11-4634-8CCC-8D7AE6BC9CB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5C49639-2243-4A32-8DBC-46C31209A12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8F275B0-3C74-4A04-8BAC-BD5F32056DC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68461223"/>
      </p:ext>
    </p:extLst>
  </p:cSld>
</p:sld>
</file>

<file path=ppt/slides/slide17.xml><?xml version="1.0" encoding="utf-8"?>
<p:sld xmlns:p="http://schemas.openxmlformats.org/presentationml/2006/main">
  <p:cSld name="qa06-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54801D6-BB9D-45B0-9534-3FF9F2D3524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7B89034-3A51-44CB-81E7-8F9A811E0E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5A8387-63CD-4A80-B891-0B74AA39161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B7A545F-2181-4947-9C5D-1147FD867C7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0C1F4897-F8EF-4C97-93DC-FE848E623E52}"/>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1C670AD-3199-4828-9F7B-123F410ED049}"/>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9868C741-5CCA-41AF-AB8C-3AD3EF9723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1D02E1A-253C-45B5-BA48-06BC432E052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6C1D97F-F289-4F9E-A919-38FC2FB9DE3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C43D5218-D003-479C-8055-80DA96CB556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36A6B81-5556-41F8-9371-930E073EE0E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655E04C-3E14-4B0F-89D3-CCDC5E9EBD8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48766421"/>
      </p:ext>
    </p:extLst>
  </p:cSld>
</p:sld>
</file>

<file path=ppt/slides/slide18.xml><?xml version="1.0" encoding="utf-8"?>
<p:sld xmlns:p="http://schemas.openxmlformats.org/presentationml/2006/main">
  <p:cSld name="design-overview">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overview-title">
            <a:extLst xmlns:a="http://schemas.openxmlformats.org/drawingml/2006/main">
              <a:ext uri="{FF2B5EF4-FFF2-40B4-BE49-F238E27FC236}">
                <a16:creationId xmlns:a16="http://schemas.microsoft.com/office/drawing/2014/main" id="{3FA9B9E0-1721-440B-B414-98E51D89BDE8}"/>
              </a:ext>
            </a:extLst>
          </p:cNvPr>
          <p:cNvSpPr>
            <a:spLocks xmlns:a="http://schemas.openxmlformats.org/drawingml/2006/main" noGrp="1"/>
          </p:cNvSpPr>
          <p:nvPr/>
        </p:nvSpPr>
        <p:spPr>
          <a:xfrm xmlns:a="http://schemas.openxmlformats.org/drawingml/2006/main">
            <a:off x="495300" y="228600"/>
            <a:ext cx="666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2" name="overview-step-0">
            <a:extLst xmlns:a="http://schemas.openxmlformats.org/drawingml/2006/main">
              <a:ext uri="{FF2B5EF4-FFF2-40B4-BE49-F238E27FC236}">
                <a16:creationId xmlns:a16="http://schemas.microsoft.com/office/drawing/2014/main" id="{5D2C6240-291B-463B-B74F-9D4C53059BC2}"/>
              </a:ext>
            </a:extLst>
          </p:cNvPr>
          <p:cNvSpPr>
            <a:spLocks xmlns:a="http://schemas.openxmlformats.org/drawingml/2006/main" noGrp="1"/>
          </p:cNvSpPr>
          <p:nvPr/>
        </p:nvSpPr>
        <p:spPr>
          <a:xfrm xmlns:a="http://schemas.openxmlformats.org/drawingml/2006/main">
            <a:off x="107632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3" name="overview-step-label-0">
            <a:extLst xmlns:a="http://schemas.openxmlformats.org/drawingml/2006/main">
              <a:ext uri="{FF2B5EF4-FFF2-40B4-BE49-F238E27FC236}">
                <a16:creationId xmlns:a16="http://schemas.microsoft.com/office/drawing/2014/main" id="{FBA08701-9047-4A3A-8332-AFBAB7D43ECD}"/>
              </a:ext>
            </a:extLst>
          </p:cNvPr>
          <p:cNvSpPr>
            <a:spLocks xmlns:a="http://schemas.openxmlformats.org/drawingml/2006/main" noGrp="1"/>
          </p:cNvSpPr>
          <p:nvPr/>
        </p:nvSpPr>
        <p:spPr>
          <a:xfrm xmlns:a="http://schemas.openxmlformats.org/drawingml/2006/main">
            <a:off x="10763250" y="276225"/>
            <a:ext cx="1371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과제 소개</a:t>
            </a:r>
          </a:p>
        </p:txBody>
      </p:sp>
      <p:sp>
        <p:nvSpPr>
          <p:cNvPr id="4" name="overview-step-1">
            <a:extLst xmlns:a="http://schemas.openxmlformats.org/drawingml/2006/main">
              <a:ext uri="{FF2B5EF4-FFF2-40B4-BE49-F238E27FC236}">
                <a16:creationId xmlns:a16="http://schemas.microsoft.com/office/drawing/2014/main" id="{7F812109-A2ED-4705-90C6-57E5683CB498}"/>
              </a:ext>
            </a:extLst>
          </p:cNvPr>
          <p:cNvSpPr>
            <a:spLocks xmlns:a="http://schemas.openxmlformats.org/drawingml/2006/main" noGrp="1"/>
          </p:cNvSpPr>
          <p:nvPr/>
        </p:nvSpPr>
        <p:spPr>
          <a:xfrm xmlns:a="http://schemas.openxmlformats.org/drawingml/2006/main">
            <a:off x="121729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5" name="overview-step-label-1">
            <a:extLst xmlns:a="http://schemas.openxmlformats.org/drawingml/2006/main">
              <a:ext uri="{FF2B5EF4-FFF2-40B4-BE49-F238E27FC236}">
                <a16:creationId xmlns:a16="http://schemas.microsoft.com/office/drawing/2014/main" id="{E1774CA4-3A78-4AD3-B8C6-82F52180399B}"/>
              </a:ext>
            </a:extLst>
          </p:cNvPr>
          <p:cNvSpPr>
            <a:spLocks xmlns:a="http://schemas.openxmlformats.org/drawingml/2006/main" noGrp="1"/>
          </p:cNvSpPr>
          <p:nvPr/>
        </p:nvSpPr>
        <p:spPr>
          <a:xfrm xmlns:a="http://schemas.openxmlformats.org/drawingml/2006/main">
            <a:off x="123253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 분석</a:t>
            </a:r>
          </a:p>
        </p:txBody>
      </p:sp>
      <p:sp>
        <p:nvSpPr>
          <p:cNvPr id="6" name="overview-step-2">
            <a:extLst xmlns:a="http://schemas.openxmlformats.org/drawingml/2006/main">
              <a:ext uri="{FF2B5EF4-FFF2-40B4-BE49-F238E27FC236}">
                <a16:creationId xmlns:a16="http://schemas.microsoft.com/office/drawing/2014/main" id="{E71D2F5C-FEEF-4FB5-BE94-3CBAE5FDFF8D}"/>
              </a:ext>
            </a:extLst>
          </p:cNvPr>
          <p:cNvSpPr>
            <a:spLocks xmlns:a="http://schemas.openxmlformats.org/drawingml/2006/main" noGrp="1"/>
          </p:cNvSpPr>
          <p:nvPr/>
        </p:nvSpPr>
        <p:spPr>
          <a:xfrm xmlns:a="http://schemas.openxmlformats.org/drawingml/2006/main">
            <a:off x="135826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38A9C9"/>
          </a:solidFill>
          <a:ln xmlns:a="http://schemas.openxmlformats.org/drawingml/2006/main" w="28575">
            <a:solidFill>
              <a:srgbClr val="FFFFFF"/>
            </a:solidFill>
            <a:prstDash val="solid"/>
          </a:ln>
        </p:spPr>
      </p:sp>
      <p:sp>
        <p:nvSpPr>
          <p:cNvPr id="7" name="overview-step-label-2">
            <a:extLst xmlns:a="http://schemas.openxmlformats.org/drawingml/2006/main">
              <a:ext uri="{FF2B5EF4-FFF2-40B4-BE49-F238E27FC236}">
                <a16:creationId xmlns:a16="http://schemas.microsoft.com/office/drawing/2014/main" id="{C0026E30-CF2D-4517-916D-EA0847A5D744}"/>
              </a:ext>
            </a:extLst>
          </p:cNvPr>
          <p:cNvSpPr>
            <a:spLocks xmlns:a="http://schemas.openxmlformats.org/drawingml/2006/main" noGrp="1"/>
          </p:cNvSpPr>
          <p:nvPr/>
        </p:nvSpPr>
        <p:spPr>
          <a:xfrm xmlns:a="http://schemas.openxmlformats.org/drawingml/2006/main">
            <a:off x="137350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a:t>
            </a:r>
          </a:p>
        </p:txBody>
      </p:sp>
      <p:sp>
        <p:nvSpPr>
          <p:cNvPr id="8" name="overview-step-3">
            <a:extLst xmlns:a="http://schemas.openxmlformats.org/drawingml/2006/main">
              <a:ext uri="{FF2B5EF4-FFF2-40B4-BE49-F238E27FC236}">
                <a16:creationId xmlns:a16="http://schemas.microsoft.com/office/drawing/2014/main" id="{1778232F-241B-45F6-BBC9-98DA0627FFAB}"/>
              </a:ext>
            </a:extLst>
          </p:cNvPr>
          <p:cNvSpPr>
            <a:spLocks xmlns:a="http://schemas.openxmlformats.org/drawingml/2006/main" noGrp="1"/>
          </p:cNvSpPr>
          <p:nvPr/>
        </p:nvSpPr>
        <p:spPr>
          <a:xfrm xmlns:a="http://schemas.openxmlformats.org/drawingml/2006/main">
            <a:off x="149923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9" name="overview-step-label-3">
            <a:extLst xmlns:a="http://schemas.openxmlformats.org/drawingml/2006/main">
              <a:ext uri="{FF2B5EF4-FFF2-40B4-BE49-F238E27FC236}">
                <a16:creationId xmlns:a16="http://schemas.microsoft.com/office/drawing/2014/main" id="{4733DE92-EA7E-4D20-A6B5-D0BEE3E3AF28}"/>
              </a:ext>
            </a:extLst>
          </p:cNvPr>
          <p:cNvSpPr>
            <a:spLocks xmlns:a="http://schemas.openxmlformats.org/drawingml/2006/main" noGrp="1"/>
          </p:cNvSpPr>
          <p:nvPr/>
        </p:nvSpPr>
        <p:spPr>
          <a:xfrm xmlns:a="http://schemas.openxmlformats.org/drawingml/2006/main">
            <a:off x="151447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구현 및 검증</a:t>
            </a:r>
          </a:p>
        </p:txBody>
      </p:sp>
      <p:sp>
        <p:nvSpPr>
          <p:cNvPr id="10" name="overview-step-4">
            <a:extLst xmlns:a="http://schemas.openxmlformats.org/drawingml/2006/main">
              <a:ext uri="{FF2B5EF4-FFF2-40B4-BE49-F238E27FC236}">
                <a16:creationId xmlns:a16="http://schemas.microsoft.com/office/drawing/2014/main" id="{CF850C3C-2294-4B70-9961-8E240595230D}"/>
              </a:ext>
            </a:extLst>
          </p:cNvPr>
          <p:cNvSpPr>
            <a:spLocks xmlns:a="http://schemas.openxmlformats.org/drawingml/2006/main" noGrp="1"/>
          </p:cNvSpPr>
          <p:nvPr/>
        </p:nvSpPr>
        <p:spPr>
          <a:xfrm xmlns:a="http://schemas.openxmlformats.org/drawingml/2006/main">
            <a:off x="164020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11" name="overview-step-label-4">
            <a:extLst xmlns:a="http://schemas.openxmlformats.org/drawingml/2006/main">
              <a:ext uri="{FF2B5EF4-FFF2-40B4-BE49-F238E27FC236}">
                <a16:creationId xmlns:a16="http://schemas.microsoft.com/office/drawing/2014/main" id="{FD3E9190-E72A-4E7F-AF59-74AE2F0C60E2}"/>
              </a:ext>
            </a:extLst>
          </p:cNvPr>
          <p:cNvSpPr>
            <a:spLocks xmlns:a="http://schemas.openxmlformats.org/drawingml/2006/main" noGrp="1"/>
          </p:cNvSpPr>
          <p:nvPr/>
        </p:nvSpPr>
        <p:spPr>
          <a:xfrm xmlns:a="http://schemas.openxmlformats.org/drawingml/2006/main">
            <a:off x="165544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결론</a:t>
            </a:r>
          </a:p>
        </p:txBody>
      </p:sp>
      <p:sp>
        <p:nvSpPr>
          <p:cNvPr id="12" name="overview-header-rule">
            <a:extLst xmlns:a="http://schemas.openxmlformats.org/drawingml/2006/main">
              <a:ext uri="{FF2B5EF4-FFF2-40B4-BE49-F238E27FC236}">
                <a16:creationId xmlns:a16="http://schemas.microsoft.com/office/drawing/2014/main" id="{C6FAA2DD-FEF1-4097-9C91-131E4BE11434}"/>
              </a:ext>
            </a:extLst>
          </p:cNvPr>
          <p:cNvSpPr>
            <a:spLocks xmlns:a="http://schemas.openxmlformats.org/drawingml/2006/main" noGrp="1"/>
          </p:cNvSpPr>
          <p:nvPr/>
        </p:nvSpPr>
        <p:spPr>
          <a:xfrm xmlns:a="http://schemas.openxmlformats.org/drawingml/2006/main">
            <a:off x="495300" y="1009650"/>
            <a:ext cx="17335500" cy="953"/>
          </a:xfrm>
          <a:custGeom xmlns:a="http://schemas.openxmlformats.org/drawingml/2006/main">
            <a:pathLst>
              <a:path w="17335500" h="953">
                <a:moveTo>
                  <a:pt x="0" y="0"/>
                </a:moveTo>
                <a:lnTo>
                  <a:pt x="17335500" y="0"/>
                </a:lnTo>
              </a:path>
            </a:pathLst>
          </a:custGeom>
          <a:noFill xmlns:a="http://schemas.openxmlformats.org/drawingml/2006/main"/>
          <a:ln xmlns:a="http://schemas.openxmlformats.org/drawingml/2006/main" w="23813">
            <a:solidFill>
              <a:srgbClr val="9A9A9A"/>
            </a:solidFill>
            <a:prstDash val="solid"/>
          </a:ln>
        </p:spPr>
      </p:sp>
      <p:sp>
        <p:nvSpPr>
          <p:cNvPr id="13" name="overview-left-heading">
            <a:extLst xmlns:a="http://schemas.openxmlformats.org/drawingml/2006/main">
              <a:ext uri="{FF2B5EF4-FFF2-40B4-BE49-F238E27FC236}">
                <a16:creationId xmlns:a16="http://schemas.microsoft.com/office/drawing/2014/main" id="{B1FA0C3E-E018-4953-854E-03F4CFA7E889}"/>
              </a:ext>
            </a:extLst>
          </p:cNvPr>
          <p:cNvSpPr>
            <a:spLocks xmlns:a="http://schemas.openxmlformats.org/drawingml/2006/main" noGrp="1"/>
          </p:cNvSpPr>
          <p:nvPr/>
        </p:nvSpPr>
        <p:spPr>
          <a:xfrm xmlns:a="http://schemas.openxmlformats.org/drawingml/2006/main">
            <a:off x="495300" y="1571625"/>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4" name="overview-quality-contract">
            <a:extLst xmlns:a="http://schemas.openxmlformats.org/drawingml/2006/main">
              <a:ext uri="{FF2B5EF4-FFF2-40B4-BE49-F238E27FC236}">
                <a16:creationId xmlns:a16="http://schemas.microsoft.com/office/drawing/2014/main" id="{6F52088C-2D65-4F63-8B41-AC849B3D4C0C}"/>
              </a:ext>
            </a:extLst>
          </p:cNvPr>
          <p:cNvSpPr>
            <a:spLocks xmlns:a="http://schemas.openxmlformats.org/drawingml/2006/main" noGrp="1"/>
          </p:cNvSpPr>
          <p:nvPr/>
        </p:nvSpPr>
        <p:spPr>
          <a:xfrm xmlns:a="http://schemas.openxmlformats.org/drawingml/2006/main">
            <a:off x="495300" y="2057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5" name="overview-goal-1-41">
            <a:extLst xmlns:a="http://schemas.openxmlformats.org/drawingml/2006/main">
              <a:ext uri="{FF2B5EF4-FFF2-40B4-BE49-F238E27FC236}">
                <a16:creationId xmlns:a16="http://schemas.microsoft.com/office/drawing/2014/main" id="{48048AF6-B46C-4AC6-A145-98ACCAEA01DA}"/>
              </a:ext>
            </a:extLst>
          </p:cNvPr>
          <p:cNvSpPr>
            <a:spLocks xmlns:a="http://schemas.openxmlformats.org/drawingml/2006/main" noGrp="1"/>
          </p:cNvSpPr>
          <p:nvPr/>
        </p:nvSpPr>
        <p:spPr>
          <a:xfrm xmlns:a="http://schemas.openxmlformats.org/drawingml/2006/main">
            <a:off x="3238500" y="2686050"/>
            <a:ext cx="257175" cy="104775"/>
          </a:xfrm>
          <a:custGeom xmlns:a="http://schemas.openxmlformats.org/drawingml/2006/main">
            <a:pathLst>
              <a:path w="257175" h="104775">
                <a:moveTo>
                  <a:pt x="0" y="104775"/>
                </a:moveTo>
                <a:lnTo>
                  <a:pt x="257175" y="0"/>
                </a:lnTo>
              </a:path>
            </a:pathLst>
          </a:custGeom>
          <a:noFill xmlns:a="http://schemas.openxmlformats.org/drawingml/2006/main"/>
          <a:ln xmlns:a="http://schemas.openxmlformats.org/drawingml/2006/main" w="24765">
            <a:solidFill>
              <a:srgbClr val="E5A700"/>
            </a:solidFill>
            <a:prstDash val="solid"/>
          </a:ln>
        </p:spPr>
      </p:sp>
      <p:sp>
        <p:nvSpPr>
          <p:cNvPr id="16" name="overview-goal-1-45">
            <a:extLst xmlns:a="http://schemas.openxmlformats.org/drawingml/2006/main">
              <a:ext uri="{FF2B5EF4-FFF2-40B4-BE49-F238E27FC236}">
                <a16:creationId xmlns:a16="http://schemas.microsoft.com/office/drawing/2014/main" id="{B85A7F82-6AB9-4A6F-A70F-F75BA6FACF82}"/>
              </a:ext>
            </a:extLst>
          </p:cNvPr>
          <p:cNvSpPr>
            <a:spLocks xmlns:a="http://schemas.openxmlformats.org/drawingml/2006/main" noGrp="1"/>
          </p:cNvSpPr>
          <p:nvPr/>
        </p:nvSpPr>
        <p:spPr>
          <a:xfrm xmlns:a="http://schemas.openxmlformats.org/drawingml/2006/main">
            <a:off x="3238500" y="2790825"/>
            <a:ext cx="257175" cy="3133725"/>
          </a:xfrm>
          <a:custGeom xmlns:a="http://schemas.openxmlformats.org/drawingml/2006/main">
            <a:pathLst>
              <a:path w="257175" h="3133725">
                <a:moveTo>
                  <a:pt x="0" y="0"/>
                </a:moveTo>
                <a:lnTo>
                  <a:pt x="257175" y="3133725"/>
                </a:lnTo>
              </a:path>
            </a:pathLst>
          </a:custGeom>
          <a:noFill xmlns:a="http://schemas.openxmlformats.org/drawingml/2006/main"/>
          <a:ln xmlns:a="http://schemas.openxmlformats.org/drawingml/2006/main" w="24765">
            <a:solidFill>
              <a:srgbClr val="8D49B8"/>
            </a:solidFill>
            <a:prstDash val="solid"/>
          </a:ln>
        </p:spPr>
      </p:sp>
      <p:sp>
        <p:nvSpPr>
          <p:cNvPr id="17" name="overview-goal-ASR-QA-01">
            <a:extLst xmlns:a="http://schemas.openxmlformats.org/drawingml/2006/main">
              <a:ext uri="{FF2B5EF4-FFF2-40B4-BE49-F238E27FC236}">
                <a16:creationId xmlns:a16="http://schemas.microsoft.com/office/drawing/2014/main" id="{C40B0269-1EE0-45CA-9A6A-AADAF6EF1E0F}"/>
              </a:ext>
            </a:extLst>
          </p:cNvPr>
          <p:cNvSpPr>
            <a:spLocks xmlns:a="http://schemas.openxmlformats.org/drawingml/2006/main" noGrp="1"/>
          </p:cNvSpPr>
          <p:nvPr/>
        </p:nvSpPr>
        <p:spPr>
          <a:xfrm xmlns:a="http://schemas.openxmlformats.org/drawingml/2006/main">
            <a:off x="495300" y="24098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18" name="overview-goal-name-ASR-QA-01">
            <a:extLst xmlns:a="http://schemas.openxmlformats.org/drawingml/2006/main">
              <a:ext uri="{FF2B5EF4-FFF2-40B4-BE49-F238E27FC236}">
                <a16:creationId xmlns:a16="http://schemas.microsoft.com/office/drawing/2014/main" id="{33A893EF-0B93-4ED0-86C7-D8266512AF2C}"/>
              </a:ext>
            </a:extLst>
          </p:cNvPr>
          <p:cNvSpPr>
            <a:spLocks xmlns:a="http://schemas.openxmlformats.org/drawingml/2006/main" noGrp="1"/>
          </p:cNvSpPr>
          <p:nvPr/>
        </p:nvSpPr>
        <p:spPr>
          <a:xfrm xmlns:a="http://schemas.openxmlformats.org/drawingml/2006/main">
            <a:off x="581025" y="2457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19" name="overview-goal-target-ASR-QA-01">
            <a:extLst xmlns:a="http://schemas.openxmlformats.org/drawingml/2006/main">
              <a:ext uri="{FF2B5EF4-FFF2-40B4-BE49-F238E27FC236}">
                <a16:creationId xmlns:a16="http://schemas.microsoft.com/office/drawing/2014/main" id="{786B7EAC-9562-4918-B9B6-1D0F83B8F30F}"/>
              </a:ext>
            </a:extLst>
          </p:cNvPr>
          <p:cNvSpPr>
            <a:spLocks xmlns:a="http://schemas.openxmlformats.org/drawingml/2006/main" noGrp="1"/>
          </p:cNvSpPr>
          <p:nvPr/>
        </p:nvSpPr>
        <p:spPr>
          <a:xfrm xmlns:a="http://schemas.openxmlformats.org/drawingml/2006/main">
            <a:off x="552450" y="28098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0" name="overview-goal-2-44">
            <a:extLst xmlns:a="http://schemas.openxmlformats.org/drawingml/2006/main">
              <a:ext uri="{FF2B5EF4-FFF2-40B4-BE49-F238E27FC236}">
                <a16:creationId xmlns:a16="http://schemas.microsoft.com/office/drawing/2014/main" id="{3EA41C85-312E-49A5-9884-0AB37F3DFE83}"/>
              </a:ext>
            </a:extLst>
          </p:cNvPr>
          <p:cNvSpPr>
            <a:spLocks xmlns:a="http://schemas.openxmlformats.org/drawingml/2006/main" noGrp="1"/>
          </p:cNvSpPr>
          <p:nvPr/>
        </p:nvSpPr>
        <p:spPr>
          <a:xfrm xmlns:a="http://schemas.openxmlformats.org/drawingml/2006/main">
            <a:off x="3238500" y="3714750"/>
            <a:ext cx="257175" cy="590550"/>
          </a:xfrm>
          <a:custGeom xmlns:a="http://schemas.openxmlformats.org/drawingml/2006/main">
            <a:pathLst>
              <a:path w="257175" h="590550">
                <a:moveTo>
                  <a:pt x="0" y="0"/>
                </a:moveTo>
                <a:lnTo>
                  <a:pt x="257175" y="590550"/>
                </a:lnTo>
              </a:path>
            </a:pathLst>
          </a:custGeom>
          <a:noFill xmlns:a="http://schemas.openxmlformats.org/drawingml/2006/main"/>
          <a:ln xmlns:a="http://schemas.openxmlformats.org/drawingml/2006/main" w="24765">
            <a:solidFill>
              <a:srgbClr val="00A65A"/>
            </a:solidFill>
            <a:prstDash val="solid"/>
          </a:ln>
        </p:spPr>
      </p:sp>
      <p:sp>
        <p:nvSpPr>
          <p:cNvPr id="21" name="overview-goal-ASR-QA-02">
            <a:extLst xmlns:a="http://schemas.openxmlformats.org/drawingml/2006/main">
              <a:ext uri="{FF2B5EF4-FFF2-40B4-BE49-F238E27FC236}">
                <a16:creationId xmlns:a16="http://schemas.microsoft.com/office/drawing/2014/main" id="{47DE8FFE-70BC-4BE8-A3BD-98E8EC716A87}"/>
              </a:ext>
            </a:extLst>
          </p:cNvPr>
          <p:cNvSpPr>
            <a:spLocks xmlns:a="http://schemas.openxmlformats.org/drawingml/2006/main" noGrp="1"/>
          </p:cNvSpPr>
          <p:nvPr/>
        </p:nvSpPr>
        <p:spPr>
          <a:xfrm xmlns:a="http://schemas.openxmlformats.org/drawingml/2006/main">
            <a:off x="495300" y="33337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2" name="overview-goal-name-ASR-QA-02">
            <a:extLst xmlns:a="http://schemas.openxmlformats.org/drawingml/2006/main">
              <a:ext uri="{FF2B5EF4-FFF2-40B4-BE49-F238E27FC236}">
                <a16:creationId xmlns:a16="http://schemas.microsoft.com/office/drawing/2014/main" id="{B08B77C5-75BE-484E-BC51-4F51D121D082}"/>
              </a:ext>
            </a:extLst>
          </p:cNvPr>
          <p:cNvSpPr>
            <a:spLocks xmlns:a="http://schemas.openxmlformats.org/drawingml/2006/main" noGrp="1"/>
          </p:cNvSpPr>
          <p:nvPr/>
        </p:nvSpPr>
        <p:spPr>
          <a:xfrm xmlns:a="http://schemas.openxmlformats.org/drawingml/2006/main">
            <a:off x="581025" y="3381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3" name="overview-goal-target-ASR-QA-02">
            <a:extLst xmlns:a="http://schemas.openxmlformats.org/drawingml/2006/main">
              <a:ext uri="{FF2B5EF4-FFF2-40B4-BE49-F238E27FC236}">
                <a16:creationId xmlns:a16="http://schemas.microsoft.com/office/drawing/2014/main" id="{9D55656E-45B0-45D9-854D-ED28EC7575F5}"/>
              </a:ext>
            </a:extLst>
          </p:cNvPr>
          <p:cNvSpPr>
            <a:spLocks xmlns:a="http://schemas.openxmlformats.org/drawingml/2006/main" noGrp="1"/>
          </p:cNvSpPr>
          <p:nvPr/>
        </p:nvSpPr>
        <p:spPr>
          <a:xfrm xmlns:a="http://schemas.openxmlformats.org/drawingml/2006/main">
            <a:off x="552450" y="37338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4" name="overview-goal-3-44">
            <a:extLst xmlns:a="http://schemas.openxmlformats.org/drawingml/2006/main">
              <a:ext uri="{FF2B5EF4-FFF2-40B4-BE49-F238E27FC236}">
                <a16:creationId xmlns:a16="http://schemas.microsoft.com/office/drawing/2014/main" id="{5A7432CB-123F-419B-AD5C-459087272C61}"/>
              </a:ext>
            </a:extLst>
          </p:cNvPr>
          <p:cNvSpPr>
            <a:spLocks xmlns:a="http://schemas.openxmlformats.org/drawingml/2006/main" noGrp="1"/>
          </p:cNvSpPr>
          <p:nvPr/>
        </p:nvSpPr>
        <p:spPr>
          <a:xfrm xmlns:a="http://schemas.openxmlformats.org/drawingml/2006/main">
            <a:off x="3238500" y="4305300"/>
            <a:ext cx="257175" cy="333375"/>
          </a:xfrm>
          <a:custGeom xmlns:a="http://schemas.openxmlformats.org/drawingml/2006/main">
            <a:pathLst>
              <a:path w="257175" h="333375">
                <a:moveTo>
                  <a:pt x="0" y="333375"/>
                </a:moveTo>
                <a:lnTo>
                  <a:pt x="257175" y="0"/>
                </a:lnTo>
              </a:path>
            </a:pathLst>
          </a:custGeom>
          <a:noFill xmlns:a="http://schemas.openxmlformats.org/drawingml/2006/main"/>
          <a:ln xmlns:a="http://schemas.openxmlformats.org/drawingml/2006/main" w="24765">
            <a:solidFill>
              <a:srgbClr val="00A65A"/>
            </a:solidFill>
            <a:prstDash val="solid"/>
          </a:ln>
        </p:spPr>
      </p:sp>
      <p:sp>
        <p:nvSpPr>
          <p:cNvPr id="25" name="overview-goal-ASR-QA-03">
            <a:extLst xmlns:a="http://schemas.openxmlformats.org/drawingml/2006/main">
              <a:ext uri="{FF2B5EF4-FFF2-40B4-BE49-F238E27FC236}">
                <a16:creationId xmlns:a16="http://schemas.microsoft.com/office/drawing/2014/main" id="{94039416-4C98-455A-81FF-820108EF8A6C}"/>
              </a:ext>
            </a:extLst>
          </p:cNvPr>
          <p:cNvSpPr>
            <a:spLocks xmlns:a="http://schemas.openxmlformats.org/drawingml/2006/main" noGrp="1"/>
          </p:cNvSpPr>
          <p:nvPr/>
        </p:nvSpPr>
        <p:spPr>
          <a:xfrm xmlns:a="http://schemas.openxmlformats.org/drawingml/2006/main">
            <a:off x="495300" y="425767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6" name="overview-goal-name-ASR-QA-03">
            <a:extLst xmlns:a="http://schemas.openxmlformats.org/drawingml/2006/main">
              <a:ext uri="{FF2B5EF4-FFF2-40B4-BE49-F238E27FC236}">
                <a16:creationId xmlns:a16="http://schemas.microsoft.com/office/drawing/2014/main" id="{B75D278C-1D79-4BFF-87BE-A0008E5E0B9A}"/>
              </a:ext>
            </a:extLst>
          </p:cNvPr>
          <p:cNvSpPr>
            <a:spLocks xmlns:a="http://schemas.openxmlformats.org/drawingml/2006/main" noGrp="1"/>
          </p:cNvSpPr>
          <p:nvPr/>
        </p:nvSpPr>
        <p:spPr>
          <a:xfrm xmlns:a="http://schemas.openxmlformats.org/drawingml/2006/main">
            <a:off x="581025" y="4305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7" name="overview-goal-target-ASR-QA-03">
            <a:extLst xmlns:a="http://schemas.openxmlformats.org/drawingml/2006/main">
              <a:ext uri="{FF2B5EF4-FFF2-40B4-BE49-F238E27FC236}">
                <a16:creationId xmlns:a16="http://schemas.microsoft.com/office/drawing/2014/main" id="{A58BBC63-821F-4642-A8CC-F0F1C84026B3}"/>
              </a:ext>
            </a:extLst>
          </p:cNvPr>
          <p:cNvSpPr>
            <a:spLocks xmlns:a="http://schemas.openxmlformats.org/drawingml/2006/main" noGrp="1"/>
          </p:cNvSpPr>
          <p:nvPr/>
        </p:nvSpPr>
        <p:spPr>
          <a:xfrm xmlns:a="http://schemas.openxmlformats.org/drawingml/2006/main">
            <a:off x="552450" y="465772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8" name="overview-goal-4-41">
            <a:extLst xmlns:a="http://schemas.openxmlformats.org/drawingml/2006/main">
              <a:ext uri="{FF2B5EF4-FFF2-40B4-BE49-F238E27FC236}">
                <a16:creationId xmlns:a16="http://schemas.microsoft.com/office/drawing/2014/main" id="{73AB4624-8CAB-41EC-8E84-9A40F6DE61C3}"/>
              </a:ext>
            </a:extLst>
          </p:cNvPr>
          <p:cNvSpPr>
            <a:spLocks xmlns:a="http://schemas.openxmlformats.org/drawingml/2006/main" noGrp="1"/>
          </p:cNvSpPr>
          <p:nvPr/>
        </p:nvSpPr>
        <p:spPr>
          <a:xfrm xmlns:a="http://schemas.openxmlformats.org/drawingml/2006/main">
            <a:off x="3238500" y="2686050"/>
            <a:ext cx="257175" cy="2876550"/>
          </a:xfrm>
          <a:custGeom xmlns:a="http://schemas.openxmlformats.org/drawingml/2006/main">
            <a:pathLst>
              <a:path w="257175" h="2876550">
                <a:moveTo>
                  <a:pt x="0" y="2876550"/>
                </a:moveTo>
                <a:lnTo>
                  <a:pt x="257175" y="0"/>
                </a:lnTo>
              </a:path>
            </a:pathLst>
          </a:custGeom>
          <a:noFill xmlns:a="http://schemas.openxmlformats.org/drawingml/2006/main"/>
          <a:ln xmlns:a="http://schemas.openxmlformats.org/drawingml/2006/main" w="24765">
            <a:solidFill>
              <a:srgbClr val="E5A700"/>
            </a:solidFill>
            <a:prstDash val="solid"/>
          </a:ln>
        </p:spPr>
      </p:sp>
      <p:sp>
        <p:nvSpPr>
          <p:cNvPr id="29" name="overview-goal-4-45">
            <a:extLst xmlns:a="http://schemas.openxmlformats.org/drawingml/2006/main">
              <a:ext uri="{FF2B5EF4-FFF2-40B4-BE49-F238E27FC236}">
                <a16:creationId xmlns:a16="http://schemas.microsoft.com/office/drawing/2014/main" id="{62342AAF-0482-49F4-BCFC-9018640F9854}"/>
              </a:ext>
            </a:extLst>
          </p:cNvPr>
          <p:cNvSpPr>
            <a:spLocks xmlns:a="http://schemas.openxmlformats.org/drawingml/2006/main" noGrp="1"/>
          </p:cNvSpPr>
          <p:nvPr/>
        </p:nvSpPr>
        <p:spPr>
          <a:xfrm xmlns:a="http://schemas.openxmlformats.org/drawingml/2006/main">
            <a:off x="3238500" y="5562600"/>
            <a:ext cx="257175" cy="361950"/>
          </a:xfrm>
          <a:custGeom xmlns:a="http://schemas.openxmlformats.org/drawingml/2006/main">
            <a:pathLst>
              <a:path w="257175" h="361950">
                <a:moveTo>
                  <a:pt x="0" y="0"/>
                </a:moveTo>
                <a:lnTo>
                  <a:pt x="257175" y="361950"/>
                </a:lnTo>
              </a:path>
            </a:pathLst>
          </a:custGeom>
          <a:noFill xmlns:a="http://schemas.openxmlformats.org/drawingml/2006/main"/>
          <a:ln xmlns:a="http://schemas.openxmlformats.org/drawingml/2006/main" w="24765">
            <a:solidFill>
              <a:srgbClr val="8D49B8"/>
            </a:solidFill>
            <a:prstDash val="solid"/>
          </a:ln>
        </p:spPr>
      </p:sp>
      <p:sp>
        <p:nvSpPr>
          <p:cNvPr id="30" name="overview-goal-ASR-QA-04">
            <a:extLst xmlns:a="http://schemas.openxmlformats.org/drawingml/2006/main">
              <a:ext uri="{FF2B5EF4-FFF2-40B4-BE49-F238E27FC236}">
                <a16:creationId xmlns:a16="http://schemas.microsoft.com/office/drawing/2014/main" id="{A5442B45-AF8D-431B-BA53-B1FFF3A95BC4}"/>
              </a:ext>
            </a:extLst>
          </p:cNvPr>
          <p:cNvSpPr>
            <a:spLocks xmlns:a="http://schemas.openxmlformats.org/drawingml/2006/main" noGrp="1"/>
          </p:cNvSpPr>
          <p:nvPr/>
        </p:nvSpPr>
        <p:spPr>
          <a:xfrm xmlns:a="http://schemas.openxmlformats.org/drawingml/2006/main">
            <a:off x="495300" y="518160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1" name="overview-goal-name-ASR-QA-04">
            <a:extLst xmlns:a="http://schemas.openxmlformats.org/drawingml/2006/main">
              <a:ext uri="{FF2B5EF4-FFF2-40B4-BE49-F238E27FC236}">
                <a16:creationId xmlns:a16="http://schemas.microsoft.com/office/drawing/2014/main" id="{8A745147-861A-49A7-9133-65F7CD4D8997}"/>
              </a:ext>
            </a:extLst>
          </p:cNvPr>
          <p:cNvSpPr>
            <a:spLocks xmlns:a="http://schemas.openxmlformats.org/drawingml/2006/main" noGrp="1"/>
          </p:cNvSpPr>
          <p:nvPr/>
        </p:nvSpPr>
        <p:spPr>
          <a:xfrm xmlns:a="http://schemas.openxmlformats.org/drawingml/2006/main">
            <a:off x="581025" y="5229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2" name="overview-goal-target-ASR-QA-04">
            <a:extLst xmlns:a="http://schemas.openxmlformats.org/drawingml/2006/main">
              <a:ext uri="{FF2B5EF4-FFF2-40B4-BE49-F238E27FC236}">
                <a16:creationId xmlns:a16="http://schemas.microsoft.com/office/drawing/2014/main" id="{A1E7A340-E402-44F5-AB96-7EFD356DE24E}"/>
              </a:ext>
            </a:extLst>
          </p:cNvPr>
          <p:cNvSpPr>
            <a:spLocks xmlns:a="http://schemas.openxmlformats.org/drawingml/2006/main" noGrp="1"/>
          </p:cNvSpPr>
          <p:nvPr/>
        </p:nvSpPr>
        <p:spPr>
          <a:xfrm xmlns:a="http://schemas.openxmlformats.org/drawingml/2006/main">
            <a:off x="552450" y="558165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3" name="overview-goal-5-42">
            <a:extLst xmlns:a="http://schemas.openxmlformats.org/drawingml/2006/main">
              <a:ext uri="{FF2B5EF4-FFF2-40B4-BE49-F238E27FC236}">
                <a16:creationId xmlns:a16="http://schemas.microsoft.com/office/drawing/2014/main" id="{B14483C5-9D05-4439-AE28-21AD64D93E42}"/>
              </a:ext>
            </a:extLst>
          </p:cNvPr>
          <p:cNvSpPr>
            <a:spLocks xmlns:a="http://schemas.openxmlformats.org/drawingml/2006/main" noGrp="1"/>
          </p:cNvSpPr>
          <p:nvPr/>
        </p:nvSpPr>
        <p:spPr>
          <a:xfrm xmlns:a="http://schemas.openxmlformats.org/drawingml/2006/main">
            <a:off x="3238500" y="6486525"/>
            <a:ext cx="257175" cy="866775"/>
          </a:xfrm>
          <a:custGeom xmlns:a="http://schemas.openxmlformats.org/drawingml/2006/main">
            <a:pathLst>
              <a:path w="257175" h="866775">
                <a:moveTo>
                  <a:pt x="0" y="0"/>
                </a:moveTo>
                <a:lnTo>
                  <a:pt x="257175" y="866775"/>
                </a:lnTo>
              </a:path>
            </a:pathLst>
          </a:custGeom>
          <a:noFill xmlns:a="http://schemas.openxmlformats.org/drawingml/2006/main"/>
          <a:ln xmlns:a="http://schemas.openxmlformats.org/drawingml/2006/main" w="24765">
            <a:solidFill>
              <a:srgbClr val="2463DD"/>
            </a:solidFill>
            <a:prstDash val="solid"/>
          </a:ln>
        </p:spPr>
      </p:sp>
      <p:sp>
        <p:nvSpPr>
          <p:cNvPr id="34" name="overview-goal-ASR-QA-05">
            <a:extLst xmlns:a="http://schemas.openxmlformats.org/drawingml/2006/main">
              <a:ext uri="{FF2B5EF4-FFF2-40B4-BE49-F238E27FC236}">
                <a16:creationId xmlns:a16="http://schemas.microsoft.com/office/drawing/2014/main" id="{0A55BD03-61FF-4CB6-9B47-5BA39B81C553}"/>
              </a:ext>
            </a:extLst>
          </p:cNvPr>
          <p:cNvSpPr>
            <a:spLocks xmlns:a="http://schemas.openxmlformats.org/drawingml/2006/main" noGrp="1"/>
          </p:cNvSpPr>
          <p:nvPr/>
        </p:nvSpPr>
        <p:spPr>
          <a:xfrm xmlns:a="http://schemas.openxmlformats.org/drawingml/2006/main">
            <a:off x="495300" y="61055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5" name="overview-goal-name-ASR-QA-05">
            <a:extLst xmlns:a="http://schemas.openxmlformats.org/drawingml/2006/main">
              <a:ext uri="{FF2B5EF4-FFF2-40B4-BE49-F238E27FC236}">
                <a16:creationId xmlns:a16="http://schemas.microsoft.com/office/drawing/2014/main" id="{9A39E249-2325-48F7-AC3C-69EAA8EAAB22}"/>
              </a:ext>
            </a:extLst>
          </p:cNvPr>
          <p:cNvSpPr>
            <a:spLocks xmlns:a="http://schemas.openxmlformats.org/drawingml/2006/main" noGrp="1"/>
          </p:cNvSpPr>
          <p:nvPr/>
        </p:nvSpPr>
        <p:spPr>
          <a:xfrm xmlns:a="http://schemas.openxmlformats.org/drawingml/2006/main">
            <a:off x="581025" y="6153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6" name="overview-goal-target-ASR-QA-05">
            <a:extLst xmlns:a="http://schemas.openxmlformats.org/drawingml/2006/main">
              <a:ext uri="{FF2B5EF4-FFF2-40B4-BE49-F238E27FC236}">
                <a16:creationId xmlns:a16="http://schemas.microsoft.com/office/drawing/2014/main" id="{CB22923C-2C12-432C-9600-06704B1B768A}"/>
              </a:ext>
            </a:extLst>
          </p:cNvPr>
          <p:cNvSpPr>
            <a:spLocks xmlns:a="http://schemas.openxmlformats.org/drawingml/2006/main" noGrp="1"/>
          </p:cNvSpPr>
          <p:nvPr/>
        </p:nvSpPr>
        <p:spPr>
          <a:xfrm xmlns:a="http://schemas.openxmlformats.org/drawingml/2006/main">
            <a:off x="552450" y="65055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7" name="overview-goal-6-42">
            <a:extLst xmlns:a="http://schemas.openxmlformats.org/drawingml/2006/main">
              <a:ext uri="{FF2B5EF4-FFF2-40B4-BE49-F238E27FC236}">
                <a16:creationId xmlns:a16="http://schemas.microsoft.com/office/drawing/2014/main" id="{7DAC7C8E-AC07-4FC9-B641-A62DBFB9C865}"/>
              </a:ext>
            </a:extLst>
          </p:cNvPr>
          <p:cNvSpPr>
            <a:spLocks xmlns:a="http://schemas.openxmlformats.org/drawingml/2006/main" noGrp="1"/>
          </p:cNvSpPr>
          <p:nvPr/>
        </p:nvSpPr>
        <p:spPr>
          <a:xfrm xmlns:a="http://schemas.openxmlformats.org/drawingml/2006/main">
            <a:off x="3238500" y="7353300"/>
            <a:ext cx="257175" cy="57150"/>
          </a:xfrm>
          <a:custGeom xmlns:a="http://schemas.openxmlformats.org/drawingml/2006/main">
            <a:pathLst>
              <a:path w="257175" h="57150">
                <a:moveTo>
                  <a:pt x="0" y="57150"/>
                </a:moveTo>
                <a:lnTo>
                  <a:pt x="257175" y="0"/>
                </a:lnTo>
              </a:path>
            </a:pathLst>
          </a:custGeom>
          <a:noFill xmlns:a="http://schemas.openxmlformats.org/drawingml/2006/main"/>
          <a:ln xmlns:a="http://schemas.openxmlformats.org/drawingml/2006/main" w="24765">
            <a:solidFill>
              <a:srgbClr val="2463DD"/>
            </a:solidFill>
            <a:prstDash val="solid"/>
          </a:ln>
        </p:spPr>
      </p:sp>
      <p:sp>
        <p:nvSpPr>
          <p:cNvPr id="38" name="overview-goal-ASR-QA-06">
            <a:extLst xmlns:a="http://schemas.openxmlformats.org/drawingml/2006/main">
              <a:ext uri="{FF2B5EF4-FFF2-40B4-BE49-F238E27FC236}">
                <a16:creationId xmlns:a16="http://schemas.microsoft.com/office/drawing/2014/main" id="{FB062707-8159-4FC1-B8B7-81A8266AC0ED}"/>
              </a:ext>
            </a:extLst>
          </p:cNvPr>
          <p:cNvSpPr>
            <a:spLocks xmlns:a="http://schemas.openxmlformats.org/drawingml/2006/main" noGrp="1"/>
          </p:cNvSpPr>
          <p:nvPr/>
        </p:nvSpPr>
        <p:spPr>
          <a:xfrm xmlns:a="http://schemas.openxmlformats.org/drawingml/2006/main">
            <a:off x="495300" y="70294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9" name="overview-goal-name-ASR-QA-06">
            <a:extLst xmlns:a="http://schemas.openxmlformats.org/drawingml/2006/main">
              <a:ext uri="{FF2B5EF4-FFF2-40B4-BE49-F238E27FC236}">
                <a16:creationId xmlns:a16="http://schemas.microsoft.com/office/drawing/2014/main" id="{25FDCD8E-FD7C-4D0D-A29F-3AB509674788}"/>
              </a:ext>
            </a:extLst>
          </p:cNvPr>
          <p:cNvSpPr>
            <a:spLocks xmlns:a="http://schemas.openxmlformats.org/drawingml/2006/main" noGrp="1"/>
          </p:cNvSpPr>
          <p:nvPr/>
        </p:nvSpPr>
        <p:spPr>
          <a:xfrm xmlns:a="http://schemas.openxmlformats.org/drawingml/2006/main">
            <a:off x="581025" y="7077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0" name="overview-goal-target-ASR-QA-06">
            <a:extLst xmlns:a="http://schemas.openxmlformats.org/drawingml/2006/main">
              <a:ext uri="{FF2B5EF4-FFF2-40B4-BE49-F238E27FC236}">
                <a16:creationId xmlns:a16="http://schemas.microsoft.com/office/drawing/2014/main" id="{8DA9633C-43BB-499E-A772-A079C4BB6379}"/>
              </a:ext>
            </a:extLst>
          </p:cNvPr>
          <p:cNvSpPr>
            <a:spLocks xmlns:a="http://schemas.openxmlformats.org/drawingml/2006/main" noGrp="1"/>
          </p:cNvSpPr>
          <p:nvPr/>
        </p:nvSpPr>
        <p:spPr>
          <a:xfrm xmlns:a="http://schemas.openxmlformats.org/drawingml/2006/main">
            <a:off x="552450" y="74295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1" name="overview-swatch-41">
            <a:extLst xmlns:a="http://schemas.openxmlformats.org/drawingml/2006/main">
              <a:ext uri="{FF2B5EF4-FFF2-40B4-BE49-F238E27FC236}">
                <a16:creationId xmlns:a16="http://schemas.microsoft.com/office/drawing/2014/main" id="{4FE98749-1B01-4D16-8D0F-AC39908EE617}"/>
              </a:ext>
            </a:extLst>
          </p:cNvPr>
          <p:cNvSpPr>
            <a:spLocks xmlns:a="http://schemas.openxmlformats.org/drawingml/2006/main" noGrp="1"/>
          </p:cNvSpPr>
          <p:nvPr/>
        </p:nvSpPr>
        <p:spPr>
          <a:xfrm xmlns:a="http://schemas.openxmlformats.org/drawingml/2006/main">
            <a:off x="3276600" y="2486025"/>
            <a:ext cx="228600" cy="400050"/>
          </a:xfrm>
          <a:prstGeom xmlns:a="http://schemas.openxmlformats.org/drawingml/2006/main" prst="rect">
            <a:avLst/>
          </a:prstGeom>
          <a:solidFill xmlns:a="http://schemas.openxmlformats.org/drawingml/2006/main">
            <a:srgbClr val="E5A700"/>
          </a:solidFill>
          <a:ln xmlns:a="http://schemas.openxmlformats.org/drawingml/2006/main" w="0">
            <a:solidFill>
              <a:srgbClr val="E5A700"/>
            </a:solidFill>
            <a:prstDash val="solid"/>
          </a:ln>
        </p:spPr>
      </p:sp>
      <p:sp>
        <p:nvSpPr>
          <p:cNvPr id="42" name="overview-decision-title-41">
            <a:extLst xmlns:a="http://schemas.openxmlformats.org/drawingml/2006/main">
              <a:ext uri="{FF2B5EF4-FFF2-40B4-BE49-F238E27FC236}">
                <a16:creationId xmlns:a16="http://schemas.microsoft.com/office/drawing/2014/main" id="{8793EE45-9E91-4D78-917A-FE44C52A39E5}"/>
              </a:ext>
            </a:extLst>
          </p:cNvPr>
          <p:cNvSpPr>
            <a:spLocks xmlns:a="http://schemas.openxmlformats.org/drawingml/2006/main" noGrp="1"/>
          </p:cNvSpPr>
          <p:nvPr/>
        </p:nvSpPr>
        <p:spPr>
          <a:xfrm xmlns:a="http://schemas.openxmlformats.org/drawingml/2006/main">
            <a:off x="3714750" y="2381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3" name="overview-decision-detail-41">
            <a:extLst xmlns:a="http://schemas.openxmlformats.org/drawingml/2006/main">
              <a:ext uri="{FF2B5EF4-FFF2-40B4-BE49-F238E27FC236}">
                <a16:creationId xmlns:a16="http://schemas.microsoft.com/office/drawing/2014/main" id="{8F0BF26E-F29A-4D5A-B4E2-1D6FF876EE05}"/>
              </a:ext>
            </a:extLst>
          </p:cNvPr>
          <p:cNvSpPr>
            <a:spLocks xmlns:a="http://schemas.openxmlformats.org/drawingml/2006/main" noGrp="1"/>
          </p:cNvSpPr>
          <p:nvPr/>
        </p:nvSpPr>
        <p:spPr>
          <a:xfrm xmlns:a="http://schemas.openxmlformats.org/drawingml/2006/main">
            <a:off x="3714750" y="28765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4" name="overview-swatch-44">
            <a:extLst xmlns:a="http://schemas.openxmlformats.org/drawingml/2006/main">
              <a:ext uri="{FF2B5EF4-FFF2-40B4-BE49-F238E27FC236}">
                <a16:creationId xmlns:a16="http://schemas.microsoft.com/office/drawing/2014/main" id="{396106B6-E4BB-48FB-A36B-16A5D0EDE0EA}"/>
              </a:ext>
            </a:extLst>
          </p:cNvPr>
          <p:cNvSpPr>
            <a:spLocks xmlns:a="http://schemas.openxmlformats.org/drawingml/2006/main" noGrp="1"/>
          </p:cNvSpPr>
          <p:nvPr/>
        </p:nvSpPr>
        <p:spPr>
          <a:xfrm xmlns:a="http://schemas.openxmlformats.org/drawingml/2006/main">
            <a:off x="3276600" y="4105275"/>
            <a:ext cx="228600" cy="400050"/>
          </a:xfrm>
          <a:prstGeom xmlns:a="http://schemas.openxmlformats.org/drawingml/2006/main" prst="rect">
            <a:avLst/>
          </a:prstGeom>
          <a:solidFill xmlns:a="http://schemas.openxmlformats.org/drawingml/2006/main">
            <a:srgbClr val="00A65A"/>
          </a:solidFill>
          <a:ln xmlns:a="http://schemas.openxmlformats.org/drawingml/2006/main" w="0">
            <a:solidFill>
              <a:srgbClr val="00A65A"/>
            </a:solidFill>
            <a:prstDash val="solid"/>
          </a:ln>
        </p:spPr>
      </p:sp>
      <p:sp>
        <p:nvSpPr>
          <p:cNvPr id="45" name="overview-decision-title-44">
            <a:extLst xmlns:a="http://schemas.openxmlformats.org/drawingml/2006/main">
              <a:ext uri="{FF2B5EF4-FFF2-40B4-BE49-F238E27FC236}">
                <a16:creationId xmlns:a16="http://schemas.microsoft.com/office/drawing/2014/main" id="{D8ADDD93-DD7E-4DE8-A135-B1840395FD00}"/>
              </a:ext>
            </a:extLst>
          </p:cNvPr>
          <p:cNvSpPr>
            <a:spLocks xmlns:a="http://schemas.openxmlformats.org/drawingml/2006/main" noGrp="1"/>
          </p:cNvSpPr>
          <p:nvPr/>
        </p:nvSpPr>
        <p:spPr>
          <a:xfrm xmlns:a="http://schemas.openxmlformats.org/drawingml/2006/main">
            <a:off x="3714750" y="4000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6" name="overview-decision-detail-44">
            <a:extLst xmlns:a="http://schemas.openxmlformats.org/drawingml/2006/main">
              <a:ext uri="{FF2B5EF4-FFF2-40B4-BE49-F238E27FC236}">
                <a16:creationId xmlns:a16="http://schemas.microsoft.com/office/drawing/2014/main" id="{A4BF74CB-1700-46F4-BD48-A33A11BFC304}"/>
              </a:ext>
            </a:extLst>
          </p:cNvPr>
          <p:cNvSpPr>
            <a:spLocks xmlns:a="http://schemas.openxmlformats.org/drawingml/2006/main" noGrp="1"/>
          </p:cNvSpPr>
          <p:nvPr/>
        </p:nvSpPr>
        <p:spPr>
          <a:xfrm xmlns:a="http://schemas.openxmlformats.org/drawingml/2006/main">
            <a:off x="3714750" y="4495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7" name="overview-swatch-45">
            <a:extLst xmlns:a="http://schemas.openxmlformats.org/drawingml/2006/main">
              <a:ext uri="{FF2B5EF4-FFF2-40B4-BE49-F238E27FC236}">
                <a16:creationId xmlns:a16="http://schemas.microsoft.com/office/drawing/2014/main" id="{7631732F-1137-4649-9478-389F0E363914}"/>
              </a:ext>
            </a:extLst>
          </p:cNvPr>
          <p:cNvSpPr>
            <a:spLocks xmlns:a="http://schemas.openxmlformats.org/drawingml/2006/main" noGrp="1"/>
          </p:cNvSpPr>
          <p:nvPr/>
        </p:nvSpPr>
        <p:spPr>
          <a:xfrm xmlns:a="http://schemas.openxmlformats.org/drawingml/2006/main">
            <a:off x="3276600" y="5724525"/>
            <a:ext cx="228600" cy="400050"/>
          </a:xfrm>
          <a:prstGeom xmlns:a="http://schemas.openxmlformats.org/drawingml/2006/main" prst="rect">
            <a:avLst/>
          </a:prstGeom>
          <a:solidFill xmlns:a="http://schemas.openxmlformats.org/drawingml/2006/main">
            <a:srgbClr val="8D49B8"/>
          </a:solidFill>
          <a:ln xmlns:a="http://schemas.openxmlformats.org/drawingml/2006/main" w="0">
            <a:solidFill>
              <a:srgbClr val="8D49B8"/>
            </a:solidFill>
            <a:prstDash val="solid"/>
          </a:ln>
        </p:spPr>
      </p:sp>
      <p:sp>
        <p:nvSpPr>
          <p:cNvPr id="48" name="overview-decision-title-45">
            <a:extLst xmlns:a="http://schemas.openxmlformats.org/drawingml/2006/main">
              <a:ext uri="{FF2B5EF4-FFF2-40B4-BE49-F238E27FC236}">
                <a16:creationId xmlns:a16="http://schemas.microsoft.com/office/drawing/2014/main" id="{E52F407F-FDC8-4EFC-A9D2-E53C5F03CC76}"/>
              </a:ext>
            </a:extLst>
          </p:cNvPr>
          <p:cNvSpPr>
            <a:spLocks xmlns:a="http://schemas.openxmlformats.org/drawingml/2006/main" noGrp="1"/>
          </p:cNvSpPr>
          <p:nvPr/>
        </p:nvSpPr>
        <p:spPr>
          <a:xfrm xmlns:a="http://schemas.openxmlformats.org/drawingml/2006/main">
            <a:off x="3714750" y="56197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49" name="overview-decision-detail-45">
            <a:extLst xmlns:a="http://schemas.openxmlformats.org/drawingml/2006/main">
              <a:ext uri="{FF2B5EF4-FFF2-40B4-BE49-F238E27FC236}">
                <a16:creationId xmlns:a16="http://schemas.microsoft.com/office/drawing/2014/main" id="{6DB70456-EF81-48E7-A9F0-F58A943556D5}"/>
              </a:ext>
            </a:extLst>
          </p:cNvPr>
          <p:cNvSpPr>
            <a:spLocks xmlns:a="http://schemas.openxmlformats.org/drawingml/2006/main" noGrp="1"/>
          </p:cNvSpPr>
          <p:nvPr/>
        </p:nvSpPr>
        <p:spPr>
          <a:xfrm xmlns:a="http://schemas.openxmlformats.org/drawingml/2006/main">
            <a:off x="3714750" y="61150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0" name="overview-swatch-42">
            <a:extLst xmlns:a="http://schemas.openxmlformats.org/drawingml/2006/main">
              <a:ext uri="{FF2B5EF4-FFF2-40B4-BE49-F238E27FC236}">
                <a16:creationId xmlns:a16="http://schemas.microsoft.com/office/drawing/2014/main" id="{D9B0A4C1-2205-4E7E-9E07-3F1217E974EE}"/>
              </a:ext>
            </a:extLst>
          </p:cNvPr>
          <p:cNvSpPr>
            <a:spLocks xmlns:a="http://schemas.openxmlformats.org/drawingml/2006/main" noGrp="1"/>
          </p:cNvSpPr>
          <p:nvPr/>
        </p:nvSpPr>
        <p:spPr>
          <a:xfrm xmlns:a="http://schemas.openxmlformats.org/drawingml/2006/main">
            <a:off x="3276600" y="7153275"/>
            <a:ext cx="228600" cy="400050"/>
          </a:xfrm>
          <a:prstGeom xmlns:a="http://schemas.openxmlformats.org/drawingml/2006/main" prst="rect">
            <a:avLst/>
          </a:prstGeom>
          <a:solidFill xmlns:a="http://schemas.openxmlformats.org/drawingml/2006/main">
            <a:srgbClr val="2463DD"/>
          </a:solidFill>
          <a:ln xmlns:a="http://schemas.openxmlformats.org/drawingml/2006/main" w="0">
            <a:solidFill>
              <a:srgbClr val="2463DD"/>
            </a:solidFill>
            <a:prstDash val="solid"/>
          </a:ln>
        </p:spPr>
      </p:sp>
      <p:sp>
        <p:nvSpPr>
          <p:cNvPr id="51" name="overview-decision-title-42">
            <a:extLst xmlns:a="http://schemas.openxmlformats.org/drawingml/2006/main">
              <a:ext uri="{FF2B5EF4-FFF2-40B4-BE49-F238E27FC236}">
                <a16:creationId xmlns:a16="http://schemas.microsoft.com/office/drawing/2014/main" id="{58124065-1888-4363-BE35-0F6260A72F08}"/>
              </a:ext>
            </a:extLst>
          </p:cNvPr>
          <p:cNvSpPr>
            <a:spLocks xmlns:a="http://schemas.openxmlformats.org/drawingml/2006/main" noGrp="1"/>
          </p:cNvSpPr>
          <p:nvPr/>
        </p:nvSpPr>
        <p:spPr>
          <a:xfrm xmlns:a="http://schemas.openxmlformats.org/drawingml/2006/main">
            <a:off x="3714750" y="7048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2" name="overview-decision-detail-42">
            <a:extLst xmlns:a="http://schemas.openxmlformats.org/drawingml/2006/main">
              <a:ext uri="{FF2B5EF4-FFF2-40B4-BE49-F238E27FC236}">
                <a16:creationId xmlns:a16="http://schemas.microsoft.com/office/drawing/2014/main" id="{466D25E9-1831-40FB-80F8-1D449E64168E}"/>
              </a:ext>
            </a:extLst>
          </p:cNvPr>
          <p:cNvSpPr>
            <a:spLocks xmlns:a="http://schemas.openxmlformats.org/drawingml/2006/main" noGrp="1"/>
          </p:cNvSpPr>
          <p:nvPr/>
        </p:nvSpPr>
        <p:spPr>
          <a:xfrm xmlns:a="http://schemas.openxmlformats.org/drawingml/2006/main">
            <a:off x="3714750" y="7543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3" name="overview-VIA-boundary">
            <a:extLst xmlns:a="http://schemas.openxmlformats.org/drawingml/2006/main">
              <a:ext uri="{FF2B5EF4-FFF2-40B4-BE49-F238E27FC236}">
                <a16:creationId xmlns:a16="http://schemas.microsoft.com/office/drawing/2014/main" id="{0667F901-341B-44E1-B622-EDA03A2B690A}"/>
              </a:ext>
            </a:extLst>
          </p:cNvPr>
          <p:cNvSpPr>
            <a:spLocks xmlns:a="http://schemas.openxmlformats.org/drawingml/2006/main" noGrp="1"/>
          </p:cNvSpPr>
          <p:nvPr/>
        </p:nvSpPr>
        <p:spPr>
          <a:xfrm xmlns:a="http://schemas.openxmlformats.org/drawingml/2006/main">
            <a:off x="8439150" y="1285875"/>
            <a:ext cx="9372600" cy="73247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4" name="overview-VIA-label">
            <a:extLst xmlns:a="http://schemas.openxmlformats.org/drawingml/2006/main">
              <a:ext uri="{FF2B5EF4-FFF2-40B4-BE49-F238E27FC236}">
                <a16:creationId xmlns:a16="http://schemas.microsoft.com/office/drawing/2014/main" id="{D4B1B01E-411B-48FB-B131-F0A731EA7F93}"/>
              </a:ext>
            </a:extLst>
          </p:cNvPr>
          <p:cNvSpPr>
            <a:spLocks xmlns:a="http://schemas.openxmlformats.org/drawingml/2006/main" noGrp="1"/>
          </p:cNvSpPr>
          <p:nvPr/>
        </p:nvSpPr>
        <p:spPr>
          <a:xfrm xmlns:a="http://schemas.openxmlformats.org/drawingml/2006/main">
            <a:off x="8658225" y="1381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5" name="overview-Interaction">
            <a:extLst xmlns:a="http://schemas.openxmlformats.org/drawingml/2006/main">
              <a:ext uri="{FF2B5EF4-FFF2-40B4-BE49-F238E27FC236}">
                <a16:creationId xmlns:a16="http://schemas.microsoft.com/office/drawing/2014/main" id="{05444503-736C-4A46-88AE-BAF5E3E47471}"/>
              </a:ext>
            </a:extLst>
          </p:cNvPr>
          <p:cNvSpPr>
            <a:spLocks xmlns:a="http://schemas.openxmlformats.org/drawingml/2006/main" noGrp="1"/>
          </p:cNvSpPr>
          <p:nvPr/>
        </p:nvSpPr>
        <p:spPr>
          <a:xfrm xmlns:a="http://schemas.openxmlformats.org/drawingml/2006/main">
            <a:off x="8620125" y="1857375"/>
            <a:ext cx="9001125" cy="1381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56" name="overview-Interaction-label">
            <a:extLst xmlns:a="http://schemas.openxmlformats.org/drawingml/2006/main">
              <a:ext uri="{FF2B5EF4-FFF2-40B4-BE49-F238E27FC236}">
                <a16:creationId xmlns:a16="http://schemas.microsoft.com/office/drawing/2014/main" id="{B4C83EED-8672-4B9F-99C8-3C29E33D4909}"/>
              </a:ext>
            </a:extLst>
          </p:cNvPr>
          <p:cNvSpPr>
            <a:spLocks xmlns:a="http://schemas.openxmlformats.org/drawingml/2006/main" noGrp="1"/>
          </p:cNvSpPr>
          <p:nvPr/>
        </p:nvSpPr>
        <p:spPr>
          <a:xfrm xmlns:a="http://schemas.openxmlformats.org/drawingml/2006/main">
            <a:off x="8801100" y="18859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7" name="overview-component-Interaction Manager">
            <a:extLst xmlns:a="http://schemas.openxmlformats.org/drawingml/2006/main">
              <a:ext uri="{FF2B5EF4-FFF2-40B4-BE49-F238E27FC236}">
                <a16:creationId xmlns:a16="http://schemas.microsoft.com/office/drawing/2014/main" id="{B311954B-3254-4B9A-B492-21E04BEA0852}"/>
              </a:ext>
            </a:extLst>
          </p:cNvPr>
          <p:cNvSpPr>
            <a:spLocks xmlns:a="http://schemas.openxmlformats.org/drawingml/2006/main" noGrp="1"/>
          </p:cNvSpPr>
          <p:nvPr/>
        </p:nvSpPr>
        <p:spPr>
          <a:xfrm xmlns:a="http://schemas.openxmlformats.org/drawingml/2006/main">
            <a:off x="89154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8" name="overview-name-Interaction Manager">
            <a:extLst xmlns:a="http://schemas.openxmlformats.org/drawingml/2006/main">
              <a:ext uri="{FF2B5EF4-FFF2-40B4-BE49-F238E27FC236}">
                <a16:creationId xmlns:a16="http://schemas.microsoft.com/office/drawing/2014/main" id="{C9EDC35C-F628-4FF9-BF4D-8AD712C66390}"/>
              </a:ext>
            </a:extLst>
          </p:cNvPr>
          <p:cNvSpPr>
            <a:spLocks xmlns:a="http://schemas.openxmlformats.org/drawingml/2006/main" noGrp="1"/>
          </p:cNvSpPr>
          <p:nvPr/>
        </p:nvSpPr>
        <p:spPr>
          <a:xfrm xmlns:a="http://schemas.openxmlformats.org/drawingml/2006/main">
            <a:off x="89820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59" name="overview-component-Response Manager">
            <a:extLst xmlns:a="http://schemas.openxmlformats.org/drawingml/2006/main">
              <a:ext uri="{FF2B5EF4-FFF2-40B4-BE49-F238E27FC236}">
                <a16:creationId xmlns:a16="http://schemas.microsoft.com/office/drawing/2014/main" id="{7452EC8B-254E-4254-94E5-6DC88F7E64B3}"/>
              </a:ext>
            </a:extLst>
          </p:cNvPr>
          <p:cNvSpPr>
            <a:spLocks xmlns:a="http://schemas.openxmlformats.org/drawingml/2006/main" noGrp="1"/>
          </p:cNvSpPr>
          <p:nvPr/>
        </p:nvSpPr>
        <p:spPr>
          <a:xfrm xmlns:a="http://schemas.openxmlformats.org/drawingml/2006/main">
            <a:off x="132969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0" name="overview-name-Response Manager">
            <a:extLst xmlns:a="http://schemas.openxmlformats.org/drawingml/2006/main">
              <a:ext uri="{FF2B5EF4-FFF2-40B4-BE49-F238E27FC236}">
                <a16:creationId xmlns:a16="http://schemas.microsoft.com/office/drawing/2014/main" id="{A7068843-721B-4A60-AD45-332B9611AF67}"/>
              </a:ext>
            </a:extLst>
          </p:cNvPr>
          <p:cNvSpPr>
            <a:spLocks xmlns:a="http://schemas.openxmlformats.org/drawingml/2006/main" noGrp="1"/>
          </p:cNvSpPr>
          <p:nvPr/>
        </p:nvSpPr>
        <p:spPr>
          <a:xfrm xmlns:a="http://schemas.openxmlformats.org/drawingml/2006/main">
            <a:off x="133635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1" name="overview-Orchestration">
            <a:extLst xmlns:a="http://schemas.openxmlformats.org/drawingml/2006/main">
              <a:ext uri="{FF2B5EF4-FFF2-40B4-BE49-F238E27FC236}">
                <a16:creationId xmlns:a16="http://schemas.microsoft.com/office/drawing/2014/main" id="{AEBA02E5-2698-46DB-93E7-C9282787FD6E}"/>
              </a:ext>
            </a:extLst>
          </p:cNvPr>
          <p:cNvSpPr>
            <a:spLocks xmlns:a="http://schemas.openxmlformats.org/drawingml/2006/main" noGrp="1"/>
          </p:cNvSpPr>
          <p:nvPr/>
        </p:nvSpPr>
        <p:spPr>
          <a:xfrm xmlns:a="http://schemas.openxmlformats.org/drawingml/2006/main">
            <a:off x="8620125" y="3371850"/>
            <a:ext cx="9001125" cy="3486150"/>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62" name="overview-Orchestration-label">
            <a:extLst xmlns:a="http://schemas.openxmlformats.org/drawingml/2006/main">
              <a:ext uri="{FF2B5EF4-FFF2-40B4-BE49-F238E27FC236}">
                <a16:creationId xmlns:a16="http://schemas.microsoft.com/office/drawing/2014/main" id="{F7FA0B2B-F1C8-4AB6-AA80-D94EFD0B90C5}"/>
              </a:ext>
            </a:extLst>
          </p:cNvPr>
          <p:cNvSpPr>
            <a:spLocks xmlns:a="http://schemas.openxmlformats.org/drawingml/2006/main" noGrp="1"/>
          </p:cNvSpPr>
          <p:nvPr/>
        </p:nvSpPr>
        <p:spPr>
          <a:xfrm xmlns:a="http://schemas.openxmlformats.org/drawingml/2006/main">
            <a:off x="8801100" y="34004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3" name="overview-component-Request Controller">
            <a:extLst xmlns:a="http://schemas.openxmlformats.org/drawingml/2006/main">
              <a:ext uri="{FF2B5EF4-FFF2-40B4-BE49-F238E27FC236}">
                <a16:creationId xmlns:a16="http://schemas.microsoft.com/office/drawing/2014/main" id="{DF4BE49B-E898-4802-91C1-CDCB6CCF8989}"/>
              </a:ext>
            </a:extLst>
          </p:cNvPr>
          <p:cNvSpPr>
            <a:spLocks xmlns:a="http://schemas.openxmlformats.org/drawingml/2006/main" noGrp="1"/>
          </p:cNvSpPr>
          <p:nvPr/>
        </p:nvSpPr>
        <p:spPr>
          <a:xfrm xmlns:a="http://schemas.openxmlformats.org/drawingml/2006/main">
            <a:off x="89154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4" name="overview-name-Request Controller">
            <a:extLst xmlns:a="http://schemas.openxmlformats.org/drawingml/2006/main">
              <a:ext uri="{FF2B5EF4-FFF2-40B4-BE49-F238E27FC236}">
                <a16:creationId xmlns:a16="http://schemas.microsoft.com/office/drawing/2014/main" id="{0BD89C5D-2909-4652-9B57-929FAEE069A2}"/>
              </a:ext>
            </a:extLst>
          </p:cNvPr>
          <p:cNvSpPr>
            <a:spLocks xmlns:a="http://schemas.openxmlformats.org/drawingml/2006/main" noGrp="1"/>
          </p:cNvSpPr>
          <p:nvPr/>
        </p:nvSpPr>
        <p:spPr>
          <a:xfrm xmlns:a="http://schemas.openxmlformats.org/drawingml/2006/main">
            <a:off x="89820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5" name="overview-component-Request Interpreter">
            <a:extLst xmlns:a="http://schemas.openxmlformats.org/drawingml/2006/main">
              <a:ext uri="{FF2B5EF4-FFF2-40B4-BE49-F238E27FC236}">
                <a16:creationId xmlns:a16="http://schemas.microsoft.com/office/drawing/2014/main" id="{29E90C18-0D26-48D1-B96C-57CFD1F364AF}"/>
              </a:ext>
            </a:extLst>
          </p:cNvPr>
          <p:cNvSpPr>
            <a:spLocks xmlns:a="http://schemas.openxmlformats.org/drawingml/2006/main" noGrp="1"/>
          </p:cNvSpPr>
          <p:nvPr/>
        </p:nvSpPr>
        <p:spPr>
          <a:xfrm xmlns:a="http://schemas.openxmlformats.org/drawingml/2006/main">
            <a:off x="132969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6" name="overview-name-Request Interpreter">
            <a:extLst xmlns:a="http://schemas.openxmlformats.org/drawingml/2006/main">
              <a:ext uri="{FF2B5EF4-FFF2-40B4-BE49-F238E27FC236}">
                <a16:creationId xmlns:a16="http://schemas.microsoft.com/office/drawing/2014/main" id="{C7DE6FB3-F4ED-4273-A692-B5D4E85938E1}"/>
              </a:ext>
            </a:extLst>
          </p:cNvPr>
          <p:cNvSpPr>
            <a:spLocks xmlns:a="http://schemas.openxmlformats.org/drawingml/2006/main" noGrp="1"/>
          </p:cNvSpPr>
          <p:nvPr/>
        </p:nvSpPr>
        <p:spPr>
          <a:xfrm xmlns:a="http://schemas.openxmlformats.org/drawingml/2006/main">
            <a:off x="133635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7" name="overview-component-Context Manager">
            <a:extLst xmlns:a="http://schemas.openxmlformats.org/drawingml/2006/main">
              <a:ext uri="{FF2B5EF4-FFF2-40B4-BE49-F238E27FC236}">
                <a16:creationId xmlns:a16="http://schemas.microsoft.com/office/drawing/2014/main" id="{CC588BA3-0092-4123-BD68-119001462853}"/>
              </a:ext>
            </a:extLst>
          </p:cNvPr>
          <p:cNvSpPr>
            <a:spLocks xmlns:a="http://schemas.openxmlformats.org/drawingml/2006/main" noGrp="1"/>
          </p:cNvSpPr>
          <p:nvPr/>
        </p:nvSpPr>
        <p:spPr>
          <a:xfrm xmlns:a="http://schemas.openxmlformats.org/drawingml/2006/main">
            <a:off x="89154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8" name="overview-name-Context Manager">
            <a:extLst xmlns:a="http://schemas.openxmlformats.org/drawingml/2006/main">
              <a:ext uri="{FF2B5EF4-FFF2-40B4-BE49-F238E27FC236}">
                <a16:creationId xmlns:a16="http://schemas.microsoft.com/office/drawing/2014/main" id="{5DDCC5D7-62AD-43D5-A518-69A59D4BF05C}"/>
              </a:ext>
            </a:extLst>
          </p:cNvPr>
          <p:cNvSpPr>
            <a:spLocks xmlns:a="http://schemas.openxmlformats.org/drawingml/2006/main" noGrp="1"/>
          </p:cNvSpPr>
          <p:nvPr/>
        </p:nvSpPr>
        <p:spPr>
          <a:xfrm xmlns:a="http://schemas.openxmlformats.org/drawingml/2006/main">
            <a:off x="89820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69" name="overview-component-Policy Manager">
            <a:extLst xmlns:a="http://schemas.openxmlformats.org/drawingml/2006/main">
              <a:ext uri="{FF2B5EF4-FFF2-40B4-BE49-F238E27FC236}">
                <a16:creationId xmlns:a16="http://schemas.microsoft.com/office/drawing/2014/main" id="{B3071E9C-F3B5-4F3F-AC3C-BE3E74A2379B}"/>
              </a:ext>
            </a:extLst>
          </p:cNvPr>
          <p:cNvSpPr>
            <a:spLocks xmlns:a="http://schemas.openxmlformats.org/drawingml/2006/main" noGrp="1"/>
          </p:cNvSpPr>
          <p:nvPr/>
        </p:nvSpPr>
        <p:spPr>
          <a:xfrm xmlns:a="http://schemas.openxmlformats.org/drawingml/2006/main">
            <a:off x="132969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0" name="overview-name-Policy Manager">
            <a:extLst xmlns:a="http://schemas.openxmlformats.org/drawingml/2006/main">
              <a:ext uri="{FF2B5EF4-FFF2-40B4-BE49-F238E27FC236}">
                <a16:creationId xmlns:a16="http://schemas.microsoft.com/office/drawing/2014/main" id="{4C489507-5C88-47E3-B463-24C64B16F6E8}"/>
              </a:ext>
            </a:extLst>
          </p:cNvPr>
          <p:cNvSpPr>
            <a:spLocks xmlns:a="http://schemas.openxmlformats.org/drawingml/2006/main" noGrp="1"/>
          </p:cNvSpPr>
          <p:nvPr/>
        </p:nvSpPr>
        <p:spPr>
          <a:xfrm xmlns:a="http://schemas.openxmlformats.org/drawingml/2006/main">
            <a:off x="133635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1" name="overview-component-Task Manager">
            <a:extLst xmlns:a="http://schemas.openxmlformats.org/drawingml/2006/main">
              <a:ext uri="{FF2B5EF4-FFF2-40B4-BE49-F238E27FC236}">
                <a16:creationId xmlns:a16="http://schemas.microsoft.com/office/drawing/2014/main" id="{05DADF7B-2DA2-4E57-AAA1-8107E13776E1}"/>
              </a:ext>
            </a:extLst>
          </p:cNvPr>
          <p:cNvSpPr>
            <a:spLocks xmlns:a="http://schemas.openxmlformats.org/drawingml/2006/main" noGrp="1"/>
          </p:cNvSpPr>
          <p:nvPr/>
        </p:nvSpPr>
        <p:spPr>
          <a:xfrm xmlns:a="http://schemas.openxmlformats.org/drawingml/2006/main">
            <a:off x="89154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2" name="overview-name-Task Manager">
            <a:extLst xmlns:a="http://schemas.openxmlformats.org/drawingml/2006/main">
              <a:ext uri="{FF2B5EF4-FFF2-40B4-BE49-F238E27FC236}">
                <a16:creationId xmlns:a16="http://schemas.microsoft.com/office/drawing/2014/main" id="{3DE7176D-B17C-4FE8-A02A-6A566C6721E0}"/>
              </a:ext>
            </a:extLst>
          </p:cNvPr>
          <p:cNvSpPr>
            <a:spLocks xmlns:a="http://schemas.openxmlformats.org/drawingml/2006/main" noGrp="1"/>
          </p:cNvSpPr>
          <p:nvPr/>
        </p:nvSpPr>
        <p:spPr>
          <a:xfrm xmlns:a="http://schemas.openxmlformats.org/drawingml/2006/main">
            <a:off x="89820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3" name="overview-component-Agent Gateway">
            <a:extLst xmlns:a="http://schemas.openxmlformats.org/drawingml/2006/main">
              <a:ext uri="{FF2B5EF4-FFF2-40B4-BE49-F238E27FC236}">
                <a16:creationId xmlns:a16="http://schemas.microsoft.com/office/drawing/2014/main" id="{8C58E22E-3D1B-4AAD-B5F8-66B4250D6F51}"/>
              </a:ext>
            </a:extLst>
          </p:cNvPr>
          <p:cNvSpPr>
            <a:spLocks xmlns:a="http://schemas.openxmlformats.org/drawingml/2006/main" noGrp="1"/>
          </p:cNvSpPr>
          <p:nvPr/>
        </p:nvSpPr>
        <p:spPr>
          <a:xfrm xmlns:a="http://schemas.openxmlformats.org/drawingml/2006/main">
            <a:off x="132969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4" name="overview-name-Agent Gateway">
            <a:extLst xmlns:a="http://schemas.openxmlformats.org/drawingml/2006/main">
              <a:ext uri="{FF2B5EF4-FFF2-40B4-BE49-F238E27FC236}">
                <a16:creationId xmlns:a16="http://schemas.microsoft.com/office/drawing/2014/main" id="{049E4586-44AB-4EC4-9BE6-59A688F09B55}"/>
              </a:ext>
            </a:extLst>
          </p:cNvPr>
          <p:cNvSpPr>
            <a:spLocks xmlns:a="http://schemas.openxmlformats.org/drawingml/2006/main" noGrp="1"/>
          </p:cNvSpPr>
          <p:nvPr/>
        </p:nvSpPr>
        <p:spPr>
          <a:xfrm xmlns:a="http://schemas.openxmlformats.org/drawingml/2006/main">
            <a:off x="133635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5" name="overview-Shared">
            <a:extLst xmlns:a="http://schemas.openxmlformats.org/drawingml/2006/main">
              <a:ext uri="{FF2B5EF4-FFF2-40B4-BE49-F238E27FC236}">
                <a16:creationId xmlns:a16="http://schemas.microsoft.com/office/drawing/2014/main" id="{7DCACDBD-8F04-48D7-A14C-B4352ED1E801}"/>
              </a:ext>
            </a:extLst>
          </p:cNvPr>
          <p:cNvSpPr>
            <a:spLocks xmlns:a="http://schemas.openxmlformats.org/drawingml/2006/main" noGrp="1"/>
          </p:cNvSpPr>
          <p:nvPr/>
        </p:nvSpPr>
        <p:spPr>
          <a:xfrm xmlns:a="http://schemas.openxmlformats.org/drawingml/2006/main">
            <a:off x="8620125" y="7029450"/>
            <a:ext cx="9001125" cy="140017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76" name="overview-Shared-label">
            <a:extLst xmlns:a="http://schemas.openxmlformats.org/drawingml/2006/main">
              <a:ext uri="{FF2B5EF4-FFF2-40B4-BE49-F238E27FC236}">
                <a16:creationId xmlns:a16="http://schemas.microsoft.com/office/drawing/2014/main" id="{35118724-3179-4EDC-8CF3-0CE5DC055862}"/>
              </a:ext>
            </a:extLst>
          </p:cNvPr>
          <p:cNvSpPr>
            <a:spLocks xmlns:a="http://schemas.openxmlformats.org/drawingml/2006/main" noGrp="1"/>
          </p:cNvSpPr>
          <p:nvPr/>
        </p:nvSpPr>
        <p:spPr>
          <a:xfrm xmlns:a="http://schemas.openxmlformats.org/drawingml/2006/main">
            <a:off x="8801100" y="7086600"/>
            <a:ext cx="1905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7" name="overview-component-State Store">
            <a:extLst xmlns:a="http://schemas.openxmlformats.org/drawingml/2006/main">
              <a:ext uri="{FF2B5EF4-FFF2-40B4-BE49-F238E27FC236}">
                <a16:creationId xmlns:a16="http://schemas.microsoft.com/office/drawing/2014/main" id="{8DB15C76-A40F-4752-8C92-AA89EA15F4F5}"/>
              </a:ext>
            </a:extLst>
          </p:cNvPr>
          <p:cNvSpPr>
            <a:spLocks xmlns:a="http://schemas.openxmlformats.org/drawingml/2006/main" noGrp="1"/>
          </p:cNvSpPr>
          <p:nvPr/>
        </p:nvSpPr>
        <p:spPr>
          <a:xfrm xmlns:a="http://schemas.openxmlformats.org/drawingml/2006/main">
            <a:off x="8915400" y="7781925"/>
            <a:ext cx="4105275" cy="4476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78" name="overview-name-State Store">
            <a:extLst xmlns:a="http://schemas.openxmlformats.org/drawingml/2006/main">
              <a:ext uri="{FF2B5EF4-FFF2-40B4-BE49-F238E27FC236}">
                <a16:creationId xmlns:a16="http://schemas.microsoft.com/office/drawing/2014/main" id="{C04D2307-C7C3-4318-B8D0-DAD0DCCE8344}"/>
              </a:ext>
            </a:extLst>
          </p:cNvPr>
          <p:cNvSpPr>
            <a:spLocks xmlns:a="http://schemas.openxmlformats.org/drawingml/2006/main" noGrp="1"/>
          </p:cNvSpPr>
          <p:nvPr/>
        </p:nvSpPr>
        <p:spPr>
          <a:xfrm xmlns:a="http://schemas.openxmlformats.org/drawingml/2006/main">
            <a:off x="89820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79" name="overview-component-Model Access">
            <a:extLst xmlns:a="http://schemas.openxmlformats.org/drawingml/2006/main">
              <a:ext uri="{FF2B5EF4-FFF2-40B4-BE49-F238E27FC236}">
                <a16:creationId xmlns:a16="http://schemas.microsoft.com/office/drawing/2014/main" id="{7C955D5F-BF32-4962-915B-6F6B0C41FA8B}"/>
              </a:ext>
            </a:extLst>
          </p:cNvPr>
          <p:cNvSpPr>
            <a:spLocks xmlns:a="http://schemas.openxmlformats.org/drawingml/2006/main" noGrp="1"/>
          </p:cNvSpPr>
          <p:nvPr/>
        </p:nvSpPr>
        <p:spPr>
          <a:xfrm xmlns:a="http://schemas.openxmlformats.org/drawingml/2006/main">
            <a:off x="13296900" y="7781925"/>
            <a:ext cx="4105275"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0" name="overview-name-Model Access">
            <a:extLst xmlns:a="http://schemas.openxmlformats.org/drawingml/2006/main">
              <a:ext uri="{FF2B5EF4-FFF2-40B4-BE49-F238E27FC236}">
                <a16:creationId xmlns:a16="http://schemas.microsoft.com/office/drawing/2014/main" id="{C88EF205-84AC-4C5E-BD98-D592DEE8E74C}"/>
              </a:ext>
            </a:extLst>
          </p:cNvPr>
          <p:cNvSpPr>
            <a:spLocks xmlns:a="http://schemas.openxmlformats.org/drawingml/2006/main" noGrp="1"/>
          </p:cNvSpPr>
          <p:nvPr/>
        </p:nvSpPr>
        <p:spPr>
          <a:xfrm xmlns:a="http://schemas.openxmlformats.org/drawingml/2006/main">
            <a:off x="133635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1" name="overview-External-boundary">
            <a:extLst xmlns:a="http://schemas.openxmlformats.org/drawingml/2006/main">
              <a:ext uri="{FF2B5EF4-FFF2-40B4-BE49-F238E27FC236}">
                <a16:creationId xmlns:a16="http://schemas.microsoft.com/office/drawing/2014/main" id="{4468BEAD-2D6B-4CA1-B88F-D85C9C8B2AB8}"/>
              </a:ext>
            </a:extLst>
          </p:cNvPr>
          <p:cNvSpPr>
            <a:spLocks xmlns:a="http://schemas.openxmlformats.org/drawingml/2006/main" noGrp="1"/>
          </p:cNvSpPr>
          <p:nvPr/>
        </p:nvSpPr>
        <p:spPr>
          <a:xfrm xmlns:a="http://schemas.openxmlformats.org/drawingml/2006/main">
            <a:off x="8439150" y="8782050"/>
            <a:ext cx="9372600" cy="10668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2" name="overview-External-label">
            <a:extLst xmlns:a="http://schemas.openxmlformats.org/drawingml/2006/main">
              <a:ext uri="{FF2B5EF4-FFF2-40B4-BE49-F238E27FC236}">
                <a16:creationId xmlns:a16="http://schemas.microsoft.com/office/drawing/2014/main" id="{2070E664-1378-40E8-865B-6A34F38FD443}"/>
              </a:ext>
            </a:extLst>
          </p:cNvPr>
          <p:cNvSpPr>
            <a:spLocks xmlns:a="http://schemas.openxmlformats.org/drawingml/2006/main" noGrp="1"/>
          </p:cNvSpPr>
          <p:nvPr/>
        </p:nvSpPr>
        <p:spPr>
          <a:xfrm xmlns:a="http://schemas.openxmlformats.org/drawingml/2006/main">
            <a:off x="8658225" y="88296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3" name="overview-component-Context Sources">
            <a:extLst xmlns:a="http://schemas.openxmlformats.org/drawingml/2006/main">
              <a:ext uri="{FF2B5EF4-FFF2-40B4-BE49-F238E27FC236}">
                <a16:creationId xmlns:a16="http://schemas.microsoft.com/office/drawing/2014/main" id="{BE81075E-A92F-4D40-B9D4-DF438D10168E}"/>
              </a:ext>
            </a:extLst>
          </p:cNvPr>
          <p:cNvSpPr>
            <a:spLocks xmlns:a="http://schemas.openxmlformats.org/drawingml/2006/main" noGrp="1"/>
          </p:cNvSpPr>
          <p:nvPr/>
        </p:nvSpPr>
        <p:spPr>
          <a:xfrm xmlns:a="http://schemas.openxmlformats.org/drawingml/2006/main">
            <a:off x="8648700" y="9296400"/>
            <a:ext cx="218122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4" name="overview-name-Context Sources">
            <a:extLst xmlns:a="http://schemas.openxmlformats.org/drawingml/2006/main">
              <a:ext uri="{FF2B5EF4-FFF2-40B4-BE49-F238E27FC236}">
                <a16:creationId xmlns:a16="http://schemas.microsoft.com/office/drawing/2014/main" id="{2FAFE2F4-67D2-41D0-9B67-167C1EC50335}"/>
              </a:ext>
            </a:extLst>
          </p:cNvPr>
          <p:cNvSpPr>
            <a:spLocks xmlns:a="http://schemas.openxmlformats.org/drawingml/2006/main" noGrp="1"/>
          </p:cNvSpPr>
          <p:nvPr/>
        </p:nvSpPr>
        <p:spPr>
          <a:xfrm xmlns:a="http://schemas.openxmlformats.org/drawingml/2006/main">
            <a:off x="8715375" y="92964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5" name="overview-component-Downstream Agents">
            <a:extLst xmlns:a="http://schemas.openxmlformats.org/drawingml/2006/main">
              <a:ext uri="{FF2B5EF4-FFF2-40B4-BE49-F238E27FC236}">
                <a16:creationId xmlns:a16="http://schemas.microsoft.com/office/drawing/2014/main" id="{325498E5-EE7A-4CE6-8D76-2A1FAC17DAB5}"/>
              </a:ext>
            </a:extLst>
          </p:cNvPr>
          <p:cNvSpPr>
            <a:spLocks xmlns:a="http://schemas.openxmlformats.org/drawingml/2006/main" noGrp="1"/>
          </p:cNvSpPr>
          <p:nvPr/>
        </p:nvSpPr>
        <p:spPr>
          <a:xfrm xmlns:a="http://schemas.openxmlformats.org/drawingml/2006/main">
            <a:off x="10991850" y="9296400"/>
            <a:ext cx="231457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6" name="overview-name-Downstream Agents">
            <a:extLst xmlns:a="http://schemas.openxmlformats.org/drawingml/2006/main">
              <a:ext uri="{FF2B5EF4-FFF2-40B4-BE49-F238E27FC236}">
                <a16:creationId xmlns:a16="http://schemas.microsoft.com/office/drawing/2014/main" id="{CB888E71-FF3A-4BF4-A35D-C834EA91CE20}"/>
              </a:ext>
            </a:extLst>
          </p:cNvPr>
          <p:cNvSpPr>
            <a:spLocks xmlns:a="http://schemas.openxmlformats.org/drawingml/2006/main" noGrp="1"/>
          </p:cNvSpPr>
          <p:nvPr/>
        </p:nvSpPr>
        <p:spPr>
          <a:xfrm xmlns:a="http://schemas.openxmlformats.org/drawingml/2006/main">
            <a:off x="11058525" y="9296400"/>
            <a:ext cx="2181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7" name="overview-Model-runtime">
            <a:extLst xmlns:a="http://schemas.openxmlformats.org/drawingml/2006/main">
              <a:ext uri="{FF2B5EF4-FFF2-40B4-BE49-F238E27FC236}">
                <a16:creationId xmlns:a16="http://schemas.microsoft.com/office/drawing/2014/main" id="{D4B4485E-D4E7-4E0F-8BE2-8DAFF861E64B}"/>
              </a:ext>
            </a:extLst>
          </p:cNvPr>
          <p:cNvSpPr>
            <a:spLocks xmlns:a="http://schemas.openxmlformats.org/drawingml/2006/main" noGrp="1"/>
          </p:cNvSpPr>
          <p:nvPr/>
        </p:nvSpPr>
        <p:spPr>
          <a:xfrm xmlns:a="http://schemas.openxmlformats.org/drawingml/2006/main">
            <a:off x="13468350" y="9134475"/>
            <a:ext cx="4124325" cy="619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88" name="overview-Model-runtime-label">
            <a:extLst xmlns:a="http://schemas.openxmlformats.org/drawingml/2006/main">
              <a:ext uri="{FF2B5EF4-FFF2-40B4-BE49-F238E27FC236}">
                <a16:creationId xmlns:a16="http://schemas.microsoft.com/office/drawing/2014/main" id="{FCF21818-A223-494E-91B0-BCE7EC92D67E}"/>
              </a:ext>
            </a:extLst>
          </p:cNvPr>
          <p:cNvSpPr>
            <a:spLocks xmlns:a="http://schemas.openxmlformats.org/drawingml/2006/main" noGrp="1"/>
          </p:cNvSpPr>
          <p:nvPr/>
        </p:nvSpPr>
        <p:spPr>
          <a:xfrm xmlns:a="http://schemas.openxmlformats.org/drawingml/2006/main">
            <a:off x="13582650" y="9144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89" name="overview-component-음성 모델">
            <a:extLst xmlns:a="http://schemas.openxmlformats.org/drawingml/2006/main">
              <a:ext uri="{FF2B5EF4-FFF2-40B4-BE49-F238E27FC236}">
                <a16:creationId xmlns:a16="http://schemas.microsoft.com/office/drawing/2014/main" id="{73112365-6EA3-4C63-B7C9-7F4E911E6556}"/>
              </a:ext>
            </a:extLst>
          </p:cNvPr>
          <p:cNvSpPr>
            <a:spLocks xmlns:a="http://schemas.openxmlformats.org/drawingml/2006/main" noGrp="1"/>
          </p:cNvSpPr>
          <p:nvPr/>
        </p:nvSpPr>
        <p:spPr>
          <a:xfrm xmlns:a="http://schemas.openxmlformats.org/drawingml/2006/main">
            <a:off x="13601700" y="9429750"/>
            <a:ext cx="165735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0" name="overview-name-음성 모델">
            <a:extLst xmlns:a="http://schemas.openxmlformats.org/drawingml/2006/main">
              <a:ext uri="{FF2B5EF4-FFF2-40B4-BE49-F238E27FC236}">
                <a16:creationId xmlns:a16="http://schemas.microsoft.com/office/drawing/2014/main" id="{08145815-739F-4B46-A752-A183878634CA}"/>
              </a:ext>
            </a:extLst>
          </p:cNvPr>
          <p:cNvSpPr>
            <a:spLocks xmlns:a="http://schemas.openxmlformats.org/drawingml/2006/main" noGrp="1"/>
          </p:cNvSpPr>
          <p:nvPr/>
        </p:nvSpPr>
        <p:spPr>
          <a:xfrm xmlns:a="http://schemas.openxmlformats.org/drawingml/2006/main">
            <a:off x="13668375" y="942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1" name="overview-component-의미 LLM">
            <a:extLst xmlns:a="http://schemas.openxmlformats.org/drawingml/2006/main">
              <a:ext uri="{FF2B5EF4-FFF2-40B4-BE49-F238E27FC236}">
                <a16:creationId xmlns:a16="http://schemas.microsoft.com/office/drawing/2014/main" id="{A9C7AEAD-6EDD-4BFB-803F-D8F8641AB2AF}"/>
              </a:ext>
            </a:extLst>
          </p:cNvPr>
          <p:cNvSpPr>
            <a:spLocks xmlns:a="http://schemas.openxmlformats.org/drawingml/2006/main" noGrp="1"/>
          </p:cNvSpPr>
          <p:nvPr/>
        </p:nvSpPr>
        <p:spPr>
          <a:xfrm xmlns:a="http://schemas.openxmlformats.org/drawingml/2006/main">
            <a:off x="15430500" y="9429750"/>
            <a:ext cx="201930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2" name="overview-name-의미 LLM">
            <a:extLst xmlns:a="http://schemas.openxmlformats.org/drawingml/2006/main">
              <a:ext uri="{FF2B5EF4-FFF2-40B4-BE49-F238E27FC236}">
                <a16:creationId xmlns:a16="http://schemas.microsoft.com/office/drawing/2014/main" id="{46640195-5AB9-4311-A44B-668281A2A039}"/>
              </a:ext>
            </a:extLst>
          </p:cNvPr>
          <p:cNvSpPr>
            <a:spLocks xmlns:a="http://schemas.openxmlformats.org/drawingml/2006/main" noGrp="1"/>
          </p:cNvSpPr>
          <p:nvPr/>
        </p:nvSpPr>
        <p:spPr>
          <a:xfrm xmlns:a="http://schemas.openxmlformats.org/drawingml/2006/main">
            <a:off x="15497175" y="9429750"/>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3" name="overview-dp44-interaction-and-control">
            <a:extLst xmlns:a="http://schemas.openxmlformats.org/drawingml/2006/main">
              <a:ext uri="{FF2B5EF4-FFF2-40B4-BE49-F238E27FC236}">
                <a16:creationId xmlns:a16="http://schemas.microsoft.com/office/drawing/2014/main" id="{8155A883-55CA-4C69-A00E-94D0ABE3A153}"/>
              </a:ext>
            </a:extLst>
          </p:cNvPr>
          <p:cNvSpPr>
            <a:spLocks xmlns:a="http://schemas.openxmlformats.org/drawingml/2006/main" noGrp="1"/>
          </p:cNvSpPr>
          <p:nvPr/>
        </p:nvSpPr>
        <p:spPr>
          <a:xfrm xmlns:a="http://schemas.openxmlformats.org/drawingml/2006/main">
            <a:off x="8734425" y="2324100"/>
            <a:ext cx="8772525" cy="2352675"/>
          </a:xfrm>
          <a:custGeom xmlns:a="http://schemas.openxmlformats.org/drawingml/2006/main">
            <a:pathLst>
              <a:path w="8772525" h="2352675">
                <a:moveTo>
                  <a:pt x="0" y="0"/>
                </a:moveTo>
                <a:lnTo>
                  <a:pt x="8772525" y="0"/>
                </a:lnTo>
                <a:lnTo>
                  <a:pt x="8772525" y="685800"/>
                </a:lnTo>
                <a:lnTo>
                  <a:pt x="4371975" y="685800"/>
                </a:lnTo>
                <a:lnTo>
                  <a:pt x="4371975" y="2352675"/>
                </a:lnTo>
                <a:lnTo>
                  <a:pt x="0" y="2352675"/>
                </a:lnTo>
                <a:lnTo>
                  <a:pt x="0" y="0"/>
                </a:lnTo>
              </a:path>
            </a:pathLst>
          </a:custGeom>
          <a:noFill xmlns:a="http://schemas.openxmlformats.org/drawingml/2006/main"/>
          <a:ln xmlns:a="http://schemas.openxmlformats.org/drawingml/2006/main" w="38100">
            <a:solidFill>
              <a:srgbClr val="00A65A"/>
            </a:solidFill>
            <a:prstDash val="dash"/>
          </a:ln>
        </p:spPr>
      </p:sp>
      <p:sp>
        <p:nvSpPr>
          <p:cNvPr id="94" name="overview-tag-44-interaction">
            <a:extLst xmlns:a="http://schemas.openxmlformats.org/drawingml/2006/main">
              <a:ext uri="{FF2B5EF4-FFF2-40B4-BE49-F238E27FC236}">
                <a16:creationId xmlns:a16="http://schemas.microsoft.com/office/drawing/2014/main" id="{C9AC9D45-BFC1-4646-AFD1-93C69A20FE6E}"/>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solidFill xmlns:a="http://schemas.openxmlformats.org/drawingml/2006/main">
            <a:srgbClr val="E0F5E8"/>
          </a:solidFill>
          <a:ln xmlns:a="http://schemas.openxmlformats.org/drawingml/2006/main" w="28575">
            <a:solidFill>
              <a:srgbClr val="00A65A"/>
            </a:solidFill>
            <a:prstDash val="solid"/>
          </a:ln>
        </p:spPr>
      </p:sp>
      <p:sp>
        <p:nvSpPr>
          <p:cNvPr id="95" name="overview-tag-text-44-interaction">
            <a:extLst xmlns:a="http://schemas.openxmlformats.org/drawingml/2006/main">
              <a:ext uri="{FF2B5EF4-FFF2-40B4-BE49-F238E27FC236}">
                <a16:creationId xmlns:a16="http://schemas.microsoft.com/office/drawing/2014/main" id="{050FDA99-9E25-4FEA-B995-EB94CC224FE1}"/>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6" name="overview-dp41-resolution-control">
            <a:extLst xmlns:a="http://schemas.openxmlformats.org/drawingml/2006/main">
              <a:ext uri="{FF2B5EF4-FFF2-40B4-BE49-F238E27FC236}">
                <a16:creationId xmlns:a16="http://schemas.microsoft.com/office/drawing/2014/main" id="{618DD39E-BF49-4BF3-9267-DEDC4344382F}"/>
              </a:ext>
            </a:extLst>
          </p:cNvPr>
          <p:cNvSpPr>
            <a:spLocks xmlns:a="http://schemas.openxmlformats.org/drawingml/2006/main" noGrp="1"/>
          </p:cNvSpPr>
          <p:nvPr/>
        </p:nvSpPr>
        <p:spPr>
          <a:xfrm xmlns:a="http://schemas.openxmlformats.org/drawingml/2006/main">
            <a:off x="8801100" y="3962400"/>
            <a:ext cx="8705850" cy="676275"/>
          </a:xfrm>
          <a:prstGeom xmlns:a="http://schemas.openxmlformats.org/drawingml/2006/main" prst="rect">
            <a:avLst/>
          </a:prstGeom>
          <a:noFill xmlns:a="http://schemas.openxmlformats.org/drawingml/2006/main"/>
          <a:ln xmlns:a="http://schemas.openxmlformats.org/drawingml/2006/main" w="38100">
            <a:solidFill>
              <a:srgbClr val="E5A700"/>
            </a:solidFill>
            <a:prstDash val="dash"/>
          </a:ln>
        </p:spPr>
      </p:sp>
      <p:sp>
        <p:nvSpPr>
          <p:cNvPr id="97" name="overview-tag-41-resolution">
            <a:extLst xmlns:a="http://schemas.openxmlformats.org/drawingml/2006/main">
              <a:ext uri="{FF2B5EF4-FFF2-40B4-BE49-F238E27FC236}">
                <a16:creationId xmlns:a16="http://schemas.microsoft.com/office/drawing/2014/main" id="{47BF70B7-A106-4E0A-A576-49141A5017C2}"/>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solidFill xmlns:a="http://schemas.openxmlformats.org/drawingml/2006/main">
            <a:srgbClr val="FFF1BE"/>
          </a:solidFill>
          <a:ln xmlns:a="http://schemas.openxmlformats.org/drawingml/2006/main" w="28575">
            <a:solidFill>
              <a:srgbClr val="E5A700"/>
            </a:solidFill>
            <a:prstDash val="solid"/>
          </a:ln>
        </p:spPr>
      </p:sp>
      <p:sp>
        <p:nvSpPr>
          <p:cNvPr id="98" name="overview-tag-text-41-resolution">
            <a:extLst xmlns:a="http://schemas.openxmlformats.org/drawingml/2006/main">
              <a:ext uri="{FF2B5EF4-FFF2-40B4-BE49-F238E27FC236}">
                <a16:creationId xmlns:a16="http://schemas.microsoft.com/office/drawing/2014/main" id="{0353F6F6-190E-4B13-8745-AF76511FD8D8}"/>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99" name="overview-dp41-tag-link">
            <a:extLst xmlns:a="http://schemas.openxmlformats.org/drawingml/2006/main">
              <a:ext uri="{FF2B5EF4-FFF2-40B4-BE49-F238E27FC236}">
                <a16:creationId xmlns:a16="http://schemas.microsoft.com/office/drawing/2014/main" id="{F0AB8F29-A821-4DF2-AC5B-09B557066BE5}"/>
              </a:ext>
            </a:extLst>
          </p:cNvPr>
          <p:cNvSpPr>
            <a:spLocks xmlns:a="http://schemas.openxmlformats.org/drawingml/2006/main" noGrp="1"/>
          </p:cNvSpPr>
          <p:nvPr/>
        </p:nvSpPr>
        <p:spPr>
          <a:xfrm xmlns:a="http://schemas.openxmlformats.org/drawingml/2006/main">
            <a:off x="12744450" y="3838575"/>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8575">
            <a:solidFill>
              <a:srgbClr val="E5A700"/>
            </a:solidFill>
            <a:prstDash val="solid"/>
          </a:ln>
        </p:spPr>
      </p:sp>
      <p:sp>
        <p:nvSpPr>
          <p:cNvPr id="100" name="overview-dp42-dialogue-authority">
            <a:extLst xmlns:a="http://schemas.openxmlformats.org/drawingml/2006/main">
              <a:ext uri="{FF2B5EF4-FFF2-40B4-BE49-F238E27FC236}">
                <a16:creationId xmlns:a16="http://schemas.microsoft.com/office/drawing/2014/main" id="{972BD342-6CD2-49C0-8124-56DF0B46C676}"/>
              </a:ext>
            </a:extLst>
          </p:cNvPr>
          <p:cNvSpPr>
            <a:spLocks xmlns:a="http://schemas.openxmlformats.org/drawingml/2006/main" noGrp="1"/>
          </p:cNvSpPr>
          <p:nvPr/>
        </p:nvSpPr>
        <p:spPr>
          <a:xfrm xmlns:a="http://schemas.openxmlformats.org/drawingml/2006/main">
            <a:off x="8858250" y="4010025"/>
            <a:ext cx="4210050" cy="60007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1" name="overview-tag-42-dialogue">
            <a:extLst xmlns:a="http://schemas.openxmlformats.org/drawingml/2006/main">
              <a:ext uri="{FF2B5EF4-FFF2-40B4-BE49-F238E27FC236}">
                <a16:creationId xmlns:a16="http://schemas.microsoft.com/office/drawing/2014/main" id="{48D07129-7BFE-4338-ACAE-4723C40C8682}"/>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2" name="overview-tag-text-42-dialogue">
            <a:extLst xmlns:a="http://schemas.openxmlformats.org/drawingml/2006/main">
              <a:ext uri="{FF2B5EF4-FFF2-40B4-BE49-F238E27FC236}">
                <a16:creationId xmlns:a16="http://schemas.microsoft.com/office/drawing/2014/main" id="{9BD8150C-7023-4E47-AE87-2170FA869D80}"/>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3" name="overview-dp42-dialogue-tag-link">
            <a:extLst xmlns:a="http://schemas.openxmlformats.org/drawingml/2006/main">
              <a:ext uri="{FF2B5EF4-FFF2-40B4-BE49-F238E27FC236}">
                <a16:creationId xmlns:a16="http://schemas.microsoft.com/office/drawing/2014/main" id="{CD209373-DC99-4E3C-9316-54B29A7B59F5}"/>
              </a:ext>
            </a:extLst>
          </p:cNvPr>
          <p:cNvSpPr>
            <a:spLocks xmlns:a="http://schemas.openxmlformats.org/drawingml/2006/main" noGrp="1"/>
          </p:cNvSpPr>
          <p:nvPr/>
        </p:nvSpPr>
        <p:spPr>
          <a:xfrm xmlns:a="http://schemas.openxmlformats.org/drawingml/2006/main">
            <a:off x="11620500" y="3838575"/>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8575">
            <a:solidFill>
              <a:srgbClr val="2463DD"/>
            </a:solidFill>
            <a:prstDash val="solid"/>
          </a:ln>
        </p:spPr>
      </p:sp>
      <p:sp>
        <p:nvSpPr>
          <p:cNvPr id="104" name="overview-dp42-work-authority">
            <a:extLst xmlns:a="http://schemas.openxmlformats.org/drawingml/2006/main">
              <a:ext uri="{FF2B5EF4-FFF2-40B4-BE49-F238E27FC236}">
                <a16:creationId xmlns:a16="http://schemas.microsoft.com/office/drawing/2014/main" id="{13813961-2DAB-4B76-A620-849617853E5A}"/>
              </a:ext>
            </a:extLst>
          </p:cNvPr>
          <p:cNvSpPr>
            <a:spLocks xmlns:a="http://schemas.openxmlformats.org/drawingml/2006/main" noGrp="1"/>
          </p:cNvSpPr>
          <p:nvPr/>
        </p:nvSpPr>
        <p:spPr>
          <a:xfrm xmlns:a="http://schemas.openxmlformats.org/drawingml/2006/main">
            <a:off x="8791575" y="5800725"/>
            <a:ext cx="8715375" cy="6572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5" name="overview-tag-42-work">
            <a:extLst xmlns:a="http://schemas.openxmlformats.org/drawingml/2006/main">
              <a:ext uri="{FF2B5EF4-FFF2-40B4-BE49-F238E27FC236}">
                <a16:creationId xmlns:a16="http://schemas.microsoft.com/office/drawing/2014/main" id="{B8BF9D41-0F7A-472D-B04D-4514F4E9BD6B}"/>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6" name="overview-tag-text-42-work">
            <a:extLst xmlns:a="http://schemas.openxmlformats.org/drawingml/2006/main">
              <a:ext uri="{FF2B5EF4-FFF2-40B4-BE49-F238E27FC236}">
                <a16:creationId xmlns:a16="http://schemas.microsoft.com/office/drawing/2014/main" id="{5FB759DB-9A6C-400A-BFEE-34FA6000B142}"/>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7" name="overview-dp45-context-production">
            <a:extLst xmlns:a="http://schemas.openxmlformats.org/drawingml/2006/main">
              <a:ext uri="{FF2B5EF4-FFF2-40B4-BE49-F238E27FC236}">
                <a16:creationId xmlns:a16="http://schemas.microsoft.com/office/drawing/2014/main" id="{34199849-1520-46B4-A3BD-5008B9DA8D89}"/>
              </a:ext>
            </a:extLst>
          </p:cNvPr>
          <p:cNvSpPr>
            <a:spLocks xmlns:a="http://schemas.openxmlformats.org/drawingml/2006/main" noGrp="1"/>
          </p:cNvSpPr>
          <p:nvPr/>
        </p:nvSpPr>
        <p:spPr>
          <a:xfrm xmlns:a="http://schemas.openxmlformats.org/drawingml/2006/main">
            <a:off x="8791575" y="4886325"/>
            <a:ext cx="4333875" cy="6762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08" name="overview-tag-45-context">
            <a:extLst xmlns:a="http://schemas.openxmlformats.org/drawingml/2006/main">
              <a:ext uri="{FF2B5EF4-FFF2-40B4-BE49-F238E27FC236}">
                <a16:creationId xmlns:a16="http://schemas.microsoft.com/office/drawing/2014/main" id="{58B80AB7-FB2F-4483-9363-92589F3C7BD1}"/>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09" name="overview-tag-text-45-context">
            <a:extLst xmlns:a="http://schemas.openxmlformats.org/drawingml/2006/main">
              <a:ext uri="{FF2B5EF4-FFF2-40B4-BE49-F238E27FC236}">
                <a16:creationId xmlns:a16="http://schemas.microsoft.com/office/drawing/2014/main" id="{FE6A6FEF-1D3F-46D2-AE94-BB3B8676D039}"/>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0" name="overview-dp42-durable-ownership">
            <a:extLst xmlns:a="http://schemas.openxmlformats.org/drawingml/2006/main">
              <a:ext uri="{FF2B5EF4-FFF2-40B4-BE49-F238E27FC236}">
                <a16:creationId xmlns:a16="http://schemas.microsoft.com/office/drawing/2014/main" id="{EB38A937-9B8F-4BF3-A45F-5F2F52FB96EB}"/>
              </a:ext>
            </a:extLst>
          </p:cNvPr>
          <p:cNvSpPr>
            <a:spLocks xmlns:a="http://schemas.openxmlformats.org/drawingml/2006/main" noGrp="1"/>
          </p:cNvSpPr>
          <p:nvPr/>
        </p:nvSpPr>
        <p:spPr>
          <a:xfrm xmlns:a="http://schemas.openxmlformats.org/drawingml/2006/main">
            <a:off x="8791575" y="7639050"/>
            <a:ext cx="4333875" cy="6953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11" name="overview-dp45-memory-storage">
            <a:extLst xmlns:a="http://schemas.openxmlformats.org/drawingml/2006/main">
              <a:ext uri="{FF2B5EF4-FFF2-40B4-BE49-F238E27FC236}">
                <a16:creationId xmlns:a16="http://schemas.microsoft.com/office/drawing/2014/main" id="{C8BEE31E-2EA9-4135-A30C-9E49EF83C500}"/>
              </a:ext>
            </a:extLst>
          </p:cNvPr>
          <p:cNvSpPr>
            <a:spLocks xmlns:a="http://schemas.openxmlformats.org/drawingml/2006/main" noGrp="1"/>
          </p:cNvSpPr>
          <p:nvPr/>
        </p:nvSpPr>
        <p:spPr>
          <a:xfrm xmlns:a="http://schemas.openxmlformats.org/drawingml/2006/main">
            <a:off x="8858250" y="7705725"/>
            <a:ext cx="4200525" cy="5619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12" name="overview-tag-42-store">
            <a:extLst xmlns:a="http://schemas.openxmlformats.org/drawingml/2006/main">
              <a:ext uri="{FF2B5EF4-FFF2-40B4-BE49-F238E27FC236}">
                <a16:creationId xmlns:a16="http://schemas.microsoft.com/office/drawing/2014/main" id="{229759EA-FD8E-4444-B482-C3ABDA93ECAC}"/>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13" name="overview-tag-text-42-store">
            <a:extLst xmlns:a="http://schemas.openxmlformats.org/drawingml/2006/main">
              <a:ext uri="{FF2B5EF4-FFF2-40B4-BE49-F238E27FC236}">
                <a16:creationId xmlns:a16="http://schemas.microsoft.com/office/drawing/2014/main" id="{9D3B8A08-800B-49A4-A55F-463675ECEFB6}"/>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4" name="overview-tag-45-store">
            <a:extLst xmlns:a="http://schemas.openxmlformats.org/drawingml/2006/main">
              <a:ext uri="{FF2B5EF4-FFF2-40B4-BE49-F238E27FC236}">
                <a16:creationId xmlns:a16="http://schemas.microsoft.com/office/drawing/2014/main" id="{1DF3F2AF-9CA8-42F8-9781-6D41D9E4C84E}"/>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15" name="overview-tag-text-45-store">
            <a:extLst xmlns:a="http://schemas.openxmlformats.org/drawingml/2006/main">
              <a:ext uri="{FF2B5EF4-FFF2-40B4-BE49-F238E27FC236}">
                <a16:creationId xmlns:a16="http://schemas.microsoft.com/office/drawing/2014/main" id="{5A08A67E-36A0-4845-A203-49CD315BF00A}"/>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6" name="overview-dp42-store-tag-link">
            <a:extLst xmlns:a="http://schemas.openxmlformats.org/drawingml/2006/main">
              <a:ext uri="{FF2B5EF4-FFF2-40B4-BE49-F238E27FC236}">
                <a16:creationId xmlns:a16="http://schemas.microsoft.com/office/drawing/2014/main" id="{C7DE68C1-9ACF-4859-A3EC-276F5124E0A6}"/>
              </a:ext>
            </a:extLst>
          </p:cNvPr>
          <p:cNvSpPr>
            <a:spLocks xmlns:a="http://schemas.openxmlformats.org/drawingml/2006/main" noGrp="1"/>
          </p:cNvSpPr>
          <p:nvPr/>
        </p:nvSpPr>
        <p:spPr>
          <a:xfrm xmlns:a="http://schemas.openxmlformats.org/drawingml/2006/main">
            <a:off x="11477625" y="7486650"/>
            <a:ext cx="953" cy="152400"/>
          </a:xfrm>
          <a:custGeom xmlns:a="http://schemas.openxmlformats.org/drawingml/2006/main">
            <a:pathLst>
              <a:path w="953" h="152400">
                <a:moveTo>
                  <a:pt x="0" y="0"/>
                </a:moveTo>
                <a:lnTo>
                  <a:pt x="0" y="152400"/>
                </a:lnTo>
              </a:path>
            </a:pathLst>
          </a:custGeom>
          <a:noFill xmlns:a="http://schemas.openxmlformats.org/drawingml/2006/main"/>
          <a:ln xmlns:a="http://schemas.openxmlformats.org/drawingml/2006/main" w="28575">
            <a:solidFill>
              <a:srgbClr val="2463DD"/>
            </a:solidFill>
            <a:prstDash val="solid"/>
          </a:ln>
        </p:spPr>
      </p:sp>
      <p:sp>
        <p:nvSpPr>
          <p:cNvPr id="117" name="overview-dp45-store-tag-link">
            <a:extLst xmlns:a="http://schemas.openxmlformats.org/drawingml/2006/main">
              <a:ext uri="{FF2B5EF4-FFF2-40B4-BE49-F238E27FC236}">
                <a16:creationId xmlns:a16="http://schemas.microsoft.com/office/drawing/2014/main" id="{1E0CC9FB-0922-433B-8916-5B48D92EEF86}"/>
              </a:ext>
            </a:extLst>
          </p:cNvPr>
          <p:cNvSpPr>
            <a:spLocks xmlns:a="http://schemas.openxmlformats.org/drawingml/2006/main" noGrp="1"/>
          </p:cNvSpPr>
          <p:nvPr/>
        </p:nvSpPr>
        <p:spPr>
          <a:xfrm xmlns:a="http://schemas.openxmlformats.org/drawingml/2006/main">
            <a:off x="12620625" y="7486650"/>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8575">
            <a:solidFill>
              <a:srgbClr val="8D49B8"/>
            </a:solidFill>
            <a:prstDash val="solid"/>
          </a:ln>
        </p:spPr>
      </p:sp>
      <p:sp>
        <p:nvSpPr>
          <p:cNvPr id="118" name="overview-legend">
            <a:extLst xmlns:a="http://schemas.openxmlformats.org/drawingml/2006/main">
              <a:ext uri="{FF2B5EF4-FFF2-40B4-BE49-F238E27FC236}">
                <a16:creationId xmlns:a16="http://schemas.microsoft.com/office/drawing/2014/main" id="{13D46BAB-2A34-47FA-BA80-0897576421A2}"/>
              </a:ext>
            </a:extLst>
          </p:cNvPr>
          <p:cNvSpPr>
            <a:spLocks xmlns:a="http://schemas.openxmlformats.org/drawingml/2006/main" noGrp="1"/>
          </p:cNvSpPr>
          <p:nvPr/>
        </p:nvSpPr>
        <p:spPr>
          <a:xfrm xmlns:a="http://schemas.openxmlformats.org/drawingml/2006/main">
            <a:off x="495300" y="8429625"/>
            <a:ext cx="7419975"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19" name="overview-legend-title">
            <a:extLst xmlns:a="http://schemas.openxmlformats.org/drawingml/2006/main">
              <a:ext uri="{FF2B5EF4-FFF2-40B4-BE49-F238E27FC236}">
                <a16:creationId xmlns:a16="http://schemas.microsoft.com/office/drawing/2014/main" id="{45C12E20-AD8E-41ED-94B3-B2AE51B9B7B9}"/>
              </a:ext>
            </a:extLst>
          </p:cNvPr>
          <p:cNvSpPr>
            <a:spLocks xmlns:a="http://schemas.openxmlformats.org/drawingml/2006/main" noGrp="1"/>
          </p:cNvSpPr>
          <p:nvPr/>
        </p:nvSpPr>
        <p:spPr>
          <a:xfrm xmlns:a="http://schemas.openxmlformats.org/drawingml/2006/main">
            <a:off x="495300" y="8448675"/>
            <a:ext cx="7419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0" name="overview-legend-module">
            <a:extLst xmlns:a="http://schemas.openxmlformats.org/drawingml/2006/main">
              <a:ext uri="{FF2B5EF4-FFF2-40B4-BE49-F238E27FC236}">
                <a16:creationId xmlns:a16="http://schemas.microsoft.com/office/drawing/2014/main" id="{C9ED8F48-4DF7-4532-B079-54EF52075876}"/>
              </a:ext>
            </a:extLst>
          </p:cNvPr>
          <p:cNvSpPr>
            <a:spLocks xmlns:a="http://schemas.openxmlformats.org/drawingml/2006/main" noGrp="1"/>
          </p:cNvSpPr>
          <p:nvPr/>
        </p:nvSpPr>
        <p:spPr>
          <a:xfrm xmlns:a="http://schemas.openxmlformats.org/drawingml/2006/main">
            <a:off x="685800" y="8953500"/>
            <a:ext cx="561975" cy="2667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21" name="overview-legend-module-text">
            <a:extLst xmlns:a="http://schemas.openxmlformats.org/drawingml/2006/main">
              <a:ext uri="{FF2B5EF4-FFF2-40B4-BE49-F238E27FC236}">
                <a16:creationId xmlns:a16="http://schemas.microsoft.com/office/drawing/2014/main" id="{DE079278-585C-4E79-943A-523412311CDC}"/>
              </a:ext>
            </a:extLst>
          </p:cNvPr>
          <p:cNvSpPr>
            <a:spLocks xmlns:a="http://schemas.openxmlformats.org/drawingml/2006/main" noGrp="1"/>
          </p:cNvSpPr>
          <p:nvPr/>
        </p:nvSpPr>
        <p:spPr>
          <a:xfrm xmlns:a="http://schemas.openxmlformats.org/drawingml/2006/main">
            <a:off x="1381125" y="8905875"/>
            <a:ext cx="1743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2" name="overview-legend-external">
            <a:extLst xmlns:a="http://schemas.openxmlformats.org/drawingml/2006/main">
              <a:ext uri="{FF2B5EF4-FFF2-40B4-BE49-F238E27FC236}">
                <a16:creationId xmlns:a16="http://schemas.microsoft.com/office/drawing/2014/main" id="{1DE87AB3-99BE-42D8-9DFE-7BEB74ED7F61}"/>
              </a:ext>
            </a:extLst>
          </p:cNvPr>
          <p:cNvSpPr>
            <a:spLocks xmlns:a="http://schemas.openxmlformats.org/drawingml/2006/main" noGrp="1"/>
          </p:cNvSpPr>
          <p:nvPr/>
        </p:nvSpPr>
        <p:spPr>
          <a:xfrm xmlns:a="http://schemas.openxmlformats.org/drawingml/2006/main">
            <a:off x="3543300" y="8953500"/>
            <a:ext cx="561975" cy="2667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123" name="overview-legend-external-text">
            <a:extLst xmlns:a="http://schemas.openxmlformats.org/drawingml/2006/main">
              <a:ext uri="{FF2B5EF4-FFF2-40B4-BE49-F238E27FC236}">
                <a16:creationId xmlns:a16="http://schemas.microsoft.com/office/drawing/2014/main" id="{5A439BB7-A4F9-4D17-B310-817DE17EF3B9}"/>
              </a:ext>
            </a:extLst>
          </p:cNvPr>
          <p:cNvSpPr>
            <a:spLocks xmlns:a="http://schemas.openxmlformats.org/drawingml/2006/main" noGrp="1"/>
          </p:cNvSpPr>
          <p:nvPr/>
        </p:nvSpPr>
        <p:spPr>
          <a:xfrm xmlns:a="http://schemas.openxmlformats.org/drawingml/2006/main">
            <a:off x="4238625" y="8905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4" name="overview-legend-store">
            <a:extLst xmlns:a="http://schemas.openxmlformats.org/drawingml/2006/main">
              <a:ext uri="{FF2B5EF4-FFF2-40B4-BE49-F238E27FC236}">
                <a16:creationId xmlns:a16="http://schemas.microsoft.com/office/drawing/2014/main" id="{0035B82A-BA50-41A5-AF88-3A8518F373E6}"/>
              </a:ext>
            </a:extLst>
          </p:cNvPr>
          <p:cNvSpPr>
            <a:spLocks xmlns:a="http://schemas.openxmlformats.org/drawingml/2006/main" noGrp="1"/>
          </p:cNvSpPr>
          <p:nvPr/>
        </p:nvSpPr>
        <p:spPr>
          <a:xfrm xmlns:a="http://schemas.openxmlformats.org/drawingml/2006/main">
            <a:off x="685800" y="9439275"/>
            <a:ext cx="561975" cy="2571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125" name="overview-legend-store-text">
            <a:extLst xmlns:a="http://schemas.openxmlformats.org/drawingml/2006/main">
              <a:ext uri="{FF2B5EF4-FFF2-40B4-BE49-F238E27FC236}">
                <a16:creationId xmlns:a16="http://schemas.microsoft.com/office/drawing/2014/main" id="{6D7E8E32-97F1-4035-AF97-84215950B93D}"/>
              </a:ext>
            </a:extLst>
          </p:cNvPr>
          <p:cNvSpPr>
            <a:spLocks xmlns:a="http://schemas.openxmlformats.org/drawingml/2006/main" noGrp="1"/>
          </p:cNvSpPr>
          <p:nvPr/>
        </p:nvSpPr>
        <p:spPr>
          <a:xfrm xmlns:a="http://schemas.openxmlformats.org/drawingml/2006/main">
            <a:off x="1381125" y="9382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6" name="overview-legend-dp">
            <a:extLst xmlns:a="http://schemas.openxmlformats.org/drawingml/2006/main">
              <a:ext uri="{FF2B5EF4-FFF2-40B4-BE49-F238E27FC236}">
                <a16:creationId xmlns:a16="http://schemas.microsoft.com/office/drawing/2014/main" id="{59742401-6355-4FBE-9BFA-06A3FC25A8A1}"/>
              </a:ext>
            </a:extLst>
          </p:cNvPr>
          <p:cNvSpPr>
            <a:spLocks xmlns:a="http://schemas.openxmlformats.org/drawingml/2006/main" noGrp="1"/>
          </p:cNvSpPr>
          <p:nvPr/>
        </p:nvSpPr>
        <p:spPr>
          <a:xfrm xmlns:a="http://schemas.openxmlformats.org/drawingml/2006/main">
            <a:off x="3543300" y="9439275"/>
            <a:ext cx="561975" cy="257175"/>
          </a:xfrm>
          <a:prstGeom xmlns:a="http://schemas.openxmlformats.org/drawingml/2006/main" prst="rect">
            <a:avLst/>
          </a:prstGeom>
          <a:noFill xmlns:a="http://schemas.openxmlformats.org/drawingml/2006/main"/>
          <a:ln xmlns:a="http://schemas.openxmlformats.org/drawingml/2006/main" w="28575">
            <a:solidFill>
              <a:srgbClr val="2463DD"/>
            </a:solidFill>
            <a:prstDash val="dash"/>
          </a:ln>
        </p:spPr>
      </p:sp>
      <p:sp>
        <p:nvSpPr>
          <p:cNvPr id="127" name="overview-legend-dp-text">
            <a:extLst xmlns:a="http://schemas.openxmlformats.org/drawingml/2006/main">
              <a:ext uri="{FF2B5EF4-FFF2-40B4-BE49-F238E27FC236}">
                <a16:creationId xmlns:a16="http://schemas.microsoft.com/office/drawing/2014/main" id="{2B4F234E-E757-4F46-8CDD-D7859ABBA813}"/>
              </a:ext>
            </a:extLst>
          </p:cNvPr>
          <p:cNvSpPr>
            <a:spLocks xmlns:a="http://schemas.openxmlformats.org/drawingml/2006/main" noGrp="1"/>
          </p:cNvSpPr>
          <p:nvPr/>
        </p:nvSpPr>
        <p:spPr>
          <a:xfrm xmlns:a="http://schemas.openxmlformats.org/drawingml/2006/main">
            <a:off x="4238625" y="93821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8" name="overview-scope-footnote">
            <a:extLst xmlns:a="http://schemas.openxmlformats.org/drawingml/2006/main">
              <a:ext uri="{FF2B5EF4-FFF2-40B4-BE49-F238E27FC236}">
                <a16:creationId xmlns:a16="http://schemas.microsoft.com/office/drawing/2014/main" id="{E77E531B-F943-4860-BCCB-062254FAFF7F}"/>
              </a:ext>
            </a:extLst>
          </p:cNvPr>
          <p:cNvSpPr>
            <a:spLocks xmlns:a="http://schemas.openxmlformats.org/drawingml/2006/main" noGrp="1"/>
          </p:cNvSpPr>
          <p:nvPr/>
        </p:nvSpPr>
        <p:spPr>
          <a:xfrm xmlns:a="http://schemas.openxmlformats.org/drawingml/2006/main">
            <a:off x="495300" y="9934575"/>
            <a:ext cx="1731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Tree>
    <p:extLst>
      <p:ext uri="{BB962C8B-B14F-4D97-AF65-F5344CB8AC3E}">
        <p14:creationId xmlns:p14="http://schemas.microsoft.com/office/powerpoint/2010/main"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2.xml><?xml version="1.0" encoding="utf-8"?>
<p:sld xmlns:p="http://schemas.openxmlformats.org/presentationml/2006/main">
  <p:cSld name="dp41-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5-summary / n1">
            <a:extLst xmlns:a="http://schemas.openxmlformats.org/drawingml/2006/main">
              <a:ext uri="{FF2B5EF4-FFF2-40B4-BE49-F238E27FC236}">
                <a16:creationId xmlns:a16="http://schemas.microsoft.com/office/drawing/2014/main" id="{7414EC7B-C8BA-4D86-AC39-A4F8FBA75312}"/>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5-summary / n2">
            <a:extLst xmlns:a="http://schemas.openxmlformats.org/drawingml/2006/main">
              <a:ext uri="{FF2B5EF4-FFF2-40B4-BE49-F238E27FC236}">
                <a16:creationId xmlns:a16="http://schemas.microsoft.com/office/drawing/2014/main" id="{A4DB7634-B3E2-40B8-8D2C-1BFD223E2CE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5-summary / n3">
            <a:extLst xmlns:a="http://schemas.openxmlformats.org/drawingml/2006/main">
              <a:ext uri="{FF2B5EF4-FFF2-40B4-BE49-F238E27FC236}">
                <a16:creationId xmlns:a16="http://schemas.microsoft.com/office/drawing/2014/main" id="{233FD539-807C-4662-A690-5269D8D36A29}"/>
              </a:ext>
            </a:extLst>
          </p:cNvPr>
          <p:cNvSpPr>
            <a:spLocks xmlns:a="http://schemas.openxmlformats.org/drawingml/2006/main" noGrp="1"/>
          </p:cNvSpPr>
          <p:nvPr/>
        </p:nvSpPr>
        <p:spPr>
          <a:xfrm xmlns:a="http://schemas.openxmlformats.org/drawingml/2006/main">
            <a:off x="2857500" y="89154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[전체 의미 결합과 부분 갱신]</a:t>
            </a:r>
          </a:p>
        </p:txBody>
      </p:sp>
      <p:sp>
        <p:nvSpPr>
          <p:cNvPr id="330" name="dp41-v5-summary / n4">
            <a:extLst xmlns:a="http://schemas.openxmlformats.org/drawingml/2006/main">
              <a:ext uri="{FF2B5EF4-FFF2-40B4-BE49-F238E27FC236}">
                <a16:creationId xmlns:a16="http://schemas.microsoft.com/office/drawing/2014/main" id="{52B47FF9-B1BF-4213-8AB3-C19697147A7B}"/>
              </a:ext>
            </a:extLst>
          </p:cNvPr>
          <p:cNvSpPr>
            <a:spLocks xmlns:a="http://schemas.openxmlformats.org/drawingml/2006/main" noGrp="1"/>
          </p:cNvSpPr>
          <p:nvPr/>
        </p:nvSpPr>
        <p:spPr>
          <a:xfrm xmlns:a="http://schemas.openxmlformats.org/drawingml/2006/main">
            <a:off x="10001250" y="89154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틀의 표현 범위와 부분 결합]</a:t>
            </a:r>
          </a:p>
        </p:txBody>
      </p:sp>
      <p:sp>
        <p:nvSpPr>
          <p:cNvPr id="331" name="dp41-v5-summary / n5">
            <a:extLst xmlns:a="http://schemas.openxmlformats.org/drawingml/2006/main">
              <a:ext uri="{FF2B5EF4-FFF2-40B4-BE49-F238E27FC236}">
                <a16:creationId xmlns:a16="http://schemas.microsoft.com/office/drawing/2014/main" id="{67247221-C18A-4488-841E-A254D3BDE5D1}"/>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2" name="dp41-v5-summary / n6">
            <a:extLst xmlns:a="http://schemas.openxmlformats.org/drawingml/2006/main">
              <a:ext uri="{FF2B5EF4-FFF2-40B4-BE49-F238E27FC236}">
                <a16:creationId xmlns:a16="http://schemas.microsoft.com/office/drawing/2014/main" id="{05F25425-2D54-4648-971F-532496016541}"/>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v5-summary / n7">
            <a:extLst xmlns:a="http://schemas.openxmlformats.org/drawingml/2006/main">
              <a:ext uri="{FF2B5EF4-FFF2-40B4-BE49-F238E27FC236}">
                <a16:creationId xmlns:a16="http://schemas.microsoft.com/office/drawing/2014/main" id="{C66726AF-9DC1-4569-A592-C78156D6B834}"/>
              </a:ext>
            </a:extLst>
          </p:cNvPr>
          <p:cNvSpPr>
            <a:spLocks xmlns:a="http://schemas.openxmlformats.org/drawingml/2006/main" noGrp="1"/>
          </p:cNvSpPr>
          <p:nvPr/>
        </p:nvSpPr>
        <p:spPr>
          <a:xfrm xmlns:a="http://schemas.openxmlformats.org/drawingml/2006/main">
            <a:off x="2857500" y="90963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 후 재판단과 실제 첫 반응]</a:t>
            </a:r>
          </a:p>
        </p:txBody>
      </p:sp>
      <p:sp>
        <p:nvSpPr>
          <p:cNvPr id="334" name="dp41-v5-summary / n8">
            <a:extLst xmlns:a="http://schemas.openxmlformats.org/drawingml/2006/main">
              <a:ext uri="{FF2B5EF4-FFF2-40B4-BE49-F238E27FC236}">
                <a16:creationId xmlns:a16="http://schemas.microsoft.com/office/drawing/2014/main" id="{4A1D1B3B-6C38-497B-9560-D4AF26B09539}"/>
              </a:ext>
            </a:extLst>
          </p:cNvPr>
          <p:cNvSpPr>
            <a:spLocks xmlns:a="http://schemas.openxmlformats.org/drawingml/2006/main" noGrp="1"/>
          </p:cNvSpPr>
          <p:nvPr/>
        </p:nvSpPr>
        <p:spPr>
          <a:xfrm xmlns:a="http://schemas.openxmlformats.org/drawingml/2006/main">
            <a:off x="10001250" y="90963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[지원 항목의 코드 해결과 추가 해석]</a:t>
            </a:r>
          </a:p>
        </p:txBody>
      </p:sp>
      <p:sp>
        <p:nvSpPr>
          <p:cNvPr id="335" name="dp41-v5-summary / n9">
            <a:extLst xmlns:a="http://schemas.openxmlformats.org/drawingml/2006/main">
              <a:ext uri="{FF2B5EF4-FFF2-40B4-BE49-F238E27FC236}">
                <a16:creationId xmlns:a16="http://schemas.microsoft.com/office/drawing/2014/main" id="{2018D30A-4648-45FD-B623-70CCFF6A2A65}"/>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6" name="dp41-v5-summary / n10">
            <a:extLst xmlns:a="http://schemas.openxmlformats.org/drawingml/2006/main">
              <a:ext uri="{FF2B5EF4-FFF2-40B4-BE49-F238E27FC236}">
                <a16:creationId xmlns:a16="http://schemas.microsoft.com/office/drawing/2014/main" id="{44B69062-40F0-43B8-94D9-C0CC59F4B3E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v5-summary / n11">
            <a:extLst xmlns:a="http://schemas.openxmlformats.org/drawingml/2006/main">
              <a:ext uri="{FF2B5EF4-FFF2-40B4-BE49-F238E27FC236}">
                <a16:creationId xmlns:a16="http://schemas.microsoft.com/office/drawing/2014/main" id="{89073AD5-7A87-4D2A-B49B-E6E773979141}"/>
              </a:ext>
            </a:extLst>
          </p:cNvPr>
          <p:cNvSpPr>
            <a:spLocks xmlns:a="http://schemas.openxmlformats.org/drawingml/2006/main" noGrp="1"/>
          </p:cNvSpPr>
          <p:nvPr/>
        </p:nvSpPr>
        <p:spPr>
          <a:xfrm xmlns:a="http://schemas.openxmlformats.org/drawingml/2006/main">
            <a:off x="2857500" y="927735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[조회와 전체 판단의 반복 경로]</a:t>
            </a:r>
          </a:p>
        </p:txBody>
      </p:sp>
      <p:sp>
        <p:nvSpPr>
          <p:cNvPr id="338" name="dp41-v5-summary / n12">
            <a:extLst xmlns:a="http://schemas.openxmlformats.org/drawingml/2006/main">
              <a:ext uri="{FF2B5EF4-FFF2-40B4-BE49-F238E27FC236}">
                <a16:creationId xmlns:a16="http://schemas.microsoft.com/office/drawing/2014/main" id="{095495EC-F732-482B-8325-7B48973E5235}"/>
              </a:ext>
            </a:extLst>
          </p:cNvPr>
          <p:cNvSpPr>
            <a:spLocks xmlns:a="http://schemas.openxmlformats.org/drawingml/2006/main" noGrp="1"/>
          </p:cNvSpPr>
          <p:nvPr/>
        </p:nvSpPr>
        <p:spPr>
          <a:xfrm xmlns:a="http://schemas.openxmlformats.org/drawingml/2006/main">
            <a:off x="10001250" y="927735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[항목별 해결과 코드 결합 경로]</a:t>
            </a:r>
          </a:p>
        </p:txBody>
      </p:sp>
      <p:sp>
        <p:nvSpPr>
          <p:cNvPr id="339" name="dp41-v5-summary / n13">
            <a:extLst xmlns:a="http://schemas.openxmlformats.org/drawingml/2006/main">
              <a:ext uri="{FF2B5EF4-FFF2-40B4-BE49-F238E27FC236}">
                <a16:creationId xmlns:a16="http://schemas.microsoft.com/office/drawing/2014/main" id="{6F8236F8-95CF-4075-99F6-078F559E174A}"/>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1-v5-summary / n14">
            <a:extLst xmlns:a="http://schemas.openxmlformats.org/drawingml/2006/main">
              <a:ext uri="{FF2B5EF4-FFF2-40B4-BE49-F238E27FC236}">
                <a16:creationId xmlns:a16="http://schemas.microsoft.com/office/drawing/2014/main" id="{14E46EFC-14D5-428E-B06E-9FAF0B4011EB}"/>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v5-summary / n15">
            <a:extLst xmlns:a="http://schemas.openxmlformats.org/drawingml/2006/main">
              <a:ext uri="{FF2B5EF4-FFF2-40B4-BE49-F238E27FC236}">
                <a16:creationId xmlns:a16="http://schemas.microsoft.com/office/drawing/2014/main" id="{A0DD44C8-A1D4-41D7-A118-F8BC30C608B5}"/>
              </a:ext>
            </a:extLst>
          </p:cNvPr>
          <p:cNvSpPr>
            <a:spLocks xmlns:a="http://schemas.openxmlformats.org/drawingml/2006/main" noGrp="1"/>
          </p:cNvSpPr>
          <p:nvPr/>
        </p:nvSpPr>
        <p:spPr>
          <a:xfrm xmlns:a="http://schemas.openxmlformats.org/drawingml/2006/main">
            <a:off x="2857500" y="945832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[실제 재판단 token과 폐기 청구]</a:t>
            </a:r>
          </a:p>
        </p:txBody>
      </p:sp>
      <p:sp>
        <p:nvSpPr>
          <p:cNvPr id="342" name="dp41-v5-summary / n16">
            <a:extLst xmlns:a="http://schemas.openxmlformats.org/drawingml/2006/main">
              <a:ext uri="{FF2B5EF4-FFF2-40B4-BE49-F238E27FC236}">
                <a16:creationId xmlns:a16="http://schemas.microsoft.com/office/drawing/2014/main" id="{96CFC62A-BB57-4A35-9355-2FEA0184901D}"/>
              </a:ext>
            </a:extLst>
          </p:cNvPr>
          <p:cNvSpPr>
            <a:spLocks xmlns:a="http://schemas.openxmlformats.org/drawingml/2006/main" noGrp="1"/>
          </p:cNvSpPr>
          <p:nvPr/>
        </p:nvSpPr>
        <p:spPr>
          <a:xfrm xmlns:a="http://schemas.openxmlformats.org/drawingml/2006/main">
            <a:off x="10001250" y="945832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[부분 해석 호출과 전체 청구]</a:t>
            </a:r>
          </a:p>
        </p:txBody>
      </p:sp>
      <p:sp>
        <p:nvSpPr>
          <p:cNvPr id="343" name="dp41-v5-summary / n17">
            <a:extLst xmlns:a="http://schemas.openxmlformats.org/drawingml/2006/main">
              <a:ext uri="{FF2B5EF4-FFF2-40B4-BE49-F238E27FC236}">
                <a16:creationId xmlns:a16="http://schemas.microsoft.com/office/drawing/2014/main" id="{FF341B01-3BDC-486E-AF62-51B33CE20AD2}"/>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4" name="dp41-v5-summary / n18">
            <a:extLst xmlns:a="http://schemas.openxmlformats.org/drawingml/2006/main">
              <a:ext uri="{FF2B5EF4-FFF2-40B4-BE49-F238E27FC236}">
                <a16:creationId xmlns:a16="http://schemas.microsoft.com/office/drawing/2014/main" id="{D8BAE903-5EFA-4F93-A3FA-A813176B8252}"/>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v5-summary / n19">
            <a:extLst xmlns:a="http://schemas.openxmlformats.org/drawingml/2006/main">
              <a:ext uri="{FF2B5EF4-FFF2-40B4-BE49-F238E27FC236}">
                <a16:creationId xmlns:a16="http://schemas.microsoft.com/office/drawing/2014/main" id="{A4533103-B8DE-4354-ADBF-7A1C1FB210C4}"/>
              </a:ext>
            </a:extLst>
          </p:cNvPr>
          <p:cNvSpPr>
            <a:spLocks xmlns:a="http://schemas.openxmlformats.org/drawingml/2006/main" noGrp="1"/>
          </p:cNvSpPr>
          <p:nvPr/>
        </p:nvSpPr>
        <p:spPr>
          <a:xfrm xmlns:a="http://schemas.openxmlformats.org/drawingml/2006/main">
            <a:off x="2857500" y="96393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[모델 지침과 검증의 실제 수정]</a:t>
            </a:r>
          </a:p>
        </p:txBody>
      </p:sp>
      <p:sp>
        <p:nvSpPr>
          <p:cNvPr id="346" name="dp41-v5-summary / n20">
            <a:extLst xmlns:a="http://schemas.openxmlformats.org/drawingml/2006/main">
              <a:ext uri="{FF2B5EF4-FFF2-40B4-BE49-F238E27FC236}">
                <a16:creationId xmlns:a16="http://schemas.microsoft.com/office/drawing/2014/main" id="{15052016-0147-4004-A47A-1655E361E2CB}"/>
              </a:ext>
            </a:extLst>
          </p:cNvPr>
          <p:cNvSpPr>
            <a:spLocks xmlns:a="http://schemas.openxmlformats.org/drawingml/2006/main" noGrp="1"/>
          </p:cNvSpPr>
          <p:nvPr/>
        </p:nvSpPr>
        <p:spPr>
          <a:xfrm xmlns:a="http://schemas.openxmlformats.org/drawingml/2006/main">
            <a:off x="10001250" y="96393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틀과 Engine 규칙의 실제 수정]</a:t>
            </a:r>
          </a:p>
        </p:txBody>
      </p:sp>
      <p:sp>
        <p:nvSpPr>
          <p:cNvPr id="347" name="dp41-v5-summary / n21">
            <a:extLst xmlns:a="http://schemas.openxmlformats.org/drawingml/2006/main">
              <a:ext uri="{FF2B5EF4-FFF2-40B4-BE49-F238E27FC236}">
                <a16:creationId xmlns:a16="http://schemas.microsoft.com/office/drawing/2014/main" id="{B9A4086D-04B9-447E-BEED-7C0A68671038}"/>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8" name="dp41-v5-summary / n22">
            <a:extLst xmlns:a="http://schemas.openxmlformats.org/drawingml/2006/main">
              <a:ext uri="{FF2B5EF4-FFF2-40B4-BE49-F238E27FC236}">
                <a16:creationId xmlns:a16="http://schemas.microsoft.com/office/drawing/2014/main" id="{9AF8AF99-2CBC-4DC8-AC8F-CF4427D1FA7B}"/>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v5-summary / n23">
            <a:extLst xmlns:a="http://schemas.openxmlformats.org/drawingml/2006/main">
              <a:ext uri="{FF2B5EF4-FFF2-40B4-BE49-F238E27FC236}">
                <a16:creationId xmlns:a16="http://schemas.microsoft.com/office/drawing/2014/main" id="{C1A2DE82-7603-4DC6-8E82-A79D5541020A}"/>
              </a:ext>
            </a:extLst>
          </p:cNvPr>
          <p:cNvSpPr>
            <a:spLocks xmlns:a="http://schemas.openxmlformats.org/drawingml/2006/main" noGrp="1"/>
          </p:cNvSpPr>
          <p:nvPr/>
        </p:nvSpPr>
        <p:spPr>
          <a:xfrm xmlns:a="http://schemas.openxmlformats.org/drawingml/2006/main">
            <a:off x="2857500" y="98202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1,792MiB  [Context와 조회 buffer의 동시 할당]</a:t>
            </a:r>
          </a:p>
        </p:txBody>
      </p:sp>
      <p:sp>
        <p:nvSpPr>
          <p:cNvPr id="350" name="dp41-v5-summary / n24">
            <a:extLst xmlns:a="http://schemas.openxmlformats.org/drawingml/2006/main">
              <a:ext uri="{FF2B5EF4-FFF2-40B4-BE49-F238E27FC236}">
                <a16:creationId xmlns:a16="http://schemas.microsoft.com/office/drawing/2014/main" id="{E6F68C1E-6BA3-4359-86AE-91A3C2856852}"/>
              </a:ext>
            </a:extLst>
          </p:cNvPr>
          <p:cNvSpPr>
            <a:spLocks xmlns:a="http://schemas.openxmlformats.org/drawingml/2006/main" noGrp="1"/>
          </p:cNvSpPr>
          <p:nvPr/>
        </p:nvSpPr>
        <p:spPr>
          <a:xfrm xmlns:a="http://schemas.openxmlformats.org/drawingml/2006/main">
            <a:off x="10001250" y="98202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1,760MiB  [요청 틀과 해결 상태의 동시 할당]</a:t>
            </a:r>
          </a:p>
        </p:txBody>
      </p:sp>
      <p:sp>
        <p:nvSpPr>
          <p:cNvPr id="351" name="dp41-v5-summary / n25">
            <a:extLst xmlns:a="http://schemas.openxmlformats.org/drawingml/2006/main">
              <a:ext uri="{FF2B5EF4-FFF2-40B4-BE49-F238E27FC236}">
                <a16:creationId xmlns:a16="http://schemas.microsoft.com/office/drawing/2014/main" id="{2F46DB74-E42B-4B95-8EFE-3361D15ABE47}"/>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23.xml><?xml version="1.0" encoding="utf-8"?>
<p:sld xmlns:p="http://schemas.openxmlformats.org/presentationml/2006/main">
  <p:cSld name="dp41-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1-v5-qa-detail / n1">
            <a:extLst xmlns:a="http://schemas.openxmlformats.org/drawingml/2006/main">
              <a:ext uri="{FF2B5EF4-FFF2-40B4-BE49-F238E27FC236}">
                <a16:creationId xmlns:a16="http://schemas.microsoft.com/office/drawing/2014/main" id="{F592EFC8-029C-44DA-BAB4-838F76B5384A}"/>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1-v5-qa-detail / n2">
            <a:extLst xmlns:a="http://schemas.openxmlformats.org/drawingml/2006/main">
              <a:ext uri="{FF2B5EF4-FFF2-40B4-BE49-F238E27FC236}">
                <a16:creationId xmlns:a16="http://schemas.microsoft.com/office/drawing/2014/main" id="{FB2F4E26-DEDF-431D-AEED-4298180C40C8}"/>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평가</a:t>
            </a:r>
          </a:p>
        </p:txBody>
      </p:sp>
      <p:sp>
        <p:nvSpPr>
          <p:cNvPr id="3" name="dp41-v5-qa-detail / n3">
            <a:extLst xmlns:a="http://schemas.openxmlformats.org/drawingml/2006/main">
              <a:ext uri="{FF2B5EF4-FFF2-40B4-BE49-F238E27FC236}">
                <a16:creationId xmlns:a16="http://schemas.microsoft.com/office/drawing/2014/main" id="{9F313021-2ABF-4071-8249-954023AE21F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5-qa-detail / n4">
            <a:extLst xmlns:a="http://schemas.openxmlformats.org/drawingml/2006/main">
              <a:ext uri="{FF2B5EF4-FFF2-40B4-BE49-F238E27FC236}">
                <a16:creationId xmlns:a16="http://schemas.microsoft.com/office/drawing/2014/main" id="{ED91EBDD-DBD7-4722-9F01-F7D53B912430}"/>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1-v5-qa-detail / n5">
            <a:extLst xmlns:a="http://schemas.openxmlformats.org/drawingml/2006/main">
              <a:ext uri="{FF2B5EF4-FFF2-40B4-BE49-F238E27FC236}">
                <a16:creationId xmlns:a16="http://schemas.microsoft.com/office/drawing/2014/main" id="{01C78F1B-3135-42C1-8D9F-C267483E07E6}"/>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1-v5-qa-detail / n6">
            <a:extLst xmlns:a="http://schemas.openxmlformats.org/drawingml/2006/main">
              <a:ext uri="{FF2B5EF4-FFF2-40B4-BE49-F238E27FC236}">
                <a16:creationId xmlns:a16="http://schemas.microsoft.com/office/drawing/2014/main" id="{5424F279-7F9F-46D8-A80B-4D8B6108684C}"/>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1-v5-qa-detail / n7">
            <a:extLst xmlns:a="http://schemas.openxmlformats.org/drawingml/2006/main">
              <a:ext uri="{FF2B5EF4-FFF2-40B4-BE49-F238E27FC236}">
                <a16:creationId xmlns:a16="http://schemas.microsoft.com/office/drawing/2014/main" id="{96FE9AC4-2CD5-491C-9E34-DEC45EEA213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1-v5-qa-detail / n8">
            <a:extLst xmlns:a="http://schemas.openxmlformats.org/drawingml/2006/main">
              <a:ext uri="{FF2B5EF4-FFF2-40B4-BE49-F238E27FC236}">
                <a16:creationId xmlns:a16="http://schemas.microsoft.com/office/drawing/2014/main" id="{CD03384D-41D6-4B73-BF10-ECAB9FEB388E}"/>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9" name="dp41-v5-qa-detail / n9">
            <a:extLst xmlns:a="http://schemas.openxmlformats.org/drawingml/2006/main">
              <a:ext uri="{FF2B5EF4-FFF2-40B4-BE49-F238E27FC236}">
                <a16:creationId xmlns:a16="http://schemas.microsoft.com/office/drawing/2014/main" id="{05392FFF-06A5-434D-AED4-365099BA5FC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10" name="dp41-v5-qa-detail / n10">
            <a:extLst xmlns:a="http://schemas.openxmlformats.org/drawingml/2006/main">
              <a:ext uri="{FF2B5EF4-FFF2-40B4-BE49-F238E27FC236}">
                <a16:creationId xmlns:a16="http://schemas.microsoft.com/office/drawing/2014/main" id="{1E04C870-A9B5-45DA-85DA-62F2610A15B7}"/>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1-v5-qa-detail / n11">
            <a:extLst xmlns:a="http://schemas.openxmlformats.org/drawingml/2006/main">
              <a:ext uri="{FF2B5EF4-FFF2-40B4-BE49-F238E27FC236}">
                <a16:creationId xmlns:a16="http://schemas.microsoft.com/office/drawing/2014/main" id="{11EE1F00-A7B3-4A7F-95A4-B40D705F462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1-v5-qa-detail / n12">
            <a:extLst xmlns:a="http://schemas.openxmlformats.org/drawingml/2006/main">
              <a:ext uri="{FF2B5EF4-FFF2-40B4-BE49-F238E27FC236}">
                <a16:creationId xmlns:a16="http://schemas.microsoft.com/office/drawing/2014/main" id="{A4E23A7C-19C4-4814-8EDD-E7CD421478DD}"/>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1-v5-qa-detail / n13">
            <a:extLst xmlns:a="http://schemas.openxmlformats.org/drawingml/2006/main">
              <a:ext uri="{FF2B5EF4-FFF2-40B4-BE49-F238E27FC236}">
                <a16:creationId xmlns:a16="http://schemas.microsoft.com/office/drawing/2014/main" id="{365212E8-C15F-4126-A24C-98D0659B4FFC}"/>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1-v5-qa-detail / n14">
            <a:extLst xmlns:a="http://schemas.openxmlformats.org/drawingml/2006/main">
              <a:ext uri="{FF2B5EF4-FFF2-40B4-BE49-F238E27FC236}">
                <a16:creationId xmlns:a16="http://schemas.microsoft.com/office/drawing/2014/main" id="{95EDCD3E-09F8-4F25-85E2-136AB51D11A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1-v5-qa-detail / n15">
            <a:extLst xmlns:a="http://schemas.openxmlformats.org/drawingml/2006/main">
              <a:ext uri="{FF2B5EF4-FFF2-40B4-BE49-F238E27FC236}">
                <a16:creationId xmlns:a16="http://schemas.microsoft.com/office/drawing/2014/main" id="{D9B35B9F-7864-40FC-BF20-DAB201DFB25F}"/>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전체 의미 결합과 부분 갱신</a:t>
            </a:r>
          </a:p>
        </p:txBody>
      </p:sp>
      <p:sp>
        <p:nvSpPr>
          <p:cNvPr id="16" name="dp41-v5-qa-detail / n16">
            <a:extLst xmlns:a="http://schemas.openxmlformats.org/drawingml/2006/main">
              <a:ext uri="{FF2B5EF4-FFF2-40B4-BE49-F238E27FC236}">
                <a16:creationId xmlns:a16="http://schemas.microsoft.com/office/drawing/2014/main" id="{B4301635-3C58-4EE8-A32C-C28B0741BCB9}"/>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1-v5-qa-detail / n17">
            <a:extLst xmlns:a="http://schemas.openxmlformats.org/drawingml/2006/main">
              <a:ext uri="{FF2B5EF4-FFF2-40B4-BE49-F238E27FC236}">
                <a16:creationId xmlns:a16="http://schemas.microsoft.com/office/drawing/2014/main" id="{626E752F-29B4-4EFB-8601-4B0DD150A2BC}"/>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틀의 표현 범위와 부분 결합</a:t>
            </a:r>
          </a:p>
        </p:txBody>
      </p:sp>
      <p:sp>
        <p:nvSpPr>
          <p:cNvPr id="18" name="dp41-v5-qa-detail / n18">
            <a:extLst xmlns:a="http://schemas.openxmlformats.org/drawingml/2006/main">
              <a:ext uri="{FF2B5EF4-FFF2-40B4-BE49-F238E27FC236}">
                <a16:creationId xmlns:a16="http://schemas.microsoft.com/office/drawing/2014/main" id="{EB9F4260-0BE9-4853-949F-161BCAA45BAB}"/>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1-v5-qa-detail / n19">
            <a:extLst xmlns:a="http://schemas.openxmlformats.org/drawingml/2006/main">
              <a:ext uri="{FF2B5EF4-FFF2-40B4-BE49-F238E27FC236}">
                <a16:creationId xmlns:a16="http://schemas.microsoft.com/office/drawing/2014/main" id="{A39E54C1-EE94-463C-AA90-1454391871E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1-v5-qa-detail / n20">
            <a:extLst xmlns:a="http://schemas.openxmlformats.org/drawingml/2006/main">
              <a:ext uri="{FF2B5EF4-FFF2-40B4-BE49-F238E27FC236}">
                <a16:creationId xmlns:a16="http://schemas.microsoft.com/office/drawing/2014/main" id="{9AE31550-93AF-4283-853B-B5DB4DA2574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1-v5-qa-detail / n21">
            <a:extLst xmlns:a="http://schemas.openxmlformats.org/drawingml/2006/main">
              <a:ext uri="{FF2B5EF4-FFF2-40B4-BE49-F238E27FC236}">
                <a16:creationId xmlns:a16="http://schemas.microsoft.com/office/drawing/2014/main" id="{1D817D02-4DD9-4437-BC4A-15BF63F8D539}"/>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1-v5-qa-detail / n22">
            <a:extLst xmlns:a="http://schemas.openxmlformats.org/drawingml/2006/main">
              <a:ext uri="{FF2B5EF4-FFF2-40B4-BE49-F238E27FC236}">
                <a16:creationId xmlns:a16="http://schemas.microsoft.com/office/drawing/2014/main" id="{11AB8B1B-6BE3-4C5A-A30F-E5BDE0878BA4}"/>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1-v5-qa-detail / n23">
            <a:extLst xmlns:a="http://schemas.openxmlformats.org/drawingml/2006/main">
              <a:ext uri="{FF2B5EF4-FFF2-40B4-BE49-F238E27FC236}">
                <a16:creationId xmlns:a16="http://schemas.microsoft.com/office/drawing/2014/main" id="{CEEAB85B-A4A0-4F5D-B3BC-777A47A60D28}"/>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1-v5-qa-detail / n24">
            <a:extLst xmlns:a="http://schemas.openxmlformats.org/drawingml/2006/main">
              <a:ext uri="{FF2B5EF4-FFF2-40B4-BE49-F238E27FC236}">
                <a16:creationId xmlns:a16="http://schemas.microsoft.com/office/drawing/2014/main" id="{8CAFBBEB-1B15-420B-B77A-1E6DE6BD56E8}"/>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1-v5-qa-detail / n25">
            <a:extLst xmlns:a="http://schemas.openxmlformats.org/drawingml/2006/main">
              <a:ext uri="{FF2B5EF4-FFF2-40B4-BE49-F238E27FC236}">
                <a16:creationId xmlns:a16="http://schemas.microsoft.com/office/drawing/2014/main" id="{03117806-D11F-4A9C-91D2-6CBF24CAD438}"/>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 후 재판단과 실제 첫 반응</a:t>
            </a:r>
          </a:p>
        </p:txBody>
      </p:sp>
      <p:sp>
        <p:nvSpPr>
          <p:cNvPr id="26" name="dp41-v5-qa-detail / n26">
            <a:extLst xmlns:a="http://schemas.openxmlformats.org/drawingml/2006/main">
              <a:ext uri="{FF2B5EF4-FFF2-40B4-BE49-F238E27FC236}">
                <a16:creationId xmlns:a16="http://schemas.microsoft.com/office/drawing/2014/main" id="{3E334E8B-52A5-41AD-AD4F-A39F56F90AE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1-v5-qa-detail / n27">
            <a:extLst xmlns:a="http://schemas.openxmlformats.org/drawingml/2006/main">
              <a:ext uri="{FF2B5EF4-FFF2-40B4-BE49-F238E27FC236}">
                <a16:creationId xmlns:a16="http://schemas.microsoft.com/office/drawing/2014/main" id="{833C0D10-90E5-4B5A-8490-4188220065F9}"/>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지원 항목의 코드 해결과 추가 해석</a:t>
            </a:r>
          </a:p>
        </p:txBody>
      </p:sp>
      <p:sp>
        <p:nvSpPr>
          <p:cNvPr id="28" name="dp41-v5-qa-detail / n28">
            <a:extLst xmlns:a="http://schemas.openxmlformats.org/drawingml/2006/main">
              <a:ext uri="{FF2B5EF4-FFF2-40B4-BE49-F238E27FC236}">
                <a16:creationId xmlns:a16="http://schemas.microsoft.com/office/drawing/2014/main" id="{A695B8AC-18D4-4BCD-94BC-1E1413437B9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1-v5-qa-detail / n29">
            <a:extLst xmlns:a="http://schemas.openxmlformats.org/drawingml/2006/main">
              <a:ext uri="{FF2B5EF4-FFF2-40B4-BE49-F238E27FC236}">
                <a16:creationId xmlns:a16="http://schemas.microsoft.com/office/drawing/2014/main" id="{A753891C-CA7C-4C99-A649-7FD20CDAEC68}"/>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1-v5-qa-detail / n30">
            <a:extLst xmlns:a="http://schemas.openxmlformats.org/drawingml/2006/main">
              <a:ext uri="{FF2B5EF4-FFF2-40B4-BE49-F238E27FC236}">
                <a16:creationId xmlns:a16="http://schemas.microsoft.com/office/drawing/2014/main" id="{60AA3BF6-60B1-4686-BE89-932723CAFDB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1-v5-qa-detail / n31">
            <a:extLst xmlns:a="http://schemas.openxmlformats.org/drawingml/2006/main">
              <a:ext uri="{FF2B5EF4-FFF2-40B4-BE49-F238E27FC236}">
                <a16:creationId xmlns:a16="http://schemas.microsoft.com/office/drawing/2014/main" id="{FAD9AEF8-F9F3-4F75-A4F5-1E92322F7B4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1-v5-qa-detail / n32">
            <a:extLst xmlns:a="http://schemas.openxmlformats.org/drawingml/2006/main">
              <a:ext uri="{FF2B5EF4-FFF2-40B4-BE49-F238E27FC236}">
                <a16:creationId xmlns:a16="http://schemas.microsoft.com/office/drawing/2014/main" id="{23018098-10C5-4ABF-954D-ACD77D3D66D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1-v5-qa-detail / n33">
            <a:extLst xmlns:a="http://schemas.openxmlformats.org/drawingml/2006/main">
              <a:ext uri="{FF2B5EF4-FFF2-40B4-BE49-F238E27FC236}">
                <a16:creationId xmlns:a16="http://schemas.microsoft.com/office/drawing/2014/main" id="{92536FD1-CDC0-49D3-A82E-3DFB89976E88}"/>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1-v5-qa-detail / n34">
            <a:extLst xmlns:a="http://schemas.openxmlformats.org/drawingml/2006/main">
              <a:ext uri="{FF2B5EF4-FFF2-40B4-BE49-F238E27FC236}">
                <a16:creationId xmlns:a16="http://schemas.microsoft.com/office/drawing/2014/main" id="{6F131799-EB0C-4FA9-915C-B519F1E4378B}"/>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1-v5-qa-detail / n35">
            <a:extLst xmlns:a="http://schemas.openxmlformats.org/drawingml/2006/main">
              <a:ext uri="{FF2B5EF4-FFF2-40B4-BE49-F238E27FC236}">
                <a16:creationId xmlns:a16="http://schemas.microsoft.com/office/drawing/2014/main" id="{1A3AB1B8-A2C2-4EAB-9963-556C87A09575}"/>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전체 판단의 반복 경로</a:t>
            </a:r>
          </a:p>
        </p:txBody>
      </p:sp>
      <p:sp>
        <p:nvSpPr>
          <p:cNvPr id="36" name="dp41-v5-qa-detail / n36">
            <a:extLst xmlns:a="http://schemas.openxmlformats.org/drawingml/2006/main">
              <a:ext uri="{FF2B5EF4-FFF2-40B4-BE49-F238E27FC236}">
                <a16:creationId xmlns:a16="http://schemas.microsoft.com/office/drawing/2014/main" id="{87AE9212-D168-4CD6-8522-44C2CE49B86D}"/>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1-v5-qa-detail / n37">
            <a:extLst xmlns:a="http://schemas.openxmlformats.org/drawingml/2006/main">
              <a:ext uri="{FF2B5EF4-FFF2-40B4-BE49-F238E27FC236}">
                <a16:creationId xmlns:a16="http://schemas.microsoft.com/office/drawing/2014/main" id="{BEF72A28-F5CC-467A-8CD3-D86A66FEEE45}"/>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항목별 해결과 코드 결합 경로</a:t>
            </a:r>
          </a:p>
        </p:txBody>
      </p:sp>
      <p:sp>
        <p:nvSpPr>
          <p:cNvPr id="38" name="dp41-v5-qa-detail / n38">
            <a:extLst xmlns:a="http://schemas.openxmlformats.org/drawingml/2006/main">
              <a:ext uri="{FF2B5EF4-FFF2-40B4-BE49-F238E27FC236}">
                <a16:creationId xmlns:a16="http://schemas.microsoft.com/office/drawing/2014/main" id="{B0C63B51-D0F4-4BD3-BB13-B778156DAF71}"/>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1-v5-qa-detail / n39">
            <a:extLst xmlns:a="http://schemas.openxmlformats.org/drawingml/2006/main">
              <a:ext uri="{FF2B5EF4-FFF2-40B4-BE49-F238E27FC236}">
                <a16:creationId xmlns:a16="http://schemas.microsoft.com/office/drawing/2014/main" id="{789C8266-A37B-4E1B-9732-337622BC9CB5}"/>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1-v5-qa-detail / n40">
            <a:extLst xmlns:a="http://schemas.openxmlformats.org/drawingml/2006/main">
              <a:ext uri="{FF2B5EF4-FFF2-40B4-BE49-F238E27FC236}">
                <a16:creationId xmlns:a16="http://schemas.microsoft.com/office/drawing/2014/main" id="{7AA0AD33-271A-435F-A499-A6D61376514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1-v5-qa-detail / n41">
            <a:extLst xmlns:a="http://schemas.openxmlformats.org/drawingml/2006/main">
              <a:ext uri="{FF2B5EF4-FFF2-40B4-BE49-F238E27FC236}">
                <a16:creationId xmlns:a16="http://schemas.microsoft.com/office/drawing/2014/main" id="{E4460410-FB0F-446D-89C3-1D8DA20314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1-v5-qa-detail / n42">
            <a:extLst xmlns:a="http://schemas.openxmlformats.org/drawingml/2006/main">
              <a:ext uri="{FF2B5EF4-FFF2-40B4-BE49-F238E27FC236}">
                <a16:creationId xmlns:a16="http://schemas.microsoft.com/office/drawing/2014/main" id="{9853EA94-EDF2-4D17-9816-D2ECFAAF67A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1-v5-qa-detail / n43">
            <a:extLst xmlns:a="http://schemas.openxmlformats.org/drawingml/2006/main">
              <a:ext uri="{FF2B5EF4-FFF2-40B4-BE49-F238E27FC236}">
                <a16:creationId xmlns:a16="http://schemas.microsoft.com/office/drawing/2014/main" id="{1DFBFFC3-61CB-4A0F-980E-D594917871D7}"/>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1-v5-qa-detail / n44">
            <a:extLst xmlns:a="http://schemas.openxmlformats.org/drawingml/2006/main">
              <a:ext uri="{FF2B5EF4-FFF2-40B4-BE49-F238E27FC236}">
                <a16:creationId xmlns:a16="http://schemas.microsoft.com/office/drawing/2014/main" id="{EAD89BA1-DD8F-4D44-B68B-BC088280F17B}"/>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1-v5-qa-detail / n45">
            <a:extLst xmlns:a="http://schemas.openxmlformats.org/drawingml/2006/main">
              <a:ext uri="{FF2B5EF4-FFF2-40B4-BE49-F238E27FC236}">
                <a16:creationId xmlns:a16="http://schemas.microsoft.com/office/drawing/2014/main" id="{F122833A-6DE3-4CE4-880A-FEE2C2530DDE}"/>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재판단 token과 폐기 청구</a:t>
            </a:r>
          </a:p>
        </p:txBody>
      </p:sp>
      <p:sp>
        <p:nvSpPr>
          <p:cNvPr id="46" name="dp41-v5-qa-detail / n46">
            <a:extLst xmlns:a="http://schemas.openxmlformats.org/drawingml/2006/main">
              <a:ext uri="{FF2B5EF4-FFF2-40B4-BE49-F238E27FC236}">
                <a16:creationId xmlns:a16="http://schemas.microsoft.com/office/drawing/2014/main" id="{5032F526-9BB0-4F06-8607-777CA7F8D8E1}"/>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1-v5-qa-detail / n47">
            <a:extLst xmlns:a="http://schemas.openxmlformats.org/drawingml/2006/main">
              <a:ext uri="{FF2B5EF4-FFF2-40B4-BE49-F238E27FC236}">
                <a16:creationId xmlns:a16="http://schemas.microsoft.com/office/drawing/2014/main" id="{5D87B27D-CBD0-4367-B6AD-9DDA7638AB6A}"/>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부분 해석 호출과 전체 청구</a:t>
            </a:r>
          </a:p>
        </p:txBody>
      </p:sp>
      <p:sp>
        <p:nvSpPr>
          <p:cNvPr id="48" name="dp41-v5-qa-detail / n48">
            <a:extLst xmlns:a="http://schemas.openxmlformats.org/drawingml/2006/main">
              <a:ext uri="{FF2B5EF4-FFF2-40B4-BE49-F238E27FC236}">
                <a16:creationId xmlns:a16="http://schemas.microsoft.com/office/drawing/2014/main" id="{989CA431-0137-498F-A11C-863F34A0068C}"/>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1-v5-qa-detail / n49">
            <a:extLst xmlns:a="http://schemas.openxmlformats.org/drawingml/2006/main">
              <a:ext uri="{FF2B5EF4-FFF2-40B4-BE49-F238E27FC236}">
                <a16:creationId xmlns:a16="http://schemas.microsoft.com/office/drawing/2014/main" id="{8D7F4842-4C49-4BF5-A426-ACA9F13F7487}"/>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1-v5-qa-detail / n50">
            <a:extLst xmlns:a="http://schemas.openxmlformats.org/drawingml/2006/main">
              <a:ext uri="{FF2B5EF4-FFF2-40B4-BE49-F238E27FC236}">
                <a16:creationId xmlns:a16="http://schemas.microsoft.com/office/drawing/2014/main" id="{1F375650-F3F5-43A0-B87C-893D0B22E4B1}"/>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1-v5-qa-detail / n51">
            <a:extLst xmlns:a="http://schemas.openxmlformats.org/drawingml/2006/main">
              <a:ext uri="{FF2B5EF4-FFF2-40B4-BE49-F238E27FC236}">
                <a16:creationId xmlns:a16="http://schemas.microsoft.com/office/drawing/2014/main" id="{0326F995-592C-4EA7-89BB-D8665B0187D0}"/>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1-v5-qa-detail / n52">
            <a:extLst xmlns:a="http://schemas.openxmlformats.org/drawingml/2006/main">
              <a:ext uri="{FF2B5EF4-FFF2-40B4-BE49-F238E27FC236}">
                <a16:creationId xmlns:a16="http://schemas.microsoft.com/office/drawing/2014/main" id="{5FBD2EF8-ABDD-4A7F-90DD-E73B38841A6A}"/>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1-v5-qa-detail / n53">
            <a:extLst xmlns:a="http://schemas.openxmlformats.org/drawingml/2006/main">
              <a:ext uri="{FF2B5EF4-FFF2-40B4-BE49-F238E27FC236}">
                <a16:creationId xmlns:a16="http://schemas.microsoft.com/office/drawing/2014/main" id="{00F9ACB1-AEB8-4DDC-A570-B11B563F78E0}"/>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1-v5-qa-detail / n54">
            <a:extLst xmlns:a="http://schemas.openxmlformats.org/drawingml/2006/main">
              <a:ext uri="{FF2B5EF4-FFF2-40B4-BE49-F238E27FC236}">
                <a16:creationId xmlns:a16="http://schemas.microsoft.com/office/drawing/2014/main" id="{CA248064-BDD9-4053-9F5B-1197C509519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1-v5-qa-detail / n55">
            <a:extLst xmlns:a="http://schemas.openxmlformats.org/drawingml/2006/main">
              <a:ext uri="{FF2B5EF4-FFF2-40B4-BE49-F238E27FC236}">
                <a16:creationId xmlns:a16="http://schemas.microsoft.com/office/drawing/2014/main" id="{90063DDA-614C-4769-ADB9-E47903DC7896}"/>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모델 지침과 검증의 실제 수정</a:t>
            </a:r>
          </a:p>
        </p:txBody>
      </p:sp>
      <p:sp>
        <p:nvSpPr>
          <p:cNvPr id="56" name="dp41-v5-qa-detail / n56">
            <a:extLst xmlns:a="http://schemas.openxmlformats.org/drawingml/2006/main">
              <a:ext uri="{FF2B5EF4-FFF2-40B4-BE49-F238E27FC236}">
                <a16:creationId xmlns:a16="http://schemas.microsoft.com/office/drawing/2014/main" id="{380F6604-581D-42E8-9EB4-15AB78E1D6BC}"/>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1-v5-qa-detail / n57">
            <a:extLst xmlns:a="http://schemas.openxmlformats.org/drawingml/2006/main">
              <a:ext uri="{FF2B5EF4-FFF2-40B4-BE49-F238E27FC236}">
                <a16:creationId xmlns:a16="http://schemas.microsoft.com/office/drawing/2014/main" id="{3B5FE526-81C0-44A0-BAB1-46AD74B266C3}"/>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Engine 규칙의 실제 수정</a:t>
            </a:r>
          </a:p>
        </p:txBody>
      </p:sp>
      <p:sp>
        <p:nvSpPr>
          <p:cNvPr id="58" name="dp41-v5-qa-detail / n58">
            <a:extLst xmlns:a="http://schemas.openxmlformats.org/drawingml/2006/main">
              <a:ext uri="{FF2B5EF4-FFF2-40B4-BE49-F238E27FC236}">
                <a16:creationId xmlns:a16="http://schemas.microsoft.com/office/drawing/2014/main" id="{BC4ABEAE-DDDA-4442-95DB-596A788E9910}"/>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1-v5-qa-detail / n59">
            <a:extLst xmlns:a="http://schemas.openxmlformats.org/drawingml/2006/main">
              <a:ext uri="{FF2B5EF4-FFF2-40B4-BE49-F238E27FC236}">
                <a16:creationId xmlns:a16="http://schemas.microsoft.com/office/drawing/2014/main" id="{1E62788B-DC90-403F-B1E7-4B86BB02A6DB}"/>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1-v5-qa-detail / n60">
            <a:extLst xmlns:a="http://schemas.openxmlformats.org/drawingml/2006/main">
              <a:ext uri="{FF2B5EF4-FFF2-40B4-BE49-F238E27FC236}">
                <a16:creationId xmlns:a16="http://schemas.microsoft.com/office/drawing/2014/main" id="{E61B8E10-1120-485E-B464-9FC6F7707515}"/>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1-v5-qa-detail / n61">
            <a:extLst xmlns:a="http://schemas.openxmlformats.org/drawingml/2006/main">
              <a:ext uri="{FF2B5EF4-FFF2-40B4-BE49-F238E27FC236}">
                <a16:creationId xmlns:a16="http://schemas.microsoft.com/office/drawing/2014/main" id="{9B1DC24A-BBE3-40FA-B4B8-7A06777EB53F}"/>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1-v5-qa-detail / n62">
            <a:extLst xmlns:a="http://schemas.openxmlformats.org/drawingml/2006/main">
              <a:ext uri="{FF2B5EF4-FFF2-40B4-BE49-F238E27FC236}">
                <a16:creationId xmlns:a16="http://schemas.microsoft.com/office/drawing/2014/main" id="{2B2CB187-B566-42B9-9469-384717EEAD7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1-v5-qa-detail / n63">
            <a:extLst xmlns:a="http://schemas.openxmlformats.org/drawingml/2006/main">
              <a:ext uri="{FF2B5EF4-FFF2-40B4-BE49-F238E27FC236}">
                <a16:creationId xmlns:a16="http://schemas.microsoft.com/office/drawing/2014/main" id="{7AD11CA0-10E1-40B1-B5CE-433620451F6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1-v5-qa-detail / n64">
            <a:extLst xmlns:a="http://schemas.openxmlformats.org/drawingml/2006/main">
              <a:ext uri="{FF2B5EF4-FFF2-40B4-BE49-F238E27FC236}">
                <a16:creationId xmlns:a16="http://schemas.microsoft.com/office/drawing/2014/main" id="{9AC8B7E4-7683-4442-99FA-287F9174EE68}"/>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1-v5-qa-detail / n65">
            <a:extLst xmlns:a="http://schemas.openxmlformats.org/drawingml/2006/main">
              <a:ext uri="{FF2B5EF4-FFF2-40B4-BE49-F238E27FC236}">
                <a16:creationId xmlns:a16="http://schemas.microsoft.com/office/drawing/2014/main" id="{32D8370C-7BB7-4E4C-8714-6A8F5D71ACA9}"/>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Context와 조회 buffer의 동시 할당</a:t>
            </a:r>
          </a:p>
        </p:txBody>
      </p:sp>
      <p:sp>
        <p:nvSpPr>
          <p:cNvPr id="66" name="dp41-v5-qa-detail / n66">
            <a:extLst xmlns:a="http://schemas.openxmlformats.org/drawingml/2006/main">
              <a:ext uri="{FF2B5EF4-FFF2-40B4-BE49-F238E27FC236}">
                <a16:creationId xmlns:a16="http://schemas.microsoft.com/office/drawing/2014/main" id="{C3602A92-B5D8-495F-9117-32EDA9452F14}"/>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1,760MiB (가정)</a:t>
            </a:r>
          </a:p>
        </p:txBody>
      </p:sp>
      <p:sp>
        <p:nvSpPr>
          <p:cNvPr id="67" name="dp41-v5-qa-detail / n67">
            <a:extLst xmlns:a="http://schemas.openxmlformats.org/drawingml/2006/main">
              <a:ext uri="{FF2B5EF4-FFF2-40B4-BE49-F238E27FC236}">
                <a16:creationId xmlns:a16="http://schemas.microsoft.com/office/drawing/2014/main" id="{96839E01-55DB-4232-A00C-0D57B8246353}"/>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해결 상태의 동시 할당</a:t>
            </a:r>
          </a:p>
        </p:txBody>
      </p:sp>
      <p:sp>
        <p:nvSpPr>
          <p:cNvPr id="68" name="dp41-v5-qa-detail / n68">
            <a:extLst xmlns:a="http://schemas.openxmlformats.org/drawingml/2006/main">
              <a:ext uri="{FF2B5EF4-FFF2-40B4-BE49-F238E27FC236}">
                <a16:creationId xmlns:a16="http://schemas.microsoft.com/office/drawing/2014/main" id="{08011A11-C50D-4A2C-B15C-C8C4385E39DD}"/>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1-v5-qa-detail / n69">
            <a:extLst xmlns:a="http://schemas.openxmlformats.org/drawingml/2006/main">
              <a:ext uri="{FF2B5EF4-FFF2-40B4-BE49-F238E27FC236}">
                <a16:creationId xmlns:a16="http://schemas.microsoft.com/office/drawing/2014/main" id="{176FD637-CA98-425C-8AFF-9C4CE27CCF1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1-v5-qa-detail / n70">
            <a:extLst xmlns:a="http://schemas.openxmlformats.org/drawingml/2006/main">
              <a:ext uri="{FF2B5EF4-FFF2-40B4-BE49-F238E27FC236}">
                <a16:creationId xmlns:a16="http://schemas.microsoft.com/office/drawing/2014/main" id="{A0E5F905-6D24-470B-A2BF-915A0152564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1-v5-qa-detail / n71">
            <a:extLst xmlns:a="http://schemas.openxmlformats.org/drawingml/2006/main">
              <a:ext uri="{FF2B5EF4-FFF2-40B4-BE49-F238E27FC236}">
                <a16:creationId xmlns:a16="http://schemas.microsoft.com/office/drawing/2014/main" id="{5C507C4A-CEDB-42F2-AAB9-0E45A00D832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1-v5-qa-detail / n72">
            <a:extLst xmlns:a="http://schemas.openxmlformats.org/drawingml/2006/main">
              <a:ext uri="{FF2B5EF4-FFF2-40B4-BE49-F238E27FC236}">
                <a16:creationId xmlns:a16="http://schemas.microsoft.com/office/drawing/2014/main" id="{71921989-94F8-4B69-9184-B722DFF2F6D9}"/>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1-v5-qa-detail / n73">
            <a:extLst xmlns:a="http://schemas.openxmlformats.org/drawingml/2006/main">
              <a:ext uri="{FF2B5EF4-FFF2-40B4-BE49-F238E27FC236}">
                <a16:creationId xmlns:a16="http://schemas.microsoft.com/office/drawing/2014/main" id="{1D2D0D86-0F6C-4B78-B0BD-3DEDB7B9272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1-v5-qa-detail / n74">
            <a:extLst xmlns:a="http://schemas.openxmlformats.org/drawingml/2006/main">
              <a:ext uri="{FF2B5EF4-FFF2-40B4-BE49-F238E27FC236}">
                <a16:creationId xmlns:a16="http://schemas.microsoft.com/office/drawing/2014/main" id="{833C1848-D91C-451F-ABAF-9C497A6C4EE8}"/>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S2-01: A 4.197초 / B 2.398초. 충분한 typed 근거와 2/1호출 가정이며 전체 평균은 아니다.</a:t>
            </a:r>
          </a:p>
        </p:txBody>
      </p:sp>
      <p:sp>
        <p:nvSpPr>
          <p:cNvPr id="75" name="dp41-v5-qa-detail / n75">
            <a:extLst xmlns:a="http://schemas.openxmlformats.org/drawingml/2006/main">
              <a:ext uri="{FF2B5EF4-FFF2-40B4-BE49-F238E27FC236}">
                <a16:creationId xmlns:a16="http://schemas.microsoft.com/office/drawing/2014/main" id="{078F0A7F-8F29-4D45-82E6-0A94D8B6B84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1-v5-qa-detail / n76">
            <a:extLst xmlns:a="http://schemas.openxmlformats.org/drawingml/2006/main">
              <a:ext uri="{FF2B5EF4-FFF2-40B4-BE49-F238E27FC236}">
                <a16:creationId xmlns:a16="http://schemas.microsoft.com/office/drawing/2014/main" id="{A6BDA7A4-9A6D-434C-8351-8D0F9C38E67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25.xml><?xml version="1.0" encoding="utf-8"?>
<p:sld xmlns:p="http://schemas.openxmlformats.org/presentationml/2006/main">
  <p:cSld name="dp44-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5-summary / n1">
            <a:extLst xmlns:a="http://schemas.openxmlformats.org/drawingml/2006/main">
              <a:ext uri="{FF2B5EF4-FFF2-40B4-BE49-F238E27FC236}">
                <a16:creationId xmlns:a16="http://schemas.microsoft.com/office/drawing/2014/main" id="{396F1435-6C3E-4386-A051-C4A9901EA5E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5-summary / n2">
            <a:extLst xmlns:a="http://schemas.openxmlformats.org/drawingml/2006/main">
              <a:ext uri="{FF2B5EF4-FFF2-40B4-BE49-F238E27FC236}">
                <a16:creationId xmlns:a16="http://schemas.microsoft.com/office/drawing/2014/main" id="{9E6B5009-53EB-45DE-8803-FB5F600F7E55}"/>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5-summary / n3">
            <a:extLst xmlns:a="http://schemas.openxmlformats.org/drawingml/2006/main">
              <a:ext uri="{FF2B5EF4-FFF2-40B4-BE49-F238E27FC236}">
                <a16:creationId xmlns:a16="http://schemas.microsoft.com/office/drawing/2014/main" id="{046E5F71-4C01-47B4-A047-A3C2806FC55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[현재성 검사와 올바른 후속 지시]</a:t>
            </a:r>
          </a:p>
        </p:txBody>
      </p:sp>
      <p:sp>
        <p:nvSpPr>
          <p:cNvPr id="270" name="dp44-v5-summary / n4">
            <a:extLst xmlns:a="http://schemas.openxmlformats.org/drawingml/2006/main">
              <a:ext uri="{FF2B5EF4-FFF2-40B4-BE49-F238E27FC236}">
                <a16:creationId xmlns:a16="http://schemas.microsoft.com/office/drawing/2014/main" id="{C2FCDD12-530C-42C1-9FE2-9C8F7422D541}"/>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[window와 Join의 현재성 검사]</a:t>
            </a:r>
          </a:p>
        </p:txBody>
      </p:sp>
      <p:sp>
        <p:nvSpPr>
          <p:cNvPr id="271" name="dp44-v5-summary / n5">
            <a:extLst xmlns:a="http://schemas.openxmlformats.org/drawingml/2006/main">
              <a:ext uri="{FF2B5EF4-FFF2-40B4-BE49-F238E27FC236}">
                <a16:creationId xmlns:a16="http://schemas.microsoft.com/office/drawing/2014/main" id="{289D93AF-3988-4D6A-848F-D281F7D01FE7}"/>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2" name="dp44-v5-summary / n6">
            <a:extLst xmlns:a="http://schemas.openxmlformats.org/drawingml/2006/main">
              <a:ext uri="{FF2B5EF4-FFF2-40B4-BE49-F238E27FC236}">
                <a16:creationId xmlns:a16="http://schemas.microsoft.com/office/drawing/2014/main" id="{68B1D873-6746-4AB4-A4E9-7941FDCF4E09}"/>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73" name="dp44-v5-summary / n7">
            <a:extLst xmlns:a="http://schemas.openxmlformats.org/drawingml/2006/main">
              <a:ext uri="{FF2B5EF4-FFF2-40B4-BE49-F238E27FC236}">
                <a16:creationId xmlns:a16="http://schemas.microsoft.com/office/drawing/2014/main" id="{FCE90C6C-FE0B-42FC-815E-94111FC6B971}"/>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[중앙 queue와 회수 대기]</a:t>
            </a:r>
          </a:p>
        </p:txBody>
      </p:sp>
      <p:sp>
        <p:nvSpPr>
          <p:cNvPr id="274" name="dp44-v5-summary / n8">
            <a:extLst xmlns:a="http://schemas.openxmlformats.org/drawingml/2006/main">
              <a:ext uri="{FF2B5EF4-FFF2-40B4-BE49-F238E27FC236}">
                <a16:creationId xmlns:a16="http://schemas.microsoft.com/office/drawing/2014/main" id="{F4AE6133-195A-4C2F-88B7-EE29F32FE37D}"/>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[credit와 Stage 및 Join 대기]</a:t>
            </a:r>
          </a:p>
        </p:txBody>
      </p:sp>
      <p:sp>
        <p:nvSpPr>
          <p:cNvPr id="275" name="dp44-v5-summary / n9">
            <a:extLst xmlns:a="http://schemas.openxmlformats.org/drawingml/2006/main">
              <a:ext uri="{FF2B5EF4-FFF2-40B4-BE49-F238E27FC236}">
                <a16:creationId xmlns:a16="http://schemas.microsoft.com/office/drawing/2014/main" id="{36B44860-5BDE-44BA-957B-A735521C7D63}"/>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6" name="dp44-v5-summary / n10">
            <a:extLst xmlns:a="http://schemas.openxmlformats.org/drawingml/2006/main">
              <a:ext uri="{FF2B5EF4-FFF2-40B4-BE49-F238E27FC236}">
                <a16:creationId xmlns:a16="http://schemas.microsoft.com/office/drawing/2014/main" id="{1A52E580-4EAD-45ED-A2E3-743F6850616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77" name="dp44-v5-summary / n11">
            <a:extLst xmlns:a="http://schemas.openxmlformats.org/drawingml/2006/main">
              <a:ext uri="{FF2B5EF4-FFF2-40B4-BE49-F238E27FC236}">
                <a16:creationId xmlns:a16="http://schemas.microsoft.com/office/drawing/2014/main" id="{E01A8073-DFA6-4A64-BF01-DD0B5B831F7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[완료 회수와 다음 실행의 연결]</a:t>
            </a:r>
          </a:p>
        </p:txBody>
      </p:sp>
      <p:sp>
        <p:nvSpPr>
          <p:cNvPr id="278" name="dp44-v5-summary / n12">
            <a:extLst xmlns:a="http://schemas.openxmlformats.org/drawingml/2006/main">
              <a:ext uri="{FF2B5EF4-FFF2-40B4-BE49-F238E27FC236}">
                <a16:creationId xmlns:a16="http://schemas.microsoft.com/office/drawing/2014/main" id="{A5C04DDC-0B3A-4FE5-A64A-BE96BD3F439E}"/>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[Stage 활성화와 publication Join]</a:t>
            </a:r>
          </a:p>
        </p:txBody>
      </p:sp>
      <p:sp>
        <p:nvSpPr>
          <p:cNvPr id="279" name="dp44-v5-summary / n13">
            <a:extLst xmlns:a="http://schemas.openxmlformats.org/drawingml/2006/main">
              <a:ext uri="{FF2B5EF4-FFF2-40B4-BE49-F238E27FC236}">
                <a16:creationId xmlns:a16="http://schemas.microsoft.com/office/drawing/2014/main" id="{1DCDE5A1-0195-41D1-B54B-A0DF157F2DF0}"/>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5-summary / n14">
            <a:extLst xmlns:a="http://schemas.openxmlformats.org/drawingml/2006/main">
              <a:ext uri="{FF2B5EF4-FFF2-40B4-BE49-F238E27FC236}">
                <a16:creationId xmlns:a16="http://schemas.microsoft.com/office/drawing/2014/main" id="{8523C676-A43A-44CE-A258-2924E3EB62B5}"/>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81" name="dp44-v5-summary / n15">
            <a:extLst xmlns:a="http://schemas.openxmlformats.org/drawingml/2006/main">
              <a:ext uri="{FF2B5EF4-FFF2-40B4-BE49-F238E27FC236}">
                <a16:creationId xmlns:a16="http://schemas.microsoft.com/office/drawing/2014/main" id="{D8523886-F786-4280-9BAA-6217614F6446}"/>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2" name="dp44-v5-summary / n16">
            <a:extLst xmlns:a="http://schemas.openxmlformats.org/drawingml/2006/main">
              <a:ext uri="{FF2B5EF4-FFF2-40B4-BE49-F238E27FC236}">
                <a16:creationId xmlns:a16="http://schemas.microsoft.com/office/drawing/2014/main" id="{0D20DAF6-984D-4A1B-BB1D-BB45C039925B}"/>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3" name="dp44-v5-summary / n17">
            <a:extLst xmlns:a="http://schemas.openxmlformats.org/drawingml/2006/main">
              <a:ext uri="{FF2B5EF4-FFF2-40B4-BE49-F238E27FC236}">
                <a16:creationId xmlns:a16="http://schemas.microsoft.com/office/drawing/2014/main" id="{7DFFBE34-8135-4DF4-ABB7-21E96135119E}"/>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4" name="dp44-v5-summary / n18">
            <a:extLst xmlns:a="http://schemas.openxmlformats.org/drawingml/2006/main">
              <a:ext uri="{FF2B5EF4-FFF2-40B4-BE49-F238E27FC236}">
                <a16:creationId xmlns:a16="http://schemas.microsoft.com/office/drawing/2014/main" id="{9D7242E7-A55C-45AD-809B-973ECC48AF1C}"/>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285" name="dp44-v5-summary / n19">
            <a:extLst xmlns:a="http://schemas.openxmlformats.org/drawingml/2006/main">
              <a:ext uri="{FF2B5EF4-FFF2-40B4-BE49-F238E27FC236}">
                <a16:creationId xmlns:a16="http://schemas.microsoft.com/office/drawing/2014/main" id="{0B20B4F9-B4D7-4799-A378-34EF876F0CEB}"/>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[후속 규칙과 사건 계약의 수정]</a:t>
            </a:r>
          </a:p>
        </p:txBody>
      </p:sp>
      <p:sp>
        <p:nvSpPr>
          <p:cNvPr id="286" name="dp44-v5-summary / n20">
            <a:extLst xmlns:a="http://schemas.openxmlformats.org/drawingml/2006/main">
              <a:ext uri="{FF2B5EF4-FFF2-40B4-BE49-F238E27FC236}">
                <a16:creationId xmlns:a16="http://schemas.microsoft.com/office/drawing/2014/main" id="{02DD9AE1-1B81-4AD7-B44B-46460400850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[단계와 Join 계약의 실제 수정]</a:t>
            </a:r>
          </a:p>
        </p:txBody>
      </p:sp>
      <p:sp>
        <p:nvSpPr>
          <p:cNvPr id="287" name="dp44-v5-summary / n21">
            <a:extLst xmlns:a="http://schemas.openxmlformats.org/drawingml/2006/main">
              <a:ext uri="{FF2B5EF4-FFF2-40B4-BE49-F238E27FC236}">
                <a16:creationId xmlns:a16="http://schemas.microsoft.com/office/drawing/2014/main" id="{4A9E00F5-C2C1-40AD-9FE1-4A6FD484B09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8" name="dp44-v5-summary / n22">
            <a:extLst xmlns:a="http://schemas.openxmlformats.org/drawingml/2006/main">
              <a:ext uri="{FF2B5EF4-FFF2-40B4-BE49-F238E27FC236}">
                <a16:creationId xmlns:a16="http://schemas.microsoft.com/office/drawing/2014/main" id="{6645C46D-6093-4C7B-A699-2DEE875A295D}"/>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289" name="dp44-v5-summary / n23">
            <a:extLst xmlns:a="http://schemas.openxmlformats.org/drawingml/2006/main">
              <a:ext uri="{FF2B5EF4-FFF2-40B4-BE49-F238E27FC236}">
                <a16:creationId xmlns:a16="http://schemas.microsoft.com/office/drawing/2014/main" id="{05D05CC5-F7F0-4E92-B556-547867D1FE2C}"/>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[중앙 진행 상태와 실행 대기열]</a:t>
            </a:r>
          </a:p>
        </p:txBody>
      </p:sp>
      <p:sp>
        <p:nvSpPr>
          <p:cNvPr id="290" name="dp44-v5-summary / n24">
            <a:extLst xmlns:a="http://schemas.openxmlformats.org/drawingml/2006/main">
              <a:ext uri="{FF2B5EF4-FFF2-40B4-BE49-F238E27FC236}">
                <a16:creationId xmlns:a16="http://schemas.microsoft.com/office/drawing/2014/main" id="{EE88734C-BE42-48B6-A813-62832A7A75DA}"/>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1,840MiB  [window와 credit 및 envelope copy]</a:t>
            </a:r>
          </a:p>
        </p:txBody>
      </p:sp>
      <p:sp>
        <p:nvSpPr>
          <p:cNvPr id="291" name="dp44-v5-summary / n25">
            <a:extLst xmlns:a="http://schemas.openxmlformats.org/drawingml/2006/main">
              <a:ext uri="{FF2B5EF4-FFF2-40B4-BE49-F238E27FC236}">
                <a16:creationId xmlns:a16="http://schemas.microsoft.com/office/drawing/2014/main" id="{177584E4-7C26-43CC-90A5-4D4EE6DB7EA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292" name="dp44-v5-summary / n26">
            <a:extLst xmlns:a="http://schemas.openxmlformats.org/drawingml/2006/main">
              <a:ext uri="{FF2B5EF4-FFF2-40B4-BE49-F238E27FC236}">
                <a16:creationId xmlns:a16="http://schemas.microsoft.com/office/drawing/2014/main" id="{5BFDE993-08F6-4B0B-B415-0A650BFE656C}"/>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26.xml><?xml version="1.0" encoding="utf-8"?>
<p:sld xmlns:p="http://schemas.openxmlformats.org/presentationml/2006/main">
  <p:cSld name="dp44-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4-v5-qa-detail / n1">
            <a:extLst xmlns:a="http://schemas.openxmlformats.org/drawingml/2006/main">
              <a:ext uri="{FF2B5EF4-FFF2-40B4-BE49-F238E27FC236}">
                <a16:creationId xmlns:a16="http://schemas.microsoft.com/office/drawing/2014/main" id="{5BAC7E72-ED38-44C7-8E76-B32CA89F9124}"/>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4-v5-qa-detail / n2">
            <a:extLst xmlns:a="http://schemas.openxmlformats.org/drawingml/2006/main">
              <a:ext uri="{FF2B5EF4-FFF2-40B4-BE49-F238E27FC236}">
                <a16:creationId xmlns:a16="http://schemas.microsoft.com/office/drawing/2014/main" id="{63001A70-052A-40CC-B8E0-2DFCC8B42A07}"/>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평가</a:t>
            </a:r>
          </a:p>
        </p:txBody>
      </p:sp>
      <p:sp>
        <p:nvSpPr>
          <p:cNvPr id="3" name="dp44-v5-qa-detail / n3">
            <a:extLst xmlns:a="http://schemas.openxmlformats.org/drawingml/2006/main">
              <a:ext uri="{FF2B5EF4-FFF2-40B4-BE49-F238E27FC236}">
                <a16:creationId xmlns:a16="http://schemas.microsoft.com/office/drawing/2014/main" id="{3472E015-68DA-4C56-8CC0-BED59432E70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5-qa-detail / n4">
            <a:extLst xmlns:a="http://schemas.openxmlformats.org/drawingml/2006/main">
              <a:ext uri="{FF2B5EF4-FFF2-40B4-BE49-F238E27FC236}">
                <a16:creationId xmlns:a16="http://schemas.microsoft.com/office/drawing/2014/main" id="{C814F336-D42B-477A-A6C8-5D9E41CEE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4-v5-qa-detail / n5">
            <a:extLst xmlns:a="http://schemas.openxmlformats.org/drawingml/2006/main">
              <a:ext uri="{FF2B5EF4-FFF2-40B4-BE49-F238E27FC236}">
                <a16:creationId xmlns:a16="http://schemas.microsoft.com/office/drawing/2014/main" id="{AC82426D-1B2F-4CEB-B69F-53E627A36BA5}"/>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4-v5-qa-detail / n6">
            <a:extLst xmlns:a="http://schemas.openxmlformats.org/drawingml/2006/main">
              <a:ext uri="{FF2B5EF4-FFF2-40B4-BE49-F238E27FC236}">
                <a16:creationId xmlns:a16="http://schemas.microsoft.com/office/drawing/2014/main" id="{C40CC6A5-FDED-47E4-AA8C-A3B591A08822}"/>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4-v5-qa-detail / n7">
            <a:extLst xmlns:a="http://schemas.openxmlformats.org/drawingml/2006/main">
              <a:ext uri="{FF2B5EF4-FFF2-40B4-BE49-F238E27FC236}">
                <a16:creationId xmlns:a16="http://schemas.microsoft.com/office/drawing/2014/main" id="{03AD35FE-CDDB-410B-B736-DF97A8D4ADC2}"/>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4-v5-qa-detail / n8">
            <a:extLst xmlns:a="http://schemas.openxmlformats.org/drawingml/2006/main">
              <a:ext uri="{FF2B5EF4-FFF2-40B4-BE49-F238E27FC236}">
                <a16:creationId xmlns:a16="http://schemas.microsoft.com/office/drawing/2014/main" id="{72862600-3A44-424F-83A0-DE1F0A77FE7D}"/>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9" name="dp44-v5-qa-detail / n9">
            <a:extLst xmlns:a="http://schemas.openxmlformats.org/drawingml/2006/main">
              <a:ext uri="{FF2B5EF4-FFF2-40B4-BE49-F238E27FC236}">
                <a16:creationId xmlns:a16="http://schemas.microsoft.com/office/drawing/2014/main" id="{32F70264-CCF6-4A17-A9F8-33082E6A673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10" name="dp44-v5-qa-detail / n10">
            <a:extLst xmlns:a="http://schemas.openxmlformats.org/drawingml/2006/main">
              <a:ext uri="{FF2B5EF4-FFF2-40B4-BE49-F238E27FC236}">
                <a16:creationId xmlns:a16="http://schemas.microsoft.com/office/drawing/2014/main" id="{0BDB6D1D-40EC-479C-AA81-629C6A2DCD2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4-v5-qa-detail / n11">
            <a:extLst xmlns:a="http://schemas.openxmlformats.org/drawingml/2006/main">
              <a:ext uri="{FF2B5EF4-FFF2-40B4-BE49-F238E27FC236}">
                <a16:creationId xmlns:a16="http://schemas.microsoft.com/office/drawing/2014/main" id="{A58DDFEB-9E24-492E-AC66-D6A939B0534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4-v5-qa-detail / n12">
            <a:extLst xmlns:a="http://schemas.openxmlformats.org/drawingml/2006/main">
              <a:ext uri="{FF2B5EF4-FFF2-40B4-BE49-F238E27FC236}">
                <a16:creationId xmlns:a16="http://schemas.microsoft.com/office/drawing/2014/main" id="{6AC67BEE-7F38-432E-A95F-A94E6BB3D051}"/>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4-v5-qa-detail / n13">
            <a:extLst xmlns:a="http://schemas.openxmlformats.org/drawingml/2006/main">
              <a:ext uri="{FF2B5EF4-FFF2-40B4-BE49-F238E27FC236}">
                <a16:creationId xmlns:a16="http://schemas.microsoft.com/office/drawing/2014/main" id="{65A9B487-E4B7-4E84-AC9B-C3FB9D92E96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4-v5-qa-detail / n14">
            <a:extLst xmlns:a="http://schemas.openxmlformats.org/drawingml/2006/main">
              <a:ext uri="{FF2B5EF4-FFF2-40B4-BE49-F238E27FC236}">
                <a16:creationId xmlns:a16="http://schemas.microsoft.com/office/drawing/2014/main" id="{227A4BBF-2F5E-4210-994C-9135901F1447}"/>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4-v5-qa-detail / n15">
            <a:extLst xmlns:a="http://schemas.openxmlformats.org/drawingml/2006/main">
              <a:ext uri="{FF2B5EF4-FFF2-40B4-BE49-F238E27FC236}">
                <a16:creationId xmlns:a16="http://schemas.microsoft.com/office/drawing/2014/main" id="{4AC3F92B-DE9C-41CC-B827-DB00EE1C53B2}"/>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현재성 검사와 올바른 후속 지시</a:t>
            </a:r>
          </a:p>
        </p:txBody>
      </p:sp>
      <p:sp>
        <p:nvSpPr>
          <p:cNvPr id="16" name="dp44-v5-qa-detail / n16">
            <a:extLst xmlns:a="http://schemas.openxmlformats.org/drawingml/2006/main">
              <a:ext uri="{FF2B5EF4-FFF2-40B4-BE49-F238E27FC236}">
                <a16:creationId xmlns:a16="http://schemas.microsoft.com/office/drawing/2014/main" id="{B92EBD59-ED0E-43A5-A972-F53800C08FA5}"/>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4-v5-qa-detail / n17">
            <a:extLst xmlns:a="http://schemas.openxmlformats.org/drawingml/2006/main">
              <a:ext uri="{FF2B5EF4-FFF2-40B4-BE49-F238E27FC236}">
                <a16:creationId xmlns:a16="http://schemas.microsoft.com/office/drawing/2014/main" id="{6921F257-FBF9-492F-955F-48240C66AD7E}"/>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Join의 현재성 검사</a:t>
            </a:r>
          </a:p>
        </p:txBody>
      </p:sp>
      <p:sp>
        <p:nvSpPr>
          <p:cNvPr id="18" name="dp44-v5-qa-detail / n18">
            <a:extLst xmlns:a="http://schemas.openxmlformats.org/drawingml/2006/main">
              <a:ext uri="{FF2B5EF4-FFF2-40B4-BE49-F238E27FC236}">
                <a16:creationId xmlns:a16="http://schemas.microsoft.com/office/drawing/2014/main" id="{6AFDB98E-18CA-4CD5-A29D-F3088D9E24B1}"/>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4-v5-qa-detail / n19">
            <a:extLst xmlns:a="http://schemas.openxmlformats.org/drawingml/2006/main">
              <a:ext uri="{FF2B5EF4-FFF2-40B4-BE49-F238E27FC236}">
                <a16:creationId xmlns:a16="http://schemas.microsoft.com/office/drawing/2014/main" id="{5DD5D5B4-4285-4B53-9F58-DAA46A6F8256}"/>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4-v5-qa-detail / n20">
            <a:extLst xmlns:a="http://schemas.openxmlformats.org/drawingml/2006/main">
              <a:ext uri="{FF2B5EF4-FFF2-40B4-BE49-F238E27FC236}">
                <a16:creationId xmlns:a16="http://schemas.microsoft.com/office/drawing/2014/main" id="{48D2025D-2671-480F-9536-2E9ECD40344F}"/>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4-v5-qa-detail / n21">
            <a:extLst xmlns:a="http://schemas.openxmlformats.org/drawingml/2006/main">
              <a:ext uri="{FF2B5EF4-FFF2-40B4-BE49-F238E27FC236}">
                <a16:creationId xmlns:a16="http://schemas.microsoft.com/office/drawing/2014/main" id="{9CC2EE3E-A64A-47DE-8EE0-F74C6196482C}"/>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4-v5-qa-detail / n22">
            <a:extLst xmlns:a="http://schemas.openxmlformats.org/drawingml/2006/main">
              <a:ext uri="{FF2B5EF4-FFF2-40B4-BE49-F238E27FC236}">
                <a16:creationId xmlns:a16="http://schemas.microsoft.com/office/drawing/2014/main" id="{58CCD97D-F57F-4BFC-A262-007E103638EE}"/>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4-v5-qa-detail / n23">
            <a:extLst xmlns:a="http://schemas.openxmlformats.org/drawingml/2006/main">
              <a:ext uri="{FF2B5EF4-FFF2-40B4-BE49-F238E27FC236}">
                <a16:creationId xmlns:a16="http://schemas.microsoft.com/office/drawing/2014/main" id="{864118FF-53D1-42B2-B733-8ACC47A0F0DA}"/>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4-v5-qa-detail / n24">
            <a:extLst xmlns:a="http://schemas.openxmlformats.org/drawingml/2006/main">
              <a:ext uri="{FF2B5EF4-FFF2-40B4-BE49-F238E27FC236}">
                <a16:creationId xmlns:a16="http://schemas.microsoft.com/office/drawing/2014/main" id="{055EF714-8A2A-4475-8CBE-76BE9499913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4-v5-qa-detail / n25">
            <a:extLst xmlns:a="http://schemas.openxmlformats.org/drawingml/2006/main">
              <a:ext uri="{FF2B5EF4-FFF2-40B4-BE49-F238E27FC236}">
                <a16:creationId xmlns:a16="http://schemas.microsoft.com/office/drawing/2014/main" id="{3B475389-17AA-442A-A6E9-495788561581}"/>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queue와 회수 대기</a:t>
            </a:r>
          </a:p>
        </p:txBody>
      </p:sp>
      <p:sp>
        <p:nvSpPr>
          <p:cNvPr id="26" name="dp44-v5-qa-detail / n26">
            <a:extLst xmlns:a="http://schemas.openxmlformats.org/drawingml/2006/main">
              <a:ext uri="{FF2B5EF4-FFF2-40B4-BE49-F238E27FC236}">
                <a16:creationId xmlns:a16="http://schemas.microsoft.com/office/drawing/2014/main" id="{BC5D581A-0674-4918-B680-4BBDAE40A7F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4-v5-qa-detail / n27">
            <a:extLst xmlns:a="http://schemas.openxmlformats.org/drawingml/2006/main">
              <a:ext uri="{FF2B5EF4-FFF2-40B4-BE49-F238E27FC236}">
                <a16:creationId xmlns:a16="http://schemas.microsoft.com/office/drawing/2014/main" id="{7EE33099-6F3C-4251-B479-AA841A816EF7}"/>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credit와 Stage 및 Join 대기</a:t>
            </a:r>
          </a:p>
        </p:txBody>
      </p:sp>
      <p:sp>
        <p:nvSpPr>
          <p:cNvPr id="28" name="dp44-v5-qa-detail / n28">
            <a:extLst xmlns:a="http://schemas.openxmlformats.org/drawingml/2006/main">
              <a:ext uri="{FF2B5EF4-FFF2-40B4-BE49-F238E27FC236}">
                <a16:creationId xmlns:a16="http://schemas.microsoft.com/office/drawing/2014/main" id="{C95AED90-22CD-46D4-BDDA-670678D9854A}"/>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4-v5-qa-detail / n29">
            <a:extLst xmlns:a="http://schemas.openxmlformats.org/drawingml/2006/main">
              <a:ext uri="{FF2B5EF4-FFF2-40B4-BE49-F238E27FC236}">
                <a16:creationId xmlns:a16="http://schemas.microsoft.com/office/drawing/2014/main" id="{ECFDE78C-A74F-4E9A-AD5E-B2E862DC8DA6}"/>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4-v5-qa-detail / n30">
            <a:extLst xmlns:a="http://schemas.openxmlformats.org/drawingml/2006/main">
              <a:ext uri="{FF2B5EF4-FFF2-40B4-BE49-F238E27FC236}">
                <a16:creationId xmlns:a16="http://schemas.microsoft.com/office/drawing/2014/main" id="{425B0040-F664-44A3-AADE-641AFDE5824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4-v5-qa-detail / n31">
            <a:extLst xmlns:a="http://schemas.openxmlformats.org/drawingml/2006/main">
              <a:ext uri="{FF2B5EF4-FFF2-40B4-BE49-F238E27FC236}">
                <a16:creationId xmlns:a16="http://schemas.microsoft.com/office/drawing/2014/main" id="{E40D985F-900F-4FAA-9EFE-BA627AD7BF5C}"/>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4-v5-qa-detail / n32">
            <a:extLst xmlns:a="http://schemas.openxmlformats.org/drawingml/2006/main">
              <a:ext uri="{FF2B5EF4-FFF2-40B4-BE49-F238E27FC236}">
                <a16:creationId xmlns:a16="http://schemas.microsoft.com/office/drawing/2014/main" id="{FF113011-6473-4949-9CD0-313FD50BC33F}"/>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4-v5-qa-detail / n33">
            <a:extLst xmlns:a="http://schemas.openxmlformats.org/drawingml/2006/main">
              <a:ext uri="{FF2B5EF4-FFF2-40B4-BE49-F238E27FC236}">
                <a16:creationId xmlns:a16="http://schemas.microsoft.com/office/drawing/2014/main" id="{44ED9A88-6535-4143-B3C7-AA6D58E1A53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4-v5-qa-detail / n34">
            <a:extLst xmlns:a="http://schemas.openxmlformats.org/drawingml/2006/main">
              <a:ext uri="{FF2B5EF4-FFF2-40B4-BE49-F238E27FC236}">
                <a16:creationId xmlns:a16="http://schemas.microsoft.com/office/drawing/2014/main" id="{D2232C35-39C3-462F-BD49-1EDD80B65EA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4-v5-qa-detail / n35">
            <a:extLst xmlns:a="http://schemas.openxmlformats.org/drawingml/2006/main">
              <a:ext uri="{FF2B5EF4-FFF2-40B4-BE49-F238E27FC236}">
                <a16:creationId xmlns:a16="http://schemas.microsoft.com/office/drawing/2014/main" id="{67133127-2F03-42E4-B317-B5FF9619EED8}"/>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완료 회수와 다음 실행의 연결</a:t>
            </a:r>
          </a:p>
        </p:txBody>
      </p:sp>
      <p:sp>
        <p:nvSpPr>
          <p:cNvPr id="36" name="dp44-v5-qa-detail / n36">
            <a:extLst xmlns:a="http://schemas.openxmlformats.org/drawingml/2006/main">
              <a:ext uri="{FF2B5EF4-FFF2-40B4-BE49-F238E27FC236}">
                <a16:creationId xmlns:a16="http://schemas.microsoft.com/office/drawing/2014/main" id="{1E3FDE92-3F0A-4FAB-BADC-C4679AD9D22C}"/>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4-v5-qa-detail / n37">
            <a:extLst xmlns:a="http://schemas.openxmlformats.org/drawingml/2006/main">
              <a:ext uri="{FF2B5EF4-FFF2-40B4-BE49-F238E27FC236}">
                <a16:creationId xmlns:a16="http://schemas.microsoft.com/office/drawing/2014/main" id="{F0FB1C53-1031-49C9-8671-B39B79C2C454}"/>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Stage 활성화와 publication Join</a:t>
            </a:r>
          </a:p>
        </p:txBody>
      </p:sp>
      <p:sp>
        <p:nvSpPr>
          <p:cNvPr id="38" name="dp44-v5-qa-detail / n38">
            <a:extLst xmlns:a="http://schemas.openxmlformats.org/drawingml/2006/main">
              <a:ext uri="{FF2B5EF4-FFF2-40B4-BE49-F238E27FC236}">
                <a16:creationId xmlns:a16="http://schemas.microsoft.com/office/drawing/2014/main" id="{83064FC9-B1DC-496E-AD5C-2EF64B4466AD}"/>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4-v5-qa-detail / n39">
            <a:extLst xmlns:a="http://schemas.openxmlformats.org/drawingml/2006/main">
              <a:ext uri="{FF2B5EF4-FFF2-40B4-BE49-F238E27FC236}">
                <a16:creationId xmlns:a16="http://schemas.microsoft.com/office/drawing/2014/main" id="{C870FBA8-AFFE-48D9-B660-CAAD9A0F853D}"/>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4-v5-qa-detail / n40">
            <a:extLst xmlns:a="http://schemas.openxmlformats.org/drawingml/2006/main">
              <a:ext uri="{FF2B5EF4-FFF2-40B4-BE49-F238E27FC236}">
                <a16:creationId xmlns:a16="http://schemas.microsoft.com/office/drawing/2014/main" id="{394BB954-926C-4424-B51B-37DC545E8E8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4-v5-qa-detail / n41">
            <a:extLst xmlns:a="http://schemas.openxmlformats.org/drawingml/2006/main">
              <a:ext uri="{FF2B5EF4-FFF2-40B4-BE49-F238E27FC236}">
                <a16:creationId xmlns:a16="http://schemas.microsoft.com/office/drawing/2014/main" id="{AF064DF1-59A5-43E8-870D-A639363803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4-v5-qa-detail / n42">
            <a:extLst xmlns:a="http://schemas.openxmlformats.org/drawingml/2006/main">
              <a:ext uri="{FF2B5EF4-FFF2-40B4-BE49-F238E27FC236}">
                <a16:creationId xmlns:a16="http://schemas.microsoft.com/office/drawing/2014/main" id="{7CF1F32A-1EEF-4101-81F1-61D39F4D44C2}"/>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4-v5-qa-detail / n43">
            <a:extLst xmlns:a="http://schemas.openxmlformats.org/drawingml/2006/main">
              <a:ext uri="{FF2B5EF4-FFF2-40B4-BE49-F238E27FC236}">
                <a16:creationId xmlns:a16="http://schemas.microsoft.com/office/drawing/2014/main" id="{FF2309D1-D690-45E0-BA4F-F541524AFF45}"/>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4-v5-qa-detail / n44">
            <a:extLst xmlns:a="http://schemas.openxmlformats.org/drawingml/2006/main">
              <a:ext uri="{FF2B5EF4-FFF2-40B4-BE49-F238E27FC236}">
                <a16:creationId xmlns:a16="http://schemas.microsoft.com/office/drawing/2014/main" id="{E7F99501-E2EC-4A65-8257-10074B011AB7}"/>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4-v5-qa-detail / n45">
            <a:extLst xmlns:a="http://schemas.openxmlformats.org/drawingml/2006/main">
              <a:ext uri="{FF2B5EF4-FFF2-40B4-BE49-F238E27FC236}">
                <a16:creationId xmlns:a16="http://schemas.microsoft.com/office/drawing/2014/main" id="{C8FC41FD-08BF-4EC6-BD7C-1915CA2E1B2F}"/>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6" name="dp44-v5-qa-detail / n46">
            <a:extLst xmlns:a="http://schemas.openxmlformats.org/drawingml/2006/main">
              <a:ext uri="{FF2B5EF4-FFF2-40B4-BE49-F238E27FC236}">
                <a16:creationId xmlns:a16="http://schemas.microsoft.com/office/drawing/2014/main" id="{77E8946B-A3D4-4A8C-A9E2-FEDCC67915BA}"/>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4-v5-qa-detail / n47">
            <a:extLst xmlns:a="http://schemas.openxmlformats.org/drawingml/2006/main">
              <a:ext uri="{FF2B5EF4-FFF2-40B4-BE49-F238E27FC236}">
                <a16:creationId xmlns:a16="http://schemas.microsoft.com/office/drawing/2014/main" id="{10D1417A-1F33-46AA-BFD6-318ADE209AE1}"/>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8" name="dp44-v5-qa-detail / n48">
            <a:extLst xmlns:a="http://schemas.openxmlformats.org/drawingml/2006/main">
              <a:ext uri="{FF2B5EF4-FFF2-40B4-BE49-F238E27FC236}">
                <a16:creationId xmlns:a16="http://schemas.microsoft.com/office/drawing/2014/main" id="{EED160D1-2ED7-4562-92BD-A3BC1CF7DD85}"/>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4-v5-qa-detail / n49">
            <a:extLst xmlns:a="http://schemas.openxmlformats.org/drawingml/2006/main">
              <a:ext uri="{FF2B5EF4-FFF2-40B4-BE49-F238E27FC236}">
                <a16:creationId xmlns:a16="http://schemas.microsoft.com/office/drawing/2014/main" id="{43683345-A2D1-4B96-9C61-0C96483ECFE5}"/>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4-v5-qa-detail / n50">
            <a:extLst xmlns:a="http://schemas.openxmlformats.org/drawingml/2006/main">
              <a:ext uri="{FF2B5EF4-FFF2-40B4-BE49-F238E27FC236}">
                <a16:creationId xmlns:a16="http://schemas.microsoft.com/office/drawing/2014/main" id="{C56445F0-A320-45C7-8BBC-E1E490418423}"/>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4-v5-qa-detail / n51">
            <a:extLst xmlns:a="http://schemas.openxmlformats.org/drawingml/2006/main">
              <a:ext uri="{FF2B5EF4-FFF2-40B4-BE49-F238E27FC236}">
                <a16:creationId xmlns:a16="http://schemas.microsoft.com/office/drawing/2014/main" id="{C61037A0-CB34-4CA5-862F-253A8E4728B4}"/>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4-v5-qa-detail / n52">
            <a:extLst xmlns:a="http://schemas.openxmlformats.org/drawingml/2006/main">
              <a:ext uri="{FF2B5EF4-FFF2-40B4-BE49-F238E27FC236}">
                <a16:creationId xmlns:a16="http://schemas.microsoft.com/office/drawing/2014/main" id="{83DBD071-5C67-4FAE-98AA-5151D76DABD8}"/>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4-v5-qa-detail / n53">
            <a:extLst xmlns:a="http://schemas.openxmlformats.org/drawingml/2006/main">
              <a:ext uri="{FF2B5EF4-FFF2-40B4-BE49-F238E27FC236}">
                <a16:creationId xmlns:a16="http://schemas.microsoft.com/office/drawing/2014/main" id="{D6F7F2FF-5C06-455C-9F74-BB6007208EDF}"/>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4-v5-qa-detail / n54">
            <a:extLst xmlns:a="http://schemas.openxmlformats.org/drawingml/2006/main">
              <a:ext uri="{FF2B5EF4-FFF2-40B4-BE49-F238E27FC236}">
                <a16:creationId xmlns:a16="http://schemas.microsoft.com/office/drawing/2014/main" id="{1EECA6AD-0410-4E9C-B19F-E67898735CF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4-v5-qa-detail / n55">
            <a:extLst xmlns:a="http://schemas.openxmlformats.org/drawingml/2006/main">
              <a:ext uri="{FF2B5EF4-FFF2-40B4-BE49-F238E27FC236}">
                <a16:creationId xmlns:a16="http://schemas.microsoft.com/office/drawing/2014/main" id="{57FBBC1A-A0FD-4A8B-826B-BEFE7008E21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후속 규칙과 사건 계약의 수정</a:t>
            </a:r>
          </a:p>
        </p:txBody>
      </p:sp>
      <p:sp>
        <p:nvSpPr>
          <p:cNvPr id="56" name="dp44-v5-qa-detail / n56">
            <a:extLst xmlns:a="http://schemas.openxmlformats.org/drawingml/2006/main">
              <a:ext uri="{FF2B5EF4-FFF2-40B4-BE49-F238E27FC236}">
                <a16:creationId xmlns:a16="http://schemas.microsoft.com/office/drawing/2014/main" id="{A0824304-FB74-4A6D-8F36-4A113DACD205}"/>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4-v5-qa-detail / n57">
            <a:extLst xmlns:a="http://schemas.openxmlformats.org/drawingml/2006/main">
              <a:ext uri="{FF2B5EF4-FFF2-40B4-BE49-F238E27FC236}">
                <a16:creationId xmlns:a16="http://schemas.microsoft.com/office/drawing/2014/main" id="{F6F3FF26-0042-4987-9F40-9B5F80C2D03F}"/>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단계와 Join 계약의 실제 수정</a:t>
            </a:r>
          </a:p>
        </p:txBody>
      </p:sp>
      <p:sp>
        <p:nvSpPr>
          <p:cNvPr id="58" name="dp44-v5-qa-detail / n58">
            <a:extLst xmlns:a="http://schemas.openxmlformats.org/drawingml/2006/main">
              <a:ext uri="{FF2B5EF4-FFF2-40B4-BE49-F238E27FC236}">
                <a16:creationId xmlns:a16="http://schemas.microsoft.com/office/drawing/2014/main" id="{968EF13F-A449-46D4-B942-EB7A5EB64339}"/>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4-v5-qa-detail / n59">
            <a:extLst xmlns:a="http://schemas.openxmlformats.org/drawingml/2006/main">
              <a:ext uri="{FF2B5EF4-FFF2-40B4-BE49-F238E27FC236}">
                <a16:creationId xmlns:a16="http://schemas.microsoft.com/office/drawing/2014/main" id="{402D16F0-CD62-4213-B715-454B213CFB56}"/>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4-v5-qa-detail / n60">
            <a:extLst xmlns:a="http://schemas.openxmlformats.org/drawingml/2006/main">
              <a:ext uri="{FF2B5EF4-FFF2-40B4-BE49-F238E27FC236}">
                <a16:creationId xmlns:a16="http://schemas.microsoft.com/office/drawing/2014/main" id="{B64C6C79-6BAD-45B4-BB1A-722F584A8A44}"/>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4-v5-qa-detail / n61">
            <a:extLst xmlns:a="http://schemas.openxmlformats.org/drawingml/2006/main">
              <a:ext uri="{FF2B5EF4-FFF2-40B4-BE49-F238E27FC236}">
                <a16:creationId xmlns:a16="http://schemas.microsoft.com/office/drawing/2014/main" id="{B315C34C-AB6E-46FF-ADEB-5C0F6DCC2B7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4-v5-qa-detail / n62">
            <a:extLst xmlns:a="http://schemas.openxmlformats.org/drawingml/2006/main">
              <a:ext uri="{FF2B5EF4-FFF2-40B4-BE49-F238E27FC236}">
                <a16:creationId xmlns:a16="http://schemas.microsoft.com/office/drawing/2014/main" id="{DAD95C97-1F78-48E9-A471-CF8A5133B930}"/>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4-v5-qa-detail / n63">
            <a:extLst xmlns:a="http://schemas.openxmlformats.org/drawingml/2006/main">
              <a:ext uri="{FF2B5EF4-FFF2-40B4-BE49-F238E27FC236}">
                <a16:creationId xmlns:a16="http://schemas.microsoft.com/office/drawing/2014/main" id="{E144F5B2-41E5-4E6C-B4A4-3EFAB717852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4-v5-qa-detail / n64">
            <a:extLst xmlns:a="http://schemas.openxmlformats.org/drawingml/2006/main">
              <a:ext uri="{FF2B5EF4-FFF2-40B4-BE49-F238E27FC236}">
                <a16:creationId xmlns:a16="http://schemas.microsoft.com/office/drawing/2014/main" id="{136530F9-0296-4EE8-9FF0-1E7B690B7554}"/>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4-v5-qa-detail / n65">
            <a:extLst xmlns:a="http://schemas.openxmlformats.org/drawingml/2006/main">
              <a:ext uri="{FF2B5EF4-FFF2-40B4-BE49-F238E27FC236}">
                <a16:creationId xmlns:a16="http://schemas.microsoft.com/office/drawing/2014/main" id="{8F66B9A2-DC05-41E1-97DF-8DE013A563C1}"/>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진행 상태와 실행 대기열</a:t>
            </a:r>
          </a:p>
        </p:txBody>
      </p:sp>
      <p:sp>
        <p:nvSpPr>
          <p:cNvPr id="66" name="dp44-v5-qa-detail / n66">
            <a:extLst xmlns:a="http://schemas.openxmlformats.org/drawingml/2006/main">
              <a:ext uri="{FF2B5EF4-FFF2-40B4-BE49-F238E27FC236}">
                <a16:creationId xmlns:a16="http://schemas.microsoft.com/office/drawing/2014/main" id="{EA7F0B05-6A33-4BD1-99C5-44C0F2F2E997}"/>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1,840MiB (가정)</a:t>
            </a:r>
          </a:p>
        </p:txBody>
      </p:sp>
      <p:sp>
        <p:nvSpPr>
          <p:cNvPr id="67" name="dp44-v5-qa-detail / n67">
            <a:extLst xmlns:a="http://schemas.openxmlformats.org/drawingml/2006/main">
              <a:ext uri="{FF2B5EF4-FFF2-40B4-BE49-F238E27FC236}">
                <a16:creationId xmlns:a16="http://schemas.microsoft.com/office/drawing/2014/main" id="{646B2835-2040-4B40-812E-006606674C8A}"/>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credit 및 envelope copy</a:t>
            </a:r>
          </a:p>
        </p:txBody>
      </p:sp>
      <p:sp>
        <p:nvSpPr>
          <p:cNvPr id="68" name="dp44-v5-qa-detail / n68">
            <a:extLst xmlns:a="http://schemas.openxmlformats.org/drawingml/2006/main">
              <a:ext uri="{FF2B5EF4-FFF2-40B4-BE49-F238E27FC236}">
                <a16:creationId xmlns:a16="http://schemas.microsoft.com/office/drawing/2014/main" id="{F21BC9E9-1F2D-42A1-9975-C0F6781A0F23}"/>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4-v5-qa-detail / n69">
            <a:extLst xmlns:a="http://schemas.openxmlformats.org/drawingml/2006/main">
              <a:ext uri="{FF2B5EF4-FFF2-40B4-BE49-F238E27FC236}">
                <a16:creationId xmlns:a16="http://schemas.microsoft.com/office/drawing/2014/main" id="{526B1B18-E4CA-4CB2-974F-1A97A9F23048}"/>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4-v5-qa-detail / n70">
            <a:extLst xmlns:a="http://schemas.openxmlformats.org/drawingml/2006/main">
              <a:ext uri="{FF2B5EF4-FFF2-40B4-BE49-F238E27FC236}">
                <a16:creationId xmlns:a16="http://schemas.microsoft.com/office/drawing/2014/main" id="{14FBD837-90A8-43C0-B4A3-E1E75CAE30D8}"/>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4-v5-qa-detail / n71">
            <a:extLst xmlns:a="http://schemas.openxmlformats.org/drawingml/2006/main">
              <a:ext uri="{FF2B5EF4-FFF2-40B4-BE49-F238E27FC236}">
                <a16:creationId xmlns:a16="http://schemas.microsoft.com/office/drawing/2014/main" id="{CC4B4C12-48F8-4BE9-914F-2C44A6178E0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4-v5-qa-detail / n72">
            <a:extLst xmlns:a="http://schemas.openxmlformats.org/drawingml/2006/main">
              <a:ext uri="{FF2B5EF4-FFF2-40B4-BE49-F238E27FC236}">
                <a16:creationId xmlns:a16="http://schemas.microsoft.com/office/drawing/2014/main" id="{86CFD645-9475-48E1-B2A6-0FBC774FC731}"/>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4-v5-qa-detail / n73">
            <a:extLst xmlns:a="http://schemas.openxmlformats.org/drawingml/2006/main">
              <a:ext uri="{FF2B5EF4-FFF2-40B4-BE49-F238E27FC236}">
                <a16:creationId xmlns:a16="http://schemas.microsoft.com/office/drawing/2014/main" id="{9D95C4F9-C664-4BA8-BD37-8EEF0ED074AF}"/>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4-v5-qa-detail / n74">
            <a:extLst xmlns:a="http://schemas.openxmlformats.org/drawingml/2006/main">
              <a:ext uri="{FF2B5EF4-FFF2-40B4-BE49-F238E27FC236}">
                <a16:creationId xmlns:a16="http://schemas.microsoft.com/office/drawing/2014/main" id="{2AEB324B-541D-46D1-9618-D7A966618EA4}"/>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S5-04: 전이 6회 A 0.060초 / B 0.050초. 실제 queue와 음성 차례 비용은 별도다.</a:t>
            </a:r>
          </a:p>
        </p:txBody>
      </p:sp>
      <p:sp>
        <p:nvSpPr>
          <p:cNvPr id="75" name="dp44-v5-qa-detail / n75">
            <a:extLst xmlns:a="http://schemas.openxmlformats.org/drawingml/2006/main">
              <a:ext uri="{FF2B5EF4-FFF2-40B4-BE49-F238E27FC236}">
                <a16:creationId xmlns:a16="http://schemas.microsoft.com/office/drawing/2014/main" id="{0F507A23-01EC-4E13-B9C8-8B3AD9FE1FDF}"/>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4-v5-qa-detail / n76">
            <a:extLst xmlns:a="http://schemas.openxmlformats.org/drawingml/2006/main">
              <a:ext uri="{FF2B5EF4-FFF2-40B4-BE49-F238E27FC236}">
                <a16:creationId xmlns:a16="http://schemas.microsoft.com/office/drawing/2014/main" id="{49B1163A-09C3-4F87-8F61-D810D0719FE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28.xml><?xml version="1.0" encoding="utf-8"?>
<p:sld xmlns:p="http://schemas.openxmlformats.org/presentationml/2006/main">
  <p:cSld name="dp45-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5-summary / n1">
            <a:extLst xmlns:a="http://schemas.openxmlformats.org/drawingml/2006/main">
              <a:ext uri="{FF2B5EF4-FFF2-40B4-BE49-F238E27FC236}">
                <a16:creationId xmlns:a16="http://schemas.microsoft.com/office/drawing/2014/main" id="{D4EA064B-9BAC-4B2A-B125-2DDCCF109C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5-summary / n2">
            <a:extLst xmlns:a="http://schemas.openxmlformats.org/drawingml/2006/main">
              <a:ext uri="{FF2B5EF4-FFF2-40B4-BE49-F238E27FC236}">
                <a16:creationId xmlns:a16="http://schemas.microsoft.com/office/drawing/2014/main" id="{FFA8F87D-763B-471A-A92D-3A54F041D436}"/>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5-summary / n3">
            <a:extLst xmlns:a="http://schemas.openxmlformats.org/drawingml/2006/main">
              <a:ext uri="{FF2B5EF4-FFF2-40B4-BE49-F238E27FC236}">
                <a16:creationId xmlns:a16="http://schemas.microsoft.com/office/drawing/2014/main" id="{9D202C4B-925F-4FEA-963F-EED87566F99E}"/>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[원문과 유효 cache의 조건 보존]</a:t>
            </a:r>
          </a:p>
        </p:txBody>
      </p:sp>
      <p:sp>
        <p:nvSpPr>
          <p:cNvPr id="308" name="dp45-v5-summary / n4">
            <a:extLst xmlns:a="http://schemas.openxmlformats.org/drawingml/2006/main">
              <a:ext uri="{FF2B5EF4-FFF2-40B4-BE49-F238E27FC236}">
                <a16:creationId xmlns:a16="http://schemas.microsoft.com/office/drawing/2014/main" id="{5E3F5AC9-9EF1-4891-AD86-8C546E5C94C2}"/>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[게시 관계의 coverage와 예외 보존]</a:t>
            </a:r>
          </a:p>
        </p:txBody>
      </p:sp>
      <p:sp>
        <p:nvSpPr>
          <p:cNvPr id="309" name="dp45-v5-summary / n5">
            <a:extLst xmlns:a="http://schemas.openxmlformats.org/drawingml/2006/main">
              <a:ext uri="{FF2B5EF4-FFF2-40B4-BE49-F238E27FC236}">
                <a16:creationId xmlns:a16="http://schemas.microsoft.com/office/drawing/2014/main" id="{411ED8AC-EA95-4B8D-B0BE-E0286E14D2A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0" name="dp45-v5-summary / n6">
            <a:extLst xmlns:a="http://schemas.openxmlformats.org/drawingml/2006/main">
              <a:ext uri="{FF2B5EF4-FFF2-40B4-BE49-F238E27FC236}">
                <a16:creationId xmlns:a16="http://schemas.microsoft.com/office/drawing/2014/main" id="{AC17D3EF-C50C-4227-9D39-7CD47822E2E5}"/>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1" name="dp45-v5-summary / n7">
            <a:extLst xmlns:a="http://schemas.openxmlformats.org/drawingml/2006/main">
              <a:ext uri="{FF2B5EF4-FFF2-40B4-BE49-F238E27FC236}">
                <a16:creationId xmlns:a16="http://schemas.microsoft.com/office/drawing/2014/main" id="{3B059090-DF17-4BC2-AC58-0994D0CC0736}"/>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[최초 조합과 재사용 cache 대기]</a:t>
            </a:r>
          </a:p>
        </p:txBody>
      </p:sp>
      <p:sp>
        <p:nvSpPr>
          <p:cNvPr id="312" name="dp45-v5-summary / n8">
            <a:extLst xmlns:a="http://schemas.openxmlformats.org/drawingml/2006/main">
              <a:ext uri="{FF2B5EF4-FFF2-40B4-BE49-F238E27FC236}">
                <a16:creationId xmlns:a16="http://schemas.microsoft.com/office/drawing/2014/main" id="{35F96B96-DDB9-4142-A123-91596EB921CE}"/>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[준비된 조회와 미게시 backfill 대기]</a:t>
            </a:r>
          </a:p>
        </p:txBody>
      </p:sp>
      <p:sp>
        <p:nvSpPr>
          <p:cNvPr id="313" name="dp45-v5-summary / n9">
            <a:extLst xmlns:a="http://schemas.openxmlformats.org/drawingml/2006/main">
              <a:ext uri="{FF2B5EF4-FFF2-40B4-BE49-F238E27FC236}">
                <a16:creationId xmlns:a16="http://schemas.microsoft.com/office/drawing/2014/main" id="{CA05DA6A-8F2E-48A1-B9C5-96E60DA0AB1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4" name="dp45-v5-summary / n10">
            <a:extLst xmlns:a="http://schemas.openxmlformats.org/drawingml/2006/main">
              <a:ext uri="{FF2B5EF4-FFF2-40B4-BE49-F238E27FC236}">
                <a16:creationId xmlns:a16="http://schemas.microsoft.com/office/drawing/2014/main" id="{CD241364-3072-426B-925C-5FA99D4DF722}"/>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5" name="dp45-v5-summary / n11">
            <a:extLst xmlns:a="http://schemas.openxmlformats.org/drawingml/2006/main">
              <a:ext uri="{FF2B5EF4-FFF2-40B4-BE49-F238E27FC236}">
                <a16:creationId xmlns:a16="http://schemas.microsoft.com/office/drawing/2014/main" id="{912AD28A-7C0A-4AF7-A851-01CAC5CF3A13}"/>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[첫 사용과 반복 및 갱신 후 조합]</a:t>
            </a:r>
          </a:p>
        </p:txBody>
      </p:sp>
      <p:sp>
        <p:nvSpPr>
          <p:cNvPr id="316" name="dp45-v5-summary / n12">
            <a:extLst xmlns:a="http://schemas.openxmlformats.org/drawingml/2006/main">
              <a:ext uri="{FF2B5EF4-FFF2-40B4-BE49-F238E27FC236}">
                <a16:creationId xmlns:a16="http://schemas.microsoft.com/office/drawing/2014/main" id="{F54913EB-9767-4B28-8C6D-E497B651A2A8}"/>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[조회와 원문검증 및 동기 backfill]</a:t>
            </a:r>
          </a:p>
        </p:txBody>
      </p:sp>
      <p:sp>
        <p:nvSpPr>
          <p:cNvPr id="317" name="dp45-v5-summary / n13">
            <a:extLst xmlns:a="http://schemas.openxmlformats.org/drawingml/2006/main">
              <a:ext uri="{FF2B5EF4-FFF2-40B4-BE49-F238E27FC236}">
                <a16:creationId xmlns:a16="http://schemas.microsoft.com/office/drawing/2014/main" id="{8909F820-D94F-479F-A14A-CCEE4E74CBA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5-v5-summary / n14">
            <a:extLst xmlns:a="http://schemas.openxmlformats.org/drawingml/2006/main">
              <a:ext uri="{FF2B5EF4-FFF2-40B4-BE49-F238E27FC236}">
                <a16:creationId xmlns:a16="http://schemas.microsoft.com/office/drawing/2014/main" id="{091DA110-8769-488C-BBA1-A025AD712D7D}"/>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19" name="dp45-v5-summary / n15">
            <a:extLst xmlns:a="http://schemas.openxmlformats.org/drawingml/2006/main">
              <a:ext uri="{FF2B5EF4-FFF2-40B4-BE49-F238E27FC236}">
                <a16:creationId xmlns:a16="http://schemas.microsoft.com/office/drawing/2014/main" id="{B6584A14-E021-4BA9-9BE6-36C43B8B005B}"/>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[cache miss와 실제 추가 해석 청구]</a:t>
            </a:r>
          </a:p>
        </p:txBody>
      </p:sp>
      <p:sp>
        <p:nvSpPr>
          <p:cNvPr id="320" name="dp45-v5-summary / n16">
            <a:extLst xmlns:a="http://schemas.openxmlformats.org/drawingml/2006/main">
              <a:ext uri="{FF2B5EF4-FFF2-40B4-BE49-F238E27FC236}">
                <a16:creationId xmlns:a16="http://schemas.microsoft.com/office/drawing/2014/main" id="{241DDEEC-DFE1-40F9-8097-A2ED77EDB0A5}"/>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[초기와 미사용 갱신 및 철회 청구]</a:t>
            </a:r>
          </a:p>
        </p:txBody>
      </p:sp>
      <p:sp>
        <p:nvSpPr>
          <p:cNvPr id="321" name="dp45-v5-summary / n17">
            <a:extLst xmlns:a="http://schemas.openxmlformats.org/drawingml/2006/main">
              <a:ext uri="{FF2B5EF4-FFF2-40B4-BE49-F238E27FC236}">
                <a16:creationId xmlns:a16="http://schemas.microsoft.com/office/drawing/2014/main" id="{5AE138C9-DD16-4263-9A78-C31D74554EF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2" name="dp45-v5-summary / n18">
            <a:extLst xmlns:a="http://schemas.openxmlformats.org/drawingml/2006/main">
              <a:ext uri="{FF2B5EF4-FFF2-40B4-BE49-F238E27FC236}">
                <a16:creationId xmlns:a16="http://schemas.microsoft.com/office/drawing/2014/main" id="{BB50C27A-0F16-4269-839E-93438EE068B8}"/>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23" name="dp45-v5-summary / n19">
            <a:extLst xmlns:a="http://schemas.openxmlformats.org/drawingml/2006/main">
              <a:ext uri="{FF2B5EF4-FFF2-40B4-BE49-F238E27FC236}">
                <a16:creationId xmlns:a16="http://schemas.microsoft.com/office/drawing/2014/main" id="{58EC372C-B508-4815-96B1-020147887448}"/>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[조합과 cache의 철회 처리 수정]</a:t>
            </a:r>
          </a:p>
        </p:txBody>
      </p:sp>
      <p:sp>
        <p:nvSpPr>
          <p:cNvPr id="324" name="dp45-v5-summary / n20">
            <a:extLst xmlns:a="http://schemas.openxmlformats.org/drawingml/2006/main">
              <a:ext uri="{FF2B5EF4-FFF2-40B4-BE49-F238E27FC236}">
                <a16:creationId xmlns:a16="http://schemas.microsoft.com/office/drawing/2014/main" id="{04D46C24-52F1-4A14-8253-FBCC08355924}"/>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[생산자와 조회자의 철회 처리 수정]</a:t>
            </a:r>
          </a:p>
        </p:txBody>
      </p:sp>
      <p:sp>
        <p:nvSpPr>
          <p:cNvPr id="325" name="dp45-v5-summary / n21">
            <a:extLst xmlns:a="http://schemas.openxmlformats.org/drawingml/2006/main">
              <a:ext uri="{FF2B5EF4-FFF2-40B4-BE49-F238E27FC236}">
                <a16:creationId xmlns:a16="http://schemas.microsoft.com/office/drawing/2014/main" id="{D2739DC9-D644-4B55-8255-B374E0A1561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6" name="dp45-v5-summary / n22">
            <a:extLst xmlns:a="http://schemas.openxmlformats.org/drawingml/2006/main">
              <a:ext uri="{FF2B5EF4-FFF2-40B4-BE49-F238E27FC236}">
                <a16:creationId xmlns:a16="http://schemas.microsoft.com/office/drawing/2014/main" id="{90D65D04-063D-43D0-A21E-5802A3974B34}"/>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7" name="dp45-v5-summary / n23">
            <a:extLst xmlns:a="http://schemas.openxmlformats.org/drawingml/2006/main">
              <a:ext uri="{FF2B5EF4-FFF2-40B4-BE49-F238E27FC236}">
                <a16:creationId xmlns:a16="http://schemas.microsoft.com/office/drawing/2014/main" id="{0BB912E4-A139-46F0-894F-323C22346319}"/>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[원문 Context와 선택 cache]</a:t>
            </a:r>
          </a:p>
        </p:txBody>
      </p:sp>
      <p:sp>
        <p:nvSpPr>
          <p:cNvPr id="328" name="dp45-v5-summary / n24">
            <a:extLst xmlns:a="http://schemas.openxmlformats.org/drawingml/2006/main">
              <a:ext uri="{FF2B5EF4-FFF2-40B4-BE49-F238E27FC236}">
                <a16:creationId xmlns:a16="http://schemas.microsoft.com/office/drawing/2014/main" id="{00FA2D21-AB7D-451B-B33B-3AF7BB7E297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1,920MiB  [관계 index와 생산 상태 및 원문]</a:t>
            </a:r>
          </a:p>
        </p:txBody>
      </p:sp>
      <p:sp>
        <p:nvSpPr>
          <p:cNvPr id="329" name="dp45-v5-summary / n25">
            <a:extLst xmlns:a="http://schemas.openxmlformats.org/drawingml/2006/main">
              <a:ext uri="{FF2B5EF4-FFF2-40B4-BE49-F238E27FC236}">
                <a16:creationId xmlns:a16="http://schemas.microsoft.com/office/drawing/2014/main" id="{B8795731-DC89-44BF-82BE-4FD199401D96}"/>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30" name="dp45-v5-summary / n26">
            <a:extLst xmlns:a="http://schemas.openxmlformats.org/drawingml/2006/main">
              <a:ext uri="{FF2B5EF4-FFF2-40B4-BE49-F238E27FC236}">
                <a16:creationId xmlns:a16="http://schemas.microsoft.com/office/drawing/2014/main" id="{A5C57EC2-A8AB-4D43-8C61-7EE512D05EB6}"/>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29.xml><?xml version="1.0" encoding="utf-8"?>
<p:sld xmlns:p="http://schemas.openxmlformats.org/presentationml/2006/main">
  <p:cSld name="dp45-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5-v5-qa-detail / n1">
            <a:extLst xmlns:a="http://schemas.openxmlformats.org/drawingml/2006/main">
              <a:ext uri="{FF2B5EF4-FFF2-40B4-BE49-F238E27FC236}">
                <a16:creationId xmlns:a16="http://schemas.microsoft.com/office/drawing/2014/main" id="{2B9268C5-B4AF-4EE3-B5F8-EA860D853C69}"/>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5-v5-qa-detail / n2">
            <a:extLst xmlns:a="http://schemas.openxmlformats.org/drawingml/2006/main">
              <a:ext uri="{FF2B5EF4-FFF2-40B4-BE49-F238E27FC236}">
                <a16:creationId xmlns:a16="http://schemas.microsoft.com/office/drawing/2014/main" id="{CC332197-65FC-4DAA-97B1-F6E7CD0B2AA5}"/>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평가</a:t>
            </a:r>
          </a:p>
        </p:txBody>
      </p:sp>
      <p:sp>
        <p:nvSpPr>
          <p:cNvPr id="3" name="dp45-v5-qa-detail / n3">
            <a:extLst xmlns:a="http://schemas.openxmlformats.org/drawingml/2006/main">
              <a:ext uri="{FF2B5EF4-FFF2-40B4-BE49-F238E27FC236}">
                <a16:creationId xmlns:a16="http://schemas.microsoft.com/office/drawing/2014/main" id="{88326051-9985-4B4C-BB5B-35A657774443}"/>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5-qa-detail / n4">
            <a:extLst xmlns:a="http://schemas.openxmlformats.org/drawingml/2006/main">
              <a:ext uri="{FF2B5EF4-FFF2-40B4-BE49-F238E27FC236}">
                <a16:creationId xmlns:a16="http://schemas.microsoft.com/office/drawing/2014/main" id="{504E38D1-4521-4772-A4F7-1C79C6ADB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5-v5-qa-detail / n5">
            <a:extLst xmlns:a="http://schemas.openxmlformats.org/drawingml/2006/main">
              <a:ext uri="{FF2B5EF4-FFF2-40B4-BE49-F238E27FC236}">
                <a16:creationId xmlns:a16="http://schemas.microsoft.com/office/drawing/2014/main" id="{268F6133-23D3-4855-953E-AAEC50C60C0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5-v5-qa-detail / n6">
            <a:extLst xmlns:a="http://schemas.openxmlformats.org/drawingml/2006/main">
              <a:ext uri="{FF2B5EF4-FFF2-40B4-BE49-F238E27FC236}">
                <a16:creationId xmlns:a16="http://schemas.microsoft.com/office/drawing/2014/main" id="{FFE71DE6-AFDC-4E1D-8B58-67AC5893BC0B}"/>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5-v5-qa-detail / n7">
            <a:extLst xmlns:a="http://schemas.openxmlformats.org/drawingml/2006/main">
              <a:ext uri="{FF2B5EF4-FFF2-40B4-BE49-F238E27FC236}">
                <a16:creationId xmlns:a16="http://schemas.microsoft.com/office/drawing/2014/main" id="{DC67ABC8-AC9C-4EA4-AC2B-5F43EC09F17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5-v5-qa-detail / n8">
            <a:extLst xmlns:a="http://schemas.openxmlformats.org/drawingml/2006/main">
              <a:ext uri="{FF2B5EF4-FFF2-40B4-BE49-F238E27FC236}">
                <a16:creationId xmlns:a16="http://schemas.microsoft.com/office/drawing/2014/main" id="{8E03A59F-43F7-4152-AC43-261B024D358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9" name="dp45-v5-qa-detail / n9">
            <a:extLst xmlns:a="http://schemas.openxmlformats.org/drawingml/2006/main">
              <a:ext uri="{FF2B5EF4-FFF2-40B4-BE49-F238E27FC236}">
                <a16:creationId xmlns:a16="http://schemas.microsoft.com/office/drawing/2014/main" id="{9C1B52B9-5BD0-4AEE-9284-339C4493F418}"/>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10" name="dp45-v5-qa-detail / n10">
            <a:extLst xmlns:a="http://schemas.openxmlformats.org/drawingml/2006/main">
              <a:ext uri="{FF2B5EF4-FFF2-40B4-BE49-F238E27FC236}">
                <a16:creationId xmlns:a16="http://schemas.microsoft.com/office/drawing/2014/main" id="{A83AFEC7-E6BA-48AC-A51D-B509B20D2739}"/>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5-v5-qa-detail / n11">
            <a:extLst xmlns:a="http://schemas.openxmlformats.org/drawingml/2006/main">
              <a:ext uri="{FF2B5EF4-FFF2-40B4-BE49-F238E27FC236}">
                <a16:creationId xmlns:a16="http://schemas.microsoft.com/office/drawing/2014/main" id="{98A824C9-1C2F-4E77-A1B5-AFA6291D70D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5-v5-qa-detail / n12">
            <a:extLst xmlns:a="http://schemas.openxmlformats.org/drawingml/2006/main">
              <a:ext uri="{FF2B5EF4-FFF2-40B4-BE49-F238E27FC236}">
                <a16:creationId xmlns:a16="http://schemas.microsoft.com/office/drawing/2014/main" id="{48999604-87FD-4E60-8B16-A76DBC13A11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5-v5-qa-detail / n13">
            <a:extLst xmlns:a="http://schemas.openxmlformats.org/drawingml/2006/main">
              <a:ext uri="{FF2B5EF4-FFF2-40B4-BE49-F238E27FC236}">
                <a16:creationId xmlns:a16="http://schemas.microsoft.com/office/drawing/2014/main" id="{E19F732B-2502-4383-AA69-3449C7077C9D}"/>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5-v5-qa-detail / n14">
            <a:extLst xmlns:a="http://schemas.openxmlformats.org/drawingml/2006/main">
              <a:ext uri="{FF2B5EF4-FFF2-40B4-BE49-F238E27FC236}">
                <a16:creationId xmlns:a16="http://schemas.microsoft.com/office/drawing/2014/main" id="{CF0F638C-9189-4804-BC0D-F17CB6F68598}"/>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5-v5-qa-detail / n15">
            <a:extLst xmlns:a="http://schemas.openxmlformats.org/drawingml/2006/main">
              <a:ext uri="{FF2B5EF4-FFF2-40B4-BE49-F238E27FC236}">
                <a16:creationId xmlns:a16="http://schemas.microsoft.com/office/drawing/2014/main" id="{434148F4-F244-464E-9F75-06F426FAA2DA}"/>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원문과 유효 cache의 조건 보존</a:t>
            </a:r>
          </a:p>
        </p:txBody>
      </p:sp>
      <p:sp>
        <p:nvSpPr>
          <p:cNvPr id="16" name="dp45-v5-qa-detail / n16">
            <a:extLst xmlns:a="http://schemas.openxmlformats.org/drawingml/2006/main">
              <a:ext uri="{FF2B5EF4-FFF2-40B4-BE49-F238E27FC236}">
                <a16:creationId xmlns:a16="http://schemas.microsoft.com/office/drawing/2014/main" id="{90CEC71A-EE87-464D-A61C-145156839908}"/>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5-v5-qa-detail / n17">
            <a:extLst xmlns:a="http://schemas.openxmlformats.org/drawingml/2006/main">
              <a:ext uri="{FF2B5EF4-FFF2-40B4-BE49-F238E27FC236}">
                <a16:creationId xmlns:a16="http://schemas.microsoft.com/office/drawing/2014/main" id="{91475157-1DCC-40BF-B824-34AC31464488}"/>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게시 관계의 coverage와 예외 보존</a:t>
            </a:r>
          </a:p>
        </p:txBody>
      </p:sp>
      <p:sp>
        <p:nvSpPr>
          <p:cNvPr id="18" name="dp45-v5-qa-detail / n18">
            <a:extLst xmlns:a="http://schemas.openxmlformats.org/drawingml/2006/main">
              <a:ext uri="{FF2B5EF4-FFF2-40B4-BE49-F238E27FC236}">
                <a16:creationId xmlns:a16="http://schemas.microsoft.com/office/drawing/2014/main" id="{671956FB-1BDF-40EB-B41A-C501CA8433D7}"/>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5-v5-qa-detail / n19">
            <a:extLst xmlns:a="http://schemas.openxmlformats.org/drawingml/2006/main">
              <a:ext uri="{FF2B5EF4-FFF2-40B4-BE49-F238E27FC236}">
                <a16:creationId xmlns:a16="http://schemas.microsoft.com/office/drawing/2014/main" id="{2FE5E03B-DC14-4328-B096-7C9153BF7B8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5-v5-qa-detail / n20">
            <a:extLst xmlns:a="http://schemas.openxmlformats.org/drawingml/2006/main">
              <a:ext uri="{FF2B5EF4-FFF2-40B4-BE49-F238E27FC236}">
                <a16:creationId xmlns:a16="http://schemas.microsoft.com/office/drawing/2014/main" id="{B94B1E1A-D68D-4988-ACD7-0CC1B4D41D6E}"/>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5-v5-qa-detail / n21">
            <a:extLst xmlns:a="http://schemas.openxmlformats.org/drawingml/2006/main">
              <a:ext uri="{FF2B5EF4-FFF2-40B4-BE49-F238E27FC236}">
                <a16:creationId xmlns:a16="http://schemas.microsoft.com/office/drawing/2014/main" id="{E1D7C069-CFB3-4DF3-ADB9-28C6F0D25E7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5-v5-qa-detail / n22">
            <a:extLst xmlns:a="http://schemas.openxmlformats.org/drawingml/2006/main">
              <a:ext uri="{FF2B5EF4-FFF2-40B4-BE49-F238E27FC236}">
                <a16:creationId xmlns:a16="http://schemas.microsoft.com/office/drawing/2014/main" id="{18600F67-7283-4792-9256-AB4956573C0C}"/>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5-v5-qa-detail / n23">
            <a:extLst xmlns:a="http://schemas.openxmlformats.org/drawingml/2006/main">
              <a:ext uri="{FF2B5EF4-FFF2-40B4-BE49-F238E27FC236}">
                <a16:creationId xmlns:a16="http://schemas.microsoft.com/office/drawing/2014/main" id="{BA628A3B-EEF8-44A9-9794-4C95688AD80E}"/>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5-v5-qa-detail / n24">
            <a:extLst xmlns:a="http://schemas.openxmlformats.org/drawingml/2006/main">
              <a:ext uri="{FF2B5EF4-FFF2-40B4-BE49-F238E27FC236}">
                <a16:creationId xmlns:a16="http://schemas.microsoft.com/office/drawing/2014/main" id="{EDA27F65-D4A2-4475-A2FD-4E0DCE1614FA}"/>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5-v5-qa-detail / n25">
            <a:extLst xmlns:a="http://schemas.openxmlformats.org/drawingml/2006/main">
              <a:ext uri="{FF2B5EF4-FFF2-40B4-BE49-F238E27FC236}">
                <a16:creationId xmlns:a16="http://schemas.microsoft.com/office/drawing/2014/main" id="{F202AFAC-5DBD-4BE2-B3D7-47422ABECF17}"/>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최초 조합과 재사용 cache 대기</a:t>
            </a:r>
          </a:p>
        </p:txBody>
      </p:sp>
      <p:sp>
        <p:nvSpPr>
          <p:cNvPr id="26" name="dp45-v5-qa-detail / n26">
            <a:extLst xmlns:a="http://schemas.openxmlformats.org/drawingml/2006/main">
              <a:ext uri="{FF2B5EF4-FFF2-40B4-BE49-F238E27FC236}">
                <a16:creationId xmlns:a16="http://schemas.microsoft.com/office/drawing/2014/main" id="{8CBE306E-7C0F-4343-8DD1-98C2B640F8F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5-v5-qa-detail / n27">
            <a:extLst xmlns:a="http://schemas.openxmlformats.org/drawingml/2006/main">
              <a:ext uri="{FF2B5EF4-FFF2-40B4-BE49-F238E27FC236}">
                <a16:creationId xmlns:a16="http://schemas.microsoft.com/office/drawing/2014/main" id="{4231D2D2-680A-4A6C-AC18-683ECF8F9C86}"/>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준비된 조회와 미게시 backfill 대기</a:t>
            </a:r>
          </a:p>
        </p:txBody>
      </p:sp>
      <p:sp>
        <p:nvSpPr>
          <p:cNvPr id="28" name="dp45-v5-qa-detail / n28">
            <a:extLst xmlns:a="http://schemas.openxmlformats.org/drawingml/2006/main">
              <a:ext uri="{FF2B5EF4-FFF2-40B4-BE49-F238E27FC236}">
                <a16:creationId xmlns:a16="http://schemas.microsoft.com/office/drawing/2014/main" id="{DBE50C95-6E9D-4065-9E1D-42A199B346E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5-v5-qa-detail / n29">
            <a:extLst xmlns:a="http://schemas.openxmlformats.org/drawingml/2006/main">
              <a:ext uri="{FF2B5EF4-FFF2-40B4-BE49-F238E27FC236}">
                <a16:creationId xmlns:a16="http://schemas.microsoft.com/office/drawing/2014/main" id="{675B2FD7-FCB9-498F-A0DD-C2B8059D1E97}"/>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5-v5-qa-detail / n30">
            <a:extLst xmlns:a="http://schemas.openxmlformats.org/drawingml/2006/main">
              <a:ext uri="{FF2B5EF4-FFF2-40B4-BE49-F238E27FC236}">
                <a16:creationId xmlns:a16="http://schemas.microsoft.com/office/drawing/2014/main" id="{95F6F4F6-2695-47BB-A9DD-8EF805F8305F}"/>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5-v5-qa-detail / n31">
            <a:extLst xmlns:a="http://schemas.openxmlformats.org/drawingml/2006/main">
              <a:ext uri="{FF2B5EF4-FFF2-40B4-BE49-F238E27FC236}">
                <a16:creationId xmlns:a16="http://schemas.microsoft.com/office/drawing/2014/main" id="{69EB9411-F933-4157-8C26-5DF010FE0520}"/>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5-v5-qa-detail / n32">
            <a:extLst xmlns:a="http://schemas.openxmlformats.org/drawingml/2006/main">
              <a:ext uri="{FF2B5EF4-FFF2-40B4-BE49-F238E27FC236}">
                <a16:creationId xmlns:a16="http://schemas.microsoft.com/office/drawing/2014/main" id="{5C8860FB-3D49-434A-93C6-A76A85C3E041}"/>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5-v5-qa-detail / n33">
            <a:extLst xmlns:a="http://schemas.openxmlformats.org/drawingml/2006/main">
              <a:ext uri="{FF2B5EF4-FFF2-40B4-BE49-F238E27FC236}">
                <a16:creationId xmlns:a16="http://schemas.microsoft.com/office/drawing/2014/main" id="{3E556553-4E41-4064-B126-4DBCF8CA219C}"/>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5-v5-qa-detail / n34">
            <a:extLst xmlns:a="http://schemas.openxmlformats.org/drawingml/2006/main">
              <a:ext uri="{FF2B5EF4-FFF2-40B4-BE49-F238E27FC236}">
                <a16:creationId xmlns:a16="http://schemas.microsoft.com/office/drawing/2014/main" id="{D9990E9B-F55C-43E5-A09A-2A9771CC476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5-v5-qa-detail / n35">
            <a:extLst xmlns:a="http://schemas.openxmlformats.org/drawingml/2006/main">
              <a:ext uri="{FF2B5EF4-FFF2-40B4-BE49-F238E27FC236}">
                <a16:creationId xmlns:a16="http://schemas.microsoft.com/office/drawing/2014/main" id="{B41A171C-E789-49D7-B78E-B241B45C26A9}"/>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첫 사용과 반복 및 갱신 후 조합</a:t>
            </a:r>
          </a:p>
        </p:txBody>
      </p:sp>
      <p:sp>
        <p:nvSpPr>
          <p:cNvPr id="36" name="dp45-v5-qa-detail / n36">
            <a:extLst xmlns:a="http://schemas.openxmlformats.org/drawingml/2006/main">
              <a:ext uri="{FF2B5EF4-FFF2-40B4-BE49-F238E27FC236}">
                <a16:creationId xmlns:a16="http://schemas.microsoft.com/office/drawing/2014/main" id="{7BE4D20B-9AEB-4785-9F89-C75A08F9919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5-v5-qa-detail / n37">
            <a:extLst xmlns:a="http://schemas.openxmlformats.org/drawingml/2006/main">
              <a:ext uri="{FF2B5EF4-FFF2-40B4-BE49-F238E27FC236}">
                <a16:creationId xmlns:a16="http://schemas.microsoft.com/office/drawing/2014/main" id="{0812570A-1A9F-45C6-9DCE-E6DC8A479A82}"/>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원문검증 및 동기 backfill</a:t>
            </a:r>
          </a:p>
        </p:txBody>
      </p:sp>
      <p:sp>
        <p:nvSpPr>
          <p:cNvPr id="38" name="dp45-v5-qa-detail / n38">
            <a:extLst xmlns:a="http://schemas.openxmlformats.org/drawingml/2006/main">
              <a:ext uri="{FF2B5EF4-FFF2-40B4-BE49-F238E27FC236}">
                <a16:creationId xmlns:a16="http://schemas.microsoft.com/office/drawing/2014/main" id="{0FF15096-E7B5-4E30-BD1B-35D20062DFF4}"/>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5-v5-qa-detail / n39">
            <a:extLst xmlns:a="http://schemas.openxmlformats.org/drawingml/2006/main">
              <a:ext uri="{FF2B5EF4-FFF2-40B4-BE49-F238E27FC236}">
                <a16:creationId xmlns:a16="http://schemas.microsoft.com/office/drawing/2014/main" id="{2E1DF362-43ED-4C92-9660-283C5FB513C9}"/>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5-v5-qa-detail / n40">
            <a:extLst xmlns:a="http://schemas.openxmlformats.org/drawingml/2006/main">
              <a:ext uri="{FF2B5EF4-FFF2-40B4-BE49-F238E27FC236}">
                <a16:creationId xmlns:a16="http://schemas.microsoft.com/office/drawing/2014/main" id="{BD66259C-54BD-4EC4-B8EA-9673CCE293FC}"/>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5-v5-qa-detail / n41">
            <a:extLst xmlns:a="http://schemas.openxmlformats.org/drawingml/2006/main">
              <a:ext uri="{FF2B5EF4-FFF2-40B4-BE49-F238E27FC236}">
                <a16:creationId xmlns:a16="http://schemas.microsoft.com/office/drawing/2014/main" id="{4FBB853D-F410-4B25-8098-903A054612D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5-v5-qa-detail / n42">
            <a:extLst xmlns:a="http://schemas.openxmlformats.org/drawingml/2006/main">
              <a:ext uri="{FF2B5EF4-FFF2-40B4-BE49-F238E27FC236}">
                <a16:creationId xmlns:a16="http://schemas.microsoft.com/office/drawing/2014/main" id="{F3AB4997-C570-4ACC-9D64-44C65E9CA3D9}"/>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5-v5-qa-detail / n43">
            <a:extLst xmlns:a="http://schemas.openxmlformats.org/drawingml/2006/main">
              <a:ext uri="{FF2B5EF4-FFF2-40B4-BE49-F238E27FC236}">
                <a16:creationId xmlns:a16="http://schemas.microsoft.com/office/drawing/2014/main" id="{2A5A55FB-BF2D-4F35-A78F-379A9098D632}"/>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5-v5-qa-detail / n44">
            <a:extLst xmlns:a="http://schemas.openxmlformats.org/drawingml/2006/main">
              <a:ext uri="{FF2B5EF4-FFF2-40B4-BE49-F238E27FC236}">
                <a16:creationId xmlns:a16="http://schemas.microsoft.com/office/drawing/2014/main" id="{1ADD7378-C686-4EA3-9473-6226A2101CB6}"/>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5-v5-qa-detail / n45">
            <a:extLst xmlns:a="http://schemas.openxmlformats.org/drawingml/2006/main">
              <a:ext uri="{FF2B5EF4-FFF2-40B4-BE49-F238E27FC236}">
                <a16:creationId xmlns:a16="http://schemas.microsoft.com/office/drawing/2014/main" id="{B4135216-F0DB-4DEE-B0A1-0FB44D1CAB22}"/>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cache miss와 실제 추가 해석 청구</a:t>
            </a:r>
          </a:p>
        </p:txBody>
      </p:sp>
      <p:sp>
        <p:nvSpPr>
          <p:cNvPr id="46" name="dp45-v5-qa-detail / n46">
            <a:extLst xmlns:a="http://schemas.openxmlformats.org/drawingml/2006/main">
              <a:ext uri="{FF2B5EF4-FFF2-40B4-BE49-F238E27FC236}">
                <a16:creationId xmlns:a16="http://schemas.microsoft.com/office/drawing/2014/main" id="{3ED990B5-6B52-42EC-AD61-16176E46C394}"/>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5-v5-qa-detail / n47">
            <a:extLst xmlns:a="http://schemas.openxmlformats.org/drawingml/2006/main">
              <a:ext uri="{FF2B5EF4-FFF2-40B4-BE49-F238E27FC236}">
                <a16:creationId xmlns:a16="http://schemas.microsoft.com/office/drawing/2014/main" id="{68C114D5-4CFC-4FBB-A04E-8A245094708F}"/>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초기와 미사용 갱신 및 철회 청구</a:t>
            </a:r>
          </a:p>
        </p:txBody>
      </p:sp>
      <p:sp>
        <p:nvSpPr>
          <p:cNvPr id="48" name="dp45-v5-qa-detail / n48">
            <a:extLst xmlns:a="http://schemas.openxmlformats.org/drawingml/2006/main">
              <a:ext uri="{FF2B5EF4-FFF2-40B4-BE49-F238E27FC236}">
                <a16:creationId xmlns:a16="http://schemas.microsoft.com/office/drawing/2014/main" id="{6248393F-D5EE-45A2-8722-863CF0610330}"/>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5-v5-qa-detail / n49">
            <a:extLst xmlns:a="http://schemas.openxmlformats.org/drawingml/2006/main">
              <a:ext uri="{FF2B5EF4-FFF2-40B4-BE49-F238E27FC236}">
                <a16:creationId xmlns:a16="http://schemas.microsoft.com/office/drawing/2014/main" id="{53D45FFE-52C7-400A-B4F4-48E484697AE4}"/>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5-v5-qa-detail / n50">
            <a:extLst xmlns:a="http://schemas.openxmlformats.org/drawingml/2006/main">
              <a:ext uri="{FF2B5EF4-FFF2-40B4-BE49-F238E27FC236}">
                <a16:creationId xmlns:a16="http://schemas.microsoft.com/office/drawing/2014/main" id="{4F599DA5-4116-4643-83DF-C7542394E38A}"/>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5-v5-qa-detail / n51">
            <a:extLst xmlns:a="http://schemas.openxmlformats.org/drawingml/2006/main">
              <a:ext uri="{FF2B5EF4-FFF2-40B4-BE49-F238E27FC236}">
                <a16:creationId xmlns:a16="http://schemas.microsoft.com/office/drawing/2014/main" id="{8A7401D2-DBC4-45BE-AC46-D27450B64ADA}"/>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5-v5-qa-detail / n52">
            <a:extLst xmlns:a="http://schemas.openxmlformats.org/drawingml/2006/main">
              <a:ext uri="{FF2B5EF4-FFF2-40B4-BE49-F238E27FC236}">
                <a16:creationId xmlns:a16="http://schemas.microsoft.com/office/drawing/2014/main" id="{E0097861-FCBE-40E0-A11E-08A8AE6380C3}"/>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5-v5-qa-detail / n53">
            <a:extLst xmlns:a="http://schemas.openxmlformats.org/drawingml/2006/main">
              <a:ext uri="{FF2B5EF4-FFF2-40B4-BE49-F238E27FC236}">
                <a16:creationId xmlns:a16="http://schemas.microsoft.com/office/drawing/2014/main" id="{44F2434A-CDF9-4F5A-9238-C536DD4F64C8}"/>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5-v5-qa-detail / n54">
            <a:extLst xmlns:a="http://schemas.openxmlformats.org/drawingml/2006/main">
              <a:ext uri="{FF2B5EF4-FFF2-40B4-BE49-F238E27FC236}">
                <a16:creationId xmlns:a16="http://schemas.microsoft.com/office/drawing/2014/main" id="{198C99E2-BA04-48DC-A094-265AFBCE0F8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5-v5-qa-detail / n55">
            <a:extLst xmlns:a="http://schemas.openxmlformats.org/drawingml/2006/main">
              <a:ext uri="{FF2B5EF4-FFF2-40B4-BE49-F238E27FC236}">
                <a16:creationId xmlns:a16="http://schemas.microsoft.com/office/drawing/2014/main" id="{61DFD837-5357-4E76-8756-B20CD4F61548}"/>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조합과 cache의 철회 처리 수정</a:t>
            </a:r>
          </a:p>
        </p:txBody>
      </p:sp>
      <p:sp>
        <p:nvSpPr>
          <p:cNvPr id="56" name="dp45-v5-qa-detail / n56">
            <a:extLst xmlns:a="http://schemas.openxmlformats.org/drawingml/2006/main">
              <a:ext uri="{FF2B5EF4-FFF2-40B4-BE49-F238E27FC236}">
                <a16:creationId xmlns:a16="http://schemas.microsoft.com/office/drawing/2014/main" id="{D9E936D8-2C28-45A9-AA66-30C8591E5973}"/>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5-v5-qa-detail / n57">
            <a:extLst xmlns:a="http://schemas.openxmlformats.org/drawingml/2006/main">
              <a:ext uri="{FF2B5EF4-FFF2-40B4-BE49-F238E27FC236}">
                <a16:creationId xmlns:a16="http://schemas.microsoft.com/office/drawing/2014/main" id="{13240DFA-FC44-48FD-8B77-E5E1E23D384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생산자와 조회자의 철회 처리 수정</a:t>
            </a:r>
          </a:p>
        </p:txBody>
      </p:sp>
      <p:sp>
        <p:nvSpPr>
          <p:cNvPr id="58" name="dp45-v5-qa-detail / n58">
            <a:extLst xmlns:a="http://schemas.openxmlformats.org/drawingml/2006/main">
              <a:ext uri="{FF2B5EF4-FFF2-40B4-BE49-F238E27FC236}">
                <a16:creationId xmlns:a16="http://schemas.microsoft.com/office/drawing/2014/main" id="{72458032-49A5-4A8C-A4A1-560CA20E2FB5}"/>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5-v5-qa-detail / n59">
            <a:extLst xmlns:a="http://schemas.openxmlformats.org/drawingml/2006/main">
              <a:ext uri="{FF2B5EF4-FFF2-40B4-BE49-F238E27FC236}">
                <a16:creationId xmlns:a16="http://schemas.microsoft.com/office/drawing/2014/main" id="{1408861D-E578-4F89-8621-2358D5789565}"/>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5-v5-qa-detail / n60">
            <a:extLst xmlns:a="http://schemas.openxmlformats.org/drawingml/2006/main">
              <a:ext uri="{FF2B5EF4-FFF2-40B4-BE49-F238E27FC236}">
                <a16:creationId xmlns:a16="http://schemas.microsoft.com/office/drawing/2014/main" id="{7E05F39B-2B81-4D4C-BAE3-70F695EB4D8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5-v5-qa-detail / n61">
            <a:extLst xmlns:a="http://schemas.openxmlformats.org/drawingml/2006/main">
              <a:ext uri="{FF2B5EF4-FFF2-40B4-BE49-F238E27FC236}">
                <a16:creationId xmlns:a16="http://schemas.microsoft.com/office/drawing/2014/main" id="{AF7552ED-145B-4BBA-8463-5E3E96F85FD3}"/>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5-v5-qa-detail / n62">
            <a:extLst xmlns:a="http://schemas.openxmlformats.org/drawingml/2006/main">
              <a:ext uri="{FF2B5EF4-FFF2-40B4-BE49-F238E27FC236}">
                <a16:creationId xmlns:a16="http://schemas.microsoft.com/office/drawing/2014/main" id="{011571D5-D275-412B-91BD-D4BF3630B60B}"/>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5-v5-qa-detail / n63">
            <a:extLst xmlns:a="http://schemas.openxmlformats.org/drawingml/2006/main">
              <a:ext uri="{FF2B5EF4-FFF2-40B4-BE49-F238E27FC236}">
                <a16:creationId xmlns:a16="http://schemas.microsoft.com/office/drawing/2014/main" id="{3619282F-8C89-479C-B142-28CE95C64732}"/>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5-v5-qa-detail / n64">
            <a:extLst xmlns:a="http://schemas.openxmlformats.org/drawingml/2006/main">
              <a:ext uri="{FF2B5EF4-FFF2-40B4-BE49-F238E27FC236}">
                <a16:creationId xmlns:a16="http://schemas.microsoft.com/office/drawing/2014/main" id="{9071C37D-D5D8-45A1-9DE5-64447B6CFF1A}"/>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5-v5-qa-detail / n65">
            <a:extLst xmlns:a="http://schemas.openxmlformats.org/drawingml/2006/main">
              <a:ext uri="{FF2B5EF4-FFF2-40B4-BE49-F238E27FC236}">
                <a16:creationId xmlns:a16="http://schemas.microsoft.com/office/drawing/2014/main" id="{D24A73C9-7E19-48BA-9814-BCCEDBFFF75F}"/>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 Context와 선택 cache</a:t>
            </a:r>
          </a:p>
        </p:txBody>
      </p:sp>
      <p:sp>
        <p:nvSpPr>
          <p:cNvPr id="66" name="dp45-v5-qa-detail / n66">
            <a:extLst xmlns:a="http://schemas.openxmlformats.org/drawingml/2006/main">
              <a:ext uri="{FF2B5EF4-FFF2-40B4-BE49-F238E27FC236}">
                <a16:creationId xmlns:a16="http://schemas.microsoft.com/office/drawing/2014/main" id="{8B5BDFAB-9F46-4FE7-9165-1E02F42F641D}"/>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1,920MiB (가정)</a:t>
            </a:r>
          </a:p>
        </p:txBody>
      </p:sp>
      <p:sp>
        <p:nvSpPr>
          <p:cNvPr id="67" name="dp45-v5-qa-detail / n67">
            <a:extLst xmlns:a="http://schemas.openxmlformats.org/drawingml/2006/main">
              <a:ext uri="{FF2B5EF4-FFF2-40B4-BE49-F238E27FC236}">
                <a16:creationId xmlns:a16="http://schemas.microsoft.com/office/drawing/2014/main" id="{2AA0BE21-9BFB-4776-8933-14354D46EEB6}"/>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관계 index와 생산 상태 및 원문</a:t>
            </a:r>
          </a:p>
        </p:txBody>
      </p:sp>
      <p:sp>
        <p:nvSpPr>
          <p:cNvPr id="68" name="dp45-v5-qa-detail / n68">
            <a:extLst xmlns:a="http://schemas.openxmlformats.org/drawingml/2006/main">
              <a:ext uri="{FF2B5EF4-FFF2-40B4-BE49-F238E27FC236}">
                <a16:creationId xmlns:a16="http://schemas.microsoft.com/office/drawing/2014/main" id="{3B4295E7-6CEE-4BB6-94A2-2890BC727DF2}"/>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5-v5-qa-detail / n69">
            <a:extLst xmlns:a="http://schemas.openxmlformats.org/drawingml/2006/main">
              <a:ext uri="{FF2B5EF4-FFF2-40B4-BE49-F238E27FC236}">
                <a16:creationId xmlns:a16="http://schemas.microsoft.com/office/drawing/2014/main" id="{622C00A9-D9E6-40D4-843E-4A32730DBDA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5-v5-qa-detail / n70">
            <a:extLst xmlns:a="http://schemas.openxmlformats.org/drawingml/2006/main">
              <a:ext uri="{FF2B5EF4-FFF2-40B4-BE49-F238E27FC236}">
                <a16:creationId xmlns:a16="http://schemas.microsoft.com/office/drawing/2014/main" id="{4EFBF6F0-A57B-4C9E-87F3-2D6E2A80EBC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5-v5-qa-detail / n71">
            <a:extLst xmlns:a="http://schemas.openxmlformats.org/drawingml/2006/main">
              <a:ext uri="{FF2B5EF4-FFF2-40B4-BE49-F238E27FC236}">
                <a16:creationId xmlns:a16="http://schemas.microsoft.com/office/drawing/2014/main" id="{8D7E5F5B-F35A-4F35-BD34-A6341807647F}"/>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5-v5-qa-detail / n72">
            <a:extLst xmlns:a="http://schemas.openxmlformats.org/drawingml/2006/main">
              <a:ext uri="{FF2B5EF4-FFF2-40B4-BE49-F238E27FC236}">
                <a16:creationId xmlns:a16="http://schemas.microsoft.com/office/drawing/2014/main" id="{1F4CE258-4504-426D-9A9C-29724C832C06}"/>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5-v5-qa-detail / n73">
            <a:extLst xmlns:a="http://schemas.openxmlformats.org/drawingml/2006/main">
              <a:ext uri="{FF2B5EF4-FFF2-40B4-BE49-F238E27FC236}">
                <a16:creationId xmlns:a16="http://schemas.microsoft.com/office/drawing/2014/main" id="{4E6BBC37-7531-483D-9E46-928038BB978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5-v5-qa-detail / n74">
            <a:extLst xmlns:a="http://schemas.openxmlformats.org/drawingml/2006/main">
              <a:ext uri="{FF2B5EF4-FFF2-40B4-BE49-F238E27FC236}">
                <a16:creationId xmlns:a16="http://schemas.microsoft.com/office/drawing/2014/main" id="{4847B3DC-6409-4A9B-A6C5-5B96EDFEC352}"/>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과거 처리만 계산: A 3miss $0.00288, cache 1miss $0.00096 / B 4생산 $0.00608. 중복 청구는 제거한다.</a:t>
            </a:r>
          </a:p>
        </p:txBody>
      </p:sp>
      <p:sp>
        <p:nvSpPr>
          <p:cNvPr id="75" name="dp45-v5-qa-detail / n75">
            <a:extLst xmlns:a="http://schemas.openxmlformats.org/drawingml/2006/main">
              <a:ext uri="{FF2B5EF4-FFF2-40B4-BE49-F238E27FC236}">
                <a16:creationId xmlns:a16="http://schemas.microsoft.com/office/drawing/2014/main" id="{CC5F4406-D349-4B9F-BB34-E17F817417E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5-v5-qa-detail / n76">
            <a:extLst xmlns:a="http://schemas.openxmlformats.org/drawingml/2006/main">
              <a:ext uri="{FF2B5EF4-FFF2-40B4-BE49-F238E27FC236}">
                <a16:creationId xmlns:a16="http://schemas.microsoft.com/office/drawing/2014/main" id="{32893C1C-8885-4CB4-B8E6-68BE246A46C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31.xml><?xml version="1.0" encoding="utf-8"?>
<p:sld xmlns:p="http://schemas.openxmlformats.org/presentationml/2006/main">
  <p:cSld name="dp42-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5-summary / n1">
            <a:extLst xmlns:a="http://schemas.openxmlformats.org/drawingml/2006/main">
              <a:ext uri="{FF2B5EF4-FFF2-40B4-BE49-F238E27FC236}">
                <a16:creationId xmlns:a16="http://schemas.microsoft.com/office/drawing/2014/main" id="{BBB7754B-3A03-4875-AA18-962992E5FFE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5-summary / n2">
            <a:extLst xmlns:a="http://schemas.openxmlformats.org/drawingml/2006/main">
              <a:ext uri="{FF2B5EF4-FFF2-40B4-BE49-F238E27FC236}">
                <a16:creationId xmlns:a16="http://schemas.microsoft.com/office/drawing/2014/main" id="{A98EB82A-EAC2-40DA-8D80-EDF017078C94}"/>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5-summary / n3">
            <a:extLst xmlns:a="http://schemas.openxmlformats.org/drawingml/2006/main">
              <a:ext uri="{FF2B5EF4-FFF2-40B4-BE49-F238E27FC236}">
                <a16:creationId xmlns:a16="http://schemas.microsoft.com/office/drawing/2014/main" id="{AC8DB5A1-4235-4B33-9CFD-A10C5F77CE3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[의미와 접수 및 현재성 검사]</a:t>
            </a:r>
          </a:p>
        </p:txBody>
      </p:sp>
      <p:sp>
        <p:nvSpPr>
          <p:cNvPr id="298" name="dp42-v5-summary / n4">
            <a:extLst xmlns:a="http://schemas.openxmlformats.org/drawingml/2006/main">
              <a:ext uri="{FF2B5EF4-FFF2-40B4-BE49-F238E27FC236}">
                <a16:creationId xmlns:a16="http://schemas.microsoft.com/office/drawing/2014/main" id="{A69367C5-5C12-453D-BCF4-867E178EC317}"/>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[동일 검사와 receipt의 올바른 반영]</a:t>
            </a:r>
          </a:p>
        </p:txBody>
      </p:sp>
      <p:sp>
        <p:nvSpPr>
          <p:cNvPr id="299" name="dp42-v5-summary / n5">
            <a:extLst xmlns:a="http://schemas.openxmlformats.org/drawingml/2006/main">
              <a:ext uri="{FF2B5EF4-FFF2-40B4-BE49-F238E27FC236}">
                <a16:creationId xmlns:a16="http://schemas.microsoft.com/office/drawing/2014/main" id="{11FD21C5-1F60-4B2F-8603-BDCE6D709AEA}"/>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0" name="dp42-v5-summary / n6">
            <a:extLst xmlns:a="http://schemas.openxmlformats.org/drawingml/2006/main">
              <a:ext uri="{FF2B5EF4-FFF2-40B4-BE49-F238E27FC236}">
                <a16:creationId xmlns:a16="http://schemas.microsoft.com/office/drawing/2014/main" id="{C29B0B20-446D-4FFC-8CA5-5BF055A72A6C}"/>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1" name="dp42-v5-summary / n7">
            <a:extLst xmlns:a="http://schemas.openxmlformats.org/drawingml/2006/main">
              <a:ext uri="{FF2B5EF4-FFF2-40B4-BE49-F238E27FC236}">
                <a16:creationId xmlns:a16="http://schemas.microsoft.com/office/drawing/2014/main" id="{9FEE09A3-ECAF-4A71-BEA0-F58BEB34BC90}"/>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commit과 대화 반영 대기]</a:t>
            </a:r>
          </a:p>
        </p:txBody>
      </p:sp>
      <p:sp>
        <p:nvSpPr>
          <p:cNvPr id="302" name="dp42-v5-summary / n8">
            <a:extLst xmlns:a="http://schemas.openxmlformats.org/drawingml/2006/main">
              <a:ext uri="{FF2B5EF4-FFF2-40B4-BE49-F238E27FC236}">
                <a16:creationId xmlns:a16="http://schemas.microsoft.com/office/drawing/2014/main" id="{87D80DA0-265C-4C7A-A585-1BD9050536C3}"/>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접수와 receipt 반영 대기]</a:t>
            </a:r>
          </a:p>
        </p:txBody>
      </p:sp>
      <p:sp>
        <p:nvSpPr>
          <p:cNvPr id="303" name="dp42-v5-summary / n9">
            <a:extLst xmlns:a="http://schemas.openxmlformats.org/drawingml/2006/main">
              <a:ext uri="{FF2B5EF4-FFF2-40B4-BE49-F238E27FC236}">
                <a16:creationId xmlns:a16="http://schemas.microsoft.com/office/drawing/2014/main" id="{02746A80-895B-4A31-AA1E-170BEEFCCD1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4" name="dp42-v5-summary / n10">
            <a:extLst xmlns:a="http://schemas.openxmlformats.org/drawingml/2006/main">
              <a:ext uri="{FF2B5EF4-FFF2-40B4-BE49-F238E27FC236}">
                <a16:creationId xmlns:a16="http://schemas.microsoft.com/office/drawing/2014/main" id="{CC01BB89-1306-4B6A-9620-BE5B7101AFF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05" name="dp42-v5-summary / n11">
            <a:extLst xmlns:a="http://schemas.openxmlformats.org/drawingml/2006/main">
              <a:ext uri="{FF2B5EF4-FFF2-40B4-BE49-F238E27FC236}">
                <a16:creationId xmlns:a16="http://schemas.microsoft.com/office/drawing/2014/main" id="{14660595-DF67-4D15-9CC5-0C71CA9777A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[관련 상태의 공동 확정 경로]</a:t>
            </a:r>
          </a:p>
        </p:txBody>
      </p:sp>
      <p:sp>
        <p:nvSpPr>
          <p:cNvPr id="306" name="dp42-v5-summary / n12">
            <a:extLst xmlns:a="http://schemas.openxmlformats.org/drawingml/2006/main">
              <a:ext uri="{FF2B5EF4-FFF2-40B4-BE49-F238E27FC236}">
                <a16:creationId xmlns:a16="http://schemas.microsoft.com/office/drawing/2014/main" id="{F12BF402-3739-45A2-A328-DA422D4C8141}"/>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[인계와 reconciliation의 전체 경로]</a:t>
            </a:r>
          </a:p>
        </p:txBody>
      </p:sp>
      <p:sp>
        <p:nvSpPr>
          <p:cNvPr id="307" name="dp42-v5-summary / n13">
            <a:extLst xmlns:a="http://schemas.openxmlformats.org/drawingml/2006/main">
              <a:ext uri="{FF2B5EF4-FFF2-40B4-BE49-F238E27FC236}">
                <a16:creationId xmlns:a16="http://schemas.microsoft.com/office/drawing/2014/main" id="{3BDBA399-9060-4B28-A89A-5ED5C4CA795D}"/>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5-summary / n14">
            <a:extLst xmlns:a="http://schemas.openxmlformats.org/drawingml/2006/main">
              <a:ext uri="{FF2B5EF4-FFF2-40B4-BE49-F238E27FC236}">
                <a16:creationId xmlns:a16="http://schemas.microsoft.com/office/drawing/2014/main" id="{34C29C02-63AE-4E05-84C2-5A22B0595056}"/>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9" name="dp42-v5-summary / n15">
            <a:extLst xmlns:a="http://schemas.openxmlformats.org/drawingml/2006/main">
              <a:ext uri="{FF2B5EF4-FFF2-40B4-BE49-F238E27FC236}">
                <a16:creationId xmlns:a16="http://schemas.microsoft.com/office/drawing/2014/main" id="{CA83F3F7-587D-49C4-8530-1D4D8668FC85}"/>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[코드 저장 외 실제 모델 청구]</a:t>
            </a:r>
          </a:p>
        </p:txBody>
      </p:sp>
      <p:sp>
        <p:nvSpPr>
          <p:cNvPr id="310" name="dp42-v5-summary / n16">
            <a:extLst xmlns:a="http://schemas.openxmlformats.org/drawingml/2006/main">
              <a:ext uri="{FF2B5EF4-FFF2-40B4-BE49-F238E27FC236}">
                <a16:creationId xmlns:a16="http://schemas.microsoft.com/office/drawing/2014/main" id="{6A6B042C-2191-416B-A1F7-A5F794832EA7}"/>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[IPC 외 실제 모델 청구]</a:t>
            </a:r>
          </a:p>
        </p:txBody>
      </p:sp>
      <p:sp>
        <p:nvSpPr>
          <p:cNvPr id="311" name="dp42-v5-summary / n17">
            <a:extLst xmlns:a="http://schemas.openxmlformats.org/drawingml/2006/main">
              <a:ext uri="{FF2B5EF4-FFF2-40B4-BE49-F238E27FC236}">
                <a16:creationId xmlns:a16="http://schemas.microsoft.com/office/drawing/2014/main" id="{F9653F1A-07BE-4B88-BF86-57A0BC2DE4E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2-v5-summary / n18">
            <a:extLst xmlns:a="http://schemas.openxmlformats.org/drawingml/2006/main">
              <a:ext uri="{FF2B5EF4-FFF2-40B4-BE49-F238E27FC236}">
                <a16:creationId xmlns:a16="http://schemas.microsoft.com/office/drawing/2014/main" id="{64371A0C-93EB-481C-BDA2-BFD1CE325ECB}"/>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2-v5-summary / n19">
            <a:extLst xmlns:a="http://schemas.openxmlformats.org/drawingml/2006/main">
              <a:ext uri="{FF2B5EF4-FFF2-40B4-BE49-F238E27FC236}">
                <a16:creationId xmlns:a16="http://schemas.microsoft.com/office/drawing/2014/main" id="{16C61A28-CD0D-4F15-9BAB-C1096EF453D7}"/>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상태 계약의 실제 수정]</a:t>
            </a:r>
          </a:p>
        </p:txBody>
      </p:sp>
      <p:sp>
        <p:nvSpPr>
          <p:cNvPr id="314" name="dp42-v5-summary / n20">
            <a:extLst xmlns:a="http://schemas.openxmlformats.org/drawingml/2006/main">
              <a:ext uri="{FF2B5EF4-FFF2-40B4-BE49-F238E27FC236}">
                <a16:creationId xmlns:a16="http://schemas.microsoft.com/office/drawing/2014/main" id="{0C6F7E2E-07B0-42C7-BF74-26B88B4BDB2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인계 계약의 실제 수정]</a:t>
            </a:r>
          </a:p>
        </p:txBody>
      </p:sp>
      <p:sp>
        <p:nvSpPr>
          <p:cNvPr id="315" name="dp42-v5-summary / n21">
            <a:extLst xmlns:a="http://schemas.openxmlformats.org/drawingml/2006/main">
              <a:ext uri="{FF2B5EF4-FFF2-40B4-BE49-F238E27FC236}">
                <a16:creationId xmlns:a16="http://schemas.microsoft.com/office/drawing/2014/main" id="{99A2785B-B640-4165-A554-F2CA84C88B5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6" name="dp42-v5-summary / n22">
            <a:extLst xmlns:a="http://schemas.openxmlformats.org/drawingml/2006/main">
              <a:ext uri="{FF2B5EF4-FFF2-40B4-BE49-F238E27FC236}">
                <a16:creationId xmlns:a16="http://schemas.microsoft.com/office/drawing/2014/main" id="{EAFB6D55-0D87-46F2-8955-AD793DE0D41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17" name="dp42-v5-summary / n23">
            <a:extLst xmlns:a="http://schemas.openxmlformats.org/drawingml/2006/main">
              <a:ext uri="{FF2B5EF4-FFF2-40B4-BE49-F238E27FC236}">
                <a16:creationId xmlns:a16="http://schemas.microsoft.com/office/drawing/2014/main" id="{1C3646B8-938B-4A5D-918C-E9260953C3AD}"/>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[통합 실행체의 상태와 대기열]</a:t>
            </a:r>
          </a:p>
        </p:txBody>
      </p:sp>
      <p:sp>
        <p:nvSpPr>
          <p:cNvPr id="318" name="dp42-v5-summary / n24">
            <a:extLst xmlns:a="http://schemas.openxmlformats.org/drawingml/2006/main">
              <a:ext uri="{FF2B5EF4-FFF2-40B4-BE49-F238E27FC236}">
                <a16:creationId xmlns:a16="http://schemas.microsoft.com/office/drawing/2014/main" id="{2FD0F2FD-0ED4-4109-9805-83627B86BAF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2,080MiB  [추가 process와 receipt 상태]</a:t>
            </a:r>
          </a:p>
        </p:txBody>
      </p:sp>
      <p:sp>
        <p:nvSpPr>
          <p:cNvPr id="319" name="dp42-v5-summary / n25">
            <a:extLst xmlns:a="http://schemas.openxmlformats.org/drawingml/2006/main">
              <a:ext uri="{FF2B5EF4-FFF2-40B4-BE49-F238E27FC236}">
                <a16:creationId xmlns:a16="http://schemas.microsoft.com/office/drawing/2014/main" id="{D251C843-FE50-49F8-870E-E2590AD3F181}"/>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20" name="dp42-v5-summary / n26">
            <a:extLst xmlns:a="http://schemas.openxmlformats.org/drawingml/2006/main">
              <a:ext uri="{FF2B5EF4-FFF2-40B4-BE49-F238E27FC236}">
                <a16:creationId xmlns:a16="http://schemas.microsoft.com/office/drawing/2014/main" id="{9C7CAE37-D153-417C-9BE9-7EA721D0BA5B}"/>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32.xml><?xml version="1.0" encoding="utf-8"?>
<p:sld xmlns:p="http://schemas.openxmlformats.org/presentationml/2006/main">
  <p:cSld name="dp42-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2-v5-qa-detail / n1">
            <a:extLst xmlns:a="http://schemas.openxmlformats.org/drawingml/2006/main">
              <a:ext uri="{FF2B5EF4-FFF2-40B4-BE49-F238E27FC236}">
                <a16:creationId xmlns:a16="http://schemas.microsoft.com/office/drawing/2014/main" id="{E0052E12-1DAD-4541-9BED-863C770F4ECB}"/>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2-v5-qa-detail / n2">
            <a:extLst xmlns:a="http://schemas.openxmlformats.org/drawingml/2006/main">
              <a:ext uri="{FF2B5EF4-FFF2-40B4-BE49-F238E27FC236}">
                <a16:creationId xmlns:a16="http://schemas.microsoft.com/office/drawing/2014/main" id="{9AC23387-E6B6-4089-98BA-060D1546A1EB}"/>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평가</a:t>
            </a:r>
          </a:p>
        </p:txBody>
      </p:sp>
      <p:sp>
        <p:nvSpPr>
          <p:cNvPr id="3" name="dp42-v5-qa-detail / n3">
            <a:extLst xmlns:a="http://schemas.openxmlformats.org/drawingml/2006/main">
              <a:ext uri="{FF2B5EF4-FFF2-40B4-BE49-F238E27FC236}">
                <a16:creationId xmlns:a16="http://schemas.microsoft.com/office/drawing/2014/main" id="{616269BC-ECD1-4B52-84D1-CE987F38D7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5-qa-detail / n4">
            <a:extLst xmlns:a="http://schemas.openxmlformats.org/drawingml/2006/main">
              <a:ext uri="{FF2B5EF4-FFF2-40B4-BE49-F238E27FC236}">
                <a16:creationId xmlns:a16="http://schemas.microsoft.com/office/drawing/2014/main" id="{D1E736EA-DCCF-4FF8-B273-2CC4697CF24C}"/>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2-v5-qa-detail / n5">
            <a:extLst xmlns:a="http://schemas.openxmlformats.org/drawingml/2006/main">
              <a:ext uri="{FF2B5EF4-FFF2-40B4-BE49-F238E27FC236}">
                <a16:creationId xmlns:a16="http://schemas.microsoft.com/office/drawing/2014/main" id="{5CF79C2C-D2F5-4B8A-A70B-21FCB1741DA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2-v5-qa-detail / n6">
            <a:extLst xmlns:a="http://schemas.openxmlformats.org/drawingml/2006/main">
              <a:ext uri="{FF2B5EF4-FFF2-40B4-BE49-F238E27FC236}">
                <a16:creationId xmlns:a16="http://schemas.microsoft.com/office/drawing/2014/main" id="{AAA5A47A-97F4-4641-8F8D-C7146FE7DA4A}"/>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2-v5-qa-detail / n7">
            <a:extLst xmlns:a="http://schemas.openxmlformats.org/drawingml/2006/main">
              <a:ext uri="{FF2B5EF4-FFF2-40B4-BE49-F238E27FC236}">
                <a16:creationId xmlns:a16="http://schemas.microsoft.com/office/drawing/2014/main" id="{28838343-4710-478C-8F5D-65E9F4FF426A}"/>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2-v5-qa-detail / n8">
            <a:extLst xmlns:a="http://schemas.openxmlformats.org/drawingml/2006/main">
              <a:ext uri="{FF2B5EF4-FFF2-40B4-BE49-F238E27FC236}">
                <a16:creationId xmlns:a16="http://schemas.microsoft.com/office/drawing/2014/main" id="{3032A0CC-B2D8-4114-B35B-F9BB1E8845D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9" name="dp42-v5-qa-detail / n9">
            <a:extLst xmlns:a="http://schemas.openxmlformats.org/drawingml/2006/main">
              <a:ext uri="{FF2B5EF4-FFF2-40B4-BE49-F238E27FC236}">
                <a16:creationId xmlns:a16="http://schemas.microsoft.com/office/drawing/2014/main" id="{6186DAEB-3155-475A-81A0-AE05B47BB4D6}"/>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10" name="dp42-v5-qa-detail / n10">
            <a:extLst xmlns:a="http://schemas.openxmlformats.org/drawingml/2006/main">
              <a:ext uri="{FF2B5EF4-FFF2-40B4-BE49-F238E27FC236}">
                <a16:creationId xmlns:a16="http://schemas.microsoft.com/office/drawing/2014/main" id="{1BF400FA-6C22-4831-A025-5D1EA87B45E6}"/>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2-v5-qa-detail / n11">
            <a:extLst xmlns:a="http://schemas.openxmlformats.org/drawingml/2006/main">
              <a:ext uri="{FF2B5EF4-FFF2-40B4-BE49-F238E27FC236}">
                <a16:creationId xmlns:a16="http://schemas.microsoft.com/office/drawing/2014/main" id="{6C80D7EE-3CD2-4E7D-A5FD-B508FAE0B00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2-v5-qa-detail / n12">
            <a:extLst xmlns:a="http://schemas.openxmlformats.org/drawingml/2006/main">
              <a:ext uri="{FF2B5EF4-FFF2-40B4-BE49-F238E27FC236}">
                <a16:creationId xmlns:a16="http://schemas.microsoft.com/office/drawing/2014/main" id="{ACC0F7C7-127F-41DA-A70B-226379BD6B0C}"/>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2-v5-qa-detail / n13">
            <a:extLst xmlns:a="http://schemas.openxmlformats.org/drawingml/2006/main">
              <a:ext uri="{FF2B5EF4-FFF2-40B4-BE49-F238E27FC236}">
                <a16:creationId xmlns:a16="http://schemas.microsoft.com/office/drawing/2014/main" id="{05D3609A-88C5-4C2D-ABB7-4E2FFCE5839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2-v5-qa-detail / n14">
            <a:extLst xmlns:a="http://schemas.openxmlformats.org/drawingml/2006/main">
              <a:ext uri="{FF2B5EF4-FFF2-40B4-BE49-F238E27FC236}">
                <a16:creationId xmlns:a16="http://schemas.microsoft.com/office/drawing/2014/main" id="{CB30482C-3D5B-45A7-BFB2-2BD982D9CEF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2-v5-qa-detail / n15">
            <a:extLst xmlns:a="http://schemas.openxmlformats.org/drawingml/2006/main">
              <a:ext uri="{FF2B5EF4-FFF2-40B4-BE49-F238E27FC236}">
                <a16:creationId xmlns:a16="http://schemas.microsoft.com/office/drawing/2014/main" id="{94E7ABA1-8F4E-4F8F-8019-0235844CA74B}"/>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의미와 접수 및 현재성 검사</a:t>
            </a:r>
          </a:p>
        </p:txBody>
      </p:sp>
      <p:sp>
        <p:nvSpPr>
          <p:cNvPr id="16" name="dp42-v5-qa-detail / n16">
            <a:extLst xmlns:a="http://schemas.openxmlformats.org/drawingml/2006/main">
              <a:ext uri="{FF2B5EF4-FFF2-40B4-BE49-F238E27FC236}">
                <a16:creationId xmlns:a16="http://schemas.microsoft.com/office/drawing/2014/main" id="{3CB92D02-CDB9-4D07-8699-F9FDF33C9601}"/>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2-v5-qa-detail / n17">
            <a:extLst xmlns:a="http://schemas.openxmlformats.org/drawingml/2006/main">
              <a:ext uri="{FF2B5EF4-FFF2-40B4-BE49-F238E27FC236}">
                <a16:creationId xmlns:a16="http://schemas.microsoft.com/office/drawing/2014/main" id="{A0672D16-BCD5-4950-8852-B80DD4D80EA9}"/>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동일 검사와 receipt의 올바른 반영</a:t>
            </a:r>
          </a:p>
        </p:txBody>
      </p:sp>
      <p:sp>
        <p:nvSpPr>
          <p:cNvPr id="18" name="dp42-v5-qa-detail / n18">
            <a:extLst xmlns:a="http://schemas.openxmlformats.org/drawingml/2006/main">
              <a:ext uri="{FF2B5EF4-FFF2-40B4-BE49-F238E27FC236}">
                <a16:creationId xmlns:a16="http://schemas.microsoft.com/office/drawing/2014/main" id="{EB2A28A1-537A-452D-AC68-B935FAE3FA59}"/>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2-v5-qa-detail / n19">
            <a:extLst xmlns:a="http://schemas.openxmlformats.org/drawingml/2006/main">
              <a:ext uri="{FF2B5EF4-FFF2-40B4-BE49-F238E27FC236}">
                <a16:creationId xmlns:a16="http://schemas.microsoft.com/office/drawing/2014/main" id="{333ACB09-5CC8-4F98-BD3A-E6C7897CEAB9}"/>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2-v5-qa-detail / n20">
            <a:extLst xmlns:a="http://schemas.openxmlformats.org/drawingml/2006/main">
              <a:ext uri="{FF2B5EF4-FFF2-40B4-BE49-F238E27FC236}">
                <a16:creationId xmlns:a16="http://schemas.microsoft.com/office/drawing/2014/main" id="{89679BA1-10D4-448A-88EF-495E7DDAB0D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2-v5-qa-detail / n21">
            <a:extLst xmlns:a="http://schemas.openxmlformats.org/drawingml/2006/main">
              <a:ext uri="{FF2B5EF4-FFF2-40B4-BE49-F238E27FC236}">
                <a16:creationId xmlns:a16="http://schemas.microsoft.com/office/drawing/2014/main" id="{A183CDA9-39A8-40B7-A144-6D256214F06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2-v5-qa-detail / n22">
            <a:extLst xmlns:a="http://schemas.openxmlformats.org/drawingml/2006/main">
              <a:ext uri="{FF2B5EF4-FFF2-40B4-BE49-F238E27FC236}">
                <a16:creationId xmlns:a16="http://schemas.microsoft.com/office/drawing/2014/main" id="{8C6ABC98-5957-4577-8D56-5965B005BEA8}"/>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2-v5-qa-detail / n23">
            <a:extLst xmlns:a="http://schemas.openxmlformats.org/drawingml/2006/main">
              <a:ext uri="{FF2B5EF4-FFF2-40B4-BE49-F238E27FC236}">
                <a16:creationId xmlns:a16="http://schemas.microsoft.com/office/drawing/2014/main" id="{6A52D990-E1EF-4059-870C-CAF278572D44}"/>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2-v5-qa-detail / n24">
            <a:extLst xmlns:a="http://schemas.openxmlformats.org/drawingml/2006/main">
              <a:ext uri="{FF2B5EF4-FFF2-40B4-BE49-F238E27FC236}">
                <a16:creationId xmlns:a16="http://schemas.microsoft.com/office/drawing/2014/main" id="{57ABAEE6-B9AE-48F1-A54F-58562A63710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2-v5-qa-detail / n25">
            <a:extLst xmlns:a="http://schemas.openxmlformats.org/drawingml/2006/main">
              <a:ext uri="{FF2B5EF4-FFF2-40B4-BE49-F238E27FC236}">
                <a16:creationId xmlns:a16="http://schemas.microsoft.com/office/drawing/2014/main" id="{0D379A5A-F6AF-4CFC-9437-CD87FEC5DD0A}"/>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commit과 대화 반영 대기</a:t>
            </a:r>
          </a:p>
        </p:txBody>
      </p:sp>
      <p:sp>
        <p:nvSpPr>
          <p:cNvPr id="26" name="dp42-v5-qa-detail / n26">
            <a:extLst xmlns:a="http://schemas.openxmlformats.org/drawingml/2006/main">
              <a:ext uri="{FF2B5EF4-FFF2-40B4-BE49-F238E27FC236}">
                <a16:creationId xmlns:a16="http://schemas.microsoft.com/office/drawing/2014/main" id="{56FEC738-42C2-4E46-837F-14806C58B2E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2-v5-qa-detail / n27">
            <a:extLst xmlns:a="http://schemas.openxmlformats.org/drawingml/2006/main">
              <a:ext uri="{FF2B5EF4-FFF2-40B4-BE49-F238E27FC236}">
                <a16:creationId xmlns:a16="http://schemas.microsoft.com/office/drawing/2014/main" id="{F7254C71-C574-417E-89F1-25ED1F5AAE92}"/>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접수와 receipt 반영 대기</a:t>
            </a:r>
          </a:p>
        </p:txBody>
      </p:sp>
      <p:sp>
        <p:nvSpPr>
          <p:cNvPr id="28" name="dp42-v5-qa-detail / n28">
            <a:extLst xmlns:a="http://schemas.openxmlformats.org/drawingml/2006/main">
              <a:ext uri="{FF2B5EF4-FFF2-40B4-BE49-F238E27FC236}">
                <a16:creationId xmlns:a16="http://schemas.microsoft.com/office/drawing/2014/main" id="{546672EC-1ECE-4F3F-8B12-7ED015AAB9A6}"/>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2-v5-qa-detail / n29">
            <a:extLst xmlns:a="http://schemas.openxmlformats.org/drawingml/2006/main">
              <a:ext uri="{FF2B5EF4-FFF2-40B4-BE49-F238E27FC236}">
                <a16:creationId xmlns:a16="http://schemas.microsoft.com/office/drawing/2014/main" id="{46B1BAC1-96E4-4E21-92E5-BCB21F926CB1}"/>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2-v5-qa-detail / n30">
            <a:extLst xmlns:a="http://schemas.openxmlformats.org/drawingml/2006/main">
              <a:ext uri="{FF2B5EF4-FFF2-40B4-BE49-F238E27FC236}">
                <a16:creationId xmlns:a16="http://schemas.microsoft.com/office/drawing/2014/main" id="{ABA50E0E-0586-4FDC-97A7-9D6EB5F8CA7E}"/>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2-v5-qa-detail / n31">
            <a:extLst xmlns:a="http://schemas.openxmlformats.org/drawingml/2006/main">
              <a:ext uri="{FF2B5EF4-FFF2-40B4-BE49-F238E27FC236}">
                <a16:creationId xmlns:a16="http://schemas.microsoft.com/office/drawing/2014/main" id="{59050E6C-2A16-4876-A557-A3A9A2645A5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2-v5-qa-detail / n32">
            <a:extLst xmlns:a="http://schemas.openxmlformats.org/drawingml/2006/main">
              <a:ext uri="{FF2B5EF4-FFF2-40B4-BE49-F238E27FC236}">
                <a16:creationId xmlns:a16="http://schemas.microsoft.com/office/drawing/2014/main" id="{D76A025A-6521-4E5A-BF91-F486B25A62D0}"/>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2-v5-qa-detail / n33">
            <a:extLst xmlns:a="http://schemas.openxmlformats.org/drawingml/2006/main">
              <a:ext uri="{FF2B5EF4-FFF2-40B4-BE49-F238E27FC236}">
                <a16:creationId xmlns:a16="http://schemas.microsoft.com/office/drawing/2014/main" id="{775FF466-C3F6-4F67-8091-E81F45EE5AA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2-v5-qa-detail / n34">
            <a:extLst xmlns:a="http://schemas.openxmlformats.org/drawingml/2006/main">
              <a:ext uri="{FF2B5EF4-FFF2-40B4-BE49-F238E27FC236}">
                <a16:creationId xmlns:a16="http://schemas.microsoft.com/office/drawing/2014/main" id="{0AC44497-6110-4A0C-9E5A-3DDC5805E1C6}"/>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2-v5-qa-detail / n35">
            <a:extLst xmlns:a="http://schemas.openxmlformats.org/drawingml/2006/main">
              <a:ext uri="{FF2B5EF4-FFF2-40B4-BE49-F238E27FC236}">
                <a16:creationId xmlns:a16="http://schemas.microsoft.com/office/drawing/2014/main" id="{5B54F910-04BA-4523-AF83-9D2021E4E261}"/>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관련 상태의 공동 확정 경로</a:t>
            </a:r>
          </a:p>
        </p:txBody>
      </p:sp>
      <p:sp>
        <p:nvSpPr>
          <p:cNvPr id="36" name="dp42-v5-qa-detail / n36">
            <a:extLst xmlns:a="http://schemas.openxmlformats.org/drawingml/2006/main">
              <a:ext uri="{FF2B5EF4-FFF2-40B4-BE49-F238E27FC236}">
                <a16:creationId xmlns:a16="http://schemas.microsoft.com/office/drawing/2014/main" id="{6E96FA26-E099-4CBF-9744-2A65E83D5B4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2-v5-qa-detail / n37">
            <a:extLst xmlns:a="http://schemas.openxmlformats.org/drawingml/2006/main">
              <a:ext uri="{FF2B5EF4-FFF2-40B4-BE49-F238E27FC236}">
                <a16:creationId xmlns:a16="http://schemas.microsoft.com/office/drawing/2014/main" id="{D7292273-B6BC-4716-900D-0F627D5EB9C8}"/>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인계와 reconciliation의 전체 경로</a:t>
            </a:r>
          </a:p>
        </p:txBody>
      </p:sp>
      <p:sp>
        <p:nvSpPr>
          <p:cNvPr id="38" name="dp42-v5-qa-detail / n38">
            <a:extLst xmlns:a="http://schemas.openxmlformats.org/drawingml/2006/main">
              <a:ext uri="{FF2B5EF4-FFF2-40B4-BE49-F238E27FC236}">
                <a16:creationId xmlns:a16="http://schemas.microsoft.com/office/drawing/2014/main" id="{6E8A9371-F9ED-430E-9C42-27EBF679AE1C}"/>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2-v5-qa-detail / n39">
            <a:extLst xmlns:a="http://schemas.openxmlformats.org/drawingml/2006/main">
              <a:ext uri="{FF2B5EF4-FFF2-40B4-BE49-F238E27FC236}">
                <a16:creationId xmlns:a16="http://schemas.microsoft.com/office/drawing/2014/main" id="{03655D70-01E8-4F6F-94C2-3F4539D3702F}"/>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2-v5-qa-detail / n40">
            <a:extLst xmlns:a="http://schemas.openxmlformats.org/drawingml/2006/main">
              <a:ext uri="{FF2B5EF4-FFF2-40B4-BE49-F238E27FC236}">
                <a16:creationId xmlns:a16="http://schemas.microsoft.com/office/drawing/2014/main" id="{06EC16BF-DA90-49FF-8C44-A71246F28AA3}"/>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2-v5-qa-detail / n41">
            <a:extLst xmlns:a="http://schemas.openxmlformats.org/drawingml/2006/main">
              <a:ext uri="{FF2B5EF4-FFF2-40B4-BE49-F238E27FC236}">
                <a16:creationId xmlns:a16="http://schemas.microsoft.com/office/drawing/2014/main" id="{70EE21AD-A97E-420C-B24B-7CEC95FACEF9}"/>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2-v5-qa-detail / n42">
            <a:extLst xmlns:a="http://schemas.openxmlformats.org/drawingml/2006/main">
              <a:ext uri="{FF2B5EF4-FFF2-40B4-BE49-F238E27FC236}">
                <a16:creationId xmlns:a16="http://schemas.microsoft.com/office/drawing/2014/main" id="{9D82186A-07CC-4151-B0C0-4507D77FFEDA}"/>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2-v5-qa-detail / n43">
            <a:extLst xmlns:a="http://schemas.openxmlformats.org/drawingml/2006/main">
              <a:ext uri="{FF2B5EF4-FFF2-40B4-BE49-F238E27FC236}">
                <a16:creationId xmlns:a16="http://schemas.microsoft.com/office/drawing/2014/main" id="{0FF2BC54-AA01-40A7-9C66-2E55B99EE186}"/>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2-v5-qa-detail / n44">
            <a:extLst xmlns:a="http://schemas.openxmlformats.org/drawingml/2006/main">
              <a:ext uri="{FF2B5EF4-FFF2-40B4-BE49-F238E27FC236}">
                <a16:creationId xmlns:a16="http://schemas.microsoft.com/office/drawing/2014/main" id="{23BDA1F8-349E-4C2B-9B27-8F88FAF88FD9}"/>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2-v5-qa-detail / n45">
            <a:extLst xmlns:a="http://schemas.openxmlformats.org/drawingml/2006/main">
              <a:ext uri="{FF2B5EF4-FFF2-40B4-BE49-F238E27FC236}">
                <a16:creationId xmlns:a16="http://schemas.microsoft.com/office/drawing/2014/main" id="{41E4D9DF-BACE-4042-ADBB-E4427D978E5D}"/>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코드 저장 외 실제 모델 청구</a:t>
            </a:r>
          </a:p>
        </p:txBody>
      </p:sp>
      <p:sp>
        <p:nvSpPr>
          <p:cNvPr id="46" name="dp42-v5-qa-detail / n46">
            <a:extLst xmlns:a="http://schemas.openxmlformats.org/drawingml/2006/main">
              <a:ext uri="{FF2B5EF4-FFF2-40B4-BE49-F238E27FC236}">
                <a16:creationId xmlns:a16="http://schemas.microsoft.com/office/drawing/2014/main" id="{0816BA81-618A-4B62-8DA1-6E2D95375788}"/>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2-v5-qa-detail / n47">
            <a:extLst xmlns:a="http://schemas.openxmlformats.org/drawingml/2006/main">
              <a:ext uri="{FF2B5EF4-FFF2-40B4-BE49-F238E27FC236}">
                <a16:creationId xmlns:a16="http://schemas.microsoft.com/office/drawing/2014/main" id="{F6FCE6FE-FB2B-4993-9D6D-864F2DF06D7D}"/>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IPC 외 실제 모델 청구</a:t>
            </a:r>
          </a:p>
        </p:txBody>
      </p:sp>
      <p:sp>
        <p:nvSpPr>
          <p:cNvPr id="48" name="dp42-v5-qa-detail / n48">
            <a:extLst xmlns:a="http://schemas.openxmlformats.org/drawingml/2006/main">
              <a:ext uri="{FF2B5EF4-FFF2-40B4-BE49-F238E27FC236}">
                <a16:creationId xmlns:a16="http://schemas.microsoft.com/office/drawing/2014/main" id="{29913499-9549-4D7D-9932-BCEDFD96A7F7}"/>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2-v5-qa-detail / n49">
            <a:extLst xmlns:a="http://schemas.openxmlformats.org/drawingml/2006/main">
              <a:ext uri="{FF2B5EF4-FFF2-40B4-BE49-F238E27FC236}">
                <a16:creationId xmlns:a16="http://schemas.microsoft.com/office/drawing/2014/main" id="{7F6FE70F-4CF9-46E3-BA79-EA5987ED7DC8}"/>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2-v5-qa-detail / n50">
            <a:extLst xmlns:a="http://schemas.openxmlformats.org/drawingml/2006/main">
              <a:ext uri="{FF2B5EF4-FFF2-40B4-BE49-F238E27FC236}">
                <a16:creationId xmlns:a16="http://schemas.microsoft.com/office/drawing/2014/main" id="{6F897435-9B71-4F1C-B30C-33BBEDB7B8AE}"/>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2-v5-qa-detail / n51">
            <a:extLst xmlns:a="http://schemas.openxmlformats.org/drawingml/2006/main">
              <a:ext uri="{FF2B5EF4-FFF2-40B4-BE49-F238E27FC236}">
                <a16:creationId xmlns:a16="http://schemas.microsoft.com/office/drawing/2014/main" id="{77230508-5978-44F7-9F17-594B9BABF06E}"/>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2-v5-qa-detail / n52">
            <a:extLst xmlns:a="http://schemas.openxmlformats.org/drawingml/2006/main">
              <a:ext uri="{FF2B5EF4-FFF2-40B4-BE49-F238E27FC236}">
                <a16:creationId xmlns:a16="http://schemas.microsoft.com/office/drawing/2014/main" id="{BFAE2C7C-FF1E-4A1F-B5F4-FC807FBC9006}"/>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2-v5-qa-detail / n53">
            <a:extLst xmlns:a="http://schemas.openxmlformats.org/drawingml/2006/main">
              <a:ext uri="{FF2B5EF4-FFF2-40B4-BE49-F238E27FC236}">
                <a16:creationId xmlns:a16="http://schemas.microsoft.com/office/drawing/2014/main" id="{2DEA17DF-9C5C-40F3-9272-5BF240CA043C}"/>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2-v5-qa-detail / n54">
            <a:extLst xmlns:a="http://schemas.openxmlformats.org/drawingml/2006/main">
              <a:ext uri="{FF2B5EF4-FFF2-40B4-BE49-F238E27FC236}">
                <a16:creationId xmlns:a16="http://schemas.microsoft.com/office/drawing/2014/main" id="{86D35AE4-1A1C-4441-8778-A7F39F2A121A}"/>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2-v5-qa-detail / n55">
            <a:extLst xmlns:a="http://schemas.openxmlformats.org/drawingml/2006/main">
              <a:ext uri="{FF2B5EF4-FFF2-40B4-BE49-F238E27FC236}">
                <a16:creationId xmlns:a16="http://schemas.microsoft.com/office/drawing/2014/main" id="{6557B021-0E70-4839-8BCE-D1F7095ABDE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상태 계약의 실제 수정</a:t>
            </a:r>
          </a:p>
        </p:txBody>
      </p:sp>
      <p:sp>
        <p:nvSpPr>
          <p:cNvPr id="56" name="dp42-v5-qa-detail / n56">
            <a:extLst xmlns:a="http://schemas.openxmlformats.org/drawingml/2006/main">
              <a:ext uri="{FF2B5EF4-FFF2-40B4-BE49-F238E27FC236}">
                <a16:creationId xmlns:a16="http://schemas.microsoft.com/office/drawing/2014/main" id="{24D12290-C101-4E09-832C-0CC6B4A77186}"/>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2-v5-qa-detail / n57">
            <a:extLst xmlns:a="http://schemas.openxmlformats.org/drawingml/2006/main">
              <a:ext uri="{FF2B5EF4-FFF2-40B4-BE49-F238E27FC236}">
                <a16:creationId xmlns:a16="http://schemas.microsoft.com/office/drawing/2014/main" id="{660985D6-1122-4DA6-A2C7-305ADB98995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인계 계약의 실제 수정</a:t>
            </a:r>
          </a:p>
        </p:txBody>
      </p:sp>
      <p:sp>
        <p:nvSpPr>
          <p:cNvPr id="58" name="dp42-v5-qa-detail / n58">
            <a:extLst xmlns:a="http://schemas.openxmlformats.org/drawingml/2006/main">
              <a:ext uri="{FF2B5EF4-FFF2-40B4-BE49-F238E27FC236}">
                <a16:creationId xmlns:a16="http://schemas.microsoft.com/office/drawing/2014/main" id="{778CC2C5-B11E-4DF2-86B5-DB540DE5B161}"/>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2-v5-qa-detail / n59">
            <a:extLst xmlns:a="http://schemas.openxmlformats.org/drawingml/2006/main">
              <a:ext uri="{FF2B5EF4-FFF2-40B4-BE49-F238E27FC236}">
                <a16:creationId xmlns:a16="http://schemas.microsoft.com/office/drawing/2014/main" id="{20CDC1C6-0D8C-4AD9-98D5-2409CB745597}"/>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2-v5-qa-detail / n60">
            <a:extLst xmlns:a="http://schemas.openxmlformats.org/drawingml/2006/main">
              <a:ext uri="{FF2B5EF4-FFF2-40B4-BE49-F238E27FC236}">
                <a16:creationId xmlns:a16="http://schemas.microsoft.com/office/drawing/2014/main" id="{A3D9A227-2830-473B-B4D0-FE05402D8F1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2-v5-qa-detail / n61">
            <a:extLst xmlns:a="http://schemas.openxmlformats.org/drawingml/2006/main">
              <a:ext uri="{FF2B5EF4-FFF2-40B4-BE49-F238E27FC236}">
                <a16:creationId xmlns:a16="http://schemas.microsoft.com/office/drawing/2014/main" id="{83D2913F-66E7-4E29-8AC6-E17044B64FFC}"/>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2-v5-qa-detail / n62">
            <a:extLst xmlns:a="http://schemas.openxmlformats.org/drawingml/2006/main">
              <a:ext uri="{FF2B5EF4-FFF2-40B4-BE49-F238E27FC236}">
                <a16:creationId xmlns:a16="http://schemas.microsoft.com/office/drawing/2014/main" id="{3B442BC9-755B-47F5-AF10-EC479C7FE13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2-v5-qa-detail / n63">
            <a:extLst xmlns:a="http://schemas.openxmlformats.org/drawingml/2006/main">
              <a:ext uri="{FF2B5EF4-FFF2-40B4-BE49-F238E27FC236}">
                <a16:creationId xmlns:a16="http://schemas.microsoft.com/office/drawing/2014/main" id="{34326D37-5158-4C86-89A3-A58C6C91ADEB}"/>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2-v5-qa-detail / n64">
            <a:extLst xmlns:a="http://schemas.openxmlformats.org/drawingml/2006/main">
              <a:ext uri="{FF2B5EF4-FFF2-40B4-BE49-F238E27FC236}">
                <a16:creationId xmlns:a16="http://schemas.microsoft.com/office/drawing/2014/main" id="{2C3D3F81-F166-4CC5-B1F1-F0159468CB0D}"/>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2-v5-qa-detail / n65">
            <a:extLst xmlns:a="http://schemas.openxmlformats.org/drawingml/2006/main">
              <a:ext uri="{FF2B5EF4-FFF2-40B4-BE49-F238E27FC236}">
                <a16:creationId xmlns:a16="http://schemas.microsoft.com/office/drawing/2014/main" id="{D49112B5-316D-405C-A861-6061A0437C1B}"/>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통합 실행체의 상태와 대기열</a:t>
            </a:r>
          </a:p>
        </p:txBody>
      </p:sp>
      <p:sp>
        <p:nvSpPr>
          <p:cNvPr id="66" name="dp42-v5-qa-detail / n66">
            <a:extLst xmlns:a="http://schemas.openxmlformats.org/drawingml/2006/main">
              <a:ext uri="{FF2B5EF4-FFF2-40B4-BE49-F238E27FC236}">
                <a16:creationId xmlns:a16="http://schemas.microsoft.com/office/drawing/2014/main" id="{003015C0-6ECD-440A-B3BA-F8A4AAE486F5}"/>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2,080MiB (가정)</a:t>
            </a:r>
          </a:p>
        </p:txBody>
      </p:sp>
      <p:sp>
        <p:nvSpPr>
          <p:cNvPr id="67" name="dp42-v5-qa-detail / n67">
            <a:extLst xmlns:a="http://schemas.openxmlformats.org/drawingml/2006/main">
              <a:ext uri="{FF2B5EF4-FFF2-40B4-BE49-F238E27FC236}">
                <a16:creationId xmlns:a16="http://schemas.microsoft.com/office/drawing/2014/main" id="{CA74D0FF-BEEE-4F31-8B5F-952DC8CE53B7}"/>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추가 process와 receipt 상태</a:t>
            </a:r>
          </a:p>
        </p:txBody>
      </p:sp>
      <p:sp>
        <p:nvSpPr>
          <p:cNvPr id="68" name="dp42-v5-qa-detail / n68">
            <a:extLst xmlns:a="http://schemas.openxmlformats.org/drawingml/2006/main">
              <a:ext uri="{FF2B5EF4-FFF2-40B4-BE49-F238E27FC236}">
                <a16:creationId xmlns:a16="http://schemas.microsoft.com/office/drawing/2014/main" id="{67B44F0A-0452-4DC0-81D8-435E2D234D24}"/>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2-v5-qa-detail / n69">
            <a:extLst xmlns:a="http://schemas.openxmlformats.org/drawingml/2006/main">
              <a:ext uri="{FF2B5EF4-FFF2-40B4-BE49-F238E27FC236}">
                <a16:creationId xmlns:a16="http://schemas.microsoft.com/office/drawing/2014/main" id="{FE0C7A5A-3EDE-4C4C-A686-7E8FC8AC891F}"/>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2-v5-qa-detail / n70">
            <a:extLst xmlns:a="http://schemas.openxmlformats.org/drawingml/2006/main">
              <a:ext uri="{FF2B5EF4-FFF2-40B4-BE49-F238E27FC236}">
                <a16:creationId xmlns:a16="http://schemas.microsoft.com/office/drawing/2014/main" id="{70009BE0-A31E-4FB0-8B5A-6FDD0930EA13}"/>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2-v5-qa-detail / n71">
            <a:extLst xmlns:a="http://schemas.openxmlformats.org/drawingml/2006/main">
              <a:ext uri="{FF2B5EF4-FFF2-40B4-BE49-F238E27FC236}">
                <a16:creationId xmlns:a16="http://schemas.microsoft.com/office/drawing/2014/main" id="{93E560E6-16C5-411F-BAB6-494B44198617}"/>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2-v5-qa-detail / n72">
            <a:extLst xmlns:a="http://schemas.openxmlformats.org/drawingml/2006/main">
              <a:ext uri="{FF2B5EF4-FFF2-40B4-BE49-F238E27FC236}">
                <a16:creationId xmlns:a16="http://schemas.microsoft.com/office/drawing/2014/main" id="{A494667C-15FC-4119-B46C-05B345E93077}"/>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2-v5-qa-detail / n73">
            <a:extLst xmlns:a="http://schemas.openxmlformats.org/drawingml/2006/main">
              <a:ext uri="{FF2B5EF4-FFF2-40B4-BE49-F238E27FC236}">
                <a16:creationId xmlns:a16="http://schemas.microsoft.com/office/drawing/2014/main" id="{17CE71E5-4D06-4C08-8C7B-F02FCF64EFDB}"/>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2-v5-qa-detail / n74">
            <a:extLst xmlns:a="http://schemas.openxmlformats.org/drawingml/2006/main">
              <a:ext uri="{FF2B5EF4-FFF2-40B4-BE49-F238E27FC236}">
                <a16:creationId xmlns:a16="http://schemas.microsoft.com/office/drawing/2014/main" id="{C455F8E0-DCB2-4A02-B433-A7BE40CD9457}"/>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S6-04: 확정/접수 A 0.010초 / B 0.025초. 모델과 외부 접수는 공통이며 전체 평균은 아니다.</a:t>
            </a:r>
          </a:p>
        </p:txBody>
      </p:sp>
      <p:sp>
        <p:nvSpPr>
          <p:cNvPr id="75" name="dp42-v5-qa-detail / n75">
            <a:extLst xmlns:a="http://schemas.openxmlformats.org/drawingml/2006/main">
              <a:ext uri="{FF2B5EF4-FFF2-40B4-BE49-F238E27FC236}">
                <a16:creationId xmlns:a16="http://schemas.microsoft.com/office/drawing/2014/main" id="{4F200CD4-152C-4229-ADFC-9CEA573A0FC9}"/>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2-v5-qa-detail / n76">
            <a:extLst xmlns:a="http://schemas.openxmlformats.org/drawingml/2006/main">
              <a:ext uri="{FF2B5EF4-FFF2-40B4-BE49-F238E27FC236}">
                <a16:creationId xmlns:a16="http://schemas.microsoft.com/office/drawing/2014/main" id="{A50400FF-8397-42FE-98F6-CA34DEC4F3D0}"/>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2" name="r3-1">
            <a:extLst>
              <a:ext uri="{FF2B5EF4-FFF2-40B4-BE49-F238E27FC236}">
                <ns2:creationId id="{8CAC8117-16F8-4F9D-8317-AAE3EC84E1F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3" name="line-2">
            <a:extLst>
              <a:ext uri="{FF2B5EF4-FFF2-40B4-BE49-F238E27FC236}">
                <ns2:creationId id="{1F04E5D7-6604-4B32-8D5A-9E70895E6885}"/>
              </a:ext>
            </a:extLst>
          </p:cNvPr>
          <p:cNvSpPr>
            <a:spLocks noGrp="1"/>
          </p:cNvSpPr>
          <p:nvPr/>
        </p:nvSpPr>
        <p:spPr>
          <a:xfrm flipH="0">
            <a:off x="428625" y="971550"/>
            <a:ext cx="17430750" cy="0"/>
          </a:xfrm>
          <a:prstGeom prst="line">
            <a:avLst/>
          </a:prstGeom>
          <a:noFill/>
          <a:ln w="14288">
            <a:solidFill>
              <a:srgbClr val="6C747C"/>
            </a:solidFill>
          </a:ln>
        </p:spPr>
      </p:sp>
      <p:sp>
        <p:nvSpPr>
          <p:cNvPr id="4" name="r3-3">
            <a:extLst>
              <a:ext uri="{FF2B5EF4-FFF2-40B4-BE49-F238E27FC236}">
                <ns2:creationId id="{5D800A3F-CABC-4308-9166-7DAF8662354C}"/>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4">
            <a:extLst>
              <a:ext uri="{FF2B5EF4-FFF2-40B4-BE49-F238E27FC236}">
                <ns2:creationId id="{EE344BD5-A6DC-4CB7-B0B9-BACB68666A2A}"/>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6" name="r3-5">
            <a:extLst>
              <a:ext uri="{FF2B5EF4-FFF2-40B4-BE49-F238E27FC236}">
                <ns2:creationId id="{5ECD5165-4A5E-4669-AB00-85E21B2BA05D}"/>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
            <a:extLst>
              <a:ext uri="{FF2B5EF4-FFF2-40B4-BE49-F238E27FC236}">
                <ns2:creationId id="{AE7D1F32-45B1-4DA1-971C-5910B03C6135}"/>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8" name="r3-7">
            <a:extLst>
              <a:ext uri="{FF2B5EF4-FFF2-40B4-BE49-F238E27FC236}">
                <ns2:creationId id="{194B31F5-3247-439B-8C74-15BBAE0DB6C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8">
            <a:extLst>
              <a:ext uri="{FF2B5EF4-FFF2-40B4-BE49-F238E27FC236}">
                <ns2:creationId id="{88798B45-16FB-4AB2-ACF7-6E6610600246}"/>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10" name="r3-9">
            <a:extLst>
              <a:ext uri="{FF2B5EF4-FFF2-40B4-BE49-F238E27FC236}">
                <ns2:creationId id="{F6CFE006-9B0B-447D-8A36-45C993829EDA}"/>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10">
            <a:extLst>
              <a:ext uri="{FF2B5EF4-FFF2-40B4-BE49-F238E27FC236}">
                <ns2:creationId id="{6B8203DC-D402-43CF-90AB-C3619D54AA55}"/>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2" name="r3-11">
            <a:extLst>
              <a:ext uri="{FF2B5EF4-FFF2-40B4-BE49-F238E27FC236}">
                <ns2:creationId id="{47B018C3-A7AC-4BE4-A77F-68B7D6B38E2D}"/>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12">
            <a:extLst>
              <a:ext uri="{FF2B5EF4-FFF2-40B4-BE49-F238E27FC236}">
                <ns2:creationId id="{D1CDE218-9368-46CC-976D-B3F71B741ECD}"/>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122445"/>
          </a:solidFill>
          <a:ln w="14288">
            <a:solidFill>
              <a:srgbClr val="CAD2D9"/>
            </a:solidFill>
          </a:ln>
        </p:spPr>
      </p:sp>
      <p:sp>
        <p:nvSpPr>
          <p:cNvPr id="15" name="r3-15">
            <a:extLst>
              <a:ext uri="{FF2B5EF4-FFF2-40B4-BE49-F238E27FC236}">
                <ns2:creationId id="{43866F53-5468-4287-8E54-A0A623F7C35D}"/>
              </a:ext>
            </a:extLst>
          </p:cNvPr>
          <p:cNvSpPr>
            <a:spLocks noGrp="1"/>
          </p:cNvSpPr>
          <p:nvPr/>
        </p:nvSpPr>
        <p:spPr>
          <a:xfrm>
            <a:off x="1085850" y="1385888"/>
            <a:ext cx="7272338"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PC 업무를 수행하는 AI의 등장</a:t>
            </a: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122445"/>
          </a:solidFill>
          <a:ln w="14288">
            <a:solidFill>
              <a:srgbClr val="CAD2D9"/>
            </a:solidFill>
          </a:ln>
        </p:spPr>
      </p:sp>
      <p:sp>
        <p:nvSpPr>
          <p:cNvPr id="17" name="r3-17">
            <a:extLst>
              <a:ext uri="{FF2B5EF4-FFF2-40B4-BE49-F238E27FC236}">
                <ns2:creationId id="{7C2B80B6-5FEB-4339-8F7E-9889897F2A62}"/>
              </a:ext>
            </a:extLst>
          </p:cNvPr>
          <p:cNvSpPr>
            <a:spLocks noGrp="1"/>
          </p:cNvSpPr>
          <p:nvPr/>
        </p:nvSpPr>
        <p:spPr>
          <a:xfrm>
            <a:off x="9929812" y="1385888"/>
            <a:ext cx="7272338"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화면을 보며 말로 지시하는 상호작용</a:t>
            </a: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20262C"/>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자료를 찾아 업무 앱까지 조작하는 AI</a:t>
            </a: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화면을 읽고, 필요한 정보를 찾아 신청서에 입력</a:t>
            </a:r>
          </a:p>
        </p:txBody>
      </p:sp>
      <p:pic>
        <p:nvPicPr>
          <p:cNvPr id="22"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거래처 검색 → 정보 확인 → 신청서 입력</a:t>
            </a: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Anthropic computer use 공개 시연, 2024.10 / 발췌, 3배속 ]</a:t>
            </a: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20262C"/>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사무 업무부터 개발 업무까지 적용 영역 확대</a:t>
            </a: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여러 앱을 활용한 사무 업무</a:t>
            </a: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파일과 앱의 자료로 보고서 작성</a:t>
            </a:r>
          </a:p>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자료를 비교해 표와 발표자료 생성</a:t>
            </a: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개발에 필요한 전문 업무</a:t>
            </a: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코드를 탐색하고 수정</a:t>
            </a:r>
          </a:p>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테스트로 문제를 확인하고 보완</a:t>
            </a: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20262C"/>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화면의 대상을 가리키며 음성으로 요청</a:t>
            </a: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앞선 결과를 보며 수정하고, 다음 작업으로 연결</a:t>
            </a: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원을 로켓 창문으로 수정 → 3D 모델 작업으로 연결</a:t>
            </a: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OpenAI GPT-6 Astra 공개 시연 / 발췌, 1.5배속 ]</a:t>
            </a: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20262C"/>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당사 PC에서 시작하고 이어가는 음성 사용자 접점</a:t>
            </a: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사용자</a:t>
            </a: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당사 PC의 대화 접점</a:t>
            </a: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다양한 업무 AI</a:t>
            </a: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화면과 대화의 맥락을 기기 경험과 연결하고,</a:t>
            </a: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E6EACB"/>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250" b="1">
                <a:solidFill>
                  <a:srgbClr val="20262C"/>
                </a:solidFill>
                <a:latin typeface="Apple SD Gothic Neo"/>
                <a:ea typeface="Apple SD Gothic Neo"/>
                <a:cs typeface="Apple SD Gothic Neo"/>
              </a:defRPr>
            </a:pPr>
            <a:r>
              <a:rPr sz="225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38" b="0">
                <a:solidFill>
                  <a:srgbClr val="657079"/>
                </a:solidFill>
                <a:latin typeface="Apple SD Gothic Neo"/>
                <a:ea typeface="Apple SD Gothic Neo"/>
                <a:cs typeface="Apple SD Gothic Neo"/>
              </a:defRPr>
            </a:pPr>
            <a:r>
              <a:rPr sz="1238" b="0">
                <a:solidFill>
                  <a:srgbClr val="657079"/>
                </a:solidFill>
                <a:latin typeface="Apple SD Gothic Neo"/>
                <a:ea typeface="Apple SD Gothic Neo"/>
                <a:cs typeface="Apple SD Gothic Neo"/>
              </a:rPr>
              <a:t>좌: Anthropic 공개 제품 사례 / 우: 사용자가 전달한 CTO 방향을 바탕으로 정리</a:t>
            </a:r>
          </a:p>
        </p:txBody>
      </p:sp>
      <p:sp>
        <p:nvSpPr>
          <p:cNvPr id="57" name="v2-469-header-white">
            <a:extLst>
              <a:ext uri="{FF2B5EF4-FFF2-40B4-BE49-F238E27FC236}">
                <ns2:creationId id="{42B64C09-E667-431D-A95D-91DB0FFC313F}"/>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58" name="v2-470-page">
            <a:extLst>
              <a:ext uri="{FF2B5EF4-FFF2-40B4-BE49-F238E27FC236}">
                <ns2:creationId id="{143BF172-B19B-4F35-B366-09C15B6FCF5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1</a:t>
            </a: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2" name="r3-55">
            <a:extLst>
              <a:ext uri="{FF2B5EF4-FFF2-40B4-BE49-F238E27FC236}">
                <ns2:creationId id="{4F10A4B6-5D16-454B-8BB5-D264799AED9B}"/>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3" name="line-56">
            <a:extLst>
              <a:ext uri="{FF2B5EF4-FFF2-40B4-BE49-F238E27FC236}">
                <ns2:creationId id="{6CCC342C-0EED-4D43-8536-FFD24DC0A115}"/>
              </a:ext>
            </a:extLst>
          </p:cNvPr>
          <p:cNvSpPr>
            <a:spLocks noGrp="1"/>
          </p:cNvSpPr>
          <p:nvPr/>
        </p:nvSpPr>
        <p:spPr>
          <a:xfrm flipH="0">
            <a:off x="428625" y="971550"/>
            <a:ext cx="17430750" cy="0"/>
          </a:xfrm>
          <a:prstGeom prst="line">
            <a:avLst/>
          </a:prstGeom>
          <a:noFill/>
          <a:ln w="14288">
            <a:solidFill>
              <a:srgbClr val="6C747C"/>
            </a:solidFill>
          </a:ln>
        </p:spPr>
      </p:sp>
      <p:sp>
        <p:nvSpPr>
          <p:cNvPr id="4" name="r3-57">
            <a:extLst>
              <a:ext uri="{FF2B5EF4-FFF2-40B4-BE49-F238E27FC236}">
                <ns2:creationId id="{1A9B2A83-A38B-4986-ADDC-729D6C4CB17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58">
            <a:extLst>
              <a:ext uri="{FF2B5EF4-FFF2-40B4-BE49-F238E27FC236}">
                <ns2:creationId id="{9398A36F-0235-4D32-82BE-271C56710EB4}"/>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6" name="r3-59">
            <a:extLst>
              <a:ext uri="{FF2B5EF4-FFF2-40B4-BE49-F238E27FC236}">
                <ns2:creationId id="{FB20379E-8FA2-4019-8608-07FD1432E489}"/>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0">
            <a:extLst>
              <a:ext uri="{FF2B5EF4-FFF2-40B4-BE49-F238E27FC236}">
                <ns2:creationId id="{FA822008-FA24-4B4D-AF89-55979FBB9513}"/>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8" name="r3-61">
            <a:extLst>
              <a:ext uri="{FF2B5EF4-FFF2-40B4-BE49-F238E27FC236}">
                <ns2:creationId id="{6EA1C1AE-C7F9-4BD4-9B6D-51582AC1D38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62">
            <a:extLst>
              <a:ext uri="{FF2B5EF4-FFF2-40B4-BE49-F238E27FC236}">
                <ns2:creationId id="{321E688F-4A70-49BB-B0D0-39BA71F6F574}"/>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10" name="r3-63">
            <a:extLst>
              <a:ext uri="{FF2B5EF4-FFF2-40B4-BE49-F238E27FC236}">
                <ns2:creationId id="{84726BA7-2CEF-416F-8A44-1E8C2509AF07}"/>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64">
            <a:extLst>
              <a:ext uri="{FF2B5EF4-FFF2-40B4-BE49-F238E27FC236}">
                <ns2:creationId id="{F1D4221E-EF21-4AB0-9DE0-FA7E942F7741}"/>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2" name="r3-65">
            <a:extLst>
              <a:ext uri="{FF2B5EF4-FFF2-40B4-BE49-F238E27FC236}">
                <ns2:creationId id="{6AC10B34-3669-4AF2-8EA1-207CD83D43E0}"/>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66">
            <a:extLst>
              <a:ext uri="{FF2B5EF4-FFF2-40B4-BE49-F238E27FC236}">
                <ns2:creationId id="{4F8EB712-84F7-41A3-9A45-5CAFB06A2111}"/>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122445"/>
          </a:solidFill>
          <a:ln w="14288">
            <a:solidFill>
              <a:srgbClr val="CAD2D9"/>
            </a:solidFill>
          </a:ln>
        </p:spPr>
      </p:sp>
      <p:sp>
        <p:nvSpPr>
          <p:cNvPr id="16" name="r3-70">
            <a:extLst>
              <a:ext uri="{FF2B5EF4-FFF2-40B4-BE49-F238E27FC236}">
                <ns2:creationId id="{6E18A2A2-C644-4E28-9F32-4FF1CE83DB78}"/>
              </a:ext>
            </a:extLst>
          </p:cNvPr>
          <p:cNvSpPr>
            <a:spLocks noGrp="1"/>
          </p:cNvSpPr>
          <p:nvPr/>
        </p:nvSpPr>
        <p:spPr>
          <a:xfrm>
            <a:off x="785812" y="2314575"/>
            <a:ext cx="10315575"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VIA: PC에서 대화와 업무 연결을 담당</a:t>
            </a: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122445"/>
          </a:solidFill>
          <a:ln w="14288">
            <a:solidFill>
              <a:srgbClr val="CAD2D9"/>
            </a:solidFill>
          </a:ln>
        </p:spPr>
      </p:sp>
      <p:sp>
        <p:nvSpPr>
          <p:cNvPr id="18" name="r3-72">
            <a:extLst>
              <a:ext uri="{FF2B5EF4-FFF2-40B4-BE49-F238E27FC236}">
                <ns2:creationId id="{E1A06081-B3D9-4326-93D4-AA213D3D281C}"/>
              </a:ext>
            </a:extLst>
          </p:cNvPr>
          <p:cNvSpPr>
            <a:spLocks noGrp="1"/>
          </p:cNvSpPr>
          <p:nvPr/>
        </p:nvSpPr>
        <p:spPr>
          <a:xfrm>
            <a:off x="12644438" y="2314575"/>
            <a:ext cx="4914900" cy="542925"/>
          </a:xfrm>
          <a:prstGeom prst="rect">
            <a:avLst/>
          </a:prstGeom>
          <a:noFill/>
          <a:ln w="0">
            <a:noFill/>
          </a:ln>
        </p:spPr>
        <p:txBody>
          <a:bodyPr wrap="none" lIns="0" tIns="0" rIns="0" bIns="0" anchor="ctr">
            <a:noAutofit/>
          </a:bodyPr>
          <a:lstStyle/>
          <a:p>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연결된 AI: 맡은 업무를 수행</a:t>
            </a: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362" b="1">
                <a:solidFill>
                  <a:srgbClr val="258FAF"/>
                </a:solidFill>
                <a:latin typeface="Apple SD Gothic Neo"/>
                <a:ea typeface="Apple SD Gothic Neo"/>
                <a:cs typeface="Apple SD Gothic Neo"/>
              </a:defRPr>
            </a:pPr>
            <a:r>
              <a:rPr sz="2362"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122445"/>
          </a:solidFill>
          <a:ln w="0">
            <a:noFill/>
          </a:ln>
        </p:spPr>
      </p:sp>
      <p:sp>
        <p:nvSpPr>
          <p:cNvPr id="22" name="r3-76">
            <a:extLst>
              <a:ext uri="{FF2B5EF4-FFF2-40B4-BE49-F238E27FC236}">
                <ns2:creationId id="{B1F82549-7471-4B25-B99C-719B1F269AD6}"/>
              </a:ext>
            </a:extLst>
          </p:cNvPr>
          <p:cNvSpPr>
            <a:spLocks noGrp="1"/>
          </p:cNvSpPr>
          <p:nvPr/>
        </p:nvSpPr>
        <p:spPr>
          <a:xfrm>
            <a:off x="957262" y="3900488"/>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1</a:t>
            </a: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요청의 의미와 대상 확정</a:t>
            </a: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목표와 조건, 정정 내용 파악</a:t>
            </a:r>
          </a:p>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새 업무인지 기존 업무인지 판단</a:t>
            </a: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122445"/>
          </a:solidFill>
          <a:ln w="0">
            <a:noFill/>
          </a:ln>
        </p:spPr>
      </p:sp>
      <p:sp>
        <p:nvSpPr>
          <p:cNvPr id="26" name="r3-80">
            <a:extLst>
              <a:ext uri="{FF2B5EF4-FFF2-40B4-BE49-F238E27FC236}">
                <ns2:creationId id="{93AD9379-ED6A-42A1-8E4F-E289506218D9}"/>
              </a:ext>
            </a:extLst>
          </p:cNvPr>
          <p:cNvSpPr>
            <a:spLocks noGrp="1"/>
          </p:cNvSpPr>
          <p:nvPr/>
        </p:nvSpPr>
        <p:spPr>
          <a:xfrm>
            <a:off x="957262" y="5014912"/>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2</a:t>
            </a: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직접 응답 또는 업무 위임</a:t>
            </a: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122445"/>
          </a:solidFill>
          <a:ln w="0">
            <a:noFill/>
          </a:ln>
        </p:spPr>
      </p:sp>
      <p:sp>
        <p:nvSpPr>
          <p:cNvPr id="30" name="r3-84">
            <a:extLst>
              <a:ext uri="{FF2B5EF4-FFF2-40B4-BE49-F238E27FC236}">
                <ns2:creationId id="{473D0A13-E8CD-4C0A-BBC7-766A6E3FBD92}"/>
              </a:ext>
            </a:extLst>
          </p:cNvPr>
          <p:cNvSpPr>
            <a:spLocks noGrp="1"/>
          </p:cNvSpPr>
          <p:nvPr/>
        </p:nvSpPr>
        <p:spPr>
          <a:xfrm>
            <a:off x="957262" y="5972175"/>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3</a:t>
            </a: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대화와 업무 상태 관리</a:t>
            </a: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질문과 추가 지시, 취소를 해당 업무에 연결</a:t>
            </a:r>
          </a:p>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진행 상황과 결과도 같은 업무에서 관리</a:t>
            </a: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목표와 조건</a:t>
            </a: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질문과 상태</a:t>
            </a: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결과</a:t>
            </a: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업무 방법과 도구 선택</a:t>
            </a: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자료 조사와 문서 작성</a:t>
            </a: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앱 조작, 코드 수정과 시험 등</a:t>
            </a: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결과를 확인하고 작업을 이어감</a:t>
            </a: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같은 대화 안에서 두 업무를 구분하는 예</a:t>
            </a: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38" b="1">
                <a:solidFill>
                  <a:srgbClr val="657079"/>
                </a:solidFill>
                <a:latin typeface="Apple SD Gothic Neo"/>
                <a:ea typeface="Apple SD Gothic Neo"/>
                <a:cs typeface="Apple SD Gothic Neo"/>
              </a:defRPr>
            </a:pPr>
            <a:r>
              <a:rPr sz="2138" b="1">
                <a:solidFill>
                  <a:srgbClr val="657079"/>
                </a:solidFill>
                <a:latin typeface="Apple SD Gothic Neo"/>
                <a:ea typeface="Apple SD Gothic Neo"/>
                <a:cs typeface="Apple SD Gothic Neo"/>
              </a:rPr>
              <a:t>사용자 요청</a:t>
            </a: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“이 표로 보고서 만들어줘.</a:t>
            </a:r>
          </a:p>
          <a:p>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아까 자료 조사는 계속해.”</a:t>
            </a: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작성</a:t>
            </a: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새 업무로 위임</a:t>
            </a: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기존 자료 조사</a:t>
            </a: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진행 상태를 유지하며 별도로 추적</a:t>
            </a: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E6EACB"/>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588" b="1">
                <a:solidFill>
                  <a:srgbClr val="20262C"/>
                </a:solidFill>
                <a:latin typeface="Apple SD Gothic Neo"/>
                <a:ea typeface="Apple SD Gothic Neo"/>
                <a:cs typeface="Apple SD Gothic Neo"/>
              </a:defRPr>
            </a:pPr>
            <a:r>
              <a:rPr sz="2588"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본 과제 범위: 요청 판단과 상호작용, 업무 연결과 상태 관리</a:t>
            </a:r>
          </a:p>
        </p:txBody>
      </p:sp>
      <p:sp>
        <p:nvSpPr>
          <p:cNvPr id="66" name="v2-471-header-white">
            <a:extLst>
              <a:ext uri="{FF2B5EF4-FFF2-40B4-BE49-F238E27FC236}">
                <ns2:creationId id="{284AB2B6-2657-4F1C-A40B-A823BAC3C36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67" name="v2-472-page">
            <a:extLst>
              <a:ext uri="{FF2B5EF4-FFF2-40B4-BE49-F238E27FC236}">
                <ns2:creationId id="{B49E5FB5-DA53-42DA-B9C8-A8FD584DD78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3</a:t>
            </a: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2" name="title">
            <a:extLst>
              <a:ext uri="{FF2B5EF4-FFF2-40B4-BE49-F238E27FC236}">
                <ns2:creationId id="{46F7D485-C964-46E9-A0CE-CDC23268F0C7}"/>
              </a:ext>
            </a:extLst>
          </p:cNvPr>
          <p:cNvSpPr>
            <a:spLocks noGrp="1"/>
          </p:cNvSpPr>
          <p:nvPr/>
        </p:nvSpPr>
        <p:spPr>
          <a:xfrm>
            <a:off x="571500" y="214312"/>
            <a:ext cx="10058400" cy="671512"/>
          </a:xfrm>
          <a:prstGeom prst="rect">
            <a:avLst/>
          </a:prstGeom>
          <a:noFill/>
          <a:ln w="0">
            <a:noFill/>
          </a:ln>
        </p:spPr>
        <p:txBody>
          <a:bodyPr wrap="none" lIns="0" tIns="0" rIns="0" bIns="0">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3" name="section-0">
            <a:extLst>
              <a:ext uri="{FF2B5EF4-FFF2-40B4-BE49-F238E27FC236}">
                <ns2:creationId id="{20627BC3-C17E-4ECB-8D90-84B3CDD8514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section-label-0">
            <a:extLst>
              <a:ext uri="{FF2B5EF4-FFF2-40B4-BE49-F238E27FC236}">
                <ns2:creationId id="{594294E0-16A6-4BF9-84BC-3A17ABB9236F}"/>
              </a:ext>
            </a:extLst>
          </p:cNvPr>
          <p:cNvSpPr>
            <a:spLocks noGrp="1"/>
          </p:cNvSpPr>
          <p:nvPr/>
        </p:nvSpPr>
        <p:spPr>
          <a:xfrm>
            <a:off x="1104423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5" name="section-1">
            <a:extLst>
              <a:ext uri="{FF2B5EF4-FFF2-40B4-BE49-F238E27FC236}">
                <ns2:creationId id="{97AB402B-EC30-4A94-87A4-96FBB07F024A}"/>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section-label-1">
            <a:extLst>
              <a:ext uri="{FF2B5EF4-FFF2-40B4-BE49-F238E27FC236}">
                <ns2:creationId id="{F8B2CBA6-5C2F-48E7-A45B-F7F4937EAD27}"/>
              </a:ext>
            </a:extLst>
          </p:cNvPr>
          <p:cNvSpPr>
            <a:spLocks noGrp="1"/>
          </p:cNvSpPr>
          <p:nvPr/>
        </p:nvSpPr>
        <p:spPr>
          <a:xfrm>
            <a:off x="12387262"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7" name="section-2">
            <a:extLst>
              <a:ext uri="{FF2B5EF4-FFF2-40B4-BE49-F238E27FC236}">
                <ns2:creationId id="{5D16BE09-CF50-44BB-BEFD-FBDA196F12C4}"/>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section-label-2">
            <a:extLst>
              <a:ext uri="{FF2B5EF4-FFF2-40B4-BE49-F238E27FC236}">
                <ns2:creationId id="{D842BAC8-B832-47D2-8D12-6BDD33D3CC9D}"/>
              </a:ext>
            </a:extLst>
          </p:cNvPr>
          <p:cNvSpPr>
            <a:spLocks noGrp="1"/>
          </p:cNvSpPr>
          <p:nvPr/>
        </p:nvSpPr>
        <p:spPr>
          <a:xfrm>
            <a:off x="1373028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9" name="section-3">
            <a:extLst>
              <a:ext uri="{FF2B5EF4-FFF2-40B4-BE49-F238E27FC236}">
                <ns2:creationId id="{B6F9D7ED-363F-4286-BDD4-67556B86292D}"/>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section-label-3">
            <a:extLst>
              <a:ext uri="{FF2B5EF4-FFF2-40B4-BE49-F238E27FC236}">
                <ns2:creationId id="{B467D0E6-2704-4D2E-8C2C-E5592A943B84}"/>
              </a:ext>
            </a:extLst>
          </p:cNvPr>
          <p:cNvSpPr>
            <a:spLocks noGrp="1"/>
          </p:cNvSpPr>
          <p:nvPr/>
        </p:nvSpPr>
        <p:spPr>
          <a:xfrm>
            <a:off x="15073312"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1" name="section-4">
            <a:extLst>
              <a:ext uri="{FF2B5EF4-FFF2-40B4-BE49-F238E27FC236}">
                <ns2:creationId id="{DF6231EB-4064-404D-AC37-EE49327DC1EE}"/>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section-label-4">
            <a:extLst>
              <a:ext uri="{FF2B5EF4-FFF2-40B4-BE49-F238E27FC236}">
                <ns2:creationId id="{796213A6-DC64-4F3D-9652-57DC33BFCF91}"/>
              </a:ext>
            </a:extLst>
          </p:cNvPr>
          <p:cNvSpPr>
            <a:spLocks noGrp="1"/>
          </p:cNvSpPr>
          <p:nvPr/>
        </p:nvSpPr>
        <p:spPr>
          <a:xfrm>
            <a:off x="1641633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3" name="header-rule">
            <a:extLst>
              <a:ext uri="{FF2B5EF4-FFF2-40B4-BE49-F238E27FC236}">
                <ns2:creationId id="{B2FFB637-6F21-40C6-93AB-2459860B94D3}"/>
              </a:ext>
            </a:extLst>
          </p:cNvPr>
          <p:cNvSpPr>
            <a:spLocks noGrp="1"/>
          </p:cNvSpPr>
          <p:nvPr/>
        </p:nvSpPr>
        <p:spPr>
          <a:xfrm>
            <a:off x="428625" y="971550"/>
            <a:ext cx="17430750" cy="0"/>
          </a:xfrm>
          <a:prstGeom prst="line">
            <a:avLst/>
          </a:prstGeom>
          <a:noFill/>
          <a:ln w="14288">
            <a:solidFill>
              <a:srgbClr val="6C747C"/>
            </a:solidFill>
          </a:ln>
        </p:spPr>
      </p:sp>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① 화면을 짚어 질문</a:t>
            </a: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표의 핵심을</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설명해줘.”</a:t>
            </a: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당시 화면의 표를 지정</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VIA가 핵심을 직접 설명</a:t>
            </a: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② 두 업무를 위임</a:t>
            </a: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내용으로 PDF</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만들어줘.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회의 안내 메일은</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초안만 작성해줘.”</a:t>
            </a: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앞선 설명으로 두 업무 위임</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PDF와 ‘초안만’ 조건 보존</a:t>
            </a: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③ 말하는 도중 정정</a:t>
            </a: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“잠깐, 보고서는 지난번</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고친 형식으로 만들어줘.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메일은 그대로 진행해.”</a:t>
            </a: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 응답을 즉시 중단</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보고서의 형식만 변경</a:t>
            </a: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④ 해당 업무에 답변</a:t>
            </a: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VIA “초안의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받는 사람은?”</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사용자 “영업팀.”</a:t>
            </a: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정정 중 도착한 질문을 보류</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발화 후 메일에 답변 연결</a:t>
            </a: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⑤ Text로 상태 확인</a:t>
            </a: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“아까 보고서</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어디까지 됐어?”</a:t>
            </a: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음성을 끄고 Text로 전환</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기존 업무의 확인된 상태 전달</a:t>
            </a: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r>
                        <a:rPr sz="1912"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12"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12"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688" b="0">
                <a:solidFill>
                  <a:srgbClr val="657079"/>
                </a:solidFill>
                <a:latin typeface="Apple SD Gothic Neo"/>
                <a:ea typeface="Apple SD Gothic Neo"/>
                <a:cs typeface="Apple SD Gothic Neo"/>
              </a:defRPr>
            </a:pPr>
            <a:r>
              <a:rPr sz="1688"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7" name="v2-473-header-white">
            <a:extLst>
              <a:ext uri="{FF2B5EF4-FFF2-40B4-BE49-F238E27FC236}">
                <ns2:creationId id="{CCCAA2CA-0E50-4802-8F50-41D206E479B7}"/>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8" name="v2-474-page">
            <a:extLst>
              <a:ext uri="{FF2B5EF4-FFF2-40B4-BE49-F238E27FC236}">
                <ns2:creationId id="{8CF6521F-9887-4B4E-99F7-7301DE0D329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5</a:t>
            </a: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2"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3"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
        <p:nvSpPr>
          <p:cNvPr id="40" name="v2-475-header-white">
            <a:extLst>
              <a:ext uri="{FF2B5EF4-FFF2-40B4-BE49-F238E27FC236}">
                <ns2:creationId id="{8AFC85FD-87A4-4E7A-8D42-514DD4AA4BD4}"/>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41" name="v2-476-page">
            <a:extLst>
              <a:ext uri="{FF2B5EF4-FFF2-40B4-BE49-F238E27FC236}">
                <ns2:creationId id="{1B66DFC7-DEDC-4410-81BD-C59D8AE3E94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6</a:t>
            </a: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2" name="title">
            <a:extLst>
              <a:ext uri="{FF2B5EF4-FFF2-40B4-BE49-F238E27FC236}">
                <ns2:creationId id="{4092BEB7-8E0A-41CB-A00E-B902962BF04A}"/>
              </a:ext>
            </a:extLst>
          </p:cNvPr>
          <p:cNvSpPr>
            <a:spLocks noGrp="1"/>
          </p:cNvSpPr>
          <p:nvPr/>
        </p:nvSpPr>
        <p:spPr>
          <a:xfrm>
            <a:off x="457200" y="304800"/>
            <a:ext cx="17373600" cy="800100"/>
          </a:xfrm>
          <a:prstGeom prst="rect">
            <a:avLst/>
          </a:prstGeom>
          <a:noFill/>
          <a:ln w="0">
            <a:noFill/>
          </a:ln>
        </p:spPr>
        <p:txBody>
          <a:bodyPr wrap="none" lIns="0" tIns="0" rIns="0" bIns="0">
            <a:noAutofit/>
          </a:bodyPr>
          <a:lstStyle/>
          <a:p>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175"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175"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175"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175"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여러 업무의 질문, 진행 상황, 결과와 사용자 후속 지시를 각각</a:t>
                      </a:r>
                    </a:p>
                    <a:p>
                      <a:pPr algn="l"/>
                      <a:r>
                        <a:rPr sz="2175"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음성 연결 종료, 대화 전환 또는 VIA 재시작 이후에도 기존 업무를</a:t>
                      </a:r>
                    </a:p>
                    <a:p>
                      <a:pPr algn="l"/>
                      <a:r>
                        <a:rPr sz="2175"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이전 대화의 정정 내용, 업무 결과와 허용된 사용자 기억을</a:t>
                      </a:r>
                    </a:p>
                    <a:p>
                      <a:pPr algn="l"/>
                      <a:r>
                        <a:rPr sz="2175"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175"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175"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175"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175"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1950" b="0">
                          <a:solidFill>
                            <a:srgbClr val="202B35"/>
                          </a:solidFill>
                          <a:latin typeface="Apple SD Gothic Neo"/>
                          <a:ea typeface="Apple SD Gothic Neo"/>
                          <a:cs typeface="Apple SD Gothic Neo"/>
                        </a:rPr>
                        <a:t>04-41, 04-44,</a:t>
                      </a:r>
                    </a:p>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175"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175"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175" b="0">
                          <a:solidFill>
                            <a:srgbClr val="202B35"/>
                          </a:solidFill>
                          <a:latin typeface="Apple SD Gothic Neo"/>
                          <a:ea typeface="Apple SD Gothic Neo"/>
                          <a:cs typeface="Apple SD Gothic Neo"/>
                        </a:rPr>
                        <a:t>실제 업무 수행에 필요한 도메인 추론, 계획, 도구 선택과 실행은</a:t>
                      </a:r>
                    </a:p>
                    <a:p>
                      <a:pPr algn="l"/>
                      <a:r>
                        <a:rPr sz="2175"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1950" b="0">
                          <a:solidFill>
                            <a:srgbClr val="202B35"/>
                          </a:solidFill>
                          <a:latin typeface="Apple SD Gothic Neo"/>
                          <a:ea typeface="Apple SD Gothic Neo"/>
                          <a:cs typeface="Apple SD Gothic Neo"/>
                        </a:rPr>
                        <a:t>04-41, 04-42,</a:t>
                      </a:r>
                    </a:p>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25" b="0">
                <a:solidFill>
                  <a:srgbClr val="586878"/>
                </a:solidFill>
                <a:latin typeface="Apple SD Gothic Neo"/>
                <a:ea typeface="Apple SD Gothic Neo"/>
                <a:cs typeface="Apple SD Gothic Neo"/>
              </a:defRPr>
            </a:pPr>
            <a:r>
              <a:rPr sz="1725"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
        <p:nvSpPr>
          <p:cNvPr id="8" name="v2-477-header-white">
            <a:extLst>
              <a:ext uri="{FF2B5EF4-FFF2-40B4-BE49-F238E27FC236}">
                <ns2:creationId id="{F3814450-0FB5-43D2-AEB7-4075D326D12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9" name="v2-478-page">
            <a:extLst>
              <a:ext uri="{FF2B5EF4-FFF2-40B4-BE49-F238E27FC236}">
                <ns2:creationId id="{77611AE9-1783-439E-97A9-0C8A472A690C}"/>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8</a:t>
            </a: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2" name="title">
            <a:extLst>
              <a:ext uri="{FF2B5EF4-FFF2-40B4-BE49-F238E27FC236}">
                <ns2:creationId id="{D47C90FA-CC78-4FE4-BB65-C5695A80957C}"/>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1AE99F0D-1516-4243-8AA2-E5731C72807E}"/>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F4DB649A-571F-4189-B090-07C989DEC29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79-header-white">
            <a:extLst>
              <a:ext uri="{FF2B5EF4-FFF2-40B4-BE49-F238E27FC236}">
                <ns2:creationId id="{8927DBBD-92F1-44F7-A023-ABB343EF1302}"/>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0-page">
            <a:extLst>
              <a:ext uri="{FF2B5EF4-FFF2-40B4-BE49-F238E27FC236}">
                <ns2:creationId id="{F202504E-E91A-4CDB-AF74-C05F5CDAC4CE}"/>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9</a:t>
            </a: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2" name="title">
            <a:extLst>
              <a:ext uri="{FF2B5EF4-FFF2-40B4-BE49-F238E27FC236}">
                <ns2:creationId id="{A7C103DE-C20F-43E0-AFE4-8567DC06D3B9}"/>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3B5E52BE-6306-46D5-8F90-0A9C27BA5EBD}"/>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A100A0F0-E488-48F8-A363-788164D86B29}"/>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81-header-white">
            <a:extLst>
              <a:ext uri="{FF2B5EF4-FFF2-40B4-BE49-F238E27FC236}">
                <ns2:creationId id="{905CD084-C2FD-4A44-A371-FE8BA573EA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2-page">
            <a:extLst>
              <a:ext uri="{FF2B5EF4-FFF2-40B4-BE49-F238E27FC236}">
                <ns2:creationId id="{E2F85742-725E-4328-ACBC-F45D7229ABB2}"/>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10</a:t>
            </a: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2" name="overview-title">
            <a:extLst>
              <a:ext uri="{FF2B5EF4-FFF2-40B4-BE49-F238E27FC236}">
                <ns2:creationId id="{3FA9B9E0-1721-440B-B414-98E51D89BDE8}"/>
              </a:ext>
            </a:extLst>
          </p:cNvPr>
          <p:cNvSpPr>
            <a:spLocks noGrp="1"/>
          </p:cNvSpPr>
          <p:nvPr/>
        </p:nvSpPr>
        <p:spPr>
          <a:xfrm>
            <a:off x="495300" y="228600"/>
            <a:ext cx="6667500" cy="704850"/>
          </a:xfrm>
          <a:prstGeom prst="rect">
            <a:avLst/>
          </a:prstGeom>
          <a:noFill/>
          <a:ln w="0">
            <a:noFill/>
            <a:prstDash val="solid"/>
          </a:ln>
        </p:spPr>
        <p:txBody>
          <a:bodyPr wrap="none" lIns="0" tIns="0" rIns="0" bIns="0" anchor="ctr">
            <a:noAutofit/>
          </a:bodyPr>
          <a:lstStyle/>
          <a:p>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3" name="overview-step-0">
            <a:extLst>
              <a:ext uri="{FF2B5EF4-FFF2-40B4-BE49-F238E27FC236}">
                <ns2:creationId id="{5D2C6240-291B-463B-B74F-9D4C53059BC2}"/>
              </a:ext>
            </a:extLst>
          </p:cNvPr>
          <p:cNvSpPr>
            <a:spLocks noGrp="1"/>
          </p:cNvSpPr>
          <p:nvPr/>
        </p:nvSpPr>
        <p:spPr>
          <a:xfrm>
            <a:off x="10763250" y="276225"/>
            <a:ext cx="1457325" cy="447675"/>
          </a:xfrm>
          <a:custGeom>
            <a:pathLst>
              <a:path w="1457325" h="447675">
                <a:moveTo>
                  <a:pt x="0" y="0"/>
                </a:moveTo>
                <a:lnTo>
                  <a:pt x="1276350" y="0"/>
                </a:lnTo>
                <a:lnTo>
                  <a:pt x="1457325" y="223838"/>
                </a:lnTo>
                <a:lnTo>
                  <a:pt x="1276350" y="447675"/>
                </a:lnTo>
                <a:lnTo>
                  <a:pt x="0" y="447675"/>
                </a:lnTo>
                <a:close/>
              </a:path>
            </a:pathLst>
          </a:custGeom>
          <a:solidFill>
            <a:srgbClr val="95989B"/>
          </a:solidFill>
          <a:ln w="28575">
            <a:solidFill>
              <a:srgbClr val="FFFFFF"/>
            </a:solidFill>
            <a:prstDash val="solid"/>
          </a:ln>
        </p:spPr>
      </p:sp>
      <p:sp>
        <p:nvSpPr>
          <p:cNvPr id="4" name="overview-step-label-0">
            <a:extLst>
              <a:ext uri="{FF2B5EF4-FFF2-40B4-BE49-F238E27FC236}">
                <ns2:creationId id="{FBA08701-9047-4A3A-8332-AFBAB7D43ECD}"/>
              </a:ext>
            </a:extLst>
          </p:cNvPr>
          <p:cNvSpPr>
            <a:spLocks noGrp="1"/>
          </p:cNvSpPr>
          <p:nvPr/>
        </p:nvSpPr>
        <p:spPr>
          <a:xfrm>
            <a:off x="10763250" y="276225"/>
            <a:ext cx="1371600"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배경과 소개</a:t>
            </a:r>
          </a:p>
        </p:txBody>
      </p:sp>
      <p:sp>
        <p:nvSpPr>
          <p:cNvPr id="5" name="overview-step-1">
            <a:extLst>
              <a:ext uri="{FF2B5EF4-FFF2-40B4-BE49-F238E27FC236}">
                <ns2:creationId id="{7F812109-A2ED-4705-90C6-57E5683CB498}"/>
              </a:ext>
            </a:extLst>
          </p:cNvPr>
          <p:cNvSpPr>
            <a:spLocks noGrp="1"/>
          </p:cNvSpPr>
          <p:nvPr/>
        </p:nvSpPr>
        <p:spPr>
          <a:xfrm>
            <a:off x="121729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6" name="overview-step-label-1">
            <a:extLst>
              <a:ext uri="{FF2B5EF4-FFF2-40B4-BE49-F238E27FC236}">
                <ns2:creationId id="{E1774CA4-3A78-4AD3-B8C6-82F52180399B}"/>
              </a:ext>
            </a:extLst>
          </p:cNvPr>
          <p:cNvSpPr>
            <a:spLocks noGrp="1"/>
          </p:cNvSpPr>
          <p:nvPr/>
        </p:nvSpPr>
        <p:spPr>
          <a:xfrm>
            <a:off x="123253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a:t>
            </a:r>
          </a:p>
        </p:txBody>
      </p:sp>
      <p:sp>
        <p:nvSpPr>
          <p:cNvPr id="7" name="overview-step-2">
            <a:extLst>
              <a:ext uri="{FF2B5EF4-FFF2-40B4-BE49-F238E27FC236}">
                <ns2:creationId id="{E71D2F5C-FEEF-4FB5-BE94-3CBAE5FDFF8D}"/>
              </a:ext>
            </a:extLst>
          </p:cNvPr>
          <p:cNvSpPr>
            <a:spLocks noGrp="1"/>
          </p:cNvSpPr>
          <p:nvPr/>
        </p:nvSpPr>
        <p:spPr>
          <a:xfrm>
            <a:off x="135826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38A9C9"/>
          </a:solidFill>
          <a:ln w="28575">
            <a:solidFill>
              <a:srgbClr val="FFFFFF"/>
            </a:solidFill>
            <a:prstDash val="solid"/>
          </a:ln>
        </p:spPr>
      </p:sp>
      <p:sp>
        <p:nvSpPr>
          <p:cNvPr id="8" name="overview-step-label-2">
            <a:extLst>
              <a:ext uri="{FF2B5EF4-FFF2-40B4-BE49-F238E27FC236}">
                <ns2:creationId id="{C0026E30-CF2D-4517-916D-EA0847A5D744}"/>
              </a:ext>
            </a:extLst>
          </p:cNvPr>
          <p:cNvSpPr>
            <a:spLocks noGrp="1"/>
          </p:cNvSpPr>
          <p:nvPr/>
        </p:nvSpPr>
        <p:spPr>
          <a:xfrm>
            <a:off x="137350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 비교</a:t>
            </a:r>
          </a:p>
        </p:txBody>
      </p:sp>
      <p:sp>
        <p:nvSpPr>
          <p:cNvPr id="9" name="overview-step-3">
            <a:extLst>
              <a:ext uri="{FF2B5EF4-FFF2-40B4-BE49-F238E27FC236}">
                <ns2:creationId id="{1778232F-241B-45F6-BBC9-98DA0627FFAB}"/>
              </a:ext>
            </a:extLst>
          </p:cNvPr>
          <p:cNvSpPr>
            <a:spLocks noGrp="1"/>
          </p:cNvSpPr>
          <p:nvPr/>
        </p:nvSpPr>
        <p:spPr>
          <a:xfrm>
            <a:off x="149923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0" name="overview-step-label-3">
            <a:extLst>
              <a:ext uri="{FF2B5EF4-FFF2-40B4-BE49-F238E27FC236}">
                <ns2:creationId id="{4733DE92-EA7E-4D20-A6B5-D0BEE3E3AF28}"/>
              </a:ext>
            </a:extLst>
          </p:cNvPr>
          <p:cNvSpPr>
            <a:spLocks noGrp="1"/>
          </p:cNvSpPr>
          <p:nvPr/>
        </p:nvSpPr>
        <p:spPr>
          <a:xfrm>
            <a:off x="151447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검토 요약</a:t>
            </a:r>
          </a:p>
        </p:txBody>
      </p:sp>
      <p:sp>
        <p:nvSpPr>
          <p:cNvPr id="11" name="overview-step-4">
            <a:extLst>
              <a:ext uri="{FF2B5EF4-FFF2-40B4-BE49-F238E27FC236}">
                <ns2:creationId id="{CF850C3C-2294-4B70-9961-8E240595230D}"/>
              </a:ext>
            </a:extLst>
          </p:cNvPr>
          <p:cNvSpPr>
            <a:spLocks noGrp="1"/>
          </p:cNvSpPr>
          <p:nvPr/>
        </p:nvSpPr>
        <p:spPr>
          <a:xfrm>
            <a:off x="164020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2" name="overview-step-label-4">
            <a:extLst>
              <a:ext uri="{FF2B5EF4-FFF2-40B4-BE49-F238E27FC236}">
                <ns2:creationId id="{FD3E9190-E72A-4E7F-AF59-74AE2F0C60E2}"/>
              </a:ext>
            </a:extLst>
          </p:cNvPr>
          <p:cNvSpPr>
            <a:spLocks noGrp="1"/>
          </p:cNvSpPr>
          <p:nvPr/>
        </p:nvSpPr>
        <p:spPr>
          <a:xfrm>
            <a:off x="165544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Appendix</a:t>
            </a:r>
          </a:p>
        </p:txBody>
      </p:sp>
      <p:sp>
        <p:nvSpPr>
          <p:cNvPr id="13" name="overview-header-rule">
            <a:extLst>
              <a:ext uri="{FF2B5EF4-FFF2-40B4-BE49-F238E27FC236}">
                <ns2:creationId id="{C6FAA2DD-FEF1-4097-9C91-131E4BE11434}"/>
              </a:ext>
            </a:extLst>
          </p:cNvPr>
          <p:cNvSpPr>
            <a:spLocks noGrp="1"/>
          </p:cNvSpPr>
          <p:nvPr/>
        </p:nvSpPr>
        <p:spPr>
          <a:xfrm>
            <a:off x="495300" y="1009650"/>
            <a:ext cx="17335500" cy="953"/>
          </a:xfrm>
          <a:custGeom>
            <a:pathLst>
              <a:path w="17335500" h="953">
                <a:moveTo>
                  <a:pt x="0" y="0"/>
                </a:moveTo>
                <a:lnTo>
                  <a:pt x="17335500" y="0"/>
                </a:lnTo>
              </a:path>
            </a:pathLst>
          </a:custGeom>
          <a:noFill/>
          <a:ln w="23813">
            <a:solidFill>
              <a:srgbClr val="9A9A9A"/>
            </a:solidFill>
            <a:prstDash val="solid"/>
          </a:ln>
        </p:spPr>
      </p:sp>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354354"/>
          </a:solidFill>
          <a:ln w="19050">
            <a:solidFill>
              <a:srgbClr val="45699B"/>
            </a:solidFill>
            <a:prstDash val="solid"/>
          </a:ln>
        </p:spPr>
      </p:sp>
      <p:sp>
        <p:nvSpPr>
          <p:cNvPr id="19" name="overview-goal-name-ASR-QA-01">
            <a:extLst>
              <a:ext uri="{FF2B5EF4-FFF2-40B4-BE49-F238E27FC236}">
                <ns2:creationId id="{33A893EF-0B93-4ED0-86C7-D8266512AF2C}"/>
              </a:ext>
            </a:extLst>
          </p:cNvPr>
          <p:cNvSpPr>
            <a:spLocks noGrp="1"/>
          </p:cNvSpPr>
          <p:nvPr/>
        </p:nvSpPr>
        <p:spPr>
          <a:xfrm>
            <a:off x="581025" y="24574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20" name="overview-goal-target-ASR-QA-01">
            <a:extLst>
              <a:ext uri="{FF2B5EF4-FFF2-40B4-BE49-F238E27FC236}">
                <ns2:creationId id="{786B7EAC-9562-4918-B9B6-1D0F83B8F30F}"/>
              </a:ext>
            </a:extLst>
          </p:cNvPr>
          <p:cNvSpPr>
            <a:spLocks noGrp="1"/>
          </p:cNvSpPr>
          <p:nvPr/>
        </p:nvSpPr>
        <p:spPr>
          <a:xfrm>
            <a:off x="552450" y="2809875"/>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354354"/>
          </a:solidFill>
          <a:ln w="19050">
            <a:solidFill>
              <a:srgbClr val="45699B"/>
            </a:solidFill>
            <a:prstDash val="solid"/>
          </a:ln>
        </p:spPr>
      </p:sp>
      <p:sp>
        <p:nvSpPr>
          <p:cNvPr id="23" name="overview-goal-name-ASR-QA-02">
            <a:extLst>
              <a:ext uri="{FF2B5EF4-FFF2-40B4-BE49-F238E27FC236}">
                <ns2:creationId id="{B08B77C5-75BE-484E-BC51-4F51D121D082}"/>
              </a:ext>
            </a:extLst>
          </p:cNvPr>
          <p:cNvSpPr>
            <a:spLocks noGrp="1"/>
          </p:cNvSpPr>
          <p:nvPr/>
        </p:nvSpPr>
        <p:spPr>
          <a:xfrm>
            <a:off x="581025" y="33813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4" name="overview-goal-target-ASR-QA-02">
            <a:extLst>
              <a:ext uri="{FF2B5EF4-FFF2-40B4-BE49-F238E27FC236}">
                <ns2:creationId id="{9D55656E-45B0-45D9-854D-ED28EC7575F5}"/>
              </a:ext>
            </a:extLst>
          </p:cNvPr>
          <p:cNvSpPr>
            <a:spLocks noGrp="1"/>
          </p:cNvSpPr>
          <p:nvPr/>
        </p:nvSpPr>
        <p:spPr>
          <a:xfrm>
            <a:off x="552450" y="3733800"/>
            <a:ext cx="2628900" cy="295275"/>
          </a:xfrm>
          <a:prstGeom prst="rect">
            <a:avLst/>
          </a:prstGeom>
          <a:noFill/>
          <a:ln w="0">
            <a:noFill/>
            <a:prstDash val="solid"/>
          </a:ln>
        </p:spPr>
        <p:txBody>
          <a:bodyPr wrap="none" lIns="0" tIns="0" rIns="0" bIns="0" anchor="ctr">
            <a:noAutofit/>
          </a:bodyPr>
          <a:lstStyle/>
          <a:p>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354354"/>
          </a:solidFill>
          <a:ln w="19050">
            <a:solidFill>
              <a:srgbClr val="45699B"/>
            </a:solidFill>
            <a:prstDash val="solid"/>
          </a:ln>
        </p:spPr>
      </p:sp>
      <p:sp>
        <p:nvSpPr>
          <p:cNvPr id="27" name="overview-goal-name-ASR-QA-03">
            <a:extLst>
              <a:ext uri="{FF2B5EF4-FFF2-40B4-BE49-F238E27FC236}">
                <ns2:creationId id="{B75D278C-1D79-4BFF-87BE-A0008E5E0B9A}"/>
              </a:ext>
            </a:extLst>
          </p:cNvPr>
          <p:cNvSpPr>
            <a:spLocks noGrp="1"/>
          </p:cNvSpPr>
          <p:nvPr/>
        </p:nvSpPr>
        <p:spPr>
          <a:xfrm>
            <a:off x="581025" y="430530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8" name="overview-goal-target-ASR-QA-03">
            <a:extLst>
              <a:ext uri="{FF2B5EF4-FFF2-40B4-BE49-F238E27FC236}">
                <ns2:creationId id="{A58BBC63-821F-4642-A8CC-F0F1C84026B3}"/>
              </a:ext>
            </a:extLst>
          </p:cNvPr>
          <p:cNvSpPr>
            <a:spLocks noGrp="1"/>
          </p:cNvSpPr>
          <p:nvPr/>
        </p:nvSpPr>
        <p:spPr>
          <a:xfrm>
            <a:off x="552450" y="4657725"/>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354354"/>
          </a:solidFill>
          <a:ln w="19050">
            <a:solidFill>
              <a:srgbClr val="45699B"/>
            </a:solidFill>
            <a:prstDash val="solid"/>
          </a:ln>
        </p:spPr>
      </p:sp>
      <p:sp>
        <p:nvSpPr>
          <p:cNvPr id="32" name="overview-goal-name-ASR-QA-04">
            <a:extLst>
              <a:ext uri="{FF2B5EF4-FFF2-40B4-BE49-F238E27FC236}">
                <ns2:creationId id="{8A745147-861A-49A7-9133-65F7CD4D8997}"/>
              </a:ext>
            </a:extLst>
          </p:cNvPr>
          <p:cNvSpPr>
            <a:spLocks noGrp="1"/>
          </p:cNvSpPr>
          <p:nvPr/>
        </p:nvSpPr>
        <p:spPr>
          <a:xfrm>
            <a:off x="581025" y="522922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3" name="overview-goal-target-ASR-QA-04">
            <a:extLst>
              <a:ext uri="{FF2B5EF4-FFF2-40B4-BE49-F238E27FC236}">
                <ns2:creationId id="{A1E7A340-E402-44F5-AB96-7EFD356DE24E}"/>
              </a:ext>
            </a:extLst>
          </p:cNvPr>
          <p:cNvSpPr>
            <a:spLocks noGrp="1"/>
          </p:cNvSpPr>
          <p:nvPr/>
        </p:nvSpPr>
        <p:spPr>
          <a:xfrm>
            <a:off x="552450" y="5581650"/>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354354"/>
          </a:solidFill>
          <a:ln w="19050">
            <a:solidFill>
              <a:srgbClr val="45699B"/>
            </a:solidFill>
            <a:prstDash val="solid"/>
          </a:ln>
        </p:spPr>
      </p:sp>
      <p:sp>
        <p:nvSpPr>
          <p:cNvPr id="36" name="overview-goal-name-ASR-QA-05">
            <a:extLst>
              <a:ext uri="{FF2B5EF4-FFF2-40B4-BE49-F238E27FC236}">
                <ns2:creationId id="{9A39E249-2325-48F7-AC3C-69EAA8EAAB22}"/>
              </a:ext>
            </a:extLst>
          </p:cNvPr>
          <p:cNvSpPr>
            <a:spLocks noGrp="1"/>
          </p:cNvSpPr>
          <p:nvPr/>
        </p:nvSpPr>
        <p:spPr>
          <a:xfrm>
            <a:off x="581025" y="61531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7" name="overview-goal-target-ASR-QA-05">
            <a:extLst>
              <a:ext uri="{FF2B5EF4-FFF2-40B4-BE49-F238E27FC236}">
                <ns2:creationId id="{CB22923C-2C12-432C-9600-06704B1B768A}"/>
              </a:ext>
            </a:extLst>
          </p:cNvPr>
          <p:cNvSpPr>
            <a:spLocks noGrp="1"/>
          </p:cNvSpPr>
          <p:nvPr/>
        </p:nvSpPr>
        <p:spPr>
          <a:xfrm>
            <a:off x="552450" y="6505575"/>
            <a:ext cx="2628900" cy="295275"/>
          </a:xfrm>
          <a:prstGeom prst="rect">
            <a:avLst/>
          </a:prstGeom>
          <a:noFill/>
          <a:ln w="0">
            <a:noFill/>
            <a:prstDash val="solid"/>
          </a:ln>
        </p:spPr>
        <p:txBody>
          <a:bodyPr wrap="none" lIns="0" tIns="0" rIns="0" bIns="0" anchor="ctr">
            <a:noAutofit/>
          </a:bodyPr>
          <a:lstStyle/>
          <a:p>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354354"/>
          </a:solidFill>
          <a:ln w="19050">
            <a:solidFill>
              <a:srgbClr val="45699B"/>
            </a:solidFill>
            <a:prstDash val="solid"/>
          </a:ln>
        </p:spPr>
      </p:sp>
      <p:sp>
        <p:nvSpPr>
          <p:cNvPr id="40" name="overview-goal-name-ASR-QA-06">
            <a:extLst>
              <a:ext uri="{FF2B5EF4-FFF2-40B4-BE49-F238E27FC236}">
                <ns2:creationId id="{25FDCD8E-FD7C-4D0D-A29F-3AB509674788}"/>
              </a:ext>
            </a:extLst>
          </p:cNvPr>
          <p:cNvSpPr>
            <a:spLocks noGrp="1"/>
          </p:cNvSpPr>
          <p:nvPr/>
        </p:nvSpPr>
        <p:spPr>
          <a:xfrm>
            <a:off x="581025" y="70770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1" name="overview-goal-target-ASR-QA-06">
            <a:extLst>
              <a:ext uri="{FF2B5EF4-FFF2-40B4-BE49-F238E27FC236}">
                <ns2:creationId id="{8DA9633C-43BB-499E-A772-A079C4BB6379}"/>
              </a:ext>
            </a:extLst>
          </p:cNvPr>
          <p:cNvSpPr>
            <a:spLocks noGrp="1"/>
          </p:cNvSpPr>
          <p:nvPr/>
        </p:nvSpPr>
        <p:spPr>
          <a:xfrm>
            <a:off x="552450" y="7429500"/>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E5A700"/>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00A65A"/>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8D49B8"/>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2463DD"/>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sp>
      <p:sp>
        <p:nvSpPr>
          <p:cNvPr id="55" name="overview-VIA-label">
            <a:extLst>
              <a:ext uri="{FF2B5EF4-FFF2-40B4-BE49-F238E27FC236}">
                <ns2:creationId id="{D4B1B01E-411B-48FB-B131-F0A731EA7F93}"/>
              </a:ext>
            </a:extLst>
          </p:cNvPr>
          <p:cNvSpPr>
            <a:spLocks noGrp="1"/>
          </p:cNvSpPr>
          <p:nvPr/>
        </p:nvSpPr>
        <p:spPr>
          <a:xfrm>
            <a:off x="8658225" y="1381125"/>
            <a:ext cx="2095500" cy="381000"/>
          </a:xfrm>
          <a:prstGeom prst="rect">
            <a:avLst/>
          </a:prstGeom>
          <a:noFill/>
          <a:ln w="0">
            <a:noFill/>
            <a:prstDash val="solid"/>
          </a:ln>
        </p:spPr>
        <p:txBody>
          <a:bodyPr wrap="none" lIns="0" tIns="0" rIns="0" bIns="0" anchor="ctr">
            <a:noAutofit/>
          </a:bodyPr>
          <a:lstStyle/>
          <a:p>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F6F7F8"/>
          </a:solidFill>
          <a:ln w="16193">
            <a:solidFill>
              <a:srgbClr val="141414"/>
            </a:solidFill>
            <a:prstDash val="solid"/>
          </a:ln>
        </p:spPr>
      </p:sp>
      <p:sp>
        <p:nvSpPr>
          <p:cNvPr id="57" name="overview-Interaction-label">
            <a:extLst>
              <a:ext uri="{FF2B5EF4-FFF2-40B4-BE49-F238E27FC236}">
                <ns2:creationId id="{B4C83EED-8672-4B9F-99C8-3C29E33D4909}"/>
              </a:ext>
            </a:extLst>
          </p:cNvPr>
          <p:cNvSpPr>
            <a:spLocks noGrp="1"/>
          </p:cNvSpPr>
          <p:nvPr/>
        </p:nvSpPr>
        <p:spPr>
          <a:xfrm>
            <a:off x="8801100" y="1885950"/>
            <a:ext cx="4286250" cy="381000"/>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sp>
      <p:sp>
        <p:nvSpPr>
          <p:cNvPr id="59" name="overview-name-Interaction Manager">
            <a:extLst>
              <a:ext uri="{FF2B5EF4-FFF2-40B4-BE49-F238E27FC236}">
                <ns2:creationId id="{C9EDC35C-F628-4FF9-BF4D-8AD712C66390}"/>
              </a:ext>
            </a:extLst>
          </p:cNvPr>
          <p:cNvSpPr>
            <a:spLocks noGrp="1"/>
          </p:cNvSpPr>
          <p:nvPr/>
        </p:nvSpPr>
        <p:spPr>
          <a:xfrm>
            <a:off x="89820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sp>
      <p:sp>
        <p:nvSpPr>
          <p:cNvPr id="61" name="overview-name-Response Manager">
            <a:extLst>
              <a:ext uri="{FF2B5EF4-FFF2-40B4-BE49-F238E27FC236}">
                <ns2:creationId id="{A7068843-721B-4A60-AD45-332B9611AF67}"/>
              </a:ext>
            </a:extLst>
          </p:cNvPr>
          <p:cNvSpPr>
            <a:spLocks noGrp="1"/>
          </p:cNvSpPr>
          <p:nvPr/>
        </p:nvSpPr>
        <p:spPr>
          <a:xfrm>
            <a:off x="133635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F6F7F8"/>
          </a:solidFill>
          <a:ln w="16193">
            <a:solidFill>
              <a:srgbClr val="141414"/>
            </a:solidFill>
            <a:prstDash val="solid"/>
          </a:ln>
        </p:spPr>
      </p:sp>
      <p:sp>
        <p:nvSpPr>
          <p:cNvPr id="63" name="overview-Orchestration-label">
            <a:extLst>
              <a:ext uri="{FF2B5EF4-FFF2-40B4-BE49-F238E27FC236}">
                <ns2:creationId id="{F7FA0B2B-F1C8-4AB6-AA80-D94EFD0B90C5}"/>
              </a:ext>
            </a:extLst>
          </p:cNvPr>
          <p:cNvSpPr>
            <a:spLocks noGrp="1"/>
          </p:cNvSpPr>
          <p:nvPr/>
        </p:nvSpPr>
        <p:spPr>
          <a:xfrm>
            <a:off x="8801100" y="3400425"/>
            <a:ext cx="2333625" cy="409575"/>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sp>
      <p:sp>
        <p:nvSpPr>
          <p:cNvPr id="65" name="overview-name-Request Controller">
            <a:extLst>
              <a:ext uri="{FF2B5EF4-FFF2-40B4-BE49-F238E27FC236}">
                <ns2:creationId id="{0BD89C5D-2909-4652-9B57-929FAEE069A2}"/>
              </a:ext>
            </a:extLst>
          </p:cNvPr>
          <p:cNvSpPr>
            <a:spLocks noGrp="1"/>
          </p:cNvSpPr>
          <p:nvPr/>
        </p:nvSpPr>
        <p:spPr>
          <a:xfrm>
            <a:off x="89820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sp>
      <p:sp>
        <p:nvSpPr>
          <p:cNvPr id="67" name="overview-name-Request Interpreter">
            <a:extLst>
              <a:ext uri="{FF2B5EF4-FFF2-40B4-BE49-F238E27FC236}">
                <ns2:creationId id="{C7DE6FB3-F4ED-4273-A692-B5D4E85938E1}"/>
              </a:ext>
            </a:extLst>
          </p:cNvPr>
          <p:cNvSpPr>
            <a:spLocks noGrp="1"/>
          </p:cNvSpPr>
          <p:nvPr/>
        </p:nvSpPr>
        <p:spPr>
          <a:xfrm>
            <a:off x="133635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sp>
      <p:sp>
        <p:nvSpPr>
          <p:cNvPr id="69" name="overview-name-Context Manager">
            <a:extLst>
              <a:ext uri="{FF2B5EF4-FFF2-40B4-BE49-F238E27FC236}">
                <ns2:creationId id="{5DDCC5D7-62AD-43D5-A518-69A59D4BF05C}"/>
              </a:ext>
            </a:extLst>
          </p:cNvPr>
          <p:cNvSpPr>
            <a:spLocks noGrp="1"/>
          </p:cNvSpPr>
          <p:nvPr/>
        </p:nvSpPr>
        <p:spPr>
          <a:xfrm>
            <a:off x="89820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sp>
      <p:sp>
        <p:nvSpPr>
          <p:cNvPr id="71" name="overview-name-Policy Manager">
            <a:extLst>
              <a:ext uri="{FF2B5EF4-FFF2-40B4-BE49-F238E27FC236}">
                <ns2:creationId id="{4C489507-5C88-47E3-B463-24C64B16F6E8}"/>
              </a:ext>
            </a:extLst>
          </p:cNvPr>
          <p:cNvSpPr>
            <a:spLocks noGrp="1"/>
          </p:cNvSpPr>
          <p:nvPr/>
        </p:nvSpPr>
        <p:spPr>
          <a:xfrm>
            <a:off x="133635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sp>
      <p:sp>
        <p:nvSpPr>
          <p:cNvPr id="73" name="overview-name-Task Manager">
            <a:extLst>
              <a:ext uri="{FF2B5EF4-FFF2-40B4-BE49-F238E27FC236}">
                <ns2:creationId id="{3DE7176D-B17C-4FE8-A02A-6A566C6721E0}"/>
              </a:ext>
            </a:extLst>
          </p:cNvPr>
          <p:cNvSpPr>
            <a:spLocks noGrp="1"/>
          </p:cNvSpPr>
          <p:nvPr/>
        </p:nvSpPr>
        <p:spPr>
          <a:xfrm>
            <a:off x="89820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sp>
      <p:sp>
        <p:nvSpPr>
          <p:cNvPr id="75" name="overview-name-Agent Gateway">
            <a:extLst>
              <a:ext uri="{FF2B5EF4-FFF2-40B4-BE49-F238E27FC236}">
                <ns2:creationId id="{049E4586-44AB-4EC4-9BE6-59A688F09B55}"/>
              </a:ext>
            </a:extLst>
          </p:cNvPr>
          <p:cNvSpPr>
            <a:spLocks noGrp="1"/>
          </p:cNvSpPr>
          <p:nvPr/>
        </p:nvSpPr>
        <p:spPr>
          <a:xfrm>
            <a:off x="133635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F6F7F8"/>
          </a:solidFill>
          <a:ln w="16193">
            <a:solidFill>
              <a:srgbClr val="141414"/>
            </a:solidFill>
            <a:prstDash val="solid"/>
          </a:ln>
        </p:spPr>
      </p:sp>
      <p:sp>
        <p:nvSpPr>
          <p:cNvPr id="77" name="overview-Shared-label">
            <a:extLst>
              <a:ext uri="{FF2B5EF4-FFF2-40B4-BE49-F238E27FC236}">
                <ns2:creationId id="{35118724-3179-4EDC-8CF3-0CE5DC055862}"/>
              </a:ext>
            </a:extLst>
          </p:cNvPr>
          <p:cNvSpPr>
            <a:spLocks noGrp="1"/>
          </p:cNvSpPr>
          <p:nvPr/>
        </p:nvSpPr>
        <p:spPr>
          <a:xfrm>
            <a:off x="8801100" y="7086600"/>
            <a:ext cx="1905000" cy="409575"/>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sp>
      <p:sp>
        <p:nvSpPr>
          <p:cNvPr id="79" name="overview-name-State Store">
            <a:extLst>
              <a:ext uri="{FF2B5EF4-FFF2-40B4-BE49-F238E27FC236}">
                <ns2:creationId id="{C04D2307-C7C3-4318-B8D0-DAD0DCCE8344}"/>
              </a:ext>
            </a:extLst>
          </p:cNvPr>
          <p:cNvSpPr>
            <a:spLocks noGrp="1"/>
          </p:cNvSpPr>
          <p:nvPr/>
        </p:nvSpPr>
        <p:spPr>
          <a:xfrm>
            <a:off x="89820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sp>
      <p:sp>
        <p:nvSpPr>
          <p:cNvPr id="81" name="overview-name-Model Access">
            <a:extLst>
              <a:ext uri="{FF2B5EF4-FFF2-40B4-BE49-F238E27FC236}">
                <ns2:creationId id="{C88EF205-84AC-4C5E-BD98-D592DEE8E74C}"/>
              </a:ext>
            </a:extLst>
          </p:cNvPr>
          <p:cNvSpPr>
            <a:spLocks noGrp="1"/>
          </p:cNvSpPr>
          <p:nvPr/>
        </p:nvSpPr>
        <p:spPr>
          <a:xfrm>
            <a:off x="133635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sp>
      <p:sp>
        <p:nvSpPr>
          <p:cNvPr id="83" name="overview-External-label">
            <a:extLst>
              <a:ext uri="{FF2B5EF4-FFF2-40B4-BE49-F238E27FC236}">
                <ns2:creationId id="{2070E664-1378-40E8-865B-6A34F38FD443}"/>
              </a:ext>
            </a:extLst>
          </p:cNvPr>
          <p:cNvSpPr>
            <a:spLocks noGrp="1"/>
          </p:cNvSpPr>
          <p:nvPr/>
        </p:nvSpPr>
        <p:spPr>
          <a:xfrm>
            <a:off x="8658225" y="8829675"/>
            <a:ext cx="5715000" cy="352425"/>
          </a:xfrm>
          <a:prstGeom prst="rect">
            <a:avLst/>
          </a:prstGeom>
          <a:noFill/>
          <a:ln w="0">
            <a:noFill/>
            <a:prstDash val="solid"/>
          </a:ln>
        </p:spPr>
        <p:txBody>
          <a:bodyPr wrap="none" lIns="0" tIns="0" rIns="0" bIns="0" anchor="ctr">
            <a:noAutofit/>
          </a:bodyPr>
          <a:lstStyle/>
          <a:p>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DDE0E4"/>
          </a:solidFill>
          <a:ln w="16193">
            <a:solidFill>
              <a:srgbClr val="141414"/>
            </a:solidFill>
            <a:prstDash val="solid"/>
          </a:ln>
        </p:spPr>
      </p:sp>
      <p:sp>
        <p:nvSpPr>
          <p:cNvPr id="85" name="overview-name-Context Sources">
            <a:extLst>
              <a:ext uri="{FF2B5EF4-FFF2-40B4-BE49-F238E27FC236}">
                <ns2:creationId id="{2FAFE2F4-67D2-41D0-9B67-167C1EC50335}"/>
              </a:ext>
            </a:extLst>
          </p:cNvPr>
          <p:cNvSpPr>
            <a:spLocks noGrp="1"/>
          </p:cNvSpPr>
          <p:nvPr/>
        </p:nvSpPr>
        <p:spPr>
          <a:xfrm>
            <a:off x="8715375" y="9296400"/>
            <a:ext cx="204787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DDE0E4"/>
          </a:solidFill>
          <a:ln w="16193">
            <a:solidFill>
              <a:srgbClr val="141414"/>
            </a:solidFill>
            <a:prstDash val="solid"/>
          </a:ln>
        </p:spPr>
      </p:sp>
      <p:sp>
        <p:nvSpPr>
          <p:cNvPr id="87" name="overview-name-Downstream Agents">
            <a:extLst>
              <a:ext uri="{FF2B5EF4-FFF2-40B4-BE49-F238E27FC236}">
                <ns2:creationId id="{CB888E71-FF3A-4BF4-A35D-C834EA91CE20}"/>
              </a:ext>
            </a:extLst>
          </p:cNvPr>
          <p:cNvSpPr>
            <a:spLocks noGrp="1"/>
          </p:cNvSpPr>
          <p:nvPr/>
        </p:nvSpPr>
        <p:spPr>
          <a:xfrm>
            <a:off x="11058525" y="9296400"/>
            <a:ext cx="218122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F6F7F8"/>
          </a:solidFill>
          <a:ln w="16193">
            <a:solidFill>
              <a:srgbClr val="141414"/>
            </a:solidFill>
            <a:prstDash val="solid"/>
          </a:ln>
        </p:spPr>
      </p:sp>
      <p:sp>
        <p:nvSpPr>
          <p:cNvPr id="89" name="overview-Model-runtime-label">
            <a:extLst>
              <a:ext uri="{FF2B5EF4-FFF2-40B4-BE49-F238E27FC236}">
                <ns2:creationId id="{FCF21818-A223-494E-91B0-BCE7EC92D67E}"/>
              </a:ext>
            </a:extLst>
          </p:cNvPr>
          <p:cNvSpPr>
            <a:spLocks noGrp="1"/>
          </p:cNvSpPr>
          <p:nvPr/>
        </p:nvSpPr>
        <p:spPr>
          <a:xfrm>
            <a:off x="13582650" y="9144000"/>
            <a:ext cx="3810000" cy="228600"/>
          </a:xfrm>
          <a:prstGeom prst="rect">
            <a:avLst/>
          </a:prstGeom>
          <a:noFill/>
          <a:ln w="0">
            <a:noFill/>
            <a:prstDash val="solid"/>
          </a:ln>
        </p:spPr>
        <p:txBody>
          <a:bodyPr wrap="none" lIns="0" tIns="0" rIns="0" bIns="0" anchor="ctr">
            <a:noAutofit/>
          </a:bodyPr>
          <a:lstStyle/>
          <a:p>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DDE0E4"/>
          </a:solidFill>
          <a:ln w="16193">
            <a:solidFill>
              <a:srgbClr val="141414"/>
            </a:solidFill>
            <a:prstDash val="solid"/>
          </a:ln>
        </p:spPr>
      </p:sp>
      <p:sp>
        <p:nvSpPr>
          <p:cNvPr id="91" name="overview-name-음성 모델">
            <a:extLst>
              <a:ext uri="{FF2B5EF4-FFF2-40B4-BE49-F238E27FC236}">
                <ns2:creationId id="{08145815-739F-4B46-A752-A183878634CA}"/>
              </a:ext>
            </a:extLst>
          </p:cNvPr>
          <p:cNvSpPr>
            <a:spLocks noGrp="1"/>
          </p:cNvSpPr>
          <p:nvPr/>
        </p:nvSpPr>
        <p:spPr>
          <a:xfrm>
            <a:off x="13668375" y="9429750"/>
            <a:ext cx="1524000" cy="238125"/>
          </a:xfrm>
          <a:prstGeom prst="rect">
            <a:avLst/>
          </a:prstGeom>
          <a:noFill/>
          <a:ln w="0">
            <a:noFill/>
            <a:prstDash val="solid"/>
          </a:ln>
        </p:spPr>
        <p:txBody>
          <a:bodyPr wrap="none" lIns="0" tIns="0" rIns="0" bIns="0" anchor="ctr">
            <a:noAutofit/>
          </a:bodyPr>
          <a:lstStyle/>
          <a:p>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DDE0E4"/>
          </a:solidFill>
          <a:ln w="16193">
            <a:solidFill>
              <a:srgbClr val="141414"/>
            </a:solidFill>
            <a:prstDash val="solid"/>
          </a:ln>
        </p:spPr>
      </p:sp>
      <p:sp>
        <p:nvSpPr>
          <p:cNvPr id="93" name="overview-name-의미 LLM">
            <a:extLst>
              <a:ext uri="{FF2B5EF4-FFF2-40B4-BE49-F238E27FC236}">
                <ns2:creationId id="{46640195-5AB9-4311-A44B-668281A2A039}"/>
              </a:ext>
            </a:extLst>
          </p:cNvPr>
          <p:cNvSpPr>
            <a:spLocks noGrp="1"/>
          </p:cNvSpPr>
          <p:nvPr/>
        </p:nvSpPr>
        <p:spPr>
          <a:xfrm>
            <a:off x="15497175" y="9429750"/>
            <a:ext cx="1885950" cy="238125"/>
          </a:xfrm>
          <a:prstGeom prst="rect">
            <a:avLst/>
          </a:prstGeom>
          <a:noFill/>
          <a:ln w="0">
            <a:noFill/>
            <a:prstDash val="solid"/>
          </a:ln>
        </p:spPr>
        <p:txBody>
          <a:bodyPr wrap="none" lIns="0" tIns="0" rIns="0" bIns="0" anchor="ctr">
            <a:noAutofit/>
          </a:bodyPr>
          <a:lstStyle/>
          <a:p>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E0F5E8"/>
          </a:solidFill>
          <a:ln w="28575">
            <a:solidFill>
              <a:srgbClr val="00A65A"/>
            </a:solidFill>
            <a:prstDash val="solid"/>
          </a:ln>
        </p:spPr>
      </p:sp>
      <p:sp>
        <p:nvSpPr>
          <p:cNvPr id="96" name="overview-tag-text-44-interaction">
            <a:extLst>
              <a:ext uri="{FF2B5EF4-FFF2-40B4-BE49-F238E27FC236}">
                <ns2:creationId id="{050FDA99-9E25-4FEA-B995-EB94CC224FE1}"/>
              </a:ext>
            </a:extLst>
          </p:cNvPr>
          <p:cNvSpPr>
            <a:spLocks noGrp="1"/>
          </p:cNvSpPr>
          <p:nvPr/>
        </p:nvSpPr>
        <p:spPr>
          <a:xfrm>
            <a:off x="16440150" y="19335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1BE"/>
          </a:solidFill>
          <a:ln w="28575">
            <a:solidFill>
              <a:srgbClr val="E5A700"/>
            </a:solidFill>
            <a:prstDash val="solid"/>
          </a:ln>
        </p:spPr>
      </p:sp>
      <p:sp>
        <p:nvSpPr>
          <p:cNvPr id="99" name="overview-tag-text-41-resolution">
            <a:extLst>
              <a:ext uri="{FF2B5EF4-FFF2-40B4-BE49-F238E27FC236}">
                <ns2:creationId id="{0353F6F6-190E-4B13-8745-AF76511FD8D8}"/>
              </a:ext>
            </a:extLst>
          </p:cNvPr>
          <p:cNvSpPr>
            <a:spLocks noGrp="1"/>
          </p:cNvSpPr>
          <p:nvPr/>
        </p:nvSpPr>
        <p:spPr>
          <a:xfrm>
            <a:off x="1224915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4EDFF"/>
          </a:solidFill>
          <a:ln w="28575">
            <a:solidFill>
              <a:srgbClr val="2463DD"/>
            </a:solidFill>
            <a:prstDash val="solid"/>
          </a:ln>
        </p:spPr>
      </p:sp>
      <p:sp>
        <p:nvSpPr>
          <p:cNvPr id="103" name="overview-tag-text-42-dialogue">
            <a:extLst>
              <a:ext uri="{FF2B5EF4-FFF2-40B4-BE49-F238E27FC236}">
                <ns2:creationId id="{9BD8150C-7023-4E47-AE87-2170FA869D80}"/>
              </a:ext>
            </a:extLst>
          </p:cNvPr>
          <p:cNvSpPr>
            <a:spLocks noGrp="1"/>
          </p:cNvSpPr>
          <p:nvPr/>
        </p:nvSpPr>
        <p:spPr>
          <a:xfrm>
            <a:off x="1112520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4EDFF"/>
          </a:solidFill>
          <a:ln w="28575">
            <a:solidFill>
              <a:srgbClr val="2463DD"/>
            </a:solidFill>
            <a:prstDash val="solid"/>
          </a:ln>
        </p:spPr>
      </p:sp>
      <p:sp>
        <p:nvSpPr>
          <p:cNvPr id="107" name="overview-tag-text-42-work">
            <a:extLst>
              <a:ext uri="{FF2B5EF4-FFF2-40B4-BE49-F238E27FC236}">
                <ns2:creationId id="{5FB759DB-9A6C-400A-BFEE-34FA6000B142}"/>
              </a:ext>
            </a:extLst>
          </p:cNvPr>
          <p:cNvSpPr>
            <a:spLocks noGrp="1"/>
          </p:cNvSpPr>
          <p:nvPr/>
        </p:nvSpPr>
        <p:spPr>
          <a:xfrm>
            <a:off x="16344900" y="648652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F1E5FA"/>
          </a:solidFill>
          <a:ln w="28575">
            <a:solidFill>
              <a:srgbClr val="8D49B8"/>
            </a:solidFill>
            <a:prstDash val="solid"/>
          </a:ln>
        </p:spPr>
      </p:sp>
      <p:sp>
        <p:nvSpPr>
          <p:cNvPr id="110" name="overview-tag-text-45-context">
            <a:extLst>
              <a:ext uri="{FF2B5EF4-FFF2-40B4-BE49-F238E27FC236}">
                <ns2:creationId id="{FE6A6FEF-1D3F-46D2-AE94-BB3B8676D039}"/>
              </a:ext>
            </a:extLst>
          </p:cNvPr>
          <p:cNvSpPr>
            <a:spLocks noGrp="1"/>
          </p:cNvSpPr>
          <p:nvPr/>
        </p:nvSpPr>
        <p:spPr>
          <a:xfrm>
            <a:off x="11858625" y="4695825"/>
            <a:ext cx="1000125" cy="2667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4EDFF"/>
          </a:solidFill>
          <a:ln w="28575">
            <a:solidFill>
              <a:srgbClr val="2463DD"/>
            </a:solidFill>
            <a:prstDash val="solid"/>
          </a:ln>
        </p:spPr>
      </p:sp>
      <p:sp>
        <p:nvSpPr>
          <p:cNvPr id="114" name="overview-tag-text-42-store">
            <a:extLst>
              <a:ext uri="{FF2B5EF4-FFF2-40B4-BE49-F238E27FC236}">
                <ns2:creationId id="{9D3B8A08-800B-49A4-A55F-463675ECEFB6}"/>
              </a:ext>
            </a:extLst>
          </p:cNvPr>
          <p:cNvSpPr>
            <a:spLocks noGrp="1"/>
          </p:cNvSpPr>
          <p:nvPr/>
        </p:nvSpPr>
        <p:spPr>
          <a:xfrm>
            <a:off x="10982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F1E5FA"/>
          </a:solidFill>
          <a:ln w="28575">
            <a:solidFill>
              <a:srgbClr val="8D49B8"/>
            </a:solidFill>
            <a:prstDash val="solid"/>
          </a:ln>
        </p:spPr>
      </p:sp>
      <p:sp>
        <p:nvSpPr>
          <p:cNvPr id="116" name="overview-tag-text-45-store">
            <a:extLst>
              <a:ext uri="{FF2B5EF4-FFF2-40B4-BE49-F238E27FC236}">
                <ns2:creationId id="{5A08A67E-36A0-4845-A203-49CD315BF00A}"/>
              </a:ext>
            </a:extLst>
          </p:cNvPr>
          <p:cNvSpPr>
            <a:spLocks noGrp="1"/>
          </p:cNvSpPr>
          <p:nvPr/>
        </p:nvSpPr>
        <p:spPr>
          <a:xfrm>
            <a:off x="12125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sp>
      <p:sp>
        <p:nvSpPr>
          <p:cNvPr id="120" name="overview-legend-title">
            <a:extLst>
              <a:ext uri="{FF2B5EF4-FFF2-40B4-BE49-F238E27FC236}">
                <ns2:creationId id="{45C12E20-AD8E-41ED-94B3-B2AE51B9B7B9}"/>
              </a:ext>
            </a:extLst>
          </p:cNvPr>
          <p:cNvSpPr>
            <a:spLocks noGrp="1"/>
          </p:cNvSpPr>
          <p:nvPr/>
        </p:nvSpPr>
        <p:spPr>
          <a:xfrm>
            <a:off x="495300" y="8448675"/>
            <a:ext cx="7419975" cy="333375"/>
          </a:xfrm>
          <a:prstGeom prst="rect">
            <a:avLst/>
          </a:prstGeom>
          <a:noFill/>
          <a:ln w="0">
            <a:noFill/>
            <a:prstDash val="solid"/>
          </a:ln>
        </p:spPr>
        <p:txBody>
          <a:bodyPr wrap="none" lIns="0" tIns="0" rIns="0" bIns="0" anchor="ctr">
            <a:noAutofit/>
          </a:bodyPr>
          <a:lstStyle/>
          <a:p>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DDE0E4"/>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
        <p:nvSpPr>
          <p:cNvPr id="130" name="v2-483-header-white">
            <a:extLst>
              <a:ext uri="{FF2B5EF4-FFF2-40B4-BE49-F238E27FC236}">
                <ns2:creationId id="{BB7E350D-2889-467F-B49B-6A044AD272E0}"/>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31" name="v2-484-page">
            <a:extLst>
              <a:ext uri="{FF2B5EF4-FFF2-40B4-BE49-F238E27FC236}">
                <ns2:creationId id="{3DF9EE03-FAD4-4E1A-805E-855653A322F7}"/>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13</a:t>
            </a: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2"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3"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
        <p:nvSpPr>
          <p:cNvPr id="36" name="v2-101-header-white">
            <a:extLst>
              <a:ext uri="{FF2B5EF4-FFF2-40B4-BE49-F238E27FC236}">
                <ns2:creationId id="{031CC21A-25E5-4204-97D1-C4E50EE0FDB9}"/>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02-page">
            <a:extLst>
              <a:ext uri="{FF2B5EF4-FFF2-40B4-BE49-F238E27FC236}">
                <ns2:creationId id="{B2ABEEE1-89E9-4D30-9ADD-405CE67D15CB}"/>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14</a:t>
            </a: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시작 상태: 보고서와 메일을 지금 위임하며, 공급업체 견적은 그 전에 맡겨 아직 진행 중입니다.</a:t>
            </a: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2"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3"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7" name="v2-104-header-white">
            <a:extLst>
              <a:ext uri="{FF2B5EF4-FFF2-40B4-BE49-F238E27FC236}">
                <ns2:creationId id="{8F5EB3AC-87C6-4B8B-B396-A7DB20890FE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8" name="v2-105-page">
            <a:extLst>
              <a:ext uri="{FF2B5EF4-FFF2-40B4-BE49-F238E27FC236}">
                <ns2:creationId id="{D584DAE8-1F78-4F91-8CC0-C4F46C80AEC6}"/>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DP41 배경 / v2 15</a:t>
            </a:r>
          </a:p>
        </p:txBody>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0" name="v2-107-choice-question">
            <a:extLst>
              <a:ext uri="{FF2B5EF4-FFF2-40B4-BE49-F238E27FC236}">
                <ns2:creationId id="{E71C772E-FF29-4510-B3DD-AEE0699B4879}"/>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다음 조회와 전체 의미 완성을 모델이 결정할까, 코드가 항목 해결 상태로 진행할까?</a:t>
            </a:r>
          </a:p>
        </p:txBody>
      </p:sp>
      <p:sp>
        <p:nvSpPr>
          <p:cNvPr id="31" name="v2-108-note">
            <a:extLst>
              <a:ext uri="{FF2B5EF4-FFF2-40B4-BE49-F238E27FC236}">
                <ns2:creationId id="{B2325057-EE6A-4466-9855-C9BBF1EFE5F5}"/>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모델 재판단의 유연성과 반복 비용 ↔ 유한 표현의 추적 가능성과 지원 범위/추가 해석 비용</a:t>
            </a: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2"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3"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9-header-white">
            <a:extLst>
              <a:ext uri="{FF2B5EF4-FFF2-40B4-BE49-F238E27FC236}">
                <ns2:creationId id="{AD52C790-E014-442F-90F8-14F038C24BEC}"/>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0" name="v2-110-page">
            <a:extLst>
              <a:ext uri="{FF2B5EF4-FFF2-40B4-BE49-F238E27FC236}">
                <ns2:creationId id="{8BF4AFEE-F181-49E8-B062-B1B471B1B21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DP44 배경 / v2 17</a:t>
            </a:r>
          </a:p>
        </p:txBody>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2" name="v2-112-choice-question">
            <a:extLst>
              <a:ext uri="{FF2B5EF4-FFF2-40B4-BE49-F238E27FC236}">
                <ns2:creationId id="{D8265227-5F77-4DD4-AF23-C4CBFB51BD1A}"/>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완료마다 중앙이 다음 실행을 지시할까, 단계가 입력과 게시 조건으로 실행될까?</a:t>
            </a:r>
          </a:p>
        </p:txBody>
      </p:sp>
      <p:sp>
        <p:nvSpPr>
          <p:cNvPr id="33" name="v2-113-note">
            <a:extLst>
              <a:ext uri="{FF2B5EF4-FFF2-40B4-BE49-F238E27FC236}">
                <ns2:creationId id="{FD008B8A-1E99-47B0-B3A3-472DA810ED3F}"/>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중앙 진행 상태와 회수 대기 ↔ 단계별 상태와 Join 조건, 대기 및 수용량 관리 비용</a:t>
            </a: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2"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3"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v2-114-header-white">
            <a:extLst>
              <a:ext uri="{FF2B5EF4-FFF2-40B4-BE49-F238E27FC236}">
                <ns2:creationId id="{90EC32BB-C2C0-4D38-A043-AA030EB1ED9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7" name="v2-115-page">
            <a:extLst>
              <a:ext uri="{FF2B5EF4-FFF2-40B4-BE49-F238E27FC236}">
                <ns2:creationId id="{D8EE70C3-F160-4B55-8666-B4E09F373BB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DP45 배경 / v2 19</a:t>
            </a:r>
          </a:p>
        </p:txBody>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29" name="v2-117-choice-question">
            <a:extLst>
              <a:ext uri="{FF2B5EF4-FFF2-40B4-BE49-F238E27FC236}">
                <ns2:creationId id="{7EF0C2FA-804B-4E3D-805B-F95AFF5B0324}"/>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필요할 때 과거 원본을 조합할까, 여러 요청이 읽을 관계를 공통 생산할까?</a:t>
            </a:r>
          </a:p>
        </p:txBody>
      </p:sp>
      <p:sp>
        <p:nvSpPr>
          <p:cNvPr id="30" name="v2-118-note">
            <a:extLst>
              <a:ext uri="{FF2B5EF4-FFF2-40B4-BE49-F238E27FC236}">
                <ns2:creationId id="{100EE5A8-D338-4858-BF2E-F78DA3C38010}"/>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유효 cache와 요청별 miss 비용 ↔ 공통 조회와 초기/미사용 생산, 철회 및 coverage 비용</a:t>
            </a: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2"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3"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6" name="v2-119-header-white">
            <a:extLst>
              <a:ext uri="{FF2B5EF4-FFF2-40B4-BE49-F238E27FC236}">
                <ns2:creationId id="{2177A069-EBD7-46B2-959A-4D8C3B1975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20-page">
            <a:extLst>
              <a:ext uri="{FF2B5EF4-FFF2-40B4-BE49-F238E27FC236}">
                <ns2:creationId id="{1C1A7BF5-495F-44E9-87C0-4BD7BD806A1D}"/>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DP42 배경 / v2 21</a:t>
            </a: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9" name="v2-122-choice-question">
            <a:extLst>
              <a:ext uri="{FF2B5EF4-FFF2-40B4-BE49-F238E27FC236}">
                <ns2:creationId id="{2F53DF19-2C18-41B7-A5BF-A4ED44F51206}"/>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250" b="1">
                <a:solidFill>
                  <a:srgbClr val="00889A"/>
                </a:solidFill>
                <a:latin typeface="Apple SD Gothic Neo"/>
                <a:ea typeface="Apple SD Gothic Neo"/>
                <a:cs typeface="Apple SD Gothic Neo"/>
              </a:defRPr>
            </a:pPr>
            <a:r>
              <a:rPr sz="2250" b="1">
                <a:solidFill>
                  <a:srgbClr val="00889A"/>
                </a:solidFill>
                <a:latin typeface="Apple SD Gothic Neo"/>
                <a:ea typeface="Apple SD Gothic Neo"/>
                <a:cs typeface="Apple SD Gothic Neo"/>
              </a:rPr>
              <a:t>설계 질문  대화와 업무의 관련 상태를 함께 확정할까, 독립 상태 권위의 접수로 맞출까?</a:t>
            </a:r>
          </a:p>
        </p:txBody>
      </p:sp>
      <p:sp>
        <p:nvSpPr>
          <p:cNvPr id="40" name="v2-123-note">
            <a:extLst>
              <a:ext uri="{FF2B5EF4-FFF2-40B4-BE49-F238E27FC236}">
                <ns2:creationId id="{FADC07F8-CC6A-4800-86ED-FAFBF47F3DC9}"/>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모듈형 Core의 공동 확정 ↔ 독립 운영 조건과 인계/재확인, process 및 접수 상태 비용</a:t>
            </a: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875" b="0">
                <a:solidFill>
                  <a:srgbClr val="00889A"/>
                </a:solidFill>
                <a:latin typeface="Apple SD Gothic Neo"/>
                <a:ea typeface="Apple SD Gothic Neo"/>
                <a:cs typeface="Apple SD Gothic Neo"/>
              </a:defRPr>
            </a:pPr>
            <a:r>
              <a:rPr sz="1875" b="0">
                <a:solidFill>
                  <a:srgbClr val="00889A"/>
                </a:solidFill>
                <a:latin typeface="Apple SD Gothic Neo"/>
                <a:ea typeface="Apple SD Gothic Neo"/>
                <a:cs typeface="Apple SD Gothic Neo"/>
              </a:rPr>
              <a:t>Conversation(대화 기록과 업무 연결)은 음성 연결 종료 뒤에도 이어집니다. 아래의 수명 차이는 양안 공통입니다.</a:t>
            </a:r>
          </a:p>
        </p:txBody>
      </p:sp>
    </p:spTree>
    <p:extLst>
      <p:ext uri="{BB962C8B-B14F-4D97-AF65-F5344CB8AC3E}">
        <p14:creationId val="2044630242"/>
      </p:ext>
    </p:extLst>
  </p:cSld>
</p:sld>
</file>

<file path=ppt/slides/slide46.xml><?xml version="1.0" encoding="utf-8"?>
<p:sld xmlns:p="http://schemas.openxmlformats.org/presentationml/2006/main">
  <p:cSld name="necessity-v2">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v2-0-section">
            <a:extLst xmlns:a="http://schemas.openxmlformats.org/drawingml/2006/main">
              <a:ext uri="{FF2B5EF4-FFF2-40B4-BE49-F238E27FC236}">
                <a16:creationId xmlns:a16="http://schemas.microsoft.com/office/drawing/2014/main" id="{FAF43B61-F354-4CEA-8B0D-4818C608827C}"/>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필요성</a:t>
            </a:r>
          </a:p>
        </p:txBody>
      </p:sp>
      <p:sp>
        <p:nvSpPr>
          <p:cNvPr id="2" name="v2-1-title">
            <a:extLst xmlns:a="http://schemas.openxmlformats.org/drawingml/2006/main">
              <a:ext uri="{FF2B5EF4-FFF2-40B4-BE49-F238E27FC236}">
                <a16:creationId xmlns:a16="http://schemas.microsoft.com/office/drawing/2014/main" id="{28AAEB6B-63A7-4382-B7D9-A586A063F4C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사용자의 흐름을 끊지 않고, 의도를 보존하며 업무를 이어가야 합니다</a:t>
            </a:r>
          </a:p>
        </p:txBody>
      </p:sp>
      <p:sp>
        <p:nvSpPr>
          <p:cNvPr id="3" name="v2-2-rule">
            <a:extLst xmlns:a="http://schemas.openxmlformats.org/drawingml/2006/main">
              <a:ext uri="{FF2B5EF4-FFF2-40B4-BE49-F238E27FC236}">
                <a16:creationId xmlns:a16="http://schemas.microsoft.com/office/drawing/2014/main" id="{0C08EC59-6690-463A-9924-165C75589F29}"/>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page">
            <a:extLst xmlns:a="http://schemas.openxmlformats.org/drawingml/2006/main">
              <a:ext uri="{FF2B5EF4-FFF2-40B4-BE49-F238E27FC236}">
                <a16:creationId xmlns:a16="http://schemas.microsoft.com/office/drawing/2014/main" id="{43F1920A-86E8-4E67-A63B-F6819F15E6D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02</a:t>
            </a:r>
          </a:p>
        </p:txBody>
      </p:sp>
      <p:sp>
        <p:nvSpPr>
          <p:cNvPr id="5" name="v2-4-need-title">
            <a:extLst xmlns:a="http://schemas.openxmlformats.org/drawingml/2006/main">
              <a:ext uri="{FF2B5EF4-FFF2-40B4-BE49-F238E27FC236}">
                <a16:creationId xmlns:a16="http://schemas.microsoft.com/office/drawing/2014/main" id="{C8C4C48A-5FA9-4428-A46F-18A8D5553A95}"/>
              </a:ext>
            </a:extLst>
          </p:cNvPr>
          <p:cNvSpPr>
            <a:spLocks xmlns:a="http://schemas.openxmlformats.org/drawingml/2006/main" noGrp="1"/>
          </p:cNvSpPr>
          <p:nvPr/>
        </p:nvSpPr>
        <p:spPr>
          <a:xfrm xmlns:a="http://schemas.openxmlformats.org/drawingml/2006/main">
            <a:off x="4953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뜻과 조건을 함께 보존</a:t>
            </a:r>
          </a:p>
        </p:txBody>
      </p:sp>
      <p:sp>
        <p:nvSpPr>
          <p:cNvPr id="6" name="v2-5-note">
            <a:extLst xmlns:a="http://schemas.openxmlformats.org/drawingml/2006/main">
              <a:ext uri="{FF2B5EF4-FFF2-40B4-BE49-F238E27FC236}">
                <a16:creationId xmlns:a16="http://schemas.microsoft.com/office/drawing/2014/main" id="{79ABC226-031E-46EB-90D9-9EF214165FE8}"/>
              </a:ext>
            </a:extLst>
          </p:cNvPr>
          <p:cNvSpPr>
            <a:spLocks xmlns:a="http://schemas.openxmlformats.org/drawingml/2006/main" noGrp="1"/>
          </p:cNvSpPr>
          <p:nvPr/>
        </p:nvSpPr>
        <p:spPr>
          <a:xfrm xmlns:a="http://schemas.openxmlformats.org/drawingml/2006/main">
            <a:off x="4953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“메일에는 이 표를 넣어줘.”</a:t>
            </a:r>
          </a:p>
        </p:txBody>
      </p:sp>
      <p:sp>
        <p:nvSpPr>
          <p:cNvPr id="7" name="v2-6-need-line">
            <a:extLst xmlns:a="http://schemas.openxmlformats.org/drawingml/2006/main">
              <a:ext uri="{FF2B5EF4-FFF2-40B4-BE49-F238E27FC236}">
                <a16:creationId xmlns:a16="http://schemas.microsoft.com/office/drawing/2014/main" id="{D3821A77-A8C3-4B65-B968-3FA87A6D9E45}"/>
              </a:ext>
            </a:extLst>
          </p:cNvPr>
          <p:cNvSpPr>
            <a:spLocks xmlns:a="http://schemas.openxmlformats.org/drawingml/2006/main" noGrp="1"/>
          </p:cNvSpPr>
          <p:nvPr/>
        </p:nvSpPr>
        <p:spPr>
          <a:xfrm xmlns:a="http://schemas.openxmlformats.org/drawingml/2006/main">
            <a:off x="4953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8" name="v2-7-need-body">
            <a:extLst xmlns:a="http://schemas.openxmlformats.org/drawingml/2006/main">
              <a:ext uri="{FF2B5EF4-FFF2-40B4-BE49-F238E27FC236}">
                <a16:creationId xmlns:a16="http://schemas.microsoft.com/office/drawing/2014/main" id="{B944A4C2-C0CF-48A8-BA76-CD1F769B59B3}"/>
              </a:ext>
            </a:extLst>
          </p:cNvPr>
          <p:cNvSpPr>
            <a:spLocks xmlns:a="http://schemas.openxmlformats.org/drawingml/2006/main" noGrp="1"/>
          </p:cNvSpPr>
          <p:nvPr/>
        </p:nvSpPr>
        <p:spPr>
          <a:xfrm xmlns:a="http://schemas.openxmlformats.org/drawingml/2006/main">
            <a:off x="4953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바꿀 대상은 메일 내용입니다.</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보고서 PDF와 초안만 조건은 유지해야 합니다.</a:t>
            </a:r>
          </a:p>
        </p:txBody>
      </p:sp>
      <p:sp>
        <p:nvSpPr>
          <p:cNvPr id="9" name="v2-8-need-title">
            <a:extLst xmlns:a="http://schemas.openxmlformats.org/drawingml/2006/main">
              <a:ext uri="{FF2B5EF4-FFF2-40B4-BE49-F238E27FC236}">
                <a16:creationId xmlns:a16="http://schemas.microsoft.com/office/drawing/2014/main" id="{F2840371-A41B-4A05-A1D2-26A1C4229551}"/>
              </a:ext>
            </a:extLst>
          </p:cNvPr>
          <p:cNvSpPr>
            <a:spLocks xmlns:a="http://schemas.openxmlformats.org/drawingml/2006/main" noGrp="1"/>
          </p:cNvSpPr>
          <p:nvPr/>
        </p:nvSpPr>
        <p:spPr>
          <a:xfrm xmlns:a="http://schemas.openxmlformats.org/drawingml/2006/main">
            <a:off x="634365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일하는 중에도 새 입력에 반응</a:t>
            </a:r>
          </a:p>
        </p:txBody>
      </p:sp>
      <p:sp>
        <p:nvSpPr>
          <p:cNvPr id="10" name="v2-9-note">
            <a:extLst xmlns:a="http://schemas.openxmlformats.org/drawingml/2006/main">
              <a:ext uri="{FF2B5EF4-FFF2-40B4-BE49-F238E27FC236}">
                <a16:creationId xmlns:a16="http://schemas.microsoft.com/office/drawing/2014/main" id="{602C06AC-86CA-4B53-B173-F759E5AA7CD9}"/>
              </a:ext>
            </a:extLst>
          </p:cNvPr>
          <p:cNvSpPr>
            <a:spLocks xmlns:a="http://schemas.openxmlformats.org/drawingml/2006/main" noGrp="1"/>
          </p:cNvSpPr>
          <p:nvPr/>
        </p:nvSpPr>
        <p:spPr>
          <a:xfrm xmlns:a="http://schemas.openxmlformats.org/drawingml/2006/main">
            <a:off x="634365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보고서 작성 중 새 지시와 질문이 도착</a:t>
            </a:r>
          </a:p>
        </p:txBody>
      </p:sp>
      <p:sp>
        <p:nvSpPr>
          <p:cNvPr id="11" name="v2-10-need-line">
            <a:extLst xmlns:a="http://schemas.openxmlformats.org/drawingml/2006/main">
              <a:ext uri="{FF2B5EF4-FFF2-40B4-BE49-F238E27FC236}">
                <a16:creationId xmlns:a16="http://schemas.microsoft.com/office/drawing/2014/main" id="{7ED2467F-2C74-40DC-8054-C837A2CDFD90}"/>
              </a:ext>
            </a:extLst>
          </p:cNvPr>
          <p:cNvSpPr>
            <a:spLocks xmlns:a="http://schemas.openxmlformats.org/drawingml/2006/main" noGrp="1"/>
          </p:cNvSpPr>
          <p:nvPr/>
        </p:nvSpPr>
        <p:spPr>
          <a:xfrm xmlns:a="http://schemas.openxmlformats.org/drawingml/2006/main">
            <a:off x="634365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2" name="v2-11-need-body">
            <a:extLst xmlns:a="http://schemas.openxmlformats.org/drawingml/2006/main">
              <a:ext uri="{FF2B5EF4-FFF2-40B4-BE49-F238E27FC236}">
                <a16:creationId xmlns:a16="http://schemas.microsoft.com/office/drawing/2014/main" id="{301631E0-A6CD-445E-A1BA-D75CF99B72DB}"/>
              </a:ext>
            </a:extLst>
          </p:cNvPr>
          <p:cNvSpPr>
            <a:spLocks xmlns:a="http://schemas.openxmlformats.org/drawingml/2006/main" noGrp="1"/>
          </p:cNvSpPr>
          <p:nvPr/>
        </p:nvSpPr>
        <p:spPr>
          <a:xfrm xmlns:a="http://schemas.openxmlformats.org/drawingml/2006/main">
            <a:off x="634365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처리 완료를 기다리지 않고 말을 받으며,</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옛 응답과 새 지시를 구별해야 합니다.</a:t>
            </a:r>
          </a:p>
        </p:txBody>
      </p:sp>
      <p:sp>
        <p:nvSpPr>
          <p:cNvPr id="13" name="v2-12-need-title">
            <a:extLst xmlns:a="http://schemas.openxmlformats.org/drawingml/2006/main">
              <a:ext uri="{FF2B5EF4-FFF2-40B4-BE49-F238E27FC236}">
                <a16:creationId xmlns:a16="http://schemas.microsoft.com/office/drawing/2014/main" id="{2335F5D0-431B-4FA5-B420-917E12C60B0E}"/>
              </a:ext>
            </a:extLst>
          </p:cNvPr>
          <p:cNvSpPr>
            <a:spLocks xmlns:a="http://schemas.openxmlformats.org/drawingml/2006/main" noGrp="1"/>
          </p:cNvSpPr>
          <p:nvPr/>
        </p:nvSpPr>
        <p:spPr>
          <a:xfrm xmlns:a="http://schemas.openxmlformats.org/drawingml/2006/main">
            <a:off x="121920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변화하는 기술과 연결을 수용</a:t>
            </a:r>
          </a:p>
        </p:txBody>
      </p:sp>
      <p:sp>
        <p:nvSpPr>
          <p:cNvPr id="14" name="v2-13-note">
            <a:extLst xmlns:a="http://schemas.openxmlformats.org/drawingml/2006/main">
              <a:ext uri="{FF2B5EF4-FFF2-40B4-BE49-F238E27FC236}">
                <a16:creationId xmlns:a16="http://schemas.microsoft.com/office/drawing/2014/main" id="{DB8DEDE1-B895-4FB6-8BBC-E8A3ADFD7D9C}"/>
              </a:ext>
            </a:extLst>
          </p:cNvPr>
          <p:cNvSpPr>
            <a:spLocks xmlns:a="http://schemas.openxmlformats.org/drawingml/2006/main" noGrp="1"/>
          </p:cNvSpPr>
          <p:nvPr/>
        </p:nvSpPr>
        <p:spPr>
          <a:xfrm xmlns:a="http://schemas.openxmlformats.org/drawingml/2006/main">
            <a:off x="121920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새 음성 모델, 업무 AI와 정보원이 등장</a:t>
            </a:r>
          </a:p>
        </p:txBody>
      </p:sp>
      <p:sp>
        <p:nvSpPr>
          <p:cNvPr id="15" name="v2-14-need-line">
            <a:extLst xmlns:a="http://schemas.openxmlformats.org/drawingml/2006/main">
              <a:ext uri="{FF2B5EF4-FFF2-40B4-BE49-F238E27FC236}">
                <a16:creationId xmlns:a16="http://schemas.microsoft.com/office/drawing/2014/main" id="{1FEDBB27-4820-4B6E-8F5C-B6AAA52101C3}"/>
              </a:ext>
            </a:extLst>
          </p:cNvPr>
          <p:cNvSpPr>
            <a:spLocks xmlns:a="http://schemas.openxmlformats.org/drawingml/2006/main" noGrp="1"/>
          </p:cNvSpPr>
          <p:nvPr/>
        </p:nvSpPr>
        <p:spPr>
          <a:xfrm xmlns:a="http://schemas.openxmlformats.org/drawingml/2006/main">
            <a:off x="121920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6" name="v2-15-need-body">
            <a:extLst xmlns:a="http://schemas.openxmlformats.org/drawingml/2006/main">
              <a:ext uri="{FF2B5EF4-FFF2-40B4-BE49-F238E27FC236}">
                <a16:creationId xmlns:a16="http://schemas.microsoft.com/office/drawing/2014/main" id="{550E8D24-E194-4CDB-B8D1-28EB70B90C9B}"/>
              </a:ext>
            </a:extLst>
          </p:cNvPr>
          <p:cNvSpPr>
            <a:spLocks xmlns:a="http://schemas.openxmlformats.org/drawingml/2006/main" noGrp="1"/>
          </p:cNvSpPr>
          <p:nvPr/>
        </p:nvSpPr>
        <p:spPr>
          <a:xfrm xmlns:a="http://schemas.openxmlformats.org/drawingml/2006/main">
            <a:off x="121920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기존 사용자 기능을 유지하면서</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영향받는 기능 책임을 수정해야 합니다.</a:t>
            </a:r>
          </a:p>
        </p:txBody>
      </p:sp>
      <p:sp>
        <p:nvSpPr>
          <p:cNvPr id="17" name="v2-16-resource-rule">
            <a:extLst xmlns:a="http://schemas.openxmlformats.org/drawingml/2006/main">
              <a:ext uri="{FF2B5EF4-FFF2-40B4-BE49-F238E27FC236}">
                <a16:creationId xmlns:a16="http://schemas.microsoft.com/office/drawing/2014/main" id="{9832B4E2-E419-4290-B1F6-6DEEC9CED853}"/>
              </a:ext>
            </a:extLst>
          </p:cNvPr>
          <p:cNvSpPr>
            <a:spLocks xmlns:a="http://schemas.openxmlformats.org/drawingml/2006/main" noGrp="1"/>
          </p:cNvSpPr>
          <p:nvPr/>
        </p:nvSpPr>
        <p:spPr>
          <a:xfrm xmlns:a="http://schemas.openxmlformats.org/drawingml/2006/main">
            <a:off x="495300" y="60960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18" name="v2-17-resource-heading">
            <a:extLst xmlns:a="http://schemas.openxmlformats.org/drawingml/2006/main">
              <a:ext uri="{FF2B5EF4-FFF2-40B4-BE49-F238E27FC236}">
                <a16:creationId xmlns:a16="http://schemas.microsoft.com/office/drawing/2014/main" id="{1ADD9D0A-1A97-4516-81BD-339052D22A12}"/>
              </a:ext>
            </a:extLst>
          </p:cNvPr>
          <p:cNvSpPr>
            <a:spLocks xmlns:a="http://schemas.openxmlformats.org/drawingml/2006/main" noGrp="1"/>
          </p:cNvSpPr>
          <p:nvPr/>
        </p:nvSpPr>
        <p:spPr>
          <a:xfrm xmlns:a="http://schemas.openxmlformats.org/drawingml/2006/main">
            <a:off x="495300" y="6419850"/>
            <a:ext cx="1685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354354"/>
                </a:solidFill>
                <a:latin typeface="Apple SD Gothic Neo"/>
                <a:ea typeface="Apple SD Gothic Neo"/>
                <a:cs typeface="Apple SD Gothic Neo"/>
              </a:defRPr>
            </a:pPr>
            <a:r>
              <a:rPr sz="2850" b="1">
                <a:solidFill>
                  <a:srgbClr val="354354"/>
                </a:solidFill>
                <a:latin typeface="Apple SD Gothic Neo"/>
                <a:ea typeface="Apple SD Gothic Neo"/>
                <a:cs typeface="Apple SD Gothic Neo"/>
              </a:rPr>
              <a:t>계속되는 상호작용에는 운영 비용과 PC 자원도 필요합니다</a:t>
            </a:r>
          </a:p>
        </p:txBody>
      </p:sp>
      <p:sp>
        <p:nvSpPr>
          <p:cNvPr id="19" name="v2-18-cost-cause">
            <a:extLst xmlns:a="http://schemas.openxmlformats.org/drawingml/2006/main">
              <a:ext uri="{FF2B5EF4-FFF2-40B4-BE49-F238E27FC236}">
                <a16:creationId xmlns:a16="http://schemas.microsoft.com/office/drawing/2014/main" id="{7EC5BE3A-4D02-477D-96F1-2A1898CED9E3}"/>
              </a:ext>
            </a:extLst>
          </p:cNvPr>
          <p:cNvSpPr>
            <a:spLocks xmlns:a="http://schemas.openxmlformats.org/drawingml/2006/main" noGrp="1"/>
          </p:cNvSpPr>
          <p:nvPr/>
        </p:nvSpPr>
        <p:spPr>
          <a:xfrm xmlns:a="http://schemas.openxmlformats.org/drawingml/2006/main">
            <a:off x="4953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의미 재판단, 음성 응답과 과거 정보 준비</a:t>
            </a:r>
          </a:p>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 쓰이지 않은 준비와 재시도도 모델 사용량을 만듭니다.</a:t>
            </a:r>
          </a:p>
        </p:txBody>
      </p:sp>
      <p:sp>
        <p:nvSpPr>
          <p:cNvPr id="20" name="v2-19-memory-cause">
            <a:extLst xmlns:a="http://schemas.openxmlformats.org/drawingml/2006/main">
              <a:ext uri="{FF2B5EF4-FFF2-40B4-BE49-F238E27FC236}">
                <a16:creationId xmlns:a16="http://schemas.microsoft.com/office/drawing/2014/main" id="{59678C30-4D0A-4916-80EA-0059384FDD0D}"/>
              </a:ext>
            </a:extLst>
          </p:cNvPr>
          <p:cNvSpPr>
            <a:spLocks xmlns:a="http://schemas.openxmlformats.org/drawingml/2006/main" noGrp="1"/>
          </p:cNvSpPr>
          <p:nvPr/>
        </p:nvSpPr>
        <p:spPr>
          <a:xfrm xmlns:a="http://schemas.openxmlformats.org/drawingml/2006/main">
            <a:off x="95250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진행 업무, 대화 기록과 입출력 버퍼</a:t>
            </a:r>
          </a:p>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 사용자 앱과 함께 쓰는 PC 메모리를 점유합니다.</a:t>
            </a:r>
          </a:p>
        </p:txBody>
      </p:sp>
      <p:sp>
        <p:nvSpPr>
          <p:cNvPr id="21" name="v2-20-note">
            <a:extLst xmlns:a="http://schemas.openxmlformats.org/drawingml/2006/main">
              <a:ext uri="{FF2B5EF4-FFF2-40B4-BE49-F238E27FC236}">
                <a16:creationId xmlns:a16="http://schemas.microsoft.com/office/drawing/2014/main" id="{16A35BC9-736D-4457-BCAB-2DD7EDB4EDA0}"/>
              </a:ext>
            </a:extLst>
          </p:cNvPr>
          <p:cNvSpPr>
            <a:spLocks xmlns:a="http://schemas.openxmlformats.org/drawingml/2006/main" noGrp="1"/>
          </p:cNvSpPr>
          <p:nvPr/>
        </p:nvSpPr>
        <p:spPr>
          <a:xfrm xmlns:a="http://schemas.openxmlformats.org/drawingml/2006/main">
            <a:off x="495300" y="9124950"/>
            <a:ext cx="1695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00889A"/>
                </a:solidFill>
                <a:latin typeface="Apple SD Gothic Neo"/>
                <a:ea typeface="Apple SD Gothic Neo"/>
                <a:cs typeface="Apple SD Gothic Neo"/>
              </a:defRPr>
            </a:pPr>
            <a:r>
              <a:rPr sz="2325" b="0">
                <a:solidFill>
                  <a:srgbClr val="00889A"/>
                </a:solidFill>
                <a:latin typeface="Apple SD Gothic Neo"/>
                <a:ea typeface="Apple SD Gothic Neo"/>
                <a:cs typeface="Apple SD Gothic Neo"/>
              </a:rPr>
              <a:t>업무 AI의 실제 작성 시간과 별개로, VIA가 해석하고 연결하며 만드는 기다림도 줄여야 합니다.</a:t>
            </a:r>
          </a:p>
        </p:txBody>
      </p:sp>
    </p:spTree>
    <p:extLst>
      <p:ext uri="{BB962C8B-B14F-4D97-AF65-F5344CB8AC3E}">
        <p14:creationId xmlns:p14="http://schemas.microsoft.com/office/powerpoint/2010/main" val="1756832137"/>
      </p:ext>
    </p:extLst>
  </p:cSld>
</p:sld>
</file>

<file path=ppt/slides/slide47.xml><?xml version="1.0" encoding="utf-8"?>
<p:sld xmlns:p="http://schemas.openxmlformats.org/presentationml/2006/main">
  <p:cSld name="domain-primer">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v2-21-section">
            <a:extLst xmlns:a="http://schemas.openxmlformats.org/drawingml/2006/main">
              <a:ext uri="{FF2B5EF4-FFF2-40B4-BE49-F238E27FC236}">
                <a16:creationId xmlns:a16="http://schemas.microsoft.com/office/drawing/2014/main" id="{E5B0FFFB-F414-4407-8F02-853DB94B5A6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소개</a:t>
            </a:r>
          </a:p>
        </p:txBody>
      </p:sp>
      <p:sp>
        <p:nvSpPr>
          <p:cNvPr id="2" name="v2-22-title">
            <a:extLst xmlns:a="http://schemas.openxmlformats.org/drawingml/2006/main">
              <a:ext uri="{FF2B5EF4-FFF2-40B4-BE49-F238E27FC236}">
                <a16:creationId xmlns:a16="http://schemas.microsoft.com/office/drawing/2014/main" id="{B24A0D38-4FD8-4D94-8A43-A0157DF0D9C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VIA는 대화를 관리하고, 업무 AI는 실제 작업을 수행합니다</a:t>
            </a:r>
          </a:p>
        </p:txBody>
      </p:sp>
      <p:sp>
        <p:nvSpPr>
          <p:cNvPr id="3" name="v2-23-rule">
            <a:extLst xmlns:a="http://schemas.openxmlformats.org/drawingml/2006/main">
              <a:ext uri="{FF2B5EF4-FFF2-40B4-BE49-F238E27FC236}">
                <a16:creationId xmlns:a16="http://schemas.microsoft.com/office/drawing/2014/main" id="{FE120782-0998-4573-A0C0-F8821FFB668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4-page">
            <a:extLst xmlns:a="http://schemas.openxmlformats.org/drawingml/2006/main">
              <a:ext uri="{FF2B5EF4-FFF2-40B4-BE49-F238E27FC236}">
                <a16:creationId xmlns:a16="http://schemas.microsoft.com/office/drawing/2014/main" id="{46D8EE02-8317-4AAF-B11F-AF88FFCF869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04</a:t>
            </a:r>
          </a:p>
        </p:txBody>
      </p:sp>
      <p:sp>
        <p:nvSpPr>
          <p:cNvPr id="5" name="v2-25-note">
            <a:extLst xmlns:a="http://schemas.openxmlformats.org/drawingml/2006/main">
              <a:ext uri="{FF2B5EF4-FFF2-40B4-BE49-F238E27FC236}">
                <a16:creationId xmlns:a16="http://schemas.microsoft.com/office/drawing/2014/main" id="{4A710B79-A224-4755-8227-2B7A89B6BFCD}"/>
              </a:ext>
            </a:extLst>
          </p:cNvPr>
          <p:cNvSpPr>
            <a:spLocks xmlns:a="http://schemas.openxmlformats.org/drawingml/2006/main" noGrp="1"/>
          </p:cNvSpPr>
          <p:nvPr/>
        </p:nvSpPr>
        <p:spPr>
          <a:xfrm xmlns:a="http://schemas.openxmlformats.org/drawingml/2006/main">
            <a:off x="495300" y="1562100"/>
            <a:ext cx="1714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00889A"/>
                </a:solidFill>
                <a:latin typeface="Apple SD Gothic Neo"/>
                <a:ea typeface="Apple SD Gothic Neo"/>
                <a:cs typeface="Apple SD Gothic Neo"/>
              </a:defRPr>
            </a:pPr>
            <a:r>
              <a:rPr sz="2550" b="0">
                <a:solidFill>
                  <a:srgbClr val="00889A"/>
                </a:solidFill>
                <a:latin typeface="Apple SD Gothic Neo"/>
                <a:ea typeface="Apple SD Gothic Neo"/>
                <a:cs typeface="Apple SD Gothic Neo"/>
              </a:rPr>
              <a:t>Voice Interaction Agent: 음성, 텍스트와 당시 화면을 함께 받아 PC 업무를 이어주는 프로그램</a:t>
            </a:r>
          </a:p>
        </p:txBody>
      </p:sp>
      <p:sp>
        <p:nvSpPr>
          <p:cNvPr id="6" name="v2-26-사용자">
            <a:extLst xmlns:a="http://schemas.openxmlformats.org/drawingml/2006/main">
              <a:ext uri="{FF2B5EF4-FFF2-40B4-BE49-F238E27FC236}">
                <a16:creationId xmlns:a16="http://schemas.microsoft.com/office/drawing/2014/main" id="{58E696E2-FF66-4406-99F0-0D47FE5950EB}"/>
              </a:ext>
            </a:extLst>
          </p:cNvPr>
          <p:cNvSpPr>
            <a:spLocks xmlns:a="http://schemas.openxmlformats.org/drawingml/2006/main" noGrp="1"/>
          </p:cNvSpPr>
          <p:nvPr/>
        </p:nvSpPr>
        <p:spPr>
          <a:xfrm xmlns:a="http://schemas.openxmlformats.org/drawingml/2006/main">
            <a:off x="495300" y="2857500"/>
            <a:ext cx="247650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27-사용자-name">
            <a:extLst xmlns:a="http://schemas.openxmlformats.org/drawingml/2006/main">
              <a:ext uri="{FF2B5EF4-FFF2-40B4-BE49-F238E27FC236}">
                <a16:creationId xmlns:a16="http://schemas.microsoft.com/office/drawing/2014/main" id="{3B6D7BB6-02AC-4687-A338-F56FAD6EF272}"/>
              </a:ext>
            </a:extLst>
          </p:cNvPr>
          <p:cNvSpPr>
            <a:spLocks xmlns:a="http://schemas.openxmlformats.org/drawingml/2006/main" noGrp="1"/>
          </p:cNvSpPr>
          <p:nvPr/>
        </p:nvSpPr>
        <p:spPr>
          <a:xfrm xmlns:a="http://schemas.openxmlformats.org/drawingml/2006/main">
            <a:off x="571500" y="2857500"/>
            <a:ext cx="2324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50" b="0">
                <a:solidFill>
                  <a:srgbClr val="202B35"/>
                </a:solidFill>
                <a:latin typeface="Apple SD Gothic Neo"/>
                <a:ea typeface="Apple SD Gothic Neo"/>
                <a:cs typeface="Apple SD Gothic Neo"/>
              </a:defRPr>
            </a:pPr>
            <a:r>
              <a:rPr sz="2850" b="0">
                <a:solidFill>
                  <a:srgbClr val="202B35"/>
                </a:solidFill>
                <a:latin typeface="Apple SD Gothic Neo"/>
                <a:ea typeface="Apple SD Gothic Neo"/>
                <a:cs typeface="Apple SD Gothic Neo"/>
              </a:rPr>
              <a:t>사용자</a:t>
            </a:r>
          </a:p>
        </p:txBody>
      </p:sp>
      <p:sp>
        <p:nvSpPr>
          <p:cNvPr id="8" name="v2-28-로컬 VIA">
            <a:extLst xmlns:a="http://schemas.openxmlformats.org/drawingml/2006/main">
              <a:ext uri="{FF2B5EF4-FFF2-40B4-BE49-F238E27FC236}">
                <a16:creationId xmlns:a16="http://schemas.microsoft.com/office/drawing/2014/main" id="{224D553C-10F7-4679-A7A7-DFDC36468F64}"/>
              </a:ext>
            </a:extLst>
          </p:cNvPr>
          <p:cNvSpPr>
            <a:spLocks xmlns:a="http://schemas.openxmlformats.org/drawingml/2006/main" noGrp="1"/>
          </p:cNvSpPr>
          <p:nvPr/>
        </p:nvSpPr>
        <p:spPr>
          <a:xfrm xmlns:a="http://schemas.openxmlformats.org/drawingml/2006/main">
            <a:off x="5000625" y="2857500"/>
            <a:ext cx="428625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29-로컬 VIA-name">
            <a:extLst xmlns:a="http://schemas.openxmlformats.org/drawingml/2006/main">
              <a:ext uri="{FF2B5EF4-FFF2-40B4-BE49-F238E27FC236}">
                <a16:creationId xmlns:a16="http://schemas.microsoft.com/office/drawing/2014/main" id="{96173FF5-7898-477B-9187-A075CF817DDF}"/>
              </a:ext>
            </a:extLst>
          </p:cNvPr>
          <p:cNvSpPr>
            <a:spLocks xmlns:a="http://schemas.openxmlformats.org/drawingml/2006/main" noGrp="1"/>
          </p:cNvSpPr>
          <p:nvPr/>
        </p:nvSpPr>
        <p:spPr>
          <a:xfrm xmlns:a="http://schemas.openxmlformats.org/drawingml/2006/main">
            <a:off x="5076825" y="2857500"/>
            <a:ext cx="413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50" b="0">
                <a:solidFill>
                  <a:srgbClr val="202B35"/>
                </a:solidFill>
                <a:latin typeface="Apple SD Gothic Neo"/>
                <a:ea typeface="Apple SD Gothic Neo"/>
                <a:cs typeface="Apple SD Gothic Neo"/>
              </a:defRPr>
            </a:pPr>
            <a:r>
              <a:rPr sz="2850" b="0">
                <a:solidFill>
                  <a:srgbClr val="202B35"/>
                </a:solidFill>
                <a:latin typeface="Apple SD Gothic Neo"/>
                <a:ea typeface="Apple SD Gothic Neo"/>
                <a:cs typeface="Apple SD Gothic Neo"/>
              </a:rPr>
              <a:t>로컬 VIA</a:t>
            </a:r>
          </a:p>
        </p:txBody>
      </p:sp>
      <p:sp>
        <p:nvSpPr>
          <p:cNvPr id="10" name="v2-30-Downstream Agent">
            <a:extLst xmlns:a="http://schemas.openxmlformats.org/drawingml/2006/main">
              <a:ext uri="{FF2B5EF4-FFF2-40B4-BE49-F238E27FC236}">
                <a16:creationId xmlns:a16="http://schemas.microsoft.com/office/drawing/2014/main" id="{223AE7CB-B3A5-4EE6-BD90-C9EA8BD5C65E}"/>
              </a:ext>
            </a:extLst>
          </p:cNvPr>
          <p:cNvSpPr>
            <a:spLocks xmlns:a="http://schemas.openxmlformats.org/drawingml/2006/main" noGrp="1"/>
          </p:cNvSpPr>
          <p:nvPr/>
        </p:nvSpPr>
        <p:spPr>
          <a:xfrm xmlns:a="http://schemas.openxmlformats.org/drawingml/2006/main">
            <a:off x="12715875" y="2857500"/>
            <a:ext cx="4905375" cy="809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31-Downstream Agent-name">
            <a:extLst xmlns:a="http://schemas.openxmlformats.org/drawingml/2006/main">
              <a:ext uri="{FF2B5EF4-FFF2-40B4-BE49-F238E27FC236}">
                <a16:creationId xmlns:a16="http://schemas.microsoft.com/office/drawing/2014/main" id="{01F3DB6D-4EA7-4B81-9A0F-4C93D0AC9769}"/>
              </a:ext>
            </a:extLst>
          </p:cNvPr>
          <p:cNvSpPr>
            <a:spLocks xmlns:a="http://schemas.openxmlformats.org/drawingml/2006/main" noGrp="1"/>
          </p:cNvSpPr>
          <p:nvPr/>
        </p:nvSpPr>
        <p:spPr>
          <a:xfrm xmlns:a="http://schemas.openxmlformats.org/drawingml/2006/main">
            <a:off x="12792075" y="2857500"/>
            <a:ext cx="4752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Downstream Agent</a:t>
            </a:r>
          </a:p>
        </p:txBody>
      </p:sp>
      <p:sp>
        <p:nvSpPr>
          <p:cNvPr id="12" name="v2-32-user-via">
            <a:extLst xmlns:a="http://schemas.openxmlformats.org/drawingml/2006/main">
              <a:ext uri="{FF2B5EF4-FFF2-40B4-BE49-F238E27FC236}">
                <a16:creationId xmlns:a16="http://schemas.microsoft.com/office/drawing/2014/main" id="{AA26E279-855D-491B-8BB9-DCD85DD43610}"/>
              </a:ext>
            </a:extLst>
          </p:cNvPr>
          <p:cNvSpPr>
            <a:spLocks xmlns:a="http://schemas.openxmlformats.org/drawingml/2006/main" noGrp="1"/>
          </p:cNvSpPr>
          <p:nvPr/>
        </p:nvSpPr>
        <p:spPr>
          <a:xfrm xmlns:a="http://schemas.openxmlformats.org/drawingml/2006/main">
            <a:off x="2971800" y="3257550"/>
            <a:ext cx="2028825" cy="9525"/>
          </a:xfrm>
          <a:custGeom xmlns:a="http://schemas.openxmlformats.org/drawingml/2006/main">
            <a:pathLst>
              <a:path w="2028825" h="9525">
                <a:moveTo>
                  <a:pt x="0" y="0"/>
                </a:moveTo>
                <a:lnTo>
                  <a:pt x="2028825" y="0"/>
                </a:lnTo>
              </a:path>
            </a:pathLst>
          </a:custGeom>
          <a:noFill xmlns:a="http://schemas.openxmlformats.org/drawingml/2006/main"/>
          <a:ln xmlns:a="http://schemas.openxmlformats.org/drawingml/2006/main" w="28575">
            <a:solidFill>
              <a:srgbClr val="00889A"/>
            </a:solidFill>
            <a:prstDash val="solid"/>
          </a:ln>
        </p:spPr>
      </p:sp>
      <p:sp>
        <p:nvSpPr>
          <p:cNvPr id="13" name="v2-33-user-via-head">
            <a:extLst xmlns:a="http://schemas.openxmlformats.org/drawingml/2006/main">
              <a:ext uri="{FF2B5EF4-FFF2-40B4-BE49-F238E27FC236}">
                <a16:creationId xmlns:a16="http://schemas.microsoft.com/office/drawing/2014/main" id="{ACBC43A9-322E-45E4-BB47-FFA028FFF98C}"/>
              </a:ext>
            </a:extLst>
          </p:cNvPr>
          <p:cNvSpPr>
            <a:spLocks xmlns:a="http://schemas.openxmlformats.org/drawingml/2006/main" noGrp="1"/>
          </p:cNvSpPr>
          <p:nvPr/>
        </p:nvSpPr>
        <p:spPr>
          <a:xfrm xmlns:a="http://schemas.openxmlformats.org/drawingml/2006/main">
            <a:off x="490031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4" name="v2-34-note">
            <a:extLst xmlns:a="http://schemas.openxmlformats.org/drawingml/2006/main">
              <a:ext uri="{FF2B5EF4-FFF2-40B4-BE49-F238E27FC236}">
                <a16:creationId xmlns:a16="http://schemas.microsoft.com/office/drawing/2014/main" id="{72F237B1-E19D-4162-8F5D-9EF510E1A547}"/>
              </a:ext>
            </a:extLst>
          </p:cNvPr>
          <p:cNvSpPr>
            <a:spLocks xmlns:a="http://schemas.openxmlformats.org/drawingml/2006/main" noGrp="1"/>
          </p:cNvSpPr>
          <p:nvPr/>
        </p:nvSpPr>
        <p:spPr>
          <a:xfrm xmlns:a="http://schemas.openxmlformats.org/drawingml/2006/main">
            <a:off x="3114675" y="26098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입력과 화면</a:t>
            </a:r>
          </a:p>
        </p:txBody>
      </p:sp>
      <p:sp>
        <p:nvSpPr>
          <p:cNvPr id="15" name="v2-35-via-agent">
            <a:extLst xmlns:a="http://schemas.openxmlformats.org/drawingml/2006/main">
              <a:ext uri="{FF2B5EF4-FFF2-40B4-BE49-F238E27FC236}">
                <a16:creationId xmlns:a16="http://schemas.microsoft.com/office/drawing/2014/main" id="{20F824F2-EBDF-451F-BBF0-4AD4F6EF9EF2}"/>
              </a:ext>
            </a:extLst>
          </p:cNvPr>
          <p:cNvSpPr>
            <a:spLocks xmlns:a="http://schemas.openxmlformats.org/drawingml/2006/main" noGrp="1"/>
          </p:cNvSpPr>
          <p:nvPr/>
        </p:nvSpPr>
        <p:spPr>
          <a:xfrm xmlns:a="http://schemas.openxmlformats.org/drawingml/2006/main">
            <a:off x="9286875" y="3257550"/>
            <a:ext cx="3429000" cy="9525"/>
          </a:xfrm>
          <a:custGeom xmlns:a="http://schemas.openxmlformats.org/drawingml/2006/main">
            <a:pathLst>
              <a:path w="3429000" h="9525">
                <a:moveTo>
                  <a:pt x="0" y="0"/>
                </a:moveTo>
                <a:lnTo>
                  <a:pt x="3429000" y="0"/>
                </a:lnTo>
              </a:path>
            </a:pathLst>
          </a:custGeom>
          <a:noFill xmlns:a="http://schemas.openxmlformats.org/drawingml/2006/main"/>
          <a:ln xmlns:a="http://schemas.openxmlformats.org/drawingml/2006/main" w="28575">
            <a:solidFill>
              <a:srgbClr val="00889A"/>
            </a:solidFill>
            <a:prstDash val="solid"/>
          </a:ln>
        </p:spPr>
      </p:sp>
      <p:sp>
        <p:nvSpPr>
          <p:cNvPr id="16" name="v2-36-via-agent-head">
            <a:extLst xmlns:a="http://schemas.openxmlformats.org/drawingml/2006/main">
              <a:ext uri="{FF2B5EF4-FFF2-40B4-BE49-F238E27FC236}">
                <a16:creationId xmlns:a16="http://schemas.microsoft.com/office/drawing/2014/main" id="{D7FEB17F-12DD-401F-9341-9E6B45FBA186}"/>
              </a:ext>
            </a:extLst>
          </p:cNvPr>
          <p:cNvSpPr>
            <a:spLocks xmlns:a="http://schemas.openxmlformats.org/drawingml/2006/main" noGrp="1"/>
          </p:cNvSpPr>
          <p:nvPr/>
        </p:nvSpPr>
        <p:spPr>
          <a:xfrm xmlns:a="http://schemas.openxmlformats.org/drawingml/2006/main">
            <a:off x="1261556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7" name="v2-37-note">
            <a:extLst xmlns:a="http://schemas.openxmlformats.org/drawingml/2006/main">
              <a:ext uri="{FF2B5EF4-FFF2-40B4-BE49-F238E27FC236}">
                <a16:creationId xmlns:a16="http://schemas.microsoft.com/office/drawing/2014/main" id="{FC96D12E-46C5-4A21-B9EA-5432D92B4913}"/>
              </a:ext>
            </a:extLst>
          </p:cNvPr>
          <p:cNvSpPr>
            <a:spLocks xmlns:a="http://schemas.openxmlformats.org/drawingml/2006/main" noGrp="1"/>
          </p:cNvSpPr>
          <p:nvPr/>
        </p:nvSpPr>
        <p:spPr>
          <a:xfrm xmlns:a="http://schemas.openxmlformats.org/drawingml/2006/main">
            <a:off x="9658350" y="25717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검사 후 업무 위임</a:t>
            </a:r>
          </a:p>
        </p:txBody>
      </p:sp>
      <p:sp>
        <p:nvSpPr>
          <p:cNvPr id="18" name="v2-38-agent-return">
            <a:extLst xmlns:a="http://schemas.openxmlformats.org/drawingml/2006/main">
              <a:ext uri="{FF2B5EF4-FFF2-40B4-BE49-F238E27FC236}">
                <a16:creationId xmlns:a16="http://schemas.microsoft.com/office/drawing/2014/main" id="{00AB7417-DB56-4020-A735-14D1F22398C8}"/>
              </a:ext>
            </a:extLst>
          </p:cNvPr>
          <p:cNvSpPr>
            <a:spLocks xmlns:a="http://schemas.openxmlformats.org/drawingml/2006/main" noGrp="1"/>
          </p:cNvSpPr>
          <p:nvPr/>
        </p:nvSpPr>
        <p:spPr>
          <a:xfrm xmlns:a="http://schemas.openxmlformats.org/drawingml/2006/main">
            <a:off x="7143750" y="3667125"/>
            <a:ext cx="5572125" cy="219075"/>
          </a:xfrm>
          <a:custGeom xmlns:a="http://schemas.openxmlformats.org/drawingml/2006/main">
            <a:pathLst>
              <a:path w="5572125" h="219075">
                <a:moveTo>
                  <a:pt x="5572125" y="219075"/>
                </a:moveTo>
                <a:lnTo>
                  <a:pt x="0" y="219075"/>
                </a:lnTo>
                <a:lnTo>
                  <a:pt x="0" y="0"/>
                </a:lnTo>
              </a:path>
            </a:pathLst>
          </a:custGeom>
          <a:noFill xmlns:a="http://schemas.openxmlformats.org/drawingml/2006/main"/>
          <a:ln xmlns:a="http://schemas.openxmlformats.org/drawingml/2006/main" w="28575">
            <a:solidFill>
              <a:srgbClr val="576773"/>
            </a:solidFill>
            <a:prstDash val="solid"/>
          </a:ln>
        </p:spPr>
      </p:sp>
      <p:sp>
        <p:nvSpPr>
          <p:cNvPr id="19" name="v2-39-agent-return-head">
            <a:extLst xmlns:a="http://schemas.openxmlformats.org/drawingml/2006/main">
              <a:ext uri="{FF2B5EF4-FFF2-40B4-BE49-F238E27FC236}">
                <a16:creationId xmlns:a16="http://schemas.microsoft.com/office/drawing/2014/main" id="{2CD96EC4-5387-4BE5-840C-EB405FFD2839}"/>
              </a:ext>
            </a:extLst>
          </p:cNvPr>
          <p:cNvSpPr>
            <a:spLocks xmlns:a="http://schemas.openxmlformats.org/drawingml/2006/main" noGrp="1"/>
          </p:cNvSpPr>
          <p:nvPr/>
        </p:nvSpPr>
        <p:spPr>
          <a:xfrm xmlns:a="http://schemas.openxmlformats.org/drawingml/2006/main">
            <a:off x="7088952" y="36671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0" name="v2-40-note">
            <a:extLst xmlns:a="http://schemas.openxmlformats.org/drawingml/2006/main">
              <a:ext uri="{FF2B5EF4-FFF2-40B4-BE49-F238E27FC236}">
                <a16:creationId xmlns:a16="http://schemas.microsoft.com/office/drawing/2014/main" id="{F27A43BB-C5D8-4204-8CC8-7D6196795198}"/>
              </a:ext>
            </a:extLst>
          </p:cNvPr>
          <p:cNvSpPr>
            <a:spLocks xmlns:a="http://schemas.openxmlformats.org/drawingml/2006/main" noGrp="1"/>
          </p:cNvSpPr>
          <p:nvPr/>
        </p:nvSpPr>
        <p:spPr>
          <a:xfrm xmlns:a="http://schemas.openxmlformats.org/drawingml/2006/main">
            <a:off x="8877300" y="39624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질문, 확인된 진행과 결과</a:t>
            </a:r>
          </a:p>
        </p:txBody>
      </p:sp>
      <p:sp>
        <p:nvSpPr>
          <p:cNvPr id="21" name="v2-41-Model Access">
            <a:extLst xmlns:a="http://schemas.openxmlformats.org/drawingml/2006/main">
              <a:ext uri="{FF2B5EF4-FFF2-40B4-BE49-F238E27FC236}">
                <a16:creationId xmlns:a16="http://schemas.microsoft.com/office/drawing/2014/main" id="{BB2DF0B2-836F-4B83-A54A-D41EDA6296C5}"/>
              </a:ext>
            </a:extLst>
          </p:cNvPr>
          <p:cNvSpPr>
            <a:spLocks xmlns:a="http://schemas.openxmlformats.org/drawingml/2006/main" noGrp="1"/>
          </p:cNvSpPr>
          <p:nvPr/>
        </p:nvSpPr>
        <p:spPr>
          <a:xfrm xmlns:a="http://schemas.openxmlformats.org/drawingml/2006/main">
            <a:off x="5000625" y="4667250"/>
            <a:ext cx="4286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2" name="v2-42-Model Access-name">
            <a:extLst xmlns:a="http://schemas.openxmlformats.org/drawingml/2006/main">
              <a:ext uri="{FF2B5EF4-FFF2-40B4-BE49-F238E27FC236}">
                <a16:creationId xmlns:a16="http://schemas.microsoft.com/office/drawing/2014/main" id="{23A25152-AFC9-436B-9F03-A6F6767FB3EC}"/>
              </a:ext>
            </a:extLst>
          </p:cNvPr>
          <p:cNvSpPr>
            <a:spLocks xmlns:a="http://schemas.openxmlformats.org/drawingml/2006/main" noGrp="1"/>
          </p:cNvSpPr>
          <p:nvPr/>
        </p:nvSpPr>
        <p:spPr>
          <a:xfrm xmlns:a="http://schemas.openxmlformats.org/drawingml/2006/main">
            <a:off x="5076825" y="4667250"/>
            <a:ext cx="4133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Model Access</a:t>
            </a:r>
          </a:p>
        </p:txBody>
      </p:sp>
      <p:sp>
        <p:nvSpPr>
          <p:cNvPr id="23" name="v2-43-클라우드 음성 모델">
            <a:extLst xmlns:a="http://schemas.openxmlformats.org/drawingml/2006/main">
              <a:ext uri="{FF2B5EF4-FFF2-40B4-BE49-F238E27FC236}">
                <a16:creationId xmlns:a16="http://schemas.microsoft.com/office/drawing/2014/main" id="{3790AE97-2705-499F-8630-32F0E42CEF3E}"/>
              </a:ext>
            </a:extLst>
          </p:cNvPr>
          <p:cNvSpPr>
            <a:spLocks xmlns:a="http://schemas.openxmlformats.org/drawingml/2006/main" noGrp="1"/>
          </p:cNvSpPr>
          <p:nvPr/>
        </p:nvSpPr>
        <p:spPr>
          <a:xfrm xmlns:a="http://schemas.openxmlformats.org/drawingml/2006/main">
            <a:off x="10953750" y="4667250"/>
            <a:ext cx="304800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4" name="v2-44-클라우드 음성 모델-name">
            <a:extLst xmlns:a="http://schemas.openxmlformats.org/drawingml/2006/main">
              <a:ext uri="{FF2B5EF4-FFF2-40B4-BE49-F238E27FC236}">
                <a16:creationId xmlns:a16="http://schemas.microsoft.com/office/drawing/2014/main" id="{5723B902-979F-42B0-A9B0-1255660A4D7E}"/>
              </a:ext>
            </a:extLst>
          </p:cNvPr>
          <p:cNvSpPr>
            <a:spLocks xmlns:a="http://schemas.openxmlformats.org/drawingml/2006/main" noGrp="1"/>
          </p:cNvSpPr>
          <p:nvPr/>
        </p:nvSpPr>
        <p:spPr>
          <a:xfrm xmlns:a="http://schemas.openxmlformats.org/drawingml/2006/main">
            <a:off x="11029950" y="4667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음성 모델</a:t>
            </a:r>
          </a:p>
        </p:txBody>
      </p:sp>
      <p:sp>
        <p:nvSpPr>
          <p:cNvPr id="25" name="v2-45-클라우드 의미 LLM">
            <a:extLst xmlns:a="http://schemas.openxmlformats.org/drawingml/2006/main">
              <a:ext uri="{FF2B5EF4-FFF2-40B4-BE49-F238E27FC236}">
                <a16:creationId xmlns:a16="http://schemas.microsoft.com/office/drawing/2014/main" id="{D8F81462-06E6-42A5-A07A-06EC37F3EA01}"/>
              </a:ext>
            </a:extLst>
          </p:cNvPr>
          <p:cNvSpPr>
            <a:spLocks xmlns:a="http://schemas.openxmlformats.org/drawingml/2006/main" noGrp="1"/>
          </p:cNvSpPr>
          <p:nvPr/>
        </p:nvSpPr>
        <p:spPr>
          <a:xfrm xmlns:a="http://schemas.openxmlformats.org/drawingml/2006/main">
            <a:off x="14287500" y="4667250"/>
            <a:ext cx="333375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6" name="v2-46-클라우드 의미 LLM-name">
            <a:extLst xmlns:a="http://schemas.openxmlformats.org/drawingml/2006/main">
              <a:ext uri="{FF2B5EF4-FFF2-40B4-BE49-F238E27FC236}">
                <a16:creationId xmlns:a16="http://schemas.microsoft.com/office/drawing/2014/main" id="{738A8AEA-6222-468A-B829-B73CBD5D2040}"/>
              </a:ext>
            </a:extLst>
          </p:cNvPr>
          <p:cNvSpPr>
            <a:spLocks xmlns:a="http://schemas.openxmlformats.org/drawingml/2006/main" noGrp="1"/>
          </p:cNvSpPr>
          <p:nvPr/>
        </p:nvSpPr>
        <p:spPr>
          <a:xfrm xmlns:a="http://schemas.openxmlformats.org/drawingml/2006/main">
            <a:off x="14363700" y="4667250"/>
            <a:ext cx="318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의미 LLM</a:t>
            </a:r>
          </a:p>
        </p:txBody>
      </p:sp>
      <p:sp>
        <p:nvSpPr>
          <p:cNvPr id="27" name="v2-47-via-model">
            <a:extLst xmlns:a="http://schemas.openxmlformats.org/drawingml/2006/main">
              <a:ext uri="{FF2B5EF4-FFF2-40B4-BE49-F238E27FC236}">
                <a16:creationId xmlns:a16="http://schemas.microsoft.com/office/drawing/2014/main" id="{42545227-DEB6-49E5-8A46-2D03A25E20E9}"/>
              </a:ext>
            </a:extLst>
          </p:cNvPr>
          <p:cNvSpPr>
            <a:spLocks xmlns:a="http://schemas.openxmlformats.org/drawingml/2006/main" noGrp="1"/>
          </p:cNvSpPr>
          <p:nvPr/>
        </p:nvSpPr>
        <p:spPr>
          <a:xfrm xmlns:a="http://schemas.openxmlformats.org/drawingml/2006/main">
            <a:off x="7143750" y="366712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28575">
            <a:solidFill>
              <a:srgbClr val="00889A"/>
            </a:solidFill>
            <a:prstDash val="solid"/>
          </a:ln>
        </p:spPr>
      </p:sp>
      <p:sp>
        <p:nvSpPr>
          <p:cNvPr id="28" name="v2-48-via-model-head">
            <a:extLst xmlns:a="http://schemas.openxmlformats.org/drawingml/2006/main">
              <a:ext uri="{FF2B5EF4-FFF2-40B4-BE49-F238E27FC236}">
                <a16:creationId xmlns:a16="http://schemas.microsoft.com/office/drawing/2014/main" id="{6F7DC035-1B4C-40E9-BC9A-80FA9A1AEF12}"/>
              </a:ext>
            </a:extLst>
          </p:cNvPr>
          <p:cNvSpPr>
            <a:spLocks xmlns:a="http://schemas.openxmlformats.org/drawingml/2006/main" noGrp="1"/>
          </p:cNvSpPr>
          <p:nvPr/>
        </p:nvSpPr>
        <p:spPr>
          <a:xfrm xmlns:a="http://schemas.openxmlformats.org/drawingml/2006/main">
            <a:off x="7088952" y="45669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29" name="v2-49-model-voice">
            <a:extLst xmlns:a="http://schemas.openxmlformats.org/drawingml/2006/main">
              <a:ext uri="{FF2B5EF4-FFF2-40B4-BE49-F238E27FC236}">
                <a16:creationId xmlns:a16="http://schemas.microsoft.com/office/drawing/2014/main" id="{144485ED-CC7C-41E3-8221-219B4EACF002}"/>
              </a:ext>
            </a:extLst>
          </p:cNvPr>
          <p:cNvSpPr>
            <a:spLocks xmlns:a="http://schemas.openxmlformats.org/drawingml/2006/main" noGrp="1"/>
          </p:cNvSpPr>
          <p:nvPr/>
        </p:nvSpPr>
        <p:spPr>
          <a:xfrm xmlns:a="http://schemas.openxmlformats.org/drawingml/2006/main">
            <a:off x="9286875" y="4991100"/>
            <a:ext cx="1666875" cy="9525"/>
          </a:xfrm>
          <a:custGeom xmlns:a="http://schemas.openxmlformats.org/drawingml/2006/main">
            <a:pathLst>
              <a:path w="1666875" h="9525">
                <a:moveTo>
                  <a:pt x="0" y="0"/>
                </a:moveTo>
                <a:lnTo>
                  <a:pt x="1666875" y="0"/>
                </a:lnTo>
              </a:path>
            </a:pathLst>
          </a:custGeom>
          <a:noFill xmlns:a="http://schemas.openxmlformats.org/drawingml/2006/main"/>
          <a:ln xmlns:a="http://schemas.openxmlformats.org/drawingml/2006/main" w="28575">
            <a:solidFill>
              <a:srgbClr val="576773"/>
            </a:solidFill>
            <a:prstDash val="solid"/>
          </a:ln>
        </p:spPr>
      </p:sp>
      <p:sp>
        <p:nvSpPr>
          <p:cNvPr id="30" name="v2-50-model-voice-head">
            <a:extLst xmlns:a="http://schemas.openxmlformats.org/drawingml/2006/main">
              <a:ext uri="{FF2B5EF4-FFF2-40B4-BE49-F238E27FC236}">
                <a16:creationId xmlns:a16="http://schemas.microsoft.com/office/drawing/2014/main" id="{AE2135DC-B061-4A56-8D00-CC107E2AAF83}"/>
              </a:ext>
            </a:extLst>
          </p:cNvPr>
          <p:cNvSpPr>
            <a:spLocks xmlns:a="http://schemas.openxmlformats.org/drawingml/2006/main" noGrp="1"/>
          </p:cNvSpPr>
          <p:nvPr/>
        </p:nvSpPr>
        <p:spPr>
          <a:xfrm xmlns:a="http://schemas.openxmlformats.org/drawingml/2006/main">
            <a:off x="10853442" y="49363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576773"/>
            </a:solidFill>
            <a:prstDash val="solid"/>
          </a:ln>
        </p:spPr>
      </p:sp>
      <p:sp>
        <p:nvSpPr>
          <p:cNvPr id="31" name="v2-51-model-meaning">
            <a:extLst xmlns:a="http://schemas.openxmlformats.org/drawingml/2006/main">
              <a:ext uri="{FF2B5EF4-FFF2-40B4-BE49-F238E27FC236}">
                <a16:creationId xmlns:a16="http://schemas.microsoft.com/office/drawing/2014/main" id="{B7B4DD31-3441-468E-B879-967F59EF7AF9}"/>
              </a:ext>
            </a:extLst>
          </p:cNvPr>
          <p:cNvSpPr>
            <a:spLocks xmlns:a="http://schemas.openxmlformats.org/drawingml/2006/main" noGrp="1"/>
          </p:cNvSpPr>
          <p:nvPr/>
        </p:nvSpPr>
        <p:spPr>
          <a:xfrm xmlns:a="http://schemas.openxmlformats.org/drawingml/2006/main">
            <a:off x="9286875" y="5286375"/>
            <a:ext cx="6667500" cy="123825"/>
          </a:xfrm>
          <a:custGeom xmlns:a="http://schemas.openxmlformats.org/drawingml/2006/main">
            <a:pathLst>
              <a:path w="6667500" h="123825">
                <a:moveTo>
                  <a:pt x="0" y="123825"/>
                </a:moveTo>
                <a:lnTo>
                  <a:pt x="6667500" y="123825"/>
                </a:lnTo>
                <a:lnTo>
                  <a:pt x="6667500" y="0"/>
                </a:lnTo>
              </a:path>
            </a:pathLst>
          </a:custGeom>
          <a:noFill xmlns:a="http://schemas.openxmlformats.org/drawingml/2006/main"/>
          <a:ln xmlns:a="http://schemas.openxmlformats.org/drawingml/2006/main" w="28575">
            <a:solidFill>
              <a:srgbClr val="576773"/>
            </a:solidFill>
            <a:prstDash val="solid"/>
          </a:ln>
        </p:spPr>
      </p:sp>
      <p:sp>
        <p:nvSpPr>
          <p:cNvPr id="32" name="v2-52-model-meaning-head">
            <a:extLst xmlns:a="http://schemas.openxmlformats.org/drawingml/2006/main">
              <a:ext uri="{FF2B5EF4-FFF2-40B4-BE49-F238E27FC236}">
                <a16:creationId xmlns:a16="http://schemas.microsoft.com/office/drawing/2014/main" id="{B0654220-EEFE-435C-BABA-0F4EECF023AC}"/>
              </a:ext>
            </a:extLst>
          </p:cNvPr>
          <p:cNvSpPr>
            <a:spLocks xmlns:a="http://schemas.openxmlformats.org/drawingml/2006/main" noGrp="1"/>
          </p:cNvSpPr>
          <p:nvPr/>
        </p:nvSpPr>
        <p:spPr>
          <a:xfrm xmlns:a="http://schemas.openxmlformats.org/drawingml/2006/main">
            <a:off x="15899577" y="52863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33" name="v2-53-note">
            <a:extLst xmlns:a="http://schemas.openxmlformats.org/drawingml/2006/main">
              <a:ext uri="{FF2B5EF4-FFF2-40B4-BE49-F238E27FC236}">
                <a16:creationId xmlns:a16="http://schemas.microsoft.com/office/drawing/2014/main" id="{823A08C4-4E55-4A6F-8545-BA3AF00AA9EB}"/>
              </a:ext>
            </a:extLst>
          </p:cNvPr>
          <p:cNvSpPr>
            <a:spLocks xmlns:a="http://schemas.openxmlformats.org/drawingml/2006/main" noGrp="1"/>
          </p:cNvSpPr>
          <p:nvPr/>
        </p:nvSpPr>
        <p:spPr>
          <a:xfrm xmlns:a="http://schemas.openxmlformats.org/drawingml/2006/main">
            <a:off x="495300" y="5753100"/>
            <a:ext cx="1704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576773"/>
                </a:solidFill>
                <a:latin typeface="Apple SD Gothic Neo"/>
                <a:ea typeface="Apple SD Gothic Neo"/>
                <a:cs typeface="Apple SD Gothic Neo"/>
              </a:defRPr>
            </a:pPr>
            <a:r>
              <a:rPr sz="2250" b="0">
                <a:solidFill>
                  <a:srgbClr val="576773"/>
                </a:solidFill>
                <a:latin typeface="Apple SD Gothic Neo"/>
                <a:ea typeface="Apple SD Gothic Neo"/>
                <a:cs typeface="Apple SD Gothic Neo"/>
              </a:rPr>
              <a:t>발화 시작/끝 탐지는 로컬 VAD. 전사와 뜻 해석은 별도입니다.</a:t>
            </a:r>
          </a:p>
        </p:txBody>
      </p:sp>
      <p:graphicFrame>
        <p:nvGraphicFramePr>
          <p:cNvPr id="69" name=""/>
          <p:cNvGraphicFramePr/>
          <p:nvPr/>
        </p:nvGraphicFramePr>
        <p:xfrm>
          <a:off xmlns:a="http://schemas.openxmlformats.org/drawingml/2006/main" x="495300" y="6524625"/>
          <a:ext xmlns:a="http://schemas.openxmlformats.org/drawingml/2006/main" cx="17297400" cy="2676525"/>
        </p:xfrm>
        <a:graphic xmlns:a="http://schemas.openxmlformats.org/drawingml/2006/main">
          <a:graphicData uri="http://schemas.openxmlformats.org/drawingml/2006/table">
            <a:tbl>
              <a:tblPr/>
              <a:tblGrid>
                <a:gridCol w="3829050"/>
                <a:gridCol w="3695700"/>
                <a:gridCol w="9772650"/>
              </a:tblGrid>
              <a:tr h="552450">
                <a:tc>
                  <a:txBody>
                    <a:bodyPr/>
                    <a:lstStyle/>
                    <a:p>
                      <a:pPr algn="l"/>
                      <a:r>
                        <a:rPr sz="2025" b="1">
                          <a:solidFill>
                            <a:srgbClr val="FFFFFF"/>
                          </a:solidFill>
                          <a:latin typeface="Apple SD Gothic Neo"/>
                          <a:ea typeface="Apple SD Gothic Neo"/>
                          <a:cs typeface="Apple SD Gothic Neo"/>
                        </a:rPr>
                        <a:t>일반 SW 관점</a:t>
                      </a:r>
                    </a:p>
                  </a:txBody>
                  <a:tcPr marL="114300" marR="76200" marT="47625" marB="47625" anchor="ctr">
                    <a:solidFill>
                      <a:srgbClr val="354354"/>
                    </a:solidFill>
                  </a:tcPr>
                </a:tc>
                <a:tc>
                  <a:txBody>
                    <a:bodyPr/>
                    <a:lstStyle/>
                    <a:p>
                      <a:pPr algn="l"/>
                      <a:r>
                        <a:rPr sz="2025" b="1">
                          <a:solidFill>
                            <a:srgbClr val="FFFFFF"/>
                          </a:solidFill>
                          <a:latin typeface="Apple SD Gothic Neo"/>
                          <a:ea typeface="Apple SD Gothic Neo"/>
                          <a:cs typeface="Apple SD Gothic Neo"/>
                        </a:rPr>
                        <a:t>VIA에서 쓰는 이름</a:t>
                      </a:r>
                    </a:p>
                  </a:txBody>
                  <a:tcPr marL="114300" marR="76200" marT="47625" marB="47625" anchor="ctr">
                    <a:solidFill>
                      <a:srgbClr val="354354"/>
                    </a:solidFill>
                  </a:tcPr>
                </a:tc>
                <a:tc>
                  <a:txBody>
                    <a:bodyPr/>
                    <a:lstStyle/>
                    <a:p>
                      <a:pPr algn="l"/>
                      <a:r>
                        <a:rPr sz="2025" b="1">
                          <a:solidFill>
                            <a:srgbClr val="FFFFFF"/>
                          </a:solidFill>
                          <a:latin typeface="Apple SD Gothic Neo"/>
                          <a:ea typeface="Apple SD Gothic Neo"/>
                          <a:cs typeface="Apple SD Gothic Neo"/>
                        </a:rPr>
                        <a:t>보고서와 메일 사례</a:t>
                      </a:r>
                    </a:p>
                  </a:txBody>
                  <a:tcPr marL="114300" marR="76200" marT="47625" marB="47625" anchor="ctr">
                    <a:solidFill>
                      <a:srgbClr val="354354"/>
                    </a:solidFill>
                  </a:tcPr>
                </a:tc>
              </a:tr>
              <a:tr h="531019">
                <a:tc>
                  <a:txBody>
                    <a:bodyPr/>
                    <a:lstStyle/>
                    <a:p>
                      <a:pPr algn="l"/>
                      <a:r>
                        <a:rPr sz="2025" b="0">
                          <a:solidFill>
                            <a:srgbClr val="202B35"/>
                          </a:solidFill>
                          <a:latin typeface="Apple SD Gothic Neo"/>
                          <a:ea typeface="Apple SD Gothic Neo"/>
                          <a:cs typeface="Apple SD Gothic Neo"/>
                        </a:rPr>
                        <a:t>이번 입력의 처리</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Request</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“보고서는 이전 형식으로, 메일은 그대로”라는 이번 요청</a:t>
                      </a:r>
                    </a:p>
                  </a:txBody>
                  <a:tcPr marL="114300" marR="76200" marT="47625" marB="47625" anchor="ctr">
                    <a:solidFill>
                      <a:srgbClr val="FFFFFF"/>
                    </a:solidFill>
                  </a:tcPr>
                </a:tc>
              </a:tr>
              <a:tr h="531019">
                <a:tc>
                  <a:txBody>
                    <a:bodyPr/>
                    <a:lstStyle/>
                    <a:p>
                      <a:pPr algn="l"/>
                      <a:r>
                        <a:rPr sz="2025" b="0">
                          <a:solidFill>
                            <a:srgbClr val="202B35"/>
                          </a:solidFill>
                          <a:latin typeface="Apple SD Gothic Neo"/>
                          <a:ea typeface="Apple SD Gothic Neo"/>
                          <a:cs typeface="Apple SD Gothic Neo"/>
                        </a:rPr>
                        <a:t>계속 추적하는 사용자 업무</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Task</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보고서와 메일 초안을 별도 업무로 유지</a:t>
                      </a:r>
                    </a:p>
                  </a:txBody>
                  <a:tcPr marL="114300" marR="76200" marT="47625" marB="47625" anchor="ctr">
                    <a:solidFill>
                      <a:srgbClr val="F5F7F8"/>
                    </a:solidFill>
                  </a:tcPr>
                </a:tc>
              </a:tr>
              <a:tr h="531019">
                <a:tc>
                  <a:txBody>
                    <a:bodyPr/>
                    <a:lstStyle/>
                    <a:p>
                      <a:pPr algn="l"/>
                      <a:r>
                        <a:rPr sz="2025" b="0">
                          <a:solidFill>
                            <a:srgbClr val="202B35"/>
                          </a:solidFill>
                          <a:latin typeface="Apple SD Gothic Neo"/>
                          <a:ea typeface="Apple SD Gothic Neo"/>
                          <a:cs typeface="Apple SD Gothic Neo"/>
                        </a:rPr>
                        <a:t>실제 작업 실행</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Execution</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외부 업무 AI의 작성 실행. 대화 종료와 수명이 다름</a:t>
                      </a:r>
                    </a:p>
                  </a:txBody>
                  <a:tcPr marL="114300" marR="76200" marT="47625" marB="47625" anchor="ctr">
                    <a:solidFill>
                      <a:srgbClr val="FFFFFF"/>
                    </a:solidFill>
                  </a:tcPr>
                </a:tc>
              </a:tr>
              <a:tr h="531019">
                <a:tc>
                  <a:txBody>
                    <a:bodyPr/>
                    <a:lstStyle/>
                    <a:p>
                      <a:pPr algn="l"/>
                      <a:r>
                        <a:rPr sz="2025" b="0">
                          <a:solidFill>
                            <a:srgbClr val="202B35"/>
                          </a:solidFill>
                          <a:latin typeface="Apple SD Gothic Neo"/>
                          <a:ea typeface="Apple SD Gothic Neo"/>
                          <a:cs typeface="Apple SD Gothic Neo"/>
                        </a:rPr>
                        <a:t>이어지는 대화 / 해석 근거</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Conversation / Context</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음성이 꺼져도 대화 기록과 업무 연결을 유지 / 화면과 과거 자료</a:t>
                      </a:r>
                    </a:p>
                  </a:txBody>
                  <a:tcPr marL="114300" marR="76200" marT="47625" marB="47625" anchor="ctr">
                    <a:solidFill>
                      <a:srgbClr val="F5F7F8"/>
                    </a:solidFill>
                  </a:tcPr>
                </a:tc>
              </a:tr>
            </a:tbl>
          </a:graphicData>
        </a:graphic>
      </p:graphicFrame>
      <p:sp>
        <p:nvSpPr>
          <p:cNvPr id="35" name="v2-54-note">
            <a:extLst xmlns:a="http://schemas.openxmlformats.org/drawingml/2006/main">
              <a:ext uri="{FF2B5EF4-FFF2-40B4-BE49-F238E27FC236}">
                <a16:creationId xmlns:a16="http://schemas.microsoft.com/office/drawing/2014/main" id="{8B58B7D3-E00C-413C-A31A-B822AE49E432}"/>
              </a:ext>
            </a:extLst>
          </p:cNvPr>
          <p:cNvSpPr>
            <a:spLocks xmlns:a="http://schemas.openxmlformats.org/drawingml/2006/main" noGrp="1"/>
          </p:cNvSpPr>
          <p:nvPr/>
        </p:nvSpPr>
        <p:spPr>
          <a:xfrm xmlns:a="http://schemas.openxmlformats.org/drawingml/2006/main">
            <a:off x="495300" y="9410700"/>
            <a:ext cx="1729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다음 장면의 시작 상태: 화면에 표가 있고, 이전 보고서에서 수정한 형식이 허용된 기록으로 남아 있습니다.</a:t>
            </a:r>
          </a:p>
        </p:txBody>
      </p:sp>
    </p:spTree>
    <p:extLst>
      <p:ext uri="{BB962C8B-B14F-4D97-AF65-F5344CB8AC3E}">
        <p14:creationId xmlns:p14="http://schemas.microsoft.com/office/powerpoint/2010/main" val="144154101"/>
      </p:ext>
    </p:extLst>
  </p:cSld>
</p:sld>
</file>

<file path=ppt/slides/slide48.xml><?xml version="1.0" encoding="utf-8"?>
<p:sld xmlns:p="http://schemas.openxmlformats.org/presentationml/2006/main">
  <p:cSld name="requirements-rationale">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2-55-section">
            <a:extLst xmlns:a="http://schemas.openxmlformats.org/drawingml/2006/main">
              <a:ext uri="{FF2B5EF4-FFF2-40B4-BE49-F238E27FC236}">
                <a16:creationId xmlns:a16="http://schemas.microsoft.com/office/drawing/2014/main" id="{260446E7-8DB8-4AA5-8C69-E7A7DA88A03F}"/>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요구사항</a:t>
            </a:r>
          </a:p>
        </p:txBody>
      </p:sp>
      <p:sp>
        <p:nvSpPr>
          <p:cNvPr id="2" name="v2-56-title">
            <a:extLst xmlns:a="http://schemas.openxmlformats.org/drawingml/2006/main">
              <a:ext uri="{FF2B5EF4-FFF2-40B4-BE49-F238E27FC236}">
                <a16:creationId xmlns:a16="http://schemas.microsoft.com/office/drawing/2014/main" id="{C875D98F-8EF7-4D58-A751-89F6DF945DE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대표 시나리오에서 필요한 기능을 추리고, 설계 범위로 좁힙니다</a:t>
            </a:r>
          </a:p>
        </p:txBody>
      </p:sp>
      <p:sp>
        <p:nvSpPr>
          <p:cNvPr id="3" name="v2-57-rule">
            <a:extLst xmlns:a="http://schemas.openxmlformats.org/drawingml/2006/main">
              <a:ext uri="{FF2B5EF4-FFF2-40B4-BE49-F238E27FC236}">
                <a16:creationId xmlns:a16="http://schemas.microsoft.com/office/drawing/2014/main" id="{0BA3B72D-8AC4-4B0F-B74E-0336369B94B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58-page">
            <a:extLst xmlns:a="http://schemas.openxmlformats.org/drawingml/2006/main">
              <a:ext uri="{FF2B5EF4-FFF2-40B4-BE49-F238E27FC236}">
                <a16:creationId xmlns:a16="http://schemas.microsoft.com/office/drawing/2014/main" id="{96642CAF-DA64-44E0-86F7-C26D87FDB4B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07</a:t>
            </a:r>
          </a:p>
        </p:txBody>
      </p:sp>
      <p:sp>
        <p:nvSpPr>
          <p:cNvPr id="5" name="v2-59-source-label">
            <a:extLst xmlns:a="http://schemas.openxmlformats.org/drawingml/2006/main">
              <a:ext uri="{FF2B5EF4-FFF2-40B4-BE49-F238E27FC236}">
                <a16:creationId xmlns:a16="http://schemas.microsoft.com/office/drawing/2014/main" id="{B171FF76-1ED5-4554-95FF-4907193DDEAB}"/>
              </a:ext>
            </a:extLst>
          </p:cNvPr>
          <p:cNvSpPr>
            <a:spLocks xmlns:a="http://schemas.openxmlformats.org/drawingml/2006/main" noGrp="1"/>
          </p:cNvSpPr>
          <p:nvPr/>
        </p:nvSpPr>
        <p:spPr>
          <a:xfrm xmlns:a="http://schemas.openxmlformats.org/drawingml/2006/main">
            <a:off x="495300" y="18669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00889A"/>
                </a:solidFill>
                <a:latin typeface="Apple SD Gothic Neo"/>
                <a:ea typeface="Apple SD Gothic Neo"/>
                <a:cs typeface="Apple SD Gothic Neo"/>
              </a:defRPr>
            </a:pPr>
            <a:r>
              <a:rPr sz="3075" b="1">
                <a:solidFill>
                  <a:srgbClr val="00889A"/>
                </a:solidFill>
                <a:latin typeface="Apple SD Gothic Neo"/>
                <a:ea typeface="Apple SD Gothic Neo"/>
                <a:cs typeface="Apple SD Gothic Neo"/>
              </a:rPr>
              <a:t>요구의 근거</a:t>
            </a:r>
          </a:p>
        </p:txBody>
      </p:sp>
      <p:sp>
        <p:nvSpPr>
          <p:cNvPr id="6" name="v2-60-sources">
            <a:extLst xmlns:a="http://schemas.openxmlformats.org/drawingml/2006/main">
              <a:ext uri="{FF2B5EF4-FFF2-40B4-BE49-F238E27FC236}">
                <a16:creationId xmlns:a16="http://schemas.microsoft.com/office/drawing/2014/main" id="{CF68C1EA-57B1-4DF1-AD28-6EB91E1BBFD4}"/>
              </a:ext>
            </a:extLst>
          </p:cNvPr>
          <p:cNvSpPr>
            <a:spLocks xmlns:a="http://schemas.openxmlformats.org/drawingml/2006/main" noGrp="1"/>
          </p:cNvSpPr>
          <p:nvPr/>
        </p:nvSpPr>
        <p:spPr>
          <a:xfrm xmlns:a="http://schemas.openxmlformats.org/drawingml/2006/main">
            <a:off x="495300" y="2867025"/>
            <a:ext cx="5095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고정 Use Case와 변형 시나리오</a:t>
            </a:r>
          </a:p>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현재 시스템의 책임과 경계</a:t>
            </a:r>
          </a:p>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공통 실행 계약과 품질 정의</a:t>
            </a:r>
          </a:p>
        </p:txBody>
      </p:sp>
      <p:sp>
        <p:nvSpPr>
          <p:cNvPr id="7" name="v2-61-req-source">
            <a:extLst xmlns:a="http://schemas.openxmlformats.org/drawingml/2006/main">
              <a:ext uri="{FF2B5EF4-FFF2-40B4-BE49-F238E27FC236}">
                <a16:creationId xmlns:a16="http://schemas.microsoft.com/office/drawing/2014/main" id="{798C4272-8763-4127-9533-FA39E67D029C}"/>
              </a:ext>
            </a:extLst>
          </p:cNvPr>
          <p:cNvSpPr>
            <a:spLocks xmlns:a="http://schemas.openxmlformats.org/drawingml/2006/main" noGrp="1"/>
          </p:cNvSpPr>
          <p:nvPr/>
        </p:nvSpPr>
        <p:spPr>
          <a:xfrm xmlns:a="http://schemas.openxmlformats.org/drawingml/2006/main">
            <a:off x="5838825" y="3876675"/>
            <a:ext cx="1219200" cy="9525"/>
          </a:xfrm>
          <a:custGeom xmlns:a="http://schemas.openxmlformats.org/drawingml/2006/main">
            <a:pathLst>
              <a:path w="1219200" h="9525">
                <a:moveTo>
                  <a:pt x="0" y="0"/>
                </a:moveTo>
                <a:lnTo>
                  <a:pt x="1219200" y="0"/>
                </a:lnTo>
              </a:path>
            </a:pathLst>
          </a:custGeom>
          <a:noFill xmlns:a="http://schemas.openxmlformats.org/drawingml/2006/main"/>
          <a:ln xmlns:a="http://schemas.openxmlformats.org/drawingml/2006/main" w="28575">
            <a:solidFill>
              <a:srgbClr val="00889A"/>
            </a:solidFill>
            <a:prstDash val="solid"/>
          </a:ln>
        </p:spPr>
      </p:sp>
      <p:sp>
        <p:nvSpPr>
          <p:cNvPr id="8" name="v2-62-req-source-head">
            <a:extLst xmlns:a="http://schemas.openxmlformats.org/drawingml/2006/main">
              <a:ext uri="{FF2B5EF4-FFF2-40B4-BE49-F238E27FC236}">
                <a16:creationId xmlns:a16="http://schemas.microsoft.com/office/drawing/2014/main" id="{2F2DD275-FDAC-4DCA-94E6-9EB19E4374FF}"/>
              </a:ext>
            </a:extLst>
          </p:cNvPr>
          <p:cNvSpPr>
            <a:spLocks xmlns:a="http://schemas.openxmlformats.org/drawingml/2006/main" noGrp="1"/>
          </p:cNvSpPr>
          <p:nvPr/>
        </p:nvSpPr>
        <p:spPr>
          <a:xfrm xmlns:a="http://schemas.openxmlformats.org/drawingml/2006/main">
            <a:off x="6957717" y="3821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9" name="v2-63-scope-label">
            <a:extLst xmlns:a="http://schemas.openxmlformats.org/drawingml/2006/main">
              <a:ext uri="{FF2B5EF4-FFF2-40B4-BE49-F238E27FC236}">
                <a16:creationId xmlns:a16="http://schemas.microsoft.com/office/drawing/2014/main" id="{E38E70BA-5156-4C48-A71D-92ECA36B7CC7}"/>
              </a:ext>
            </a:extLst>
          </p:cNvPr>
          <p:cNvSpPr>
            <a:spLocks xmlns:a="http://schemas.openxmlformats.org/drawingml/2006/main" noGrp="1"/>
          </p:cNvSpPr>
          <p:nvPr/>
        </p:nvSpPr>
        <p:spPr>
          <a:xfrm xmlns:a="http://schemas.openxmlformats.org/drawingml/2006/main">
            <a:off x="7400925" y="18669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00889A"/>
                </a:solidFill>
                <a:latin typeface="Apple SD Gothic Neo"/>
                <a:ea typeface="Apple SD Gothic Neo"/>
                <a:cs typeface="Apple SD Gothic Neo"/>
              </a:defRPr>
            </a:pPr>
            <a:r>
              <a:rPr sz="3075" b="1">
                <a:solidFill>
                  <a:srgbClr val="00889A"/>
                </a:solidFill>
                <a:latin typeface="Apple SD Gothic Neo"/>
                <a:ea typeface="Apple SD Gothic Neo"/>
                <a:cs typeface="Apple SD Gothic Neo"/>
              </a:rPr>
              <a:t>발표에서 설명할 기능</a:t>
            </a:r>
          </a:p>
        </p:txBody>
      </p:sp>
      <p:graphicFrame>
        <p:nvGraphicFramePr>
          <p:cNvPr id="23" name=""/>
          <p:cNvGraphicFramePr/>
          <p:nvPr/>
        </p:nvGraphicFramePr>
        <p:xfrm>
          <a:off xmlns:a="http://schemas.openxmlformats.org/drawingml/2006/main" x="7400925" y="2800350"/>
          <a:ext xmlns:a="http://schemas.openxmlformats.org/drawingml/2006/main" cx="10391775" cy="3429000"/>
        </p:xfrm>
        <a:graphic xmlns:a="http://schemas.openxmlformats.org/drawingml/2006/main">
          <a:graphicData uri="http://schemas.openxmlformats.org/drawingml/2006/table">
            <a:tbl>
              <a:tblPr/>
              <a:tblGrid>
                <a:gridCol w="4000500"/>
                <a:gridCol w="4381500"/>
                <a:gridCol w="2009775"/>
              </a:tblGrid>
              <a:tr h="552450">
                <a:tc>
                  <a:txBody>
                    <a:bodyPr/>
                    <a:lstStyle/>
                    <a:p>
                      <a:pPr algn="l"/>
                      <a:r>
                        <a:rPr sz="2100" b="1">
                          <a:solidFill>
                            <a:srgbClr val="FFFFFF"/>
                          </a:solidFill>
                          <a:latin typeface="Apple SD Gothic Neo"/>
                          <a:ea typeface="Apple SD Gothic Neo"/>
                          <a:cs typeface="Apple SD Gothic Neo"/>
                        </a:rPr>
                        <a:t>사용 중 생기는 일</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필요한 기능</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연결</a:t>
                      </a:r>
                    </a:p>
                  </a:txBody>
                  <a:tcPr marL="114300" marR="76200" marT="47625" marB="47625" anchor="ctr">
                    <a:solidFill>
                      <a:srgbClr val="354354"/>
                    </a:solidFill>
                  </a:tcPr>
                </a:tc>
              </a:tr>
              <a:tr h="719138">
                <a:tc>
                  <a:txBody>
                    <a:bodyPr/>
                    <a:lstStyle/>
                    <a:p>
                      <a:pPr algn="l"/>
                      <a:r>
                        <a:rPr sz="2100" b="0">
                          <a:solidFill>
                            <a:srgbClr val="202B35"/>
                          </a:solidFill>
                          <a:latin typeface="Apple SD Gothic Neo"/>
                          <a:ea typeface="Apple SD Gothic Neo"/>
                          <a:cs typeface="Apple SD Gothic Neo"/>
                        </a:rPr>
                        <a:t>말하는 중 정정, 늦은 응답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지속 입력과 맥락 기반 해석</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FR1 / FR2</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보고서 결과로 메일 초안 작성</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순서, 조건과 결과 의존 보존</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FR3</a:t>
                      </a:r>
                    </a:p>
                  </a:txBody>
                  <a:tcPr marL="114300" marR="76200" marT="47625" marB="47625" anchor="ctr">
                    <a:solidFill>
                      <a:srgbClr val="F5F7F8"/>
                    </a:solidFill>
                  </a:tcPr>
                </a:tc>
              </a:tr>
              <a:tr h="719138">
                <a:tc>
                  <a:txBody>
                    <a:bodyPr/>
                    <a:lstStyle/>
                    <a:p>
                      <a:pPr algn="l"/>
                      <a:r>
                        <a:rPr sz="2100" b="0">
                          <a:solidFill>
                            <a:srgbClr val="202B35"/>
                          </a:solidFill>
                          <a:latin typeface="Apple SD Gothic Neo"/>
                          <a:ea typeface="Apple SD Gothic Neo"/>
                          <a:cs typeface="Apple SD Gothic Neo"/>
                        </a:rPr>
                        <a:t>여러 업무의 질문과 결과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해당 업무와 연결, 기존 업무 계속</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FR4 / FR5</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“지난번 형식 / 평가 기준” 재사용</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허용된 과거 맥락 공급</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FR6</a:t>
                      </a:r>
                    </a:p>
                  </a:txBody>
                  <a:tcPr marL="114300" marR="76200" marT="47625" marB="47625" anchor="ctr">
                    <a:solidFill>
                      <a:srgbClr val="F5F7F8"/>
                    </a:solidFill>
                  </a:tcPr>
                </a:tc>
              </a:tr>
            </a:tbl>
          </a:graphicData>
        </a:graphic>
      </p:graphicFrame>
      <p:sp>
        <p:nvSpPr>
          <p:cNvPr id="11" name="v2-64-constraints-heading">
            <a:extLst xmlns:a="http://schemas.openxmlformats.org/drawingml/2006/main">
              <a:ext uri="{FF2B5EF4-FFF2-40B4-BE49-F238E27FC236}">
                <a16:creationId xmlns:a16="http://schemas.microsoft.com/office/drawing/2014/main" id="{5877D09C-181B-429B-B2FE-EFA2D4BD1A97}"/>
              </a:ext>
            </a:extLst>
          </p:cNvPr>
          <p:cNvSpPr>
            <a:spLocks xmlns:a="http://schemas.openxmlformats.org/drawingml/2006/main" noGrp="1"/>
          </p:cNvSpPr>
          <p:nvPr/>
        </p:nvSpPr>
        <p:spPr>
          <a:xfrm xmlns:a="http://schemas.openxmlformats.org/drawingml/2006/main">
            <a:off x="495300" y="6953250"/>
            <a:ext cx="1704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25" b="1">
                <a:solidFill>
                  <a:srgbClr val="354354"/>
                </a:solidFill>
                <a:latin typeface="Apple SD Gothic Neo"/>
                <a:ea typeface="Apple SD Gothic Neo"/>
                <a:cs typeface="Apple SD Gothic Neo"/>
              </a:defRPr>
            </a:pPr>
            <a:r>
              <a:rPr sz="2925" b="1">
                <a:solidFill>
                  <a:srgbClr val="354354"/>
                </a:solidFill>
                <a:latin typeface="Apple SD Gothic Neo"/>
                <a:ea typeface="Apple SD Gothic Neo"/>
                <a:cs typeface="Apple SD Gothic Neo"/>
              </a:rPr>
              <a:t>이 기능을 구현할 때 지킬 경계</a:t>
            </a:r>
          </a:p>
        </p:txBody>
      </p:sp>
      <p:sp>
        <p:nvSpPr>
          <p:cNvPr id="12" name="v2-65-constraints">
            <a:extLst xmlns:a="http://schemas.openxmlformats.org/drawingml/2006/main">
              <a:ext uri="{FF2B5EF4-FFF2-40B4-BE49-F238E27FC236}">
                <a16:creationId xmlns:a16="http://schemas.microsoft.com/office/drawing/2014/main" id="{F8ADD162-3B63-4891-B0E2-F8BDB3E51399}"/>
              </a:ext>
            </a:extLst>
          </p:cNvPr>
          <p:cNvSpPr>
            <a:spLocks xmlns:a="http://schemas.openxmlformats.org/drawingml/2006/main" noGrp="1"/>
          </p:cNvSpPr>
          <p:nvPr/>
        </p:nvSpPr>
        <p:spPr>
          <a:xfrm xmlns:a="http://schemas.openxmlformats.org/drawingml/2006/main">
            <a:off x="495300" y="7905750"/>
            <a:ext cx="1685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C1  로컬 VIA와 VAD, 별도 클라우드 음성/의미 모델</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C2  도메인 추론, 계획, 도구 선택과 실제 업무 실행은 Downstream Agent</a:t>
            </a:r>
          </a:p>
        </p:txBody>
      </p:sp>
      <p:sp>
        <p:nvSpPr>
          <p:cNvPr id="13" name="v2-66-note">
            <a:extLst xmlns:a="http://schemas.openxmlformats.org/drawingml/2006/main">
              <a:ext uri="{FF2B5EF4-FFF2-40B4-BE49-F238E27FC236}">
                <a16:creationId xmlns:a16="http://schemas.microsoft.com/office/drawing/2014/main" id="{03AA631B-B572-44EA-9167-483C53F94DBC}"/>
              </a:ext>
            </a:extLst>
          </p:cNvPr>
          <p:cNvSpPr>
            <a:spLocks xmlns:a="http://schemas.openxmlformats.org/drawingml/2006/main" noGrp="1"/>
          </p:cNvSpPr>
          <p:nvPr/>
        </p:nvSpPr>
        <p:spPr>
          <a:xfrm xmlns:a="http://schemas.openxmlformats.org/drawingml/2006/main">
            <a:off x="495300" y="9525000"/>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576773"/>
                </a:solidFill>
                <a:latin typeface="Apple SD Gothic Neo"/>
                <a:ea typeface="Apple SD Gothic Neo"/>
                <a:cs typeface="Apple SD Gothic Neo"/>
              </a:defRPr>
            </a:pPr>
            <a:r>
              <a:rPr sz="1950" b="0">
                <a:solidFill>
                  <a:srgbClr val="576773"/>
                </a:solidFill>
                <a:latin typeface="Apple SD Gothic Neo"/>
                <a:ea typeface="Apple SD Gothic Neo"/>
                <a:cs typeface="Apple SD Gothic Neo"/>
              </a:rPr>
              <a:t>다음 표는 네 설계 질문과 직접 관련된 기능 6개와 제약 2개입니다. 전체 VIA 기능 목록은 별도 기준 문서에 보존합니다.</a:t>
            </a:r>
          </a:p>
        </p:txBody>
      </p:sp>
    </p:spTree>
    <p:extLst>
      <p:ext uri="{BB962C8B-B14F-4D97-AF65-F5344CB8AC3E}">
        <p14:creationId xmlns:p14="http://schemas.microsoft.com/office/powerpoint/2010/main" val="1237208146"/>
      </p:ext>
    </p:extLst>
  </p:cSld>
</p:sld>
</file>

<file path=ppt/slides/slide49.xml><?xml version="1.0" encoding="utf-8"?>
<p:sld xmlns:p="http://schemas.openxmlformats.org/presentationml/2006/main">
  <p:cSld name="time-boundaries">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v2-67-section">
            <a:extLst xmlns:a="http://schemas.openxmlformats.org/drawingml/2006/main">
              <a:ext uri="{FF2B5EF4-FFF2-40B4-BE49-F238E27FC236}">
                <a16:creationId xmlns:a16="http://schemas.microsoft.com/office/drawing/2014/main" id="{133CBBA3-FB20-4333-925C-91D76995C528}"/>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품질 요구사항</a:t>
            </a:r>
          </a:p>
        </p:txBody>
      </p:sp>
      <p:sp>
        <p:nvSpPr>
          <p:cNvPr id="2" name="v2-68-title">
            <a:extLst xmlns:a="http://schemas.openxmlformats.org/drawingml/2006/main">
              <a:ext uri="{FF2B5EF4-FFF2-40B4-BE49-F238E27FC236}">
                <a16:creationId xmlns:a16="http://schemas.microsoft.com/office/drawing/2014/main" id="{21575493-5A38-4308-B1E0-64C6CD91B1A2}"/>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빠르게 반응하는 시간과 VIA가 요청에 쓰는 시간을 구별합니다</a:t>
            </a:r>
          </a:p>
        </p:txBody>
      </p:sp>
      <p:sp>
        <p:nvSpPr>
          <p:cNvPr id="3" name="v2-69-rule">
            <a:extLst xmlns:a="http://schemas.openxmlformats.org/drawingml/2006/main">
              <a:ext uri="{FF2B5EF4-FFF2-40B4-BE49-F238E27FC236}">
                <a16:creationId xmlns:a16="http://schemas.microsoft.com/office/drawing/2014/main" id="{9393EE5B-2C0C-4AFD-8729-ADBE8B3C242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70-page">
            <a:extLst xmlns:a="http://schemas.openxmlformats.org/drawingml/2006/main">
              <a:ext uri="{FF2B5EF4-FFF2-40B4-BE49-F238E27FC236}">
                <a16:creationId xmlns:a16="http://schemas.microsoft.com/office/drawing/2014/main" id="{EC9670E0-54AF-4B9B-B110-AD1CBDE0FA54}"/>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11</a:t>
            </a:r>
          </a:p>
        </p:txBody>
      </p:sp>
      <p:sp>
        <p:nvSpPr>
          <p:cNvPr id="5" name="v2-71-note">
            <a:extLst xmlns:a="http://schemas.openxmlformats.org/drawingml/2006/main">
              <a:ext uri="{FF2B5EF4-FFF2-40B4-BE49-F238E27FC236}">
                <a16:creationId xmlns:a16="http://schemas.microsoft.com/office/drawing/2014/main" id="{92EDE1B5-136A-494F-9FBB-7D0DA32081F2}"/>
              </a:ext>
            </a:extLst>
          </p:cNvPr>
          <p:cNvSpPr>
            <a:spLocks xmlns:a="http://schemas.openxmlformats.org/drawingml/2006/main" noGrp="1"/>
          </p:cNvSpPr>
          <p:nvPr/>
        </p:nvSpPr>
        <p:spPr>
          <a:xfrm xmlns:a="http://schemas.openxmlformats.org/drawingml/2006/main">
            <a:off x="495300" y="1657350"/>
            <a:ext cx="1704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00889A"/>
                </a:solidFill>
                <a:latin typeface="Apple SD Gothic Neo"/>
                <a:ea typeface="Apple SD Gothic Neo"/>
                <a:cs typeface="Apple SD Gothic Neo"/>
              </a:defRPr>
            </a:pPr>
            <a:r>
              <a:rPr sz="2475" b="0">
                <a:solidFill>
                  <a:srgbClr val="00889A"/>
                </a:solidFill>
                <a:latin typeface="Apple SD Gothic Neo"/>
                <a:ea typeface="Apple SD Gothic Neo"/>
                <a:cs typeface="Apple SD Gothic Neo"/>
              </a:rPr>
              <a:t>예: “이 자료로 보고서를 만들어줘.” → 업무 인계 → 결과 수신 → 사용자에게 실제 전달</a:t>
            </a:r>
          </a:p>
        </p:txBody>
      </p:sp>
      <p:sp>
        <p:nvSpPr>
          <p:cNvPr id="6" name="v2-72-Interaction Manager">
            <a:extLst xmlns:a="http://schemas.openxmlformats.org/drawingml/2006/main">
              <a:ext uri="{FF2B5EF4-FFF2-40B4-BE49-F238E27FC236}">
                <a16:creationId xmlns:a16="http://schemas.microsoft.com/office/drawing/2014/main" id="{CE594CA4-9593-4033-A9D0-E9DDED5A7DEC}"/>
              </a:ext>
            </a:extLst>
          </p:cNvPr>
          <p:cNvSpPr>
            <a:spLocks xmlns:a="http://schemas.openxmlformats.org/drawingml/2006/main" noGrp="1"/>
          </p:cNvSpPr>
          <p:nvPr/>
        </p:nvSpPr>
        <p:spPr>
          <a:xfrm xmlns:a="http://schemas.openxmlformats.org/drawingml/2006/main">
            <a:off x="495300" y="2762250"/>
            <a:ext cx="3000375"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73-Interaction Manager-name">
            <a:extLst xmlns:a="http://schemas.openxmlformats.org/drawingml/2006/main">
              <a:ext uri="{FF2B5EF4-FFF2-40B4-BE49-F238E27FC236}">
                <a16:creationId xmlns:a16="http://schemas.microsoft.com/office/drawing/2014/main" id="{4CE1D267-3478-410C-B50B-7010BC354A22}"/>
              </a:ext>
            </a:extLst>
          </p:cNvPr>
          <p:cNvSpPr>
            <a:spLocks xmlns:a="http://schemas.openxmlformats.org/drawingml/2006/main" noGrp="1"/>
          </p:cNvSpPr>
          <p:nvPr/>
        </p:nvSpPr>
        <p:spPr>
          <a:xfrm xmlns:a="http://schemas.openxmlformats.org/drawingml/2006/main">
            <a:off x="571500" y="2762250"/>
            <a:ext cx="2847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8" name="v2-74-Request Interpreter">
            <a:extLst xmlns:a="http://schemas.openxmlformats.org/drawingml/2006/main">
              <a:ext uri="{FF2B5EF4-FFF2-40B4-BE49-F238E27FC236}">
                <a16:creationId xmlns:a16="http://schemas.microsoft.com/office/drawing/2014/main" id="{18B398A8-3CB1-4072-A8EB-43FF13D35660}"/>
              </a:ext>
            </a:extLst>
          </p:cNvPr>
          <p:cNvSpPr>
            <a:spLocks xmlns:a="http://schemas.openxmlformats.org/drawingml/2006/main" noGrp="1"/>
          </p:cNvSpPr>
          <p:nvPr/>
        </p:nvSpPr>
        <p:spPr>
          <a:xfrm xmlns:a="http://schemas.openxmlformats.org/drawingml/2006/main">
            <a:off x="4581525" y="2762250"/>
            <a:ext cx="323850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75-Request Interpreter-name">
            <a:extLst xmlns:a="http://schemas.openxmlformats.org/drawingml/2006/main">
              <a:ext uri="{FF2B5EF4-FFF2-40B4-BE49-F238E27FC236}">
                <a16:creationId xmlns:a16="http://schemas.microsoft.com/office/drawing/2014/main" id="{D1A55344-8C18-4230-B422-25A1EAC59ECC}"/>
              </a:ext>
            </a:extLst>
          </p:cNvPr>
          <p:cNvSpPr>
            <a:spLocks xmlns:a="http://schemas.openxmlformats.org/drawingml/2006/main" noGrp="1"/>
          </p:cNvSpPr>
          <p:nvPr/>
        </p:nvSpPr>
        <p:spPr>
          <a:xfrm xmlns:a="http://schemas.openxmlformats.org/drawingml/2006/main">
            <a:off x="4657725" y="2762250"/>
            <a:ext cx="3086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Interpreter</a:t>
            </a:r>
          </a:p>
        </p:txBody>
      </p:sp>
      <p:sp>
        <p:nvSpPr>
          <p:cNvPr id="10" name="v2-76-Agent Gateway">
            <a:extLst xmlns:a="http://schemas.openxmlformats.org/drawingml/2006/main">
              <a:ext uri="{FF2B5EF4-FFF2-40B4-BE49-F238E27FC236}">
                <a16:creationId xmlns:a16="http://schemas.microsoft.com/office/drawing/2014/main" id="{58E9E2E8-115B-495F-955C-1F04ECDE6292}"/>
              </a:ext>
            </a:extLst>
          </p:cNvPr>
          <p:cNvSpPr>
            <a:spLocks xmlns:a="http://schemas.openxmlformats.org/drawingml/2006/main" noGrp="1"/>
          </p:cNvSpPr>
          <p:nvPr/>
        </p:nvSpPr>
        <p:spPr>
          <a:xfrm xmlns:a="http://schemas.openxmlformats.org/drawingml/2006/main">
            <a:off x="8905875" y="2762250"/>
            <a:ext cx="276225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11" name="v2-77-Agent Gateway-name">
            <a:extLst xmlns:a="http://schemas.openxmlformats.org/drawingml/2006/main">
              <a:ext uri="{FF2B5EF4-FFF2-40B4-BE49-F238E27FC236}">
                <a16:creationId xmlns:a16="http://schemas.microsoft.com/office/drawing/2014/main" id="{8215B20F-73B0-4A1F-8846-0E896B99164B}"/>
              </a:ext>
            </a:extLst>
          </p:cNvPr>
          <p:cNvSpPr>
            <a:spLocks xmlns:a="http://schemas.openxmlformats.org/drawingml/2006/main" noGrp="1"/>
          </p:cNvSpPr>
          <p:nvPr/>
        </p:nvSpPr>
        <p:spPr>
          <a:xfrm xmlns:a="http://schemas.openxmlformats.org/drawingml/2006/main">
            <a:off x="8982075" y="2762250"/>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Agent Gateway</a:t>
            </a:r>
          </a:p>
        </p:txBody>
      </p:sp>
      <p:sp>
        <p:nvSpPr>
          <p:cNvPr id="12" name="v2-78-Downstream Agent">
            <a:extLst xmlns:a="http://schemas.openxmlformats.org/drawingml/2006/main">
              <a:ext uri="{FF2B5EF4-FFF2-40B4-BE49-F238E27FC236}">
                <a16:creationId xmlns:a16="http://schemas.microsoft.com/office/drawing/2014/main" id="{BF08820D-C014-4A66-88F0-D0403EBD591F}"/>
              </a:ext>
            </a:extLst>
          </p:cNvPr>
          <p:cNvSpPr>
            <a:spLocks xmlns:a="http://schemas.openxmlformats.org/drawingml/2006/main" noGrp="1"/>
          </p:cNvSpPr>
          <p:nvPr/>
        </p:nvSpPr>
        <p:spPr>
          <a:xfrm xmlns:a="http://schemas.openxmlformats.org/drawingml/2006/main">
            <a:off x="12734925" y="2762250"/>
            <a:ext cx="5057775" cy="70485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3" name="v2-79-Downstream Agent-name">
            <a:extLst xmlns:a="http://schemas.openxmlformats.org/drawingml/2006/main">
              <a:ext uri="{FF2B5EF4-FFF2-40B4-BE49-F238E27FC236}">
                <a16:creationId xmlns:a16="http://schemas.microsoft.com/office/drawing/2014/main" id="{490B8CB5-E574-403C-83F9-00654A192B5E}"/>
              </a:ext>
            </a:extLst>
          </p:cNvPr>
          <p:cNvSpPr>
            <a:spLocks xmlns:a="http://schemas.openxmlformats.org/drawingml/2006/main" noGrp="1"/>
          </p:cNvSpPr>
          <p:nvPr/>
        </p:nvSpPr>
        <p:spPr>
          <a:xfrm xmlns:a="http://schemas.openxmlformats.org/drawingml/2006/main">
            <a:off x="12811125" y="27622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Downstream Agent</a:t>
            </a:r>
          </a:p>
        </p:txBody>
      </p:sp>
      <p:sp>
        <p:nvSpPr>
          <p:cNvPr id="14" name="v2-80-time-forward">
            <a:extLst xmlns:a="http://schemas.openxmlformats.org/drawingml/2006/main">
              <a:ext uri="{FF2B5EF4-FFF2-40B4-BE49-F238E27FC236}">
                <a16:creationId xmlns:a16="http://schemas.microsoft.com/office/drawing/2014/main" id="{A6E06B8B-2608-4B5C-9839-4B71B429E9A2}"/>
              </a:ext>
            </a:extLst>
          </p:cNvPr>
          <p:cNvSpPr>
            <a:spLocks xmlns:a="http://schemas.openxmlformats.org/drawingml/2006/main" noGrp="1"/>
          </p:cNvSpPr>
          <p:nvPr/>
        </p:nvSpPr>
        <p:spPr>
          <a:xfrm xmlns:a="http://schemas.openxmlformats.org/drawingml/2006/main">
            <a:off x="349567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5" name="v2-81-time-forward-head">
            <a:extLst xmlns:a="http://schemas.openxmlformats.org/drawingml/2006/main">
              <a:ext uri="{FF2B5EF4-FFF2-40B4-BE49-F238E27FC236}">
                <a16:creationId xmlns:a16="http://schemas.microsoft.com/office/drawing/2014/main" id="{85530BDE-A8C1-4620-8505-A49180C8CFA5}"/>
              </a:ext>
            </a:extLst>
          </p:cNvPr>
          <p:cNvSpPr>
            <a:spLocks xmlns:a="http://schemas.openxmlformats.org/drawingml/2006/main" noGrp="1"/>
          </p:cNvSpPr>
          <p:nvPr/>
        </p:nvSpPr>
        <p:spPr>
          <a:xfrm xmlns:a="http://schemas.openxmlformats.org/drawingml/2006/main">
            <a:off x="44812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6" name="v2-82-time-forward">
            <a:extLst xmlns:a="http://schemas.openxmlformats.org/drawingml/2006/main">
              <a:ext uri="{FF2B5EF4-FFF2-40B4-BE49-F238E27FC236}">
                <a16:creationId xmlns:a16="http://schemas.microsoft.com/office/drawing/2014/main" id="{2EBB4B1F-7FD9-4318-99CA-87EA481D09F6}"/>
              </a:ext>
            </a:extLst>
          </p:cNvPr>
          <p:cNvSpPr>
            <a:spLocks xmlns:a="http://schemas.openxmlformats.org/drawingml/2006/main" noGrp="1"/>
          </p:cNvSpPr>
          <p:nvPr/>
        </p:nvSpPr>
        <p:spPr>
          <a:xfrm xmlns:a="http://schemas.openxmlformats.org/drawingml/2006/main">
            <a:off x="782002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7" name="v2-83-time-forward-head">
            <a:extLst xmlns:a="http://schemas.openxmlformats.org/drawingml/2006/main">
              <a:ext uri="{FF2B5EF4-FFF2-40B4-BE49-F238E27FC236}">
                <a16:creationId xmlns:a16="http://schemas.microsoft.com/office/drawing/2014/main" id="{92A6EB48-9B8E-4E37-A021-1C346B69A228}"/>
              </a:ext>
            </a:extLst>
          </p:cNvPr>
          <p:cNvSpPr>
            <a:spLocks xmlns:a="http://schemas.openxmlformats.org/drawingml/2006/main" noGrp="1"/>
          </p:cNvSpPr>
          <p:nvPr/>
        </p:nvSpPr>
        <p:spPr>
          <a:xfrm xmlns:a="http://schemas.openxmlformats.org/drawingml/2006/main">
            <a:off x="880556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8" name="v2-84-time-forward">
            <a:extLst xmlns:a="http://schemas.openxmlformats.org/drawingml/2006/main">
              <a:ext uri="{FF2B5EF4-FFF2-40B4-BE49-F238E27FC236}">
                <a16:creationId xmlns:a16="http://schemas.microsoft.com/office/drawing/2014/main" id="{CCED7DF3-CF6D-4130-A54E-0F009CA47078}"/>
              </a:ext>
            </a:extLst>
          </p:cNvPr>
          <p:cNvSpPr>
            <a:spLocks xmlns:a="http://schemas.openxmlformats.org/drawingml/2006/main" noGrp="1"/>
          </p:cNvSpPr>
          <p:nvPr/>
        </p:nvSpPr>
        <p:spPr>
          <a:xfrm xmlns:a="http://schemas.openxmlformats.org/drawingml/2006/main">
            <a:off x="11668125" y="3114675"/>
            <a:ext cx="1066800" cy="9525"/>
          </a:xfrm>
          <a:custGeom xmlns:a="http://schemas.openxmlformats.org/drawingml/2006/main">
            <a:pathLst>
              <a:path w="1066800" h="9525">
                <a:moveTo>
                  <a:pt x="0" y="0"/>
                </a:moveTo>
                <a:lnTo>
                  <a:pt x="1066800" y="0"/>
                </a:lnTo>
              </a:path>
            </a:pathLst>
          </a:custGeom>
          <a:noFill xmlns:a="http://schemas.openxmlformats.org/drawingml/2006/main"/>
          <a:ln xmlns:a="http://schemas.openxmlformats.org/drawingml/2006/main" w="28575">
            <a:solidFill>
              <a:srgbClr val="00889A"/>
            </a:solidFill>
            <a:prstDash val="solid"/>
          </a:ln>
        </p:spPr>
      </p:sp>
      <p:sp>
        <p:nvSpPr>
          <p:cNvPr id="19" name="v2-85-time-forward-head">
            <a:extLst xmlns:a="http://schemas.openxmlformats.org/drawingml/2006/main">
              <a:ext uri="{FF2B5EF4-FFF2-40B4-BE49-F238E27FC236}">
                <a16:creationId xmlns:a16="http://schemas.microsoft.com/office/drawing/2014/main" id="{B0D867D1-92D3-4F9A-8044-229F9D99EEA0}"/>
              </a:ext>
            </a:extLst>
          </p:cNvPr>
          <p:cNvSpPr>
            <a:spLocks xmlns:a="http://schemas.openxmlformats.org/drawingml/2006/main" noGrp="1"/>
          </p:cNvSpPr>
          <p:nvPr/>
        </p:nvSpPr>
        <p:spPr>
          <a:xfrm xmlns:a="http://schemas.openxmlformats.org/drawingml/2006/main">
            <a:off x="126346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20" name="v2-86-note">
            <a:extLst xmlns:a="http://schemas.openxmlformats.org/drawingml/2006/main">
              <a:ext uri="{FF2B5EF4-FFF2-40B4-BE49-F238E27FC236}">
                <a16:creationId xmlns:a16="http://schemas.microsoft.com/office/drawing/2014/main" id="{0DAAA8BD-6EFC-4CCE-B034-438263CA4857}"/>
              </a:ext>
            </a:extLst>
          </p:cNvPr>
          <p:cNvSpPr>
            <a:spLocks xmlns:a="http://schemas.openxmlformats.org/drawingml/2006/main" noGrp="1"/>
          </p:cNvSpPr>
          <p:nvPr/>
        </p:nvSpPr>
        <p:spPr>
          <a:xfrm xmlns:a="http://schemas.openxmlformats.org/drawingml/2006/main">
            <a:off x="495300" y="362902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입력 접수</a:t>
            </a:r>
          </a:p>
        </p:txBody>
      </p:sp>
      <p:sp>
        <p:nvSpPr>
          <p:cNvPr id="21" name="v2-87-note">
            <a:extLst xmlns:a="http://schemas.openxmlformats.org/drawingml/2006/main">
              <a:ext uri="{FF2B5EF4-FFF2-40B4-BE49-F238E27FC236}">
                <a16:creationId xmlns:a16="http://schemas.microsoft.com/office/drawing/2014/main" id="{9A0CC7BE-04A3-4C3A-BE55-185C974B2208}"/>
              </a:ext>
            </a:extLst>
          </p:cNvPr>
          <p:cNvSpPr>
            <a:spLocks xmlns:a="http://schemas.openxmlformats.org/drawingml/2006/main" noGrp="1"/>
          </p:cNvSpPr>
          <p:nvPr/>
        </p:nvSpPr>
        <p:spPr>
          <a:xfrm xmlns:a="http://schemas.openxmlformats.org/drawingml/2006/main">
            <a:off x="4581525" y="36290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해석</a:t>
            </a:r>
          </a:p>
        </p:txBody>
      </p:sp>
      <p:sp>
        <p:nvSpPr>
          <p:cNvPr id="22" name="v2-88-note">
            <a:extLst xmlns:a="http://schemas.openxmlformats.org/drawingml/2006/main">
              <a:ext uri="{FF2B5EF4-FFF2-40B4-BE49-F238E27FC236}">
                <a16:creationId xmlns:a16="http://schemas.microsoft.com/office/drawing/2014/main" id="{22C6A391-9FCD-4F7C-8A29-391B6D87588A}"/>
              </a:ext>
            </a:extLst>
          </p:cNvPr>
          <p:cNvSpPr>
            <a:spLocks xmlns:a="http://schemas.openxmlformats.org/drawingml/2006/main" noGrp="1"/>
          </p:cNvSpPr>
          <p:nvPr/>
        </p:nvSpPr>
        <p:spPr>
          <a:xfrm xmlns:a="http://schemas.openxmlformats.org/drawingml/2006/main">
            <a:off x="8905875" y="36290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인계</a:t>
            </a:r>
          </a:p>
        </p:txBody>
      </p:sp>
      <p:sp>
        <p:nvSpPr>
          <p:cNvPr id="23" name="v2-89-note">
            <a:extLst xmlns:a="http://schemas.openxmlformats.org/drawingml/2006/main">
              <a:ext uri="{FF2B5EF4-FFF2-40B4-BE49-F238E27FC236}">
                <a16:creationId xmlns:a16="http://schemas.microsoft.com/office/drawing/2014/main" id="{5132981A-5EA9-4DA5-8580-64F4A29593F3}"/>
              </a:ext>
            </a:extLst>
          </p:cNvPr>
          <p:cNvSpPr>
            <a:spLocks xmlns:a="http://schemas.openxmlformats.org/drawingml/2006/main" noGrp="1"/>
          </p:cNvSpPr>
          <p:nvPr/>
        </p:nvSpPr>
        <p:spPr>
          <a:xfrm xmlns:a="http://schemas.openxmlformats.org/drawingml/2006/main">
            <a:off x="12763500" y="36290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외부 AI의 실제 작성</a:t>
            </a:r>
          </a:p>
        </p:txBody>
      </p:sp>
      <p:sp>
        <p:nvSpPr>
          <p:cNvPr id="24" name="v2-90-time-return">
            <a:extLst xmlns:a="http://schemas.openxmlformats.org/drawingml/2006/main">
              <a:ext uri="{FF2B5EF4-FFF2-40B4-BE49-F238E27FC236}">
                <a16:creationId xmlns:a16="http://schemas.microsoft.com/office/drawing/2014/main" id="{31CF41D0-55B5-4893-8F01-CEC314FD8BB2}"/>
              </a:ext>
            </a:extLst>
          </p:cNvPr>
          <p:cNvSpPr>
            <a:spLocks xmlns:a="http://schemas.openxmlformats.org/drawingml/2006/main" noGrp="1"/>
          </p:cNvSpPr>
          <p:nvPr/>
        </p:nvSpPr>
        <p:spPr>
          <a:xfrm xmlns:a="http://schemas.openxmlformats.org/drawingml/2006/main">
            <a:off x="1781175" y="3467100"/>
            <a:ext cx="13477875" cy="1076325"/>
          </a:xfrm>
          <a:custGeom xmlns:a="http://schemas.openxmlformats.org/drawingml/2006/main">
            <a:pathLst>
              <a:path w="13477875" h="1076325">
                <a:moveTo>
                  <a:pt x="13477875" y="0"/>
                </a:moveTo>
                <a:lnTo>
                  <a:pt x="13477875" y="1076325"/>
                </a:lnTo>
                <a:lnTo>
                  <a:pt x="0" y="1076325"/>
                </a:lnTo>
                <a:lnTo>
                  <a:pt x="0" y="0"/>
                </a:lnTo>
              </a:path>
            </a:pathLst>
          </a:custGeom>
          <a:noFill xmlns:a="http://schemas.openxmlformats.org/drawingml/2006/main"/>
          <a:ln xmlns:a="http://schemas.openxmlformats.org/drawingml/2006/main" w="28575">
            <a:solidFill>
              <a:srgbClr val="576773"/>
            </a:solidFill>
            <a:prstDash val="solid"/>
          </a:ln>
        </p:spPr>
      </p:sp>
      <p:sp>
        <p:nvSpPr>
          <p:cNvPr id="25" name="v2-91-time-return-head">
            <a:extLst xmlns:a="http://schemas.openxmlformats.org/drawingml/2006/main">
              <a:ext uri="{FF2B5EF4-FFF2-40B4-BE49-F238E27FC236}">
                <a16:creationId xmlns:a16="http://schemas.microsoft.com/office/drawing/2014/main" id="{93118C6D-0CEE-40C7-A4E6-E3F8373B1A69}"/>
              </a:ext>
            </a:extLst>
          </p:cNvPr>
          <p:cNvSpPr>
            <a:spLocks xmlns:a="http://schemas.openxmlformats.org/drawingml/2006/main" noGrp="1"/>
          </p:cNvSpPr>
          <p:nvPr/>
        </p:nvSpPr>
        <p:spPr>
          <a:xfrm xmlns:a="http://schemas.openxmlformats.org/drawingml/2006/main">
            <a:off x="1726377" y="346710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6" name="v2-92-note">
            <a:extLst xmlns:a="http://schemas.openxmlformats.org/drawingml/2006/main">
              <a:ext uri="{FF2B5EF4-FFF2-40B4-BE49-F238E27FC236}">
                <a16:creationId xmlns:a16="http://schemas.microsoft.com/office/drawing/2014/main" id="{E2FAB8E3-80FE-4667-AF31-7F837A0075E9}"/>
              </a:ext>
            </a:extLst>
          </p:cNvPr>
          <p:cNvSpPr>
            <a:spLocks xmlns:a="http://schemas.openxmlformats.org/drawingml/2006/main" noGrp="1"/>
          </p:cNvSpPr>
          <p:nvPr/>
        </p:nvSpPr>
        <p:spPr>
          <a:xfrm xmlns:a="http://schemas.openxmlformats.org/drawingml/2006/main">
            <a:off x="4972050" y="4552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576773"/>
                </a:solidFill>
                <a:latin typeface="Apple SD Gothic Neo"/>
                <a:ea typeface="Apple SD Gothic Neo"/>
                <a:cs typeface="Apple SD Gothic Neo"/>
              </a:defRPr>
            </a:pPr>
            <a:r>
              <a:rPr sz="2400" b="0">
                <a:solidFill>
                  <a:srgbClr val="576773"/>
                </a:solidFill>
                <a:latin typeface="Apple SD Gothic Neo"/>
                <a:ea typeface="Apple SD Gothic Neo"/>
                <a:cs typeface="Apple SD Gothic Neo"/>
              </a:rPr>
              <a:t>결과를 받은 뒤 VIA가 준비하고 실제 전달</a:t>
            </a:r>
          </a:p>
        </p:txBody>
      </p:sp>
      <p:graphicFrame>
        <p:nvGraphicFramePr>
          <p:cNvPr id="56" name=""/>
          <p:cNvGraphicFramePr/>
          <p:nvPr/>
        </p:nvGraphicFramePr>
        <p:xfrm>
          <a:off xmlns:a="http://schemas.openxmlformats.org/drawingml/2006/main" x="495300" y="5810250"/>
          <a:ext xmlns:a="http://schemas.openxmlformats.org/drawingml/2006/main" cx="17297400" cy="2105025"/>
        </p:xfrm>
        <a:graphic xmlns:a="http://schemas.openxmlformats.org/drawingml/2006/main">
          <a:graphicData uri="http://schemas.openxmlformats.org/drawingml/2006/table">
            <a:tbl>
              <a:tblPr/>
              <a:tblGrid>
                <a:gridCol w="4171950"/>
                <a:gridCol w="6638925"/>
                <a:gridCol w="6486525"/>
              </a:tblGrid>
              <a:tr h="552450">
                <a:tc>
                  <a:txBody>
                    <a:bodyPr/>
                    <a:lstStyle/>
                    <a:p>
                      <a:pPr algn="l"/>
                      <a:r>
                        <a:rPr sz="2250" b="1">
                          <a:solidFill>
                            <a:srgbClr val="FFFFFF"/>
                          </a:solidFill>
                          <a:latin typeface="Apple SD Gothic Neo"/>
                          <a:ea typeface="Apple SD Gothic Neo"/>
                          <a:cs typeface="Apple SD Gothic Neo"/>
                        </a:rPr>
                        <a:t>지표</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사용자가 보는 의미</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현재 목표와 계산 경계</a:t>
                      </a:r>
                    </a:p>
                  </a:txBody>
                  <a:tcPr marL="114300" marR="76200" marT="47625" marB="47625" anchor="ctr">
                    <a:solidFill>
                      <a:srgbClr val="354354"/>
                    </a:solidFill>
                  </a:tcPr>
                </a:tc>
              </a:tr>
              <a:tr h="776288">
                <a:tc>
                  <a:txBody>
                    <a:bodyPr/>
                    <a:lstStyle/>
                    <a:p>
                      <a:pPr algn="l"/>
                      <a:r>
                        <a:rPr sz="2250" b="0">
                          <a:solidFill>
                            <a:srgbClr val="202B35"/>
                          </a:solidFill>
                          <a:latin typeface="Apple SD Gothic Neo"/>
                          <a:ea typeface="Apple SD Gothic Neo"/>
                          <a:cs typeface="Apple SD Gothic Neo"/>
                        </a:rPr>
                        <a:t>QA-02 상호작용 응답시간</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새 입력, 질문이나 결과에 알맞게 반응하기까지</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평균 ≤ 1초 / 로컬 재생 중단 ≤ 0.1초</a:t>
                      </a:r>
                    </a:p>
                  </a:txBody>
                  <a:tcPr marL="114300" marR="76200" marT="47625" marB="47625" anchor="ctr">
                    <a:solidFill>
                      <a:srgbClr val="FFFFFF"/>
                    </a:solidFill>
                  </a:tcPr>
                </a:tc>
              </a:tr>
              <a:tr h="776288">
                <a:tc>
                  <a:txBody>
                    <a:bodyPr/>
                    <a:lstStyle/>
                    <a:p>
                      <a:pPr algn="l"/>
                      <a:r>
                        <a:rPr sz="2250" b="0">
                          <a:solidFill>
                            <a:srgbClr val="202B35"/>
                          </a:solidFill>
                          <a:latin typeface="Apple SD Gothic Neo"/>
                          <a:ea typeface="Apple SD Gothic Neo"/>
                          <a:cs typeface="Apple SD Gothic Neo"/>
                        </a:rPr>
                        <a:t>QA-03 VIA 요청 처리시간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접수부터 결과 전달까지 VIA가 처리하고 기다린 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평균 ≤ 10초 / 외부 업무 실행과 사용자 대기 제외</a:t>
                      </a:r>
                    </a:p>
                  </a:txBody>
                  <a:tcPr marL="114300" marR="76200" marT="47625" marB="47625" anchor="ctr">
                    <a:solidFill>
                      <a:srgbClr val="F5F7F8"/>
                    </a:solidFill>
                  </a:tcPr>
                </a:tc>
              </a:tr>
            </a:tbl>
          </a:graphicData>
        </a:graphic>
      </p:graphicFrame>
      <p:sp>
        <p:nvSpPr>
          <p:cNvPr id="28" name="v2-93-time-boundary-footnote">
            <a:extLst xmlns:a="http://schemas.openxmlformats.org/drawingml/2006/main">
              <a:ext uri="{FF2B5EF4-FFF2-40B4-BE49-F238E27FC236}">
                <a16:creationId xmlns:a16="http://schemas.microsoft.com/office/drawing/2014/main" id="{FD9D7228-EEF4-418E-95CE-8033EE0BE4FD}"/>
              </a:ext>
            </a:extLst>
          </p:cNvPr>
          <p:cNvSpPr>
            <a:spLocks xmlns:a="http://schemas.openxmlformats.org/drawingml/2006/main" noGrp="1"/>
          </p:cNvSpPr>
          <p:nvPr/>
        </p:nvSpPr>
        <p:spPr>
          <a:xfrm xmlns:a="http://schemas.openxmlformats.org/drawingml/2006/main">
            <a:off x="495300" y="8429625"/>
            <a:ext cx="1704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포함: VIA 의미 모델 호출, 자료 조회, queue 대기와 실제 전달</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제외: 외부 업무 AI가 보고서를 작성하는 시간, 사용자 대기와 계약상 필요한 사용자 발화</a:t>
            </a:r>
          </a:p>
        </p:txBody>
      </p:sp>
      <p:sp>
        <p:nvSpPr>
          <p:cNvPr id="29" name="v2-94-note">
            <a:extLst xmlns:a="http://schemas.openxmlformats.org/drawingml/2006/main">
              <a:ext uri="{FF2B5EF4-FFF2-40B4-BE49-F238E27FC236}">
                <a16:creationId xmlns:a16="http://schemas.microsoft.com/office/drawing/2014/main" id="{3022D369-0D55-45F3-AEB1-1EE565610638}"/>
              </a:ext>
            </a:extLst>
          </p:cNvPr>
          <p:cNvSpPr>
            <a:spLocks xmlns:a="http://schemas.openxmlformats.org/drawingml/2006/main" noGrp="1"/>
          </p:cNvSpPr>
          <p:nvPr/>
        </p:nvSpPr>
        <p:spPr>
          <a:xfrm xmlns:a="http://schemas.openxmlformats.org/drawingml/2006/main">
            <a:off x="495300" y="9572625"/>
            <a:ext cx="1704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576773"/>
                </a:solidFill>
                <a:latin typeface="Apple SD Gothic Neo"/>
                <a:ea typeface="Apple SD Gothic Neo"/>
                <a:cs typeface="Apple SD Gothic Neo"/>
              </a:defRPr>
            </a:pPr>
            <a:r>
              <a:rPr sz="1950" b="0">
                <a:solidFill>
                  <a:srgbClr val="576773"/>
                </a:solidFill>
                <a:latin typeface="Apple SD Gothic Neo"/>
                <a:ea typeface="Apple SD Gothic Neo"/>
                <a:cs typeface="Apple SD Gothic Neo"/>
              </a:rPr>
              <a:t>그림의 길이는 시간 비율이 아닙니다. 같은 21개 사례를 5회 독립 반복하여 지정된 반응과 처리 사이클을 따로 평가합니다.</a:t>
            </a:r>
          </a:p>
        </p:txBody>
      </p:sp>
    </p:spTree>
    <p:extLst>
      <p:ext uri="{BB962C8B-B14F-4D97-AF65-F5344CB8AC3E}">
        <p14:creationId xmlns:p14="http://schemas.microsoft.com/office/powerpoint/2010/main" val="190162836"/>
      </p:ext>
    </p:extLst>
  </p:cSld>
</p:sld>
</file>

<file path=ppt/slides/slide50.xml><?xml version="1.0" encoding="utf-8"?>
<p:sld xmlns:p="http://schemas.openxmlformats.org/presentationml/2006/main">
  <p:cSld name="drivers">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95-section">
            <a:extLst xmlns:a="http://schemas.openxmlformats.org/drawingml/2006/main">
              <a:ext uri="{FF2B5EF4-FFF2-40B4-BE49-F238E27FC236}">
                <a16:creationId xmlns:a16="http://schemas.microsoft.com/office/drawing/2014/main" id="{A8B9E03D-759E-4EF0-8147-B560417B6BCD}"/>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설계 도입</a:t>
            </a:r>
          </a:p>
        </p:txBody>
      </p:sp>
      <p:sp>
        <p:nvSpPr>
          <p:cNvPr id="2" name="v2-96-title">
            <a:extLst xmlns:a="http://schemas.openxmlformats.org/drawingml/2006/main">
              <a:ext uri="{FF2B5EF4-FFF2-40B4-BE49-F238E27FC236}">
                <a16:creationId xmlns:a16="http://schemas.microsoft.com/office/drawing/2014/main" id="{00FDFA54-88A8-4528-BAE0-6DD6C7C51598}"/>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필요한 기능은 같아도, 진행과 상태를 조직하는 방식은 다릅니다</a:t>
            </a:r>
          </a:p>
        </p:txBody>
      </p:sp>
      <p:sp>
        <p:nvSpPr>
          <p:cNvPr id="3" name="v2-97-rule">
            <a:extLst xmlns:a="http://schemas.openxmlformats.org/drawingml/2006/main">
              <a:ext uri="{FF2B5EF4-FFF2-40B4-BE49-F238E27FC236}">
                <a16:creationId xmlns:a16="http://schemas.microsoft.com/office/drawing/2014/main" id="{B9B136D6-3164-4DCD-BC4D-6FED53AFD807}"/>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98-page">
            <a:extLst xmlns:a="http://schemas.openxmlformats.org/drawingml/2006/main">
              <a:ext uri="{FF2B5EF4-FFF2-40B4-BE49-F238E27FC236}">
                <a16:creationId xmlns:a16="http://schemas.microsoft.com/office/drawing/2014/main" id="{8CEEA9C8-4FB9-436E-A0BB-657CA0439471}"/>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12</a:t>
            </a:r>
          </a:p>
        </p:txBody>
      </p:sp>
      <p:graphicFrame>
        <p:nvGraphicFramePr>
          <p:cNvPr id="12" name=""/>
          <p:cNvGraphicFramePr/>
          <p:nvPr/>
        </p:nvGraphicFramePr>
        <p:xfrm>
          <a:off xmlns:a="http://schemas.openxmlformats.org/drawingml/2006/main" x="495300" y="2019300"/>
          <a:ext xmlns:a="http://schemas.openxmlformats.org/drawingml/2006/main" cx="17297400" cy="4362450"/>
        </p:xfrm>
        <a:graphic xmlns:a="http://schemas.openxmlformats.org/drawingml/2006/main">
          <a:graphicData uri="http://schemas.openxmlformats.org/drawingml/2006/table">
            <a:tbl>
              <a:tblPr/>
              <a:tblGrid>
                <a:gridCol w="4619625"/>
                <a:gridCol w="4857750"/>
                <a:gridCol w="7820025"/>
              </a:tblGrid>
              <a:tr h="552450">
                <a:tc>
                  <a:txBody>
                    <a:bodyPr/>
                    <a:lstStyle/>
                    <a:p>
                      <a:pPr algn="l"/>
                      <a:r>
                        <a:rPr sz="2250" b="1">
                          <a:solidFill>
                            <a:srgbClr val="FFFFFF"/>
                          </a:solidFill>
                          <a:latin typeface="Apple SD Gothic Neo"/>
                          <a:ea typeface="Apple SD Gothic Neo"/>
                          <a:cs typeface="Apple SD Gothic Neo"/>
                        </a:rPr>
                        <a:t>필요한 기능과 제약</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비교할 품질 경로</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구조 선택 질문</a:t>
                      </a:r>
                    </a:p>
                  </a:txBody>
                  <a:tcPr marL="114300" marR="76200" marT="47625" marB="47625" anchor="ctr">
                    <a:solidFill>
                      <a:srgbClr val="354354"/>
                    </a:solidFill>
                  </a:tcPr>
                </a:tc>
              </a:tr>
              <a:tr h="952500">
                <a:tc>
                  <a:txBody>
                    <a:bodyPr/>
                    <a:lstStyle/>
                    <a:p>
                      <a:pPr algn="l"/>
                      <a:r>
                        <a:rPr sz="2250" b="0">
                          <a:solidFill>
                            <a:srgbClr val="202B35"/>
                          </a:solidFill>
                          <a:latin typeface="Apple SD Gothic Neo"/>
                          <a:ea typeface="Apple SD Gothic Neo"/>
                          <a:cs typeface="Apple SD Gothic Neo"/>
                        </a:rPr>
                        <a:t>FR2 / FR3  대상, 조건과 의존 관계</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41  모델이 다음 조회를 정할까, 코드가 요청 항목을 해결할까?</a:t>
                      </a:r>
                    </a:p>
                  </a:txBody>
                  <a:tcPr marL="114300" marR="76200" marT="47625" marB="47625" anchor="ctr">
                    <a:solidFill>
                      <a:srgbClr val="FFFFFF"/>
                    </a:solidFill>
                  </a:tcPr>
                </a:tc>
              </a:tr>
              <a:tr h="952500">
                <a:tc>
                  <a:txBody>
                    <a:bodyPr/>
                    <a:lstStyle/>
                    <a:p>
                      <a:pPr algn="l"/>
                      <a:r>
                        <a:rPr sz="2250" b="0">
                          <a:solidFill>
                            <a:srgbClr val="202B35"/>
                          </a:solidFill>
                          <a:latin typeface="Apple SD Gothic Neo"/>
                          <a:ea typeface="Apple SD Gothic Neo"/>
                          <a:cs typeface="Apple SD Gothic Neo"/>
                        </a:rPr>
                        <a:t>FR1 / FR3 / FR4  지속 입력과 후속 전달</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정확성 / 상호작용 응답시간 / VIA 처리시간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44  중앙이 다음 실행을 지시할까, 단계 조건이 실행을 이끌까?</a:t>
                      </a:r>
                    </a:p>
                  </a:txBody>
                  <a:tcPr marL="114300" marR="76200" marT="47625" marB="47625" anchor="ctr">
                    <a:solidFill>
                      <a:srgbClr val="F5F7F8"/>
                    </a:solidFill>
                  </a:tcPr>
                </a:tc>
              </a:tr>
              <a:tr h="952500">
                <a:tc>
                  <a:txBody>
                    <a:bodyPr/>
                    <a:lstStyle/>
                    <a:p>
                      <a:pPr algn="l"/>
                      <a:r>
                        <a:rPr sz="2250" b="0">
                          <a:solidFill>
                            <a:srgbClr val="202B35"/>
                          </a:solidFill>
                          <a:latin typeface="Apple SD Gothic Neo"/>
                          <a:ea typeface="Apple SD Gothic Neo"/>
                          <a:cs typeface="Apple SD Gothic Neo"/>
                        </a:rPr>
                        <a:t>FR6  허용된 과거 맥락 제공</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45  요청 때 조합할까, 재사용할 관계를 공통 생산할까?</a:t>
                      </a:r>
                    </a:p>
                  </a:txBody>
                  <a:tcPr marL="114300" marR="76200" marT="47625" marB="47625" anchor="ctr">
                    <a:solidFill>
                      <a:srgbClr val="FFFFFF"/>
                    </a:solidFill>
                  </a:tcPr>
                </a:tc>
              </a:tr>
              <a:tr h="952500">
                <a:tc>
                  <a:txBody>
                    <a:bodyPr/>
                    <a:lstStyle/>
                    <a:p>
                      <a:pPr algn="l"/>
                      <a:r>
                        <a:rPr sz="2250" b="0">
                          <a:solidFill>
                            <a:srgbClr val="202B35"/>
                          </a:solidFill>
                          <a:latin typeface="Apple SD Gothic Neo"/>
                          <a:ea typeface="Apple SD Gothic Neo"/>
                          <a:cs typeface="Apple SD Gothic Neo"/>
                        </a:rPr>
                        <a:t>FR4 / FR5  업무 연결과 연속성</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정확성 / 변경 용이성 / 로컬 메모리</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42  관련 상태를 함께 확정할까, 독립 접수로 맞출까?</a:t>
                      </a:r>
                    </a:p>
                  </a:txBody>
                  <a:tcPr marL="114300" marR="76200" marT="47625" marB="47625" anchor="ctr">
                    <a:solidFill>
                      <a:srgbClr val="F5F7F8"/>
                    </a:solidFill>
                  </a:tcPr>
                </a:tc>
              </a:tr>
            </a:tbl>
          </a:graphicData>
        </a:graphic>
      </p:graphicFrame>
      <p:sp>
        <p:nvSpPr>
          <p:cNvPr id="6" name="v2-99-drivers-common">
            <a:extLst xmlns:a="http://schemas.openxmlformats.org/drawingml/2006/main">
              <a:ext uri="{FF2B5EF4-FFF2-40B4-BE49-F238E27FC236}">
                <a16:creationId xmlns:a16="http://schemas.microsoft.com/office/drawing/2014/main" id="{DBD12002-1462-42DC-87FD-389E3E19F039}"/>
              </a:ext>
            </a:extLst>
          </p:cNvPr>
          <p:cNvSpPr>
            <a:spLocks xmlns:a="http://schemas.openxmlformats.org/drawingml/2006/main" noGrp="1"/>
          </p:cNvSpPr>
          <p:nvPr/>
        </p:nvSpPr>
        <p:spPr>
          <a:xfrm xmlns:a="http://schemas.openxmlformats.org/drawingml/2006/main">
            <a:off x="495300" y="6943725"/>
            <a:ext cx="16954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공통 제약 C1/C2는 네 비교에서 모두 지킵니다.</a:t>
            </a:r>
          </a:p>
        </p:txBody>
      </p:sp>
      <p:sp>
        <p:nvSpPr>
          <p:cNvPr id="7" name="v2-100-drivers-qa">
            <a:extLst xmlns:a="http://schemas.openxmlformats.org/drawingml/2006/main">
              <a:ext uri="{FF2B5EF4-FFF2-40B4-BE49-F238E27FC236}">
                <a16:creationId xmlns:a16="http://schemas.microsoft.com/office/drawing/2014/main" id="{525BB69C-F790-41AF-8026-FC7D6FC2B0F0}"/>
              </a:ext>
            </a:extLst>
          </p:cNvPr>
          <p:cNvSpPr>
            <a:spLocks xmlns:a="http://schemas.openxmlformats.org/drawingml/2006/main" noGrp="1"/>
          </p:cNvSpPr>
          <p:nvPr/>
        </p:nvSpPr>
        <p:spPr>
          <a:xfrm xmlns:a="http://schemas.openxmlformats.org/drawingml/2006/main">
            <a:off x="495300" y="8001000"/>
            <a:ext cx="17049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여섯 QA 모두 검토합니다. 위 표는 대표 인과 경로이며 적용성 전수표나 효과 크기가 아닙니다.</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같은 기능과 입력을 유지한 채, 품질 목표를 달성하는 비용과 지원 한계를 비교합니다.</a:t>
            </a:r>
          </a:p>
        </p:txBody>
      </p:sp>
    </p:spTree>
    <p:extLst>
      <p:ext uri="{BB962C8B-B14F-4D97-AF65-F5344CB8AC3E}">
        <p14:creationId xmlns:p14="http://schemas.microsoft.com/office/powerpoint/2010/main" val="944121076"/>
      </p:ext>
    </p:extLst>
  </p:cSld>
</p:sld>
</file>

<file path=ppt/slides/slide51.xml><?xml version="1.0" encoding="utf-8"?>
<p:sld xmlns:p="http://schemas.openxmlformats.org/presentationml/2006/main">
  <p:cSld name="dp41-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v2-126-section">
            <a:extLst xmlns:a="http://schemas.openxmlformats.org/drawingml/2006/main">
              <a:ext uri="{FF2B5EF4-FFF2-40B4-BE49-F238E27FC236}">
                <a16:creationId xmlns:a16="http://schemas.microsoft.com/office/drawing/2014/main" id="{29DEE5B3-87D0-4159-B35D-0B7C64FE5D5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DP41 설계 비교</a:t>
            </a:r>
          </a:p>
        </p:txBody>
      </p:sp>
      <p:sp>
        <p:nvSpPr>
          <p:cNvPr id="2" name="v2-127-title">
            <a:extLst xmlns:a="http://schemas.openxmlformats.org/drawingml/2006/main">
              <a:ext uri="{FF2B5EF4-FFF2-40B4-BE49-F238E27FC236}">
                <a16:creationId xmlns:a16="http://schemas.microsoft.com/office/drawing/2014/main" id="{914A3633-14EF-4CA1-8A2D-D38FF2D70A9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202B35"/>
                </a:solidFill>
                <a:latin typeface="Apple SD Gothic Neo"/>
                <a:ea typeface="Apple SD Gothic Neo"/>
                <a:cs typeface="Apple SD Gothic Neo"/>
              </a:defRPr>
            </a:pPr>
            <a:r>
              <a:rPr sz="3375" b="1">
                <a:solidFill>
                  <a:srgbClr val="202B35"/>
                </a:solidFill>
                <a:latin typeface="Apple SD Gothic Neo"/>
                <a:ea typeface="Apple SD Gothic Neo"/>
                <a:cs typeface="Apple SD Gothic Neo"/>
              </a:rPr>
              <a:t>41. 요청 처리 정확성을 위한 맥락 기반 요청 해석 설계</a:t>
            </a:r>
          </a:p>
        </p:txBody>
      </p:sp>
      <p:sp>
        <p:nvSpPr>
          <p:cNvPr id="3" name="v2-128-rule">
            <a:extLst xmlns:a="http://schemas.openxmlformats.org/drawingml/2006/main">
              <a:ext uri="{FF2B5EF4-FFF2-40B4-BE49-F238E27FC236}">
                <a16:creationId xmlns:a16="http://schemas.microsoft.com/office/drawing/2014/main" id="{9F554603-43F4-4811-B0AB-5F0887F08572}"/>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129-page">
            <a:extLst xmlns:a="http://schemas.openxmlformats.org/drawingml/2006/main">
              <a:ext uri="{FF2B5EF4-FFF2-40B4-BE49-F238E27FC236}">
                <a16:creationId xmlns:a16="http://schemas.microsoft.com/office/drawing/2014/main" id="{47ED5C63-8B87-4449-B3E2-5D9AEF6F92D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16</a:t>
            </a:r>
          </a:p>
        </p:txBody>
      </p:sp>
      <p:sp>
        <p:nvSpPr>
          <p:cNvPr id="5" name="v2-130-note">
            <a:extLst xmlns:a="http://schemas.openxmlformats.org/drawingml/2006/main">
              <a:ext uri="{FF2B5EF4-FFF2-40B4-BE49-F238E27FC236}">
                <a16:creationId xmlns:a16="http://schemas.microsoft.com/office/drawing/2014/main" id="{FE38564E-474A-4F04-9209-54DB66279E88}"/>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입력: “이 표를 아까 보고서에 넣고, 보내지 말고 그 결과로 메일 초안만 만들어줘.”</a:t>
            </a:r>
          </a:p>
        </p:txBody>
      </p:sp>
      <p:sp>
        <p:nvSpPr>
          <p:cNvPr id="6" name="v2-131-option-a">
            <a:extLst xmlns:a="http://schemas.openxmlformats.org/drawingml/2006/main">
              <a:ext uri="{FF2B5EF4-FFF2-40B4-BE49-F238E27FC236}">
                <a16:creationId xmlns:a16="http://schemas.microsoft.com/office/drawing/2014/main" id="{C5097FA2-DBE3-4DFD-980F-8E82CDDB33A7}"/>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132-option-b">
            <a:extLst xmlns:a="http://schemas.openxmlformats.org/drawingml/2006/main">
              <a:ext uri="{FF2B5EF4-FFF2-40B4-BE49-F238E27FC236}">
                <a16:creationId xmlns:a16="http://schemas.microsoft.com/office/drawing/2014/main" id="{D6A83B6B-4D44-4E9F-B4AB-F4D8DF2BDF85}"/>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133-option-a-text">
            <a:extLst xmlns:a="http://schemas.openxmlformats.org/drawingml/2006/main">
              <a:ext uri="{FF2B5EF4-FFF2-40B4-BE49-F238E27FC236}">
                <a16:creationId xmlns:a16="http://schemas.microsoft.com/office/drawing/2014/main" id="{E929CB88-C612-4B4E-9ADF-EDAF884F6E90}"/>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모델이 조회와 전체 의미를 제안</a:t>
            </a:r>
          </a:p>
        </p:txBody>
      </p:sp>
      <p:sp>
        <p:nvSpPr>
          <p:cNvPr id="9" name="v2-134-option-b-text">
            <a:extLst xmlns:a="http://schemas.openxmlformats.org/drawingml/2006/main">
              <a:ext uri="{FF2B5EF4-FFF2-40B4-BE49-F238E27FC236}">
                <a16:creationId xmlns:a16="http://schemas.microsoft.com/office/drawing/2014/main" id="{89C45882-4B6D-43D5-8CD3-89A4BB00495A}"/>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모델의 요청 틀을 코드가 완성</a:t>
            </a:r>
          </a:p>
        </p:txBody>
      </p:sp>
      <p:sp>
        <p:nvSpPr>
          <p:cNvPr id="10" name="v2-135-클라우드 의미 LLM">
            <a:extLst xmlns:a="http://schemas.openxmlformats.org/drawingml/2006/main">
              <a:ext uri="{FF2B5EF4-FFF2-40B4-BE49-F238E27FC236}">
                <a16:creationId xmlns:a16="http://schemas.microsoft.com/office/drawing/2014/main" id="{61478EE3-0FAA-4401-A385-40AB982825AB}"/>
              </a:ext>
            </a:extLst>
          </p:cNvPr>
          <p:cNvSpPr>
            <a:spLocks xmlns:a="http://schemas.openxmlformats.org/drawingml/2006/main" noGrp="1"/>
          </p:cNvSpPr>
          <p:nvPr/>
        </p:nvSpPr>
        <p:spPr>
          <a:xfrm xmlns:a="http://schemas.openxmlformats.org/drawingml/2006/main">
            <a:off x="704850"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136-클라우드 의미 LLM-name">
            <a:extLst xmlns:a="http://schemas.openxmlformats.org/drawingml/2006/main">
              <a:ext uri="{FF2B5EF4-FFF2-40B4-BE49-F238E27FC236}">
                <a16:creationId xmlns:a16="http://schemas.microsoft.com/office/drawing/2014/main" id="{3F8D4F10-9B31-4901-805D-0AADE288373D}"/>
              </a:ext>
            </a:extLst>
          </p:cNvPr>
          <p:cNvSpPr>
            <a:spLocks xmlns:a="http://schemas.openxmlformats.org/drawingml/2006/main" noGrp="1"/>
          </p:cNvSpPr>
          <p:nvPr/>
        </p:nvSpPr>
        <p:spPr>
          <a:xfrm xmlns:a="http://schemas.openxmlformats.org/drawingml/2006/main">
            <a:off x="781050"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클라우드 의미 LLM</a:t>
            </a:r>
          </a:p>
        </p:txBody>
      </p:sp>
      <p:sp>
        <p:nvSpPr>
          <p:cNvPr id="12" name="v2-137-Model Access">
            <a:extLst xmlns:a="http://schemas.openxmlformats.org/drawingml/2006/main">
              <a:ext uri="{FF2B5EF4-FFF2-40B4-BE49-F238E27FC236}">
                <a16:creationId xmlns:a16="http://schemas.microsoft.com/office/drawing/2014/main" id="{61E9C7B6-0FAB-4BE6-86B3-D6B7B25FA422}"/>
              </a:ext>
            </a:extLst>
          </p:cNvPr>
          <p:cNvSpPr>
            <a:spLocks xmlns:a="http://schemas.openxmlformats.org/drawingml/2006/main" noGrp="1"/>
          </p:cNvSpPr>
          <p:nvPr/>
        </p:nvSpPr>
        <p:spPr>
          <a:xfrm xmlns:a="http://schemas.openxmlformats.org/drawingml/2006/main">
            <a:off x="4324350"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138-Model Access-name">
            <a:extLst xmlns:a="http://schemas.openxmlformats.org/drawingml/2006/main">
              <a:ext uri="{FF2B5EF4-FFF2-40B4-BE49-F238E27FC236}">
                <a16:creationId xmlns:a16="http://schemas.microsoft.com/office/drawing/2014/main" id="{A7F593B5-DD28-4B78-83AB-9F2F76F6A84D}"/>
              </a:ext>
            </a:extLst>
          </p:cNvPr>
          <p:cNvSpPr>
            <a:spLocks xmlns:a="http://schemas.openxmlformats.org/drawingml/2006/main" noGrp="1"/>
          </p:cNvSpPr>
          <p:nvPr/>
        </p:nvSpPr>
        <p:spPr>
          <a:xfrm xmlns:a="http://schemas.openxmlformats.org/drawingml/2006/main">
            <a:off x="4400550"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14" name="v2-139-model-call">
            <a:extLst xmlns:a="http://schemas.openxmlformats.org/drawingml/2006/main">
              <a:ext uri="{FF2B5EF4-FFF2-40B4-BE49-F238E27FC236}">
                <a16:creationId xmlns:a16="http://schemas.microsoft.com/office/drawing/2014/main" id="{23F355C3-E176-47AF-AF39-77B294B3F6E9}"/>
              </a:ext>
            </a:extLst>
          </p:cNvPr>
          <p:cNvSpPr>
            <a:spLocks xmlns:a="http://schemas.openxmlformats.org/drawingml/2006/main" noGrp="1"/>
          </p:cNvSpPr>
          <p:nvPr/>
        </p:nvSpPr>
        <p:spPr>
          <a:xfrm xmlns:a="http://schemas.openxmlformats.org/drawingml/2006/main">
            <a:off x="3781425"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15" name="v2-140-model-call-head">
            <a:extLst xmlns:a="http://schemas.openxmlformats.org/drawingml/2006/main">
              <a:ext uri="{FF2B5EF4-FFF2-40B4-BE49-F238E27FC236}">
                <a16:creationId xmlns:a16="http://schemas.microsoft.com/office/drawing/2014/main" id="{9B62CA40-1B2C-492F-A87D-16BC4E5D4982}"/>
              </a:ext>
            </a:extLst>
          </p:cNvPr>
          <p:cNvSpPr>
            <a:spLocks xmlns:a="http://schemas.openxmlformats.org/drawingml/2006/main" noGrp="1"/>
          </p:cNvSpPr>
          <p:nvPr/>
        </p:nvSpPr>
        <p:spPr>
          <a:xfrm xmlns:a="http://schemas.openxmlformats.org/drawingml/2006/main">
            <a:off x="3781425"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16" name="v2-141-model-result">
            <a:extLst xmlns:a="http://schemas.openxmlformats.org/drawingml/2006/main">
              <a:ext uri="{FF2B5EF4-FFF2-40B4-BE49-F238E27FC236}">
                <a16:creationId xmlns:a16="http://schemas.microsoft.com/office/drawing/2014/main" id="{3831F03A-A9EF-4856-B3AD-6279DF75A81C}"/>
              </a:ext>
            </a:extLst>
          </p:cNvPr>
          <p:cNvSpPr>
            <a:spLocks xmlns:a="http://schemas.openxmlformats.org/drawingml/2006/main" noGrp="1"/>
          </p:cNvSpPr>
          <p:nvPr/>
        </p:nvSpPr>
        <p:spPr>
          <a:xfrm xmlns:a="http://schemas.openxmlformats.org/drawingml/2006/main">
            <a:off x="3781425"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17" name="v2-142-model-result-head">
            <a:extLst xmlns:a="http://schemas.openxmlformats.org/drawingml/2006/main">
              <a:ext uri="{FF2B5EF4-FFF2-40B4-BE49-F238E27FC236}">
                <a16:creationId xmlns:a16="http://schemas.microsoft.com/office/drawing/2014/main" id="{86949BA9-DB99-4265-8742-E93AD48785E7}"/>
              </a:ext>
            </a:extLst>
          </p:cNvPr>
          <p:cNvSpPr>
            <a:spLocks xmlns:a="http://schemas.openxmlformats.org/drawingml/2006/main" noGrp="1"/>
          </p:cNvSpPr>
          <p:nvPr/>
        </p:nvSpPr>
        <p:spPr>
          <a:xfrm xmlns:a="http://schemas.openxmlformats.org/drawingml/2006/main">
            <a:off x="4224042"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8" name="v2-143-Request Interpreter">
            <a:extLst xmlns:a="http://schemas.openxmlformats.org/drawingml/2006/main">
              <a:ext uri="{FF2B5EF4-FFF2-40B4-BE49-F238E27FC236}">
                <a16:creationId xmlns:a16="http://schemas.microsoft.com/office/drawing/2014/main" id="{F97DEE2D-ED0C-44BF-8197-DA271D5B1A53}"/>
              </a:ext>
            </a:extLst>
          </p:cNvPr>
          <p:cNvSpPr>
            <a:spLocks xmlns:a="http://schemas.openxmlformats.org/drawingml/2006/main" noGrp="1"/>
          </p:cNvSpPr>
          <p:nvPr/>
        </p:nvSpPr>
        <p:spPr>
          <a:xfrm xmlns:a="http://schemas.openxmlformats.org/drawingml/2006/main">
            <a:off x="590550"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144-Request Interpreter-boundary">
            <a:extLst xmlns:a="http://schemas.openxmlformats.org/drawingml/2006/main">
              <a:ext uri="{FF2B5EF4-FFF2-40B4-BE49-F238E27FC236}">
                <a16:creationId xmlns:a16="http://schemas.microsoft.com/office/drawing/2014/main" id="{625C3A4C-E6A8-4ECA-A705-0FDE9136995F}"/>
              </a:ext>
            </a:extLst>
          </p:cNvPr>
          <p:cNvSpPr>
            <a:spLocks xmlns:a="http://schemas.openxmlformats.org/drawingml/2006/main" noGrp="1"/>
          </p:cNvSpPr>
          <p:nvPr/>
        </p:nvSpPr>
        <p:spPr>
          <a:xfrm xmlns:a="http://schemas.openxmlformats.org/drawingml/2006/main">
            <a:off x="723900"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Interpreter</a:t>
            </a:r>
          </a:p>
        </p:txBody>
      </p:sp>
      <p:sp>
        <p:nvSpPr>
          <p:cNvPr id="20" name="v2-145-클라우드 의미 LLM">
            <a:extLst xmlns:a="http://schemas.openxmlformats.org/drawingml/2006/main">
              <a:ext uri="{FF2B5EF4-FFF2-40B4-BE49-F238E27FC236}">
                <a16:creationId xmlns:a16="http://schemas.microsoft.com/office/drawing/2014/main" id="{2EAA4132-0376-4CC6-B421-4D878E425670}"/>
              </a:ext>
            </a:extLst>
          </p:cNvPr>
          <p:cNvSpPr>
            <a:spLocks xmlns:a="http://schemas.openxmlformats.org/drawingml/2006/main" noGrp="1"/>
          </p:cNvSpPr>
          <p:nvPr/>
        </p:nvSpPr>
        <p:spPr>
          <a:xfrm xmlns:a="http://schemas.openxmlformats.org/drawingml/2006/main">
            <a:off x="9439275"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1" name="v2-146-클라우드 의미 LLM-name">
            <a:extLst xmlns:a="http://schemas.openxmlformats.org/drawingml/2006/main">
              <a:ext uri="{FF2B5EF4-FFF2-40B4-BE49-F238E27FC236}">
                <a16:creationId xmlns:a16="http://schemas.microsoft.com/office/drawing/2014/main" id="{955A65DC-3882-49A4-8ACC-2A322E743F26}"/>
              </a:ext>
            </a:extLst>
          </p:cNvPr>
          <p:cNvSpPr>
            <a:spLocks xmlns:a="http://schemas.openxmlformats.org/drawingml/2006/main" noGrp="1"/>
          </p:cNvSpPr>
          <p:nvPr/>
        </p:nvSpPr>
        <p:spPr>
          <a:xfrm xmlns:a="http://schemas.openxmlformats.org/drawingml/2006/main">
            <a:off x="9515475"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클라우드 의미 LLM</a:t>
            </a:r>
          </a:p>
        </p:txBody>
      </p:sp>
      <p:sp>
        <p:nvSpPr>
          <p:cNvPr id="22" name="v2-147-Model Access">
            <a:extLst xmlns:a="http://schemas.openxmlformats.org/drawingml/2006/main">
              <a:ext uri="{FF2B5EF4-FFF2-40B4-BE49-F238E27FC236}">
                <a16:creationId xmlns:a16="http://schemas.microsoft.com/office/drawing/2014/main" id="{B096E3FB-857C-43F9-BFA8-9593AC1C9183}"/>
              </a:ext>
            </a:extLst>
          </p:cNvPr>
          <p:cNvSpPr>
            <a:spLocks xmlns:a="http://schemas.openxmlformats.org/drawingml/2006/main" noGrp="1"/>
          </p:cNvSpPr>
          <p:nvPr/>
        </p:nvSpPr>
        <p:spPr>
          <a:xfrm xmlns:a="http://schemas.openxmlformats.org/drawingml/2006/main">
            <a:off x="13058775"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3" name="v2-148-Model Access-name">
            <a:extLst xmlns:a="http://schemas.openxmlformats.org/drawingml/2006/main">
              <a:ext uri="{FF2B5EF4-FFF2-40B4-BE49-F238E27FC236}">
                <a16:creationId xmlns:a16="http://schemas.microsoft.com/office/drawing/2014/main" id="{F773C714-5921-4378-BA32-798E04E7B3BF}"/>
              </a:ext>
            </a:extLst>
          </p:cNvPr>
          <p:cNvSpPr>
            <a:spLocks xmlns:a="http://schemas.openxmlformats.org/drawingml/2006/main" noGrp="1"/>
          </p:cNvSpPr>
          <p:nvPr/>
        </p:nvSpPr>
        <p:spPr>
          <a:xfrm xmlns:a="http://schemas.openxmlformats.org/drawingml/2006/main">
            <a:off x="13134975"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24" name="v2-149-model-call">
            <a:extLst xmlns:a="http://schemas.openxmlformats.org/drawingml/2006/main">
              <a:ext uri="{FF2B5EF4-FFF2-40B4-BE49-F238E27FC236}">
                <a16:creationId xmlns:a16="http://schemas.microsoft.com/office/drawing/2014/main" id="{C2A656A2-8B8D-4234-9122-F4E887F1683C}"/>
              </a:ext>
            </a:extLst>
          </p:cNvPr>
          <p:cNvSpPr>
            <a:spLocks xmlns:a="http://schemas.openxmlformats.org/drawingml/2006/main" noGrp="1"/>
          </p:cNvSpPr>
          <p:nvPr/>
        </p:nvSpPr>
        <p:spPr>
          <a:xfrm xmlns:a="http://schemas.openxmlformats.org/drawingml/2006/main">
            <a:off x="12515850"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25" name="v2-150-model-call-head">
            <a:extLst xmlns:a="http://schemas.openxmlformats.org/drawingml/2006/main">
              <a:ext uri="{FF2B5EF4-FFF2-40B4-BE49-F238E27FC236}">
                <a16:creationId xmlns:a16="http://schemas.microsoft.com/office/drawing/2014/main" id="{444F95D9-FAB6-4C6F-AD10-4C3373CC5C64}"/>
              </a:ext>
            </a:extLst>
          </p:cNvPr>
          <p:cNvSpPr>
            <a:spLocks xmlns:a="http://schemas.openxmlformats.org/drawingml/2006/main" noGrp="1"/>
          </p:cNvSpPr>
          <p:nvPr/>
        </p:nvSpPr>
        <p:spPr>
          <a:xfrm xmlns:a="http://schemas.openxmlformats.org/drawingml/2006/main">
            <a:off x="12515850"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26" name="v2-151-model-result">
            <a:extLst xmlns:a="http://schemas.openxmlformats.org/drawingml/2006/main">
              <a:ext uri="{FF2B5EF4-FFF2-40B4-BE49-F238E27FC236}">
                <a16:creationId xmlns:a16="http://schemas.microsoft.com/office/drawing/2014/main" id="{530460F0-1800-48C6-B058-23972BFA8168}"/>
              </a:ext>
            </a:extLst>
          </p:cNvPr>
          <p:cNvSpPr>
            <a:spLocks xmlns:a="http://schemas.openxmlformats.org/drawingml/2006/main" noGrp="1"/>
          </p:cNvSpPr>
          <p:nvPr/>
        </p:nvSpPr>
        <p:spPr>
          <a:xfrm xmlns:a="http://schemas.openxmlformats.org/drawingml/2006/main">
            <a:off x="12515850"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27" name="v2-152-model-result-head">
            <a:extLst xmlns:a="http://schemas.openxmlformats.org/drawingml/2006/main">
              <a:ext uri="{FF2B5EF4-FFF2-40B4-BE49-F238E27FC236}">
                <a16:creationId xmlns:a16="http://schemas.microsoft.com/office/drawing/2014/main" id="{F8810380-712F-45B6-B2BE-58ED2169EFD1}"/>
              </a:ext>
            </a:extLst>
          </p:cNvPr>
          <p:cNvSpPr>
            <a:spLocks xmlns:a="http://schemas.openxmlformats.org/drawingml/2006/main" noGrp="1"/>
          </p:cNvSpPr>
          <p:nvPr/>
        </p:nvSpPr>
        <p:spPr>
          <a:xfrm xmlns:a="http://schemas.openxmlformats.org/drawingml/2006/main">
            <a:off x="12958467"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28" name="v2-153-Request Interpreter">
            <a:extLst xmlns:a="http://schemas.openxmlformats.org/drawingml/2006/main">
              <a:ext uri="{FF2B5EF4-FFF2-40B4-BE49-F238E27FC236}">
                <a16:creationId xmlns:a16="http://schemas.microsoft.com/office/drawing/2014/main" id="{8165AB30-0C0C-499E-8D6A-A98C3D1D0C51}"/>
              </a:ext>
            </a:extLst>
          </p:cNvPr>
          <p:cNvSpPr>
            <a:spLocks xmlns:a="http://schemas.openxmlformats.org/drawingml/2006/main" noGrp="1"/>
          </p:cNvSpPr>
          <p:nvPr/>
        </p:nvSpPr>
        <p:spPr>
          <a:xfrm xmlns:a="http://schemas.openxmlformats.org/drawingml/2006/main">
            <a:off x="9324975"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9" name="v2-154-Request Interpreter-boundary">
            <a:extLst xmlns:a="http://schemas.openxmlformats.org/drawingml/2006/main">
              <a:ext uri="{FF2B5EF4-FFF2-40B4-BE49-F238E27FC236}">
                <a16:creationId xmlns:a16="http://schemas.microsoft.com/office/drawing/2014/main" id="{29FD2D62-7D67-41EA-9F0A-F63B609E219B}"/>
              </a:ext>
            </a:extLst>
          </p:cNvPr>
          <p:cNvSpPr>
            <a:spLocks xmlns:a="http://schemas.openxmlformats.org/drawingml/2006/main" noGrp="1"/>
          </p:cNvSpPr>
          <p:nvPr/>
        </p:nvSpPr>
        <p:spPr>
          <a:xfrm xmlns:a="http://schemas.openxmlformats.org/drawingml/2006/main">
            <a:off x="9458325"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Interpreter</a:t>
            </a:r>
          </a:p>
        </p:txBody>
      </p:sp>
      <p:sp>
        <p:nvSpPr>
          <p:cNvPr id="30" name="v2-155-모델 주도 해석 제어기">
            <a:extLst xmlns:a="http://schemas.openxmlformats.org/drawingml/2006/main">
              <a:ext uri="{FF2B5EF4-FFF2-40B4-BE49-F238E27FC236}">
                <a16:creationId xmlns:a16="http://schemas.microsoft.com/office/drawing/2014/main" id="{BEFCF12F-1B53-4BA8-9A18-68256CB3E77E}"/>
              </a:ext>
            </a:extLst>
          </p:cNvPr>
          <p:cNvSpPr>
            <a:spLocks xmlns:a="http://schemas.openxmlformats.org/drawingml/2006/main" noGrp="1"/>
          </p:cNvSpPr>
          <p:nvPr/>
        </p:nvSpPr>
        <p:spPr>
          <a:xfrm xmlns:a="http://schemas.openxmlformats.org/drawingml/2006/main">
            <a:off x="800100" y="3838575"/>
            <a:ext cx="320040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31" name="v2-156-모델 주도 해석 제어기-name">
            <a:extLst xmlns:a="http://schemas.openxmlformats.org/drawingml/2006/main">
              <a:ext uri="{FF2B5EF4-FFF2-40B4-BE49-F238E27FC236}">
                <a16:creationId xmlns:a16="http://schemas.microsoft.com/office/drawing/2014/main" id="{C90B6383-B14F-463F-8C56-3E165601B337}"/>
              </a:ext>
            </a:extLst>
          </p:cNvPr>
          <p:cNvSpPr>
            <a:spLocks xmlns:a="http://schemas.openxmlformats.org/drawingml/2006/main" noGrp="1"/>
          </p:cNvSpPr>
          <p:nvPr/>
        </p:nvSpPr>
        <p:spPr>
          <a:xfrm xmlns:a="http://schemas.openxmlformats.org/drawingml/2006/main">
            <a:off x="876300" y="38385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모델 주도 해석 제어기</a:t>
            </a:r>
          </a:p>
        </p:txBody>
      </p:sp>
      <p:sp>
        <p:nvSpPr>
          <p:cNvPr id="32" name="v2-157-읽기 도구 실행기">
            <a:extLst xmlns:a="http://schemas.openxmlformats.org/drawingml/2006/main">
              <a:ext uri="{FF2B5EF4-FFF2-40B4-BE49-F238E27FC236}">
                <a16:creationId xmlns:a16="http://schemas.microsoft.com/office/drawing/2014/main" id="{8644218A-3CE1-48BF-95D8-8F6C97282ADE}"/>
              </a:ext>
            </a:extLst>
          </p:cNvPr>
          <p:cNvSpPr>
            <a:spLocks xmlns:a="http://schemas.openxmlformats.org/drawingml/2006/main" noGrp="1"/>
          </p:cNvSpPr>
          <p:nvPr/>
        </p:nvSpPr>
        <p:spPr>
          <a:xfrm xmlns:a="http://schemas.openxmlformats.org/drawingml/2006/main">
            <a:off x="5257800" y="3838575"/>
            <a:ext cx="30765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3" name="v2-158-읽기 도구 실행기-name">
            <a:extLst xmlns:a="http://schemas.openxmlformats.org/drawingml/2006/main">
              <a:ext uri="{FF2B5EF4-FFF2-40B4-BE49-F238E27FC236}">
                <a16:creationId xmlns:a16="http://schemas.microsoft.com/office/drawing/2014/main" id="{137DC136-3A25-4C0C-9EE3-0E4872AA5859}"/>
              </a:ext>
            </a:extLst>
          </p:cNvPr>
          <p:cNvSpPr>
            <a:spLocks xmlns:a="http://schemas.openxmlformats.org/drawingml/2006/main" noGrp="1"/>
          </p:cNvSpPr>
          <p:nvPr/>
        </p:nvSpPr>
        <p:spPr>
          <a:xfrm xmlns:a="http://schemas.openxmlformats.org/drawingml/2006/main">
            <a:off x="5334000" y="3838575"/>
            <a:ext cx="2924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34" name="v2-159-모델에 제공할 해석 맥락">
            <a:extLst xmlns:a="http://schemas.openxmlformats.org/drawingml/2006/main">
              <a:ext uri="{FF2B5EF4-FFF2-40B4-BE49-F238E27FC236}">
                <a16:creationId xmlns:a16="http://schemas.microsoft.com/office/drawing/2014/main" id="{59026275-2ADB-4E6B-A8ED-C6B0D215BB57}"/>
              </a:ext>
            </a:extLst>
          </p:cNvPr>
          <p:cNvSpPr>
            <a:spLocks xmlns:a="http://schemas.openxmlformats.org/drawingml/2006/main" noGrp="1"/>
          </p:cNvSpPr>
          <p:nvPr/>
        </p:nvSpPr>
        <p:spPr>
          <a:xfrm xmlns:a="http://schemas.openxmlformats.org/drawingml/2006/main">
            <a:off x="800100" y="4810125"/>
            <a:ext cx="320040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5" name="v2-160-모델에 제공할 해석 맥락-name">
            <a:extLst xmlns:a="http://schemas.openxmlformats.org/drawingml/2006/main">
              <a:ext uri="{FF2B5EF4-FFF2-40B4-BE49-F238E27FC236}">
                <a16:creationId xmlns:a16="http://schemas.microsoft.com/office/drawing/2014/main" id="{D708C4E2-BA8A-4EC9-A7F4-1071908FA3A7}"/>
              </a:ext>
            </a:extLst>
          </p:cNvPr>
          <p:cNvSpPr>
            <a:spLocks xmlns:a="http://schemas.openxmlformats.org/drawingml/2006/main" noGrp="1"/>
          </p:cNvSpPr>
          <p:nvPr/>
        </p:nvSpPr>
        <p:spPr>
          <a:xfrm xmlns:a="http://schemas.openxmlformats.org/drawingml/2006/main">
            <a:off x="876300" y="4810125"/>
            <a:ext cx="304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모델에 제공할 해석 맥락</a:t>
            </a:r>
          </a:p>
        </p:txBody>
      </p:sp>
      <p:sp>
        <p:nvSpPr>
          <p:cNvPr id="36" name="v2-161-의미 제안 검증기">
            <a:extLst xmlns:a="http://schemas.openxmlformats.org/drawingml/2006/main">
              <a:ext uri="{FF2B5EF4-FFF2-40B4-BE49-F238E27FC236}">
                <a16:creationId xmlns:a16="http://schemas.microsoft.com/office/drawing/2014/main" id="{386500E5-2EA3-4C84-9E3E-79EE442EDEFB}"/>
              </a:ext>
            </a:extLst>
          </p:cNvPr>
          <p:cNvSpPr>
            <a:spLocks xmlns:a="http://schemas.openxmlformats.org/drawingml/2006/main" noGrp="1"/>
          </p:cNvSpPr>
          <p:nvPr/>
        </p:nvSpPr>
        <p:spPr>
          <a:xfrm xmlns:a="http://schemas.openxmlformats.org/drawingml/2006/main">
            <a:off x="5257800" y="4810125"/>
            <a:ext cx="30765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7" name="v2-162-의미 제안 검증기-name">
            <a:extLst xmlns:a="http://schemas.openxmlformats.org/drawingml/2006/main">
              <a:ext uri="{FF2B5EF4-FFF2-40B4-BE49-F238E27FC236}">
                <a16:creationId xmlns:a16="http://schemas.microsoft.com/office/drawing/2014/main" id="{5A9AD564-E438-4BCC-8947-BF1DAAFA6B10}"/>
              </a:ext>
            </a:extLst>
          </p:cNvPr>
          <p:cNvSpPr>
            <a:spLocks xmlns:a="http://schemas.openxmlformats.org/drawingml/2006/main" noGrp="1"/>
          </p:cNvSpPr>
          <p:nvPr/>
        </p:nvSpPr>
        <p:spPr>
          <a:xfrm xmlns:a="http://schemas.openxmlformats.org/drawingml/2006/main">
            <a:off x="5334000" y="4810125"/>
            <a:ext cx="2924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의미 제안 검증기</a:t>
            </a:r>
          </a:p>
        </p:txBody>
      </p:sp>
      <p:sp>
        <p:nvSpPr>
          <p:cNvPr id="38" name="v2-163-a-read">
            <a:extLst xmlns:a="http://schemas.openxmlformats.org/drawingml/2006/main">
              <a:ext uri="{FF2B5EF4-FFF2-40B4-BE49-F238E27FC236}">
                <a16:creationId xmlns:a16="http://schemas.microsoft.com/office/drawing/2014/main" id="{51ED4CBB-5236-4CA1-99CD-91943FBDDB68}"/>
              </a:ext>
            </a:extLst>
          </p:cNvPr>
          <p:cNvSpPr>
            <a:spLocks xmlns:a="http://schemas.openxmlformats.org/drawingml/2006/main" noGrp="1"/>
          </p:cNvSpPr>
          <p:nvPr/>
        </p:nvSpPr>
        <p:spPr>
          <a:xfrm xmlns:a="http://schemas.openxmlformats.org/drawingml/2006/main">
            <a:off x="4000500" y="4095750"/>
            <a:ext cx="1257300" cy="9525"/>
          </a:xfrm>
          <a:custGeom xmlns:a="http://schemas.openxmlformats.org/drawingml/2006/main">
            <a:pathLst>
              <a:path w="1257300" h="9525">
                <a:moveTo>
                  <a:pt x="0" y="0"/>
                </a:moveTo>
                <a:lnTo>
                  <a:pt x="1257300" y="0"/>
                </a:lnTo>
              </a:path>
            </a:pathLst>
          </a:custGeom>
          <a:noFill xmlns:a="http://schemas.openxmlformats.org/drawingml/2006/main"/>
          <a:ln xmlns:a="http://schemas.openxmlformats.org/drawingml/2006/main" w="26670">
            <a:solidFill>
              <a:srgbClr val="00889A"/>
            </a:solidFill>
            <a:prstDash val="solid"/>
          </a:ln>
        </p:spPr>
      </p:sp>
      <p:sp>
        <p:nvSpPr>
          <p:cNvPr id="39" name="v2-164-a-read-head">
            <a:extLst xmlns:a="http://schemas.openxmlformats.org/drawingml/2006/main">
              <a:ext uri="{FF2B5EF4-FFF2-40B4-BE49-F238E27FC236}">
                <a16:creationId xmlns:a16="http://schemas.microsoft.com/office/drawing/2014/main" id="{D416B11E-43B3-4485-89DA-85A188475966}"/>
              </a:ext>
            </a:extLst>
          </p:cNvPr>
          <p:cNvSpPr>
            <a:spLocks xmlns:a="http://schemas.openxmlformats.org/drawingml/2006/main" noGrp="1"/>
          </p:cNvSpPr>
          <p:nvPr/>
        </p:nvSpPr>
        <p:spPr>
          <a:xfrm xmlns:a="http://schemas.openxmlformats.org/drawingml/2006/main">
            <a:off x="515749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40" name="v2-165-note">
            <a:extLst xmlns:a="http://schemas.openxmlformats.org/drawingml/2006/main">
              <a:ext uri="{FF2B5EF4-FFF2-40B4-BE49-F238E27FC236}">
                <a16:creationId xmlns:a16="http://schemas.microsoft.com/office/drawing/2014/main" id="{BCAC4950-9943-4F26-98BB-9E2ADB39666C}"/>
              </a:ext>
            </a:extLst>
          </p:cNvPr>
          <p:cNvSpPr>
            <a:spLocks xmlns:a="http://schemas.openxmlformats.org/drawingml/2006/main" noGrp="1"/>
          </p:cNvSpPr>
          <p:nvPr/>
        </p:nvSpPr>
        <p:spPr>
          <a:xfrm xmlns:a="http://schemas.openxmlformats.org/drawingml/2006/main">
            <a:off x="4086225" y="3733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② 조회 선택</a:t>
            </a:r>
          </a:p>
        </p:txBody>
      </p:sp>
      <p:sp>
        <p:nvSpPr>
          <p:cNvPr id="41" name="v2-166-a-results">
            <a:extLst xmlns:a="http://schemas.openxmlformats.org/drawingml/2006/main">
              <a:ext uri="{FF2B5EF4-FFF2-40B4-BE49-F238E27FC236}">
                <a16:creationId xmlns:a16="http://schemas.microsoft.com/office/drawing/2014/main" id="{73D83836-144C-4637-873B-1F3026913CDB}"/>
              </a:ext>
            </a:extLst>
          </p:cNvPr>
          <p:cNvSpPr>
            <a:spLocks xmlns:a="http://schemas.openxmlformats.org/drawingml/2006/main" noGrp="1"/>
          </p:cNvSpPr>
          <p:nvPr/>
        </p:nvSpPr>
        <p:spPr>
          <a:xfrm xmlns:a="http://schemas.openxmlformats.org/drawingml/2006/main">
            <a:off x="2400300" y="4362450"/>
            <a:ext cx="4391025" cy="447675"/>
          </a:xfrm>
          <a:custGeom xmlns:a="http://schemas.openxmlformats.org/drawingml/2006/main">
            <a:pathLst>
              <a:path w="4391025" h="447675">
                <a:moveTo>
                  <a:pt x="4391025" y="0"/>
                </a:moveTo>
                <a:lnTo>
                  <a:pt x="4391025" y="228600"/>
                </a:lnTo>
                <a:lnTo>
                  <a:pt x="0" y="228600"/>
                </a:lnTo>
                <a:lnTo>
                  <a:pt x="0" y="447675"/>
                </a:lnTo>
              </a:path>
            </a:pathLst>
          </a:custGeom>
          <a:noFill xmlns:a="http://schemas.openxmlformats.org/drawingml/2006/main"/>
          <a:ln xmlns:a="http://schemas.openxmlformats.org/drawingml/2006/main" w="26670">
            <a:solidFill>
              <a:srgbClr val="00889A"/>
            </a:solidFill>
            <a:prstDash val="solid"/>
          </a:ln>
        </p:spPr>
      </p:sp>
      <p:sp>
        <p:nvSpPr>
          <p:cNvPr id="42" name="v2-167-a-results-head">
            <a:extLst xmlns:a="http://schemas.openxmlformats.org/drawingml/2006/main">
              <a:ext uri="{FF2B5EF4-FFF2-40B4-BE49-F238E27FC236}">
                <a16:creationId xmlns:a16="http://schemas.microsoft.com/office/drawing/2014/main" id="{B57C6B69-ED53-4FEB-A637-AF21FABA31A9}"/>
              </a:ext>
            </a:extLst>
          </p:cNvPr>
          <p:cNvSpPr>
            <a:spLocks xmlns:a="http://schemas.openxmlformats.org/drawingml/2006/main" noGrp="1"/>
          </p:cNvSpPr>
          <p:nvPr/>
        </p:nvSpPr>
        <p:spPr>
          <a:xfrm xmlns:a="http://schemas.openxmlformats.org/drawingml/2006/main">
            <a:off x="2345502"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3" name="v2-168-note">
            <a:extLst xmlns:a="http://schemas.openxmlformats.org/drawingml/2006/main">
              <a:ext uri="{FF2B5EF4-FFF2-40B4-BE49-F238E27FC236}">
                <a16:creationId xmlns:a16="http://schemas.microsoft.com/office/drawing/2014/main" id="{DF088886-EF77-4CB7-A21D-D884A7F59D15}"/>
              </a:ext>
            </a:extLst>
          </p:cNvPr>
          <p:cNvSpPr>
            <a:spLocks xmlns:a="http://schemas.openxmlformats.org/drawingml/2006/main" noGrp="1"/>
          </p:cNvSpPr>
          <p:nvPr/>
        </p:nvSpPr>
        <p:spPr>
          <a:xfrm xmlns:a="http://schemas.openxmlformats.org/drawingml/2006/main">
            <a:off x="3048000" y="44196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③ 결과를 해석 맥락에 반영</a:t>
            </a:r>
          </a:p>
        </p:txBody>
      </p:sp>
      <p:sp>
        <p:nvSpPr>
          <p:cNvPr id="44" name="v2-169-a-rejudge">
            <a:extLst xmlns:a="http://schemas.openxmlformats.org/drawingml/2006/main">
              <a:ext uri="{FF2B5EF4-FFF2-40B4-BE49-F238E27FC236}">
                <a16:creationId xmlns:a16="http://schemas.microsoft.com/office/drawing/2014/main" id="{23804142-B7CD-4490-80A1-389887295865}"/>
              </a:ext>
            </a:extLst>
          </p:cNvPr>
          <p:cNvSpPr>
            <a:spLocks xmlns:a="http://schemas.openxmlformats.org/drawingml/2006/main" noGrp="1"/>
          </p:cNvSpPr>
          <p:nvPr/>
        </p:nvSpPr>
        <p:spPr>
          <a:xfrm xmlns:a="http://schemas.openxmlformats.org/drawingml/2006/main">
            <a:off x="609600" y="3067050"/>
            <a:ext cx="4591050" cy="1743075"/>
          </a:xfrm>
          <a:custGeom xmlns:a="http://schemas.openxmlformats.org/drawingml/2006/main">
            <a:pathLst>
              <a:path w="4591050" h="1743075">
                <a:moveTo>
                  <a:pt x="1790700" y="1743075"/>
                </a:moveTo>
                <a:lnTo>
                  <a:pt x="0" y="1743075"/>
                </a:lnTo>
                <a:lnTo>
                  <a:pt x="0" y="57150"/>
                </a:lnTo>
                <a:lnTo>
                  <a:pt x="4591050" y="57150"/>
                </a:lnTo>
                <a:lnTo>
                  <a:pt x="4591050" y="0"/>
                </a:lnTo>
              </a:path>
            </a:pathLst>
          </a:custGeom>
          <a:noFill xmlns:a="http://schemas.openxmlformats.org/drawingml/2006/main"/>
          <a:ln xmlns:a="http://schemas.openxmlformats.org/drawingml/2006/main" w="26670">
            <a:solidFill>
              <a:srgbClr val="00889A"/>
            </a:solidFill>
            <a:prstDash val="solid"/>
          </a:ln>
        </p:spPr>
      </p:sp>
      <p:sp>
        <p:nvSpPr>
          <p:cNvPr id="45" name="v2-170-a-rejudge-head">
            <a:extLst xmlns:a="http://schemas.openxmlformats.org/drawingml/2006/main">
              <a:ext uri="{FF2B5EF4-FFF2-40B4-BE49-F238E27FC236}">
                <a16:creationId xmlns:a16="http://schemas.microsoft.com/office/drawing/2014/main" id="{3B059275-4165-487D-8E48-2D5189429067}"/>
              </a:ext>
            </a:extLst>
          </p:cNvPr>
          <p:cNvSpPr>
            <a:spLocks xmlns:a="http://schemas.openxmlformats.org/drawingml/2006/main" noGrp="1"/>
          </p:cNvSpPr>
          <p:nvPr/>
        </p:nvSpPr>
        <p:spPr>
          <a:xfrm xmlns:a="http://schemas.openxmlformats.org/drawingml/2006/main">
            <a:off x="514585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46" name="v2-171-note">
            <a:extLst xmlns:a="http://schemas.openxmlformats.org/drawingml/2006/main">
              <a:ext uri="{FF2B5EF4-FFF2-40B4-BE49-F238E27FC236}">
                <a16:creationId xmlns:a16="http://schemas.microsoft.com/office/drawing/2014/main" id="{DF25C22F-6FAF-4AB8-9F31-45BDCCC906FF}"/>
              </a:ext>
            </a:extLst>
          </p:cNvPr>
          <p:cNvSpPr>
            <a:spLocks xmlns:a="http://schemas.openxmlformats.org/drawingml/2006/main" noGrp="1"/>
          </p:cNvSpPr>
          <p:nvPr/>
        </p:nvSpPr>
        <p:spPr>
          <a:xfrm xmlns:a="http://schemas.openxmlformats.org/drawingml/2006/main">
            <a:off x="666750" y="5495925"/>
            <a:ext cx="387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④ 누적 근거로 모델 재호출</a:t>
            </a:r>
          </a:p>
        </p:txBody>
      </p:sp>
      <p:sp>
        <p:nvSpPr>
          <p:cNvPr id="47" name="v2-172-a-action">
            <a:extLst xmlns:a="http://schemas.openxmlformats.org/drawingml/2006/main">
              <a:ext uri="{FF2B5EF4-FFF2-40B4-BE49-F238E27FC236}">
                <a16:creationId xmlns:a16="http://schemas.microsoft.com/office/drawing/2014/main" id="{0787E1EA-B0C2-41B2-BE6A-D8E8DE761117}"/>
              </a:ext>
            </a:extLst>
          </p:cNvPr>
          <p:cNvSpPr>
            <a:spLocks xmlns:a="http://schemas.openxmlformats.org/drawingml/2006/main" noGrp="1"/>
          </p:cNvSpPr>
          <p:nvPr/>
        </p:nvSpPr>
        <p:spPr>
          <a:xfrm xmlns:a="http://schemas.openxmlformats.org/drawingml/2006/main">
            <a:off x="2400300" y="3067050"/>
            <a:ext cx="2800350" cy="771525"/>
          </a:xfrm>
          <a:custGeom xmlns:a="http://schemas.openxmlformats.org/drawingml/2006/main">
            <a:pathLst>
              <a:path w="2800350" h="771525">
                <a:moveTo>
                  <a:pt x="2800350" y="0"/>
                </a:moveTo>
                <a:lnTo>
                  <a:pt x="2800350" y="628650"/>
                </a:lnTo>
                <a:lnTo>
                  <a:pt x="0" y="628650"/>
                </a:lnTo>
                <a:lnTo>
                  <a:pt x="0" y="771525"/>
                </a:lnTo>
              </a:path>
            </a:pathLst>
          </a:custGeom>
          <a:noFill xmlns:a="http://schemas.openxmlformats.org/drawingml/2006/main"/>
          <a:ln xmlns:a="http://schemas.openxmlformats.org/drawingml/2006/main" w="26670">
            <a:solidFill>
              <a:srgbClr val="00889A"/>
            </a:solidFill>
            <a:prstDash val="solid"/>
          </a:ln>
        </p:spPr>
      </p:sp>
      <p:sp>
        <p:nvSpPr>
          <p:cNvPr id="48" name="v2-173-a-action-head">
            <a:extLst xmlns:a="http://schemas.openxmlformats.org/drawingml/2006/main">
              <a:ext uri="{FF2B5EF4-FFF2-40B4-BE49-F238E27FC236}">
                <a16:creationId xmlns:a16="http://schemas.microsoft.com/office/drawing/2014/main" id="{7F94799A-B896-4B48-BE80-8FC4855771F5}"/>
              </a:ext>
            </a:extLst>
          </p:cNvPr>
          <p:cNvSpPr>
            <a:spLocks xmlns:a="http://schemas.openxmlformats.org/drawingml/2006/main" noGrp="1"/>
          </p:cNvSpPr>
          <p:nvPr/>
        </p:nvSpPr>
        <p:spPr>
          <a:xfrm xmlns:a="http://schemas.openxmlformats.org/drawingml/2006/main">
            <a:off x="23455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9" name="v2-174-note">
            <a:extLst xmlns:a="http://schemas.openxmlformats.org/drawingml/2006/main">
              <a:ext uri="{FF2B5EF4-FFF2-40B4-BE49-F238E27FC236}">
                <a16:creationId xmlns:a16="http://schemas.microsoft.com/office/drawing/2014/main" id="{1219E202-C53B-412B-A31C-CB8110458268}"/>
              </a:ext>
            </a:extLst>
          </p:cNvPr>
          <p:cNvSpPr>
            <a:spLocks xmlns:a="http://schemas.openxmlformats.org/drawingml/2006/main" noGrp="1"/>
          </p:cNvSpPr>
          <p:nvPr/>
        </p:nvSpPr>
        <p:spPr>
          <a:xfrm xmlns:a="http://schemas.openxmlformats.org/drawingml/2006/main">
            <a:off x="5524500" y="33147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① 다음 조회 / 의미 / 질문</a:t>
            </a:r>
          </a:p>
        </p:txBody>
      </p:sp>
      <p:sp>
        <p:nvSpPr>
          <p:cNvPr id="50" name="v2-175-a-proposal">
            <a:extLst xmlns:a="http://schemas.openxmlformats.org/drawingml/2006/main">
              <a:ext uri="{FF2B5EF4-FFF2-40B4-BE49-F238E27FC236}">
                <a16:creationId xmlns:a16="http://schemas.microsoft.com/office/drawing/2014/main" id="{F57BF01C-87C3-4BCD-94E3-DA978B8FAE55}"/>
              </a:ext>
            </a:extLst>
          </p:cNvPr>
          <p:cNvSpPr>
            <a:spLocks xmlns:a="http://schemas.openxmlformats.org/drawingml/2006/main" noGrp="1"/>
          </p:cNvSpPr>
          <p:nvPr/>
        </p:nvSpPr>
        <p:spPr>
          <a:xfrm xmlns:a="http://schemas.openxmlformats.org/drawingml/2006/main">
            <a:off x="4000500" y="4181475"/>
            <a:ext cx="1257300" cy="866775"/>
          </a:xfrm>
          <a:custGeom xmlns:a="http://schemas.openxmlformats.org/drawingml/2006/main">
            <a:pathLst>
              <a:path w="1257300" h="866775">
                <a:moveTo>
                  <a:pt x="0" y="0"/>
                </a:moveTo>
                <a:lnTo>
                  <a:pt x="371475" y="0"/>
                </a:lnTo>
                <a:lnTo>
                  <a:pt x="371475" y="866775"/>
                </a:lnTo>
                <a:lnTo>
                  <a:pt x="1257300" y="866775"/>
                </a:lnTo>
              </a:path>
            </a:pathLst>
          </a:custGeom>
          <a:noFill xmlns:a="http://schemas.openxmlformats.org/drawingml/2006/main"/>
          <a:ln xmlns:a="http://schemas.openxmlformats.org/drawingml/2006/main" w="19050">
            <a:solidFill>
              <a:srgbClr val="576773"/>
            </a:solidFill>
            <a:prstDash val="solid"/>
          </a:ln>
        </p:spPr>
      </p:sp>
      <p:sp>
        <p:nvSpPr>
          <p:cNvPr id="51" name="v2-176-a-proposal-head">
            <a:extLst xmlns:a="http://schemas.openxmlformats.org/drawingml/2006/main">
              <a:ext uri="{FF2B5EF4-FFF2-40B4-BE49-F238E27FC236}">
                <a16:creationId xmlns:a16="http://schemas.microsoft.com/office/drawing/2014/main" id="{49569D1D-D1F5-4826-9F08-89DFE8278506}"/>
              </a:ext>
            </a:extLst>
          </p:cNvPr>
          <p:cNvSpPr>
            <a:spLocks xmlns:a="http://schemas.openxmlformats.org/drawingml/2006/main" noGrp="1"/>
          </p:cNvSpPr>
          <p:nvPr/>
        </p:nvSpPr>
        <p:spPr>
          <a:xfrm xmlns:a="http://schemas.openxmlformats.org/drawingml/2006/main">
            <a:off x="5157492" y="49934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52" name="v2-177-note">
            <a:extLst xmlns:a="http://schemas.openxmlformats.org/drawingml/2006/main">
              <a:ext uri="{FF2B5EF4-FFF2-40B4-BE49-F238E27FC236}">
                <a16:creationId xmlns:a16="http://schemas.microsoft.com/office/drawing/2014/main" id="{9F62F035-043F-4ABB-B0D4-65DCB808324E}"/>
              </a:ext>
            </a:extLst>
          </p:cNvPr>
          <p:cNvSpPr>
            <a:spLocks xmlns:a="http://schemas.openxmlformats.org/drawingml/2006/main" noGrp="1"/>
          </p:cNvSpPr>
          <p:nvPr/>
        </p:nvSpPr>
        <p:spPr>
          <a:xfrm xmlns:a="http://schemas.openxmlformats.org/drawingml/2006/main">
            <a:off x="4276725" y="51720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완성 제안</a:t>
            </a:r>
          </a:p>
        </p:txBody>
      </p:sp>
      <p:sp>
        <p:nvSpPr>
          <p:cNvPr id="53" name="v2-178-Context Manager">
            <a:extLst xmlns:a="http://schemas.openxmlformats.org/drawingml/2006/main">
              <a:ext uri="{FF2B5EF4-FFF2-40B4-BE49-F238E27FC236}">
                <a16:creationId xmlns:a16="http://schemas.microsoft.com/office/drawing/2014/main" id="{A75D6AE3-B5AB-417E-BC35-4BF68D77D228}"/>
              </a:ext>
            </a:extLst>
          </p:cNvPr>
          <p:cNvSpPr>
            <a:spLocks xmlns:a="http://schemas.openxmlformats.org/drawingml/2006/main" noGrp="1"/>
          </p:cNvSpPr>
          <p:nvPr/>
        </p:nvSpPr>
        <p:spPr>
          <a:xfrm xmlns:a="http://schemas.openxmlformats.org/drawingml/2006/main">
            <a:off x="5067300" y="5648325"/>
            <a:ext cx="21621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4" name="v2-179-Context Manager-name">
            <a:extLst xmlns:a="http://schemas.openxmlformats.org/drawingml/2006/main">
              <a:ext uri="{FF2B5EF4-FFF2-40B4-BE49-F238E27FC236}">
                <a16:creationId xmlns:a16="http://schemas.microsoft.com/office/drawing/2014/main" id="{AB1799C5-BDB4-41F2-8D9C-98500E242744}"/>
              </a:ext>
            </a:extLst>
          </p:cNvPr>
          <p:cNvSpPr>
            <a:spLocks xmlns:a="http://schemas.openxmlformats.org/drawingml/2006/main" noGrp="1"/>
          </p:cNvSpPr>
          <p:nvPr/>
        </p:nvSpPr>
        <p:spPr>
          <a:xfrm xmlns:a="http://schemas.openxmlformats.org/drawingml/2006/main">
            <a:off x="5143500" y="5648325"/>
            <a:ext cx="2009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Context Manager</a:t>
            </a:r>
          </a:p>
        </p:txBody>
      </p:sp>
      <p:sp>
        <p:nvSpPr>
          <p:cNvPr id="55" name="v2-180-Task Manager">
            <a:extLst xmlns:a="http://schemas.openxmlformats.org/drawingml/2006/main">
              <a:ext uri="{FF2B5EF4-FFF2-40B4-BE49-F238E27FC236}">
                <a16:creationId xmlns:a16="http://schemas.microsoft.com/office/drawing/2014/main" id="{993C6A33-1437-48D9-9847-A80969E944A8}"/>
              </a:ext>
            </a:extLst>
          </p:cNvPr>
          <p:cNvSpPr>
            <a:spLocks xmlns:a="http://schemas.openxmlformats.org/drawingml/2006/main" noGrp="1"/>
          </p:cNvSpPr>
          <p:nvPr/>
        </p:nvSpPr>
        <p:spPr>
          <a:xfrm xmlns:a="http://schemas.openxmlformats.org/drawingml/2006/main">
            <a:off x="7372350" y="5648325"/>
            <a:ext cx="14382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6" name="v2-181-Task Manager-name">
            <a:extLst xmlns:a="http://schemas.openxmlformats.org/drawingml/2006/main">
              <a:ext uri="{FF2B5EF4-FFF2-40B4-BE49-F238E27FC236}">
                <a16:creationId xmlns:a16="http://schemas.microsoft.com/office/drawing/2014/main" id="{8384DBF1-FB29-4051-9E3E-C84CE2426034}"/>
              </a:ext>
            </a:extLst>
          </p:cNvPr>
          <p:cNvSpPr>
            <a:spLocks xmlns:a="http://schemas.openxmlformats.org/drawingml/2006/main" noGrp="1"/>
          </p:cNvSpPr>
          <p:nvPr/>
        </p:nvSpPr>
        <p:spPr>
          <a:xfrm xmlns:a="http://schemas.openxmlformats.org/drawingml/2006/main">
            <a:off x="7448550" y="5648325"/>
            <a:ext cx="128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57" name="v2-182-a-sources">
            <a:extLst xmlns:a="http://schemas.openxmlformats.org/drawingml/2006/main">
              <a:ext uri="{FF2B5EF4-FFF2-40B4-BE49-F238E27FC236}">
                <a16:creationId xmlns:a16="http://schemas.microsoft.com/office/drawing/2014/main" id="{594DF430-0EDE-48EF-97BA-EC3EF8EA5BC1}"/>
              </a:ext>
            </a:extLst>
          </p:cNvPr>
          <p:cNvSpPr>
            <a:spLocks xmlns:a="http://schemas.openxmlformats.org/drawingml/2006/main" noGrp="1"/>
          </p:cNvSpPr>
          <p:nvPr/>
        </p:nvSpPr>
        <p:spPr>
          <a:xfrm xmlns:a="http://schemas.openxmlformats.org/drawingml/2006/main">
            <a:off x="6191250" y="4095750"/>
            <a:ext cx="2581275" cy="1552575"/>
          </a:xfrm>
          <a:custGeom xmlns:a="http://schemas.openxmlformats.org/drawingml/2006/main">
            <a:pathLst>
              <a:path w="2581275" h="1552575">
                <a:moveTo>
                  <a:pt x="2143125" y="0"/>
                </a:moveTo>
                <a:lnTo>
                  <a:pt x="2581275" y="0"/>
                </a:lnTo>
                <a:lnTo>
                  <a:pt x="2581275" y="1457325"/>
                </a:lnTo>
                <a:lnTo>
                  <a:pt x="0" y="1457325"/>
                </a:lnTo>
                <a:lnTo>
                  <a:pt x="0" y="1552575"/>
                </a:lnTo>
              </a:path>
            </a:pathLst>
          </a:custGeom>
          <a:noFill xmlns:a="http://schemas.openxmlformats.org/drawingml/2006/main"/>
          <a:ln xmlns:a="http://schemas.openxmlformats.org/drawingml/2006/main" w="19050">
            <a:solidFill>
              <a:srgbClr val="576773"/>
            </a:solidFill>
            <a:prstDash val="solid"/>
          </a:ln>
        </p:spPr>
      </p:sp>
      <p:sp>
        <p:nvSpPr>
          <p:cNvPr id="58" name="v2-183-a-sources-head">
            <a:extLst xmlns:a="http://schemas.openxmlformats.org/drawingml/2006/main">
              <a:ext uri="{FF2B5EF4-FFF2-40B4-BE49-F238E27FC236}">
                <a16:creationId xmlns:a16="http://schemas.microsoft.com/office/drawing/2014/main" id="{2EED4201-4607-4460-828A-E0F9530AEB0F}"/>
              </a:ext>
            </a:extLst>
          </p:cNvPr>
          <p:cNvSpPr>
            <a:spLocks xmlns:a="http://schemas.openxmlformats.org/drawingml/2006/main" noGrp="1"/>
          </p:cNvSpPr>
          <p:nvPr/>
        </p:nvSpPr>
        <p:spPr>
          <a:xfrm xmlns:a="http://schemas.openxmlformats.org/drawingml/2006/main">
            <a:off x="6136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59" name="v2-184-a-task-source">
            <a:extLst xmlns:a="http://schemas.openxmlformats.org/drawingml/2006/main">
              <a:ext uri="{FF2B5EF4-FFF2-40B4-BE49-F238E27FC236}">
                <a16:creationId xmlns:a16="http://schemas.microsoft.com/office/drawing/2014/main" id="{50B68D1E-4239-4FFB-8D54-C2BCA8BFAF28}"/>
              </a:ext>
            </a:extLst>
          </p:cNvPr>
          <p:cNvSpPr>
            <a:spLocks xmlns:a="http://schemas.openxmlformats.org/drawingml/2006/main" noGrp="1"/>
          </p:cNvSpPr>
          <p:nvPr/>
        </p:nvSpPr>
        <p:spPr>
          <a:xfrm xmlns:a="http://schemas.openxmlformats.org/drawingml/2006/main">
            <a:off x="8096250"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60" name="v2-185-a-task-source-head">
            <a:extLst xmlns:a="http://schemas.openxmlformats.org/drawingml/2006/main">
              <a:ext uri="{FF2B5EF4-FFF2-40B4-BE49-F238E27FC236}">
                <a16:creationId xmlns:a16="http://schemas.microsoft.com/office/drawing/2014/main" id="{0FCCC364-4AA4-4BEB-B9D1-0221A8E4CFDD}"/>
              </a:ext>
            </a:extLst>
          </p:cNvPr>
          <p:cNvSpPr>
            <a:spLocks xmlns:a="http://schemas.openxmlformats.org/drawingml/2006/main" noGrp="1"/>
          </p:cNvSpPr>
          <p:nvPr/>
        </p:nvSpPr>
        <p:spPr>
          <a:xfrm xmlns:a="http://schemas.openxmlformats.org/drawingml/2006/main">
            <a:off x="8041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1" name="v2-186-요청 구조화기">
            <a:extLst xmlns:a="http://schemas.openxmlformats.org/drawingml/2006/main">
              <a:ext uri="{FF2B5EF4-FFF2-40B4-BE49-F238E27FC236}">
                <a16:creationId xmlns:a16="http://schemas.microsoft.com/office/drawing/2014/main" id="{36D1727E-405B-455C-8C40-4BAEB8BB35AC}"/>
              </a:ext>
            </a:extLst>
          </p:cNvPr>
          <p:cNvSpPr>
            <a:spLocks xmlns:a="http://schemas.openxmlformats.org/drawingml/2006/main" noGrp="1"/>
          </p:cNvSpPr>
          <p:nvPr/>
        </p:nvSpPr>
        <p:spPr>
          <a:xfrm xmlns:a="http://schemas.openxmlformats.org/drawingml/2006/main">
            <a:off x="9515475" y="3838575"/>
            <a:ext cx="283845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2" name="v2-187-요청 구조화기-name">
            <a:extLst xmlns:a="http://schemas.openxmlformats.org/drawingml/2006/main">
              <a:ext uri="{FF2B5EF4-FFF2-40B4-BE49-F238E27FC236}">
                <a16:creationId xmlns:a16="http://schemas.microsoft.com/office/drawing/2014/main" id="{8C4C0983-FA63-4F50-98CD-CFF2248F0B6C}"/>
              </a:ext>
            </a:extLst>
          </p:cNvPr>
          <p:cNvSpPr>
            <a:spLocks xmlns:a="http://schemas.openxmlformats.org/drawingml/2006/main" noGrp="1"/>
          </p:cNvSpPr>
          <p:nvPr/>
        </p:nvSpPr>
        <p:spPr>
          <a:xfrm xmlns:a="http://schemas.openxmlformats.org/drawingml/2006/main">
            <a:off x="9591675" y="3838575"/>
            <a:ext cx="2686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요청 구조화기</a:t>
            </a:r>
          </a:p>
        </p:txBody>
      </p:sp>
      <p:sp>
        <p:nvSpPr>
          <p:cNvPr id="63" name="v2-188-Request Resolution Engine">
            <a:extLst xmlns:a="http://schemas.openxmlformats.org/drawingml/2006/main">
              <a:ext uri="{FF2B5EF4-FFF2-40B4-BE49-F238E27FC236}">
                <a16:creationId xmlns:a16="http://schemas.microsoft.com/office/drawing/2014/main" id="{FDC1DDB3-417B-4AFA-A72B-2CC3624AF2D8}"/>
              </a:ext>
            </a:extLst>
          </p:cNvPr>
          <p:cNvSpPr>
            <a:spLocks xmlns:a="http://schemas.openxmlformats.org/drawingml/2006/main" noGrp="1"/>
          </p:cNvSpPr>
          <p:nvPr/>
        </p:nvSpPr>
        <p:spPr>
          <a:xfrm xmlns:a="http://schemas.openxmlformats.org/drawingml/2006/main">
            <a:off x="13239750" y="3838575"/>
            <a:ext cx="402907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4" name="v2-189-Request Resolution Engine-name">
            <a:extLst xmlns:a="http://schemas.openxmlformats.org/drawingml/2006/main">
              <a:ext uri="{FF2B5EF4-FFF2-40B4-BE49-F238E27FC236}">
                <a16:creationId xmlns:a16="http://schemas.microsoft.com/office/drawing/2014/main" id="{75AE8F2F-7F07-4E2E-8362-8232AD8B5C53}"/>
              </a:ext>
            </a:extLst>
          </p:cNvPr>
          <p:cNvSpPr>
            <a:spLocks xmlns:a="http://schemas.openxmlformats.org/drawingml/2006/main" noGrp="1"/>
          </p:cNvSpPr>
          <p:nvPr/>
        </p:nvSpPr>
        <p:spPr>
          <a:xfrm xmlns:a="http://schemas.openxmlformats.org/drawingml/2006/main">
            <a:off x="13315950" y="3838575"/>
            <a:ext cx="3876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Resolution Engine</a:t>
            </a:r>
          </a:p>
        </p:txBody>
      </p:sp>
      <p:sp>
        <p:nvSpPr>
          <p:cNvPr id="65" name="v2-190-항목별 해결 상태">
            <a:extLst xmlns:a="http://schemas.openxmlformats.org/drawingml/2006/main">
              <a:ext uri="{FF2B5EF4-FFF2-40B4-BE49-F238E27FC236}">
                <a16:creationId xmlns:a16="http://schemas.microsoft.com/office/drawing/2014/main" id="{8342863E-1726-4D0E-8217-8D2AE03EBDA4}"/>
              </a:ext>
            </a:extLst>
          </p:cNvPr>
          <p:cNvSpPr>
            <a:spLocks xmlns:a="http://schemas.openxmlformats.org/drawingml/2006/main" noGrp="1"/>
          </p:cNvSpPr>
          <p:nvPr/>
        </p:nvSpPr>
        <p:spPr>
          <a:xfrm xmlns:a="http://schemas.openxmlformats.org/drawingml/2006/main">
            <a:off x="9515475" y="4810125"/>
            <a:ext cx="283845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66" name="v2-191-항목별 해결 상태-name">
            <a:extLst xmlns:a="http://schemas.openxmlformats.org/drawingml/2006/main">
              <a:ext uri="{FF2B5EF4-FFF2-40B4-BE49-F238E27FC236}">
                <a16:creationId xmlns:a16="http://schemas.microsoft.com/office/drawing/2014/main" id="{EA91CF49-0E65-4938-95DC-317ED4A47FF1}"/>
              </a:ext>
            </a:extLst>
          </p:cNvPr>
          <p:cNvSpPr>
            <a:spLocks xmlns:a="http://schemas.openxmlformats.org/drawingml/2006/main" noGrp="1"/>
          </p:cNvSpPr>
          <p:nvPr/>
        </p:nvSpPr>
        <p:spPr>
          <a:xfrm xmlns:a="http://schemas.openxmlformats.org/drawingml/2006/main">
            <a:off x="9591675" y="4810125"/>
            <a:ext cx="2686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항목별 해결 상태</a:t>
            </a:r>
          </a:p>
        </p:txBody>
      </p:sp>
      <p:sp>
        <p:nvSpPr>
          <p:cNvPr id="67" name="v2-192-읽기 도구 실행기">
            <a:extLst xmlns:a="http://schemas.openxmlformats.org/drawingml/2006/main">
              <a:ext uri="{FF2B5EF4-FFF2-40B4-BE49-F238E27FC236}">
                <a16:creationId xmlns:a16="http://schemas.microsoft.com/office/drawing/2014/main" id="{43B7D774-32F7-4F78-B997-AE3473B94396}"/>
              </a:ext>
            </a:extLst>
          </p:cNvPr>
          <p:cNvSpPr>
            <a:spLocks xmlns:a="http://schemas.openxmlformats.org/drawingml/2006/main" noGrp="1"/>
          </p:cNvSpPr>
          <p:nvPr/>
        </p:nvSpPr>
        <p:spPr>
          <a:xfrm xmlns:a="http://schemas.openxmlformats.org/drawingml/2006/main">
            <a:off x="13239750" y="4810125"/>
            <a:ext cx="40290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8" name="v2-193-읽기 도구 실행기-name">
            <a:extLst xmlns:a="http://schemas.openxmlformats.org/drawingml/2006/main">
              <a:ext uri="{FF2B5EF4-FFF2-40B4-BE49-F238E27FC236}">
                <a16:creationId xmlns:a16="http://schemas.microsoft.com/office/drawing/2014/main" id="{B1B47252-7C36-44CB-806B-B8894F3B52FB}"/>
              </a:ext>
            </a:extLst>
          </p:cNvPr>
          <p:cNvSpPr>
            <a:spLocks xmlns:a="http://schemas.openxmlformats.org/drawingml/2006/main" noGrp="1"/>
          </p:cNvSpPr>
          <p:nvPr/>
        </p:nvSpPr>
        <p:spPr>
          <a:xfrm xmlns:a="http://schemas.openxmlformats.org/drawingml/2006/main">
            <a:off x="13315950" y="4810125"/>
            <a:ext cx="3876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69" name="v2-194-b-frame">
            <a:extLst xmlns:a="http://schemas.openxmlformats.org/drawingml/2006/main">
              <a:ext uri="{FF2B5EF4-FFF2-40B4-BE49-F238E27FC236}">
                <a16:creationId xmlns:a16="http://schemas.microsoft.com/office/drawing/2014/main" id="{836F7C6F-36E9-4273-A84C-9763C5FD6F51}"/>
              </a:ext>
            </a:extLst>
          </p:cNvPr>
          <p:cNvSpPr>
            <a:spLocks xmlns:a="http://schemas.openxmlformats.org/drawingml/2006/main" noGrp="1"/>
          </p:cNvSpPr>
          <p:nvPr/>
        </p:nvSpPr>
        <p:spPr>
          <a:xfrm xmlns:a="http://schemas.openxmlformats.org/drawingml/2006/main">
            <a:off x="12353925" y="4095750"/>
            <a:ext cx="885825" cy="9525"/>
          </a:xfrm>
          <a:custGeom xmlns:a="http://schemas.openxmlformats.org/drawingml/2006/main">
            <a:pathLst>
              <a:path w="885825" h="9525">
                <a:moveTo>
                  <a:pt x="0" y="0"/>
                </a:moveTo>
                <a:lnTo>
                  <a:pt x="885825" y="0"/>
                </a:lnTo>
              </a:path>
            </a:pathLst>
          </a:custGeom>
          <a:noFill xmlns:a="http://schemas.openxmlformats.org/drawingml/2006/main"/>
          <a:ln xmlns:a="http://schemas.openxmlformats.org/drawingml/2006/main" w="26670">
            <a:solidFill>
              <a:srgbClr val="00889A"/>
            </a:solidFill>
            <a:prstDash val="solid"/>
          </a:ln>
        </p:spPr>
      </p:sp>
      <p:sp>
        <p:nvSpPr>
          <p:cNvPr id="70" name="v2-195-b-frame-head">
            <a:extLst xmlns:a="http://schemas.openxmlformats.org/drawingml/2006/main">
              <a:ext uri="{FF2B5EF4-FFF2-40B4-BE49-F238E27FC236}">
                <a16:creationId xmlns:a16="http://schemas.microsoft.com/office/drawing/2014/main" id="{6FF297D4-4349-46A3-A0B3-7533896393D0}"/>
              </a:ext>
            </a:extLst>
          </p:cNvPr>
          <p:cNvSpPr>
            <a:spLocks xmlns:a="http://schemas.openxmlformats.org/drawingml/2006/main" noGrp="1"/>
          </p:cNvSpPr>
          <p:nvPr/>
        </p:nvSpPr>
        <p:spPr>
          <a:xfrm xmlns:a="http://schemas.openxmlformats.org/drawingml/2006/main">
            <a:off x="1313944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71" name="v2-196-note">
            <a:extLst xmlns:a="http://schemas.openxmlformats.org/drawingml/2006/main">
              <a:ext uri="{FF2B5EF4-FFF2-40B4-BE49-F238E27FC236}">
                <a16:creationId xmlns:a16="http://schemas.microsoft.com/office/drawing/2014/main" id="{0A8BF5E7-F355-4807-A7B1-F00842874030}"/>
              </a:ext>
            </a:extLst>
          </p:cNvPr>
          <p:cNvSpPr>
            <a:spLocks xmlns:a="http://schemas.openxmlformats.org/drawingml/2006/main" noGrp="1"/>
          </p:cNvSpPr>
          <p:nvPr/>
        </p:nvSpPr>
        <p:spPr>
          <a:xfrm xmlns:a="http://schemas.openxmlformats.org/drawingml/2006/main">
            <a:off x="12277725" y="3552825"/>
            <a:ext cx="1571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요청 틀</a:t>
            </a:r>
          </a:p>
        </p:txBody>
      </p:sp>
      <p:sp>
        <p:nvSpPr>
          <p:cNvPr id="72" name="v2-197-b-code-read">
            <a:extLst xmlns:a="http://schemas.openxmlformats.org/drawingml/2006/main">
              <a:ext uri="{FF2B5EF4-FFF2-40B4-BE49-F238E27FC236}">
                <a16:creationId xmlns:a16="http://schemas.microsoft.com/office/drawing/2014/main" id="{4775300E-56C3-46B5-BC7B-EBD639E5991A}"/>
              </a:ext>
            </a:extLst>
          </p:cNvPr>
          <p:cNvSpPr>
            <a:spLocks xmlns:a="http://schemas.openxmlformats.org/drawingml/2006/main" noGrp="1"/>
          </p:cNvSpPr>
          <p:nvPr/>
        </p:nvSpPr>
        <p:spPr>
          <a:xfrm xmlns:a="http://schemas.openxmlformats.org/drawingml/2006/main">
            <a:off x="15249525" y="4362450"/>
            <a:ext cx="9525" cy="447675"/>
          </a:xfrm>
          <a:custGeom xmlns:a="http://schemas.openxmlformats.org/drawingml/2006/main">
            <a:pathLst>
              <a:path w="9525" h="447675">
                <a:moveTo>
                  <a:pt x="0" y="0"/>
                </a:moveTo>
                <a:lnTo>
                  <a:pt x="0" y="447675"/>
                </a:lnTo>
              </a:path>
            </a:pathLst>
          </a:custGeom>
          <a:noFill xmlns:a="http://schemas.openxmlformats.org/drawingml/2006/main"/>
          <a:ln xmlns:a="http://schemas.openxmlformats.org/drawingml/2006/main" w="26670">
            <a:solidFill>
              <a:srgbClr val="00889A"/>
            </a:solidFill>
            <a:prstDash val="solid"/>
          </a:ln>
        </p:spPr>
      </p:sp>
      <p:sp>
        <p:nvSpPr>
          <p:cNvPr id="73" name="v2-198-b-code-read-head">
            <a:extLst xmlns:a="http://schemas.openxmlformats.org/drawingml/2006/main">
              <a:ext uri="{FF2B5EF4-FFF2-40B4-BE49-F238E27FC236}">
                <a16:creationId xmlns:a16="http://schemas.microsoft.com/office/drawing/2014/main" id="{CD62BF69-C551-47B2-A549-A79C83B7E55A}"/>
              </a:ext>
            </a:extLst>
          </p:cNvPr>
          <p:cNvSpPr>
            <a:spLocks xmlns:a="http://schemas.openxmlformats.org/drawingml/2006/main" noGrp="1"/>
          </p:cNvSpPr>
          <p:nvPr/>
        </p:nvSpPr>
        <p:spPr>
          <a:xfrm xmlns:a="http://schemas.openxmlformats.org/drawingml/2006/main">
            <a:off x="15194727"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74" name="v2-199-note">
            <a:extLst xmlns:a="http://schemas.openxmlformats.org/drawingml/2006/main">
              <a:ext uri="{FF2B5EF4-FFF2-40B4-BE49-F238E27FC236}">
                <a16:creationId xmlns:a16="http://schemas.microsoft.com/office/drawing/2014/main" id="{BF7A7CFE-3E41-4FE8-8D4C-F3E711FEB1F3}"/>
              </a:ext>
            </a:extLst>
          </p:cNvPr>
          <p:cNvSpPr>
            <a:spLocks xmlns:a="http://schemas.openxmlformats.org/drawingml/2006/main" noGrp="1"/>
          </p:cNvSpPr>
          <p:nvPr/>
        </p:nvSpPr>
        <p:spPr>
          <a:xfrm xmlns:a="http://schemas.openxmlformats.org/drawingml/2006/main">
            <a:off x="14211300" y="44100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코드가 조회 선택</a:t>
            </a:r>
          </a:p>
        </p:txBody>
      </p:sp>
      <p:sp>
        <p:nvSpPr>
          <p:cNvPr id="75" name="v2-200-b-results">
            <a:extLst xmlns:a="http://schemas.openxmlformats.org/drawingml/2006/main">
              <a:ext uri="{FF2B5EF4-FFF2-40B4-BE49-F238E27FC236}">
                <a16:creationId xmlns:a16="http://schemas.microsoft.com/office/drawing/2014/main" id="{1F572CBF-65B7-45F3-9DED-1FE0CBA99B0C}"/>
              </a:ext>
            </a:extLst>
          </p:cNvPr>
          <p:cNvSpPr>
            <a:spLocks xmlns:a="http://schemas.openxmlformats.org/drawingml/2006/main" noGrp="1"/>
          </p:cNvSpPr>
          <p:nvPr/>
        </p:nvSpPr>
        <p:spPr>
          <a:xfrm xmlns:a="http://schemas.openxmlformats.org/drawingml/2006/main">
            <a:off x="12353925" y="5048250"/>
            <a:ext cx="885825" cy="9525"/>
          </a:xfrm>
          <a:custGeom xmlns:a="http://schemas.openxmlformats.org/drawingml/2006/main">
            <a:pathLst>
              <a:path w="885825" h="9525">
                <a:moveTo>
                  <a:pt x="885825" y="0"/>
                </a:moveTo>
                <a:lnTo>
                  <a:pt x="0" y="0"/>
                </a:lnTo>
              </a:path>
            </a:pathLst>
          </a:custGeom>
          <a:noFill xmlns:a="http://schemas.openxmlformats.org/drawingml/2006/main"/>
          <a:ln xmlns:a="http://schemas.openxmlformats.org/drawingml/2006/main" w="26670">
            <a:solidFill>
              <a:srgbClr val="00889A"/>
            </a:solidFill>
            <a:prstDash val="solid"/>
          </a:ln>
        </p:spPr>
      </p:sp>
      <p:sp>
        <p:nvSpPr>
          <p:cNvPr id="76" name="v2-201-b-results-head">
            <a:extLst xmlns:a="http://schemas.openxmlformats.org/drawingml/2006/main">
              <a:ext uri="{FF2B5EF4-FFF2-40B4-BE49-F238E27FC236}">
                <a16:creationId xmlns:a16="http://schemas.microsoft.com/office/drawing/2014/main" id="{8C19033B-7F7C-40E8-8202-AD23B6E20FF2}"/>
              </a:ext>
            </a:extLst>
          </p:cNvPr>
          <p:cNvSpPr>
            <a:spLocks xmlns:a="http://schemas.openxmlformats.org/drawingml/2006/main" noGrp="1"/>
          </p:cNvSpPr>
          <p:nvPr/>
        </p:nvSpPr>
        <p:spPr>
          <a:xfrm xmlns:a="http://schemas.openxmlformats.org/drawingml/2006/main">
            <a:off x="12353925" y="49934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77" name="v2-202-note">
            <a:extLst xmlns:a="http://schemas.openxmlformats.org/drawingml/2006/main">
              <a:ext uri="{FF2B5EF4-FFF2-40B4-BE49-F238E27FC236}">
                <a16:creationId xmlns:a16="http://schemas.microsoft.com/office/drawing/2014/main" id="{E70802DF-46AE-433B-B5EF-D234F3357DB5}"/>
              </a:ext>
            </a:extLst>
          </p:cNvPr>
          <p:cNvSpPr>
            <a:spLocks xmlns:a="http://schemas.openxmlformats.org/drawingml/2006/main" noGrp="1"/>
          </p:cNvSpPr>
          <p:nvPr/>
        </p:nvSpPr>
        <p:spPr>
          <a:xfrm xmlns:a="http://schemas.openxmlformats.org/drawingml/2006/main">
            <a:off x="12344400" y="52101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③ 반영</a:t>
            </a:r>
          </a:p>
        </p:txBody>
      </p:sp>
      <p:sp>
        <p:nvSpPr>
          <p:cNvPr id="78" name="v2-203-b-recheck">
            <a:extLst xmlns:a="http://schemas.openxmlformats.org/drawingml/2006/main">
              <a:ext uri="{FF2B5EF4-FFF2-40B4-BE49-F238E27FC236}">
                <a16:creationId xmlns:a16="http://schemas.microsoft.com/office/drawing/2014/main" id="{E81D438A-1D7B-4D89-B2E8-5175811E7BA0}"/>
              </a:ext>
            </a:extLst>
          </p:cNvPr>
          <p:cNvSpPr>
            <a:spLocks xmlns:a="http://schemas.openxmlformats.org/drawingml/2006/main" noGrp="1"/>
          </p:cNvSpPr>
          <p:nvPr/>
        </p:nvSpPr>
        <p:spPr>
          <a:xfrm xmlns:a="http://schemas.openxmlformats.org/drawingml/2006/main">
            <a:off x="10934700" y="4362450"/>
            <a:ext cx="2743200" cy="447675"/>
          </a:xfrm>
          <a:custGeom xmlns:a="http://schemas.openxmlformats.org/drawingml/2006/main">
            <a:pathLst>
              <a:path w="2743200" h="447675">
                <a:moveTo>
                  <a:pt x="0" y="447675"/>
                </a:moveTo>
                <a:lnTo>
                  <a:pt x="0" y="200025"/>
                </a:lnTo>
                <a:lnTo>
                  <a:pt x="2743200" y="200025"/>
                </a:lnTo>
                <a:lnTo>
                  <a:pt x="2743200" y="0"/>
                </a:lnTo>
              </a:path>
            </a:pathLst>
          </a:custGeom>
          <a:noFill xmlns:a="http://schemas.openxmlformats.org/drawingml/2006/main"/>
          <a:ln xmlns:a="http://schemas.openxmlformats.org/drawingml/2006/main" w="26670">
            <a:solidFill>
              <a:srgbClr val="00889A"/>
            </a:solidFill>
            <a:prstDash val="solid"/>
          </a:ln>
        </p:spPr>
      </p:sp>
      <p:sp>
        <p:nvSpPr>
          <p:cNvPr id="79" name="v2-204-b-recheck-head">
            <a:extLst xmlns:a="http://schemas.openxmlformats.org/drawingml/2006/main">
              <a:ext uri="{FF2B5EF4-FFF2-40B4-BE49-F238E27FC236}">
                <a16:creationId xmlns:a16="http://schemas.microsoft.com/office/drawing/2014/main" id="{AD5D289D-824B-4331-A843-E727D5196F81}"/>
              </a:ext>
            </a:extLst>
          </p:cNvPr>
          <p:cNvSpPr>
            <a:spLocks xmlns:a="http://schemas.openxmlformats.org/drawingml/2006/main" noGrp="1"/>
          </p:cNvSpPr>
          <p:nvPr/>
        </p:nvSpPr>
        <p:spPr>
          <a:xfrm xmlns:a="http://schemas.openxmlformats.org/drawingml/2006/main">
            <a:off x="13623102" y="43624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80" name="v2-205-b-partial">
            <a:extLst xmlns:a="http://schemas.openxmlformats.org/drawingml/2006/main">
              <a:ext uri="{FF2B5EF4-FFF2-40B4-BE49-F238E27FC236}">
                <a16:creationId xmlns:a16="http://schemas.microsoft.com/office/drawing/2014/main" id="{E74EF213-1CEF-4D4E-A709-4D880093A8B3}"/>
              </a:ext>
            </a:extLst>
          </p:cNvPr>
          <p:cNvSpPr>
            <a:spLocks xmlns:a="http://schemas.openxmlformats.org/drawingml/2006/main" noGrp="1"/>
          </p:cNvSpPr>
          <p:nvPr/>
        </p:nvSpPr>
        <p:spPr>
          <a:xfrm xmlns:a="http://schemas.openxmlformats.org/drawingml/2006/main">
            <a:off x="10934700" y="3209925"/>
            <a:ext cx="6057900" cy="628650"/>
          </a:xfrm>
          <a:custGeom xmlns:a="http://schemas.openxmlformats.org/drawingml/2006/main">
            <a:pathLst>
              <a:path w="6057900" h="628650">
                <a:moveTo>
                  <a:pt x="6057900" y="628650"/>
                </a:moveTo>
                <a:lnTo>
                  <a:pt x="6057900" y="0"/>
                </a:lnTo>
                <a:lnTo>
                  <a:pt x="0" y="0"/>
                </a:lnTo>
                <a:lnTo>
                  <a:pt x="0" y="628650"/>
                </a:lnTo>
              </a:path>
            </a:pathLst>
          </a:custGeom>
          <a:noFill xmlns:a="http://schemas.openxmlformats.org/drawingml/2006/main"/>
          <a:ln xmlns:a="http://schemas.openxmlformats.org/drawingml/2006/main" w="19050">
            <a:solidFill>
              <a:srgbClr val="576773"/>
            </a:solidFill>
            <a:prstDash val="dash"/>
          </a:ln>
        </p:spPr>
      </p:sp>
      <p:sp>
        <p:nvSpPr>
          <p:cNvPr id="81" name="v2-206-b-partial-head">
            <a:extLst xmlns:a="http://schemas.openxmlformats.org/drawingml/2006/main">
              <a:ext uri="{FF2B5EF4-FFF2-40B4-BE49-F238E27FC236}">
                <a16:creationId xmlns:a16="http://schemas.microsoft.com/office/drawing/2014/main" id="{77FB0ACD-52B7-47B4-94AC-D6CA577A67EC}"/>
              </a:ext>
            </a:extLst>
          </p:cNvPr>
          <p:cNvSpPr>
            <a:spLocks xmlns:a="http://schemas.openxmlformats.org/drawingml/2006/main" noGrp="1"/>
          </p:cNvSpPr>
          <p:nvPr/>
        </p:nvSpPr>
        <p:spPr>
          <a:xfrm xmlns:a="http://schemas.openxmlformats.org/drawingml/2006/main">
            <a:off x="108799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82" name="v2-207-note">
            <a:extLst xmlns:a="http://schemas.openxmlformats.org/drawingml/2006/main">
              <a:ext uri="{FF2B5EF4-FFF2-40B4-BE49-F238E27FC236}">
                <a16:creationId xmlns:a16="http://schemas.microsoft.com/office/drawing/2014/main" id="{9A9FA3DE-F538-4A53-934B-C30277CE4E6C}"/>
              </a:ext>
            </a:extLst>
          </p:cNvPr>
          <p:cNvSpPr>
            <a:spLocks xmlns:a="http://schemas.openxmlformats.org/drawingml/2006/main" noGrp="1"/>
          </p:cNvSpPr>
          <p:nvPr/>
        </p:nvSpPr>
        <p:spPr>
          <a:xfrm xmlns:a="http://schemas.openxmlformats.org/drawingml/2006/main">
            <a:off x="12763500" y="33051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④ 필요 항목만 조건부 해석</a:t>
            </a:r>
          </a:p>
        </p:txBody>
      </p:sp>
      <p:sp>
        <p:nvSpPr>
          <p:cNvPr id="83" name="v2-208-b-cloud">
            <a:extLst xmlns:a="http://schemas.openxmlformats.org/drawingml/2006/main">
              <a:ext uri="{FF2B5EF4-FFF2-40B4-BE49-F238E27FC236}">
                <a16:creationId xmlns:a16="http://schemas.microsoft.com/office/drawing/2014/main" id="{C64F4680-499F-4CEE-90AE-F35D5342B004}"/>
              </a:ext>
            </a:extLst>
          </p:cNvPr>
          <p:cNvSpPr>
            <a:spLocks xmlns:a="http://schemas.openxmlformats.org/drawingml/2006/main" noGrp="1"/>
          </p:cNvSpPr>
          <p:nvPr/>
        </p:nvSpPr>
        <p:spPr>
          <a:xfrm xmlns:a="http://schemas.openxmlformats.org/drawingml/2006/main">
            <a:off x="10934700" y="3067050"/>
            <a:ext cx="3429000" cy="771525"/>
          </a:xfrm>
          <a:custGeom xmlns:a="http://schemas.openxmlformats.org/drawingml/2006/main">
            <a:pathLst>
              <a:path w="3429000" h="771525">
                <a:moveTo>
                  <a:pt x="0" y="771525"/>
                </a:moveTo>
                <a:lnTo>
                  <a:pt x="0" y="85725"/>
                </a:lnTo>
                <a:lnTo>
                  <a:pt x="3429000" y="85725"/>
                </a:lnTo>
                <a:lnTo>
                  <a:pt x="3429000" y="0"/>
                </a:lnTo>
              </a:path>
            </a:pathLst>
          </a:custGeom>
          <a:noFill xmlns:a="http://schemas.openxmlformats.org/drawingml/2006/main"/>
          <a:ln xmlns:a="http://schemas.openxmlformats.org/drawingml/2006/main" w="19050">
            <a:solidFill>
              <a:srgbClr val="576773"/>
            </a:solidFill>
            <a:prstDash val="solid"/>
          </a:ln>
        </p:spPr>
      </p:sp>
      <p:sp>
        <p:nvSpPr>
          <p:cNvPr id="84" name="v2-209-b-cloud-head">
            <a:extLst xmlns:a="http://schemas.openxmlformats.org/drawingml/2006/main">
              <a:ext uri="{FF2B5EF4-FFF2-40B4-BE49-F238E27FC236}">
                <a16:creationId xmlns:a16="http://schemas.microsoft.com/office/drawing/2014/main" id="{5C2E743B-44B7-4670-A1F3-70BB667F4DE4}"/>
              </a:ext>
            </a:extLst>
          </p:cNvPr>
          <p:cNvSpPr>
            <a:spLocks xmlns:a="http://schemas.openxmlformats.org/drawingml/2006/main" noGrp="1"/>
          </p:cNvSpPr>
          <p:nvPr/>
        </p:nvSpPr>
        <p:spPr>
          <a:xfrm xmlns:a="http://schemas.openxmlformats.org/drawingml/2006/main">
            <a:off x="1430890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19050">
            <a:solidFill>
              <a:srgbClr val="576773"/>
            </a:solidFill>
            <a:prstDash val="solid"/>
          </a:ln>
        </p:spPr>
      </p:sp>
      <p:sp>
        <p:nvSpPr>
          <p:cNvPr id="85" name="v2-210-Context Manager">
            <a:extLst xmlns:a="http://schemas.openxmlformats.org/drawingml/2006/main">
              <a:ext uri="{FF2B5EF4-FFF2-40B4-BE49-F238E27FC236}">
                <a16:creationId xmlns:a16="http://schemas.microsoft.com/office/drawing/2014/main" id="{B23FCE13-4494-48E3-9BE2-D1ADAF685E78}"/>
              </a:ext>
            </a:extLst>
          </p:cNvPr>
          <p:cNvSpPr>
            <a:spLocks xmlns:a="http://schemas.openxmlformats.org/drawingml/2006/main" noGrp="1"/>
          </p:cNvSpPr>
          <p:nvPr/>
        </p:nvSpPr>
        <p:spPr>
          <a:xfrm xmlns:a="http://schemas.openxmlformats.org/drawingml/2006/main">
            <a:off x="13439775" y="5648325"/>
            <a:ext cx="21907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6" name="v2-211-Context Manager-name">
            <a:extLst xmlns:a="http://schemas.openxmlformats.org/drawingml/2006/main">
              <a:ext uri="{FF2B5EF4-FFF2-40B4-BE49-F238E27FC236}">
                <a16:creationId xmlns:a16="http://schemas.microsoft.com/office/drawing/2014/main" id="{A4853841-CA33-4BE2-AF53-825988B48087}"/>
              </a:ext>
            </a:extLst>
          </p:cNvPr>
          <p:cNvSpPr>
            <a:spLocks xmlns:a="http://schemas.openxmlformats.org/drawingml/2006/main" noGrp="1"/>
          </p:cNvSpPr>
          <p:nvPr/>
        </p:nvSpPr>
        <p:spPr>
          <a:xfrm xmlns:a="http://schemas.openxmlformats.org/drawingml/2006/main">
            <a:off x="13515975" y="5648325"/>
            <a:ext cx="2038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Context Manager</a:t>
            </a:r>
          </a:p>
        </p:txBody>
      </p:sp>
      <p:sp>
        <p:nvSpPr>
          <p:cNvPr id="87" name="v2-212-Task Manager">
            <a:extLst xmlns:a="http://schemas.openxmlformats.org/drawingml/2006/main">
              <a:ext uri="{FF2B5EF4-FFF2-40B4-BE49-F238E27FC236}">
                <a16:creationId xmlns:a16="http://schemas.microsoft.com/office/drawing/2014/main" id="{F7A67874-29A3-4793-9DA0-53B231A05905}"/>
              </a:ext>
            </a:extLst>
          </p:cNvPr>
          <p:cNvSpPr>
            <a:spLocks xmlns:a="http://schemas.openxmlformats.org/drawingml/2006/main" noGrp="1"/>
          </p:cNvSpPr>
          <p:nvPr/>
        </p:nvSpPr>
        <p:spPr>
          <a:xfrm xmlns:a="http://schemas.openxmlformats.org/drawingml/2006/main">
            <a:off x="15830550" y="5648325"/>
            <a:ext cx="18478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8" name="v2-213-Task Manager-name">
            <a:extLst xmlns:a="http://schemas.openxmlformats.org/drawingml/2006/main">
              <a:ext uri="{FF2B5EF4-FFF2-40B4-BE49-F238E27FC236}">
                <a16:creationId xmlns:a16="http://schemas.microsoft.com/office/drawing/2014/main" id="{24C64E10-5361-456A-8671-92ED08D0D82B}"/>
              </a:ext>
            </a:extLst>
          </p:cNvPr>
          <p:cNvSpPr>
            <a:spLocks xmlns:a="http://schemas.openxmlformats.org/drawingml/2006/main" noGrp="1"/>
          </p:cNvSpPr>
          <p:nvPr/>
        </p:nvSpPr>
        <p:spPr>
          <a:xfrm xmlns:a="http://schemas.openxmlformats.org/drawingml/2006/main">
            <a:off x="15906750" y="56483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89" name="v2-214-b-sources">
            <a:extLst xmlns:a="http://schemas.openxmlformats.org/drawingml/2006/main">
              <a:ext uri="{FF2B5EF4-FFF2-40B4-BE49-F238E27FC236}">
                <a16:creationId xmlns:a16="http://schemas.microsoft.com/office/drawing/2014/main" id="{9862BB28-43B7-4751-A600-63C399C1156E}"/>
              </a:ext>
            </a:extLst>
          </p:cNvPr>
          <p:cNvSpPr>
            <a:spLocks xmlns:a="http://schemas.openxmlformats.org/drawingml/2006/main" noGrp="1"/>
          </p:cNvSpPr>
          <p:nvPr/>
        </p:nvSpPr>
        <p:spPr>
          <a:xfrm xmlns:a="http://schemas.openxmlformats.org/drawingml/2006/main">
            <a:off x="14535150" y="5048250"/>
            <a:ext cx="3295650" cy="600075"/>
          </a:xfrm>
          <a:custGeom xmlns:a="http://schemas.openxmlformats.org/drawingml/2006/main">
            <a:pathLst>
              <a:path w="3295650" h="600075">
                <a:moveTo>
                  <a:pt x="2733675" y="0"/>
                </a:moveTo>
                <a:lnTo>
                  <a:pt x="3295650" y="0"/>
                </a:lnTo>
                <a:lnTo>
                  <a:pt x="3295650" y="504825"/>
                </a:lnTo>
                <a:lnTo>
                  <a:pt x="0" y="504825"/>
                </a:lnTo>
                <a:lnTo>
                  <a:pt x="0" y="600075"/>
                </a:lnTo>
              </a:path>
            </a:pathLst>
          </a:custGeom>
          <a:noFill xmlns:a="http://schemas.openxmlformats.org/drawingml/2006/main"/>
          <a:ln xmlns:a="http://schemas.openxmlformats.org/drawingml/2006/main" w="19050">
            <a:solidFill>
              <a:srgbClr val="576773"/>
            </a:solidFill>
            <a:prstDash val="solid"/>
          </a:ln>
        </p:spPr>
      </p:sp>
      <p:sp>
        <p:nvSpPr>
          <p:cNvPr id="90" name="v2-215-b-sources-head">
            <a:extLst xmlns:a="http://schemas.openxmlformats.org/drawingml/2006/main">
              <a:ext uri="{FF2B5EF4-FFF2-40B4-BE49-F238E27FC236}">
                <a16:creationId xmlns:a16="http://schemas.microsoft.com/office/drawing/2014/main" id="{FD9883F0-E042-4D7D-AADB-3913D4CD73FB}"/>
              </a:ext>
            </a:extLst>
          </p:cNvPr>
          <p:cNvSpPr>
            <a:spLocks xmlns:a="http://schemas.openxmlformats.org/drawingml/2006/main" noGrp="1"/>
          </p:cNvSpPr>
          <p:nvPr/>
        </p:nvSpPr>
        <p:spPr>
          <a:xfrm xmlns:a="http://schemas.openxmlformats.org/drawingml/2006/main">
            <a:off x="144803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1" name="v2-216-b-task-source">
            <a:extLst xmlns:a="http://schemas.openxmlformats.org/drawingml/2006/main">
              <a:ext uri="{FF2B5EF4-FFF2-40B4-BE49-F238E27FC236}">
                <a16:creationId xmlns:a16="http://schemas.microsoft.com/office/drawing/2014/main" id="{3DE455FA-9BBA-4EC7-ACE7-7D3F1E649962}"/>
              </a:ext>
            </a:extLst>
          </p:cNvPr>
          <p:cNvSpPr>
            <a:spLocks xmlns:a="http://schemas.openxmlformats.org/drawingml/2006/main" noGrp="1"/>
          </p:cNvSpPr>
          <p:nvPr/>
        </p:nvSpPr>
        <p:spPr>
          <a:xfrm xmlns:a="http://schemas.openxmlformats.org/drawingml/2006/main">
            <a:off x="16754475"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92" name="v2-217-b-task-source-head">
            <a:extLst xmlns:a="http://schemas.openxmlformats.org/drawingml/2006/main">
              <a:ext uri="{FF2B5EF4-FFF2-40B4-BE49-F238E27FC236}">
                <a16:creationId xmlns:a16="http://schemas.microsoft.com/office/drawing/2014/main" id="{DB950453-A68F-4A18-AA2B-520D06EA5B2F}"/>
              </a:ext>
            </a:extLst>
          </p:cNvPr>
          <p:cNvSpPr>
            <a:spLocks xmlns:a="http://schemas.openxmlformats.org/drawingml/2006/main" noGrp="1"/>
          </p:cNvSpPr>
          <p:nvPr/>
        </p:nvSpPr>
        <p:spPr>
          <a:xfrm xmlns:a="http://schemas.openxmlformats.org/drawingml/2006/main">
            <a:off x="16699677"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3" name="v2-218-note">
            <a:extLst xmlns:a="http://schemas.openxmlformats.org/drawingml/2006/main">
              <a:ext uri="{FF2B5EF4-FFF2-40B4-BE49-F238E27FC236}">
                <a16:creationId xmlns:a16="http://schemas.microsoft.com/office/drawing/2014/main" id="{87A6AFBF-892B-42E8-8254-BF8DDCEB0640}"/>
              </a:ext>
            </a:extLst>
          </p:cNvPr>
          <p:cNvSpPr>
            <a:spLocks xmlns:a="http://schemas.openxmlformats.org/drawingml/2006/main" noGrp="1"/>
          </p:cNvSpPr>
          <p:nvPr/>
        </p:nvSpPr>
        <p:spPr>
          <a:xfrm xmlns:a="http://schemas.openxmlformats.org/drawingml/2006/main">
            <a:off x="9372600" y="5505450"/>
            <a:ext cx="4029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⑤ 코드가 지원 연산으로 전체 의미 구성</a:t>
            </a:r>
          </a:p>
        </p:txBody>
      </p:sp>
      <p:sp>
        <p:nvSpPr>
          <p:cNvPr id="94" name="v2-219-note">
            <a:extLst xmlns:a="http://schemas.openxmlformats.org/drawingml/2006/main">
              <a:ext uri="{FF2B5EF4-FFF2-40B4-BE49-F238E27FC236}">
                <a16:creationId xmlns:a16="http://schemas.microsoft.com/office/drawing/2014/main" id="{E6AABA55-93FA-488A-A271-7641AFB2F5D4}"/>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의미 제안 검증 → Request Controller의 최신성/권한 검사와 채택 → 직접 응답 또는 Task Manager / Agent Gateway 위임</a:t>
            </a:r>
          </a:p>
        </p:txBody>
      </p:sp>
      <p:sp>
        <p:nvSpPr>
          <p:cNvPr id="95" name="v2-220-a-cost">
            <a:extLst xmlns:a="http://schemas.openxmlformats.org/drawingml/2006/main">
              <a:ext uri="{FF2B5EF4-FFF2-40B4-BE49-F238E27FC236}">
                <a16:creationId xmlns:a16="http://schemas.microsoft.com/office/drawing/2014/main" id="{E89C76D6-739D-4C84-80AD-B32212D4A3E2}"/>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구조화 출력, cache와 부분 갱신 가능</a:t>
            </a:r>
          </a:p>
        </p:txBody>
      </p:sp>
      <p:sp>
        <p:nvSpPr>
          <p:cNvPr id="96" name="v2-221-b-cost">
            <a:extLst xmlns:a="http://schemas.openxmlformats.org/drawingml/2006/main">
              <a:ext uri="{FF2B5EF4-FFF2-40B4-BE49-F238E27FC236}">
                <a16:creationId xmlns:a16="http://schemas.microsoft.com/office/drawing/2014/main" id="{469E09BE-76BE-4AA7-A00C-D6FF5A6DB2E9}"/>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유한 표현 한계와 추가 해석/확인 비용</a:t>
            </a:r>
          </a:p>
        </p:txBody>
      </p:sp>
      <p:graphicFrame>
        <p:nvGraphicFramePr>
          <p:cNvPr id="19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전체 의미와 부분 갱신</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표현 범위와 코드 결합</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조회 후 재판단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항목 해결과 추가 해석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조회와 전체 판단 반복</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항목 해결과 전체 결합</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재판단, retry와 폐기 청구</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부분 해석과 전체 실제 청구</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지침과 검증의 실제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요청 틀과 Engine 규칙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해석 맥락과 buffer</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1,760MiB / 틀과 항목 해결 상태</a:t>
                      </a:r>
                    </a:p>
                  </a:txBody>
                  <a:tcPr marL="114300" marR="76200" marT="9525" marB="9525" anchor="ctr">
                    <a:solidFill>
                      <a:srgbClr val="F5F7F8"/>
                    </a:solidFill>
                  </a:tcPr>
                </a:tc>
              </a:tr>
            </a:tbl>
          </a:graphicData>
        </a:graphic>
      </p:graphicFrame>
      <p:sp>
        <p:nvSpPr>
          <p:cNvPr id="98" name="v2-222-note">
            <a:extLst xmlns:a="http://schemas.openxmlformats.org/drawingml/2006/main">
              <a:ext uri="{FF2B5EF4-FFF2-40B4-BE49-F238E27FC236}">
                <a16:creationId xmlns:a16="http://schemas.microsoft.com/office/drawing/2014/main" id="{C0A501B7-70F6-48EF-8355-56295944E605}"/>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563305708"/>
      </p:ext>
    </p:extLst>
  </p:cSld>
</p:sld>
</file>

<file path=ppt/slides/slide52.xml><?xml version="1.0" encoding="utf-8"?>
<p:sld xmlns:p="http://schemas.openxmlformats.org/presentationml/2006/main">
  <p:cSld name="dp44-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v2-223-section">
            <a:extLst xmlns:a="http://schemas.openxmlformats.org/drawingml/2006/main">
              <a:ext uri="{FF2B5EF4-FFF2-40B4-BE49-F238E27FC236}">
                <a16:creationId xmlns:a16="http://schemas.microsoft.com/office/drawing/2014/main" id="{C803DA1A-0BBB-459D-84E3-E4655126157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DP44 설계 비교</a:t>
            </a:r>
          </a:p>
        </p:txBody>
      </p:sp>
      <p:sp>
        <p:nvSpPr>
          <p:cNvPr id="2" name="v2-224-title">
            <a:extLst xmlns:a="http://schemas.openxmlformats.org/drawingml/2006/main">
              <a:ext uri="{FF2B5EF4-FFF2-40B4-BE49-F238E27FC236}">
                <a16:creationId xmlns:a16="http://schemas.microsoft.com/office/drawing/2014/main" id="{C023B46D-0734-4BF2-82CE-0896B965B877}"/>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202B35"/>
                </a:solidFill>
                <a:latin typeface="Apple SD Gothic Neo"/>
                <a:ea typeface="Apple SD Gothic Neo"/>
                <a:cs typeface="Apple SD Gothic Neo"/>
              </a:defRPr>
            </a:pPr>
            <a:r>
              <a:rPr sz="3375" b="1">
                <a:solidFill>
                  <a:srgbClr val="202B35"/>
                </a:solidFill>
                <a:latin typeface="Apple SD Gothic Neo"/>
                <a:ea typeface="Apple SD Gothic Neo"/>
                <a:cs typeface="Apple SD Gothic Neo"/>
              </a:rPr>
              <a:t>44. 상호작용 응답시간을 위한 지속 대화 실행 설계</a:t>
            </a:r>
          </a:p>
        </p:txBody>
      </p:sp>
      <p:sp>
        <p:nvSpPr>
          <p:cNvPr id="3" name="v2-225-rule">
            <a:extLst xmlns:a="http://schemas.openxmlformats.org/drawingml/2006/main">
              <a:ext uri="{FF2B5EF4-FFF2-40B4-BE49-F238E27FC236}">
                <a16:creationId xmlns:a16="http://schemas.microsoft.com/office/drawing/2014/main" id="{08BD07EB-5150-493C-9132-FEA9548BDCF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26-page">
            <a:extLst xmlns:a="http://schemas.openxmlformats.org/drawingml/2006/main">
              <a:ext uri="{FF2B5EF4-FFF2-40B4-BE49-F238E27FC236}">
                <a16:creationId xmlns:a16="http://schemas.microsoft.com/office/drawing/2014/main" id="{B2782F7B-E1E7-4F82-B241-996F0BBFAC8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18</a:t>
            </a:r>
          </a:p>
        </p:txBody>
      </p:sp>
      <p:sp>
        <p:nvSpPr>
          <p:cNvPr id="5" name="v2-227-note">
            <a:extLst xmlns:a="http://schemas.openxmlformats.org/drawingml/2006/main">
              <a:ext uri="{FF2B5EF4-FFF2-40B4-BE49-F238E27FC236}">
                <a16:creationId xmlns:a16="http://schemas.microsoft.com/office/drawing/2014/main" id="{3920B635-CC86-4452-9F21-854F33BEA64C}"/>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사건: 새 “표부터 설명해줘” + 메일 수신자 질문 + 이전 응답 준비의 늦은 완료</a:t>
            </a:r>
          </a:p>
        </p:txBody>
      </p:sp>
      <p:sp>
        <p:nvSpPr>
          <p:cNvPr id="6" name="v2-228-option-a">
            <a:extLst xmlns:a="http://schemas.openxmlformats.org/drawingml/2006/main">
              <a:ext uri="{FF2B5EF4-FFF2-40B4-BE49-F238E27FC236}">
                <a16:creationId xmlns:a16="http://schemas.microsoft.com/office/drawing/2014/main" id="{1C349DDE-BB2A-4356-AB27-2A6B5BB40C49}"/>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229-option-b">
            <a:extLst xmlns:a="http://schemas.openxmlformats.org/drawingml/2006/main">
              <a:ext uri="{FF2B5EF4-FFF2-40B4-BE49-F238E27FC236}">
                <a16:creationId xmlns:a16="http://schemas.microsoft.com/office/drawing/2014/main" id="{19F101DC-0E54-43DB-ABC6-102F155AEC48}"/>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230-option-a-text">
            <a:extLst xmlns:a="http://schemas.openxmlformats.org/drawingml/2006/main">
              <a:ext uri="{FF2B5EF4-FFF2-40B4-BE49-F238E27FC236}">
                <a16:creationId xmlns:a16="http://schemas.microsoft.com/office/drawing/2014/main" id="{D0662DB0-D47F-41B2-AB4C-5053A2D4D103}"/>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중앙이 완료를 회수하고 후속 지시</a:t>
            </a:r>
          </a:p>
        </p:txBody>
      </p:sp>
      <p:sp>
        <p:nvSpPr>
          <p:cNvPr id="9" name="v2-231-option-b-text">
            <a:extLst xmlns:a="http://schemas.openxmlformats.org/drawingml/2006/main">
              <a:ext uri="{FF2B5EF4-FFF2-40B4-BE49-F238E27FC236}">
                <a16:creationId xmlns:a16="http://schemas.microsoft.com/office/drawing/2014/main" id="{06B5D6C4-3BE0-4E97-ACA7-08EA3EE0BBB5}"/>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단계와 Join이 조건을 보고 실행</a:t>
            </a:r>
          </a:p>
        </p:txBody>
      </p:sp>
      <p:sp>
        <p:nvSpPr>
          <p:cNvPr id="10" name="v2-232-Interaction Manager">
            <a:extLst xmlns:a="http://schemas.openxmlformats.org/drawingml/2006/main">
              <a:ext uri="{FF2B5EF4-FFF2-40B4-BE49-F238E27FC236}">
                <a16:creationId xmlns:a16="http://schemas.microsoft.com/office/drawing/2014/main" id="{6358AFF3-98E2-48FF-AEE8-A93BA66CD60B}"/>
              </a:ext>
            </a:extLst>
          </p:cNvPr>
          <p:cNvSpPr>
            <a:spLocks xmlns:a="http://schemas.openxmlformats.org/drawingml/2006/main" noGrp="1"/>
          </p:cNvSpPr>
          <p:nvPr/>
        </p:nvSpPr>
        <p:spPr>
          <a:xfrm xmlns:a="http://schemas.openxmlformats.org/drawingml/2006/main">
            <a:off x="723900"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1" name="v2-233-Interaction Manager-name">
            <a:extLst xmlns:a="http://schemas.openxmlformats.org/drawingml/2006/main">
              <a:ext uri="{FF2B5EF4-FFF2-40B4-BE49-F238E27FC236}">
                <a16:creationId xmlns:a16="http://schemas.microsoft.com/office/drawing/2014/main" id="{D9C4F6D6-ECA2-4F3B-8E3B-15F1A0C6473B}"/>
              </a:ext>
            </a:extLst>
          </p:cNvPr>
          <p:cNvSpPr>
            <a:spLocks xmlns:a="http://schemas.openxmlformats.org/drawingml/2006/main" noGrp="1"/>
          </p:cNvSpPr>
          <p:nvPr/>
        </p:nvSpPr>
        <p:spPr>
          <a:xfrm xmlns:a="http://schemas.openxmlformats.org/drawingml/2006/main">
            <a:off x="800100"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12" name="v2-234-Task Manager">
            <a:extLst xmlns:a="http://schemas.openxmlformats.org/drawingml/2006/main">
              <a:ext uri="{FF2B5EF4-FFF2-40B4-BE49-F238E27FC236}">
                <a16:creationId xmlns:a16="http://schemas.microsoft.com/office/drawing/2014/main" id="{E6F460AB-48F0-466C-AB34-23F291B23E53}"/>
              </a:ext>
            </a:extLst>
          </p:cNvPr>
          <p:cNvSpPr>
            <a:spLocks xmlns:a="http://schemas.openxmlformats.org/drawingml/2006/main" noGrp="1"/>
          </p:cNvSpPr>
          <p:nvPr/>
        </p:nvSpPr>
        <p:spPr>
          <a:xfrm xmlns:a="http://schemas.openxmlformats.org/drawingml/2006/main">
            <a:off x="5153025"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235-Task Manager-name">
            <a:extLst xmlns:a="http://schemas.openxmlformats.org/drawingml/2006/main">
              <a:ext uri="{FF2B5EF4-FFF2-40B4-BE49-F238E27FC236}">
                <a16:creationId xmlns:a16="http://schemas.microsoft.com/office/drawing/2014/main" id="{BE0CD999-8A0F-4077-B6B6-3246FEC27F69}"/>
              </a:ext>
            </a:extLst>
          </p:cNvPr>
          <p:cNvSpPr>
            <a:spLocks xmlns:a="http://schemas.openxmlformats.org/drawingml/2006/main" noGrp="1"/>
          </p:cNvSpPr>
          <p:nvPr/>
        </p:nvSpPr>
        <p:spPr>
          <a:xfrm xmlns:a="http://schemas.openxmlformats.org/drawingml/2006/main">
            <a:off x="5229225"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4" name="v2-236-Interaction Manager">
            <a:extLst xmlns:a="http://schemas.openxmlformats.org/drawingml/2006/main">
              <a:ext uri="{FF2B5EF4-FFF2-40B4-BE49-F238E27FC236}">
                <a16:creationId xmlns:a16="http://schemas.microsoft.com/office/drawing/2014/main" id="{EE42A785-8692-4892-BFDD-55F317DDC51E}"/>
              </a:ext>
            </a:extLst>
          </p:cNvPr>
          <p:cNvSpPr>
            <a:spLocks xmlns:a="http://schemas.openxmlformats.org/drawingml/2006/main" noGrp="1"/>
          </p:cNvSpPr>
          <p:nvPr/>
        </p:nvSpPr>
        <p:spPr>
          <a:xfrm xmlns:a="http://schemas.openxmlformats.org/drawingml/2006/main">
            <a:off x="9458325"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5" name="v2-237-Interaction Manager-name">
            <a:extLst xmlns:a="http://schemas.openxmlformats.org/drawingml/2006/main">
              <a:ext uri="{FF2B5EF4-FFF2-40B4-BE49-F238E27FC236}">
                <a16:creationId xmlns:a16="http://schemas.microsoft.com/office/drawing/2014/main" id="{19FD4EB0-5D50-464F-806F-9FB76DFF2EBA}"/>
              </a:ext>
            </a:extLst>
          </p:cNvPr>
          <p:cNvSpPr>
            <a:spLocks xmlns:a="http://schemas.openxmlformats.org/drawingml/2006/main" noGrp="1"/>
          </p:cNvSpPr>
          <p:nvPr/>
        </p:nvSpPr>
        <p:spPr>
          <a:xfrm xmlns:a="http://schemas.openxmlformats.org/drawingml/2006/main">
            <a:off x="9534525"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16" name="v2-238-Task Manager">
            <a:extLst xmlns:a="http://schemas.openxmlformats.org/drawingml/2006/main">
              <a:ext uri="{FF2B5EF4-FFF2-40B4-BE49-F238E27FC236}">
                <a16:creationId xmlns:a16="http://schemas.microsoft.com/office/drawing/2014/main" id="{86FC882E-8E92-4BB0-B701-4327E1CE3475}"/>
              </a:ext>
            </a:extLst>
          </p:cNvPr>
          <p:cNvSpPr>
            <a:spLocks xmlns:a="http://schemas.openxmlformats.org/drawingml/2006/main" noGrp="1"/>
          </p:cNvSpPr>
          <p:nvPr/>
        </p:nvSpPr>
        <p:spPr>
          <a:xfrm xmlns:a="http://schemas.openxmlformats.org/drawingml/2006/main">
            <a:off x="13887450"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7" name="v2-239-Task Manager-name">
            <a:extLst xmlns:a="http://schemas.openxmlformats.org/drawingml/2006/main">
              <a:ext uri="{FF2B5EF4-FFF2-40B4-BE49-F238E27FC236}">
                <a16:creationId xmlns:a16="http://schemas.microsoft.com/office/drawing/2014/main" id="{E377BA4F-17D5-44D0-BE40-961AF5D8DDF6}"/>
              </a:ext>
            </a:extLst>
          </p:cNvPr>
          <p:cNvSpPr>
            <a:spLocks xmlns:a="http://schemas.openxmlformats.org/drawingml/2006/main" noGrp="1"/>
          </p:cNvSpPr>
          <p:nvPr/>
        </p:nvSpPr>
        <p:spPr>
          <a:xfrm xmlns:a="http://schemas.openxmlformats.org/drawingml/2006/main">
            <a:off x="13963650"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8" name="v2-240-Request Controller">
            <a:extLst xmlns:a="http://schemas.openxmlformats.org/drawingml/2006/main">
              <a:ext uri="{FF2B5EF4-FFF2-40B4-BE49-F238E27FC236}">
                <a16:creationId xmlns:a16="http://schemas.microsoft.com/office/drawing/2014/main" id="{8C0BF3DF-3739-488F-8771-DAA0DCDA6F8F}"/>
              </a:ext>
            </a:extLst>
          </p:cNvPr>
          <p:cNvSpPr>
            <a:spLocks xmlns:a="http://schemas.openxmlformats.org/drawingml/2006/main" noGrp="1"/>
          </p:cNvSpPr>
          <p:nvPr/>
        </p:nvSpPr>
        <p:spPr>
          <a:xfrm xmlns:a="http://schemas.openxmlformats.org/drawingml/2006/main">
            <a:off x="600075" y="3371850"/>
            <a:ext cx="81057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241-Request Controller-boundary">
            <a:extLst xmlns:a="http://schemas.openxmlformats.org/drawingml/2006/main">
              <a:ext uri="{FF2B5EF4-FFF2-40B4-BE49-F238E27FC236}">
                <a16:creationId xmlns:a16="http://schemas.microsoft.com/office/drawing/2014/main" id="{3EE44F9D-8974-434E-97C8-C30EE47312A5}"/>
              </a:ext>
            </a:extLst>
          </p:cNvPr>
          <p:cNvSpPr>
            <a:spLocks xmlns:a="http://schemas.openxmlformats.org/drawingml/2006/main" noGrp="1"/>
          </p:cNvSpPr>
          <p:nvPr/>
        </p:nvSpPr>
        <p:spPr>
          <a:xfrm xmlns:a="http://schemas.openxmlformats.org/drawingml/2006/main">
            <a:off x="733425"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Controller</a:t>
            </a:r>
          </a:p>
        </p:txBody>
      </p:sp>
      <p:sp>
        <p:nvSpPr>
          <p:cNvPr id="20" name="v2-242-Dialogue Dispatcher">
            <a:extLst xmlns:a="http://schemas.openxmlformats.org/drawingml/2006/main">
              <a:ext uri="{FF2B5EF4-FFF2-40B4-BE49-F238E27FC236}">
                <a16:creationId xmlns:a16="http://schemas.microsoft.com/office/drawing/2014/main" id="{B9CCD998-3CE2-4140-977F-5A4350CFD0B7}"/>
              </a:ext>
            </a:extLst>
          </p:cNvPr>
          <p:cNvSpPr>
            <a:spLocks xmlns:a="http://schemas.openxmlformats.org/drawingml/2006/main" noGrp="1"/>
          </p:cNvSpPr>
          <p:nvPr/>
        </p:nvSpPr>
        <p:spPr>
          <a:xfrm xmlns:a="http://schemas.openxmlformats.org/drawingml/2006/main">
            <a:off x="2305050" y="3829050"/>
            <a:ext cx="3524250" cy="5715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243-Dialogue Dispatcher-name">
            <a:extLst xmlns:a="http://schemas.openxmlformats.org/drawingml/2006/main">
              <a:ext uri="{FF2B5EF4-FFF2-40B4-BE49-F238E27FC236}">
                <a16:creationId xmlns:a16="http://schemas.microsoft.com/office/drawing/2014/main" id="{92080B8B-7D8B-4879-BA35-537FBF5AAACC}"/>
              </a:ext>
            </a:extLst>
          </p:cNvPr>
          <p:cNvSpPr>
            <a:spLocks xmlns:a="http://schemas.openxmlformats.org/drawingml/2006/main" noGrp="1"/>
          </p:cNvSpPr>
          <p:nvPr/>
        </p:nvSpPr>
        <p:spPr>
          <a:xfrm xmlns:a="http://schemas.openxmlformats.org/drawingml/2006/main">
            <a:off x="2381250" y="3829050"/>
            <a:ext cx="3371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Dialogue Dispatcher</a:t>
            </a:r>
          </a:p>
        </p:txBody>
      </p:sp>
      <p:sp>
        <p:nvSpPr>
          <p:cNvPr id="22" name="v2-244-Dialogue Progress State">
            <a:extLst xmlns:a="http://schemas.openxmlformats.org/drawingml/2006/main">
              <a:ext uri="{FF2B5EF4-FFF2-40B4-BE49-F238E27FC236}">
                <a16:creationId xmlns:a16="http://schemas.microsoft.com/office/drawing/2014/main" id="{71128F4C-99C5-4F2B-B0F8-B6520009F420}"/>
              </a:ext>
            </a:extLst>
          </p:cNvPr>
          <p:cNvSpPr>
            <a:spLocks xmlns:a="http://schemas.openxmlformats.org/drawingml/2006/main" noGrp="1"/>
          </p:cNvSpPr>
          <p:nvPr/>
        </p:nvSpPr>
        <p:spPr>
          <a:xfrm xmlns:a="http://schemas.openxmlformats.org/drawingml/2006/main">
            <a:off x="6229350" y="3876675"/>
            <a:ext cx="2209800" cy="5048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245-Dialogue Progress State-name">
            <a:extLst xmlns:a="http://schemas.openxmlformats.org/drawingml/2006/main">
              <a:ext uri="{FF2B5EF4-FFF2-40B4-BE49-F238E27FC236}">
                <a16:creationId xmlns:a16="http://schemas.microsoft.com/office/drawing/2014/main" id="{33AF4A53-B351-49DB-B480-3767908164A2}"/>
              </a:ext>
            </a:extLst>
          </p:cNvPr>
          <p:cNvSpPr>
            <a:spLocks xmlns:a="http://schemas.openxmlformats.org/drawingml/2006/main" noGrp="1"/>
          </p:cNvSpPr>
          <p:nvPr/>
        </p:nvSpPr>
        <p:spPr>
          <a:xfrm xmlns:a="http://schemas.openxmlformats.org/drawingml/2006/main">
            <a:off x="6305550" y="3876675"/>
            <a:ext cx="205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5"/>
                </a:solidFill>
                <a:latin typeface="Apple SD Gothic Neo"/>
                <a:ea typeface="Apple SD Gothic Neo"/>
                <a:cs typeface="Apple SD Gothic Neo"/>
              </a:defRPr>
            </a:pPr>
            <a:r>
              <a:rPr sz="1650" b="0">
                <a:solidFill>
                  <a:srgbClr val="202B35"/>
                </a:solidFill>
                <a:latin typeface="Apple SD Gothic Neo"/>
                <a:ea typeface="Apple SD Gothic Neo"/>
                <a:cs typeface="Apple SD Gothic Neo"/>
              </a:rPr>
              <a:t>Dialogue Progress State</a:t>
            </a:r>
          </a:p>
        </p:txBody>
      </p:sp>
      <p:sp>
        <p:nvSpPr>
          <p:cNvPr id="24" name="v2-246-Request Interpreter">
            <a:extLst xmlns:a="http://schemas.openxmlformats.org/drawingml/2006/main">
              <a:ext uri="{FF2B5EF4-FFF2-40B4-BE49-F238E27FC236}">
                <a16:creationId xmlns:a16="http://schemas.microsoft.com/office/drawing/2014/main" id="{10515061-9C96-4A77-9466-47004398756F}"/>
              </a:ext>
            </a:extLst>
          </p:cNvPr>
          <p:cNvSpPr>
            <a:spLocks xmlns:a="http://schemas.openxmlformats.org/drawingml/2006/main" noGrp="1"/>
          </p:cNvSpPr>
          <p:nvPr/>
        </p:nvSpPr>
        <p:spPr>
          <a:xfrm xmlns:a="http://schemas.openxmlformats.org/drawingml/2006/main">
            <a:off x="809625" y="5391150"/>
            <a:ext cx="3238500" cy="4572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5" name="v2-247-Request Interpreter-name">
            <a:extLst xmlns:a="http://schemas.openxmlformats.org/drawingml/2006/main">
              <a:ext uri="{FF2B5EF4-FFF2-40B4-BE49-F238E27FC236}">
                <a16:creationId xmlns:a16="http://schemas.microsoft.com/office/drawing/2014/main" id="{E6EBC088-E892-4E48-8542-ABF28F60254C}"/>
              </a:ext>
            </a:extLst>
          </p:cNvPr>
          <p:cNvSpPr>
            <a:spLocks xmlns:a="http://schemas.openxmlformats.org/drawingml/2006/main" noGrp="1"/>
          </p:cNvSpPr>
          <p:nvPr/>
        </p:nvSpPr>
        <p:spPr>
          <a:xfrm xmlns:a="http://schemas.openxmlformats.org/drawingml/2006/main">
            <a:off x="885825" y="5391150"/>
            <a:ext cx="308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Interpreter</a:t>
            </a:r>
          </a:p>
        </p:txBody>
      </p:sp>
      <p:sp>
        <p:nvSpPr>
          <p:cNvPr id="26" name="v2-248-Response Manager">
            <a:extLst xmlns:a="http://schemas.openxmlformats.org/drawingml/2006/main">
              <a:ext uri="{FF2B5EF4-FFF2-40B4-BE49-F238E27FC236}">
                <a16:creationId xmlns:a16="http://schemas.microsoft.com/office/drawing/2014/main" id="{C9E84AAA-8BDC-4B33-A292-FF9D35BBF6FC}"/>
              </a:ext>
            </a:extLst>
          </p:cNvPr>
          <p:cNvSpPr>
            <a:spLocks xmlns:a="http://schemas.openxmlformats.org/drawingml/2006/main" noGrp="1"/>
          </p:cNvSpPr>
          <p:nvPr/>
        </p:nvSpPr>
        <p:spPr>
          <a:xfrm xmlns:a="http://schemas.openxmlformats.org/drawingml/2006/main">
            <a:off x="5191125" y="5076825"/>
            <a:ext cx="3429000" cy="10287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7" name="v2-249-Response Manager-boundary">
            <a:extLst xmlns:a="http://schemas.openxmlformats.org/drawingml/2006/main">
              <a:ext uri="{FF2B5EF4-FFF2-40B4-BE49-F238E27FC236}">
                <a16:creationId xmlns:a16="http://schemas.microsoft.com/office/drawing/2014/main" id="{AE9A41A5-2576-4C21-8365-470120E29C69}"/>
              </a:ext>
            </a:extLst>
          </p:cNvPr>
          <p:cNvSpPr>
            <a:spLocks xmlns:a="http://schemas.openxmlformats.org/drawingml/2006/main" noGrp="1"/>
          </p:cNvSpPr>
          <p:nvPr/>
        </p:nvSpPr>
        <p:spPr>
          <a:xfrm xmlns:a="http://schemas.openxmlformats.org/drawingml/2006/main">
            <a:off x="5324475" y="51149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Response Manager</a:t>
            </a:r>
          </a:p>
        </p:txBody>
      </p:sp>
      <p:sp>
        <p:nvSpPr>
          <p:cNvPr id="28" name="v2-250-Response Composer">
            <a:extLst xmlns:a="http://schemas.openxmlformats.org/drawingml/2006/main">
              <a:ext uri="{FF2B5EF4-FFF2-40B4-BE49-F238E27FC236}">
                <a16:creationId xmlns:a16="http://schemas.microsoft.com/office/drawing/2014/main" id="{DEA13993-EBAE-46FF-9CA4-6B3DC6A76ABE}"/>
              </a:ext>
            </a:extLst>
          </p:cNvPr>
          <p:cNvSpPr>
            <a:spLocks xmlns:a="http://schemas.openxmlformats.org/drawingml/2006/main" noGrp="1"/>
          </p:cNvSpPr>
          <p:nvPr/>
        </p:nvSpPr>
        <p:spPr>
          <a:xfrm xmlns:a="http://schemas.openxmlformats.org/drawingml/2006/main">
            <a:off x="5295900" y="5505450"/>
            <a:ext cx="320040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9" name="v2-251-Response Composer-name">
            <a:extLst xmlns:a="http://schemas.openxmlformats.org/drawingml/2006/main">
              <a:ext uri="{FF2B5EF4-FFF2-40B4-BE49-F238E27FC236}">
                <a16:creationId xmlns:a16="http://schemas.microsoft.com/office/drawing/2014/main" id="{07521CCA-8E11-48DC-AF6F-CC1DAFD657C1}"/>
              </a:ext>
            </a:extLst>
          </p:cNvPr>
          <p:cNvSpPr>
            <a:spLocks xmlns:a="http://schemas.openxmlformats.org/drawingml/2006/main" noGrp="1"/>
          </p:cNvSpPr>
          <p:nvPr/>
        </p:nvSpPr>
        <p:spPr>
          <a:xfrm xmlns:a="http://schemas.openxmlformats.org/drawingml/2006/main">
            <a:off x="5372100" y="5505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Response Composer</a:t>
            </a:r>
          </a:p>
        </p:txBody>
      </p:sp>
      <p:sp>
        <p:nvSpPr>
          <p:cNvPr id="30" name="v2-252-a-progress-state">
            <a:extLst xmlns:a="http://schemas.openxmlformats.org/drawingml/2006/main">
              <a:ext uri="{FF2B5EF4-FFF2-40B4-BE49-F238E27FC236}">
                <a16:creationId xmlns:a16="http://schemas.microsoft.com/office/drawing/2014/main" id="{75DE4B8E-E875-442A-B918-A99AE3E3AE48}"/>
              </a:ext>
            </a:extLst>
          </p:cNvPr>
          <p:cNvSpPr>
            <a:spLocks xmlns:a="http://schemas.openxmlformats.org/drawingml/2006/main" noGrp="1"/>
          </p:cNvSpPr>
          <p:nvPr/>
        </p:nvSpPr>
        <p:spPr>
          <a:xfrm xmlns:a="http://schemas.openxmlformats.org/drawingml/2006/main">
            <a:off x="5829300" y="4114800"/>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576773"/>
            </a:solidFill>
            <a:prstDash val="solid"/>
          </a:ln>
        </p:spPr>
      </p:sp>
      <p:sp>
        <p:nvSpPr>
          <p:cNvPr id="31" name="v2-253-a-progress-state-head">
            <a:extLst xmlns:a="http://schemas.openxmlformats.org/drawingml/2006/main">
              <a:ext uri="{FF2B5EF4-FFF2-40B4-BE49-F238E27FC236}">
                <a16:creationId xmlns:a16="http://schemas.microsoft.com/office/drawing/2014/main" id="{91E10480-327E-4948-B062-C0D4189160F2}"/>
              </a:ext>
            </a:extLst>
          </p:cNvPr>
          <p:cNvSpPr>
            <a:spLocks xmlns:a="http://schemas.openxmlformats.org/drawingml/2006/main" noGrp="1"/>
          </p:cNvSpPr>
          <p:nvPr/>
        </p:nvSpPr>
        <p:spPr>
          <a:xfrm xmlns:a="http://schemas.openxmlformats.org/drawingml/2006/main">
            <a:off x="6129042" y="40600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32" name="v2-254-a-input">
            <a:extLst xmlns:a="http://schemas.openxmlformats.org/drawingml/2006/main">
              <a:ext uri="{FF2B5EF4-FFF2-40B4-BE49-F238E27FC236}">
                <a16:creationId xmlns:a16="http://schemas.microsoft.com/office/drawing/2014/main" id="{F2DBB809-146D-42F7-8545-32C38767E080}"/>
              </a:ext>
            </a:extLst>
          </p:cNvPr>
          <p:cNvSpPr>
            <a:spLocks xmlns:a="http://schemas.openxmlformats.org/drawingml/2006/main" noGrp="1"/>
          </p:cNvSpPr>
          <p:nvPr/>
        </p:nvSpPr>
        <p:spPr>
          <a:xfrm xmlns:a="http://schemas.openxmlformats.org/drawingml/2006/main">
            <a:off x="2543175" y="3152775"/>
            <a:ext cx="1524000" cy="676275"/>
          </a:xfrm>
          <a:custGeom xmlns:a="http://schemas.openxmlformats.org/drawingml/2006/main">
            <a:pathLst>
              <a:path w="1524000" h="676275">
                <a:moveTo>
                  <a:pt x="0" y="0"/>
                </a:moveTo>
                <a:lnTo>
                  <a:pt x="0" y="495300"/>
                </a:lnTo>
                <a:lnTo>
                  <a:pt x="1524000" y="495300"/>
                </a:lnTo>
                <a:lnTo>
                  <a:pt x="1524000" y="676275"/>
                </a:lnTo>
              </a:path>
            </a:pathLst>
          </a:custGeom>
          <a:noFill xmlns:a="http://schemas.openxmlformats.org/drawingml/2006/main"/>
          <a:ln xmlns:a="http://schemas.openxmlformats.org/drawingml/2006/main" w="28575">
            <a:solidFill>
              <a:srgbClr val="00889A"/>
            </a:solidFill>
            <a:prstDash val="solid"/>
          </a:ln>
        </p:spPr>
      </p:sp>
      <p:sp>
        <p:nvSpPr>
          <p:cNvPr id="33" name="v2-255-a-input-head">
            <a:extLst xmlns:a="http://schemas.openxmlformats.org/drawingml/2006/main">
              <a:ext uri="{FF2B5EF4-FFF2-40B4-BE49-F238E27FC236}">
                <a16:creationId xmlns:a16="http://schemas.microsoft.com/office/drawing/2014/main" id="{128D5E54-A7A4-4975-921F-60990F46E123}"/>
              </a:ext>
            </a:extLst>
          </p:cNvPr>
          <p:cNvSpPr>
            <a:spLocks xmlns:a="http://schemas.openxmlformats.org/drawingml/2006/main" noGrp="1"/>
          </p:cNvSpPr>
          <p:nvPr/>
        </p:nvSpPr>
        <p:spPr>
          <a:xfrm xmlns:a="http://schemas.openxmlformats.org/drawingml/2006/main">
            <a:off x="4012377" y="37287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34" name="v2-256-a-task">
            <a:extLst xmlns:a="http://schemas.openxmlformats.org/drawingml/2006/main">
              <a:ext uri="{FF2B5EF4-FFF2-40B4-BE49-F238E27FC236}">
                <a16:creationId xmlns:a16="http://schemas.microsoft.com/office/drawing/2014/main" id="{F23881D9-16E9-45E4-8A6E-D69B9E73B7A7}"/>
              </a:ext>
            </a:extLst>
          </p:cNvPr>
          <p:cNvSpPr>
            <a:spLocks xmlns:a="http://schemas.openxmlformats.org/drawingml/2006/main" noGrp="1"/>
          </p:cNvSpPr>
          <p:nvPr/>
        </p:nvSpPr>
        <p:spPr>
          <a:xfrm xmlns:a="http://schemas.openxmlformats.org/drawingml/2006/main">
            <a:off x="4067175" y="3152775"/>
            <a:ext cx="2838450" cy="495300"/>
          </a:xfrm>
          <a:custGeom xmlns:a="http://schemas.openxmlformats.org/drawingml/2006/main">
            <a:pathLst>
              <a:path w="2838450" h="495300">
                <a:moveTo>
                  <a:pt x="2838450" y="0"/>
                </a:moveTo>
                <a:lnTo>
                  <a:pt x="2838450" y="495300"/>
                </a:lnTo>
                <a:lnTo>
                  <a:pt x="0" y="495300"/>
                </a:lnTo>
              </a:path>
            </a:pathLst>
          </a:custGeom>
          <a:noFill xmlns:a="http://schemas.openxmlformats.org/drawingml/2006/main"/>
          <a:ln xmlns:a="http://schemas.openxmlformats.org/drawingml/2006/main" w="28575">
            <a:solidFill>
              <a:srgbClr val="00889A"/>
            </a:solidFill>
            <a:prstDash val="solid"/>
          </a:ln>
        </p:spPr>
      </p:sp>
      <p:sp>
        <p:nvSpPr>
          <p:cNvPr id="35" name="v2-257-a-infer">
            <a:extLst xmlns:a="http://schemas.openxmlformats.org/drawingml/2006/main">
              <a:ext uri="{FF2B5EF4-FFF2-40B4-BE49-F238E27FC236}">
                <a16:creationId xmlns:a16="http://schemas.microsoft.com/office/drawing/2014/main" id="{7A3372B2-1020-4795-A27D-37D30287F342}"/>
              </a:ext>
            </a:extLst>
          </p:cNvPr>
          <p:cNvSpPr>
            <a:spLocks xmlns:a="http://schemas.openxmlformats.org/drawingml/2006/main" noGrp="1"/>
          </p:cNvSpPr>
          <p:nvPr/>
        </p:nvSpPr>
        <p:spPr>
          <a:xfrm xmlns:a="http://schemas.openxmlformats.org/drawingml/2006/main">
            <a:off x="2428875" y="4400550"/>
            <a:ext cx="942975" cy="990600"/>
          </a:xfrm>
          <a:custGeom xmlns:a="http://schemas.openxmlformats.org/drawingml/2006/main">
            <a:pathLst>
              <a:path w="942975" h="990600">
                <a:moveTo>
                  <a:pt x="942975" y="0"/>
                </a:moveTo>
                <a:lnTo>
                  <a:pt x="942975" y="409575"/>
                </a:lnTo>
                <a:lnTo>
                  <a:pt x="0" y="409575"/>
                </a:lnTo>
                <a:lnTo>
                  <a:pt x="0" y="990600"/>
                </a:lnTo>
              </a:path>
            </a:pathLst>
          </a:custGeom>
          <a:noFill xmlns:a="http://schemas.openxmlformats.org/drawingml/2006/main"/>
          <a:ln xmlns:a="http://schemas.openxmlformats.org/drawingml/2006/main" w="24765">
            <a:solidFill>
              <a:srgbClr val="00889A"/>
            </a:solidFill>
            <a:prstDash val="solid"/>
          </a:ln>
        </p:spPr>
      </p:sp>
      <p:sp>
        <p:nvSpPr>
          <p:cNvPr id="36" name="v2-258-a-infer-head">
            <a:extLst xmlns:a="http://schemas.openxmlformats.org/drawingml/2006/main">
              <a:ext uri="{FF2B5EF4-FFF2-40B4-BE49-F238E27FC236}">
                <a16:creationId xmlns:a16="http://schemas.microsoft.com/office/drawing/2014/main" id="{A46EE732-3280-433E-9E02-2E350937B860}"/>
              </a:ext>
            </a:extLst>
          </p:cNvPr>
          <p:cNvSpPr>
            <a:spLocks xmlns:a="http://schemas.openxmlformats.org/drawingml/2006/main" noGrp="1"/>
          </p:cNvSpPr>
          <p:nvPr/>
        </p:nvSpPr>
        <p:spPr>
          <a:xfrm xmlns:a="http://schemas.openxmlformats.org/drawingml/2006/main">
            <a:off x="2374077" y="5290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37" name="v2-259-note">
            <a:extLst xmlns:a="http://schemas.openxmlformats.org/drawingml/2006/main">
              <a:ext uri="{FF2B5EF4-FFF2-40B4-BE49-F238E27FC236}">
                <a16:creationId xmlns:a16="http://schemas.microsoft.com/office/drawing/2014/main" id="{A5FB2E84-E2DC-4E40-B46B-6B68309D8A29}"/>
              </a:ext>
            </a:extLst>
          </p:cNvPr>
          <p:cNvSpPr>
            <a:spLocks xmlns:a="http://schemas.openxmlformats.org/drawingml/2006/main" noGrp="1"/>
          </p:cNvSpPr>
          <p:nvPr/>
        </p:nvSpPr>
        <p:spPr>
          <a:xfrm xmlns:a="http://schemas.openxmlformats.org/drawingml/2006/main">
            <a:off x="819150" y="44100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지시</a:t>
            </a:r>
          </a:p>
        </p:txBody>
      </p:sp>
      <p:sp>
        <p:nvSpPr>
          <p:cNvPr id="38" name="v2-260-a-infer-return">
            <a:extLst xmlns:a="http://schemas.openxmlformats.org/drawingml/2006/main">
              <a:ext uri="{FF2B5EF4-FFF2-40B4-BE49-F238E27FC236}">
                <a16:creationId xmlns:a16="http://schemas.microsoft.com/office/drawing/2014/main" id="{B79F5ADE-7773-44C6-822C-1B87009CBC02}"/>
              </a:ext>
            </a:extLst>
          </p:cNvPr>
          <p:cNvSpPr>
            <a:spLocks xmlns:a="http://schemas.openxmlformats.org/drawingml/2006/main" noGrp="1"/>
          </p:cNvSpPr>
          <p:nvPr/>
        </p:nvSpPr>
        <p:spPr>
          <a:xfrm xmlns:a="http://schemas.openxmlformats.org/drawingml/2006/main">
            <a:off x="4048125" y="4400550"/>
            <a:ext cx="466725" cy="1219200"/>
          </a:xfrm>
          <a:custGeom xmlns:a="http://schemas.openxmlformats.org/drawingml/2006/main">
            <a:pathLst>
              <a:path w="466725" h="1219200">
                <a:moveTo>
                  <a:pt x="0" y="1219200"/>
                </a:moveTo>
                <a:lnTo>
                  <a:pt x="466725" y="1219200"/>
                </a:lnTo>
                <a:lnTo>
                  <a:pt x="466725" y="0"/>
                </a:lnTo>
              </a:path>
            </a:pathLst>
          </a:custGeom>
          <a:noFill xmlns:a="http://schemas.openxmlformats.org/drawingml/2006/main"/>
          <a:ln xmlns:a="http://schemas.openxmlformats.org/drawingml/2006/main" w="24765">
            <a:solidFill>
              <a:srgbClr val="576773"/>
            </a:solidFill>
            <a:prstDash val="solid"/>
          </a:ln>
        </p:spPr>
      </p:sp>
      <p:sp>
        <p:nvSpPr>
          <p:cNvPr id="39" name="v2-261-a-infer-return-head">
            <a:extLst xmlns:a="http://schemas.openxmlformats.org/drawingml/2006/main">
              <a:ext uri="{FF2B5EF4-FFF2-40B4-BE49-F238E27FC236}">
                <a16:creationId xmlns:a16="http://schemas.microsoft.com/office/drawing/2014/main" id="{3BDA8E63-1A25-4814-933A-AC67476D6684}"/>
              </a:ext>
            </a:extLst>
          </p:cNvPr>
          <p:cNvSpPr>
            <a:spLocks xmlns:a="http://schemas.openxmlformats.org/drawingml/2006/main" noGrp="1"/>
          </p:cNvSpPr>
          <p:nvPr/>
        </p:nvSpPr>
        <p:spPr>
          <a:xfrm xmlns:a="http://schemas.openxmlformats.org/drawingml/2006/main">
            <a:off x="446005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0" name="v2-262-note">
            <a:extLst xmlns:a="http://schemas.openxmlformats.org/drawingml/2006/main">
              <a:ext uri="{FF2B5EF4-FFF2-40B4-BE49-F238E27FC236}">
                <a16:creationId xmlns:a16="http://schemas.microsoft.com/office/drawing/2014/main" id="{90254A0B-BD9B-42F5-A9E4-D002865D89CA}"/>
              </a:ext>
            </a:extLst>
          </p:cNvPr>
          <p:cNvSpPr>
            <a:spLocks xmlns:a="http://schemas.openxmlformats.org/drawingml/2006/main" noGrp="1"/>
          </p:cNvSpPr>
          <p:nvPr/>
        </p:nvSpPr>
        <p:spPr>
          <a:xfrm xmlns:a="http://schemas.openxmlformats.org/drawingml/2006/main">
            <a:off x="3314700" y="4857750"/>
            <a:ext cx="2105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② 완료 회수</a:t>
            </a:r>
          </a:p>
        </p:txBody>
      </p:sp>
      <p:sp>
        <p:nvSpPr>
          <p:cNvPr id="41" name="v2-263-a-compose">
            <a:extLst xmlns:a="http://schemas.openxmlformats.org/drawingml/2006/main">
              <a:ext uri="{FF2B5EF4-FFF2-40B4-BE49-F238E27FC236}">
                <a16:creationId xmlns:a16="http://schemas.microsoft.com/office/drawing/2014/main" id="{B66C43C1-4B45-420D-92A8-531E2611D112}"/>
              </a:ext>
            </a:extLst>
          </p:cNvPr>
          <p:cNvSpPr>
            <a:spLocks xmlns:a="http://schemas.openxmlformats.org/drawingml/2006/main" noGrp="1"/>
          </p:cNvSpPr>
          <p:nvPr/>
        </p:nvSpPr>
        <p:spPr>
          <a:xfrm xmlns:a="http://schemas.openxmlformats.org/drawingml/2006/main">
            <a:off x="5076825" y="4400550"/>
            <a:ext cx="1819275" cy="1104900"/>
          </a:xfrm>
          <a:custGeom xmlns:a="http://schemas.openxmlformats.org/drawingml/2006/main">
            <a:pathLst>
              <a:path w="1819275" h="1104900">
                <a:moveTo>
                  <a:pt x="0" y="0"/>
                </a:moveTo>
                <a:lnTo>
                  <a:pt x="0" y="371475"/>
                </a:lnTo>
                <a:lnTo>
                  <a:pt x="1819275" y="371475"/>
                </a:lnTo>
                <a:lnTo>
                  <a:pt x="1819275" y="1104900"/>
                </a:lnTo>
              </a:path>
            </a:pathLst>
          </a:custGeom>
          <a:noFill xmlns:a="http://schemas.openxmlformats.org/drawingml/2006/main"/>
          <a:ln xmlns:a="http://schemas.openxmlformats.org/drawingml/2006/main" w="24765">
            <a:solidFill>
              <a:srgbClr val="00889A"/>
            </a:solidFill>
            <a:prstDash val="solid"/>
          </a:ln>
        </p:spPr>
      </p:sp>
      <p:sp>
        <p:nvSpPr>
          <p:cNvPr id="42" name="v2-264-a-compose-head">
            <a:extLst xmlns:a="http://schemas.openxmlformats.org/drawingml/2006/main">
              <a:ext uri="{FF2B5EF4-FFF2-40B4-BE49-F238E27FC236}">
                <a16:creationId xmlns:a16="http://schemas.microsoft.com/office/drawing/2014/main" id="{BB79F469-C51D-4622-9CB4-657DF2206553}"/>
              </a:ext>
            </a:extLst>
          </p:cNvPr>
          <p:cNvSpPr>
            <a:spLocks xmlns:a="http://schemas.openxmlformats.org/drawingml/2006/main" noGrp="1"/>
          </p:cNvSpPr>
          <p:nvPr/>
        </p:nvSpPr>
        <p:spPr>
          <a:xfrm xmlns:a="http://schemas.openxmlformats.org/drawingml/2006/main">
            <a:off x="6841302" y="54051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43" name="v2-265-note">
            <a:extLst xmlns:a="http://schemas.openxmlformats.org/drawingml/2006/main">
              <a:ext uri="{FF2B5EF4-FFF2-40B4-BE49-F238E27FC236}">
                <a16:creationId xmlns:a16="http://schemas.microsoft.com/office/drawing/2014/main" id="{FA75560D-11D4-42D2-B84F-6F525F4DD23F}"/>
              </a:ext>
            </a:extLst>
          </p:cNvPr>
          <p:cNvSpPr>
            <a:spLocks xmlns:a="http://schemas.openxmlformats.org/drawingml/2006/main" noGrp="1"/>
          </p:cNvSpPr>
          <p:nvPr/>
        </p:nvSpPr>
        <p:spPr>
          <a:xfrm xmlns:a="http://schemas.openxmlformats.org/drawingml/2006/main">
            <a:off x="6334125" y="443865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③ 준비 지시</a:t>
            </a:r>
          </a:p>
        </p:txBody>
      </p:sp>
      <p:sp>
        <p:nvSpPr>
          <p:cNvPr id="44" name="v2-266-a-comp-return">
            <a:extLst xmlns:a="http://schemas.openxmlformats.org/drawingml/2006/main">
              <a:ext uri="{FF2B5EF4-FFF2-40B4-BE49-F238E27FC236}">
                <a16:creationId xmlns:a16="http://schemas.microsoft.com/office/drawing/2014/main" id="{32E03223-F0F8-4936-9326-42CE56686BA1}"/>
              </a:ext>
            </a:extLst>
          </p:cNvPr>
          <p:cNvSpPr>
            <a:spLocks xmlns:a="http://schemas.openxmlformats.org/drawingml/2006/main" noGrp="1"/>
          </p:cNvSpPr>
          <p:nvPr/>
        </p:nvSpPr>
        <p:spPr>
          <a:xfrm xmlns:a="http://schemas.openxmlformats.org/drawingml/2006/main">
            <a:off x="4724400" y="4400550"/>
            <a:ext cx="571500" cy="1323975"/>
          </a:xfrm>
          <a:custGeom xmlns:a="http://schemas.openxmlformats.org/drawingml/2006/main">
            <a:pathLst>
              <a:path w="571500" h="1323975">
                <a:moveTo>
                  <a:pt x="571500" y="1323975"/>
                </a:moveTo>
                <a:lnTo>
                  <a:pt x="0" y="1323975"/>
                </a:lnTo>
                <a:lnTo>
                  <a:pt x="0" y="0"/>
                </a:lnTo>
              </a:path>
            </a:pathLst>
          </a:custGeom>
          <a:noFill xmlns:a="http://schemas.openxmlformats.org/drawingml/2006/main"/>
          <a:ln xmlns:a="http://schemas.openxmlformats.org/drawingml/2006/main" w="24765">
            <a:solidFill>
              <a:srgbClr val="576773"/>
            </a:solidFill>
            <a:prstDash val="solid"/>
          </a:ln>
        </p:spPr>
      </p:sp>
      <p:sp>
        <p:nvSpPr>
          <p:cNvPr id="45" name="v2-267-a-comp-return-head">
            <a:extLst xmlns:a="http://schemas.openxmlformats.org/drawingml/2006/main">
              <a:ext uri="{FF2B5EF4-FFF2-40B4-BE49-F238E27FC236}">
                <a16:creationId xmlns:a16="http://schemas.microsoft.com/office/drawing/2014/main" id="{D5A3F212-A008-430F-85DD-B1E63907A13E}"/>
              </a:ext>
            </a:extLst>
          </p:cNvPr>
          <p:cNvSpPr>
            <a:spLocks xmlns:a="http://schemas.openxmlformats.org/drawingml/2006/main" noGrp="1"/>
          </p:cNvSpPr>
          <p:nvPr/>
        </p:nvSpPr>
        <p:spPr>
          <a:xfrm xmlns:a="http://schemas.openxmlformats.org/drawingml/2006/main">
            <a:off x="466960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6" name="v2-268-Request Controller">
            <a:extLst xmlns:a="http://schemas.openxmlformats.org/drawingml/2006/main">
              <a:ext uri="{FF2B5EF4-FFF2-40B4-BE49-F238E27FC236}">
                <a16:creationId xmlns:a16="http://schemas.microsoft.com/office/drawing/2014/main" id="{AA4ACB19-B03A-4D44-A5D6-77D887B38511}"/>
              </a:ext>
            </a:extLst>
          </p:cNvPr>
          <p:cNvSpPr>
            <a:spLocks xmlns:a="http://schemas.openxmlformats.org/drawingml/2006/main" noGrp="1"/>
          </p:cNvSpPr>
          <p:nvPr/>
        </p:nvSpPr>
        <p:spPr>
          <a:xfrm xmlns:a="http://schemas.openxmlformats.org/drawingml/2006/main">
            <a:off x="9334500" y="3371850"/>
            <a:ext cx="83724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7" name="v2-269-Request Controller-boundary">
            <a:extLst xmlns:a="http://schemas.openxmlformats.org/drawingml/2006/main">
              <a:ext uri="{FF2B5EF4-FFF2-40B4-BE49-F238E27FC236}">
                <a16:creationId xmlns:a16="http://schemas.microsoft.com/office/drawing/2014/main" id="{F831E72C-9EC8-47B9-BB66-6D875CA14ADF}"/>
              </a:ext>
            </a:extLst>
          </p:cNvPr>
          <p:cNvSpPr>
            <a:spLocks xmlns:a="http://schemas.openxmlformats.org/drawingml/2006/main" noGrp="1"/>
          </p:cNvSpPr>
          <p:nvPr/>
        </p:nvSpPr>
        <p:spPr>
          <a:xfrm xmlns:a="http://schemas.openxmlformats.org/drawingml/2006/main">
            <a:off x="9467850"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Controller</a:t>
            </a:r>
          </a:p>
        </p:txBody>
      </p:sp>
      <p:sp>
        <p:nvSpPr>
          <p:cNvPr id="48" name="v2-270-Input Resolution Stage">
            <a:extLst xmlns:a="http://schemas.openxmlformats.org/drawingml/2006/main">
              <a:ext uri="{FF2B5EF4-FFF2-40B4-BE49-F238E27FC236}">
                <a16:creationId xmlns:a16="http://schemas.microsoft.com/office/drawing/2014/main" id="{5C643E7F-22F3-44F1-9C86-F355B4BF8A2B}"/>
              </a:ext>
            </a:extLst>
          </p:cNvPr>
          <p:cNvSpPr>
            <a:spLocks xmlns:a="http://schemas.openxmlformats.org/drawingml/2006/main" noGrp="1"/>
          </p:cNvSpPr>
          <p:nvPr/>
        </p:nvSpPr>
        <p:spPr>
          <a:xfrm xmlns:a="http://schemas.openxmlformats.org/drawingml/2006/main">
            <a:off x="9448800" y="3800475"/>
            <a:ext cx="3857625"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9" name="v2-271-Input Resolution Stage-name">
            <a:extLst xmlns:a="http://schemas.openxmlformats.org/drawingml/2006/main">
              <a:ext uri="{FF2B5EF4-FFF2-40B4-BE49-F238E27FC236}">
                <a16:creationId xmlns:a16="http://schemas.microsoft.com/office/drawing/2014/main" id="{6FF308B9-5525-4942-A3BA-82134AC776B5}"/>
              </a:ext>
            </a:extLst>
          </p:cNvPr>
          <p:cNvSpPr>
            <a:spLocks xmlns:a="http://schemas.openxmlformats.org/drawingml/2006/main" noGrp="1"/>
          </p:cNvSpPr>
          <p:nvPr/>
        </p:nvSpPr>
        <p:spPr>
          <a:xfrm xmlns:a="http://schemas.openxmlformats.org/drawingml/2006/main">
            <a:off x="9525000" y="3800475"/>
            <a:ext cx="3705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Input Resolution Stage</a:t>
            </a:r>
          </a:p>
        </p:txBody>
      </p:sp>
      <p:sp>
        <p:nvSpPr>
          <p:cNvPr id="50" name="v2-272-Task Notice Stage">
            <a:extLst xmlns:a="http://schemas.openxmlformats.org/drawingml/2006/main">
              <a:ext uri="{FF2B5EF4-FFF2-40B4-BE49-F238E27FC236}">
                <a16:creationId xmlns:a16="http://schemas.microsoft.com/office/drawing/2014/main" id="{BA862099-4D56-4EB4-AAC8-0BB6CA9AF7E8}"/>
              </a:ext>
            </a:extLst>
          </p:cNvPr>
          <p:cNvSpPr>
            <a:spLocks xmlns:a="http://schemas.openxmlformats.org/drawingml/2006/main" noGrp="1"/>
          </p:cNvSpPr>
          <p:nvPr/>
        </p:nvSpPr>
        <p:spPr>
          <a:xfrm xmlns:a="http://schemas.openxmlformats.org/drawingml/2006/main">
            <a:off x="14011275" y="3800475"/>
            <a:ext cx="3524250"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51" name="v2-273-Task Notice Stage-name">
            <a:extLst xmlns:a="http://schemas.openxmlformats.org/drawingml/2006/main">
              <a:ext uri="{FF2B5EF4-FFF2-40B4-BE49-F238E27FC236}">
                <a16:creationId xmlns:a16="http://schemas.microsoft.com/office/drawing/2014/main" id="{DD1F0FE6-8E78-4362-952E-79C93AC72F14}"/>
              </a:ext>
            </a:extLst>
          </p:cNvPr>
          <p:cNvSpPr>
            <a:spLocks xmlns:a="http://schemas.openxmlformats.org/drawingml/2006/main" noGrp="1"/>
          </p:cNvSpPr>
          <p:nvPr/>
        </p:nvSpPr>
        <p:spPr>
          <a:xfrm xmlns:a="http://schemas.openxmlformats.org/drawingml/2006/main">
            <a:off x="14087475" y="38004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Notice Stage</a:t>
            </a:r>
          </a:p>
        </p:txBody>
      </p:sp>
      <p:sp>
        <p:nvSpPr>
          <p:cNvPr id="52" name="v2-274-Input Window">
            <a:extLst xmlns:a="http://schemas.openxmlformats.org/drawingml/2006/main">
              <a:ext uri="{FF2B5EF4-FFF2-40B4-BE49-F238E27FC236}">
                <a16:creationId xmlns:a16="http://schemas.microsoft.com/office/drawing/2014/main" id="{C8BA59D1-1B33-4D24-80B6-7B525134C4B8}"/>
              </a:ext>
            </a:extLst>
          </p:cNvPr>
          <p:cNvSpPr>
            <a:spLocks xmlns:a="http://schemas.openxmlformats.org/drawingml/2006/main" noGrp="1"/>
          </p:cNvSpPr>
          <p:nvPr/>
        </p:nvSpPr>
        <p:spPr>
          <a:xfrm xmlns:a="http://schemas.openxmlformats.org/drawingml/2006/main">
            <a:off x="9448800"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3" name="v2-275-Input Window-name">
            <a:extLst xmlns:a="http://schemas.openxmlformats.org/drawingml/2006/main">
              <a:ext uri="{FF2B5EF4-FFF2-40B4-BE49-F238E27FC236}">
                <a16:creationId xmlns:a16="http://schemas.microsoft.com/office/drawing/2014/main" id="{89F283C8-9863-4ABB-9491-E5EDFCF5FA72}"/>
              </a:ext>
            </a:extLst>
          </p:cNvPr>
          <p:cNvSpPr>
            <a:spLocks xmlns:a="http://schemas.openxmlformats.org/drawingml/2006/main" noGrp="1"/>
          </p:cNvSpPr>
          <p:nvPr/>
        </p:nvSpPr>
        <p:spPr>
          <a:xfrm xmlns:a="http://schemas.openxmlformats.org/drawingml/2006/main">
            <a:off x="9525000"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Input Window</a:t>
            </a:r>
          </a:p>
        </p:txBody>
      </p:sp>
      <p:sp>
        <p:nvSpPr>
          <p:cNvPr id="54" name="v2-276-Notice Window">
            <a:extLst xmlns:a="http://schemas.openxmlformats.org/drawingml/2006/main">
              <a:ext uri="{FF2B5EF4-FFF2-40B4-BE49-F238E27FC236}">
                <a16:creationId xmlns:a16="http://schemas.microsoft.com/office/drawing/2014/main" id="{90A77247-D0D0-4278-948B-1A0E84688BC3}"/>
              </a:ext>
            </a:extLst>
          </p:cNvPr>
          <p:cNvSpPr>
            <a:spLocks xmlns:a="http://schemas.openxmlformats.org/drawingml/2006/main" noGrp="1"/>
          </p:cNvSpPr>
          <p:nvPr/>
        </p:nvSpPr>
        <p:spPr>
          <a:xfrm xmlns:a="http://schemas.openxmlformats.org/drawingml/2006/main">
            <a:off x="15344775"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5" name="v2-277-Notice Window-name">
            <a:extLst xmlns:a="http://schemas.openxmlformats.org/drawingml/2006/main">
              <a:ext uri="{FF2B5EF4-FFF2-40B4-BE49-F238E27FC236}">
                <a16:creationId xmlns:a16="http://schemas.microsoft.com/office/drawing/2014/main" id="{0B725E0D-4A2D-430E-8D06-3406532A2D0C}"/>
              </a:ext>
            </a:extLst>
          </p:cNvPr>
          <p:cNvSpPr>
            <a:spLocks xmlns:a="http://schemas.openxmlformats.org/drawingml/2006/main" noGrp="1"/>
          </p:cNvSpPr>
          <p:nvPr/>
        </p:nvSpPr>
        <p:spPr>
          <a:xfrm xmlns:a="http://schemas.openxmlformats.org/drawingml/2006/main">
            <a:off x="15420975"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Notice Window</a:t>
            </a:r>
          </a:p>
        </p:txBody>
      </p:sp>
      <p:sp>
        <p:nvSpPr>
          <p:cNvPr id="56" name="v2-278-b-input">
            <a:extLst xmlns:a="http://schemas.openxmlformats.org/drawingml/2006/main">
              <a:ext uri="{FF2B5EF4-FFF2-40B4-BE49-F238E27FC236}">
                <a16:creationId xmlns:a16="http://schemas.microsoft.com/office/drawing/2014/main" id="{3E9CB588-B3BF-4ADE-8E2E-2F2C5E54CB70}"/>
              </a:ext>
            </a:extLst>
          </p:cNvPr>
          <p:cNvSpPr>
            <a:spLocks xmlns:a="http://schemas.openxmlformats.org/drawingml/2006/main" noGrp="1"/>
          </p:cNvSpPr>
          <p:nvPr/>
        </p:nvSpPr>
        <p:spPr>
          <a:xfrm xmlns:a="http://schemas.openxmlformats.org/drawingml/2006/main">
            <a:off x="1127760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7" name="v2-279-b-input-head">
            <a:extLst xmlns:a="http://schemas.openxmlformats.org/drawingml/2006/main">
              <a:ext uri="{FF2B5EF4-FFF2-40B4-BE49-F238E27FC236}">
                <a16:creationId xmlns:a16="http://schemas.microsoft.com/office/drawing/2014/main" id="{3721A980-E25B-47FE-8753-28D745AF9D61}"/>
              </a:ext>
            </a:extLst>
          </p:cNvPr>
          <p:cNvSpPr>
            <a:spLocks xmlns:a="http://schemas.openxmlformats.org/drawingml/2006/main" noGrp="1"/>
          </p:cNvSpPr>
          <p:nvPr/>
        </p:nvSpPr>
        <p:spPr>
          <a:xfrm xmlns:a="http://schemas.openxmlformats.org/drawingml/2006/main">
            <a:off x="112228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58" name="v2-280-b-task">
            <a:extLst xmlns:a="http://schemas.openxmlformats.org/drawingml/2006/main">
              <a:ext uri="{FF2B5EF4-FFF2-40B4-BE49-F238E27FC236}">
                <a16:creationId xmlns:a16="http://schemas.microsoft.com/office/drawing/2014/main" id="{93FCC4A5-EDCD-4929-9428-0579DF94C9AC}"/>
              </a:ext>
            </a:extLst>
          </p:cNvPr>
          <p:cNvSpPr>
            <a:spLocks xmlns:a="http://schemas.openxmlformats.org/drawingml/2006/main" noGrp="1"/>
          </p:cNvSpPr>
          <p:nvPr/>
        </p:nvSpPr>
        <p:spPr>
          <a:xfrm xmlns:a="http://schemas.openxmlformats.org/drawingml/2006/main">
            <a:off x="1579245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9" name="v2-281-b-task-head">
            <a:extLst xmlns:a="http://schemas.openxmlformats.org/drawingml/2006/main">
              <a:ext uri="{FF2B5EF4-FFF2-40B4-BE49-F238E27FC236}">
                <a16:creationId xmlns:a16="http://schemas.microsoft.com/office/drawing/2014/main" id="{59D1A660-5CF6-47AD-99D0-209C083EEA57}"/>
              </a:ext>
            </a:extLst>
          </p:cNvPr>
          <p:cNvSpPr>
            <a:spLocks xmlns:a="http://schemas.openxmlformats.org/drawingml/2006/main" noGrp="1"/>
          </p:cNvSpPr>
          <p:nvPr/>
        </p:nvSpPr>
        <p:spPr>
          <a:xfrm xmlns:a="http://schemas.openxmlformats.org/drawingml/2006/main">
            <a:off x="1573765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60" name="v2-282-b-input-state">
            <a:extLst xmlns:a="http://schemas.openxmlformats.org/drawingml/2006/main">
              <a:ext uri="{FF2B5EF4-FFF2-40B4-BE49-F238E27FC236}">
                <a16:creationId xmlns:a16="http://schemas.microsoft.com/office/drawing/2014/main" id="{23CF3CF7-6445-4FC2-92FF-9D2B96A0E884}"/>
              </a:ext>
            </a:extLst>
          </p:cNvPr>
          <p:cNvSpPr>
            <a:spLocks xmlns:a="http://schemas.openxmlformats.org/drawingml/2006/main" noGrp="1"/>
          </p:cNvSpPr>
          <p:nvPr/>
        </p:nvSpPr>
        <p:spPr>
          <a:xfrm xmlns:a="http://schemas.openxmlformats.org/drawingml/2006/main">
            <a:off x="10544175"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1" name="v2-283-b-input-state-head">
            <a:extLst xmlns:a="http://schemas.openxmlformats.org/drawingml/2006/main">
              <a:ext uri="{FF2B5EF4-FFF2-40B4-BE49-F238E27FC236}">
                <a16:creationId xmlns:a16="http://schemas.microsoft.com/office/drawing/2014/main" id="{23273D72-5773-48EE-9397-A43B0F31756A}"/>
              </a:ext>
            </a:extLst>
          </p:cNvPr>
          <p:cNvSpPr>
            <a:spLocks xmlns:a="http://schemas.openxmlformats.org/drawingml/2006/main" noGrp="1"/>
          </p:cNvSpPr>
          <p:nvPr/>
        </p:nvSpPr>
        <p:spPr>
          <a:xfrm xmlns:a="http://schemas.openxmlformats.org/drawingml/2006/main">
            <a:off x="10489377"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2" name="v2-284-b-notice-state">
            <a:extLst xmlns:a="http://schemas.openxmlformats.org/drawingml/2006/main">
              <a:ext uri="{FF2B5EF4-FFF2-40B4-BE49-F238E27FC236}">
                <a16:creationId xmlns:a16="http://schemas.microsoft.com/office/drawing/2014/main" id="{888F5816-5AD2-41AC-A875-D707AEA4CA17}"/>
              </a:ext>
            </a:extLst>
          </p:cNvPr>
          <p:cNvSpPr>
            <a:spLocks xmlns:a="http://schemas.openxmlformats.org/drawingml/2006/main" noGrp="1"/>
          </p:cNvSpPr>
          <p:nvPr/>
        </p:nvSpPr>
        <p:spPr>
          <a:xfrm xmlns:a="http://schemas.openxmlformats.org/drawingml/2006/main">
            <a:off x="16440150"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3" name="v2-285-b-notice-state-head">
            <a:extLst xmlns:a="http://schemas.openxmlformats.org/drawingml/2006/main">
              <a:ext uri="{FF2B5EF4-FFF2-40B4-BE49-F238E27FC236}">
                <a16:creationId xmlns:a16="http://schemas.microsoft.com/office/drawing/2014/main" id="{2466763E-E991-4D62-B10C-E537C805ABAD}"/>
              </a:ext>
            </a:extLst>
          </p:cNvPr>
          <p:cNvSpPr>
            <a:spLocks xmlns:a="http://schemas.openxmlformats.org/drawingml/2006/main" noGrp="1"/>
          </p:cNvSpPr>
          <p:nvPr/>
        </p:nvSpPr>
        <p:spPr>
          <a:xfrm xmlns:a="http://schemas.openxmlformats.org/drawingml/2006/main">
            <a:off x="16385352"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4" name="v2-286-Request Interpreter">
            <a:extLst xmlns:a="http://schemas.openxmlformats.org/drawingml/2006/main">
              <a:ext uri="{FF2B5EF4-FFF2-40B4-BE49-F238E27FC236}">
                <a16:creationId xmlns:a16="http://schemas.microsoft.com/office/drawing/2014/main" id="{4B7B331B-356C-43EE-BF6E-12DE7A6DCB8A}"/>
              </a:ext>
            </a:extLst>
          </p:cNvPr>
          <p:cNvSpPr>
            <a:spLocks xmlns:a="http://schemas.openxmlformats.org/drawingml/2006/main" noGrp="1"/>
          </p:cNvSpPr>
          <p:nvPr/>
        </p:nvSpPr>
        <p:spPr>
          <a:xfrm xmlns:a="http://schemas.openxmlformats.org/drawingml/2006/main">
            <a:off x="9477375" y="5314950"/>
            <a:ext cx="3857625"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5" name="v2-287-Request Interpreter-name">
            <a:extLst xmlns:a="http://schemas.openxmlformats.org/drawingml/2006/main">
              <a:ext uri="{FF2B5EF4-FFF2-40B4-BE49-F238E27FC236}">
                <a16:creationId xmlns:a16="http://schemas.microsoft.com/office/drawing/2014/main" id="{45E2C3D7-F729-42B9-93FA-636F52B60B02}"/>
              </a:ext>
            </a:extLst>
          </p:cNvPr>
          <p:cNvSpPr>
            <a:spLocks xmlns:a="http://schemas.openxmlformats.org/drawingml/2006/main" noGrp="1"/>
          </p:cNvSpPr>
          <p:nvPr/>
        </p:nvSpPr>
        <p:spPr>
          <a:xfrm xmlns:a="http://schemas.openxmlformats.org/drawingml/2006/main">
            <a:off x="9553575" y="5314950"/>
            <a:ext cx="370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Interpreter</a:t>
            </a:r>
          </a:p>
        </p:txBody>
      </p:sp>
      <p:sp>
        <p:nvSpPr>
          <p:cNvPr id="66" name="v2-288-Response Manager">
            <a:extLst xmlns:a="http://schemas.openxmlformats.org/drawingml/2006/main">
              <a:ext uri="{FF2B5EF4-FFF2-40B4-BE49-F238E27FC236}">
                <a16:creationId xmlns:a16="http://schemas.microsoft.com/office/drawing/2014/main" id="{B768E91E-6077-47EE-B5F9-76E90E1FA16B}"/>
              </a:ext>
            </a:extLst>
          </p:cNvPr>
          <p:cNvSpPr>
            <a:spLocks xmlns:a="http://schemas.openxmlformats.org/drawingml/2006/main" noGrp="1"/>
          </p:cNvSpPr>
          <p:nvPr/>
        </p:nvSpPr>
        <p:spPr>
          <a:xfrm xmlns:a="http://schemas.openxmlformats.org/drawingml/2006/main">
            <a:off x="13839825" y="5010150"/>
            <a:ext cx="3886200" cy="11144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67" name="v2-289-Response Manager-boundary">
            <a:extLst xmlns:a="http://schemas.openxmlformats.org/drawingml/2006/main">
              <a:ext uri="{FF2B5EF4-FFF2-40B4-BE49-F238E27FC236}">
                <a16:creationId xmlns:a16="http://schemas.microsoft.com/office/drawing/2014/main" id="{63E0799F-D00C-40F7-A4E1-5AEAF0CFAE49}"/>
              </a:ext>
            </a:extLst>
          </p:cNvPr>
          <p:cNvSpPr>
            <a:spLocks xmlns:a="http://schemas.openxmlformats.org/drawingml/2006/main" noGrp="1"/>
          </p:cNvSpPr>
          <p:nvPr/>
        </p:nvSpPr>
        <p:spPr>
          <a:xfrm xmlns:a="http://schemas.openxmlformats.org/drawingml/2006/main">
            <a:off x="13973175" y="5048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Response Manager</a:t>
            </a:r>
          </a:p>
        </p:txBody>
      </p:sp>
      <p:sp>
        <p:nvSpPr>
          <p:cNvPr id="68" name="v2-290-Response Composer">
            <a:extLst xmlns:a="http://schemas.openxmlformats.org/drawingml/2006/main">
              <a:ext uri="{FF2B5EF4-FFF2-40B4-BE49-F238E27FC236}">
                <a16:creationId xmlns:a16="http://schemas.microsoft.com/office/drawing/2014/main" id="{8E7B5E4B-9B13-40D0-8F2A-F6B6C2DAE3BE}"/>
              </a:ext>
            </a:extLst>
          </p:cNvPr>
          <p:cNvSpPr>
            <a:spLocks xmlns:a="http://schemas.openxmlformats.org/drawingml/2006/main" noGrp="1"/>
          </p:cNvSpPr>
          <p:nvPr/>
        </p:nvSpPr>
        <p:spPr>
          <a:xfrm xmlns:a="http://schemas.openxmlformats.org/drawingml/2006/main">
            <a:off x="14001750" y="5391150"/>
            <a:ext cx="3552825" cy="3048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9" name="v2-291-Response Composer-name">
            <a:extLst xmlns:a="http://schemas.openxmlformats.org/drawingml/2006/main">
              <a:ext uri="{FF2B5EF4-FFF2-40B4-BE49-F238E27FC236}">
                <a16:creationId xmlns:a16="http://schemas.microsoft.com/office/drawing/2014/main" id="{5EF0B62B-FA4A-47B1-B6F2-A082CD3F7E64}"/>
              </a:ext>
            </a:extLst>
          </p:cNvPr>
          <p:cNvSpPr>
            <a:spLocks xmlns:a="http://schemas.openxmlformats.org/drawingml/2006/main" noGrp="1"/>
          </p:cNvSpPr>
          <p:nvPr/>
        </p:nvSpPr>
        <p:spPr>
          <a:xfrm xmlns:a="http://schemas.openxmlformats.org/drawingml/2006/main">
            <a:off x="14077950" y="5391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Response Composer</a:t>
            </a:r>
          </a:p>
        </p:txBody>
      </p:sp>
      <p:sp>
        <p:nvSpPr>
          <p:cNvPr id="70" name="v2-292-Publication Join">
            <a:extLst xmlns:a="http://schemas.openxmlformats.org/drawingml/2006/main">
              <a:ext uri="{FF2B5EF4-FFF2-40B4-BE49-F238E27FC236}">
                <a16:creationId xmlns:a16="http://schemas.microsoft.com/office/drawing/2014/main" id="{460C16DC-E3B8-481D-992A-61E1601A23A1}"/>
              </a:ext>
            </a:extLst>
          </p:cNvPr>
          <p:cNvSpPr>
            <a:spLocks xmlns:a="http://schemas.openxmlformats.org/drawingml/2006/main" noGrp="1"/>
          </p:cNvSpPr>
          <p:nvPr/>
        </p:nvSpPr>
        <p:spPr>
          <a:xfrm xmlns:a="http://schemas.openxmlformats.org/drawingml/2006/main">
            <a:off x="14001750" y="5772150"/>
            <a:ext cx="3552825" cy="3048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71" name="v2-293-Publication Join-name">
            <a:extLst xmlns:a="http://schemas.openxmlformats.org/drawingml/2006/main">
              <a:ext uri="{FF2B5EF4-FFF2-40B4-BE49-F238E27FC236}">
                <a16:creationId xmlns:a16="http://schemas.microsoft.com/office/drawing/2014/main" id="{B8065C27-3C07-4882-B1AD-6613648383CA}"/>
              </a:ext>
            </a:extLst>
          </p:cNvPr>
          <p:cNvSpPr>
            <a:spLocks xmlns:a="http://schemas.openxmlformats.org/drawingml/2006/main" noGrp="1"/>
          </p:cNvSpPr>
          <p:nvPr/>
        </p:nvSpPr>
        <p:spPr>
          <a:xfrm xmlns:a="http://schemas.openxmlformats.org/drawingml/2006/main">
            <a:off x="14077950" y="5772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Publication Join</a:t>
            </a:r>
          </a:p>
        </p:txBody>
      </p:sp>
      <p:sp>
        <p:nvSpPr>
          <p:cNvPr id="72" name="v2-294-b-meaning">
            <a:extLst xmlns:a="http://schemas.openxmlformats.org/drawingml/2006/main">
              <a:ext uri="{FF2B5EF4-FFF2-40B4-BE49-F238E27FC236}">
                <a16:creationId xmlns:a16="http://schemas.microsoft.com/office/drawing/2014/main" id="{35F51184-54C3-4A97-89B5-6C9523D64795}"/>
              </a:ext>
            </a:extLst>
          </p:cNvPr>
          <p:cNvSpPr>
            <a:spLocks xmlns:a="http://schemas.openxmlformats.org/drawingml/2006/main" noGrp="1"/>
          </p:cNvSpPr>
          <p:nvPr/>
        </p:nvSpPr>
        <p:spPr>
          <a:xfrm xmlns:a="http://schemas.openxmlformats.org/drawingml/2006/main">
            <a:off x="11401425" y="4048125"/>
            <a:ext cx="2162175" cy="1266825"/>
          </a:xfrm>
          <a:custGeom xmlns:a="http://schemas.openxmlformats.org/drawingml/2006/main">
            <a:pathLst>
              <a:path w="2162175" h="1266825">
                <a:moveTo>
                  <a:pt x="1905000" y="0"/>
                </a:moveTo>
                <a:lnTo>
                  <a:pt x="2162175" y="0"/>
                </a:lnTo>
                <a:lnTo>
                  <a:pt x="2162175" y="1104900"/>
                </a:lnTo>
                <a:lnTo>
                  <a:pt x="0" y="1104900"/>
                </a:lnTo>
                <a:lnTo>
                  <a:pt x="0" y="1266825"/>
                </a:lnTo>
              </a:path>
            </a:pathLst>
          </a:custGeom>
          <a:noFill xmlns:a="http://schemas.openxmlformats.org/drawingml/2006/main"/>
          <a:ln xmlns:a="http://schemas.openxmlformats.org/drawingml/2006/main" w="23813">
            <a:solidFill>
              <a:srgbClr val="00889A"/>
            </a:solidFill>
            <a:prstDash val="solid"/>
          </a:ln>
        </p:spPr>
      </p:sp>
      <p:sp>
        <p:nvSpPr>
          <p:cNvPr id="73" name="v2-295-b-meaning-head">
            <a:extLst xmlns:a="http://schemas.openxmlformats.org/drawingml/2006/main">
              <a:ext uri="{FF2B5EF4-FFF2-40B4-BE49-F238E27FC236}">
                <a16:creationId xmlns:a16="http://schemas.microsoft.com/office/drawing/2014/main" id="{A24B0CDA-B05B-4A86-877A-A8078C0E6A00}"/>
              </a:ext>
            </a:extLst>
          </p:cNvPr>
          <p:cNvSpPr>
            <a:spLocks xmlns:a="http://schemas.openxmlformats.org/drawingml/2006/main" noGrp="1"/>
          </p:cNvSpPr>
          <p:nvPr/>
        </p:nvSpPr>
        <p:spPr>
          <a:xfrm xmlns:a="http://schemas.openxmlformats.org/drawingml/2006/main">
            <a:off x="11346627" y="52146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74" name="v2-296-b-proposal-return">
            <a:extLst xmlns:a="http://schemas.openxmlformats.org/drawingml/2006/main">
              <a:ext uri="{FF2B5EF4-FFF2-40B4-BE49-F238E27FC236}">
                <a16:creationId xmlns:a16="http://schemas.microsoft.com/office/drawing/2014/main" id="{9D1B66C4-45F0-4EC7-B37A-D1EE02713380}"/>
              </a:ext>
            </a:extLst>
          </p:cNvPr>
          <p:cNvSpPr>
            <a:spLocks xmlns:a="http://schemas.openxmlformats.org/drawingml/2006/main" noGrp="1"/>
          </p:cNvSpPr>
          <p:nvPr/>
        </p:nvSpPr>
        <p:spPr>
          <a:xfrm xmlns:a="http://schemas.openxmlformats.org/drawingml/2006/main">
            <a:off x="12992100" y="3667125"/>
            <a:ext cx="666750" cy="1866900"/>
          </a:xfrm>
          <a:custGeom xmlns:a="http://schemas.openxmlformats.org/drawingml/2006/main">
            <a:pathLst>
              <a:path w="666750" h="1866900">
                <a:moveTo>
                  <a:pt x="342900" y="1866900"/>
                </a:moveTo>
                <a:lnTo>
                  <a:pt x="666750" y="1866900"/>
                </a:lnTo>
                <a:lnTo>
                  <a:pt x="666750" y="0"/>
                </a:lnTo>
                <a:lnTo>
                  <a:pt x="0" y="0"/>
                </a:lnTo>
                <a:lnTo>
                  <a:pt x="0" y="133350"/>
                </a:lnTo>
              </a:path>
            </a:pathLst>
          </a:custGeom>
          <a:noFill xmlns:a="http://schemas.openxmlformats.org/drawingml/2006/main"/>
          <a:ln xmlns:a="http://schemas.openxmlformats.org/drawingml/2006/main" w="23813">
            <a:solidFill>
              <a:srgbClr val="576773"/>
            </a:solidFill>
            <a:prstDash val="solid"/>
          </a:ln>
        </p:spPr>
      </p:sp>
      <p:sp>
        <p:nvSpPr>
          <p:cNvPr id="75" name="v2-297-b-proposal-return-head">
            <a:extLst xmlns:a="http://schemas.openxmlformats.org/drawingml/2006/main">
              <a:ext uri="{FF2B5EF4-FFF2-40B4-BE49-F238E27FC236}">
                <a16:creationId xmlns:a16="http://schemas.microsoft.com/office/drawing/2014/main" id="{2CD80145-B2CC-4268-8830-937F7D1E2F3D}"/>
              </a:ext>
            </a:extLst>
          </p:cNvPr>
          <p:cNvSpPr>
            <a:spLocks xmlns:a="http://schemas.openxmlformats.org/drawingml/2006/main" noGrp="1"/>
          </p:cNvSpPr>
          <p:nvPr/>
        </p:nvSpPr>
        <p:spPr>
          <a:xfrm xmlns:a="http://schemas.openxmlformats.org/drawingml/2006/main">
            <a:off x="129373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76" name="v2-298-b-adopted-compose">
            <a:extLst xmlns:a="http://schemas.openxmlformats.org/drawingml/2006/main">
              <a:ext uri="{FF2B5EF4-FFF2-40B4-BE49-F238E27FC236}">
                <a16:creationId xmlns:a16="http://schemas.microsoft.com/office/drawing/2014/main" id="{4FFA312A-0D73-44FD-947B-CEFC085D8432}"/>
              </a:ext>
            </a:extLst>
          </p:cNvPr>
          <p:cNvSpPr>
            <a:spLocks xmlns:a="http://schemas.openxmlformats.org/drawingml/2006/main" noGrp="1"/>
          </p:cNvSpPr>
          <p:nvPr/>
        </p:nvSpPr>
        <p:spPr>
          <a:xfrm xmlns:a="http://schemas.openxmlformats.org/drawingml/2006/main">
            <a:off x="13306425" y="4219575"/>
            <a:ext cx="695325" cy="1314450"/>
          </a:xfrm>
          <a:custGeom xmlns:a="http://schemas.openxmlformats.org/drawingml/2006/main">
            <a:pathLst>
              <a:path w="695325" h="1314450">
                <a:moveTo>
                  <a:pt x="0" y="0"/>
                </a:moveTo>
                <a:lnTo>
                  <a:pt x="457200" y="0"/>
                </a:lnTo>
                <a:lnTo>
                  <a:pt x="457200" y="1314450"/>
                </a:lnTo>
                <a:lnTo>
                  <a:pt x="695325" y="1314450"/>
                </a:lnTo>
              </a:path>
            </a:pathLst>
          </a:custGeom>
          <a:noFill xmlns:a="http://schemas.openxmlformats.org/drawingml/2006/main"/>
          <a:ln xmlns:a="http://schemas.openxmlformats.org/drawingml/2006/main" w="23813">
            <a:solidFill>
              <a:srgbClr val="00889A"/>
            </a:solidFill>
            <a:prstDash val="solid"/>
          </a:ln>
        </p:spPr>
      </p:sp>
      <p:sp>
        <p:nvSpPr>
          <p:cNvPr id="77" name="v2-299-b-adopted-compose-head">
            <a:extLst xmlns:a="http://schemas.openxmlformats.org/drawingml/2006/main">
              <a:ext uri="{FF2B5EF4-FFF2-40B4-BE49-F238E27FC236}">
                <a16:creationId xmlns:a16="http://schemas.microsoft.com/office/drawing/2014/main" id="{1F3A3607-E7B8-421A-B243-844A3A1FEA8B}"/>
              </a:ext>
            </a:extLst>
          </p:cNvPr>
          <p:cNvSpPr>
            <a:spLocks xmlns:a="http://schemas.openxmlformats.org/drawingml/2006/main" noGrp="1"/>
          </p:cNvSpPr>
          <p:nvPr/>
        </p:nvSpPr>
        <p:spPr>
          <a:xfrm xmlns:a="http://schemas.openxmlformats.org/drawingml/2006/main">
            <a:off x="13901442" y="54792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78" name="v2-300-note">
            <a:extLst xmlns:a="http://schemas.openxmlformats.org/drawingml/2006/main">
              <a:ext uri="{FF2B5EF4-FFF2-40B4-BE49-F238E27FC236}">
                <a16:creationId xmlns:a16="http://schemas.microsoft.com/office/drawing/2014/main" id="{E20219C1-1523-42FD-A7FF-7423C64ABFF5}"/>
              </a:ext>
            </a:extLst>
          </p:cNvPr>
          <p:cNvSpPr>
            <a:spLocks xmlns:a="http://schemas.openxmlformats.org/drawingml/2006/main" noGrp="1"/>
          </p:cNvSpPr>
          <p:nvPr/>
        </p:nvSpPr>
        <p:spPr>
          <a:xfrm xmlns:a="http://schemas.openxmlformats.org/drawingml/2006/main">
            <a:off x="9477375" y="50673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제안 반환 후 채택</a:t>
            </a:r>
          </a:p>
        </p:txBody>
      </p:sp>
      <p:sp>
        <p:nvSpPr>
          <p:cNvPr id="79" name="v2-301-b-notice-compose">
            <a:extLst xmlns:a="http://schemas.openxmlformats.org/drawingml/2006/main">
              <a:ext uri="{FF2B5EF4-FFF2-40B4-BE49-F238E27FC236}">
                <a16:creationId xmlns:a16="http://schemas.microsoft.com/office/drawing/2014/main" id="{5CBD4FDF-8E10-46A1-8BC3-176A2FF094F2}"/>
              </a:ext>
            </a:extLst>
          </p:cNvPr>
          <p:cNvSpPr>
            <a:spLocks xmlns:a="http://schemas.openxmlformats.org/drawingml/2006/main" noGrp="1"/>
          </p:cNvSpPr>
          <p:nvPr/>
        </p:nvSpPr>
        <p:spPr>
          <a:xfrm xmlns:a="http://schemas.openxmlformats.org/drawingml/2006/main">
            <a:off x="17535525" y="4095750"/>
            <a:ext cx="428625" cy="1438275"/>
          </a:xfrm>
          <a:custGeom xmlns:a="http://schemas.openxmlformats.org/drawingml/2006/main">
            <a:pathLst>
              <a:path w="428625" h="1438275">
                <a:moveTo>
                  <a:pt x="0" y="0"/>
                </a:moveTo>
                <a:lnTo>
                  <a:pt x="428625" y="0"/>
                </a:lnTo>
                <a:lnTo>
                  <a:pt x="428625" y="1438275"/>
                </a:lnTo>
                <a:lnTo>
                  <a:pt x="19050" y="1438275"/>
                </a:lnTo>
              </a:path>
            </a:pathLst>
          </a:custGeom>
          <a:noFill xmlns:a="http://schemas.openxmlformats.org/drawingml/2006/main"/>
          <a:ln xmlns:a="http://schemas.openxmlformats.org/drawingml/2006/main" w="23813">
            <a:solidFill>
              <a:srgbClr val="00889A"/>
            </a:solidFill>
            <a:prstDash val="solid"/>
          </a:ln>
        </p:spPr>
      </p:sp>
      <p:sp>
        <p:nvSpPr>
          <p:cNvPr id="80" name="v2-302-b-notice-compose-head">
            <a:extLst xmlns:a="http://schemas.openxmlformats.org/drawingml/2006/main">
              <a:ext uri="{FF2B5EF4-FFF2-40B4-BE49-F238E27FC236}">
                <a16:creationId xmlns:a16="http://schemas.microsoft.com/office/drawing/2014/main" id="{79C2861B-E61B-4443-880A-C64AC0DFFF49}"/>
              </a:ext>
            </a:extLst>
          </p:cNvPr>
          <p:cNvSpPr>
            <a:spLocks xmlns:a="http://schemas.openxmlformats.org/drawingml/2006/main" noGrp="1"/>
          </p:cNvSpPr>
          <p:nvPr/>
        </p:nvSpPr>
        <p:spPr>
          <a:xfrm xmlns:a="http://schemas.openxmlformats.org/drawingml/2006/main">
            <a:off x="17554575" y="54792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1" name="v2-303-note">
            <a:extLst xmlns:a="http://schemas.openxmlformats.org/drawingml/2006/main">
              <a:ext uri="{FF2B5EF4-FFF2-40B4-BE49-F238E27FC236}">
                <a16:creationId xmlns:a16="http://schemas.microsoft.com/office/drawing/2014/main" id="{71B3062C-EC78-4722-B69D-E77C1FF2B851}"/>
              </a:ext>
            </a:extLst>
          </p:cNvPr>
          <p:cNvSpPr>
            <a:spLocks xmlns:a="http://schemas.openxmlformats.org/drawingml/2006/main" noGrp="1"/>
          </p:cNvSpPr>
          <p:nvPr/>
        </p:nvSpPr>
        <p:spPr>
          <a:xfrm xmlns:a="http://schemas.openxmlformats.org/drawingml/2006/main">
            <a:off x="16192500" y="3438525"/>
            <a:ext cx="1466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유효 Notice</a:t>
            </a:r>
          </a:p>
        </p:txBody>
      </p:sp>
      <p:sp>
        <p:nvSpPr>
          <p:cNvPr id="82" name="v2-304-b-candidate">
            <a:extLst xmlns:a="http://schemas.openxmlformats.org/drawingml/2006/main">
              <a:ext uri="{FF2B5EF4-FFF2-40B4-BE49-F238E27FC236}">
                <a16:creationId xmlns:a16="http://schemas.microsoft.com/office/drawing/2014/main" id="{FF620E1D-59E0-40CF-A23E-EF6071003DF5}"/>
              </a:ext>
            </a:extLst>
          </p:cNvPr>
          <p:cNvSpPr>
            <a:spLocks xmlns:a="http://schemas.openxmlformats.org/drawingml/2006/main" noGrp="1"/>
          </p:cNvSpPr>
          <p:nvPr/>
        </p:nvSpPr>
        <p:spPr>
          <a:xfrm xmlns:a="http://schemas.openxmlformats.org/drawingml/2006/main">
            <a:off x="15773400" y="5695950"/>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3813">
            <a:solidFill>
              <a:srgbClr val="00889A"/>
            </a:solidFill>
            <a:prstDash val="solid"/>
          </a:ln>
        </p:spPr>
      </p:sp>
      <p:sp>
        <p:nvSpPr>
          <p:cNvPr id="83" name="v2-305-b-candidate-head">
            <a:extLst xmlns:a="http://schemas.openxmlformats.org/drawingml/2006/main">
              <a:ext uri="{FF2B5EF4-FFF2-40B4-BE49-F238E27FC236}">
                <a16:creationId xmlns:a16="http://schemas.microsoft.com/office/drawing/2014/main" id="{B034E452-2423-4663-B174-E7B4E71A904A}"/>
              </a:ext>
            </a:extLst>
          </p:cNvPr>
          <p:cNvSpPr>
            <a:spLocks xmlns:a="http://schemas.openxmlformats.org/drawingml/2006/main" noGrp="1"/>
          </p:cNvSpPr>
          <p:nvPr/>
        </p:nvSpPr>
        <p:spPr>
          <a:xfrm xmlns:a="http://schemas.openxmlformats.org/drawingml/2006/main">
            <a:off x="15718602" y="5671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84" name="v2-306-b-join-input">
            <a:extLst xmlns:a="http://schemas.openxmlformats.org/drawingml/2006/main">
              <a:ext uri="{FF2B5EF4-FFF2-40B4-BE49-F238E27FC236}">
                <a16:creationId xmlns:a16="http://schemas.microsoft.com/office/drawing/2014/main" id="{8659B599-F90A-4F70-A80D-B35B019FED2C}"/>
              </a:ext>
            </a:extLst>
          </p:cNvPr>
          <p:cNvSpPr>
            <a:spLocks xmlns:a="http://schemas.openxmlformats.org/drawingml/2006/main" noGrp="1"/>
          </p:cNvSpPr>
          <p:nvPr/>
        </p:nvSpPr>
        <p:spPr>
          <a:xfrm xmlns:a="http://schemas.openxmlformats.org/drawingml/2006/main">
            <a:off x="9372600" y="4867275"/>
            <a:ext cx="4629150" cy="1057275"/>
          </a:xfrm>
          <a:custGeom xmlns:a="http://schemas.openxmlformats.org/drawingml/2006/main">
            <a:pathLst>
              <a:path w="4629150" h="1057275">
                <a:moveTo>
                  <a:pt x="1171575" y="0"/>
                </a:moveTo>
                <a:lnTo>
                  <a:pt x="1171575" y="152400"/>
                </a:lnTo>
                <a:lnTo>
                  <a:pt x="0" y="152400"/>
                </a:lnTo>
                <a:lnTo>
                  <a:pt x="0" y="1057275"/>
                </a:lnTo>
                <a:lnTo>
                  <a:pt x="4629150" y="1057275"/>
                </a:lnTo>
              </a:path>
            </a:pathLst>
          </a:custGeom>
          <a:noFill xmlns:a="http://schemas.openxmlformats.org/drawingml/2006/main"/>
          <a:ln xmlns:a="http://schemas.openxmlformats.org/drawingml/2006/main" w="23813">
            <a:solidFill>
              <a:srgbClr val="00889A"/>
            </a:solidFill>
            <a:prstDash val="solid"/>
          </a:ln>
        </p:spPr>
      </p:sp>
      <p:sp>
        <p:nvSpPr>
          <p:cNvPr id="85" name="v2-307-b-join-input-head">
            <a:extLst xmlns:a="http://schemas.openxmlformats.org/drawingml/2006/main">
              <a:ext uri="{FF2B5EF4-FFF2-40B4-BE49-F238E27FC236}">
                <a16:creationId xmlns:a16="http://schemas.microsoft.com/office/drawing/2014/main" id="{9F21ABB8-FBD7-4D17-9747-344EC748C62D}"/>
              </a:ext>
            </a:extLst>
          </p:cNvPr>
          <p:cNvSpPr>
            <a:spLocks xmlns:a="http://schemas.openxmlformats.org/drawingml/2006/main" noGrp="1"/>
          </p:cNvSpPr>
          <p:nvPr/>
        </p:nvSpPr>
        <p:spPr>
          <a:xfrm xmlns:a="http://schemas.openxmlformats.org/drawingml/2006/main">
            <a:off x="13901442" y="5869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86" name="v2-308-b-join-notice">
            <a:extLst xmlns:a="http://schemas.openxmlformats.org/drawingml/2006/main">
              <a:ext uri="{FF2B5EF4-FFF2-40B4-BE49-F238E27FC236}">
                <a16:creationId xmlns:a16="http://schemas.microsoft.com/office/drawing/2014/main" id="{AC621F8A-9A8F-49A6-BFC1-9BF06BF8082F}"/>
              </a:ext>
            </a:extLst>
          </p:cNvPr>
          <p:cNvSpPr>
            <a:spLocks xmlns:a="http://schemas.openxmlformats.org/drawingml/2006/main" noGrp="1"/>
          </p:cNvSpPr>
          <p:nvPr/>
        </p:nvSpPr>
        <p:spPr>
          <a:xfrm xmlns:a="http://schemas.openxmlformats.org/drawingml/2006/main">
            <a:off x="16440150" y="4867275"/>
            <a:ext cx="1390650" cy="1057275"/>
          </a:xfrm>
          <a:custGeom xmlns:a="http://schemas.openxmlformats.org/drawingml/2006/main">
            <a:pathLst>
              <a:path w="1390650" h="1057275">
                <a:moveTo>
                  <a:pt x="0" y="0"/>
                </a:moveTo>
                <a:lnTo>
                  <a:pt x="1390650" y="0"/>
                </a:lnTo>
                <a:lnTo>
                  <a:pt x="1390650" y="1057275"/>
                </a:lnTo>
                <a:lnTo>
                  <a:pt x="1114425" y="1057275"/>
                </a:lnTo>
              </a:path>
            </a:pathLst>
          </a:custGeom>
          <a:noFill xmlns:a="http://schemas.openxmlformats.org/drawingml/2006/main"/>
          <a:ln xmlns:a="http://schemas.openxmlformats.org/drawingml/2006/main" w="23813">
            <a:solidFill>
              <a:srgbClr val="00889A"/>
            </a:solidFill>
            <a:prstDash val="solid"/>
          </a:ln>
        </p:spPr>
      </p:sp>
      <p:sp>
        <p:nvSpPr>
          <p:cNvPr id="87" name="v2-309-b-join-notice-head">
            <a:extLst xmlns:a="http://schemas.openxmlformats.org/drawingml/2006/main">
              <a:ext uri="{FF2B5EF4-FFF2-40B4-BE49-F238E27FC236}">
                <a16:creationId xmlns:a16="http://schemas.microsoft.com/office/drawing/2014/main" id="{073526A7-C758-401E-8964-B44414282891}"/>
              </a:ext>
            </a:extLst>
          </p:cNvPr>
          <p:cNvSpPr>
            <a:spLocks xmlns:a="http://schemas.openxmlformats.org/drawingml/2006/main" noGrp="1"/>
          </p:cNvSpPr>
          <p:nvPr/>
        </p:nvSpPr>
        <p:spPr>
          <a:xfrm xmlns:a="http://schemas.openxmlformats.org/drawingml/2006/main">
            <a:off x="17554575" y="58697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8" name="v2-310-note">
            <a:extLst xmlns:a="http://schemas.openxmlformats.org/drawingml/2006/main">
              <a:ext uri="{FF2B5EF4-FFF2-40B4-BE49-F238E27FC236}">
                <a16:creationId xmlns:a16="http://schemas.microsoft.com/office/drawing/2014/main" id="{82A583D3-411A-4741-B1D5-621882DD8530}"/>
              </a:ext>
            </a:extLst>
          </p:cNvPr>
          <p:cNvSpPr>
            <a:spLocks xmlns:a="http://schemas.openxmlformats.org/drawingml/2006/main" noGrp="1"/>
          </p:cNvSpPr>
          <p:nvPr/>
        </p:nvSpPr>
        <p:spPr>
          <a:xfrm xmlns:a="http://schemas.openxmlformats.org/drawingml/2006/main">
            <a:off x="9477375" y="611505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76773"/>
                </a:solidFill>
                <a:latin typeface="Apple SD Gothic Neo"/>
                <a:ea typeface="Apple SD Gothic Neo"/>
                <a:cs typeface="Apple SD Gothic Neo"/>
              </a:defRPr>
            </a:pPr>
            <a:r>
              <a:rPr sz="1575" b="0">
                <a:solidFill>
                  <a:srgbClr val="576773"/>
                </a:solidFill>
                <a:latin typeface="Apple SD Gothic Neo"/>
                <a:ea typeface="Apple SD Gothic Neo"/>
                <a:cs typeface="Apple SD Gothic Neo"/>
              </a:rPr>
              <a:t>입력/알림 조건 + 준비된 후보 → 게시 가능 여부</a:t>
            </a:r>
          </a:p>
        </p:txBody>
      </p:sp>
      <p:sp>
        <p:nvSpPr>
          <p:cNvPr id="89" name="v2-311-note">
            <a:extLst xmlns:a="http://schemas.openxmlformats.org/drawingml/2006/main">
              <a:ext uri="{FF2B5EF4-FFF2-40B4-BE49-F238E27FC236}">
                <a16:creationId xmlns:a16="http://schemas.microsoft.com/office/drawing/2014/main" id="{A012552B-6836-45C3-B8B3-7E7A816A27D2}"/>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Publication Control의 검사 → Interaction Manager 실제 표시/재생 → Response Manager 전달 기록. 옛 후보 폐기 / 질문은 별도 허용</a:t>
            </a:r>
          </a:p>
        </p:txBody>
      </p:sp>
      <p:sp>
        <p:nvSpPr>
          <p:cNvPr id="90" name="v2-312-a-cost">
            <a:extLst xmlns:a="http://schemas.openxmlformats.org/drawingml/2006/main">
              <a:ext uri="{FF2B5EF4-FFF2-40B4-BE49-F238E27FC236}">
                <a16:creationId xmlns:a16="http://schemas.microsoft.com/office/drawing/2014/main" id="{F263034A-F85B-4CA3-9DB2-70221C31A9BE}"/>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비동기, 병렬 실행과 우선순위 처리 가능</a:t>
            </a:r>
          </a:p>
        </p:txBody>
      </p:sp>
      <p:sp>
        <p:nvSpPr>
          <p:cNvPr id="91" name="v2-313-b-cost">
            <a:extLst xmlns:a="http://schemas.openxmlformats.org/drawingml/2006/main">
              <a:ext uri="{FF2B5EF4-FFF2-40B4-BE49-F238E27FC236}">
                <a16:creationId xmlns:a16="http://schemas.microsoft.com/office/drawing/2014/main" id="{C3D09DC4-687D-43E8-9103-7CEFFDA09DE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Stage/Window, credit와 Join 상태 비용</a:t>
            </a:r>
          </a:p>
        </p:txBody>
      </p:sp>
      <p:graphicFrame>
        <p:nvGraphicFramePr>
          <p:cNvPr id="18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현재성 검사와 후속 지시</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Window와 Join의 현재성</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중앙 queue와 회수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Stage, Join과 수용량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회수와 다음 실행 연결</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단계 활성화와 게시 Join</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후속 규칙과 사건 계약</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단계와 Join 계약</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중앙 상태와 queue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1,840MiB / Window, credit, copy</a:t>
                      </a:r>
                    </a:p>
                  </a:txBody>
                  <a:tcPr marL="114300" marR="76200" marT="9525" marB="9525" anchor="ctr">
                    <a:solidFill>
                      <a:srgbClr val="F5F7F8"/>
                    </a:solidFill>
                  </a:tcPr>
                </a:tc>
              </a:tr>
            </a:tbl>
          </a:graphicData>
        </a:graphic>
      </p:graphicFrame>
      <p:sp>
        <p:nvSpPr>
          <p:cNvPr id="93" name="v2-314-note">
            <a:extLst xmlns:a="http://schemas.openxmlformats.org/drawingml/2006/main">
              <a:ext uri="{FF2B5EF4-FFF2-40B4-BE49-F238E27FC236}">
                <a16:creationId xmlns:a16="http://schemas.microsoft.com/office/drawing/2014/main" id="{6378C499-39A5-40BF-8572-67798CF3B82A}"/>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64571774"/>
      </p:ext>
    </p:extLst>
  </p:cSld>
</p:sld>
</file>

<file path=ppt/slides/slide53.xml><?xml version="1.0" encoding="utf-8"?>
<p:sld xmlns:p="http://schemas.openxmlformats.org/presentationml/2006/main">
  <p:cSld name="dp45-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v2-315-section">
            <a:extLst xmlns:a="http://schemas.openxmlformats.org/drawingml/2006/main">
              <a:ext uri="{FF2B5EF4-FFF2-40B4-BE49-F238E27FC236}">
                <a16:creationId xmlns:a16="http://schemas.microsoft.com/office/drawing/2014/main" id="{D19AA893-A9DB-454E-9A4F-F2AC0D467729}"/>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DP45 설계 비교</a:t>
            </a:r>
          </a:p>
        </p:txBody>
      </p:sp>
      <p:sp>
        <p:nvSpPr>
          <p:cNvPr id="2" name="v2-316-title">
            <a:extLst xmlns:a="http://schemas.openxmlformats.org/drawingml/2006/main">
              <a:ext uri="{FF2B5EF4-FFF2-40B4-BE49-F238E27FC236}">
                <a16:creationId xmlns:a16="http://schemas.microsoft.com/office/drawing/2014/main" id="{0DAC1176-66CD-4690-92E1-75F3FA4CB275}"/>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202B35"/>
                </a:solidFill>
                <a:latin typeface="Apple SD Gothic Neo"/>
                <a:ea typeface="Apple SD Gothic Neo"/>
                <a:cs typeface="Apple SD Gothic Neo"/>
              </a:defRPr>
            </a:pPr>
            <a:r>
              <a:rPr sz="3075" b="1">
                <a:solidFill>
                  <a:srgbClr val="202B35"/>
                </a:solidFill>
                <a:latin typeface="Apple SD Gothic Neo"/>
                <a:ea typeface="Apple SD Gothic Neo"/>
                <a:cs typeface="Apple SD Gothic Neo"/>
              </a:rPr>
              <a:t>45. VIA 요청 처리시간과 모델 사용 비용을 위한 과거 맥락 제공 설계</a:t>
            </a:r>
          </a:p>
        </p:txBody>
      </p:sp>
      <p:sp>
        <p:nvSpPr>
          <p:cNvPr id="3" name="v2-317-rule">
            <a:extLst xmlns:a="http://schemas.openxmlformats.org/drawingml/2006/main">
              <a:ext uri="{FF2B5EF4-FFF2-40B4-BE49-F238E27FC236}">
                <a16:creationId xmlns:a16="http://schemas.microsoft.com/office/drawing/2014/main" id="{6733FE53-EA56-443B-AC0D-DFE39C3A86E3}"/>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18-page">
            <a:extLst xmlns:a="http://schemas.openxmlformats.org/drawingml/2006/main">
              <a:ext uri="{FF2B5EF4-FFF2-40B4-BE49-F238E27FC236}">
                <a16:creationId xmlns:a16="http://schemas.microsoft.com/office/drawing/2014/main" id="{ED56F267-D6C0-405B-8A5E-C99E7567CFB5}"/>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20</a:t>
            </a:r>
          </a:p>
        </p:txBody>
      </p:sp>
      <p:sp>
        <p:nvSpPr>
          <p:cNvPr id="5" name="v2-319-note">
            <a:extLst xmlns:a="http://schemas.openxmlformats.org/drawingml/2006/main">
              <a:ext uri="{FF2B5EF4-FFF2-40B4-BE49-F238E27FC236}">
                <a16:creationId xmlns:a16="http://schemas.microsoft.com/office/drawing/2014/main" id="{5A199CA3-8279-49EA-B70C-E8DCCEF2BB9E}"/>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요청: “지난번 평가 기준으로 제품 비교와 견적 결과를 함께 써서 제안서를 만들어줘.”</a:t>
            </a:r>
          </a:p>
        </p:txBody>
      </p:sp>
      <p:sp>
        <p:nvSpPr>
          <p:cNvPr id="6" name="v2-320-option-a">
            <a:extLst xmlns:a="http://schemas.openxmlformats.org/drawingml/2006/main">
              <a:ext uri="{FF2B5EF4-FFF2-40B4-BE49-F238E27FC236}">
                <a16:creationId xmlns:a16="http://schemas.microsoft.com/office/drawing/2014/main" id="{7FFCAB25-74E5-4BA6-A4BF-E3CBDF2CE393}"/>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21-option-b">
            <a:extLst xmlns:a="http://schemas.openxmlformats.org/drawingml/2006/main">
              <a:ext uri="{FF2B5EF4-FFF2-40B4-BE49-F238E27FC236}">
                <a16:creationId xmlns:a16="http://schemas.microsoft.com/office/drawing/2014/main" id="{04163C29-2963-4406-8EEB-9B2C983301F7}"/>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22-option-a-text">
            <a:extLst xmlns:a="http://schemas.openxmlformats.org/drawingml/2006/main">
              <a:ext uri="{FF2B5EF4-FFF2-40B4-BE49-F238E27FC236}">
                <a16:creationId xmlns:a16="http://schemas.microsoft.com/office/drawing/2014/main" id="{1ECBAE3C-EE45-475E-B78B-0B516CD2E97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현재 요청에 맞춰 원본을 조합</a:t>
            </a:r>
          </a:p>
        </p:txBody>
      </p:sp>
      <p:sp>
        <p:nvSpPr>
          <p:cNvPr id="9" name="v2-323-option-b-text">
            <a:extLst xmlns:a="http://schemas.openxmlformats.org/drawingml/2006/main">
              <a:ext uri="{FF2B5EF4-FFF2-40B4-BE49-F238E27FC236}">
                <a16:creationId xmlns:a16="http://schemas.microsoft.com/office/drawing/2014/main" id="{58BF011E-0375-462D-B910-112F5361683E}"/>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과거 관계를 공통 생산하고 조회</a:t>
            </a:r>
          </a:p>
        </p:txBody>
      </p:sp>
      <p:sp>
        <p:nvSpPr>
          <p:cNvPr id="10" name="v2-324-note">
            <a:extLst xmlns:a="http://schemas.openxmlformats.org/drawingml/2006/main">
              <a:ext uri="{FF2B5EF4-FFF2-40B4-BE49-F238E27FC236}">
                <a16:creationId xmlns:a16="http://schemas.microsoft.com/office/drawing/2014/main" id="{61E7D39F-CCE5-422F-8663-50E14892FAD5}"/>
              </a:ext>
            </a:extLst>
          </p:cNvPr>
          <p:cNvSpPr>
            <a:spLocks xmlns:a="http://schemas.openxmlformats.org/drawingml/2006/main" noGrp="1"/>
          </p:cNvSpPr>
          <p:nvPr/>
        </p:nvSpPr>
        <p:spPr>
          <a:xfrm xmlns:a="http://schemas.openxmlformats.org/drawingml/2006/main">
            <a:off x="495300" y="2552700"/>
            <a:ext cx="639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원본: 실제 전달한 설명과 업무 결과</a:t>
            </a:r>
          </a:p>
        </p:txBody>
      </p:sp>
      <p:sp>
        <p:nvSpPr>
          <p:cNvPr id="11" name="v2-325-Model Access">
            <a:extLst xmlns:a="http://schemas.openxmlformats.org/drawingml/2006/main">
              <a:ext uri="{FF2B5EF4-FFF2-40B4-BE49-F238E27FC236}">
                <a16:creationId xmlns:a16="http://schemas.microsoft.com/office/drawing/2014/main" id="{EB368250-516F-4AE9-9B24-DAF74AE24C3D}"/>
              </a:ext>
            </a:extLst>
          </p:cNvPr>
          <p:cNvSpPr>
            <a:spLocks xmlns:a="http://schemas.openxmlformats.org/drawingml/2006/main" noGrp="1"/>
          </p:cNvSpPr>
          <p:nvPr/>
        </p:nvSpPr>
        <p:spPr>
          <a:xfrm xmlns:a="http://schemas.openxmlformats.org/drawingml/2006/main">
            <a:off x="7143750" y="2628900"/>
            <a:ext cx="409575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2" name="v2-326-Model Access-name">
            <a:extLst xmlns:a="http://schemas.openxmlformats.org/drawingml/2006/main">
              <a:ext uri="{FF2B5EF4-FFF2-40B4-BE49-F238E27FC236}">
                <a16:creationId xmlns:a16="http://schemas.microsoft.com/office/drawing/2014/main" id="{461C608C-C973-4BDD-8D7F-7BA5D1F76FE5}"/>
              </a:ext>
            </a:extLst>
          </p:cNvPr>
          <p:cNvSpPr>
            <a:spLocks xmlns:a="http://schemas.openxmlformats.org/drawingml/2006/main" noGrp="1"/>
          </p:cNvSpPr>
          <p:nvPr/>
        </p:nvSpPr>
        <p:spPr>
          <a:xfrm xmlns:a="http://schemas.openxmlformats.org/drawingml/2006/main">
            <a:off x="7219950" y="262890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13" name="v2-327-클라우드 의미 LLM">
            <a:extLst xmlns:a="http://schemas.openxmlformats.org/drawingml/2006/main">
              <a:ext uri="{FF2B5EF4-FFF2-40B4-BE49-F238E27FC236}">
                <a16:creationId xmlns:a16="http://schemas.microsoft.com/office/drawing/2014/main" id="{D106CF12-2AB3-49FB-9878-58CA9844772E}"/>
              </a:ext>
            </a:extLst>
          </p:cNvPr>
          <p:cNvSpPr>
            <a:spLocks xmlns:a="http://schemas.openxmlformats.org/drawingml/2006/main" noGrp="1"/>
          </p:cNvSpPr>
          <p:nvPr/>
        </p:nvSpPr>
        <p:spPr>
          <a:xfrm xmlns:a="http://schemas.openxmlformats.org/drawingml/2006/main">
            <a:off x="13430250" y="2628900"/>
            <a:ext cx="4181475" cy="428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4" name="v2-328-클라우드 의미 LLM-name">
            <a:extLst xmlns:a="http://schemas.openxmlformats.org/drawingml/2006/main">
              <a:ext uri="{FF2B5EF4-FFF2-40B4-BE49-F238E27FC236}">
                <a16:creationId xmlns:a16="http://schemas.microsoft.com/office/drawing/2014/main" id="{AC16E972-C29F-4D66-96E4-78BC90C7609E}"/>
              </a:ext>
            </a:extLst>
          </p:cNvPr>
          <p:cNvSpPr>
            <a:spLocks xmlns:a="http://schemas.openxmlformats.org/drawingml/2006/main" noGrp="1"/>
          </p:cNvSpPr>
          <p:nvPr/>
        </p:nvSpPr>
        <p:spPr>
          <a:xfrm xmlns:a="http://schemas.openxmlformats.org/drawingml/2006/main">
            <a:off x="13506450" y="2628900"/>
            <a:ext cx="4029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클라우드 의미 LLM</a:t>
            </a:r>
          </a:p>
        </p:txBody>
      </p:sp>
      <p:sp>
        <p:nvSpPr>
          <p:cNvPr id="15" name="v2-329-common-meaning">
            <a:extLst xmlns:a="http://schemas.openxmlformats.org/drawingml/2006/main">
              <a:ext uri="{FF2B5EF4-FFF2-40B4-BE49-F238E27FC236}">
                <a16:creationId xmlns:a16="http://schemas.microsoft.com/office/drawing/2014/main" id="{189C3EE8-89F6-4BF0-8BF8-4A41C6FC1C8B}"/>
              </a:ext>
            </a:extLst>
          </p:cNvPr>
          <p:cNvSpPr>
            <a:spLocks xmlns:a="http://schemas.openxmlformats.org/drawingml/2006/main" noGrp="1"/>
          </p:cNvSpPr>
          <p:nvPr/>
        </p:nvSpPr>
        <p:spPr>
          <a:xfrm xmlns:a="http://schemas.openxmlformats.org/drawingml/2006/main">
            <a:off x="11239500" y="2838450"/>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9050">
            <a:solidFill>
              <a:srgbClr val="576773"/>
            </a:solidFill>
            <a:prstDash val="solid"/>
          </a:ln>
        </p:spPr>
      </p:sp>
      <p:sp>
        <p:nvSpPr>
          <p:cNvPr id="16" name="v2-330-common-meaning-head">
            <a:extLst xmlns:a="http://schemas.openxmlformats.org/drawingml/2006/main">
              <a:ext uri="{FF2B5EF4-FFF2-40B4-BE49-F238E27FC236}">
                <a16:creationId xmlns:a16="http://schemas.microsoft.com/office/drawing/2014/main" id="{539ACD00-3E1B-4513-817F-4FE5303725EB}"/>
              </a:ext>
            </a:extLst>
          </p:cNvPr>
          <p:cNvSpPr>
            <a:spLocks xmlns:a="http://schemas.openxmlformats.org/drawingml/2006/main" noGrp="1"/>
          </p:cNvSpPr>
          <p:nvPr/>
        </p:nvSpPr>
        <p:spPr>
          <a:xfrm xmlns:a="http://schemas.openxmlformats.org/drawingml/2006/main">
            <a:off x="133299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7" name="v2-331-note">
            <a:extLst xmlns:a="http://schemas.openxmlformats.org/drawingml/2006/main">
              <a:ext uri="{FF2B5EF4-FFF2-40B4-BE49-F238E27FC236}">
                <a16:creationId xmlns:a16="http://schemas.microsoft.com/office/drawing/2014/main" id="{BB77EF32-10C2-4A43-B914-B43396B657D1}"/>
              </a:ext>
            </a:extLst>
          </p:cNvPr>
          <p:cNvSpPr>
            <a:spLocks xmlns:a="http://schemas.openxmlformats.org/drawingml/2006/main" noGrp="1"/>
          </p:cNvSpPr>
          <p:nvPr/>
        </p:nvSpPr>
        <p:spPr>
          <a:xfrm xmlns:a="http://schemas.openxmlformats.org/drawingml/2006/main">
            <a:off x="11458575" y="2533650"/>
            <a:ext cx="1857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76773"/>
                </a:solidFill>
                <a:latin typeface="Apple SD Gothic Neo"/>
                <a:ea typeface="Apple SD Gothic Neo"/>
                <a:cs typeface="Apple SD Gothic Neo"/>
              </a:defRPr>
            </a:pPr>
            <a:r>
              <a:rPr sz="1575" b="0">
                <a:solidFill>
                  <a:srgbClr val="576773"/>
                </a:solidFill>
                <a:latin typeface="Apple SD Gothic Neo"/>
                <a:ea typeface="Apple SD Gothic Neo"/>
                <a:cs typeface="Apple SD Gothic Neo"/>
              </a:rPr>
              <a:t>필요할 때 호출</a:t>
            </a:r>
          </a:p>
        </p:txBody>
      </p:sp>
      <p:sp>
        <p:nvSpPr>
          <p:cNvPr id="18" name="v2-332-Context Manager">
            <a:extLst xmlns:a="http://schemas.openxmlformats.org/drawingml/2006/main">
              <a:ext uri="{FF2B5EF4-FFF2-40B4-BE49-F238E27FC236}">
                <a16:creationId xmlns:a16="http://schemas.microsoft.com/office/drawing/2014/main" id="{8126D139-3DFB-41B0-8E62-B38342FF70AF}"/>
              </a:ext>
            </a:extLst>
          </p:cNvPr>
          <p:cNvSpPr>
            <a:spLocks xmlns:a="http://schemas.openxmlformats.org/drawingml/2006/main" noGrp="1"/>
          </p:cNvSpPr>
          <p:nvPr/>
        </p:nvSpPr>
        <p:spPr>
          <a:xfrm xmlns:a="http://schemas.openxmlformats.org/drawingml/2006/main">
            <a:off x="600075" y="3105150"/>
            <a:ext cx="8105775" cy="222885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333-Context Manager-boundary">
            <a:extLst xmlns:a="http://schemas.openxmlformats.org/drawingml/2006/main">
              <a:ext uri="{FF2B5EF4-FFF2-40B4-BE49-F238E27FC236}">
                <a16:creationId xmlns:a16="http://schemas.microsoft.com/office/drawing/2014/main" id="{BCD006C7-9B60-493E-AF43-9269819476C7}"/>
              </a:ext>
            </a:extLst>
          </p:cNvPr>
          <p:cNvSpPr>
            <a:spLocks xmlns:a="http://schemas.openxmlformats.org/drawingml/2006/main" noGrp="1"/>
          </p:cNvSpPr>
          <p:nvPr/>
        </p:nvSpPr>
        <p:spPr>
          <a:xfrm xmlns:a="http://schemas.openxmlformats.org/drawingml/2006/main">
            <a:off x="733425"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Context Manager</a:t>
            </a:r>
          </a:p>
        </p:txBody>
      </p:sp>
      <p:sp>
        <p:nvSpPr>
          <p:cNvPr id="20" name="v2-334-Context Composer">
            <a:extLst xmlns:a="http://schemas.openxmlformats.org/drawingml/2006/main">
              <a:ext uri="{FF2B5EF4-FFF2-40B4-BE49-F238E27FC236}">
                <a16:creationId xmlns:a16="http://schemas.microsoft.com/office/drawing/2014/main" id="{396C0F95-53DE-420C-AA60-40C5212FEFF4}"/>
              </a:ext>
            </a:extLst>
          </p:cNvPr>
          <p:cNvSpPr>
            <a:spLocks xmlns:a="http://schemas.openxmlformats.org/drawingml/2006/main" noGrp="1"/>
          </p:cNvSpPr>
          <p:nvPr/>
        </p:nvSpPr>
        <p:spPr>
          <a:xfrm xmlns:a="http://schemas.openxmlformats.org/drawingml/2006/main">
            <a:off x="1076325" y="3714750"/>
            <a:ext cx="3905250" cy="5619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335-Context Composer-name">
            <a:extLst xmlns:a="http://schemas.openxmlformats.org/drawingml/2006/main">
              <a:ext uri="{FF2B5EF4-FFF2-40B4-BE49-F238E27FC236}">
                <a16:creationId xmlns:a16="http://schemas.microsoft.com/office/drawing/2014/main" id="{4EB52290-2914-43FA-8D77-45C1BE62ABCE}"/>
              </a:ext>
            </a:extLst>
          </p:cNvPr>
          <p:cNvSpPr>
            <a:spLocks xmlns:a="http://schemas.openxmlformats.org/drawingml/2006/main" noGrp="1"/>
          </p:cNvSpPr>
          <p:nvPr/>
        </p:nvSpPr>
        <p:spPr>
          <a:xfrm xmlns:a="http://schemas.openxmlformats.org/drawingml/2006/main">
            <a:off x="1152525" y="3714750"/>
            <a:ext cx="37528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Context Composer</a:t>
            </a:r>
          </a:p>
        </p:txBody>
      </p:sp>
      <p:sp>
        <p:nvSpPr>
          <p:cNvPr id="22" name="v2-336-Source View Cache">
            <a:extLst xmlns:a="http://schemas.openxmlformats.org/drawingml/2006/main">
              <a:ext uri="{FF2B5EF4-FFF2-40B4-BE49-F238E27FC236}">
                <a16:creationId xmlns:a16="http://schemas.microsoft.com/office/drawing/2014/main" id="{FEEF1F1B-5080-4E4C-B13D-135B864EB173}"/>
              </a:ext>
            </a:extLst>
          </p:cNvPr>
          <p:cNvSpPr>
            <a:spLocks xmlns:a="http://schemas.openxmlformats.org/drawingml/2006/main" noGrp="1"/>
          </p:cNvSpPr>
          <p:nvPr/>
        </p:nvSpPr>
        <p:spPr>
          <a:xfrm xmlns:a="http://schemas.openxmlformats.org/drawingml/2006/main">
            <a:off x="5772150" y="3705225"/>
            <a:ext cx="2609850" cy="5524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337-Source View Cache-name">
            <a:extLst xmlns:a="http://schemas.openxmlformats.org/drawingml/2006/main">
              <a:ext uri="{FF2B5EF4-FFF2-40B4-BE49-F238E27FC236}">
                <a16:creationId xmlns:a16="http://schemas.microsoft.com/office/drawing/2014/main" id="{E38A8B6E-8EC4-4B56-8701-B2DCA664D52A}"/>
              </a:ext>
            </a:extLst>
          </p:cNvPr>
          <p:cNvSpPr>
            <a:spLocks xmlns:a="http://schemas.openxmlformats.org/drawingml/2006/main" noGrp="1"/>
          </p:cNvSpPr>
          <p:nvPr/>
        </p:nvSpPr>
        <p:spPr>
          <a:xfrm xmlns:a="http://schemas.openxmlformats.org/drawingml/2006/main">
            <a:off x="5848350" y="3705225"/>
            <a:ext cx="2457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Source View Cache</a:t>
            </a:r>
          </a:p>
        </p:txBody>
      </p:sp>
      <p:sp>
        <p:nvSpPr>
          <p:cNvPr id="24" name="v2-338-a-query">
            <a:extLst xmlns:a="http://schemas.openxmlformats.org/drawingml/2006/main">
              <a:ext uri="{FF2B5EF4-FFF2-40B4-BE49-F238E27FC236}">
                <a16:creationId xmlns:a16="http://schemas.microsoft.com/office/drawing/2014/main" id="{DBD3F639-28D4-4F46-B0D7-83781CC1E9CA}"/>
              </a:ext>
            </a:extLst>
          </p:cNvPr>
          <p:cNvSpPr>
            <a:spLocks xmlns:a="http://schemas.openxmlformats.org/drawingml/2006/main" noGrp="1"/>
          </p:cNvSpPr>
          <p:nvPr/>
        </p:nvSpPr>
        <p:spPr>
          <a:xfrm xmlns:a="http://schemas.openxmlformats.org/drawingml/2006/main">
            <a:off x="714375" y="3571875"/>
            <a:ext cx="2314575" cy="142875"/>
          </a:xfrm>
          <a:custGeom xmlns:a="http://schemas.openxmlformats.org/drawingml/2006/main">
            <a:pathLst>
              <a:path w="2314575" h="142875">
                <a:moveTo>
                  <a:pt x="0" y="0"/>
                </a:moveTo>
                <a:lnTo>
                  <a:pt x="2314575" y="0"/>
                </a:lnTo>
                <a:lnTo>
                  <a:pt x="2314575" y="142875"/>
                </a:lnTo>
              </a:path>
            </a:pathLst>
          </a:custGeom>
          <a:noFill xmlns:a="http://schemas.openxmlformats.org/drawingml/2006/main"/>
          <a:ln xmlns:a="http://schemas.openxmlformats.org/drawingml/2006/main" w="23813">
            <a:solidFill>
              <a:srgbClr val="00889A"/>
            </a:solidFill>
            <a:prstDash val="solid"/>
          </a:ln>
        </p:spPr>
      </p:sp>
      <p:sp>
        <p:nvSpPr>
          <p:cNvPr id="25" name="v2-339-a-query-head">
            <a:extLst xmlns:a="http://schemas.openxmlformats.org/drawingml/2006/main">
              <a:ext uri="{FF2B5EF4-FFF2-40B4-BE49-F238E27FC236}">
                <a16:creationId xmlns:a16="http://schemas.microsoft.com/office/drawing/2014/main" id="{A25BBCF2-7EB2-4BC6-B5E1-9FEAF3D62BFB}"/>
              </a:ext>
            </a:extLst>
          </p:cNvPr>
          <p:cNvSpPr>
            <a:spLocks xmlns:a="http://schemas.openxmlformats.org/drawingml/2006/main" noGrp="1"/>
          </p:cNvSpPr>
          <p:nvPr/>
        </p:nvSpPr>
        <p:spPr>
          <a:xfrm xmlns:a="http://schemas.openxmlformats.org/drawingml/2006/main">
            <a:off x="2974152"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26" name="v2-340-note">
            <a:extLst xmlns:a="http://schemas.openxmlformats.org/drawingml/2006/main">
              <a:ext uri="{FF2B5EF4-FFF2-40B4-BE49-F238E27FC236}">
                <a16:creationId xmlns:a16="http://schemas.microsoft.com/office/drawing/2014/main" id="{91D40DCD-BAD5-45EE-AC8C-205892F2E4DC}"/>
              </a:ext>
            </a:extLst>
          </p:cNvPr>
          <p:cNvSpPr>
            <a:spLocks xmlns:a="http://schemas.openxmlformats.org/drawingml/2006/main" noGrp="1"/>
          </p:cNvSpPr>
          <p:nvPr/>
        </p:nvSpPr>
        <p:spPr>
          <a:xfrm xmlns:a="http://schemas.openxmlformats.org/drawingml/2006/main">
            <a:off x="3314700" y="3190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이번 조회</a:t>
            </a:r>
          </a:p>
        </p:txBody>
      </p:sp>
      <p:sp>
        <p:nvSpPr>
          <p:cNvPr id="27" name="v2-341-a-cache">
            <a:extLst xmlns:a="http://schemas.openxmlformats.org/drawingml/2006/main">
              <a:ext uri="{FF2B5EF4-FFF2-40B4-BE49-F238E27FC236}">
                <a16:creationId xmlns:a16="http://schemas.microsoft.com/office/drawing/2014/main" id="{EEACDFDA-3614-4935-BC85-A8DFD2AED8C0}"/>
              </a:ext>
            </a:extLst>
          </p:cNvPr>
          <p:cNvSpPr>
            <a:spLocks xmlns:a="http://schemas.openxmlformats.org/drawingml/2006/main" noGrp="1"/>
          </p:cNvSpPr>
          <p:nvPr/>
        </p:nvSpPr>
        <p:spPr>
          <a:xfrm xmlns:a="http://schemas.openxmlformats.org/drawingml/2006/main">
            <a:off x="4981575" y="399097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28" name="v2-342-a-cache-head">
            <a:extLst xmlns:a="http://schemas.openxmlformats.org/drawingml/2006/main">
              <a:ext uri="{FF2B5EF4-FFF2-40B4-BE49-F238E27FC236}">
                <a16:creationId xmlns:a16="http://schemas.microsoft.com/office/drawing/2014/main" id="{6CCEE704-6BCC-4D6C-BBBB-A180809F69F2}"/>
              </a:ext>
            </a:extLst>
          </p:cNvPr>
          <p:cNvSpPr>
            <a:spLocks xmlns:a="http://schemas.openxmlformats.org/drawingml/2006/main" noGrp="1"/>
          </p:cNvSpPr>
          <p:nvPr/>
        </p:nvSpPr>
        <p:spPr>
          <a:xfrm xmlns:a="http://schemas.openxmlformats.org/drawingml/2006/main">
            <a:off x="5671842" y="39361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29" name="v2-343-note">
            <a:extLst xmlns:a="http://schemas.openxmlformats.org/drawingml/2006/main">
              <a:ext uri="{FF2B5EF4-FFF2-40B4-BE49-F238E27FC236}">
                <a16:creationId xmlns:a16="http://schemas.microsoft.com/office/drawing/2014/main" id="{CA304442-5565-46AF-A7C8-80AC2DE0184D}"/>
              </a:ext>
            </a:extLst>
          </p:cNvPr>
          <p:cNvSpPr>
            <a:spLocks xmlns:a="http://schemas.openxmlformats.org/drawingml/2006/main" noGrp="1"/>
          </p:cNvSpPr>
          <p:nvPr/>
        </p:nvSpPr>
        <p:spPr>
          <a:xfrm xmlns:a="http://schemas.openxmlformats.org/drawingml/2006/main">
            <a:off x="5505450" y="429577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유효 cache / 부분 갱신</a:t>
            </a:r>
          </a:p>
        </p:txBody>
      </p:sp>
      <p:sp>
        <p:nvSpPr>
          <p:cNvPr id="30" name="v2-344-Request Evidence Set">
            <a:extLst xmlns:a="http://schemas.openxmlformats.org/drawingml/2006/main">
              <a:ext uri="{FF2B5EF4-FFF2-40B4-BE49-F238E27FC236}">
                <a16:creationId xmlns:a16="http://schemas.microsoft.com/office/drawing/2014/main" id="{F49D6F2F-592B-4BB9-8AD7-95444563A63D}"/>
              </a:ext>
            </a:extLst>
          </p:cNvPr>
          <p:cNvSpPr>
            <a:spLocks xmlns:a="http://schemas.openxmlformats.org/drawingml/2006/main" noGrp="1"/>
          </p:cNvSpPr>
          <p:nvPr/>
        </p:nvSpPr>
        <p:spPr>
          <a:xfrm xmlns:a="http://schemas.openxmlformats.org/drawingml/2006/main">
            <a:off x="4695825" y="4695825"/>
            <a:ext cx="3667125" cy="53340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1" name="v2-345-Request Evidence Set-name">
            <a:extLst xmlns:a="http://schemas.openxmlformats.org/drawingml/2006/main">
              <a:ext uri="{FF2B5EF4-FFF2-40B4-BE49-F238E27FC236}">
                <a16:creationId xmlns:a16="http://schemas.microsoft.com/office/drawing/2014/main" id="{4527A31B-45FD-4AD3-81EC-7DB1E5A85BEF}"/>
              </a:ext>
            </a:extLst>
          </p:cNvPr>
          <p:cNvSpPr>
            <a:spLocks xmlns:a="http://schemas.openxmlformats.org/drawingml/2006/main" noGrp="1"/>
          </p:cNvSpPr>
          <p:nvPr/>
        </p:nvSpPr>
        <p:spPr>
          <a:xfrm xmlns:a="http://schemas.openxmlformats.org/drawingml/2006/main">
            <a:off x="4772025" y="4695825"/>
            <a:ext cx="3514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Evidence Set</a:t>
            </a:r>
          </a:p>
        </p:txBody>
      </p:sp>
      <p:sp>
        <p:nvSpPr>
          <p:cNvPr id="32" name="v2-346-a-meaning-read">
            <a:extLst xmlns:a="http://schemas.openxmlformats.org/drawingml/2006/main">
              <a:ext uri="{FF2B5EF4-FFF2-40B4-BE49-F238E27FC236}">
                <a16:creationId xmlns:a16="http://schemas.microsoft.com/office/drawing/2014/main" id="{2FA0BAB0-FE15-41CE-9EB6-847F1E957125}"/>
              </a:ext>
            </a:extLst>
          </p:cNvPr>
          <p:cNvSpPr>
            <a:spLocks xmlns:a="http://schemas.openxmlformats.org/drawingml/2006/main" noGrp="1"/>
          </p:cNvSpPr>
          <p:nvPr/>
        </p:nvSpPr>
        <p:spPr>
          <a:xfrm xmlns:a="http://schemas.openxmlformats.org/drawingml/2006/main">
            <a:off x="4981575" y="2838450"/>
            <a:ext cx="2162175" cy="1047750"/>
          </a:xfrm>
          <a:custGeom xmlns:a="http://schemas.openxmlformats.org/drawingml/2006/main">
            <a:pathLst>
              <a:path w="2162175" h="1047750">
                <a:moveTo>
                  <a:pt x="0" y="1047750"/>
                </a:moveTo>
                <a:lnTo>
                  <a:pt x="257175" y="1047750"/>
                </a:lnTo>
                <a:lnTo>
                  <a:pt x="257175" y="0"/>
                </a:lnTo>
                <a:lnTo>
                  <a:pt x="2162175" y="0"/>
                </a:lnTo>
              </a:path>
            </a:pathLst>
          </a:custGeom>
          <a:noFill xmlns:a="http://schemas.openxmlformats.org/drawingml/2006/main"/>
          <a:ln xmlns:a="http://schemas.openxmlformats.org/drawingml/2006/main" w="23813">
            <a:solidFill>
              <a:srgbClr val="576773"/>
            </a:solidFill>
            <a:prstDash val="dash"/>
          </a:ln>
        </p:spPr>
      </p:sp>
      <p:sp>
        <p:nvSpPr>
          <p:cNvPr id="33" name="v2-347-a-meaning-read-head">
            <a:extLst xmlns:a="http://schemas.openxmlformats.org/drawingml/2006/main">
              <a:ext uri="{FF2B5EF4-FFF2-40B4-BE49-F238E27FC236}">
                <a16:creationId xmlns:a16="http://schemas.microsoft.com/office/drawing/2014/main" id="{FE78D7E4-A3E4-45B2-8AD6-E39766AB3DEB}"/>
              </a:ext>
            </a:extLst>
          </p:cNvPr>
          <p:cNvSpPr>
            <a:spLocks xmlns:a="http://schemas.openxmlformats.org/drawingml/2006/main" noGrp="1"/>
          </p:cNvSpPr>
          <p:nvPr/>
        </p:nvSpPr>
        <p:spPr>
          <a:xfrm xmlns:a="http://schemas.openxmlformats.org/drawingml/2006/main">
            <a:off x="70434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348-note">
            <a:extLst xmlns:a="http://schemas.openxmlformats.org/drawingml/2006/main">
              <a:ext uri="{FF2B5EF4-FFF2-40B4-BE49-F238E27FC236}">
                <a16:creationId xmlns:a16="http://schemas.microsoft.com/office/drawing/2014/main" id="{9BCD895B-7A69-4D4C-8B24-CA0B30D9E53C}"/>
              </a:ext>
            </a:extLst>
          </p:cNvPr>
          <p:cNvSpPr>
            <a:spLocks xmlns:a="http://schemas.openxmlformats.org/drawingml/2006/main" noGrp="1"/>
          </p:cNvSpPr>
          <p:nvPr/>
        </p:nvSpPr>
        <p:spPr>
          <a:xfrm xmlns:a="http://schemas.openxmlformats.org/drawingml/2006/main">
            <a:off x="895350" y="556260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③ 원본 확인 후 이번 요청의 근거 반환</a:t>
            </a:r>
          </a:p>
        </p:txBody>
      </p:sp>
      <p:sp>
        <p:nvSpPr>
          <p:cNvPr id="35" name="v2-349-a-evidence">
            <a:extLst xmlns:a="http://schemas.openxmlformats.org/drawingml/2006/main">
              <a:ext uri="{FF2B5EF4-FFF2-40B4-BE49-F238E27FC236}">
                <a16:creationId xmlns:a16="http://schemas.microsoft.com/office/drawing/2014/main" id="{72896549-E4EF-4123-914E-AB609B064524}"/>
              </a:ext>
            </a:extLst>
          </p:cNvPr>
          <p:cNvSpPr>
            <a:spLocks xmlns:a="http://schemas.openxmlformats.org/drawingml/2006/main" noGrp="1"/>
          </p:cNvSpPr>
          <p:nvPr/>
        </p:nvSpPr>
        <p:spPr>
          <a:xfrm xmlns:a="http://schemas.openxmlformats.org/drawingml/2006/main">
            <a:off x="4981575" y="4114800"/>
            <a:ext cx="1543050" cy="581025"/>
          </a:xfrm>
          <a:custGeom xmlns:a="http://schemas.openxmlformats.org/drawingml/2006/main">
            <a:pathLst>
              <a:path w="1543050" h="581025">
                <a:moveTo>
                  <a:pt x="0" y="0"/>
                </a:moveTo>
                <a:lnTo>
                  <a:pt x="209550" y="0"/>
                </a:lnTo>
                <a:lnTo>
                  <a:pt x="209550" y="428625"/>
                </a:lnTo>
                <a:lnTo>
                  <a:pt x="1543050" y="428625"/>
                </a:lnTo>
                <a:lnTo>
                  <a:pt x="1543050" y="581025"/>
                </a:lnTo>
              </a:path>
            </a:pathLst>
          </a:custGeom>
          <a:noFill xmlns:a="http://schemas.openxmlformats.org/drawingml/2006/main"/>
          <a:ln xmlns:a="http://schemas.openxmlformats.org/drawingml/2006/main" w="23813">
            <a:solidFill>
              <a:srgbClr val="00889A"/>
            </a:solidFill>
            <a:prstDash val="solid"/>
          </a:ln>
        </p:spPr>
      </p:sp>
      <p:sp>
        <p:nvSpPr>
          <p:cNvPr id="36" name="v2-350-a-evidence-head">
            <a:extLst xmlns:a="http://schemas.openxmlformats.org/drawingml/2006/main">
              <a:ext uri="{FF2B5EF4-FFF2-40B4-BE49-F238E27FC236}">
                <a16:creationId xmlns:a16="http://schemas.microsoft.com/office/drawing/2014/main" id="{25E44DC6-6BBB-4554-96BD-EEB2A678CA20}"/>
              </a:ext>
            </a:extLst>
          </p:cNvPr>
          <p:cNvSpPr>
            <a:spLocks xmlns:a="http://schemas.openxmlformats.org/drawingml/2006/main" noGrp="1"/>
          </p:cNvSpPr>
          <p:nvPr/>
        </p:nvSpPr>
        <p:spPr>
          <a:xfrm xmlns:a="http://schemas.openxmlformats.org/drawingml/2006/main">
            <a:off x="6469827" y="45955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37" name="v2-351-b-semantic-call">
            <a:extLst xmlns:a="http://schemas.openxmlformats.org/drawingml/2006/main">
              <a:ext uri="{FF2B5EF4-FFF2-40B4-BE49-F238E27FC236}">
                <a16:creationId xmlns:a16="http://schemas.microsoft.com/office/drawing/2014/main" id="{090E5D55-F302-45CD-A304-EFB8DF8D1334}"/>
              </a:ext>
            </a:extLst>
          </p:cNvPr>
          <p:cNvSpPr>
            <a:spLocks xmlns:a="http://schemas.openxmlformats.org/drawingml/2006/main" noGrp="1"/>
          </p:cNvSpPr>
          <p:nvPr/>
        </p:nvSpPr>
        <p:spPr>
          <a:xfrm xmlns:a="http://schemas.openxmlformats.org/drawingml/2006/main">
            <a:off x="9182100" y="3057525"/>
            <a:ext cx="438150" cy="895350"/>
          </a:xfrm>
          <a:custGeom xmlns:a="http://schemas.openxmlformats.org/drawingml/2006/main">
            <a:pathLst>
              <a:path w="438150" h="895350">
                <a:moveTo>
                  <a:pt x="438150" y="895350"/>
                </a:moveTo>
                <a:lnTo>
                  <a:pt x="0" y="895350"/>
                </a:lnTo>
                <a:lnTo>
                  <a:pt x="0" y="0"/>
                </a:lnTo>
              </a:path>
            </a:pathLst>
          </a:custGeom>
          <a:noFill xmlns:a="http://schemas.openxmlformats.org/drawingml/2006/main"/>
          <a:ln xmlns:a="http://schemas.openxmlformats.org/drawingml/2006/main" w="23813">
            <a:solidFill>
              <a:srgbClr val="576773"/>
            </a:solidFill>
            <a:prstDash val="dash"/>
          </a:ln>
        </p:spPr>
      </p:sp>
      <p:sp>
        <p:nvSpPr>
          <p:cNvPr id="38" name="v2-352-b-semantic-call-head">
            <a:extLst xmlns:a="http://schemas.openxmlformats.org/drawingml/2006/main">
              <a:ext uri="{FF2B5EF4-FFF2-40B4-BE49-F238E27FC236}">
                <a16:creationId xmlns:a16="http://schemas.microsoft.com/office/drawing/2014/main" id="{BD811A34-8AE6-4A50-8B91-3840DF9CCB2E}"/>
              </a:ext>
            </a:extLst>
          </p:cNvPr>
          <p:cNvSpPr>
            <a:spLocks xmlns:a="http://schemas.openxmlformats.org/drawingml/2006/main" noGrp="1"/>
          </p:cNvSpPr>
          <p:nvPr/>
        </p:nvSpPr>
        <p:spPr>
          <a:xfrm xmlns:a="http://schemas.openxmlformats.org/drawingml/2006/main">
            <a:off x="9127302" y="30575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9" name="v2-353-Context Manager">
            <a:extLst xmlns:a="http://schemas.openxmlformats.org/drawingml/2006/main">
              <a:ext uri="{FF2B5EF4-FFF2-40B4-BE49-F238E27FC236}">
                <a16:creationId xmlns:a16="http://schemas.microsoft.com/office/drawing/2014/main" id="{7F6B6D3B-1350-4FDA-9FE7-1620B6A62E19}"/>
              </a:ext>
            </a:extLst>
          </p:cNvPr>
          <p:cNvSpPr>
            <a:spLocks xmlns:a="http://schemas.openxmlformats.org/drawingml/2006/main" noGrp="1"/>
          </p:cNvSpPr>
          <p:nvPr/>
        </p:nvSpPr>
        <p:spPr>
          <a:xfrm xmlns:a="http://schemas.openxmlformats.org/drawingml/2006/main">
            <a:off x="9334500" y="3105150"/>
            <a:ext cx="8372475" cy="2971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354-Context Manager-boundary">
            <a:extLst xmlns:a="http://schemas.openxmlformats.org/drawingml/2006/main">
              <a:ext uri="{FF2B5EF4-FFF2-40B4-BE49-F238E27FC236}">
                <a16:creationId xmlns:a16="http://schemas.microsoft.com/office/drawing/2014/main" id="{4231FB78-69F3-45BD-8906-346E41871F92}"/>
              </a:ext>
            </a:extLst>
          </p:cNvPr>
          <p:cNvSpPr>
            <a:spLocks xmlns:a="http://schemas.openxmlformats.org/drawingml/2006/main" noGrp="1"/>
          </p:cNvSpPr>
          <p:nvPr/>
        </p:nvSpPr>
        <p:spPr>
          <a:xfrm xmlns:a="http://schemas.openxmlformats.org/drawingml/2006/main">
            <a:off x="9467850"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Context Manager</a:t>
            </a:r>
          </a:p>
        </p:txBody>
      </p:sp>
      <p:sp>
        <p:nvSpPr>
          <p:cNvPr id="41" name="v2-355-Memory Publisher">
            <a:extLst xmlns:a="http://schemas.openxmlformats.org/drawingml/2006/main">
              <a:ext uri="{FF2B5EF4-FFF2-40B4-BE49-F238E27FC236}">
                <a16:creationId xmlns:a16="http://schemas.microsoft.com/office/drawing/2014/main" id="{CC52E89E-4B45-4A73-9771-DB42FBF58E86}"/>
              </a:ext>
            </a:extLst>
          </p:cNvPr>
          <p:cNvSpPr>
            <a:spLocks xmlns:a="http://schemas.openxmlformats.org/drawingml/2006/main" noGrp="1"/>
          </p:cNvSpPr>
          <p:nvPr/>
        </p:nvSpPr>
        <p:spPr>
          <a:xfrm xmlns:a="http://schemas.openxmlformats.org/drawingml/2006/main">
            <a:off x="9620250" y="3714750"/>
            <a:ext cx="347662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2" name="v2-356-Memory Publisher-name">
            <a:extLst xmlns:a="http://schemas.openxmlformats.org/drawingml/2006/main">
              <a:ext uri="{FF2B5EF4-FFF2-40B4-BE49-F238E27FC236}">
                <a16:creationId xmlns:a16="http://schemas.microsoft.com/office/drawing/2014/main" id="{5B34F4ED-0516-4BD6-936C-3137223DF05B}"/>
              </a:ext>
            </a:extLst>
          </p:cNvPr>
          <p:cNvSpPr>
            <a:spLocks xmlns:a="http://schemas.openxmlformats.org/drawingml/2006/main" noGrp="1"/>
          </p:cNvSpPr>
          <p:nvPr/>
        </p:nvSpPr>
        <p:spPr>
          <a:xfrm xmlns:a="http://schemas.openxmlformats.org/drawingml/2006/main">
            <a:off x="9696450" y="3714750"/>
            <a:ext cx="3324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Memory Publisher</a:t>
            </a:r>
          </a:p>
        </p:txBody>
      </p:sp>
      <p:sp>
        <p:nvSpPr>
          <p:cNvPr id="43" name="v2-357-Coverage State">
            <a:extLst xmlns:a="http://schemas.openxmlformats.org/drawingml/2006/main">
              <a:ext uri="{FF2B5EF4-FFF2-40B4-BE49-F238E27FC236}">
                <a16:creationId xmlns:a16="http://schemas.microsoft.com/office/drawing/2014/main" id="{265D4168-F02C-43EC-B7F6-9B9F4DC182D6}"/>
              </a:ext>
            </a:extLst>
          </p:cNvPr>
          <p:cNvSpPr>
            <a:spLocks xmlns:a="http://schemas.openxmlformats.org/drawingml/2006/main" noGrp="1"/>
          </p:cNvSpPr>
          <p:nvPr/>
        </p:nvSpPr>
        <p:spPr>
          <a:xfrm xmlns:a="http://schemas.openxmlformats.org/drawingml/2006/main">
            <a:off x="13887450" y="3724275"/>
            <a:ext cx="34956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4" name="v2-358-Coverage State-name">
            <a:extLst xmlns:a="http://schemas.openxmlformats.org/drawingml/2006/main">
              <a:ext uri="{FF2B5EF4-FFF2-40B4-BE49-F238E27FC236}">
                <a16:creationId xmlns:a16="http://schemas.microsoft.com/office/drawing/2014/main" id="{E17EA9AC-E097-47F2-999E-B3DA227AA871}"/>
              </a:ext>
            </a:extLst>
          </p:cNvPr>
          <p:cNvSpPr>
            <a:spLocks xmlns:a="http://schemas.openxmlformats.org/drawingml/2006/main" noGrp="1"/>
          </p:cNvSpPr>
          <p:nvPr/>
        </p:nvSpPr>
        <p:spPr>
          <a:xfrm xmlns:a="http://schemas.openxmlformats.org/drawingml/2006/main">
            <a:off x="13963650" y="3724275"/>
            <a:ext cx="3343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Coverage State</a:t>
            </a:r>
          </a:p>
        </p:txBody>
      </p:sp>
      <p:sp>
        <p:nvSpPr>
          <p:cNvPr id="45" name="v2-359-Episodic Memory Repository">
            <a:extLst xmlns:a="http://schemas.openxmlformats.org/drawingml/2006/main">
              <a:ext uri="{FF2B5EF4-FFF2-40B4-BE49-F238E27FC236}">
                <a16:creationId xmlns:a16="http://schemas.microsoft.com/office/drawing/2014/main" id="{FF4F2D94-1207-489B-B7C9-C69A5241FBFC}"/>
              </a:ext>
            </a:extLst>
          </p:cNvPr>
          <p:cNvSpPr>
            <a:spLocks xmlns:a="http://schemas.openxmlformats.org/drawingml/2006/main" noGrp="1"/>
          </p:cNvSpPr>
          <p:nvPr/>
        </p:nvSpPr>
        <p:spPr>
          <a:xfrm xmlns:a="http://schemas.openxmlformats.org/drawingml/2006/main">
            <a:off x="11401425" y="4533900"/>
            <a:ext cx="50768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6" name="v2-360-Episodic Memory Repository-name">
            <a:extLst xmlns:a="http://schemas.openxmlformats.org/drawingml/2006/main">
              <a:ext uri="{FF2B5EF4-FFF2-40B4-BE49-F238E27FC236}">
                <a16:creationId xmlns:a16="http://schemas.microsoft.com/office/drawing/2014/main" id="{77BD9597-0EFA-4E37-96D9-A44DFEE8439B}"/>
              </a:ext>
            </a:extLst>
          </p:cNvPr>
          <p:cNvSpPr>
            <a:spLocks xmlns:a="http://schemas.openxmlformats.org/drawingml/2006/main" noGrp="1"/>
          </p:cNvSpPr>
          <p:nvPr/>
        </p:nvSpPr>
        <p:spPr>
          <a:xfrm xmlns:a="http://schemas.openxmlformats.org/drawingml/2006/main">
            <a:off x="11477625" y="4533900"/>
            <a:ext cx="492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Episodic Memory Repository</a:t>
            </a:r>
          </a:p>
        </p:txBody>
      </p:sp>
      <p:sp>
        <p:nvSpPr>
          <p:cNvPr id="47" name="v2-361-Evidence Reader">
            <a:extLst xmlns:a="http://schemas.openxmlformats.org/drawingml/2006/main">
              <a:ext uri="{FF2B5EF4-FFF2-40B4-BE49-F238E27FC236}">
                <a16:creationId xmlns:a16="http://schemas.microsoft.com/office/drawing/2014/main" id="{9185C3A2-E797-4DBF-880C-A1C27AE0B40F}"/>
              </a:ext>
            </a:extLst>
          </p:cNvPr>
          <p:cNvSpPr>
            <a:spLocks xmlns:a="http://schemas.openxmlformats.org/drawingml/2006/main" noGrp="1"/>
          </p:cNvSpPr>
          <p:nvPr/>
        </p:nvSpPr>
        <p:spPr>
          <a:xfrm xmlns:a="http://schemas.openxmlformats.org/drawingml/2006/main">
            <a:off x="11401425" y="5495925"/>
            <a:ext cx="5076825" cy="4286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8" name="v2-362-Evidence Reader-name">
            <a:extLst xmlns:a="http://schemas.openxmlformats.org/drawingml/2006/main">
              <a:ext uri="{FF2B5EF4-FFF2-40B4-BE49-F238E27FC236}">
                <a16:creationId xmlns:a16="http://schemas.microsoft.com/office/drawing/2014/main" id="{2C519E3E-FFA9-4C63-8A61-EFEC4B53D813}"/>
              </a:ext>
            </a:extLst>
          </p:cNvPr>
          <p:cNvSpPr>
            <a:spLocks xmlns:a="http://schemas.openxmlformats.org/drawingml/2006/main" noGrp="1"/>
          </p:cNvSpPr>
          <p:nvPr/>
        </p:nvSpPr>
        <p:spPr>
          <a:xfrm xmlns:a="http://schemas.openxmlformats.org/drawingml/2006/main">
            <a:off x="11477625" y="5495925"/>
            <a:ext cx="4924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Evidence Reader</a:t>
            </a:r>
          </a:p>
        </p:txBody>
      </p:sp>
      <p:sp>
        <p:nvSpPr>
          <p:cNvPr id="49" name="v2-363-b-produce">
            <a:extLst xmlns:a="http://schemas.openxmlformats.org/drawingml/2006/main">
              <a:ext uri="{FF2B5EF4-FFF2-40B4-BE49-F238E27FC236}">
                <a16:creationId xmlns:a16="http://schemas.microsoft.com/office/drawing/2014/main" id="{BAC81AD8-41EC-4DD9-AA69-90572D46827A}"/>
              </a:ext>
            </a:extLst>
          </p:cNvPr>
          <p:cNvSpPr>
            <a:spLocks xmlns:a="http://schemas.openxmlformats.org/drawingml/2006/main" noGrp="1"/>
          </p:cNvSpPr>
          <p:nvPr/>
        </p:nvSpPr>
        <p:spPr>
          <a:xfrm xmlns:a="http://schemas.openxmlformats.org/drawingml/2006/main">
            <a:off x="11363325" y="4238625"/>
            <a:ext cx="2571750" cy="295275"/>
          </a:xfrm>
          <a:custGeom xmlns:a="http://schemas.openxmlformats.org/drawingml/2006/main">
            <a:pathLst>
              <a:path w="2571750" h="295275">
                <a:moveTo>
                  <a:pt x="0" y="0"/>
                </a:moveTo>
                <a:lnTo>
                  <a:pt x="0" y="114300"/>
                </a:lnTo>
                <a:lnTo>
                  <a:pt x="2571750" y="114300"/>
                </a:lnTo>
                <a:lnTo>
                  <a:pt x="2571750" y="295275"/>
                </a:lnTo>
              </a:path>
            </a:pathLst>
          </a:custGeom>
          <a:noFill xmlns:a="http://schemas.openxmlformats.org/drawingml/2006/main"/>
          <a:ln xmlns:a="http://schemas.openxmlformats.org/drawingml/2006/main" w="23813">
            <a:solidFill>
              <a:srgbClr val="00889A"/>
            </a:solidFill>
            <a:prstDash val="solid"/>
          </a:ln>
        </p:spPr>
      </p:sp>
      <p:sp>
        <p:nvSpPr>
          <p:cNvPr id="50" name="v2-364-b-produce-head">
            <a:extLst xmlns:a="http://schemas.openxmlformats.org/drawingml/2006/main">
              <a:ext uri="{FF2B5EF4-FFF2-40B4-BE49-F238E27FC236}">
                <a16:creationId xmlns:a16="http://schemas.microsoft.com/office/drawing/2014/main" id="{63834022-4F39-4411-964C-25E55BC7799E}"/>
              </a:ext>
            </a:extLst>
          </p:cNvPr>
          <p:cNvSpPr>
            <a:spLocks xmlns:a="http://schemas.openxmlformats.org/drawingml/2006/main" noGrp="1"/>
          </p:cNvSpPr>
          <p:nvPr/>
        </p:nvSpPr>
        <p:spPr>
          <a:xfrm xmlns:a="http://schemas.openxmlformats.org/drawingml/2006/main">
            <a:off x="13880277" y="443359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1" name="v2-365-note">
            <a:extLst xmlns:a="http://schemas.openxmlformats.org/drawingml/2006/main">
              <a:ext uri="{FF2B5EF4-FFF2-40B4-BE49-F238E27FC236}">
                <a16:creationId xmlns:a16="http://schemas.microsoft.com/office/drawing/2014/main" id="{5BA6E949-1FF4-4CDA-9F6D-8DFAC6A312A0}"/>
              </a:ext>
            </a:extLst>
          </p:cNvPr>
          <p:cNvSpPr>
            <a:spLocks xmlns:a="http://schemas.openxmlformats.org/drawingml/2006/main" noGrp="1"/>
          </p:cNvSpPr>
          <p:nvPr/>
        </p:nvSpPr>
        <p:spPr>
          <a:xfrm xmlns:a="http://schemas.openxmlformats.org/drawingml/2006/main">
            <a:off x="9715500" y="4324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관계 게시</a:t>
            </a:r>
          </a:p>
        </p:txBody>
      </p:sp>
      <p:sp>
        <p:nvSpPr>
          <p:cNvPr id="52" name="v2-366-b-coverage">
            <a:extLst xmlns:a="http://schemas.openxmlformats.org/drawingml/2006/main">
              <a:ext uri="{FF2B5EF4-FFF2-40B4-BE49-F238E27FC236}">
                <a16:creationId xmlns:a16="http://schemas.microsoft.com/office/drawing/2014/main" id="{A0201795-CB4D-4A9F-9380-B5CFDF038A5F}"/>
              </a:ext>
            </a:extLst>
          </p:cNvPr>
          <p:cNvSpPr>
            <a:spLocks xmlns:a="http://schemas.openxmlformats.org/drawingml/2006/main" noGrp="1"/>
          </p:cNvSpPr>
          <p:nvPr/>
        </p:nvSpPr>
        <p:spPr>
          <a:xfrm xmlns:a="http://schemas.openxmlformats.org/drawingml/2006/main">
            <a:off x="13096875" y="397192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53" name="v2-367-b-coverage-head">
            <a:extLst xmlns:a="http://schemas.openxmlformats.org/drawingml/2006/main">
              <a:ext uri="{FF2B5EF4-FFF2-40B4-BE49-F238E27FC236}">
                <a16:creationId xmlns:a16="http://schemas.microsoft.com/office/drawing/2014/main" id="{65E551D1-7599-4672-B30E-588E19FCBCF0}"/>
              </a:ext>
            </a:extLst>
          </p:cNvPr>
          <p:cNvSpPr>
            <a:spLocks xmlns:a="http://schemas.openxmlformats.org/drawingml/2006/main" noGrp="1"/>
          </p:cNvSpPr>
          <p:nvPr/>
        </p:nvSpPr>
        <p:spPr>
          <a:xfrm xmlns:a="http://schemas.openxmlformats.org/drawingml/2006/main">
            <a:off x="13787142" y="39171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54" name="v2-368-b-sourcechange">
            <a:extLst xmlns:a="http://schemas.openxmlformats.org/drawingml/2006/main">
              <a:ext uri="{FF2B5EF4-FFF2-40B4-BE49-F238E27FC236}">
                <a16:creationId xmlns:a16="http://schemas.microsoft.com/office/drawing/2014/main" id="{A14CB553-7B8D-4864-ABE9-6093733ACB74}"/>
              </a:ext>
            </a:extLst>
          </p:cNvPr>
          <p:cNvSpPr>
            <a:spLocks xmlns:a="http://schemas.openxmlformats.org/drawingml/2006/main" noGrp="1"/>
          </p:cNvSpPr>
          <p:nvPr/>
        </p:nvSpPr>
        <p:spPr>
          <a:xfrm xmlns:a="http://schemas.openxmlformats.org/drawingml/2006/main">
            <a:off x="9401175" y="3581400"/>
            <a:ext cx="1962150" cy="133350"/>
          </a:xfrm>
          <a:custGeom xmlns:a="http://schemas.openxmlformats.org/drawingml/2006/main">
            <a:pathLst>
              <a:path w="1962150" h="133350">
                <a:moveTo>
                  <a:pt x="0" y="0"/>
                </a:moveTo>
                <a:lnTo>
                  <a:pt x="1962150" y="0"/>
                </a:lnTo>
                <a:lnTo>
                  <a:pt x="1962150" y="133350"/>
                </a:lnTo>
              </a:path>
            </a:pathLst>
          </a:custGeom>
          <a:noFill xmlns:a="http://schemas.openxmlformats.org/drawingml/2006/main"/>
          <a:ln xmlns:a="http://schemas.openxmlformats.org/drawingml/2006/main" w="23813">
            <a:solidFill>
              <a:srgbClr val="00889A"/>
            </a:solidFill>
            <a:prstDash val="solid"/>
          </a:ln>
        </p:spPr>
      </p:sp>
      <p:sp>
        <p:nvSpPr>
          <p:cNvPr id="55" name="v2-369-b-sourcechange-head">
            <a:extLst xmlns:a="http://schemas.openxmlformats.org/drawingml/2006/main">
              <a:ext uri="{FF2B5EF4-FFF2-40B4-BE49-F238E27FC236}">
                <a16:creationId xmlns:a16="http://schemas.microsoft.com/office/drawing/2014/main" id="{0BD5C4B8-DCFC-499E-BF75-ED566938B81F}"/>
              </a:ext>
            </a:extLst>
          </p:cNvPr>
          <p:cNvSpPr>
            <a:spLocks xmlns:a="http://schemas.openxmlformats.org/drawingml/2006/main" noGrp="1"/>
          </p:cNvSpPr>
          <p:nvPr/>
        </p:nvSpPr>
        <p:spPr>
          <a:xfrm xmlns:a="http://schemas.openxmlformats.org/drawingml/2006/main">
            <a:off x="11308527"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6" name="v2-370-note">
            <a:extLst xmlns:a="http://schemas.openxmlformats.org/drawingml/2006/main">
              <a:ext uri="{FF2B5EF4-FFF2-40B4-BE49-F238E27FC236}">
                <a16:creationId xmlns:a16="http://schemas.microsoft.com/office/drawing/2014/main" id="{F8751CE4-963A-48EA-8EFA-DDAA5335DF0D}"/>
              </a:ext>
            </a:extLst>
          </p:cNvPr>
          <p:cNvSpPr>
            <a:spLocks xmlns:a="http://schemas.openxmlformats.org/drawingml/2006/main" noGrp="1"/>
          </p:cNvSpPr>
          <p:nvPr/>
        </p:nvSpPr>
        <p:spPr>
          <a:xfrm xmlns:a="http://schemas.openxmlformats.org/drawingml/2006/main">
            <a:off x="12096750" y="3190875"/>
            <a:ext cx="5448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원본 변경 / 생산 요청</a:t>
            </a:r>
          </a:p>
        </p:txBody>
      </p:sp>
      <p:sp>
        <p:nvSpPr>
          <p:cNvPr id="57" name="v2-371-b-query">
            <a:extLst xmlns:a="http://schemas.openxmlformats.org/drawingml/2006/main">
              <a:ext uri="{FF2B5EF4-FFF2-40B4-BE49-F238E27FC236}">
                <a16:creationId xmlns:a16="http://schemas.microsoft.com/office/drawing/2014/main" id="{72B3E75E-DA44-4350-8748-A1203607662A}"/>
              </a:ext>
            </a:extLst>
          </p:cNvPr>
          <p:cNvSpPr>
            <a:spLocks xmlns:a="http://schemas.openxmlformats.org/drawingml/2006/main" noGrp="1"/>
          </p:cNvSpPr>
          <p:nvPr/>
        </p:nvSpPr>
        <p:spPr>
          <a:xfrm xmlns:a="http://schemas.openxmlformats.org/drawingml/2006/main">
            <a:off x="9429750" y="5705475"/>
            <a:ext cx="1971675" cy="9525"/>
          </a:xfrm>
          <a:custGeom xmlns:a="http://schemas.openxmlformats.org/drawingml/2006/main">
            <a:pathLst>
              <a:path w="1971675" h="9525">
                <a:moveTo>
                  <a:pt x="0" y="0"/>
                </a:moveTo>
                <a:lnTo>
                  <a:pt x="1971675" y="0"/>
                </a:lnTo>
              </a:path>
            </a:pathLst>
          </a:custGeom>
          <a:noFill xmlns:a="http://schemas.openxmlformats.org/drawingml/2006/main"/>
          <a:ln xmlns:a="http://schemas.openxmlformats.org/drawingml/2006/main" w="23813">
            <a:solidFill>
              <a:srgbClr val="00889A"/>
            </a:solidFill>
            <a:prstDash val="solid"/>
          </a:ln>
        </p:spPr>
      </p:sp>
      <p:sp>
        <p:nvSpPr>
          <p:cNvPr id="58" name="v2-372-b-query-head">
            <a:extLst xmlns:a="http://schemas.openxmlformats.org/drawingml/2006/main">
              <a:ext uri="{FF2B5EF4-FFF2-40B4-BE49-F238E27FC236}">
                <a16:creationId xmlns:a16="http://schemas.microsoft.com/office/drawing/2014/main" id="{B2AC19F8-6476-451B-A680-43B952E8ED84}"/>
              </a:ext>
            </a:extLst>
          </p:cNvPr>
          <p:cNvSpPr>
            <a:spLocks xmlns:a="http://schemas.openxmlformats.org/drawingml/2006/main" noGrp="1"/>
          </p:cNvSpPr>
          <p:nvPr/>
        </p:nvSpPr>
        <p:spPr>
          <a:xfrm xmlns:a="http://schemas.openxmlformats.org/drawingml/2006/main">
            <a:off x="11301117" y="56506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59" name="v2-373-note">
            <a:extLst xmlns:a="http://schemas.openxmlformats.org/drawingml/2006/main">
              <a:ext uri="{FF2B5EF4-FFF2-40B4-BE49-F238E27FC236}">
                <a16:creationId xmlns:a16="http://schemas.microsoft.com/office/drawing/2014/main" id="{474CBF7B-2412-4E2F-99DF-919740D7F008}"/>
              </a:ext>
            </a:extLst>
          </p:cNvPr>
          <p:cNvSpPr>
            <a:spLocks xmlns:a="http://schemas.openxmlformats.org/drawingml/2006/main" noGrp="1"/>
          </p:cNvSpPr>
          <p:nvPr/>
        </p:nvSpPr>
        <p:spPr>
          <a:xfrm xmlns:a="http://schemas.openxmlformats.org/drawingml/2006/main">
            <a:off x="9410700" y="50863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③ 별도 현재 조회</a:t>
            </a:r>
          </a:p>
        </p:txBody>
      </p:sp>
      <p:sp>
        <p:nvSpPr>
          <p:cNvPr id="60" name="v2-374-b-read">
            <a:extLst xmlns:a="http://schemas.openxmlformats.org/drawingml/2006/main">
              <a:ext uri="{FF2B5EF4-FFF2-40B4-BE49-F238E27FC236}">
                <a16:creationId xmlns:a16="http://schemas.microsoft.com/office/drawing/2014/main" id="{BF991512-DD0B-4E31-AD17-E8F22F50FFAF}"/>
              </a:ext>
            </a:extLst>
          </p:cNvPr>
          <p:cNvSpPr>
            <a:spLocks xmlns:a="http://schemas.openxmlformats.org/drawingml/2006/main" noGrp="1"/>
          </p:cNvSpPr>
          <p:nvPr/>
        </p:nvSpPr>
        <p:spPr>
          <a:xfrm xmlns:a="http://schemas.openxmlformats.org/drawingml/2006/main">
            <a:off x="13935075" y="5057775"/>
            <a:ext cx="9525" cy="438150"/>
          </a:xfrm>
          <a:custGeom xmlns:a="http://schemas.openxmlformats.org/drawingml/2006/main">
            <a:pathLst>
              <a:path w="9525" h="438150">
                <a:moveTo>
                  <a:pt x="0" y="438150"/>
                </a:moveTo>
                <a:lnTo>
                  <a:pt x="0" y="0"/>
                </a:lnTo>
              </a:path>
            </a:pathLst>
          </a:custGeom>
          <a:noFill xmlns:a="http://schemas.openxmlformats.org/drawingml/2006/main"/>
          <a:ln xmlns:a="http://schemas.openxmlformats.org/drawingml/2006/main" w="23813">
            <a:solidFill>
              <a:srgbClr val="00889A"/>
            </a:solidFill>
            <a:prstDash val="solid"/>
          </a:ln>
        </p:spPr>
      </p:sp>
      <p:sp>
        <p:nvSpPr>
          <p:cNvPr id="61" name="v2-375-b-read-head">
            <a:extLst xmlns:a="http://schemas.openxmlformats.org/drawingml/2006/main">
              <a:ext uri="{FF2B5EF4-FFF2-40B4-BE49-F238E27FC236}">
                <a16:creationId xmlns:a16="http://schemas.microsoft.com/office/drawing/2014/main" id="{4F674B97-E908-466B-A892-210600BCA36F}"/>
              </a:ext>
            </a:extLst>
          </p:cNvPr>
          <p:cNvSpPr>
            <a:spLocks xmlns:a="http://schemas.openxmlformats.org/drawingml/2006/main" noGrp="1"/>
          </p:cNvSpPr>
          <p:nvPr/>
        </p:nvSpPr>
        <p:spPr>
          <a:xfrm xmlns:a="http://schemas.openxmlformats.org/drawingml/2006/main">
            <a:off x="13880277" y="50577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00889A"/>
            </a:solidFill>
            <a:prstDash val="solid"/>
          </a:ln>
        </p:spPr>
      </p:sp>
      <p:sp>
        <p:nvSpPr>
          <p:cNvPr id="62" name="v2-376-note">
            <a:extLst xmlns:a="http://schemas.openxmlformats.org/drawingml/2006/main">
              <a:ext uri="{FF2B5EF4-FFF2-40B4-BE49-F238E27FC236}">
                <a16:creationId xmlns:a16="http://schemas.microsoft.com/office/drawing/2014/main" id="{9FA88F2E-2320-4FDA-8C98-B556B024B639}"/>
              </a:ext>
            </a:extLst>
          </p:cNvPr>
          <p:cNvSpPr>
            <a:spLocks xmlns:a="http://schemas.openxmlformats.org/drawingml/2006/main" noGrp="1"/>
          </p:cNvSpPr>
          <p:nvPr/>
        </p:nvSpPr>
        <p:spPr>
          <a:xfrm xmlns:a="http://schemas.openxmlformats.org/drawingml/2006/main">
            <a:off x="14687550" y="5076825"/>
            <a:ext cx="2809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원본 확인 후 반환</a:t>
            </a:r>
          </a:p>
        </p:txBody>
      </p:sp>
      <p:sp>
        <p:nvSpPr>
          <p:cNvPr id="63" name="v2-377-note">
            <a:extLst xmlns:a="http://schemas.openxmlformats.org/drawingml/2006/main">
              <a:ext uri="{FF2B5EF4-FFF2-40B4-BE49-F238E27FC236}">
                <a16:creationId xmlns:a16="http://schemas.microsoft.com/office/drawing/2014/main" id="{598C74B6-E92A-4841-B99A-22D5FCF7E723}"/>
              </a:ext>
            </a:extLst>
          </p:cNvPr>
          <p:cNvSpPr>
            <a:spLocks xmlns:a="http://schemas.openxmlformats.org/drawingml/2006/main" noGrp="1"/>
          </p:cNvSpPr>
          <p:nvPr/>
        </p:nvSpPr>
        <p:spPr>
          <a:xfrm xmlns:a="http://schemas.openxmlformats.org/drawingml/2006/main">
            <a:off x="9410700" y="61055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미생산은 게시 후 재조회 / 지원 밖은 한계 반환</a:t>
            </a:r>
          </a:p>
        </p:txBody>
      </p:sp>
      <p:sp>
        <p:nvSpPr>
          <p:cNvPr id="64" name="v2-378-note">
            <a:extLst xmlns:a="http://schemas.openxmlformats.org/drawingml/2006/main">
              <a:ext uri="{FF2B5EF4-FFF2-40B4-BE49-F238E27FC236}">
                <a16:creationId xmlns:a16="http://schemas.microsoft.com/office/drawing/2014/main" id="{BC3F8735-1CE9-4196-B6A1-9436609AC5A1}"/>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원본 owner의 개정/권한/실제 전달 범위를 확인 → 현재 Request Interpreter에 근거 제공. PARTIAL은 전체 의미 완성을 뜻하지 않음</a:t>
            </a:r>
          </a:p>
        </p:txBody>
      </p:sp>
      <p:sp>
        <p:nvSpPr>
          <p:cNvPr id="65" name="v2-379-a-cost">
            <a:extLst xmlns:a="http://schemas.openxmlformats.org/drawingml/2006/main">
              <a:ext uri="{FF2B5EF4-FFF2-40B4-BE49-F238E27FC236}">
                <a16:creationId xmlns:a16="http://schemas.microsoft.com/office/drawing/2014/main" id="{D0B7347E-42DF-4AC7-AFBC-1327F3D0052C}"/>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유효 관계 cache와 부분 갱신 가능</a:t>
            </a:r>
          </a:p>
        </p:txBody>
      </p:sp>
      <p:sp>
        <p:nvSpPr>
          <p:cNvPr id="66" name="v2-380-b-cost">
            <a:extLst xmlns:a="http://schemas.openxmlformats.org/drawingml/2006/main">
              <a:ext uri="{FF2B5EF4-FFF2-40B4-BE49-F238E27FC236}">
                <a16:creationId xmlns:a16="http://schemas.microsoft.com/office/drawing/2014/main" id="{AEBDFDB5-677C-4E14-A990-FEE006F21F5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초기/미사용 생산, coverage와 철회 비용</a:t>
            </a:r>
          </a:p>
        </p:txBody>
      </p:sp>
      <p:graphicFrame>
        <p:nvGraphicFramePr>
          <p:cNvPr id="13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원문과 cache 조건 보존</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coverage와 예외 보존</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최초 조합과 cache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조회와 미생산 보완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첫 사용, 반복과 갱신</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조회, 원문 검증과 backfill</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cache miss와 추가 해석</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초기, 미사용 생산과 철회</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조합과 cache 철회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생산, 조회와 철회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원문과 선택 cache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1,920MiB / 관계와 생산 상태</a:t>
                      </a:r>
                    </a:p>
                  </a:txBody>
                  <a:tcPr marL="114300" marR="76200" marT="9525" marB="9525" anchor="ctr">
                    <a:solidFill>
                      <a:srgbClr val="F5F7F8"/>
                    </a:solidFill>
                  </a:tcPr>
                </a:tc>
              </a:tr>
            </a:tbl>
          </a:graphicData>
        </a:graphic>
      </p:graphicFrame>
      <p:sp>
        <p:nvSpPr>
          <p:cNvPr id="68" name="v2-381-note">
            <a:extLst xmlns:a="http://schemas.openxmlformats.org/drawingml/2006/main">
              <a:ext uri="{FF2B5EF4-FFF2-40B4-BE49-F238E27FC236}">
                <a16:creationId xmlns:a16="http://schemas.microsoft.com/office/drawing/2014/main" id="{EE691A43-48FE-481B-B7AA-05C0AE2AAC99}"/>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95853380"/>
      </p:ext>
    </p:extLst>
  </p:cSld>
</p:sld>
</file>

<file path=ppt/slides/slide54.xml><?xml version="1.0" encoding="utf-8"?>
<p:sld xmlns:p="http://schemas.openxmlformats.org/presentationml/2006/main">
  <p:cSld name="dp42-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v2-382-section">
            <a:extLst xmlns:a="http://schemas.openxmlformats.org/drawingml/2006/main">
              <a:ext uri="{FF2B5EF4-FFF2-40B4-BE49-F238E27FC236}">
                <a16:creationId xmlns:a16="http://schemas.microsoft.com/office/drawing/2014/main" id="{7D1F7BC8-91A3-4A96-8812-8D446D7DFEF1}"/>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DP42 설계 비교</a:t>
            </a:r>
          </a:p>
        </p:txBody>
      </p:sp>
      <p:sp>
        <p:nvSpPr>
          <p:cNvPr id="2" name="v2-383-title">
            <a:extLst xmlns:a="http://schemas.openxmlformats.org/drawingml/2006/main">
              <a:ext uri="{FF2B5EF4-FFF2-40B4-BE49-F238E27FC236}">
                <a16:creationId xmlns:a16="http://schemas.microsoft.com/office/drawing/2014/main" id="{88189C2C-9214-44B8-81E4-1AD63FBB1A30}"/>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202B35"/>
                </a:solidFill>
                <a:latin typeface="Apple SD Gothic Neo"/>
                <a:ea typeface="Apple SD Gothic Neo"/>
                <a:cs typeface="Apple SD Gothic Neo"/>
              </a:defRPr>
            </a:pPr>
            <a:r>
              <a:rPr sz="3075" b="1">
                <a:solidFill>
                  <a:srgbClr val="202B35"/>
                </a:solidFill>
                <a:latin typeface="Apple SD Gothic Neo"/>
                <a:ea typeface="Apple SD Gothic Neo"/>
                <a:cs typeface="Apple SD Gothic Neo"/>
              </a:rPr>
              <a:t>42. 요청 처리 정확성과 변경 용이성을 위한 대화와 업무 상태 관리 설계</a:t>
            </a:r>
          </a:p>
        </p:txBody>
      </p:sp>
      <p:sp>
        <p:nvSpPr>
          <p:cNvPr id="3" name="v2-384-rule">
            <a:extLst xmlns:a="http://schemas.openxmlformats.org/drawingml/2006/main">
              <a:ext uri="{FF2B5EF4-FFF2-40B4-BE49-F238E27FC236}">
                <a16:creationId xmlns:a16="http://schemas.microsoft.com/office/drawing/2014/main" id="{CCE6A96E-8770-4D49-9E67-91C6A724BDA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85-page">
            <a:extLst xmlns:a="http://schemas.openxmlformats.org/drawingml/2006/main">
              <a:ext uri="{FF2B5EF4-FFF2-40B4-BE49-F238E27FC236}">
                <a16:creationId xmlns:a16="http://schemas.microsoft.com/office/drawing/2014/main" id="{4DFB9294-F688-42B4-AB25-CE886483FEAB}"/>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22</a:t>
            </a:r>
          </a:p>
        </p:txBody>
      </p:sp>
      <p:sp>
        <p:nvSpPr>
          <p:cNvPr id="5" name="v2-386-note">
            <a:extLst xmlns:a="http://schemas.openxmlformats.org/drawingml/2006/main">
              <a:ext uri="{FF2B5EF4-FFF2-40B4-BE49-F238E27FC236}">
                <a16:creationId xmlns:a16="http://schemas.microsoft.com/office/drawing/2014/main" id="{65476ED0-FD19-4DB7-A77B-DE443CCF2873}"/>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보고서 업무의 확대 장면: 기간 질문을 실제 제시 → “상반기로 해줘” → 접수와 외부 확인</a:t>
            </a:r>
          </a:p>
        </p:txBody>
      </p:sp>
      <p:sp>
        <p:nvSpPr>
          <p:cNvPr id="6" name="v2-387-option-a">
            <a:extLst xmlns:a="http://schemas.openxmlformats.org/drawingml/2006/main">
              <a:ext uri="{FF2B5EF4-FFF2-40B4-BE49-F238E27FC236}">
                <a16:creationId xmlns:a16="http://schemas.microsoft.com/office/drawing/2014/main" id="{4223ED52-8191-4B05-BF90-0E188FE88D28}"/>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88-option-b">
            <a:extLst xmlns:a="http://schemas.openxmlformats.org/drawingml/2006/main">
              <a:ext uri="{FF2B5EF4-FFF2-40B4-BE49-F238E27FC236}">
                <a16:creationId xmlns:a16="http://schemas.microsoft.com/office/drawing/2014/main" id="{BC38489E-72C5-4B1D-8C68-775D7C11E872}"/>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89-option-a-text">
            <a:extLst xmlns:a="http://schemas.openxmlformats.org/drawingml/2006/main">
              <a:ext uri="{FF2B5EF4-FFF2-40B4-BE49-F238E27FC236}">
                <a16:creationId xmlns:a16="http://schemas.microsoft.com/office/drawing/2014/main" id="{F4D9F271-D295-4823-9975-D4CCC0429B2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모듈형 Core에서 관련 상태 공동 확정</a:t>
            </a:r>
          </a:p>
        </p:txBody>
      </p:sp>
      <p:sp>
        <p:nvSpPr>
          <p:cNvPr id="9" name="v2-390-option-b-text">
            <a:extLst xmlns:a="http://schemas.openxmlformats.org/drawingml/2006/main">
              <a:ext uri="{FF2B5EF4-FFF2-40B4-BE49-F238E27FC236}">
                <a16:creationId xmlns:a16="http://schemas.microsoft.com/office/drawing/2014/main" id="{CBA9ECC8-3092-41DD-A330-7C484F56B7E2}"/>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독립 대화/업무 서비스의 별도 접수</a:t>
            </a:r>
          </a:p>
        </p:txBody>
      </p:sp>
      <p:sp>
        <p:nvSpPr>
          <p:cNvPr id="10" name="v2-391-note">
            <a:extLst xmlns:a="http://schemas.openxmlformats.org/drawingml/2006/main">
              <a:ext uri="{FF2B5EF4-FFF2-40B4-BE49-F238E27FC236}">
                <a16:creationId xmlns:a16="http://schemas.microsoft.com/office/drawing/2014/main" id="{B8548C77-C475-4F68-92B0-C394F3BE6197}"/>
              </a:ext>
            </a:extLst>
          </p:cNvPr>
          <p:cNvSpPr>
            <a:spLocks xmlns:a="http://schemas.openxmlformats.org/drawingml/2006/main" noGrp="1"/>
          </p:cNvSpPr>
          <p:nvPr/>
        </p:nvSpPr>
        <p:spPr>
          <a:xfrm xmlns:a="http://schemas.openxmlformats.org/drawingml/2006/main">
            <a:off x="495300" y="2571750"/>
            <a:ext cx="1729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00889A"/>
                </a:solidFill>
                <a:latin typeface="Apple SD Gothic Neo"/>
                <a:ea typeface="Apple SD Gothic Neo"/>
                <a:cs typeface="Apple SD Gothic Neo"/>
              </a:defRPr>
            </a:pPr>
            <a:r>
              <a:rPr sz="2175" b="0">
                <a:solidFill>
                  <a:srgbClr val="00889A"/>
                </a:solidFill>
                <a:latin typeface="Apple SD Gothic Neo"/>
                <a:ea typeface="Apple SD Gothic Neo"/>
                <a:cs typeface="Apple SD Gothic Neo"/>
              </a:rPr>
              <a:t>Conversation / Request / Task / Execution의 서로 다른 논리 수명은 양안 공통입니다.</a:t>
            </a:r>
          </a:p>
        </p:txBody>
      </p:sp>
      <p:sp>
        <p:nvSpPr>
          <p:cNvPr id="11" name="v2-392-VIA Core 실행 경계">
            <a:extLst xmlns:a="http://schemas.openxmlformats.org/drawingml/2006/main">
              <a:ext uri="{FF2B5EF4-FFF2-40B4-BE49-F238E27FC236}">
                <a16:creationId xmlns:a16="http://schemas.microsoft.com/office/drawing/2014/main" id="{139BF602-12F9-42FC-9552-39E3342CF415}"/>
              </a:ext>
            </a:extLst>
          </p:cNvPr>
          <p:cNvSpPr>
            <a:spLocks xmlns:a="http://schemas.openxmlformats.org/drawingml/2006/main" noGrp="1"/>
          </p:cNvSpPr>
          <p:nvPr/>
        </p:nvSpPr>
        <p:spPr>
          <a:xfrm xmlns:a="http://schemas.openxmlformats.org/drawingml/2006/main">
            <a:off x="600075" y="3086100"/>
            <a:ext cx="810577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2" name="v2-393-VIA Core 실행 경계-boundary">
            <a:extLst xmlns:a="http://schemas.openxmlformats.org/drawingml/2006/main">
              <a:ext uri="{FF2B5EF4-FFF2-40B4-BE49-F238E27FC236}">
                <a16:creationId xmlns:a16="http://schemas.microsoft.com/office/drawing/2014/main" id="{DC7DF457-694B-487C-B1A8-FC5E8FA9EE12}"/>
              </a:ext>
            </a:extLst>
          </p:cNvPr>
          <p:cNvSpPr>
            <a:spLocks xmlns:a="http://schemas.openxmlformats.org/drawingml/2006/main" noGrp="1"/>
          </p:cNvSpPr>
          <p:nvPr/>
        </p:nvSpPr>
        <p:spPr>
          <a:xfrm xmlns:a="http://schemas.openxmlformats.org/drawingml/2006/main">
            <a:off x="733425"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VIA Core 실행 경계</a:t>
            </a:r>
          </a:p>
        </p:txBody>
      </p:sp>
      <p:sp>
        <p:nvSpPr>
          <p:cNvPr id="13" name="v2-394-Request Controller">
            <a:extLst xmlns:a="http://schemas.openxmlformats.org/drawingml/2006/main">
              <a:ext uri="{FF2B5EF4-FFF2-40B4-BE49-F238E27FC236}">
                <a16:creationId xmlns:a16="http://schemas.microsoft.com/office/drawing/2014/main" id="{B86DD99D-7A96-4036-9B83-0DE22C8D15D3}"/>
              </a:ext>
            </a:extLst>
          </p:cNvPr>
          <p:cNvSpPr>
            <a:spLocks xmlns:a="http://schemas.openxmlformats.org/drawingml/2006/main" noGrp="1"/>
          </p:cNvSpPr>
          <p:nvPr/>
        </p:nvSpPr>
        <p:spPr>
          <a:xfrm xmlns:a="http://schemas.openxmlformats.org/drawingml/2006/main">
            <a:off x="885825" y="3705225"/>
            <a:ext cx="323850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4" name="v2-395-Request Controller-name">
            <a:extLst xmlns:a="http://schemas.openxmlformats.org/drawingml/2006/main">
              <a:ext uri="{FF2B5EF4-FFF2-40B4-BE49-F238E27FC236}">
                <a16:creationId xmlns:a16="http://schemas.microsoft.com/office/drawing/2014/main" id="{8469F7B4-6C2E-4840-95CB-391F1A5DFB2B}"/>
              </a:ext>
            </a:extLst>
          </p:cNvPr>
          <p:cNvSpPr>
            <a:spLocks xmlns:a="http://schemas.openxmlformats.org/drawingml/2006/main" noGrp="1"/>
          </p:cNvSpPr>
          <p:nvPr/>
        </p:nvSpPr>
        <p:spPr>
          <a:xfrm xmlns:a="http://schemas.openxmlformats.org/drawingml/2006/main">
            <a:off x="962025" y="3705225"/>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Controller</a:t>
            </a:r>
          </a:p>
        </p:txBody>
      </p:sp>
      <p:sp>
        <p:nvSpPr>
          <p:cNvPr id="15" name="v2-396-Task Manager">
            <a:extLst xmlns:a="http://schemas.openxmlformats.org/drawingml/2006/main">
              <a:ext uri="{FF2B5EF4-FFF2-40B4-BE49-F238E27FC236}">
                <a16:creationId xmlns:a16="http://schemas.microsoft.com/office/drawing/2014/main" id="{A1FC5894-32F6-469C-8F67-1211AAF7DCFD}"/>
              </a:ext>
            </a:extLst>
          </p:cNvPr>
          <p:cNvSpPr>
            <a:spLocks xmlns:a="http://schemas.openxmlformats.org/drawingml/2006/main" noGrp="1"/>
          </p:cNvSpPr>
          <p:nvPr/>
        </p:nvSpPr>
        <p:spPr>
          <a:xfrm xmlns:a="http://schemas.openxmlformats.org/drawingml/2006/main">
            <a:off x="5248275" y="3705225"/>
            <a:ext cx="31813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6" name="v2-397-Task Manager-name">
            <a:extLst xmlns:a="http://schemas.openxmlformats.org/drawingml/2006/main">
              <a:ext uri="{FF2B5EF4-FFF2-40B4-BE49-F238E27FC236}">
                <a16:creationId xmlns:a16="http://schemas.microsoft.com/office/drawing/2014/main" id="{E63881F9-188B-4476-BFE9-D0FFC78429DE}"/>
              </a:ext>
            </a:extLst>
          </p:cNvPr>
          <p:cNvSpPr>
            <a:spLocks xmlns:a="http://schemas.openxmlformats.org/drawingml/2006/main" noGrp="1"/>
          </p:cNvSpPr>
          <p:nvPr/>
        </p:nvSpPr>
        <p:spPr>
          <a:xfrm xmlns:a="http://schemas.openxmlformats.org/drawingml/2006/main">
            <a:off x="5324475" y="3705225"/>
            <a:ext cx="302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7" name="v2-398-Request Graph State">
            <a:extLst xmlns:a="http://schemas.openxmlformats.org/drawingml/2006/main">
              <a:ext uri="{FF2B5EF4-FFF2-40B4-BE49-F238E27FC236}">
                <a16:creationId xmlns:a16="http://schemas.microsoft.com/office/drawing/2014/main" id="{664AAE4A-C183-49C3-8FCE-6C122DE0B48F}"/>
              </a:ext>
            </a:extLst>
          </p:cNvPr>
          <p:cNvSpPr>
            <a:spLocks xmlns:a="http://schemas.openxmlformats.org/drawingml/2006/main" noGrp="1"/>
          </p:cNvSpPr>
          <p:nvPr/>
        </p:nvSpPr>
        <p:spPr>
          <a:xfrm xmlns:a="http://schemas.openxmlformats.org/drawingml/2006/main">
            <a:off x="895350" y="4505325"/>
            <a:ext cx="3209925"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18" name="v2-399-Request Graph State-name">
            <a:extLst xmlns:a="http://schemas.openxmlformats.org/drawingml/2006/main">
              <a:ext uri="{FF2B5EF4-FFF2-40B4-BE49-F238E27FC236}">
                <a16:creationId xmlns:a16="http://schemas.microsoft.com/office/drawing/2014/main" id="{69A76271-028C-46DF-88E5-A318F92E9722}"/>
              </a:ext>
            </a:extLst>
          </p:cNvPr>
          <p:cNvSpPr>
            <a:spLocks xmlns:a="http://schemas.openxmlformats.org/drawingml/2006/main" noGrp="1"/>
          </p:cNvSpPr>
          <p:nvPr/>
        </p:nvSpPr>
        <p:spPr>
          <a:xfrm xmlns:a="http://schemas.openxmlformats.org/drawingml/2006/main">
            <a:off x="971550" y="4505325"/>
            <a:ext cx="3057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Request Graph State</a:t>
            </a:r>
          </a:p>
        </p:txBody>
      </p:sp>
      <p:sp>
        <p:nvSpPr>
          <p:cNvPr id="19" name="v2-400-Task Command State">
            <a:extLst xmlns:a="http://schemas.openxmlformats.org/drawingml/2006/main">
              <a:ext uri="{FF2B5EF4-FFF2-40B4-BE49-F238E27FC236}">
                <a16:creationId xmlns:a16="http://schemas.microsoft.com/office/drawing/2014/main" id="{DCBB8B08-038B-4A7F-A726-9EADF66B2BDB}"/>
              </a:ext>
            </a:extLst>
          </p:cNvPr>
          <p:cNvSpPr>
            <a:spLocks xmlns:a="http://schemas.openxmlformats.org/drawingml/2006/main" noGrp="1"/>
          </p:cNvSpPr>
          <p:nvPr/>
        </p:nvSpPr>
        <p:spPr>
          <a:xfrm xmlns:a="http://schemas.openxmlformats.org/drawingml/2006/main">
            <a:off x="5248275" y="4505325"/>
            <a:ext cx="3181350"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0" name="v2-401-Task Command State-name">
            <a:extLst xmlns:a="http://schemas.openxmlformats.org/drawingml/2006/main">
              <a:ext uri="{FF2B5EF4-FFF2-40B4-BE49-F238E27FC236}">
                <a16:creationId xmlns:a16="http://schemas.microsoft.com/office/drawing/2014/main" id="{9839372E-D102-4B2F-A403-06E46165F6A6}"/>
              </a:ext>
            </a:extLst>
          </p:cNvPr>
          <p:cNvSpPr>
            <a:spLocks xmlns:a="http://schemas.openxmlformats.org/drawingml/2006/main" noGrp="1"/>
          </p:cNvSpPr>
          <p:nvPr/>
        </p:nvSpPr>
        <p:spPr>
          <a:xfrm xmlns:a="http://schemas.openxmlformats.org/drawingml/2006/main">
            <a:off x="5324475" y="4505325"/>
            <a:ext cx="3028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Task Command State</a:t>
            </a:r>
          </a:p>
        </p:txBody>
      </p:sp>
      <p:sp>
        <p:nvSpPr>
          <p:cNvPr id="21" name="v2-402-State Store">
            <a:extLst xmlns:a="http://schemas.openxmlformats.org/drawingml/2006/main">
              <a:ext uri="{FF2B5EF4-FFF2-40B4-BE49-F238E27FC236}">
                <a16:creationId xmlns:a16="http://schemas.microsoft.com/office/drawing/2014/main" id="{BD361CC8-45C9-4088-9CB1-741154F7CC61}"/>
              </a:ext>
            </a:extLst>
          </p:cNvPr>
          <p:cNvSpPr>
            <a:spLocks xmlns:a="http://schemas.openxmlformats.org/drawingml/2006/main" noGrp="1"/>
          </p:cNvSpPr>
          <p:nvPr/>
        </p:nvSpPr>
        <p:spPr>
          <a:xfrm xmlns:a="http://schemas.openxmlformats.org/drawingml/2006/main">
            <a:off x="2667000" y="5105400"/>
            <a:ext cx="3952875" cy="9239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2" name="v2-403-State Store-boundary">
            <a:extLst xmlns:a="http://schemas.openxmlformats.org/drawingml/2006/main">
              <a:ext uri="{FF2B5EF4-FFF2-40B4-BE49-F238E27FC236}">
                <a16:creationId xmlns:a16="http://schemas.microsoft.com/office/drawing/2014/main" id="{9ECFC2C4-65BD-4994-8561-5FCF0939398A}"/>
              </a:ext>
            </a:extLst>
          </p:cNvPr>
          <p:cNvSpPr>
            <a:spLocks xmlns:a="http://schemas.openxmlformats.org/drawingml/2006/main" noGrp="1"/>
          </p:cNvSpPr>
          <p:nvPr/>
        </p:nvSpPr>
        <p:spPr>
          <a:xfrm xmlns:a="http://schemas.openxmlformats.org/drawingml/2006/main">
            <a:off x="2800350" y="5143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State Store</a:t>
            </a:r>
          </a:p>
        </p:txBody>
      </p:sp>
      <p:sp>
        <p:nvSpPr>
          <p:cNvPr id="23" name="v2-404-트랜잭션 관리자">
            <a:extLst xmlns:a="http://schemas.openxmlformats.org/drawingml/2006/main">
              <a:ext uri="{FF2B5EF4-FFF2-40B4-BE49-F238E27FC236}">
                <a16:creationId xmlns:a16="http://schemas.microsoft.com/office/drawing/2014/main" id="{CBDA0961-F191-4C1F-94DD-0ADFC35CEAF3}"/>
              </a:ext>
            </a:extLst>
          </p:cNvPr>
          <p:cNvSpPr>
            <a:spLocks xmlns:a="http://schemas.openxmlformats.org/drawingml/2006/main" noGrp="1"/>
          </p:cNvSpPr>
          <p:nvPr/>
        </p:nvSpPr>
        <p:spPr>
          <a:xfrm xmlns:a="http://schemas.openxmlformats.org/drawingml/2006/main">
            <a:off x="2790825" y="5534025"/>
            <a:ext cx="3695700" cy="3905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4" name="v2-405-트랜잭션 관리자-name">
            <a:extLst xmlns:a="http://schemas.openxmlformats.org/drawingml/2006/main">
              <a:ext uri="{FF2B5EF4-FFF2-40B4-BE49-F238E27FC236}">
                <a16:creationId xmlns:a16="http://schemas.microsoft.com/office/drawing/2014/main" id="{492E6864-4969-4A7E-96E9-8AAD4E913E8B}"/>
              </a:ext>
            </a:extLst>
          </p:cNvPr>
          <p:cNvSpPr>
            <a:spLocks xmlns:a="http://schemas.openxmlformats.org/drawingml/2006/main" noGrp="1"/>
          </p:cNvSpPr>
          <p:nvPr/>
        </p:nvSpPr>
        <p:spPr>
          <a:xfrm xmlns:a="http://schemas.openxmlformats.org/drawingml/2006/main">
            <a:off x="2867025" y="5534025"/>
            <a:ext cx="3543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트랜잭션 관리자</a:t>
            </a:r>
          </a:p>
        </p:txBody>
      </p:sp>
      <p:sp>
        <p:nvSpPr>
          <p:cNvPr id="25" name="v2-406-a-req-state">
            <a:extLst xmlns:a="http://schemas.openxmlformats.org/drawingml/2006/main">
              <a:ext uri="{FF2B5EF4-FFF2-40B4-BE49-F238E27FC236}">
                <a16:creationId xmlns:a16="http://schemas.microsoft.com/office/drawing/2014/main" id="{240C634D-1073-4761-B5EB-42E759E57458}"/>
              </a:ext>
            </a:extLst>
          </p:cNvPr>
          <p:cNvSpPr>
            <a:spLocks xmlns:a="http://schemas.openxmlformats.org/drawingml/2006/main" noGrp="1"/>
          </p:cNvSpPr>
          <p:nvPr/>
        </p:nvSpPr>
        <p:spPr>
          <a:xfrm xmlns:a="http://schemas.openxmlformats.org/drawingml/2006/main">
            <a:off x="2505075"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6" name="v2-407-a-task-state">
            <a:extLst xmlns:a="http://schemas.openxmlformats.org/drawingml/2006/main">
              <a:ext uri="{FF2B5EF4-FFF2-40B4-BE49-F238E27FC236}">
                <a16:creationId xmlns:a16="http://schemas.microsoft.com/office/drawing/2014/main" id="{22A6E844-08C7-429B-BC35-7CAF2EC10AC9}"/>
              </a:ext>
            </a:extLst>
          </p:cNvPr>
          <p:cNvSpPr>
            <a:spLocks xmlns:a="http://schemas.openxmlformats.org/drawingml/2006/main" noGrp="1"/>
          </p:cNvSpPr>
          <p:nvPr/>
        </p:nvSpPr>
        <p:spPr>
          <a:xfrm xmlns:a="http://schemas.openxmlformats.org/drawingml/2006/main">
            <a:off x="6838950"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7" name="v2-408-a-changes-1">
            <a:extLst xmlns:a="http://schemas.openxmlformats.org/drawingml/2006/main">
              <a:ext uri="{FF2B5EF4-FFF2-40B4-BE49-F238E27FC236}">
                <a16:creationId xmlns:a16="http://schemas.microsoft.com/office/drawing/2014/main" id="{803E5EBE-BFAA-4B0C-80E8-C62535123C29}"/>
              </a:ext>
            </a:extLst>
          </p:cNvPr>
          <p:cNvSpPr>
            <a:spLocks xmlns:a="http://schemas.openxmlformats.org/drawingml/2006/main" noGrp="1"/>
          </p:cNvSpPr>
          <p:nvPr/>
        </p:nvSpPr>
        <p:spPr>
          <a:xfrm xmlns:a="http://schemas.openxmlformats.org/drawingml/2006/main">
            <a:off x="2609850" y="4076700"/>
            <a:ext cx="1695450" cy="1647825"/>
          </a:xfrm>
          <a:custGeom xmlns:a="http://schemas.openxmlformats.org/drawingml/2006/main">
            <a:pathLst>
              <a:path w="1695450" h="1647825">
                <a:moveTo>
                  <a:pt x="1514475" y="0"/>
                </a:moveTo>
                <a:lnTo>
                  <a:pt x="1695450" y="0"/>
                </a:lnTo>
                <a:lnTo>
                  <a:pt x="1695450" y="1000125"/>
                </a:lnTo>
                <a:lnTo>
                  <a:pt x="0" y="1000125"/>
                </a:lnTo>
                <a:lnTo>
                  <a:pt x="0" y="1647825"/>
                </a:lnTo>
                <a:lnTo>
                  <a:pt x="180975" y="1647825"/>
                </a:lnTo>
              </a:path>
            </a:pathLst>
          </a:custGeom>
          <a:noFill xmlns:a="http://schemas.openxmlformats.org/drawingml/2006/main"/>
          <a:ln xmlns:a="http://schemas.openxmlformats.org/drawingml/2006/main" w="26670">
            <a:solidFill>
              <a:srgbClr val="00889A"/>
            </a:solidFill>
            <a:prstDash val="solid"/>
          </a:ln>
        </p:spPr>
      </p:sp>
      <p:sp>
        <p:nvSpPr>
          <p:cNvPr id="28" name="v2-409-a-changes-1-head">
            <a:extLst xmlns:a="http://schemas.openxmlformats.org/drawingml/2006/main">
              <a:ext uri="{FF2B5EF4-FFF2-40B4-BE49-F238E27FC236}">
                <a16:creationId xmlns:a16="http://schemas.microsoft.com/office/drawing/2014/main" id="{7F04471F-A1D8-4CDC-A840-5D2BCF388517}"/>
              </a:ext>
            </a:extLst>
          </p:cNvPr>
          <p:cNvSpPr>
            <a:spLocks xmlns:a="http://schemas.openxmlformats.org/drawingml/2006/main" noGrp="1"/>
          </p:cNvSpPr>
          <p:nvPr/>
        </p:nvSpPr>
        <p:spPr>
          <a:xfrm xmlns:a="http://schemas.openxmlformats.org/drawingml/2006/main">
            <a:off x="2690517" y="56697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29" name="v2-410-a-changes-2">
            <a:extLst xmlns:a="http://schemas.openxmlformats.org/drawingml/2006/main">
              <a:ext uri="{FF2B5EF4-FFF2-40B4-BE49-F238E27FC236}">
                <a16:creationId xmlns:a16="http://schemas.microsoft.com/office/drawing/2014/main" id="{4CFF3BF5-B33C-481E-BAAB-D33634F12846}"/>
              </a:ext>
            </a:extLst>
          </p:cNvPr>
          <p:cNvSpPr>
            <a:spLocks xmlns:a="http://schemas.openxmlformats.org/drawingml/2006/main" noGrp="1"/>
          </p:cNvSpPr>
          <p:nvPr/>
        </p:nvSpPr>
        <p:spPr>
          <a:xfrm xmlns:a="http://schemas.openxmlformats.org/drawingml/2006/main">
            <a:off x="6486525" y="4076700"/>
            <a:ext cx="2105025" cy="1647825"/>
          </a:xfrm>
          <a:custGeom xmlns:a="http://schemas.openxmlformats.org/drawingml/2006/main">
            <a:pathLst>
              <a:path w="2105025" h="1647825">
                <a:moveTo>
                  <a:pt x="1943100" y="0"/>
                </a:moveTo>
                <a:lnTo>
                  <a:pt x="2105025" y="0"/>
                </a:lnTo>
                <a:lnTo>
                  <a:pt x="2105025" y="1647825"/>
                </a:lnTo>
                <a:lnTo>
                  <a:pt x="0" y="1647825"/>
                </a:lnTo>
              </a:path>
            </a:pathLst>
          </a:custGeom>
          <a:noFill xmlns:a="http://schemas.openxmlformats.org/drawingml/2006/main"/>
          <a:ln xmlns:a="http://schemas.openxmlformats.org/drawingml/2006/main" w="26670">
            <a:solidFill>
              <a:srgbClr val="00889A"/>
            </a:solidFill>
            <a:prstDash val="solid"/>
          </a:ln>
        </p:spPr>
      </p:sp>
      <p:sp>
        <p:nvSpPr>
          <p:cNvPr id="30" name="v2-411-a-changes-2-head">
            <a:extLst xmlns:a="http://schemas.openxmlformats.org/drawingml/2006/main">
              <a:ext uri="{FF2B5EF4-FFF2-40B4-BE49-F238E27FC236}">
                <a16:creationId xmlns:a16="http://schemas.microsoft.com/office/drawing/2014/main" id="{74D0437F-7BAA-4CC4-AE7E-D62CF0442C56}"/>
              </a:ext>
            </a:extLst>
          </p:cNvPr>
          <p:cNvSpPr>
            <a:spLocks xmlns:a="http://schemas.openxmlformats.org/drawingml/2006/main" noGrp="1"/>
          </p:cNvSpPr>
          <p:nvPr/>
        </p:nvSpPr>
        <p:spPr>
          <a:xfrm xmlns:a="http://schemas.openxmlformats.org/drawingml/2006/main">
            <a:off x="6486525" y="56697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31" name="v2-412-note">
            <a:extLst xmlns:a="http://schemas.openxmlformats.org/drawingml/2006/main">
              <a:ext uri="{FF2B5EF4-FFF2-40B4-BE49-F238E27FC236}">
                <a16:creationId xmlns:a16="http://schemas.microsoft.com/office/drawing/2014/main" id="{30895203-7188-4BE0-BE5D-3576BA8831FA}"/>
              </a:ext>
            </a:extLst>
          </p:cNvPr>
          <p:cNvSpPr>
            <a:spLocks xmlns:a="http://schemas.openxmlformats.org/drawingml/2006/main" noGrp="1"/>
          </p:cNvSpPr>
          <p:nvPr/>
        </p:nvSpPr>
        <p:spPr>
          <a:xfrm xmlns:a="http://schemas.openxmlformats.org/drawingml/2006/main">
            <a:off x="6838950" y="5172075"/>
            <a:ext cx="1638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검증된 변경</a:t>
            </a:r>
          </a:p>
        </p:txBody>
      </p:sp>
      <p:sp>
        <p:nvSpPr>
          <p:cNvPr id="32" name="v2-413-note">
            <a:extLst xmlns:a="http://schemas.openxmlformats.org/drawingml/2006/main">
              <a:ext uri="{FF2B5EF4-FFF2-40B4-BE49-F238E27FC236}">
                <a16:creationId xmlns:a16="http://schemas.microsoft.com/office/drawing/2014/main" id="{C82C5941-D1FB-4FC1-AD04-A038CADD5385}"/>
              </a:ext>
            </a:extLst>
          </p:cNvPr>
          <p:cNvSpPr>
            <a:spLocks xmlns:a="http://schemas.openxmlformats.org/drawingml/2006/main" noGrp="1"/>
          </p:cNvSpPr>
          <p:nvPr/>
        </p:nvSpPr>
        <p:spPr>
          <a:xfrm xmlns:a="http://schemas.openxmlformats.org/drawingml/2006/main">
            <a:off x="847725" y="53149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공동 commit</a:t>
            </a:r>
          </a:p>
        </p:txBody>
      </p:sp>
      <p:sp>
        <p:nvSpPr>
          <p:cNvPr id="33" name="v2-414-a-commit-1">
            <a:extLst xmlns:a="http://schemas.openxmlformats.org/drawingml/2006/main">
              <a:ext uri="{FF2B5EF4-FFF2-40B4-BE49-F238E27FC236}">
                <a16:creationId xmlns:a16="http://schemas.microsoft.com/office/drawing/2014/main" id="{8586ADC9-CD48-4BDD-9D76-62E7BA1C7D14}"/>
              </a:ext>
            </a:extLst>
          </p:cNvPr>
          <p:cNvSpPr>
            <a:spLocks xmlns:a="http://schemas.openxmlformats.org/drawingml/2006/main" noGrp="1"/>
          </p:cNvSpPr>
          <p:nvPr/>
        </p:nvSpPr>
        <p:spPr>
          <a:xfrm xmlns:a="http://schemas.openxmlformats.org/drawingml/2006/main">
            <a:off x="2505075" y="4981575"/>
            <a:ext cx="285750" cy="857250"/>
          </a:xfrm>
          <a:custGeom xmlns:a="http://schemas.openxmlformats.org/drawingml/2006/main">
            <a:pathLst>
              <a:path w="285750" h="857250">
                <a:moveTo>
                  <a:pt x="285750" y="857250"/>
                </a:moveTo>
                <a:lnTo>
                  <a:pt x="0" y="857250"/>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415-a-commit-1-head">
            <a:extLst xmlns:a="http://schemas.openxmlformats.org/drawingml/2006/main">
              <a:ext uri="{FF2B5EF4-FFF2-40B4-BE49-F238E27FC236}">
                <a16:creationId xmlns:a16="http://schemas.microsoft.com/office/drawing/2014/main" id="{1480B6E3-DA22-406B-BCE8-EE2E7C183B90}"/>
              </a:ext>
            </a:extLst>
          </p:cNvPr>
          <p:cNvSpPr>
            <a:spLocks xmlns:a="http://schemas.openxmlformats.org/drawingml/2006/main" noGrp="1"/>
          </p:cNvSpPr>
          <p:nvPr/>
        </p:nvSpPr>
        <p:spPr>
          <a:xfrm xmlns:a="http://schemas.openxmlformats.org/drawingml/2006/main">
            <a:off x="2450277"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5" name="v2-416-a-commit-2">
            <a:extLst xmlns:a="http://schemas.openxmlformats.org/drawingml/2006/main">
              <a:ext uri="{FF2B5EF4-FFF2-40B4-BE49-F238E27FC236}">
                <a16:creationId xmlns:a16="http://schemas.microsoft.com/office/drawing/2014/main" id="{E2386388-FF39-42D3-8D09-C10C8FB0FFD8}"/>
              </a:ext>
            </a:extLst>
          </p:cNvPr>
          <p:cNvSpPr>
            <a:spLocks xmlns:a="http://schemas.openxmlformats.org/drawingml/2006/main" noGrp="1"/>
          </p:cNvSpPr>
          <p:nvPr/>
        </p:nvSpPr>
        <p:spPr>
          <a:xfrm xmlns:a="http://schemas.openxmlformats.org/drawingml/2006/main">
            <a:off x="6486525" y="4981575"/>
            <a:ext cx="352425" cy="857250"/>
          </a:xfrm>
          <a:custGeom xmlns:a="http://schemas.openxmlformats.org/drawingml/2006/main">
            <a:pathLst>
              <a:path w="352425" h="857250">
                <a:moveTo>
                  <a:pt x="0" y="857250"/>
                </a:moveTo>
                <a:lnTo>
                  <a:pt x="352425" y="857250"/>
                </a:lnTo>
                <a:lnTo>
                  <a:pt x="352425" y="0"/>
                </a:lnTo>
              </a:path>
            </a:pathLst>
          </a:custGeom>
          <a:noFill xmlns:a="http://schemas.openxmlformats.org/drawingml/2006/main"/>
          <a:ln xmlns:a="http://schemas.openxmlformats.org/drawingml/2006/main" w="23813">
            <a:solidFill>
              <a:srgbClr val="576773"/>
            </a:solidFill>
            <a:prstDash val="solid"/>
          </a:ln>
        </p:spPr>
      </p:sp>
      <p:sp>
        <p:nvSpPr>
          <p:cNvPr id="36" name="v2-417-a-commit-2-head">
            <a:extLst xmlns:a="http://schemas.openxmlformats.org/drawingml/2006/main">
              <a:ext uri="{FF2B5EF4-FFF2-40B4-BE49-F238E27FC236}">
                <a16:creationId xmlns:a16="http://schemas.microsoft.com/office/drawing/2014/main" id="{D6CBA312-86C5-4214-B3BD-75962147C197}"/>
              </a:ext>
            </a:extLst>
          </p:cNvPr>
          <p:cNvSpPr>
            <a:spLocks xmlns:a="http://schemas.openxmlformats.org/drawingml/2006/main" noGrp="1"/>
          </p:cNvSpPr>
          <p:nvPr/>
        </p:nvSpPr>
        <p:spPr>
          <a:xfrm xmlns:a="http://schemas.openxmlformats.org/drawingml/2006/main">
            <a:off x="6784152"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7" name="v2-418-note">
            <a:extLst xmlns:a="http://schemas.openxmlformats.org/drawingml/2006/main">
              <a:ext uri="{FF2B5EF4-FFF2-40B4-BE49-F238E27FC236}">
                <a16:creationId xmlns:a16="http://schemas.microsoft.com/office/drawing/2014/main" id="{2C39F9A0-519A-4808-94FA-A757EB60D7DA}"/>
              </a:ext>
            </a:extLst>
          </p:cNvPr>
          <p:cNvSpPr>
            <a:spLocks xmlns:a="http://schemas.openxmlformats.org/drawingml/2006/main" noGrp="1"/>
          </p:cNvSpPr>
          <p:nvPr/>
        </p:nvSpPr>
        <p:spPr>
          <a:xfrm xmlns:a="http://schemas.openxmlformats.org/drawingml/2006/main">
            <a:off x="895350" y="3390900"/>
            <a:ext cx="752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관계와 답변 명령을 같은 commit으로 확정</a:t>
            </a:r>
          </a:p>
        </p:txBody>
      </p:sp>
      <p:sp>
        <p:nvSpPr>
          <p:cNvPr id="38" name="v2-419-note">
            <a:extLst xmlns:a="http://schemas.openxmlformats.org/drawingml/2006/main">
              <a:ext uri="{FF2B5EF4-FFF2-40B4-BE49-F238E27FC236}">
                <a16:creationId xmlns:a16="http://schemas.microsoft.com/office/drawing/2014/main" id="{DFFA5DA7-A09F-4607-A73D-3D006765E782}"/>
              </a:ext>
            </a:extLst>
          </p:cNvPr>
          <p:cNvSpPr>
            <a:spLocks xmlns:a="http://schemas.openxmlformats.org/drawingml/2006/main" noGrp="1"/>
          </p:cNvSpPr>
          <p:nvPr/>
        </p:nvSpPr>
        <p:spPr>
          <a:xfrm xmlns:a="http://schemas.openxmlformats.org/drawingml/2006/main">
            <a:off x="952500" y="611505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성공: 모두 반영 / 충돌과 실패: 모두 미반영</a:t>
            </a:r>
          </a:p>
        </p:txBody>
      </p:sp>
      <p:sp>
        <p:nvSpPr>
          <p:cNvPr id="39" name="v2-420-대화 서비스 실행 경계">
            <a:extLst xmlns:a="http://schemas.openxmlformats.org/drawingml/2006/main">
              <a:ext uri="{FF2B5EF4-FFF2-40B4-BE49-F238E27FC236}">
                <a16:creationId xmlns:a16="http://schemas.microsoft.com/office/drawing/2014/main" id="{F78359B9-D5EB-45B8-90EC-5E4AF4BEFB17}"/>
              </a:ext>
            </a:extLst>
          </p:cNvPr>
          <p:cNvSpPr>
            <a:spLocks xmlns:a="http://schemas.openxmlformats.org/drawingml/2006/main" noGrp="1"/>
          </p:cNvSpPr>
          <p:nvPr/>
        </p:nvSpPr>
        <p:spPr>
          <a:xfrm xmlns:a="http://schemas.openxmlformats.org/drawingml/2006/main">
            <a:off x="9334500" y="3086100"/>
            <a:ext cx="3771900"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421-대화 서비스 실행 경계-boundary">
            <a:extLst xmlns:a="http://schemas.openxmlformats.org/drawingml/2006/main">
              <a:ext uri="{FF2B5EF4-FFF2-40B4-BE49-F238E27FC236}">
                <a16:creationId xmlns:a16="http://schemas.microsoft.com/office/drawing/2014/main" id="{D10CB4EC-94A6-4621-966B-1D0A381D1228}"/>
              </a:ext>
            </a:extLst>
          </p:cNvPr>
          <p:cNvSpPr>
            <a:spLocks xmlns:a="http://schemas.openxmlformats.org/drawingml/2006/main" noGrp="1"/>
          </p:cNvSpPr>
          <p:nvPr/>
        </p:nvSpPr>
        <p:spPr>
          <a:xfrm xmlns:a="http://schemas.openxmlformats.org/drawingml/2006/main">
            <a:off x="946785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대화 서비스 실행 경계</a:t>
            </a:r>
          </a:p>
        </p:txBody>
      </p:sp>
      <p:sp>
        <p:nvSpPr>
          <p:cNvPr id="41" name="v2-422-Task 서비스 실행 경계">
            <a:extLst xmlns:a="http://schemas.openxmlformats.org/drawingml/2006/main">
              <a:ext uri="{FF2B5EF4-FFF2-40B4-BE49-F238E27FC236}">
                <a16:creationId xmlns:a16="http://schemas.microsoft.com/office/drawing/2014/main" id="{9CA7EA0E-CF8A-469A-A75A-FA57755BE5C7}"/>
              </a:ext>
            </a:extLst>
          </p:cNvPr>
          <p:cNvSpPr>
            <a:spLocks xmlns:a="http://schemas.openxmlformats.org/drawingml/2006/main" noGrp="1"/>
          </p:cNvSpPr>
          <p:nvPr/>
        </p:nvSpPr>
        <p:spPr>
          <a:xfrm xmlns:a="http://schemas.openxmlformats.org/drawingml/2006/main">
            <a:off x="13849350" y="3086100"/>
            <a:ext cx="385762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2" name="v2-423-Task 서비스 실행 경계-boundary">
            <a:extLst xmlns:a="http://schemas.openxmlformats.org/drawingml/2006/main">
              <a:ext uri="{FF2B5EF4-FFF2-40B4-BE49-F238E27FC236}">
                <a16:creationId xmlns:a16="http://schemas.microsoft.com/office/drawing/2014/main" id="{240A5532-B627-43A5-8635-D35FE973812A}"/>
              </a:ext>
            </a:extLst>
          </p:cNvPr>
          <p:cNvSpPr>
            <a:spLocks xmlns:a="http://schemas.openxmlformats.org/drawingml/2006/main" noGrp="1"/>
          </p:cNvSpPr>
          <p:nvPr/>
        </p:nvSpPr>
        <p:spPr>
          <a:xfrm xmlns:a="http://schemas.openxmlformats.org/drawingml/2006/main">
            <a:off x="1398270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Task 서비스 실행 경계</a:t>
            </a:r>
          </a:p>
        </p:txBody>
      </p:sp>
      <p:sp>
        <p:nvSpPr>
          <p:cNvPr id="43" name="v2-424-Request Controller">
            <a:extLst xmlns:a="http://schemas.openxmlformats.org/drawingml/2006/main">
              <a:ext uri="{FF2B5EF4-FFF2-40B4-BE49-F238E27FC236}">
                <a16:creationId xmlns:a16="http://schemas.microsoft.com/office/drawing/2014/main" id="{3353AF42-9CCC-416B-B921-8985E4518B34}"/>
              </a:ext>
            </a:extLst>
          </p:cNvPr>
          <p:cNvSpPr>
            <a:spLocks xmlns:a="http://schemas.openxmlformats.org/drawingml/2006/main" noGrp="1"/>
          </p:cNvSpPr>
          <p:nvPr/>
        </p:nvSpPr>
        <p:spPr>
          <a:xfrm xmlns:a="http://schemas.openxmlformats.org/drawingml/2006/main">
            <a:off x="9486900" y="3705225"/>
            <a:ext cx="345757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4" name="v2-425-Request Controller-name">
            <a:extLst xmlns:a="http://schemas.openxmlformats.org/drawingml/2006/main">
              <a:ext uri="{FF2B5EF4-FFF2-40B4-BE49-F238E27FC236}">
                <a16:creationId xmlns:a16="http://schemas.microsoft.com/office/drawing/2014/main" id="{69F13A89-FC18-439D-B37F-D357360D237E}"/>
              </a:ext>
            </a:extLst>
          </p:cNvPr>
          <p:cNvSpPr>
            <a:spLocks xmlns:a="http://schemas.openxmlformats.org/drawingml/2006/main" noGrp="1"/>
          </p:cNvSpPr>
          <p:nvPr/>
        </p:nvSpPr>
        <p:spPr>
          <a:xfrm xmlns:a="http://schemas.openxmlformats.org/drawingml/2006/main">
            <a:off x="9563100" y="3705225"/>
            <a:ext cx="3305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Controller</a:t>
            </a:r>
          </a:p>
        </p:txBody>
      </p:sp>
      <p:sp>
        <p:nvSpPr>
          <p:cNvPr id="45" name="v2-426-Task Manager">
            <a:extLst xmlns:a="http://schemas.openxmlformats.org/drawingml/2006/main">
              <a:ext uri="{FF2B5EF4-FFF2-40B4-BE49-F238E27FC236}">
                <a16:creationId xmlns:a16="http://schemas.microsoft.com/office/drawing/2014/main" id="{AC114813-EA14-40E4-BF58-17047CF2735B}"/>
              </a:ext>
            </a:extLst>
          </p:cNvPr>
          <p:cNvSpPr>
            <a:spLocks xmlns:a="http://schemas.openxmlformats.org/drawingml/2006/main" noGrp="1"/>
          </p:cNvSpPr>
          <p:nvPr/>
        </p:nvSpPr>
        <p:spPr>
          <a:xfrm xmlns:a="http://schemas.openxmlformats.org/drawingml/2006/main">
            <a:off x="14001750" y="3705225"/>
            <a:ext cx="355282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6" name="v2-427-Task Manager-name">
            <a:extLst xmlns:a="http://schemas.openxmlformats.org/drawingml/2006/main">
              <a:ext uri="{FF2B5EF4-FFF2-40B4-BE49-F238E27FC236}">
                <a16:creationId xmlns:a16="http://schemas.microsoft.com/office/drawing/2014/main" id="{65476A78-DF25-4717-9684-B3FD4DE1E009}"/>
              </a:ext>
            </a:extLst>
          </p:cNvPr>
          <p:cNvSpPr>
            <a:spLocks xmlns:a="http://schemas.openxmlformats.org/drawingml/2006/main" noGrp="1"/>
          </p:cNvSpPr>
          <p:nvPr/>
        </p:nvSpPr>
        <p:spPr>
          <a:xfrm xmlns:a="http://schemas.openxmlformats.org/drawingml/2006/main">
            <a:off x="14077950" y="3705225"/>
            <a:ext cx="3400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47" name="v2-428-Request Graph State">
            <a:extLst xmlns:a="http://schemas.openxmlformats.org/drawingml/2006/main">
              <a:ext uri="{FF2B5EF4-FFF2-40B4-BE49-F238E27FC236}">
                <a16:creationId xmlns:a16="http://schemas.microsoft.com/office/drawing/2014/main" id="{501A0703-94FF-4F8F-898E-34AF669788DD}"/>
              </a:ext>
            </a:extLst>
          </p:cNvPr>
          <p:cNvSpPr>
            <a:spLocks xmlns:a="http://schemas.openxmlformats.org/drawingml/2006/main" noGrp="1"/>
          </p:cNvSpPr>
          <p:nvPr/>
        </p:nvSpPr>
        <p:spPr>
          <a:xfrm xmlns:a="http://schemas.openxmlformats.org/drawingml/2006/main">
            <a:off x="9496425" y="4619625"/>
            <a:ext cx="34385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8" name="v2-429-Request Graph State-name">
            <a:extLst xmlns:a="http://schemas.openxmlformats.org/drawingml/2006/main">
              <a:ext uri="{FF2B5EF4-FFF2-40B4-BE49-F238E27FC236}">
                <a16:creationId xmlns:a16="http://schemas.microsoft.com/office/drawing/2014/main" id="{6DD6C06D-1B62-4DDE-B716-B2A0153FA2B1}"/>
              </a:ext>
            </a:extLst>
          </p:cNvPr>
          <p:cNvSpPr>
            <a:spLocks xmlns:a="http://schemas.openxmlformats.org/drawingml/2006/main" noGrp="1"/>
          </p:cNvSpPr>
          <p:nvPr/>
        </p:nvSpPr>
        <p:spPr>
          <a:xfrm xmlns:a="http://schemas.openxmlformats.org/drawingml/2006/main">
            <a:off x="9572625" y="46196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Request Graph State</a:t>
            </a:r>
          </a:p>
        </p:txBody>
      </p:sp>
      <p:sp>
        <p:nvSpPr>
          <p:cNvPr id="49" name="v2-430-Task Command State">
            <a:extLst xmlns:a="http://schemas.openxmlformats.org/drawingml/2006/main">
              <a:ext uri="{FF2B5EF4-FFF2-40B4-BE49-F238E27FC236}">
                <a16:creationId xmlns:a16="http://schemas.microsoft.com/office/drawing/2014/main" id="{BF13F33A-50D1-42E0-9233-D12380CB3F6C}"/>
              </a:ext>
            </a:extLst>
          </p:cNvPr>
          <p:cNvSpPr>
            <a:spLocks xmlns:a="http://schemas.openxmlformats.org/drawingml/2006/main" noGrp="1"/>
          </p:cNvSpPr>
          <p:nvPr/>
        </p:nvSpPr>
        <p:spPr>
          <a:xfrm xmlns:a="http://schemas.openxmlformats.org/drawingml/2006/main">
            <a:off x="14011275" y="4619625"/>
            <a:ext cx="35337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0" name="v2-431-Task Command State-name">
            <a:extLst xmlns:a="http://schemas.openxmlformats.org/drawingml/2006/main">
              <a:ext uri="{FF2B5EF4-FFF2-40B4-BE49-F238E27FC236}">
                <a16:creationId xmlns:a16="http://schemas.microsoft.com/office/drawing/2014/main" id="{BF4DDFAC-02A6-4DE4-8F91-3C05A4C8AC83}"/>
              </a:ext>
            </a:extLst>
          </p:cNvPr>
          <p:cNvSpPr>
            <a:spLocks xmlns:a="http://schemas.openxmlformats.org/drawingml/2006/main" noGrp="1"/>
          </p:cNvSpPr>
          <p:nvPr/>
        </p:nvSpPr>
        <p:spPr>
          <a:xfrm xmlns:a="http://schemas.openxmlformats.org/drawingml/2006/main">
            <a:off x="14087475" y="46196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Task Command State</a:t>
            </a:r>
          </a:p>
        </p:txBody>
      </p:sp>
      <p:sp>
        <p:nvSpPr>
          <p:cNvPr id="51" name="v2-432-b-command">
            <a:extLst xmlns:a="http://schemas.openxmlformats.org/drawingml/2006/main">
              <a:ext uri="{FF2B5EF4-FFF2-40B4-BE49-F238E27FC236}">
                <a16:creationId xmlns:a16="http://schemas.microsoft.com/office/drawing/2014/main" id="{1A067E6E-DAA5-4208-BA82-BABF97BBB69E}"/>
              </a:ext>
            </a:extLst>
          </p:cNvPr>
          <p:cNvSpPr>
            <a:spLocks xmlns:a="http://schemas.openxmlformats.org/drawingml/2006/main" noGrp="1"/>
          </p:cNvSpPr>
          <p:nvPr/>
        </p:nvSpPr>
        <p:spPr>
          <a:xfrm xmlns:a="http://schemas.openxmlformats.org/drawingml/2006/main">
            <a:off x="12944475" y="3886200"/>
            <a:ext cx="1057275" cy="9525"/>
          </a:xfrm>
          <a:custGeom xmlns:a="http://schemas.openxmlformats.org/drawingml/2006/main">
            <a:pathLst>
              <a:path w="1057275" h="9525">
                <a:moveTo>
                  <a:pt x="0" y="0"/>
                </a:moveTo>
                <a:lnTo>
                  <a:pt x="1057275" y="0"/>
                </a:lnTo>
              </a:path>
            </a:pathLst>
          </a:custGeom>
          <a:noFill xmlns:a="http://schemas.openxmlformats.org/drawingml/2006/main"/>
          <a:ln xmlns:a="http://schemas.openxmlformats.org/drawingml/2006/main" w="26670">
            <a:solidFill>
              <a:srgbClr val="00889A"/>
            </a:solidFill>
            <a:prstDash val="solid"/>
          </a:ln>
        </p:spPr>
      </p:sp>
      <p:sp>
        <p:nvSpPr>
          <p:cNvPr id="52" name="v2-433-b-command-head">
            <a:extLst xmlns:a="http://schemas.openxmlformats.org/drawingml/2006/main">
              <a:ext uri="{FF2B5EF4-FFF2-40B4-BE49-F238E27FC236}">
                <a16:creationId xmlns:a16="http://schemas.microsoft.com/office/drawing/2014/main" id="{8B731CD2-84FB-488B-B6EA-7AD852C4B51E}"/>
              </a:ext>
            </a:extLst>
          </p:cNvPr>
          <p:cNvSpPr>
            <a:spLocks xmlns:a="http://schemas.openxmlformats.org/drawingml/2006/main" noGrp="1"/>
          </p:cNvSpPr>
          <p:nvPr/>
        </p:nvSpPr>
        <p:spPr>
          <a:xfrm xmlns:a="http://schemas.openxmlformats.org/drawingml/2006/main">
            <a:off x="13901442" y="38314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53" name="v2-434-note">
            <a:extLst xmlns:a="http://schemas.openxmlformats.org/drawingml/2006/main">
              <a:ext uri="{FF2B5EF4-FFF2-40B4-BE49-F238E27FC236}">
                <a16:creationId xmlns:a16="http://schemas.microsoft.com/office/drawing/2014/main" id="{6B4524E5-9C75-43F5-8FC9-8FA3AE8DC181}"/>
              </a:ext>
            </a:extLst>
          </p:cNvPr>
          <p:cNvSpPr>
            <a:spLocks xmlns:a="http://schemas.openxmlformats.org/drawingml/2006/main" noGrp="1"/>
          </p:cNvSpPr>
          <p:nvPr/>
        </p:nvSpPr>
        <p:spPr>
          <a:xfrm xmlns:a="http://schemas.openxmlformats.org/drawingml/2006/main">
            <a:off x="12372975" y="3343275"/>
            <a:ext cx="2362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같은 명령</a:t>
            </a:r>
          </a:p>
        </p:txBody>
      </p:sp>
      <p:sp>
        <p:nvSpPr>
          <p:cNvPr id="54" name="v2-435-b-receipt">
            <a:extLst xmlns:a="http://schemas.openxmlformats.org/drawingml/2006/main">
              <a:ext uri="{FF2B5EF4-FFF2-40B4-BE49-F238E27FC236}">
                <a16:creationId xmlns:a16="http://schemas.microsoft.com/office/drawing/2014/main" id="{BB4CDD56-D2C4-488F-B4FC-166C47573D67}"/>
              </a:ext>
            </a:extLst>
          </p:cNvPr>
          <p:cNvSpPr>
            <a:spLocks xmlns:a="http://schemas.openxmlformats.org/drawingml/2006/main" noGrp="1"/>
          </p:cNvSpPr>
          <p:nvPr/>
        </p:nvSpPr>
        <p:spPr>
          <a:xfrm xmlns:a="http://schemas.openxmlformats.org/drawingml/2006/main">
            <a:off x="12944475" y="4276725"/>
            <a:ext cx="1057275" cy="9525"/>
          </a:xfrm>
          <a:custGeom xmlns:a="http://schemas.openxmlformats.org/drawingml/2006/main">
            <a:pathLst>
              <a:path w="1057275" h="9525">
                <a:moveTo>
                  <a:pt x="1057275" y="0"/>
                </a:moveTo>
                <a:lnTo>
                  <a:pt x="0" y="0"/>
                </a:lnTo>
              </a:path>
            </a:pathLst>
          </a:custGeom>
          <a:noFill xmlns:a="http://schemas.openxmlformats.org/drawingml/2006/main"/>
          <a:ln xmlns:a="http://schemas.openxmlformats.org/drawingml/2006/main" w="26670">
            <a:solidFill>
              <a:srgbClr val="00889A"/>
            </a:solidFill>
            <a:prstDash val="solid"/>
          </a:ln>
        </p:spPr>
      </p:sp>
      <p:sp>
        <p:nvSpPr>
          <p:cNvPr id="55" name="v2-436-b-receipt-head">
            <a:extLst xmlns:a="http://schemas.openxmlformats.org/drawingml/2006/main">
              <a:ext uri="{FF2B5EF4-FFF2-40B4-BE49-F238E27FC236}">
                <a16:creationId xmlns:a16="http://schemas.microsoft.com/office/drawing/2014/main" id="{49955673-FB77-43FB-82F9-20010FC8172C}"/>
              </a:ext>
            </a:extLst>
          </p:cNvPr>
          <p:cNvSpPr>
            <a:spLocks xmlns:a="http://schemas.openxmlformats.org/drawingml/2006/main" noGrp="1"/>
          </p:cNvSpPr>
          <p:nvPr/>
        </p:nvSpPr>
        <p:spPr>
          <a:xfrm xmlns:a="http://schemas.openxmlformats.org/drawingml/2006/main">
            <a:off x="12944475" y="4221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56" name="v2-437-note">
            <a:extLst xmlns:a="http://schemas.openxmlformats.org/drawingml/2006/main">
              <a:ext uri="{FF2B5EF4-FFF2-40B4-BE49-F238E27FC236}">
                <a16:creationId xmlns:a16="http://schemas.microsoft.com/office/drawing/2014/main" id="{8AA3CE9F-6268-4370-94C9-FE99F778A898}"/>
              </a:ext>
            </a:extLst>
          </p:cNvPr>
          <p:cNvSpPr>
            <a:spLocks xmlns:a="http://schemas.openxmlformats.org/drawingml/2006/main" noGrp="1"/>
          </p:cNvSpPr>
          <p:nvPr/>
        </p:nvSpPr>
        <p:spPr>
          <a:xfrm xmlns:a="http://schemas.openxmlformats.org/drawingml/2006/main">
            <a:off x="12934950" y="434340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④ 접수 결과</a:t>
            </a:r>
          </a:p>
        </p:txBody>
      </p:sp>
      <p:sp>
        <p:nvSpPr>
          <p:cNvPr id="57" name="v2-438-b-dialogue-commit">
            <a:extLst xmlns:a="http://schemas.openxmlformats.org/drawingml/2006/main">
              <a:ext uri="{FF2B5EF4-FFF2-40B4-BE49-F238E27FC236}">
                <a16:creationId xmlns:a16="http://schemas.microsoft.com/office/drawing/2014/main" id="{8B5741B1-8FEC-49D6-A438-5E9480DA70A9}"/>
              </a:ext>
            </a:extLst>
          </p:cNvPr>
          <p:cNvSpPr>
            <a:spLocks xmlns:a="http://schemas.openxmlformats.org/drawingml/2006/main" noGrp="1"/>
          </p:cNvSpPr>
          <p:nvPr/>
        </p:nvSpPr>
        <p:spPr>
          <a:xfrm xmlns:a="http://schemas.openxmlformats.org/drawingml/2006/main">
            <a:off x="11210925"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58" name="v2-439-b-dialogue-commit-head">
            <a:extLst xmlns:a="http://schemas.openxmlformats.org/drawingml/2006/main">
              <a:ext uri="{FF2B5EF4-FFF2-40B4-BE49-F238E27FC236}">
                <a16:creationId xmlns:a16="http://schemas.microsoft.com/office/drawing/2014/main" id="{AE70578F-0070-4B3C-94FF-8CA1809CECC6}"/>
              </a:ext>
            </a:extLst>
          </p:cNvPr>
          <p:cNvSpPr>
            <a:spLocks xmlns:a="http://schemas.openxmlformats.org/drawingml/2006/main" noGrp="1"/>
          </p:cNvSpPr>
          <p:nvPr/>
        </p:nvSpPr>
        <p:spPr>
          <a:xfrm xmlns:a="http://schemas.openxmlformats.org/drawingml/2006/main">
            <a:off x="11156127"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59" name="v2-440-b-task-commit">
            <a:extLst xmlns:a="http://schemas.openxmlformats.org/drawingml/2006/main">
              <a:ext uri="{FF2B5EF4-FFF2-40B4-BE49-F238E27FC236}">
                <a16:creationId xmlns:a16="http://schemas.microsoft.com/office/drawing/2014/main" id="{5E7A0CC9-03E6-4C0B-B9BC-7C3D0038B2BE}"/>
              </a:ext>
            </a:extLst>
          </p:cNvPr>
          <p:cNvSpPr>
            <a:spLocks xmlns:a="http://schemas.openxmlformats.org/drawingml/2006/main" noGrp="1"/>
          </p:cNvSpPr>
          <p:nvPr/>
        </p:nvSpPr>
        <p:spPr>
          <a:xfrm xmlns:a="http://schemas.openxmlformats.org/drawingml/2006/main">
            <a:off x="15773400"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60" name="v2-441-b-task-commit-head">
            <a:extLst xmlns:a="http://schemas.openxmlformats.org/drawingml/2006/main">
              <a:ext uri="{FF2B5EF4-FFF2-40B4-BE49-F238E27FC236}">
                <a16:creationId xmlns:a16="http://schemas.microsoft.com/office/drawing/2014/main" id="{E2231EAB-CCF5-449F-BC0E-832E401A0EEA}"/>
              </a:ext>
            </a:extLst>
          </p:cNvPr>
          <p:cNvSpPr>
            <a:spLocks xmlns:a="http://schemas.openxmlformats.org/drawingml/2006/main" noGrp="1"/>
          </p:cNvSpPr>
          <p:nvPr/>
        </p:nvSpPr>
        <p:spPr>
          <a:xfrm xmlns:a="http://schemas.openxmlformats.org/drawingml/2006/main">
            <a:off x="15718602"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61" name="v2-442-note">
            <a:extLst xmlns:a="http://schemas.openxmlformats.org/drawingml/2006/main">
              <a:ext uri="{FF2B5EF4-FFF2-40B4-BE49-F238E27FC236}">
                <a16:creationId xmlns:a16="http://schemas.microsoft.com/office/drawing/2014/main" id="{BF652CDA-470B-4AEC-ADC4-6339B46822D1}"/>
              </a:ext>
            </a:extLst>
          </p:cNvPr>
          <p:cNvSpPr>
            <a:spLocks xmlns:a="http://schemas.openxmlformats.org/drawingml/2006/main" noGrp="1"/>
          </p:cNvSpPr>
          <p:nvPr/>
        </p:nvSpPr>
        <p:spPr>
          <a:xfrm xmlns:a="http://schemas.openxmlformats.org/drawingml/2006/main">
            <a:off x="9486900" y="5257800"/>
            <a:ext cx="3457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① 로컬 의도 저장</a:t>
            </a:r>
          </a:p>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④ 접수 결과 별도 반영</a:t>
            </a:r>
          </a:p>
        </p:txBody>
      </p:sp>
      <p:sp>
        <p:nvSpPr>
          <p:cNvPr id="62" name="v2-443-note">
            <a:extLst xmlns:a="http://schemas.openxmlformats.org/drawingml/2006/main">
              <a:ext uri="{FF2B5EF4-FFF2-40B4-BE49-F238E27FC236}">
                <a16:creationId xmlns:a16="http://schemas.microsoft.com/office/drawing/2014/main" id="{5E5CAF7C-6C9B-4FB0-991C-3A2D34AE36BA}"/>
              </a:ext>
            </a:extLst>
          </p:cNvPr>
          <p:cNvSpPr>
            <a:spLocks xmlns:a="http://schemas.openxmlformats.org/drawingml/2006/main" noGrp="1"/>
          </p:cNvSpPr>
          <p:nvPr/>
        </p:nvSpPr>
        <p:spPr>
          <a:xfrm xmlns:a="http://schemas.openxmlformats.org/drawingml/2006/main">
            <a:off x="14001750" y="5257800"/>
            <a:ext cx="3552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③ 내부 접수와 상태 확정</a:t>
            </a:r>
          </a:p>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외부 전송 가능 상태 저장</a:t>
            </a:r>
          </a:p>
        </p:txBody>
      </p:sp>
      <p:sp>
        <p:nvSpPr>
          <p:cNvPr id="63" name="v2-444-note">
            <a:extLst xmlns:a="http://schemas.openxmlformats.org/drawingml/2006/main">
              <a:ext uri="{FF2B5EF4-FFF2-40B4-BE49-F238E27FC236}">
                <a16:creationId xmlns:a16="http://schemas.microsoft.com/office/drawing/2014/main" id="{1A65A9EF-9894-4C9B-8B31-7D294186E375}"/>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확정된 명령 → Agent Gateway → Downstream Agent의 실제 확인. 내부 접수는 외부 실행/확인 완료가 아님. 의미 모델은 transaction 밖</a:t>
            </a:r>
          </a:p>
        </p:txBody>
      </p:sp>
      <p:sp>
        <p:nvSpPr>
          <p:cNvPr id="64" name="v2-445-a-cost">
            <a:extLst xmlns:a="http://schemas.openxmlformats.org/drawingml/2006/main">
              <a:ext uri="{FF2B5EF4-FFF2-40B4-BE49-F238E27FC236}">
                <a16:creationId xmlns:a16="http://schemas.microsoft.com/office/drawing/2014/main" id="{0423AD0F-0D0A-4EDA-8144-9FCEBA58EEC4}"/>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논리 수명 분리와 변경 국소화 가능</a:t>
            </a:r>
          </a:p>
        </p:txBody>
      </p:sp>
      <p:sp>
        <p:nvSpPr>
          <p:cNvPr id="65" name="v2-446-b-cost">
            <a:extLst xmlns:a="http://schemas.openxmlformats.org/drawingml/2006/main">
              <a:ext uri="{FF2B5EF4-FFF2-40B4-BE49-F238E27FC236}">
                <a16:creationId xmlns:a16="http://schemas.microsoft.com/office/drawing/2014/main" id="{836D07BA-CC68-401E-91F5-71B277751DC4}"/>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B의 독립 운영은 조건부. 인계/재확인 비용</a:t>
            </a:r>
          </a:p>
        </p:txBody>
      </p:sp>
      <p:graphicFrame>
        <p:nvGraphicFramePr>
          <p:cNvPr id="133"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의미, 접수와 현재성 검사</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같은 검사와 receipt 반영</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공동 commit과 대화 반영</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독립 접수와 receipt 반영</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관련 상태 공동 확정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인계와 재확인의 전체 경로</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저장 외 실제 모델 청구</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IPC 외 실제 모델 청구</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공동 상태 계약의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독립 인계 계약의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통합 상태와 queue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2,080MiB / process와 접수 상태</a:t>
                      </a:r>
                    </a:p>
                  </a:txBody>
                  <a:tcPr marL="114300" marR="76200" marT="9525" marB="9525" anchor="ctr">
                    <a:solidFill>
                      <a:srgbClr val="F5F7F8"/>
                    </a:solidFill>
                  </a:tcPr>
                </a:tc>
              </a:tr>
            </a:tbl>
          </a:graphicData>
        </a:graphic>
      </p:graphicFrame>
      <p:sp>
        <p:nvSpPr>
          <p:cNvPr id="67" name="v2-447-note">
            <a:extLst xmlns:a="http://schemas.openxmlformats.org/drawingml/2006/main">
              <a:ext uri="{FF2B5EF4-FFF2-40B4-BE49-F238E27FC236}">
                <a16:creationId xmlns:a16="http://schemas.microsoft.com/office/drawing/2014/main" id="{0817A034-44E0-4F6F-8DE0-FC2AB7C19328}"/>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91206412"/>
      </p:ext>
    </p:extLst>
  </p:cSld>
</p:sld>
</file>

<file path=ppt/slides/slide55.xml><?xml version="1.0" encoding="utf-8"?>
<p:sld xmlns:p="http://schemas.openxmlformats.org/presentationml/2006/main">
  <p:cSld name="coverage-summary">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48-section">
            <a:extLst xmlns:a="http://schemas.openxmlformats.org/drawingml/2006/main">
              <a:ext uri="{FF2B5EF4-FFF2-40B4-BE49-F238E27FC236}">
                <a16:creationId xmlns:a16="http://schemas.microsoft.com/office/drawing/2014/main" id="{5022EC90-388D-40E7-954D-D9E3FA33BB6B}"/>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49-title">
            <a:extLst xmlns:a="http://schemas.openxmlformats.org/drawingml/2006/main">
              <a:ext uri="{FF2B5EF4-FFF2-40B4-BE49-F238E27FC236}">
                <a16:creationId xmlns:a16="http://schemas.microsoft.com/office/drawing/2014/main" id="{54E45006-681F-4365-A5BC-61B4FC37B519}"/>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네 설계 질문을 같은 품질 기준과 공통 경계에서 검토합니다</a:t>
            </a:r>
          </a:p>
        </p:txBody>
      </p:sp>
      <p:sp>
        <p:nvSpPr>
          <p:cNvPr id="3" name="v2-450-rule">
            <a:extLst xmlns:a="http://schemas.openxmlformats.org/drawingml/2006/main">
              <a:ext uri="{FF2B5EF4-FFF2-40B4-BE49-F238E27FC236}">
                <a16:creationId xmlns:a16="http://schemas.microsoft.com/office/drawing/2014/main" id="{5A5D3C4B-A13F-4F8B-8D02-40B336B2EC6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1-page">
            <a:extLst xmlns:a="http://schemas.openxmlformats.org/drawingml/2006/main">
              <a:ext uri="{FF2B5EF4-FFF2-40B4-BE49-F238E27FC236}">
                <a16:creationId xmlns:a16="http://schemas.microsoft.com/office/drawing/2014/main" id="{A32BA46D-7F1B-4759-9B63-6561CD94DBBF}"/>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23</a:t>
            </a:r>
          </a:p>
        </p:txBody>
      </p:sp>
      <p:graphicFrame>
        <p:nvGraphicFramePr>
          <p:cNvPr id="13" name=""/>
          <p:cNvGraphicFramePr/>
          <p:nvPr/>
        </p:nvGraphicFramePr>
        <p:xfrm>
          <a:off xmlns:a="http://schemas.openxmlformats.org/drawingml/2006/main" x="495300" y="1962150"/>
          <a:ext xmlns:a="http://schemas.openxmlformats.org/drawingml/2006/main" cx="17297400" cy="4200525"/>
        </p:xfrm>
        <a:graphic xmlns:a="http://schemas.openxmlformats.org/drawingml/2006/main">
          <a:graphicData uri="http://schemas.openxmlformats.org/drawingml/2006/table">
            <a:tbl>
              <a:tblPr/>
              <a:tblGrid>
                <a:gridCol w="3667125"/>
                <a:gridCol w="3714750"/>
                <a:gridCol w="9915525"/>
              </a:tblGrid>
              <a:tr h="552450">
                <a:tc>
                  <a:txBody>
                    <a:bodyPr/>
                    <a:lstStyle/>
                    <a:p>
                      <a:pPr algn="l"/>
                      <a:r>
                        <a:rPr sz="2325" b="1">
                          <a:solidFill>
                            <a:srgbClr val="FFFFFF"/>
                          </a:solidFill>
                          <a:latin typeface="Apple SD Gothic Neo"/>
                          <a:ea typeface="Apple SD Gothic Neo"/>
                          <a:cs typeface="Apple SD Gothic Neo"/>
                        </a:rPr>
                        <a:t>설계 질문</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직접 다루는 기능</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확인할 실제 구조 차이</a:t>
                      </a:r>
                    </a:p>
                  </a:txBody>
                  <a:tcPr marL="114300" marR="76200" marT="47625" marB="47625" anchor="ctr">
                    <a:solidFill>
                      <a:srgbClr val="354354"/>
                    </a:solidFill>
                  </a:tcPr>
                </a:tc>
              </a:tr>
              <a:tr h="912019">
                <a:tc>
                  <a:txBody>
                    <a:bodyPr/>
                    <a:lstStyle/>
                    <a:p>
                      <a:pPr algn="l"/>
                      <a:r>
                        <a:rPr sz="2325" b="0">
                          <a:solidFill>
                            <a:srgbClr val="202B35"/>
                          </a:solidFill>
                          <a:latin typeface="Apple SD Gothic Neo"/>
                          <a:ea typeface="Apple SD Gothic Neo"/>
                          <a:cs typeface="Apple SD Gothic Neo"/>
                        </a:rPr>
                        <a:t>41  요청 해석 제어</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FR2 / FR3</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다음 조회와 전체 의미의 결정 주체, 표현 범위와 추가 해석</a:t>
                      </a:r>
                    </a:p>
                  </a:txBody>
                  <a:tcPr marL="114300" marR="76200" marT="47625" marB="47625" anchor="ctr">
                    <a:solidFill>
                      <a:srgbClr val="FFFFFF"/>
                    </a:solidFill>
                  </a:tcPr>
                </a:tc>
              </a:tr>
              <a:tr h="912019">
                <a:tc>
                  <a:txBody>
                    <a:bodyPr/>
                    <a:lstStyle/>
                    <a:p>
                      <a:pPr algn="l"/>
                      <a:r>
                        <a:rPr sz="2325" b="0">
                          <a:solidFill>
                            <a:srgbClr val="202B35"/>
                          </a:solidFill>
                          <a:latin typeface="Apple SD Gothic Neo"/>
                          <a:ea typeface="Apple SD Gothic Neo"/>
                          <a:cs typeface="Apple SD Gothic Neo"/>
                        </a:rPr>
                        <a:t>44  지속 대화 실행</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FR1 / FR3 / FR4</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완료 회수와 후속 지시, 단계별 상태와 게시 조건</a:t>
                      </a:r>
                    </a:p>
                  </a:txBody>
                  <a:tcPr marL="114300" marR="76200" marT="47625" marB="47625" anchor="ctr">
                    <a:solidFill>
                      <a:srgbClr val="F5F7F8"/>
                    </a:solidFill>
                  </a:tcPr>
                </a:tc>
              </a:tr>
              <a:tr h="912019">
                <a:tc>
                  <a:txBody>
                    <a:bodyPr/>
                    <a:lstStyle/>
                    <a:p>
                      <a:pPr algn="l"/>
                      <a:r>
                        <a:rPr sz="2325" b="0">
                          <a:solidFill>
                            <a:srgbClr val="202B35"/>
                          </a:solidFill>
                          <a:latin typeface="Apple SD Gothic Neo"/>
                          <a:ea typeface="Apple SD Gothic Neo"/>
                          <a:cs typeface="Apple SD Gothic Neo"/>
                        </a:rPr>
                        <a:t>45  과거 맥락 제공</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FR6</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요청별 구성과 공통 관계 생산의 시점, coverage와 철회</a:t>
                      </a:r>
                    </a:p>
                  </a:txBody>
                  <a:tcPr marL="114300" marR="76200" marT="47625" marB="47625" anchor="ctr">
                    <a:solidFill>
                      <a:srgbClr val="FFFFFF"/>
                    </a:solidFill>
                  </a:tcPr>
                </a:tc>
              </a:tr>
              <a:tr h="912019">
                <a:tc>
                  <a:txBody>
                    <a:bodyPr/>
                    <a:lstStyle/>
                    <a:p>
                      <a:pPr algn="l"/>
                      <a:r>
                        <a:rPr sz="2325" b="0">
                          <a:solidFill>
                            <a:srgbClr val="202B35"/>
                          </a:solidFill>
                          <a:latin typeface="Apple SD Gothic Neo"/>
                          <a:ea typeface="Apple SD Gothic Neo"/>
                          <a:cs typeface="Apple SD Gothic Neo"/>
                        </a:rPr>
                        <a:t>42  대화와 업무 상태</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FR4 / FR5</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공동 확정과 독립 접수, 외부 확인과 재연결</a:t>
                      </a:r>
                    </a:p>
                  </a:txBody>
                  <a:tcPr marL="114300" marR="76200" marT="47625" marB="47625" anchor="ctr">
                    <a:solidFill>
                      <a:srgbClr val="F5F7F8"/>
                    </a:solidFill>
                  </a:tcPr>
                </a:tc>
              </a:tr>
            </a:tbl>
          </a:graphicData>
        </a:graphic>
      </p:graphicFrame>
      <p:sp>
        <p:nvSpPr>
          <p:cNvPr id="6" name="v2-452-scope-qa">
            <a:extLst xmlns:a="http://schemas.openxmlformats.org/drawingml/2006/main">
              <a:ext uri="{FF2B5EF4-FFF2-40B4-BE49-F238E27FC236}">
                <a16:creationId xmlns:a16="http://schemas.microsoft.com/office/drawing/2014/main" id="{B094ED3D-0AF3-49CE-95EA-E2646EAB06BE}"/>
              </a:ext>
            </a:extLst>
          </p:cNvPr>
          <p:cNvSpPr>
            <a:spLocks xmlns:a="http://schemas.openxmlformats.org/drawingml/2006/main" noGrp="1"/>
          </p:cNvSpPr>
          <p:nvPr/>
        </p:nvSpPr>
        <p:spPr>
          <a:xfrm xmlns:a="http://schemas.openxmlformats.org/drawingml/2006/main">
            <a:off x="495300" y="681990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정확성 → 상호작용 응답시간 → VIA 처리시간 → 모델 비용 → 변경 용이성 → 로컬 메모리</a:t>
            </a:r>
          </a:p>
        </p:txBody>
      </p:sp>
      <p:sp>
        <p:nvSpPr>
          <p:cNvPr id="7" name="v2-453-scope-common">
            <a:extLst xmlns:a="http://schemas.openxmlformats.org/drawingml/2006/main">
              <a:ext uri="{FF2B5EF4-FFF2-40B4-BE49-F238E27FC236}">
                <a16:creationId xmlns:a16="http://schemas.microsoft.com/office/drawing/2014/main" id="{9139FE79-EE20-4B91-AEED-AAADA246D422}"/>
              </a:ext>
            </a:extLst>
          </p:cNvPr>
          <p:cNvSpPr>
            <a:spLocks xmlns:a="http://schemas.openxmlformats.org/drawingml/2006/main" noGrp="1"/>
          </p:cNvSpPr>
          <p:nvPr/>
        </p:nvSpPr>
        <p:spPr>
          <a:xfrm xmlns:a="http://schemas.openxmlformats.org/drawingml/2006/main">
            <a:off x="495300" y="789622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로컬 입력과 VAD / 같은 허용 근거 / 최신성 및 권한 검사 / 실제 전달 기록</a:t>
            </a:r>
          </a:p>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별도 클라우드 음성/의미 모델 / 외부 업무 AI의 실제 실행과 확인</a:t>
            </a:r>
          </a:p>
        </p:txBody>
      </p:sp>
      <p:sp>
        <p:nvSpPr>
          <p:cNvPr id="8" name="v2-454-note">
            <a:extLst xmlns:a="http://schemas.openxmlformats.org/drawingml/2006/main">
              <a:ext uri="{FF2B5EF4-FFF2-40B4-BE49-F238E27FC236}">
                <a16:creationId xmlns:a16="http://schemas.microsoft.com/office/drawing/2014/main" id="{F008C9BB-EBE5-4CF8-B747-3713110F9063}"/>
              </a:ext>
            </a:extLst>
          </p:cNvPr>
          <p:cNvSpPr>
            <a:spLocks xmlns:a="http://schemas.openxmlformats.org/drawingml/2006/main" noGrp="1"/>
          </p:cNvSpPr>
          <p:nvPr/>
        </p:nvSpPr>
        <p:spPr>
          <a:xfrm xmlns:a="http://schemas.openxmlformats.org/drawingml/2006/main">
            <a:off x="495300" y="9448800"/>
            <a:ext cx="1729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현재는 네 A/B의 구조와 평가 계약을 설명하는 단계입니다. 채택된 통합 구조나 실측 승자를 표시하지 않습니다.</a:t>
            </a:r>
          </a:p>
        </p:txBody>
      </p:sp>
    </p:spTree>
    <p:extLst>
      <p:ext uri="{BB962C8B-B14F-4D97-AF65-F5344CB8AC3E}">
        <p14:creationId xmlns:p14="http://schemas.microsoft.com/office/powerpoint/2010/main" val="552916902"/>
      </p:ext>
    </p:extLst>
  </p:cSld>
</p:sld>
</file>

<file path=ppt/slides/slide56.xml><?xml version="1.0" encoding="utf-8"?>
<p:sld xmlns:p="http://schemas.openxmlformats.org/presentationml/2006/main">
  <p:cSld name="next-validation">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455-section">
            <a:extLst xmlns:a="http://schemas.openxmlformats.org/drawingml/2006/main">
              <a:ext uri="{FF2B5EF4-FFF2-40B4-BE49-F238E27FC236}">
                <a16:creationId xmlns:a16="http://schemas.microsoft.com/office/drawing/2014/main" id="{2AA735C2-B76D-4BF9-B6A4-E936C8A9DA86}"/>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56-title">
            <a:extLst xmlns:a="http://schemas.openxmlformats.org/drawingml/2006/main">
              <a:ext uri="{FF2B5EF4-FFF2-40B4-BE49-F238E27FC236}">
                <a16:creationId xmlns:a16="http://schemas.microsoft.com/office/drawing/2014/main" id="{3855708F-5342-43FA-B781-A39B44F126EB}"/>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조건과 비용을 확인한 뒤, 동일한 활동에서 대안을 판단합니다</a:t>
            </a:r>
          </a:p>
        </p:txBody>
      </p:sp>
      <p:sp>
        <p:nvSpPr>
          <p:cNvPr id="3" name="v2-457-rule">
            <a:extLst xmlns:a="http://schemas.openxmlformats.org/drawingml/2006/main">
              <a:ext uri="{FF2B5EF4-FFF2-40B4-BE49-F238E27FC236}">
                <a16:creationId xmlns:a16="http://schemas.microsoft.com/office/drawing/2014/main" id="{E075A88A-BB08-4E7B-AB1D-FA0C9226597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8-page">
            <a:extLst xmlns:a="http://schemas.openxmlformats.org/drawingml/2006/main">
              <a:ext uri="{FF2B5EF4-FFF2-40B4-BE49-F238E27FC236}">
                <a16:creationId xmlns:a16="http://schemas.microsoft.com/office/drawing/2014/main" id="{31FC8877-3A82-48E9-A95D-7BB0ACCE29F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24</a:t>
            </a:r>
          </a:p>
        </p:txBody>
      </p:sp>
      <p:graphicFrame>
        <p:nvGraphicFramePr>
          <p:cNvPr id="12" name=""/>
          <p:cNvGraphicFramePr/>
          <p:nvPr/>
        </p:nvGraphicFramePr>
        <p:xfrm>
          <a:off xmlns:a="http://schemas.openxmlformats.org/drawingml/2006/main" x="495300" y="2124075"/>
          <a:ext xmlns:a="http://schemas.openxmlformats.org/drawingml/2006/main" cx="17297400" cy="4438650"/>
        </p:xfrm>
        <a:graphic xmlns:a="http://schemas.openxmlformats.org/drawingml/2006/main">
          <a:graphicData uri="http://schemas.openxmlformats.org/drawingml/2006/table">
            <a:tbl>
              <a:tblPr/>
              <a:tblGrid>
                <a:gridCol w="3057525"/>
                <a:gridCol w="7248525"/>
                <a:gridCol w="6991350"/>
              </a:tblGrid>
              <a:tr h="552450">
                <a:tc>
                  <a:txBody>
                    <a:bodyPr/>
                    <a:lstStyle/>
                    <a:p>
                      <a:pPr algn="l"/>
                      <a:r>
                        <a:rPr sz="2325" b="1">
                          <a:solidFill>
                            <a:srgbClr val="FFFFFF"/>
                          </a:solidFill>
                          <a:latin typeface="Apple SD Gothic Neo"/>
                          <a:ea typeface="Apple SD Gothic Neo"/>
                          <a:cs typeface="Apple SD Gothic Neo"/>
                        </a:rPr>
                        <a:t>검토할 대상</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양쪽에서 확인할 조건</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아직 필요한 근거</a:t>
                      </a:r>
                    </a:p>
                  </a:txBody>
                  <a:tcPr marL="114300" marR="76200" marT="47625" marB="47625" anchor="ctr">
                    <a:solidFill>
                      <a:srgbClr val="354354"/>
                    </a:solidFill>
                  </a:tcPr>
                </a:tc>
              </a:tr>
              <a:tr h="971550">
                <a:tc>
                  <a:txBody>
                    <a:bodyPr/>
                    <a:lstStyle/>
                    <a:p>
                      <a:pPr algn="l"/>
                      <a:r>
                        <a:rPr sz="2325" b="0">
                          <a:solidFill>
                            <a:srgbClr val="202B35"/>
                          </a:solidFill>
                          <a:latin typeface="Apple SD Gothic Neo"/>
                          <a:ea typeface="Apple SD Gothic Neo"/>
                          <a:cs typeface="Apple SD Gothic Neo"/>
                        </a:rPr>
                        <a:t>요청 해석</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모호한 대상, 부분 정정과 표현 밖 관계</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조건 누락, 반복 조회와 확인 질문의 실제 비용</a:t>
                      </a:r>
                    </a:p>
                  </a:txBody>
                  <a:tcPr marL="114300" marR="76200" marT="47625" marB="47625" anchor="ctr">
                    <a:solidFill>
                      <a:srgbClr val="FFFFFF"/>
                    </a:solidFill>
                  </a:tcPr>
                </a:tc>
              </a:tr>
              <a:tr h="971550">
                <a:tc>
                  <a:txBody>
                    <a:bodyPr/>
                    <a:lstStyle/>
                    <a:p>
                      <a:pPr algn="l"/>
                      <a:r>
                        <a:rPr sz="2325" b="0">
                          <a:solidFill>
                            <a:srgbClr val="202B35"/>
                          </a:solidFill>
                          <a:latin typeface="Apple SD Gothic Neo"/>
                          <a:ea typeface="Apple SD Gothic Neo"/>
                          <a:cs typeface="Apple SD Gothic Neo"/>
                        </a:rPr>
                        <a:t>지속 대화</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새 발화, 늦은 준비와 질문이 겹치는 상황</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실제 반응/전달 시각과 대기 상태</a:t>
                      </a:r>
                    </a:p>
                  </a:txBody>
                  <a:tcPr marL="114300" marR="76200" marT="47625" marB="47625" anchor="ctr">
                    <a:solidFill>
                      <a:srgbClr val="F5F7F8"/>
                    </a:solidFill>
                  </a:tcPr>
                </a:tc>
              </a:tr>
              <a:tr h="971550">
                <a:tc>
                  <a:txBody>
                    <a:bodyPr/>
                    <a:lstStyle/>
                    <a:p>
                      <a:pPr algn="l"/>
                      <a:r>
                        <a:rPr sz="2325" b="0">
                          <a:solidFill>
                            <a:srgbClr val="202B35"/>
                          </a:solidFill>
                          <a:latin typeface="Apple SD Gothic Neo"/>
                          <a:ea typeface="Apple SD Gothic Neo"/>
                          <a:cs typeface="Apple SD Gothic Neo"/>
                        </a:rPr>
                        <a:t>과거 맥락</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첫 사용, 반복, 정정 직후와 미사용 생산</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전체 호출 청구, 원본 검증과 coverage</a:t>
                      </a:r>
                    </a:p>
                  </a:txBody>
                  <a:tcPr marL="114300" marR="76200" marT="47625" marB="47625" anchor="ctr">
                    <a:solidFill>
                      <a:srgbClr val="FFFFFF"/>
                    </a:solidFill>
                  </a:tcPr>
                </a:tc>
              </a:tr>
              <a:tr h="971550">
                <a:tc>
                  <a:txBody>
                    <a:bodyPr/>
                    <a:lstStyle/>
                    <a:p>
                      <a:pPr algn="l"/>
                      <a:r>
                        <a:rPr sz="2325" b="0">
                          <a:solidFill>
                            <a:srgbClr val="202B35"/>
                          </a:solidFill>
                          <a:latin typeface="Apple SD Gothic Neo"/>
                          <a:ea typeface="Apple SD Gothic Neo"/>
                          <a:cs typeface="Apple SD Gothic Neo"/>
                        </a:rPr>
                        <a:t>상태 관리</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공동 변경, 내부 접수와 외부 확인의 차이</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실제 수정 책임, 접수 대기와 메모리</a:t>
                      </a:r>
                    </a:p>
                  </a:txBody>
                  <a:tcPr marL="114300" marR="76200" marT="47625" marB="47625" anchor="ctr">
                    <a:solidFill>
                      <a:srgbClr val="F5F7F8"/>
                    </a:solidFill>
                  </a:tcPr>
                </a:tc>
              </a:tr>
            </a:tbl>
          </a:graphicData>
        </a:graphic>
      </p:graphicFrame>
      <p:sp>
        <p:nvSpPr>
          <p:cNvPr id="6" name="v2-459-next-contract">
            <a:extLst xmlns:a="http://schemas.openxmlformats.org/drawingml/2006/main">
              <a:ext uri="{FF2B5EF4-FFF2-40B4-BE49-F238E27FC236}">
                <a16:creationId xmlns:a16="http://schemas.microsoft.com/office/drawing/2014/main" id="{5A5ED548-EFD5-46E5-B4E1-4B786AE282FF}"/>
              </a:ext>
            </a:extLst>
          </p:cNvPr>
          <p:cNvSpPr>
            <a:spLocks xmlns:a="http://schemas.openxmlformats.org/drawingml/2006/main" noGrp="1"/>
          </p:cNvSpPr>
          <p:nvPr/>
        </p:nvSpPr>
        <p:spPr>
          <a:xfrm xmlns:a="http://schemas.openxmlformats.org/drawingml/2006/main">
            <a:off x="495300" y="718185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같은 입력과 외부 조건, 여섯 QA의 목표와 보호 조건을 유지합니다.</a:t>
            </a:r>
          </a:p>
        </p:txBody>
      </p:sp>
      <p:sp>
        <p:nvSpPr>
          <p:cNvPr id="7" name="v2-460-next-status">
            <a:extLst xmlns:a="http://schemas.openxmlformats.org/drawingml/2006/main">
              <a:ext uri="{FF2B5EF4-FFF2-40B4-BE49-F238E27FC236}">
                <a16:creationId xmlns:a16="http://schemas.microsoft.com/office/drawing/2014/main" id="{3D85C9CB-26AC-4774-B13F-99D1EDE4A2BC}"/>
              </a:ext>
            </a:extLst>
          </p:cNvPr>
          <p:cNvSpPr>
            <a:spLocks xmlns:a="http://schemas.openxmlformats.org/drawingml/2006/main" noGrp="1"/>
          </p:cNvSpPr>
          <p:nvPr/>
        </p:nvSpPr>
        <p:spPr>
          <a:xfrm xmlns:a="http://schemas.openxmlformats.org/drawingml/2006/main">
            <a:off x="495300" y="825817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현재 숫자는 목표, 설계 예산과 지역 가정 계산입니다.</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A/B 선택과 품질 결과는 아직 없습니다. 구현/측정 착수는 별도 승인 단계입니다.</a:t>
            </a:r>
          </a:p>
        </p:txBody>
      </p:sp>
    </p:spTree>
    <p:extLst>
      <p:ext uri="{BB962C8B-B14F-4D97-AF65-F5344CB8AC3E}">
        <p14:creationId xmlns:p14="http://schemas.microsoft.com/office/powerpoint/2010/main" val="848578615"/>
      </p:ext>
    </p:extLst>
  </p:cSld>
</p:sld>
</file>

<file path=ppt/slides/slide57.xml><?xml version="1.0" encoding="utf-8"?>
<p:sld xmlns:p="http://schemas.openxmlformats.org/presentationml/2006/main">
  <p:cSld name="appendix-divider">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61-section">
            <a:extLst xmlns:a="http://schemas.openxmlformats.org/drawingml/2006/main">
              <a:ext uri="{FF2B5EF4-FFF2-40B4-BE49-F238E27FC236}">
                <a16:creationId xmlns:a16="http://schemas.microsoft.com/office/drawing/2014/main" id="{C62D5FFB-1762-4A1C-91F2-A207A871B2D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상세 근거와 원본 보존</a:t>
            </a:r>
          </a:p>
        </p:txBody>
      </p:sp>
      <p:sp>
        <p:nvSpPr>
          <p:cNvPr id="2" name="v2-462-title">
            <a:extLst xmlns:a="http://schemas.openxmlformats.org/drawingml/2006/main">
              <a:ext uri="{FF2B5EF4-FFF2-40B4-BE49-F238E27FC236}">
                <a16:creationId xmlns:a16="http://schemas.microsoft.com/office/drawing/2014/main" id="{E2C30586-63E7-4879-91B5-6822DD8BC9F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Appendix</a:t>
            </a:r>
          </a:p>
        </p:txBody>
      </p:sp>
      <p:sp>
        <p:nvSpPr>
          <p:cNvPr id="3" name="v2-463-rule">
            <a:extLst xmlns:a="http://schemas.openxmlformats.org/drawingml/2006/main">
              <a:ext uri="{FF2B5EF4-FFF2-40B4-BE49-F238E27FC236}">
                <a16:creationId xmlns:a16="http://schemas.microsoft.com/office/drawing/2014/main" id="{536EE6BA-AD93-43D6-AC5F-A0BD0DC9F038}"/>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64-page">
            <a:extLst xmlns:a="http://schemas.openxmlformats.org/drawingml/2006/main">
              <a:ext uri="{FF2B5EF4-FFF2-40B4-BE49-F238E27FC236}">
                <a16:creationId xmlns:a16="http://schemas.microsoft.com/office/drawing/2014/main" id="{85744955-F3F8-4E34-B069-65271178986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25</a:t>
            </a:r>
          </a:p>
        </p:txBody>
      </p:sp>
      <p:sp>
        <p:nvSpPr>
          <p:cNvPr id="5" name="v2-465-appendix-intro">
            <a:extLst xmlns:a="http://schemas.openxmlformats.org/drawingml/2006/main">
              <a:ext uri="{FF2B5EF4-FFF2-40B4-BE49-F238E27FC236}">
                <a16:creationId xmlns:a16="http://schemas.microsoft.com/office/drawing/2014/main" id="{ED6C1B56-3261-482A-AE5E-A8AF4F02104E}"/>
              </a:ext>
            </a:extLst>
          </p:cNvPr>
          <p:cNvSpPr>
            <a:spLocks xmlns:a="http://schemas.openxmlformats.org/drawingml/2006/main" noGrp="1"/>
          </p:cNvSpPr>
          <p:nvPr/>
        </p:nvSpPr>
        <p:spPr>
          <a:xfrm xmlns:a="http://schemas.openxmlformats.org/drawingml/2006/main">
            <a:off x="495300" y="2476500"/>
            <a:ext cx="17297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00889A"/>
                </a:solidFill>
                <a:latin typeface="Apple SD Gothic Neo"/>
                <a:ea typeface="Apple SD Gothic Neo"/>
                <a:cs typeface="Apple SD Gothic Neo"/>
              </a:defRPr>
            </a:pPr>
            <a:r>
              <a:rPr sz="3375" b="1">
                <a:solidFill>
                  <a:srgbClr val="00889A"/>
                </a:solidFill>
                <a:latin typeface="Apple SD Gothic Neo"/>
                <a:ea typeface="Apple SD Gothic Neo"/>
                <a:cs typeface="Apple SD Gothic Neo"/>
              </a:rPr>
              <a:t>발표 중 필요한 상세 정의와 설계 계약을 확인할 수 있습니다.</a:t>
            </a:r>
          </a:p>
        </p:txBody>
      </p:sp>
      <p:sp>
        <p:nvSpPr>
          <p:cNvPr id="6" name="v2-466-appendix-order">
            <a:extLst xmlns:a="http://schemas.openxmlformats.org/drawingml/2006/main">
              <a:ext uri="{FF2B5EF4-FFF2-40B4-BE49-F238E27FC236}">
                <a16:creationId xmlns:a16="http://schemas.microsoft.com/office/drawing/2014/main" id="{8313BEA5-2CFE-4F9A-806D-8077B6081853}"/>
              </a:ext>
            </a:extLst>
          </p:cNvPr>
          <p:cNvSpPr>
            <a:spLocks xmlns:a="http://schemas.openxmlformats.org/drawingml/2006/main" noGrp="1"/>
          </p:cNvSpPr>
          <p:nvPr/>
        </p:nvSpPr>
        <p:spPr>
          <a:xfrm xmlns:a="http://schemas.openxmlformats.org/drawingml/2006/main">
            <a:off x="495300" y="4019550"/>
            <a:ext cx="172974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26~35  원본 8~17장: P21, 21개 사례 대응과 QA-01~06 계산/등급</a:t>
            </a:r>
          </a:p>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36~57  나머지 원본: 소개, 전체 지도, DP 구조와 QA 상세</a:t>
            </a:r>
          </a:p>
        </p:txBody>
      </p:sp>
      <p:sp>
        <p:nvSpPr>
          <p:cNvPr id="7" name="v2-467-appendix-preserved">
            <a:extLst xmlns:a="http://schemas.openxmlformats.org/drawingml/2006/main">
              <a:ext uri="{FF2B5EF4-FFF2-40B4-BE49-F238E27FC236}">
                <a16:creationId xmlns:a16="http://schemas.microsoft.com/office/drawing/2014/main" id="{A4AE8FC0-8254-4B53-8BE6-B7E9E1E071EA}"/>
              </a:ext>
            </a:extLst>
          </p:cNvPr>
          <p:cNvSpPr>
            <a:spLocks xmlns:a="http://schemas.openxmlformats.org/drawingml/2006/main" noGrp="1"/>
          </p:cNvSpPr>
          <p:nvPr/>
        </p:nvSpPr>
        <p:spPr>
          <a:xfrm xmlns:a="http://schemas.openxmlformats.org/drawingml/2006/main">
            <a:off x="495300" y="7096125"/>
            <a:ext cx="17297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원본 32장의 편집 가능한 개체, 표와 발표자 노트를 모두 보존했습니다.</a:t>
            </a:r>
          </a:p>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원본 파일은 변경하지 않았고, 아래 페이지는 원래 문구와 도형을 그대로 유지합니다.</a:t>
            </a:r>
          </a:p>
        </p:txBody>
      </p:sp>
      <p:sp>
        <p:nvSpPr>
          <p:cNvPr id="8" name="v2-468-note">
            <a:extLst xmlns:a="http://schemas.openxmlformats.org/drawingml/2006/main">
              <a:ext uri="{FF2B5EF4-FFF2-40B4-BE49-F238E27FC236}">
                <a16:creationId xmlns:a16="http://schemas.microsoft.com/office/drawing/2014/main" id="{6A1F24CB-30FC-441A-B4CA-CD8B17C5B73E}"/>
              </a:ext>
            </a:extLst>
          </p:cNvPr>
          <p:cNvSpPr>
            <a:spLocks xmlns:a="http://schemas.openxmlformats.org/drawingml/2006/main" noGrp="1"/>
          </p:cNvSpPr>
          <p:nvPr/>
        </p:nvSpPr>
        <p:spPr>
          <a:xfrm xmlns:a="http://schemas.openxmlformats.org/drawingml/2006/main">
            <a:off x="495300" y="9486900"/>
            <a:ext cx="1729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부록의 화면에 남아 있는 옛 번호/제목은 원본 자료의 표기입니다. v2의 실제 위치는 README와 manifest에서 확인할 수 있습니다.</a:t>
            </a:r>
          </a:p>
        </p:txBody>
      </p:sp>
    </p:spTree>
    <p:extLst>
      <p:ext uri="{BB962C8B-B14F-4D97-AF65-F5344CB8AC3E}">
        <p14:creationId xmlns:p14="http://schemas.microsoft.com/office/powerpoint/2010/main" val="1854011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57</ns0:Slides>
  <ns0:Notes>57</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2026-10-11T13:29:11.1160000Z</dcterms:created>
  <dcterms:modified xsi:type="dcterms:W3CDTF">2026-10-11T13:29:11.1160000Z</dcterms:modified>
</coreProperties>
</file>