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24e123e628d497c" /><Relationship Type="http://schemas.openxmlformats.org/officeDocument/2006/relationships/extended-properties" Target="/docProps/app.xml" Id="R7186ff940aea4be0" /><Relationship Type="http://schemas.openxmlformats.org/officeDocument/2006/relationships/officeDocument" Target="/ppt/presentation.xml" Id="Ra08fa4d96a384f96" /></Relationships>
</file>

<file path=ppt/presentation.xml><?xml version="1.0" encoding="utf-8"?>
<p:presentation xmlns:p="http://schemas.openxmlformats.org/presentationml/2006/main">
  <p:sldMasterIdLst>
    <p:sldMasterId xmlns:r="http://schemas.openxmlformats.org/officeDocument/2006/relationships" id="2147483648" r:id="Rc1e98eb696014fc4"/>
  </p:sldMasterIdLst>
  <p:notesMasterIdLst>
    <p:notesMasterId xmlns:r="http://schemas.openxmlformats.org/officeDocument/2006/relationships" r:id="Rfaa7614fe901489a"/>
  </p:notesMasterIdLst>
  <p:sldIdLst>
    <p:sldId xmlns:r="http://schemas.openxmlformats.org/officeDocument/2006/relationships" id="256" r:id="R6b3b8cfb74a642f9"/>
    <p:sldId xmlns:r="http://schemas.openxmlformats.org/officeDocument/2006/relationships" id="261" r:id="RviaV4QA41"/>
    <p:sldId xmlns:r="http://schemas.openxmlformats.org/officeDocument/2006/relationships" id="259" r:id="R918e59e503544ff4"/>
    <p:sldId xmlns:r="http://schemas.openxmlformats.org/officeDocument/2006/relationships" id="262" r:id="RviaV4QA44"/>
    <p:sldId xmlns:r="http://schemas.openxmlformats.org/officeDocument/2006/relationships" id="260" r:id="R9fe0aedaecf1434d"/>
    <p:sldId xmlns:r="http://schemas.openxmlformats.org/officeDocument/2006/relationships" id="263" r:id="RviaV4QA45"/>
    <p:sldId xmlns:r="http://schemas.openxmlformats.org/officeDocument/2006/relationships" id="257" r:id="R252affb76cd1405d"/>
    <p:sldId xmlns:r="http://schemas.openxmlformats.org/officeDocument/2006/relationships" id="264" r:id="RviaV4QA42"/>
    <p:sldId xmlns:r="http://schemas.openxmlformats.org/officeDocument/2006/relationships" id="258" r:id="R58e2c2163f2843dc"/>
  </p:sldIdLst>
  <p:sldSz cx="18288000" cy="10287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xml version='1.0' encoding='utf-8'?>
<Relationships xmlns="http://schemas.openxmlformats.org/package/2006/relationships"><Relationship Type="http://schemas.openxmlformats.org/officeDocument/2006/relationships/theme" Target="/ppt/theme/theme1.xml" Id="R202047aef42243b8" /><Relationship Type="http://schemas.openxmlformats.org/officeDocument/2006/relationships/slideMaster" Target="/ppt/slideMasters/slideMaster1.xml" Id="Rc1e98eb696014fc4" /><Relationship Type="http://schemas.openxmlformats.org/officeDocument/2006/relationships/notesMaster" Target="/ppt/notesMasters/notesMaster1.xml" Id="Rfaa7614fe901489a" /><Relationship Type="http://schemas.openxmlformats.org/officeDocument/2006/relationships/presProps" Target="/ppt/presProps.xml" Id="R52f1602a9b714095" /><Relationship Type="http://schemas.openxmlformats.org/officeDocument/2006/relationships/tableStyles" Target="/ppt/tableStyles.xml" Id="Rf7329ab5268c434e" /><Relationship Type="http://schemas.openxmlformats.org/officeDocument/2006/relationships/slide" Target="/ppt/slides/slide1.xml" Id="R6b3b8cfb74a642f9" /><Relationship Type="http://schemas.openxmlformats.org/officeDocument/2006/relationships/slide" Target="/ppt/slides/slide2.xml" Id="R252affb76cd1405d" /><Relationship Type="http://schemas.openxmlformats.org/officeDocument/2006/relationships/slide" Target="/ppt/slides/slide3.xml" Id="R58e2c2163f2843dc" /><Relationship Type="http://schemas.openxmlformats.org/officeDocument/2006/relationships/slide" Target="/ppt/slides/slide4.xml" Id="R918e59e503544ff4" /><Relationship Type="http://schemas.openxmlformats.org/officeDocument/2006/relationships/slide" Target="/ppt/slides/slide5.xml" Id="R9fe0aedaecf1434d" /><Relationship Type="http://schemas.openxmlformats.org/officeDocument/2006/relationships/slide" Target="/ppt/slides/slide6.xml" Id="RviaV4QA41" /><Relationship Type="http://schemas.openxmlformats.org/officeDocument/2006/relationships/slide" Target="/ppt/slides/slide7.xml" Id="RviaV4QA44" /><Relationship Type="http://schemas.openxmlformats.org/officeDocument/2006/relationships/slide" Target="/ppt/slides/slide8.xml" Id="RviaV4QA45" /><Relationship Type="http://schemas.openxmlformats.org/officeDocument/2006/relationships/slide" Target="/ppt/slides/slide9.xml" Id="RviaV4QA4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d8252f8c402436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6c0f900f24c4abf" /><Relationship Type="http://schemas.openxmlformats.org/officeDocument/2006/relationships/notesMaster" Target="/ppt/notesMasters/notesMaster1.xml" Id="R9b4cf53b75164ea8" /></Relationships>
</file>

<file path=ppt/notesSlides/_rels/notesSlide2.xml.rels>&#65279;<?xml version="1.0" encoding="utf-8"?><Relationships xmlns="http://schemas.openxmlformats.org/package/2006/relationships"><Relationship Type="http://schemas.openxmlformats.org/officeDocument/2006/relationships/slide" Target="/ppt/slides/slide2.xml" Id="Ra39978e34260414b" /><Relationship Type="http://schemas.openxmlformats.org/officeDocument/2006/relationships/notesMaster" Target="/ppt/notesMasters/notesMaster1.xml" Id="R388b9cf18d784f17" /></Relationships>
</file>

<file path=ppt/notesSlides/_rels/notesSlide3.xml.rels>&#65279;<?xml version="1.0" encoding="utf-8"?><Relationships xmlns="http://schemas.openxmlformats.org/package/2006/relationships"><Relationship Type="http://schemas.openxmlformats.org/officeDocument/2006/relationships/slide" Target="/ppt/slides/slide3.xml" Id="Rf5bc24b34d914bc1" /><Relationship Type="http://schemas.openxmlformats.org/officeDocument/2006/relationships/notesMaster" Target="/ppt/notesMasters/notesMaster1.xml" Id="R78e1e4d2f3d949e0" /></Relationships>
</file>

<file path=ppt/notesSlides/_rels/notesSlide4.xml.rels>&#65279;<?xml version="1.0" encoding="utf-8"?><Relationships xmlns="http://schemas.openxmlformats.org/package/2006/relationships"><Relationship Type="http://schemas.openxmlformats.org/officeDocument/2006/relationships/slide" Target="/ppt/slides/slide4.xml" Id="R191c9d6eabf240bf" /><Relationship Type="http://schemas.openxmlformats.org/officeDocument/2006/relationships/notesMaster" Target="/ppt/notesMasters/notesMaster1.xml" Id="Re39977d3b89e480f" /></Relationships>
</file>

<file path=ppt/notesSlides/_rels/notesSlide5.xml.rels>&#65279;<?xml version="1.0" encoding="utf-8"?><Relationships xmlns="http://schemas.openxmlformats.org/package/2006/relationships"><Relationship Type="http://schemas.openxmlformats.org/officeDocument/2006/relationships/slide" Target="/ppt/slides/slide5.xml" Id="R0ef305c9b4e04ccb" /><Relationship Type="http://schemas.openxmlformats.org/officeDocument/2006/relationships/notesMaster" Target="/ppt/notesMasters/notesMaster1.xml" Id="R8f865b47c6cb4062" /></Relationships>
</file>

<file path=ppt/notesSlides/_rels/notesSlide6.xml.rels><?xml version='1.0' encoding='utf-8'?>
<Relationships xmlns="http://schemas.openxmlformats.org/package/2006/relationships"><Relationship Type="http://schemas.openxmlformats.org/officeDocument/2006/relationships/slide" Target="/ppt/slides/slide6.xml" Id="Rc6c0f900f24c4abf" /><Relationship Type="http://schemas.openxmlformats.org/officeDocument/2006/relationships/notesMaster" Target="/ppt/notesMasters/notesMaster1.xml" Id="R9b4cf53b75164ea8" /></Relationships>
</file>

<file path=ppt/notesSlides/_rels/notesSlide7.xml.rels><?xml version='1.0' encoding='utf-8'?>
<Relationships xmlns="http://schemas.openxmlformats.org/package/2006/relationships"><Relationship Type="http://schemas.openxmlformats.org/officeDocument/2006/relationships/slide" Target="/ppt/slides/slide7.xml" Id="R191c9d6eabf240bf" /><Relationship Type="http://schemas.openxmlformats.org/officeDocument/2006/relationships/notesMaster" Target="/ppt/notesMasters/notesMaster1.xml" Id="Re39977d3b89e480f" /></Relationships>
</file>

<file path=ppt/notesSlides/_rels/notesSlide8.xml.rels><?xml version='1.0' encoding='utf-8'?>
<Relationships xmlns="http://schemas.openxmlformats.org/package/2006/relationships"><Relationship Type="http://schemas.openxmlformats.org/officeDocument/2006/relationships/slide" Target="/ppt/slides/slide8.xml" Id="R0ef305c9b4e04ccb" /><Relationship Type="http://schemas.openxmlformats.org/officeDocument/2006/relationships/notesMaster" Target="/ppt/notesMasters/notesMaster1.xml" Id="R8f865b47c6cb4062" /></Relationships>
</file>

<file path=ppt/notesSlides/_rels/notesSlide9.xml.rels><?xml version='1.0' encoding='utf-8'?>
<Relationships xmlns="http://schemas.openxmlformats.org/package/2006/relationships"><Relationship Type="http://schemas.openxmlformats.org/officeDocument/2006/relationships/slide" Target="/ppt/slides/slide9.xml" Id="Ra39978e34260414b" /><Relationship Type="http://schemas.openxmlformats.org/officeDocument/2006/relationships/notesMaster" Target="/ppt/notesMasters/notesMaster1.xml" Id="R388b9cf18d784f1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04-41. VIA Request 이해의 모델 판단 반복과 코드 해결 반복</a:t>
            </a:r>
          </a:p>
          <a:p xmlns:a="http://schemas.openxmlformats.org/drawingml/2006/main">
            <a:r>
              <a:t>https://github.com/cbyche/via-sw-architecture/blob/main/docs/architecture/12-decisions/decision-packages/04-41-request-resolution-control.md</a:t>
            </a:r>
          </a:p>
          <a:p xmlns:a="http://schemas.openxmlformats.org/drawingml/2006/main">
            <a:r>
              <a:t>https://github.com/cbyche/via-sw-architecture/blob/main/docs/presentations_files/dp-comparison/dp41-comparison.svg</a:t>
            </a:r>
          </a:p>
          <a:p xmlns:a="http://schemas.openxmlformats.org/drawingml/2006/main">
            <a:r>
              <a:t>조건별 정성 비교 / 미선정 / 미측정</a:t>
            </a:r>
          </a:p>
          <a:p xmlns:a="http://schemas.openxmlformats.org/drawingml/2006/main">
            <a:r>
              <a:t>사용자 요청은 “이 표를 아까 보고서에 넣고, 메일은 보내지 말고 결과를 바탕으로 초안만 만들어.”이다. 결과는 표를 추가한 보고서의 결과이며 그것으로 메일 초안을 작성한다. Task1은 예산 보고서 업무, Task2는 실적 보고서 업무다. “어느 보고서인가요?”라는 질문을 실제 전달하고 사용자의 “예산 보고서” 답변을 해석한 뒤 Task1을 연결한다. 초기 입력에 정답 Task를 미리 넣지 않는다.</a:t>
            </a:r>
          </a:p>
          <a:p xmlns:a="http://schemas.openxmlformats.org/drawingml/2006/main">
            <a:r>
              <a:t>A는 모델이 조회 요청(ReadRequest)을 선택하고 조회 결과(EvidenceBundle)를 받아 재판단하여 전체 의미 제안(MeaningProposal)을 만든다. 모델 주도 해석 제어기는 클라우드 LLM을 호출하고 그 제안을 제한하여 실행하는 로컬 코드다. 모델의 다음 행동이 조회이면 도구 실행 후 근거를 받아 모델을 다시 호출한다. 이 순환은 필요한 만큼 반복하고 모델이 완성 의미나 확인 질문을 제안하면 검증 경로로 나간다. A도 정해진 형식의 출력, 부분 수정과 cache를 허용한다.</a:t>
            </a:r>
          </a:p>
          <a:p xmlns:a="http://schemas.openxmlformats.org/drawingml/2006/main">
            <a:r>
              <a:t>B는 모델이 요청 틀(RequestFrame)을 만들고 Request Interpreter 내부 Request Resolution Engine이 필요한 조회와 항목 해결, 전체 의미 결합을 결정한다. Engine은 항목 검사와 조회 결과 반영을 코드 루프로 반복한다. 조회 결과를 코드만으로 처리할 수 있으면 LLM을 호출하지 않는다. 항목 의미 해석이 필요하면 요청 구조화기를 통해 부분 모델 호출을 하고 그 결과를 같은 코드 루프에 돌려준다. 필요한 항목만 모델에 다시 해석시킬 수 있으므로 항상 한 번 호출로 끝나는 구조가 아니다. 전체 관계를 모델이 만들고 코드가 복사하는 경우는 순수 B가 아닌 혼합안이다. 코드로 연결했다고 의미가 항상 옳은 것은 아니다.</a:t>
            </a:r>
          </a:p>
          <a:p xmlns:a="http://schemas.openxmlformats.org/drawingml/2006/main">
            <a:r>
              <a:t>A Module의 조회 출력은 kind=READ, tool_calls의 name/arguments다. task_retrieve(query=보고서,limit=5), context_retrieve(selector=INPUT_SELECTION)를 모델이 선택하고, 추가 대화 근거가 필요하면 다음 차례에 interaction_retrieve(query=보고서,limit=5)를 선택할 수 있다. 모든 도구를 매번 호출하지 않는다. interaction_retrieve는 Context Manager의 대화/실제 전달 읽기 view이며 Interaction Manager 마이크 직접 조회가 아니다.</a:t>
            </a:r>
          </a:p>
          <a:p xmlns:a="http://schemas.openxmlformats.org/drawingml/2006/main">
            <a:r>
              <a:t>B Module 이름은 요청 구조화기다. 초기 출력 RequestFrame의 고정 key는 schema_version, input_ref, goals, references, relations, constraints, unparsed_spans다. 예시 schema_version=1은 형식 버전이며 자료 변경 번호와 다르다. Input1은 현재 발화다. G1은 보고서 수정 목표, G2는 메일 초안 목표이며 아직 실제 Task가 아니다. report/table은 미해결 참조다. Engine이 RECENT_TASK/INPUT_SELECTION을 각각 같은 조회 도구로 바꾸고, USE_RESULT(G1,G2)와 FORBID_ACTION(scope=[G2],action=SEND)를 결합한다. 보고서를 수정한 뒤 생기는 결과를 초안에 사용하는 것이지 과거 결과를 이미 새 결과로 취급하지 않는다.</a:t>
            </a:r>
          </a:p>
          <a:p xmlns:a="http://schemas.openxmlformats.org/drawingml/2006/main">
            <a:r>
              <a:t>형식은 docs/architecture/12-decisions/decision-packages/contracts/dp41-request-frame-v1.schema.json, 전체 JSON과 조건부 항목 반환은 같은 위치의 dp41-output-examples.json을 따른다. 추가 key/알 수 없는 op/잘못된 참조는 거부하며 미해석 구간을 성공으로 누락하지 않는다. source_text는 원문 대응이며 그 대응이 뜻의 정답을 보장하지 않는다. 그림은 전체 JSON의 필드값을 축약한다. schema/예시 일관성 검사는 실행 Engine 구현이나 LLM 성공률 검증이 아니다.</a:t>
            </a:r>
          </a:p>
          <a:p xmlns:a="http://schemas.openxmlformats.org/drawingml/2006/main">
            <a:r>
              <a:t>읽기 도구 실행기는 Context Manager와 Task Manager에 각각 직접 조회한다. 화면/대화 근거와 업무 후보, 출처와 조회한 자료의 변경 번호를 받는다. 문서형 도형은 교환 내용의 설명용 예시이며 Component, Module, 저장 상태 또는 확정 API schema가 아니다.</a:t>
            </a:r>
          </a:p>
          <a:p xmlns:a="http://schemas.openxmlformats.org/drawingml/2006/main">
            <a:r>
              <a:t>이 발표 그림은 사용자 발화 → Interaction Manager → Request Controller → Request Interpreter 시작 경로를 간략히 표시하고 요청 해석을 확대했다. 위쪽 Request Interpreter 경계 안에는 Module 간 연결과 교환 데이터만 표시한다. 아래쪽 별도 실행 순서도에는 동작과 반복/종료 분기를 표시한다. 두 그림 영역 사이에는 실행 연결선이 없고, 순서도의 사각형/마름모는 동작/분기이며 Component나 Module이 아니다. 반복은 완성 의미 제안, 확인 질문 대기, 실패, 취소 또는 한도 도달에서 종료한다. 확인 질문의 실제 전달과 답변 뒤 새 해석은 공통 후속 경로다. 공통 음성 처리 내부, Model Access adapter 내부, Policy Manager 권한, Request Controller 검증/저장/채택, State Store, Response Manager 출력과 실제 전달, Task Manager/Agent Gateway 위임은 전체 MAIN에 남아 있다. 발표에서 생략은 설계 삭제가 아니다. 임시 해석 상태는 Request Interpreter, 채택 의미/질문은 Request Controller, 실제 전달 원본은 Response Manager다. 입력/자료/업무/질문이 바뀌었는지와 권한을 검사하고 저장 성공 후 채택한다.</a:t>
            </a:r>
          </a:p>
          <a:p xmlns:a="http://schemas.openxmlformats.org/drawingml/2006/main">
            <a:r>
              <a:t>revision/version은 자료나 상태의 변경 번호다. v2는 두 번째 버전이며 최신임을 보증하지 않는다. 그림은 이를 조회 시점과 자료 변경 확인으로 풀어 썼다. 자료가 바뀌면 옛 해석을 그대로 채택하지 않는 검사는 유지한다.</a:t>
            </a:r>
          </a:p>
          <a:p xmlns:a="http://schemas.openxmlformats.org/drawingml/2006/main">
            <a:r>
              <a:t>도구 조회 자체는 모델 호출이 아니다. Context 의미 가공, 응답 구성, 음성/전사, 실패/재시도/폐기된 호출의 실제 사용량도 비용에 포함한다. 조건별 trade-off는 가설이며 품질 우열을 측정하지 않았다.</a:t>
            </a:r>
          </a:p>
          <a:p xmlns:a="http://schemas.openxmlformats.org/drawingml/2006/main">
            <a:r>
              <a:t>A에서 조회 결과는 모델에 제공할 해석 맥락으로 돌아간다. 그림에서 실제 클라우드 LLM으로 다시 올라가는 호출선과 다음 행동을 받는 반환선을 분리했다. 첫 모델 판단의 task_retrieve/context_retrieve와 그 조회 결과를 받은 다음 판단의 interaction_retrieve는 서로 다른 차례의 출력 예시다. 추가 조회 결과도 큰 반환 경로로 같은 맥락에 반영되어 모델이 다시 판단한다. 항상 정해진 도구를 정해진 횟수로 호출하는 구조를 뜻하지 않는다. 모호하면 확인 질문으로 현재 반복을 끝내며 실제 답변 이후에만 Task1을 확정한다. 로컬 해석 제어기는 호출과 도구 대응을 관리하고 클라우드 모델이 다음 행동과 전체 의미를 제안한다. B에서 조회 결과는 항목별 해결 상태로 돌아간다. Engine 내부 프레임 / 항목 검사기, 미해결 항목 처리기, 관계 결합기는 기존 Engine 책임을 펼친 코드 Module이며 독립 Component가 아니다. 검사기가 프레임과 부분 결과를 상태에 반영하고 해결 상태를 다시 검사한다. 필요한 항목만 구조화기를 통해 모델에 부분 해석을 요청한다. 자연어 정답을 코드가 추측하거나 전체 모델 판단을 복사하는 경로를 순수 B로 보지 않는다. 위쪽은 Module 협력 구조이고 아래 순서도는 설명용 동작과 분기다.</a:t>
            </a:r>
          </a:p>
          <a:p xmlns:a="http://schemas.openxmlformats.org/drawingml/2006/main">
            <a:r>
              <a:t>사고 실험 가정값 / 측정 결과와 최종 대안 선정 아님</a:t>
            </a:r>
          </a:p>
          <a:p xmlns:a="http://schemas.openxmlformats.org/drawingml/2006/main">
            <a:r>
              <a:t>QA 조정 전 ASR-QA-v5 스냅샷 / 조정 후 값과 등급 재계산</a:t>
            </a:r>
          </a:p>
          <a:p xmlns:a="http://schemas.openxmlformats.org/drawingml/2006/main">
            <a:r>
              <a:t>정확성 오류 횟수는 가정 / 실제 확률 예측과 측정 결과 아님</a:t>
            </a:r>
          </a:p>
          <a:p xmlns:a="http://schemas.openxmlformats.org/drawingml/2006/main">
            <a:r>
              <a:t>시간 대표 사례는 유효 완료를 가정 / 같은 사례의 오류 발생 시 실패 cap과 시간 재계산</a:t>
            </a:r>
          </a:p>
          <a:p xmlns:a="http://schemas.openxmlformats.org/drawingml/2006/main">
            <a:r>
              <a:t>보호 조건의 통과를 이 값으로 확인한 상태 아님</a:t>
            </a:r>
          </a:p>
          <a:p xmlns:a="http://schemas.openxmlformats.org/drawingml/2006/main">
            <a:r>
              <a:t>QA별 점수 합산 또는 원값 차이와 점수 차이의 혼동 금지</a:t>
            </a:r>
          </a:p>
          <a:p xmlns:a="http://schemas.openxmlformats.org/drawingml/2006/main">
            <a:r>
              <a:t>다른 DP의 효과를 단순 합산한 전체 VIA 성능값 아님</a:t>
            </a:r>
          </a:p>
          <a:p xmlns:a="http://schemas.openxmlformats.org/drawingml/2006/main">
            <a:r>
              <a:t>B 지원 관계의 코드 해결로 모델 재판단을 줄이는 상황</a:t>
            </a:r>
          </a:p>
          <a:p xmlns:a="http://schemas.openxmlformats.org/drawingml/2006/main">
            <a:r>
              <a:t>B 추가 해석 증가 또는 A 최초 Context 완성 시 시간과 비용 차이 축소</a:t>
            </a:r>
          </a:p>
          <a:p xmlns:a="http://schemas.openxmlformats.org/drawingml/2006/main">
            <a:r>
              <a:t>데이터: docs/presentations_files/dp-comparison/v4/qa-thought-experiment.json</a:t>
            </a:r>
          </a:p>
          <a:p xmlns:a="http://schemas.openxmlformats.org/drawingml/2006/main">
            <a:r>
              <a:t>QA 원본: docs/architecture/12-decisions/decision-packages/03-02-quality-attribute-definitions.md</a:t>
            </a:r>
          </a:p>
          <a:p xmlns:a="http://schemas.openxmlformats.org/drawingml/2006/main">
            <a:r>
              <a:t>ASR-QA-01: A=53800/540 (5점), B=53200/540 (2점). A 전체 의미 공동 판단 / 오류 2개 가정. B 틀 추출과 부분 결합 누락 / 오류 8개 가정.</a:t>
            </a:r>
          </a:p>
          <a:p xmlns:a="http://schemas.openxmlformats.org/drawingml/2006/main">
            <a:r>
              <a:t>ASR-QA-02: A=491/600 (2점), B=404/600 (3점). A 조회 결과를 받은 뒤 모델 재판단. B 지원 항목을 코드로 해결 / 재판단 축소.</a:t>
            </a:r>
          </a:p>
          <a:p xmlns:a="http://schemas.openxmlformats.org/drawingml/2006/main">
            <a:r>
              <a:t>ASR-QA-03: A=5.60 (3점), B=4.80 (4점). A 조회와 모델 판단의 반복 처리. B 항목별 해결과 코드 결합 / 추가 호출 허용.</a:t>
            </a:r>
          </a:p>
          <a:p xmlns:a="http://schemas.openxmlformats.org/drawingml/2006/main">
            <a:r>
              <a:t>ASR-QA-04: A=1.1867 (2점), B=1.0187 (3점). A 추가 재판단 70회 청구 가정. B 같은 활동에서 추가 재판단 70회 축소 가정.</a:t>
            </a:r>
          </a:p>
          <a:p xmlns:a="http://schemas.openxmlformats.org/drawingml/2006/main">
            <a:r>
              <a:t>ASR-QA-05: A=13/6 (3점), B=14/6 (2점). A 새 관계의 모델 지침과 검증 변경. B 새 관계의 틀과 Engine 규칙 변경.</a:t>
            </a:r>
          </a:p>
          <a:p xmlns:a="http://schemas.openxmlformats.org/drawingml/2006/main">
            <a:r>
              <a:t>ASR-QA-06: A=1792 (4점), B=1760 (4점). A 조회 결과와 모델 제공 Context 유지. B 요청 틀과 항목별 후보 / 해결 상태 유지.</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04-42. 대화와 Task 상태의 소유 및 확정</a:t>
            </a:r>
          </a:p>
          <a:p xmlns:a="http://schemas.openxmlformats.org/drawingml/2006/main">
            <a:r>
              <a:t>https://github.com/cbyche/via-sw-architecture/blob/main/docs/architecture/12-decisions/decision-packages/04-42-lifecycle-ownership.md</a:t>
            </a:r>
          </a:p>
          <a:p xmlns:a="http://schemas.openxmlformats.org/drawingml/2006/main">
            <a:r>
              <a:t>https://github.com/cbyche/via-sw-architecture/blob/main/docs/presentations_files/dp-comparison/dp42-comparison.svg</a:t>
            </a:r>
          </a:p>
          <a:p xmlns:a="http://schemas.openxmlformats.org/drawingml/2006/main">
            <a:r>
              <a:t>조건별 정성 비교 / 미선정 / 미측정. 같은 Conversation/Request/Task/Execution 논리 수명은 양안 공통이다. A는 모듈형 통합 Core이며 State Store 안 트랜잭션 관리자가 검증된 Request 질문 연결+Task 질문 답변+명령 준비를 공동 확정한다. B는 대화와 업무가 독립 상태 권위/실행 수명/State Store scope를 갖고 대화 의도 저장→업무 접수/원본+명령+접수결과 저장→AcceptanceReceipt의 대화 반영을 별도로 확정한다. ACCEPTED는 내부 접수이고 실제 외부 Agent 접수와 실제 사용자 전달은 별도 확인한다. Request Controller의 관계, Task Manager 업무/전송gate, Agent Gateway transmission, Response Manager 실제 전달 원장을 구별한다. 새 대화 처리기 Component나 Voice Runtime Component를 만들지 않는다. Input1/Request1/Task1/Question1/Command1/Publication1은 u2/R2/T1/Q1/K1/P1의 설명용 ID다.</a:t>
            </a:r>
          </a:p>
          <a:p xmlns:a="http://schemas.openxmlformats.org/drawingml/2006/main">
            <a:r>
              <a:t>고정 사례는 contracts/dp42-handoff-examples.json, 프로토콜 본문 §4.2다. B hold 요청 시각과 업무 gate의 적용 ACK 시각은 다르며 CAS가 먼저면 DISPATCHING/UNKNOWN과 실제 외부 상태 확인을 보존한다. hold가 먼저면 PENDING 명령을 차단하고 현재 의미 reconciliation 뒤 선택적 release한다. control_session/sequence/gate revision과 command ID+immutable payload, 늦은 ACK/유실/재시작을 구별한다. 모델/네트워크 호출은 transaction 밖이고 API 내부 접수로 외부 exactly-once를 보증하지 않는다.</a:t>
            </a:r>
          </a:p>
          <a:p xmlns:a="http://schemas.openxmlformats.org/drawingml/2006/main">
            <a:r>
              <a:t>모델 사용 비용은 같은 의미 판단을 고정하면 코드 인계가 추가 LLM 호출이 아니다. B 정상 사용 자동 정확성·응답성·변경 우위는 없다. 독립 업무 수명/저장 계약 변경 조건의 이익과 왕복/pending/heap/복구 비용을 같이 본다. 로컬 VIA/VAD/원본과 클라우드 음성·의미 의존성은 공통이다. 전체 MAIN과 집중 scene은 별도 source이며 기존 전체 그림을 대체하지 않는다. 문서/고정 예시 검사는 구현·모델·품질 측정의 증명이 아니다.</a:t>
            </a:r>
          </a:p>
          <a:p xmlns:a="http://schemas.openxmlformats.org/drawingml/2006/main">
            <a:r>
              <a:t>v3 위쪽 Conversation1/Request1/Task1/Execution1 막대는 양안의 공통 논리 수명이며 길이는 측정값이 아니다. 가운데 큰 살구색 실선/점선은 실행과 저장 확정의 경계이며 새 Component가 아니다. 아래 A의 두 owner 변경은 한 번에 확정하거나 모두 미반영된다. B는 의도 저장, Task 접수 저장, 대화 receipt 반영의 세 로컬 사실이다. Task 접수 후 외부 전송은 대화 receipt 반영을 기다리지 않고 가능하며 외부 Agent 접수/사용자 전달은 별도 확인한다. 7은 고정 Question1의 예상 질문 개정이며 형식 버전이 아니다. 여섯 ASR 표는 최신 03-02의 조건별 구조 영향이다.</a:t>
            </a:r>
          </a:p>
          <a:p xmlns:a="http://schemas.openxmlformats.org/drawingml/2006/main">
            <a:r>
              <a:t>사고 실험 가정값 / 측정 결과와 최종 대안 선정 아님</a:t>
            </a:r>
          </a:p>
          <a:p xmlns:a="http://schemas.openxmlformats.org/drawingml/2006/main">
            <a:r>
              <a:t>QA 조정 전 ASR-QA-v5 스냅샷 / 조정 후 값과 등급 재계산</a:t>
            </a:r>
          </a:p>
          <a:p xmlns:a="http://schemas.openxmlformats.org/drawingml/2006/main">
            <a:r>
              <a:t>정확성 오류 횟수는 가정 / 실제 확률 예측과 측정 결과 아님</a:t>
            </a:r>
          </a:p>
          <a:p xmlns:a="http://schemas.openxmlformats.org/drawingml/2006/main">
            <a:r>
              <a:t>시간 대표 사례는 유효 완료를 가정 / 같은 사례의 오류 발생 시 실패 cap과 시간 재계산</a:t>
            </a:r>
          </a:p>
          <a:p xmlns:a="http://schemas.openxmlformats.org/drawingml/2006/main">
            <a:r>
              <a:t>보호 조건의 통과를 이 값으로 확인한 상태 아님</a:t>
            </a:r>
          </a:p>
          <a:p xmlns:a="http://schemas.openxmlformats.org/drawingml/2006/main">
            <a:r>
              <a:t>QA별 점수 합산 또는 원값 차이와 점수 차이의 혼동 금지</a:t>
            </a:r>
          </a:p>
          <a:p xmlns:a="http://schemas.openxmlformats.org/drawingml/2006/main">
            <a:r>
              <a:t>다른 DP의 효과를 단순 합산한 전체 VIA 성능값 아님</a:t>
            </a:r>
          </a:p>
          <a:p xmlns:a="http://schemas.openxmlformats.org/drawingml/2006/main">
            <a:r>
              <a:t>정상 로컬 실행 / 별도 재해석 없이 같은 의미와 Task 처리</a:t>
            </a:r>
          </a:p>
          <a:p xmlns:a="http://schemas.openxmlformats.org/drawingml/2006/main">
            <a:r>
              <a:t>독립 운영 요구가 없다면 B의 추가 접수와 상태 비용 확인</a:t>
            </a:r>
          </a:p>
          <a:p xmlns:a="http://schemas.openxmlformats.org/drawingml/2006/main">
            <a:r>
              <a:t>데이터: docs/presentations_files/dp-comparison/v4/qa-thought-experiment.json</a:t>
            </a:r>
          </a:p>
          <a:p xmlns:a="http://schemas.openxmlformats.org/drawingml/2006/main">
            <a:r>
              <a:t>QA 원본: docs/architecture/12-decisions/decision-packages/03-02-quality-attribute-definitions.md</a:t>
            </a:r>
          </a:p>
          <a:p xmlns:a="http://schemas.openxmlformats.org/drawingml/2006/main">
            <a:r>
              <a:t>ASR-QA-01: A=53800/540 (5점), B=53800/540 (5점). A 같은 의미 판단과 접수 규칙. B 같은 의미 판단과 접수 규칙.</a:t>
            </a:r>
          </a:p>
          <a:p xmlns:a="http://schemas.openxmlformats.org/drawingml/2006/main">
            <a:r>
              <a:t>ASR-QA-02: A=491/600 (2점), B=497/600 (2점). A 공동 commit으로 관련 상태 반영. B 독립 접수와 반영 / 평균 0.010초 추가 가정.</a:t>
            </a:r>
          </a:p>
          <a:p xmlns:a="http://schemas.openxmlformats.org/drawingml/2006/main">
            <a:r>
              <a:t>ASR-QA-03: A=5.60 (3점), B=5.66 (3점). A 공동 확정 4회 × 0.010초 가정. B 독립 인계 4회 × 0.025초 / 0.060초 추가 가정.</a:t>
            </a:r>
          </a:p>
          <a:p xmlns:a="http://schemas.openxmlformats.org/drawingml/2006/main">
            <a:r>
              <a:t>ASR-QA-04: A=1.1867 (2점), B=1.1867 (2점). A 저장과 연결은 코드 처리 / 모델 역할 동일. B IPC 자체는 모델 호출 아님 / 추가 재해석 없음.</a:t>
            </a:r>
          </a:p>
          <a:p xmlns:a="http://schemas.openxmlformats.org/drawingml/2006/main">
            <a:r>
              <a:t>ASR-QA-05: A=13/6 (3점), B=14/6 (2점). A 질문 token 변경 / 공동 상태 계약 수정. B 질문 token 변경 / 독립 인계 계약 1개 추가.</a:t>
            </a:r>
          </a:p>
          <a:p xmlns:a="http://schemas.openxmlformats.org/drawingml/2006/main">
            <a:r>
              <a:t>ASR-QA-06: A=1792 (4점), B=2080 (4점). A 통합 실행체의 상태와 대기열. B 추가 service와 receipt 상태 288MiB 가정.</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04-43. 기능 정확성을 위한 VIA Request 의미 판단 설계</a:t>
            </a:r>
          </a:p>
          <a:p xmlns:a="http://schemas.openxmlformats.org/drawingml/2006/main">
            <a:r>
              <a:t>https://github.com/cbyche/via-sw-architecture/blob/main/docs/architecture/12-decisions/decision-packages/04-43-request-interpretation.md</a:t>
            </a:r>
          </a:p>
          <a:p xmlns:a="http://schemas.openxmlformats.org/drawingml/2006/main">
            <a:r>
              <a:t>https://github.com/cbyche/via-sw-architecture/blob/main/docs/presentations_files/dp-comparison/dp43-comparison.svg</a:t>
            </a:r>
          </a:p>
          <a:p xmlns:a="http://schemas.openxmlformats.org/drawingml/2006/main">
            <a:r>
              <a:t>수치와 원형 점수는 형식 검토용 예상 예시이며 실측 또는 대안 선정 결과가 아니다. V-04는 평균 반응시간, V-05는 평균 VIA 처리시간이다. V-05는 외부 작업이나 사용자 답변만 기다리는 구간을 제외한다. 기존 시간 수치는 평균 시간의 형식 예시이며 p95 측정값을 변환한 결과가 아니다. 양안 조건은 본문과 그림의 비교 예시 조건을 따른다.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04-44. VIA 지속 입력과 Task 알림의 후속 실행 구조</a:t>
            </a:r>
          </a:p>
          <a:p xmlns:a="http://schemas.openxmlformats.org/drawingml/2006/main">
            <a:r>
              <a:t>https://github.com/cbyche/via-sw-architecture/blob/main/docs/architecture/12-decisions/decision-packages/04-44-continuous-interaction.md</a:t>
            </a:r>
          </a:p>
          <a:p xmlns:a="http://schemas.openxmlformats.org/drawingml/2006/main">
            <a:r>
              <a:t>https://github.com/cbyche/via-sw-architecture/blob/main/docs/presentations_files/dp-comparison/dp44-comparison.svg</a:t>
            </a:r>
          </a:p>
          <a:p xmlns:a="http://schemas.openxmlformats.org/drawingml/2006/main">
            <a:r>
              <a:t>조건별 정성 비교 / 미선정 / 미측정. 표는 최신 여섯 ASR의 조건부 영향이며 수치 점수 또는 우열 측정이 아니다.</a:t>
            </a:r>
          </a:p>
          <a:p xmlns:a="http://schemas.openxmlformats.org/drawingml/2006/main">
            <a:r>
              <a:t>같은 Input1 표 설명,Task1 메일의 Question1,Input0의 늦은 Candidate0에서 A는 중앙 continuation/완료 회수/재지시, B는 입력/알림 Stage의 Window와 Candidate+AdoptedMeaning+InputSettled+admission+source+과거 전달 snapshot Join을 비교한다. Job ID와 input generation을 고정하며 현재 확인 질문은 InputSettled를 기다리지 않는 별도 admission이다. 로컬 VAD·VIA 상태 권위,클라우드 음성/의미 모델은 양안 공통. dispatch/join/credit는 코드이며 같은 모델 job에서 자동 비용 우위는 없다. 42A 공동 확정/42B 업무 gate 확정과hold ack를 각각 연결한다. schema/JSON 예시는 docs/architecture/12-decisions/decision-packages/contracts/dp44-execution-examples.json이며 미구현/미측정 설계 검토안이다.</a:t>
            </a:r>
          </a:p>
          <a:p xmlns:a="http://schemas.openxmlformats.org/drawingml/2006/main">
            <a:r>
              <a:t>A 중앙 조정 방식: Request Controller 내부 Dialogue Dispatcher와 Dialogue Progress State. B 이벤트 흐름을 연결하는 방식: Request Controller 내부 Input Resolution Stage·Task Notice Stage와 Window, Response Manager 내부 Publication Join·Publication Window. 같은 정식 10개 Component와 원본 owner, 흰색/검정 공통 및 살구색/짙은 테두리 차이 표기.</a:t>
            </a:r>
          </a:p>
          <a:p xmlns:a="http://schemas.openxmlformats.org/drawingml/2006/main">
            <a:r>
              <a:t>Voice Runtime에는 Interaction Manager의 음성 입출력·즉시 중단 기능과 Model Access client가 배치된다. 동시 실행 수가 제한된 비동기 executor와 Blocking worker pool, Model Access 별도 scheduler를 사용한다. A 사건 대기열·비동기 작업·완료 반환은 실행 기반이, B 이벤트 채널·구독·단계별 수용량·취소 전달은 실행 라이브러리가 지원한다. 수치·우선순위·pool 크기는 미정이며 별도 Component·process·모델을 추가하지 않는다.</a:t>
            </a:r>
          </a:p>
          <a:p xmlns:a="http://schemas.openxmlformats.org/drawingml/2006/main">
            <a:r>
              <a:t>사고 실험 가정값 / 측정 결과와 최종 대안 선정 아님</a:t>
            </a:r>
          </a:p>
          <a:p xmlns:a="http://schemas.openxmlformats.org/drawingml/2006/main">
            <a:r>
              <a:t>QA 조정 전 ASR-QA-v5 스냅샷 / 조정 후 값과 등급 재계산</a:t>
            </a:r>
          </a:p>
          <a:p xmlns:a="http://schemas.openxmlformats.org/drawingml/2006/main">
            <a:r>
              <a:t>정확성 오류 횟수는 가정 / 실제 확률 예측과 측정 결과 아님</a:t>
            </a:r>
          </a:p>
          <a:p xmlns:a="http://schemas.openxmlformats.org/drawingml/2006/main">
            <a:r>
              <a:t>시간 대표 사례는 유효 완료를 가정 / 같은 사례의 오류 발생 시 실패 cap과 시간 재계산</a:t>
            </a:r>
          </a:p>
          <a:p xmlns:a="http://schemas.openxmlformats.org/drawingml/2006/main">
            <a:r>
              <a:t>보호 조건의 통과를 이 값으로 확인한 상태 아님</a:t>
            </a:r>
          </a:p>
          <a:p xmlns:a="http://schemas.openxmlformats.org/drawingml/2006/main">
            <a:r>
              <a:t>QA별 점수 합산 또는 원값 차이와 점수 차이의 혼동 금지</a:t>
            </a:r>
          </a:p>
          <a:p xmlns:a="http://schemas.openxmlformats.org/drawingml/2006/main">
            <a:r>
              <a:t>다른 DP의 효과를 단순 합산한 전체 VIA 성능값 아님</a:t>
            </a:r>
          </a:p>
          <a:p xmlns:a="http://schemas.openxmlformats.org/drawingml/2006/main">
            <a:r>
              <a:t>양안 모두 비동기와 병렬 실행 / 짧은 전이 비용의 기본 상황</a:t>
            </a:r>
          </a:p>
          <a:p xmlns:a="http://schemas.openxmlformats.org/drawingml/2006/main">
            <a:r>
              <a:t>BURST 대기는 별도 관측 / 우선순위 처리와 Join 비용에 따른 차이 확인</a:t>
            </a:r>
          </a:p>
          <a:p xmlns:a="http://schemas.openxmlformats.org/drawingml/2006/main">
            <a:r>
              <a:t>데이터: docs/presentations_files/dp-comparison/v4/qa-thought-experiment.json</a:t>
            </a:r>
          </a:p>
          <a:p xmlns:a="http://schemas.openxmlformats.org/drawingml/2006/main">
            <a:r>
              <a:t>QA 원본: docs/architecture/12-decisions/decision-packages/03-02-quality-attribute-definitions.md</a:t>
            </a:r>
          </a:p>
          <a:p xmlns:a="http://schemas.openxmlformats.org/drawingml/2006/main">
            <a:r>
              <a:t>ASR-QA-01: A=53800/540 (5점), B=53800/540 (5점). A 같은 의미 판단과 현재성 검사. B 같은 의미 판단과 현재성 검사.</a:t>
            </a:r>
          </a:p>
          <a:p xmlns:a="http://schemas.openxmlformats.org/drawingml/2006/main">
            <a:r>
              <a:t>ASR-QA-02: A=491/600 (2점), B=2449/3000 (2점). A 짧은 중앙 완료 회수와 다음 지시. B Stage 활성화와 Join 대기 포함.</a:t>
            </a:r>
          </a:p>
          <a:p xmlns:a="http://schemas.openxmlformats.org/drawingml/2006/main">
            <a:r>
              <a:t>ASR-QA-03: A=5.60 (3점), B=5.59 (3점). A 중앙 전이 6회 × 0.010초 가정. B 전이 6회 × 0.005초 + Join 0.020초 가정.</a:t>
            </a:r>
          </a:p>
          <a:p xmlns:a="http://schemas.openxmlformats.org/drawingml/2006/main">
            <a:r>
              <a:t>ASR-QA-04: A=1.1867 (2점), B=1.1867 (2점). A 같은 의미 판단과 응답 준비 호출. B 같은 모델 작업 / 폐기와 재시도 동일 가정.</a:t>
            </a:r>
          </a:p>
          <a:p xmlns:a="http://schemas.openxmlformats.org/drawingml/2006/main">
            <a:r>
              <a:t>ASR-QA-05: A=13/6 (3점), B=13/6 (3점). A 안정된 사건 계약 안에서 후속 규칙 변경. B 안정된 단계 계약으로 같은 변경 흡수.</a:t>
            </a:r>
          </a:p>
          <a:p xmlns:a="http://schemas.openxmlformats.org/drawingml/2006/main">
            <a:r>
              <a:t>ASR-QA-06: A=1792 (4점), B=1840 (4점). A 중앙 진행 상태와 실행 대기열. B Window와 채널 상태 48MiB 순증가 가정.</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04-45. VIA 과거 정보의 Request별 구성과 공통 생산 및 조회</a:t>
            </a:r>
          </a:p>
          <a:p xmlns:a="http://schemas.openxmlformats.org/drawingml/2006/main">
            <a:r>
              <a:t>https://github.com/cbyche/via-sw-architecture/blob/main/docs/architecture/12-decisions/decision-packages/04-45-memory-and-context.md</a:t>
            </a:r>
          </a:p>
          <a:p xmlns:a="http://schemas.openxmlformats.org/drawingml/2006/main">
            <a:r>
              <a:t>https://github.com/cbyche/via-sw-architecture/blob/main/docs/presentations_files/dp-comparison/dp45-comparison.svg</a:t>
            </a:r>
          </a:p>
          <a:p xmlns:a="http://schemas.openxmlformats.org/drawingml/2006/main">
            <a:r>
              <a:t>조건별 정성 trade-off이며 최종 선정 또는 품질 측정이 아니다. 첫 요청, 반복 R24, 정정 직후와 표현 밖 새 관계를 구별한다.</a:t>
            </a:r>
          </a:p>
          <a:p xmlns:a="http://schemas.openxmlformats.org/drawingml/2006/main">
            <a:r>
              <a:t>공통 사례: C20/E20 VIA 직접 평가 기준 설명과 실제 전달 P20, C21/T21/D21@v2 제품 비교, C22/T22/D22@v1 견적. 현재 C23/R23의 제안서 작성 Task T23 연결은 현재 해석/채택의 결과다. VIA는 허용된 발췌와 참조를 연결하고, 평가 기준 적용과 제안서 작성은 Downstream Agent가 수행한다. 결과 참조는 본문 전체 보관을 뜻하지 않으며 Agent 내부 reasoning/모든 tool 기록은 전제하지 않는다.</a:t>
            </a:r>
          </a:p>
          <a:p xmlns:a="http://schemas.openxmlformats.org/drawingml/2006/main">
            <a:r>
              <a:t>A의 요약/index/cache/관계 cache/부분 갱신/병렬 조회와 기존 Agent 실행 맥락 재사용을 허용한다. B의 과거 관계는 검증/게시 범위만 읽고 원본 확인, 미게시/표현 미지원, 오류/갱신/삭제와 생산 비용을 유지한다. R23의 정답 관계를 미리 게시하지 않는다. 필요성과 사례 보완이며 최종 DP/A/B 선정 또는 새 사례의 품질 검증이 아니다. 45의 수치와 원형 점수는 조건별 정성 표로 교체했다.</a:t>
            </a:r>
          </a:p>
          <a:p xmlns:a="http://schemas.openxmlformats.org/drawingml/2006/main">
            <a:r>
              <a:t>A: Context Composer가 owner 읽기와 cache를 조합하여 직접 EvidenceBundle/receipt를 반환한다. Request Evidence Set은 요청 수명의 데이터다. B: 변경 알림, 실제 원본 읽기, 조건부 과거 의미 생산, 출처/권한/지원 종류 검증, 관계+coverage 게시, Evidence Reader의 게시 계약 소비를 나눈다. 미래 R23의 정답이나 T23 binding을 미리 생산하지 않는다.</a:t>
            </a:r>
          </a:p>
          <a:p xmlns:a="http://schemas.openxmlformats.org/drawingml/2006/main">
            <a:r>
              <a:t>NOT_COVERED는 지원 종류의 미생산으로 Publisher 생산 후 revision/상태를 반환하고 Reader가 Repository를 다시 읽는다. UNSUPPORTED_RELATION은 표현 변경 없이는 반복 생산으로 해결되지 않는다. NO_MATCH는 읽은 범위의 무일치다. DENIED/UNAVAILABLE도 분리한다. 현재 metadata 검사와 exact quote/조건/충돌 원문 확인은 남고, 원본 조합 우회는 명시적 B+다. 파생 오류 EvidenceDispute는 원본 revision 변화 없이도 차단/재검증한다. 삭제/철회 fence가 후속 정리보다 먼저이며 옛 job 게시를 거부한다.</a:t>
            </a:r>
          </a:p>
          <a:p xmlns:a="http://schemas.openxmlformats.org/drawingml/2006/main">
            <a:r>
              <a:t>첫 요청/정정 직후: B 생산/갱신 대기가 추가될 수 있다. 반복 조회: 유효 게시가 owner 교차 조합을 실제 대체하면 B 요청 경로가 줄지만 A warm 관계 cache가 같은 효과를 낼 수 있다. 새 관계/미묘한 부정/예외: A 원문 구성이 유연하나 검색 누락 가능, B 표현/추출 한계가 남는다. 정확성의 전체 우열을 고정하지 않는다.</a:t>
            </a:r>
          </a:p>
          <a:p xmlns:a="http://schemas.openxmlformats.org/drawingml/2006/main">
            <a:r>
              <a:t>전체 모델 호출: A cache 생산/유지+요청 구성/재검증, B 초기/갱신/backfill/미사용/실패 생산을 모두 포함한다. 현재 판단은 공통이고 명시 ID/위치 연결은 코드일 수 있다. 고정 우열 없음. Source 형식 변경은 adapter에 흡수할 수 있고, 관계 의미/schema 변경은 B producer/독자 호환/재생산, A cache 무효화도 함께 본다.</a:t>
            </a:r>
          </a:p>
          <a:p xmlns:a="http://schemas.openxmlformats.org/drawingml/2006/main">
            <a:r>
              <a:t>공식 Reference (본문 §9):</a:t>
            </a:r>
          </a:p>
          <a:p xmlns:a="http://schemas.openxmlformats.org/drawingml/2006/main">
            <a:r>
              <a:t>A https://docs.langchain.com/oss/python/deepagents/retrieval — 현재 질문의 원본 획득 선례. VIA Task/실제 전달/정정 계약 전체 구현 사례 아님.</a:t>
            </a:r>
          </a:p>
          <a:p xmlns:a="http://schemas.openxmlformats.org/drawingml/2006/main">
            <a:r>
              <a:t>B https://langchain-ai.github.io/langmem/background_quickstart/ 및 https://langchain-ai.github.io/langmem/reference/memory/ — 기억 생산/저장/소비 분리 선례. 자동 선호 추출을 VIA User Memory 정책으로 채택하지 않고 revision/coverage/삭제 fence는 VIA 별도 계약.</a:t>
            </a:r>
          </a:p>
          <a:p xmlns:a="http://schemas.openxmlformats.org/drawingml/2006/main">
            <a:r>
              <a:t>실행 https://langchain-ai.github.io/langmem/guides/delayed_processing/ — 대기 생산/재예약 선례. thread/지연값/배치를 채택하지 않는다.</a:t>
            </a:r>
          </a:p>
          <a:p xmlns:a="http://schemas.openxmlformats.org/drawingml/2006/main">
            <a:r>
              <a:t>연결 참고 https://docs.mem0.ai/platform/features/graph-memory — 공통 개체 연결 선례이며 typed 정정/대체/실제 전달 관계 구현 증거 아님. cloud/embedding/helper를 도입하지 않는다. 공식 사례는 VIA 성능 우위의 증거가 아니다.</a:t>
            </a:r>
          </a:p>
          <a:p xmlns:a="http://schemas.openxmlformats.org/drawingml/2006/main">
            <a:r>
              <a:t>2026-10-10: 고정 EvidenceQuery Query1(schema_version/query_id/request_ref/attempt_ref/input_revision/purpose/relation_kinds/source_ranges/original_required/budget_ref/policy_epoch), Bundle1/Receipt1와 파생 Record 예시는 contracts/dp45-evidence-examples.json이다. 현재 사례는 PARTIAL이며 E20[27,52)의 “가격이 같은 경우 유지보수 기간을 우선합니다.”만 실제 전달 P20 범위 안에서 발췌했다. Memory1 EXPLAINS_ITEM은 MODEL_DERIVED, Memory2/3 HAS_RESULT는 명시 참조 EXPLICIT이다. Coverage1[27,52), gap[0,27)은 기준 전체의 생산을 뜻하지 않는다. A가 반환한 원본 근거와 B가 반환한 공통 관계는 현재 요청의 의미/Task 정답이 아니다. B Reader는 원문과 현재 source/권한을 확인하며 원본 조합 우회는 B+다. 전체 MAIN/수명과 추가 집중 발표 scene은 별개 source이며 동일 owner/계약이다. 클라우드 의미/음성 의존성, 로컬 VIA/VAD/권위와 코드/조건부 의미 호출을 구별한다.</a:t>
            </a:r>
          </a:p>
          <a:p xmlns:a="http://schemas.openxmlformats.org/drawingml/2006/main">
            <a:r>
              <a:t>v3 집중 그림의 Task1 제품 조사 / Task2 견적은 기존 JSON T21/T22의 표시용 별칭이며 제품 결과/견적 결과는 D21 개정 2/D22 개정 1이다. 설명 원문/실제 전달은 E20/P20이며 원문 구간을 바꾸지 않았다. 원본 변경과 현재 Query의 서로 다른 시작점을 그렸으며 별도 순서도는 Architecture Module이 아니다. 여섯 ASR 표는 최신 03-02의 조건별 영향으로 고정 성능 우열이 아니다.</a:t>
            </a:r>
          </a:p>
          <a:p xmlns:a="http://schemas.openxmlformats.org/drawingml/2006/main">
            <a:r>
              <a:t>사고 실험 가정값 / 측정 결과와 최종 대안 선정 아님</a:t>
            </a:r>
          </a:p>
          <a:p xmlns:a="http://schemas.openxmlformats.org/drawingml/2006/main">
            <a:r>
              <a:t>QA 조정 전 ASR-QA-v5 스냅샷 / 조정 후 값과 등급 재계산</a:t>
            </a:r>
          </a:p>
          <a:p xmlns:a="http://schemas.openxmlformats.org/drawingml/2006/main">
            <a:r>
              <a:t>정확성 오류 횟수는 가정 / 실제 확률 예측과 측정 결과 아님</a:t>
            </a:r>
          </a:p>
          <a:p xmlns:a="http://schemas.openxmlformats.org/drawingml/2006/main">
            <a:r>
              <a:t>시간 대표 사례는 유효 완료를 가정 / 같은 사례의 오류 발생 시 실패 cap과 시간 재계산</a:t>
            </a:r>
          </a:p>
          <a:p xmlns:a="http://schemas.openxmlformats.org/drawingml/2006/main">
            <a:r>
              <a:t>보호 조건의 통과를 이 값으로 확인한 상태 아님</a:t>
            </a:r>
          </a:p>
          <a:p xmlns:a="http://schemas.openxmlformats.org/drawingml/2006/main">
            <a:r>
              <a:t>QA별 점수 합산 또는 원값 차이와 점수 차이의 혼동 금지</a:t>
            </a:r>
          </a:p>
          <a:p xmlns:a="http://schemas.openxmlformats.org/drawingml/2006/main">
            <a:r>
              <a:t>다른 DP의 효과를 단순 합산한 전체 VIA 성능값 아님</a:t>
            </a:r>
          </a:p>
          <a:p xmlns:a="http://schemas.openxmlformats.org/drawingml/2006/main">
            <a:r>
              <a:t>A cache 허용 / B 초기 생산과 갱신 비용 포함 / 준비된 정보 재사용</a:t>
            </a:r>
          </a:p>
          <a:p xmlns:a="http://schemas.openxmlformats.org/drawingml/2006/main">
            <a:r>
              <a:t>A miss가 10회면 과거 처리 $0.040 / 이 조건에서는 비용 순위 반전</a:t>
            </a:r>
          </a:p>
          <a:p xmlns:a="http://schemas.openxmlformats.org/drawingml/2006/main">
            <a:r>
              <a:t>데이터: docs/presentations_files/dp-comparison/v4/qa-thought-experiment.json</a:t>
            </a:r>
          </a:p>
          <a:p xmlns:a="http://schemas.openxmlformats.org/drawingml/2006/main">
            <a:r>
              <a:t>QA 원본: docs/architecture/12-decisions/decision-packages/03-02-quality-attribute-definitions.md</a:t>
            </a:r>
          </a:p>
          <a:p xmlns:a="http://schemas.openxmlformats.org/drawingml/2006/main">
            <a:r>
              <a:t>ASR-QA-01: A=53800/540 (5점), B=53200/540 (2점). A 현재 원문에서 관계 구성 / 오류 2개 가정. B 가공 정보의 예외 누락 / 오류 8개 가정.</a:t>
            </a:r>
          </a:p>
          <a:p xmlns:a="http://schemas.openxmlformats.org/drawingml/2006/main">
            <a:r>
              <a:t>ASR-QA-02: A=491/600 (2점), B=491/600 (2점). A 지정 첫 반응 사례의 과거 재구성 비용 동일. B 지정 사례에서 준비된 관계 조회 이익 작음.</a:t>
            </a:r>
          </a:p>
          <a:p xmlns:a="http://schemas.openxmlformats.org/drawingml/2006/main">
            <a:r>
              <a:t>ASR-QA-03: A=5.60 (3점), B=5.42 (3점). A 과거 재사용 사이클의 원본 조합. B 한 사이클 1.08초 단축 / 6개 평균 0.18초 단축.</a:t>
            </a:r>
          </a:p>
          <a:p xmlns:a="http://schemas.openxmlformats.org/drawingml/2006/main">
            <a:r>
              <a:t>ASR-QA-04: A=1.1867 (2점), B=1.1547 (2점). A cache miss 40회 × $0.004 = $0.160. B 초기와 갱신 생산 20회 × $0.0064 = $0.128.</a:t>
            </a:r>
          </a:p>
          <a:p xmlns:a="http://schemas.openxmlformats.org/drawingml/2006/main">
            <a:r>
              <a:t>ASR-QA-05: A=13/6 (3점), B=14/6 (2점). A 원본 조합과 cache의 철회 처리 변경. B 생산자와 조회자의 철회 처리 변경.</a:t>
            </a:r>
          </a:p>
          <a:p xmlns:a="http://schemas.openxmlformats.org/drawingml/2006/main">
            <a:r>
              <a:t>ASR-QA-06: A=1792 (4점), B=1920 (4점). A 원문 Context와 선택 cache 유지. B 게시 관계와 생산 상태 128MiB 순증가 가정.</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사고 실험 가정값 / 측정 결과와 최종 대안 선정 아님</a:t>
            </a:r>
          </a:p>
          <a:p xmlns:a="http://schemas.openxmlformats.org/drawingml/2006/main">
            <a:r>
              <a:t>QA 조정 전 ASR-QA-v5 스냅샷 / 조정 후 값과 등급 재계산</a:t>
            </a:r>
          </a:p>
          <a:p xmlns:a="http://schemas.openxmlformats.org/drawingml/2006/main">
            <a:r>
              <a:t>정확성 오류 횟수는 가정 / 실제 확률 예측과 측정 결과 아님</a:t>
            </a:r>
          </a:p>
          <a:p xmlns:a="http://schemas.openxmlformats.org/drawingml/2006/main">
            <a:r>
              <a:t>시간 대표 사례는 유효 완료를 가정 / 같은 사례의 오류 발생 시 실패 cap과 시간 재계산</a:t>
            </a:r>
          </a:p>
          <a:p xmlns:a="http://schemas.openxmlformats.org/drawingml/2006/main">
            <a:r>
              <a:t>보호 조건의 통과를 이 값으로 확인한 상태 아님</a:t>
            </a:r>
          </a:p>
          <a:p xmlns:a="http://schemas.openxmlformats.org/drawingml/2006/main">
            <a:r>
              <a:t>QA별 점수 합산 또는 원값 차이와 점수 차이의 혼동 금지</a:t>
            </a:r>
          </a:p>
          <a:p xmlns:a="http://schemas.openxmlformats.org/drawingml/2006/main">
            <a:r>
              <a:t>다른 DP의 효과를 단순 합산한 전체 VIA 성능값 아님</a:t>
            </a:r>
          </a:p>
          <a:p xmlns:a="http://schemas.openxmlformats.org/drawingml/2006/main">
            <a:r>
              <a:t>B 지원 관계의 코드 해결로 모델 재판단을 줄이는 상황</a:t>
            </a:r>
          </a:p>
          <a:p xmlns:a="http://schemas.openxmlformats.org/drawingml/2006/main">
            <a:r>
              <a:t>B 추가 해석 증가 또는 A 최초 Context 완성 시 시간과 비용 차이 축소</a:t>
            </a:r>
          </a:p>
          <a:p xmlns:a="http://schemas.openxmlformats.org/drawingml/2006/main">
            <a:r>
              <a:t>데이터: docs/presentations_files/dp-comparison/v4/qa-thought-experiment.json</a:t>
            </a:r>
          </a:p>
          <a:p xmlns:a="http://schemas.openxmlformats.org/drawingml/2006/main">
            <a:r>
              <a:t>QA 원본: docs/architecture/12-decisions/decision-packages/03-02-quality-attribute-definitions.md</a:t>
            </a:r>
          </a:p>
          <a:p xmlns:a="http://schemas.openxmlformats.org/drawingml/2006/main">
            <a:r>
              <a:t>ASR-QA-01: A=53800/540 (5점), B=53200/540 (2점). A 전체 의미 공동 판단 / 오류 2개 가정. B 틀 추출과 부분 결합 누락 / 오류 8개 가정.</a:t>
            </a:r>
          </a:p>
          <a:p xmlns:a="http://schemas.openxmlformats.org/drawingml/2006/main">
            <a:r>
              <a:t>ASR-QA-02: A=491/600 (2점), B=404/600 (3점). A 조회 결과를 받은 뒤 모델 재판단. B 지원 항목을 코드로 해결 / 재판단 축소.</a:t>
            </a:r>
          </a:p>
          <a:p xmlns:a="http://schemas.openxmlformats.org/drawingml/2006/main">
            <a:r>
              <a:t>ASR-QA-03: A=5.60 (3점), B=4.80 (4점). A 조회와 모델 판단의 반복 처리. B 항목별 해결과 코드 결합 / 추가 호출 허용.</a:t>
            </a:r>
          </a:p>
          <a:p xmlns:a="http://schemas.openxmlformats.org/drawingml/2006/main">
            <a:r>
              <a:t>ASR-QA-04: A=1.1867 (2점), B=1.0187 (3점). A 추가 재판단 70회 청구 가정. B 같은 활동에서 추가 재판단 70회 축소 가정.</a:t>
            </a:r>
          </a:p>
          <a:p xmlns:a="http://schemas.openxmlformats.org/drawingml/2006/main">
            <a:r>
              <a:t>ASR-QA-05: A=13/6 (3점), B=14/6 (2점). A 새 관계의 모델 지침과 검증 변경. B 새 관계의 틀과 Engine 규칙 변경.</a:t>
            </a:r>
          </a:p>
          <a:p xmlns:a="http://schemas.openxmlformats.org/drawingml/2006/main">
            <a:r>
              <a:t>ASR-QA-06: A=1792 (4점), B=1760 (4점). A 조회 결과와 모델 제공 Context 유지. B 요청 틀과 항목별 후보 / 해결 상태 유지.</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사고 실험 가정값 / 측정 결과와 최종 대안 선정 아님</a:t>
            </a:r>
          </a:p>
          <a:p xmlns:a="http://schemas.openxmlformats.org/drawingml/2006/main">
            <a:r>
              <a:t>QA 조정 전 ASR-QA-v5 스냅샷 / 조정 후 값과 등급 재계산</a:t>
            </a:r>
          </a:p>
          <a:p xmlns:a="http://schemas.openxmlformats.org/drawingml/2006/main">
            <a:r>
              <a:t>정확성 오류 횟수는 가정 / 실제 확률 예측과 측정 결과 아님</a:t>
            </a:r>
          </a:p>
          <a:p xmlns:a="http://schemas.openxmlformats.org/drawingml/2006/main">
            <a:r>
              <a:t>시간 대표 사례는 유효 완료를 가정 / 같은 사례의 오류 발생 시 실패 cap과 시간 재계산</a:t>
            </a:r>
          </a:p>
          <a:p xmlns:a="http://schemas.openxmlformats.org/drawingml/2006/main">
            <a:r>
              <a:t>보호 조건의 통과를 이 값으로 확인한 상태 아님</a:t>
            </a:r>
          </a:p>
          <a:p xmlns:a="http://schemas.openxmlformats.org/drawingml/2006/main">
            <a:r>
              <a:t>QA별 점수 합산 또는 원값 차이와 점수 차이의 혼동 금지</a:t>
            </a:r>
          </a:p>
          <a:p xmlns:a="http://schemas.openxmlformats.org/drawingml/2006/main">
            <a:r>
              <a:t>다른 DP의 효과를 단순 합산한 전체 VIA 성능값 아님</a:t>
            </a:r>
          </a:p>
          <a:p xmlns:a="http://schemas.openxmlformats.org/drawingml/2006/main">
            <a:r>
              <a:t>양안 모두 비동기와 병렬 실행 / 짧은 전이 비용의 기본 상황</a:t>
            </a:r>
          </a:p>
          <a:p xmlns:a="http://schemas.openxmlformats.org/drawingml/2006/main">
            <a:r>
              <a:t>BURST 대기는 별도 관측 / 우선순위 처리와 Join 비용에 따른 차이 확인</a:t>
            </a:r>
          </a:p>
          <a:p xmlns:a="http://schemas.openxmlformats.org/drawingml/2006/main">
            <a:r>
              <a:t>데이터: docs/presentations_files/dp-comparison/v4/qa-thought-experiment.json</a:t>
            </a:r>
          </a:p>
          <a:p xmlns:a="http://schemas.openxmlformats.org/drawingml/2006/main">
            <a:r>
              <a:t>QA 원본: docs/architecture/12-decisions/decision-packages/03-02-quality-attribute-definitions.md</a:t>
            </a:r>
          </a:p>
          <a:p xmlns:a="http://schemas.openxmlformats.org/drawingml/2006/main">
            <a:r>
              <a:t>ASR-QA-01: A=53800/540 (5점), B=53800/540 (5점). A 같은 의미 판단과 현재성 검사. B 같은 의미 판단과 현재성 검사.</a:t>
            </a:r>
          </a:p>
          <a:p xmlns:a="http://schemas.openxmlformats.org/drawingml/2006/main">
            <a:r>
              <a:t>ASR-QA-02: A=491/600 (2점), B=2449/3000 (2점). A 짧은 중앙 완료 회수와 다음 지시. B Stage 활성화와 Join 대기 포함.</a:t>
            </a:r>
          </a:p>
          <a:p xmlns:a="http://schemas.openxmlformats.org/drawingml/2006/main">
            <a:r>
              <a:t>ASR-QA-03: A=5.60 (3점), B=5.59 (3점). A 중앙 전이 6회 × 0.010초 가정. B 전이 6회 × 0.005초 + Join 0.020초 가정.</a:t>
            </a:r>
          </a:p>
          <a:p xmlns:a="http://schemas.openxmlformats.org/drawingml/2006/main">
            <a:r>
              <a:t>ASR-QA-04: A=1.1867 (2점), B=1.1867 (2점). A 같은 의미 판단과 응답 준비 호출. B 같은 모델 작업 / 폐기와 재시도 동일 가정.</a:t>
            </a:r>
          </a:p>
          <a:p xmlns:a="http://schemas.openxmlformats.org/drawingml/2006/main">
            <a:r>
              <a:t>ASR-QA-05: A=13/6 (3점), B=13/6 (3점). A 안정된 사건 계약 안에서 후속 규칙 변경. B 안정된 단계 계약으로 같은 변경 흡수.</a:t>
            </a:r>
          </a:p>
          <a:p xmlns:a="http://schemas.openxmlformats.org/drawingml/2006/main">
            <a:r>
              <a:t>ASR-QA-06: A=1792 (4점), B=1840 (4점). A 중앙 진행 상태와 실행 대기열. B Window와 채널 상태 48MiB 순증가 가정.</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사고 실험 가정값 / 측정 결과와 최종 대안 선정 아님</a:t>
            </a:r>
          </a:p>
          <a:p xmlns:a="http://schemas.openxmlformats.org/drawingml/2006/main">
            <a:r>
              <a:t>QA 조정 전 ASR-QA-v5 스냅샷 / 조정 후 값과 등급 재계산</a:t>
            </a:r>
          </a:p>
          <a:p xmlns:a="http://schemas.openxmlformats.org/drawingml/2006/main">
            <a:r>
              <a:t>정확성 오류 횟수는 가정 / 실제 확률 예측과 측정 결과 아님</a:t>
            </a:r>
          </a:p>
          <a:p xmlns:a="http://schemas.openxmlformats.org/drawingml/2006/main">
            <a:r>
              <a:t>시간 대표 사례는 유효 완료를 가정 / 같은 사례의 오류 발생 시 실패 cap과 시간 재계산</a:t>
            </a:r>
          </a:p>
          <a:p xmlns:a="http://schemas.openxmlformats.org/drawingml/2006/main">
            <a:r>
              <a:t>보호 조건의 통과를 이 값으로 확인한 상태 아님</a:t>
            </a:r>
          </a:p>
          <a:p xmlns:a="http://schemas.openxmlformats.org/drawingml/2006/main">
            <a:r>
              <a:t>QA별 점수 합산 또는 원값 차이와 점수 차이의 혼동 금지</a:t>
            </a:r>
          </a:p>
          <a:p xmlns:a="http://schemas.openxmlformats.org/drawingml/2006/main">
            <a:r>
              <a:t>다른 DP의 효과를 단순 합산한 전체 VIA 성능값 아님</a:t>
            </a:r>
          </a:p>
          <a:p xmlns:a="http://schemas.openxmlformats.org/drawingml/2006/main">
            <a:r>
              <a:t>A cache 허용 / B 초기 생산과 갱신 비용 포함 / 준비된 정보 재사용</a:t>
            </a:r>
          </a:p>
          <a:p xmlns:a="http://schemas.openxmlformats.org/drawingml/2006/main">
            <a:r>
              <a:t>A miss가 10회면 과거 처리 $0.040 / 이 조건에서는 비용 순위 반전</a:t>
            </a:r>
          </a:p>
          <a:p xmlns:a="http://schemas.openxmlformats.org/drawingml/2006/main">
            <a:r>
              <a:t>데이터: docs/presentations_files/dp-comparison/v4/qa-thought-experiment.json</a:t>
            </a:r>
          </a:p>
          <a:p xmlns:a="http://schemas.openxmlformats.org/drawingml/2006/main">
            <a:r>
              <a:t>QA 원본: docs/architecture/12-decisions/decision-packages/03-02-quality-attribute-definitions.md</a:t>
            </a:r>
          </a:p>
          <a:p xmlns:a="http://schemas.openxmlformats.org/drawingml/2006/main">
            <a:r>
              <a:t>ASR-QA-01: A=53800/540 (5점), B=53200/540 (2점). A 현재 원문에서 관계 구성 / 오류 2개 가정. B 가공 정보의 예외 누락 / 오류 8개 가정.</a:t>
            </a:r>
          </a:p>
          <a:p xmlns:a="http://schemas.openxmlformats.org/drawingml/2006/main">
            <a:r>
              <a:t>ASR-QA-02: A=491/600 (2점), B=491/600 (2점). A 지정 첫 반응 사례의 과거 재구성 비용 동일. B 지정 사례에서 준비된 관계 조회 이익 작음.</a:t>
            </a:r>
          </a:p>
          <a:p xmlns:a="http://schemas.openxmlformats.org/drawingml/2006/main">
            <a:r>
              <a:t>ASR-QA-03: A=5.60 (3점), B=5.42 (3점). A 과거 재사용 사이클의 원본 조합. B 한 사이클 1.08초 단축 / 6개 평균 0.18초 단축.</a:t>
            </a:r>
          </a:p>
          <a:p xmlns:a="http://schemas.openxmlformats.org/drawingml/2006/main">
            <a:r>
              <a:t>ASR-QA-04: A=1.1867 (2점), B=1.1547 (2점). A cache miss 40회 × $0.004 = $0.160. B 초기와 갱신 생산 20회 × $0.0064 = $0.128.</a:t>
            </a:r>
          </a:p>
          <a:p xmlns:a="http://schemas.openxmlformats.org/drawingml/2006/main">
            <a:r>
              <a:t>ASR-QA-05: A=13/6 (3점), B=14/6 (2점). A 원본 조합과 cache의 철회 처리 변경. B 생산자와 조회자의 철회 처리 변경.</a:t>
            </a:r>
          </a:p>
          <a:p xmlns:a="http://schemas.openxmlformats.org/drawingml/2006/main">
            <a:r>
              <a:t>ASR-QA-06: A=1792 (4점), B=1920 (4점). A 원문 Context와 선택 cache 유지. B 게시 관계와 생산 상태 128MiB 순증가 가정.</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사고 실험 가정값 / 측정 결과와 최종 대안 선정 아님</a:t>
            </a:r>
          </a:p>
          <a:p xmlns:a="http://schemas.openxmlformats.org/drawingml/2006/main">
            <a:r>
              <a:t>QA 조정 전 ASR-QA-v5 스냅샷 / 조정 후 값과 등급 재계산</a:t>
            </a:r>
          </a:p>
          <a:p xmlns:a="http://schemas.openxmlformats.org/drawingml/2006/main">
            <a:r>
              <a:t>정확성 오류 횟수는 가정 / 실제 확률 예측과 측정 결과 아님</a:t>
            </a:r>
          </a:p>
          <a:p xmlns:a="http://schemas.openxmlformats.org/drawingml/2006/main">
            <a:r>
              <a:t>시간 대표 사례는 유효 완료를 가정 / 같은 사례의 오류 발생 시 실패 cap과 시간 재계산</a:t>
            </a:r>
          </a:p>
          <a:p xmlns:a="http://schemas.openxmlformats.org/drawingml/2006/main">
            <a:r>
              <a:t>보호 조건의 통과를 이 값으로 확인한 상태 아님</a:t>
            </a:r>
          </a:p>
          <a:p xmlns:a="http://schemas.openxmlformats.org/drawingml/2006/main">
            <a:r>
              <a:t>QA별 점수 합산 또는 원값 차이와 점수 차이의 혼동 금지</a:t>
            </a:r>
          </a:p>
          <a:p xmlns:a="http://schemas.openxmlformats.org/drawingml/2006/main">
            <a:r>
              <a:t>다른 DP의 효과를 단순 합산한 전체 VIA 성능값 아님</a:t>
            </a:r>
          </a:p>
          <a:p xmlns:a="http://schemas.openxmlformats.org/drawingml/2006/main">
            <a:r>
              <a:t>정상 로컬 실행 / 별도 재해석 없이 같은 의미와 Task 처리</a:t>
            </a:r>
          </a:p>
          <a:p xmlns:a="http://schemas.openxmlformats.org/drawingml/2006/main">
            <a:r>
              <a:t>독립 운영 요구가 없다면 B의 추가 접수와 상태 비용 확인</a:t>
            </a:r>
          </a:p>
          <a:p xmlns:a="http://schemas.openxmlformats.org/drawingml/2006/main">
            <a:r>
              <a:t>데이터: docs/presentations_files/dp-comparison/v4/qa-thought-experiment.json</a:t>
            </a:r>
          </a:p>
          <a:p xmlns:a="http://schemas.openxmlformats.org/drawingml/2006/main">
            <a:r>
              <a:t>QA 원본: docs/architecture/12-decisions/decision-packages/03-02-quality-attribute-definitions.md</a:t>
            </a:r>
          </a:p>
          <a:p xmlns:a="http://schemas.openxmlformats.org/drawingml/2006/main">
            <a:r>
              <a:t>ASR-QA-01: A=53800/540 (5점), B=53800/540 (5점). A 같은 의미 판단과 접수 규칙. B 같은 의미 판단과 접수 규칙.</a:t>
            </a:r>
          </a:p>
          <a:p xmlns:a="http://schemas.openxmlformats.org/drawingml/2006/main">
            <a:r>
              <a:t>ASR-QA-02: A=491/600 (2점), B=497/600 (2점). A 공동 commit으로 관련 상태 반영. B 독립 접수와 반영 / 평균 0.010초 추가 가정.</a:t>
            </a:r>
          </a:p>
          <a:p xmlns:a="http://schemas.openxmlformats.org/drawingml/2006/main">
            <a:r>
              <a:t>ASR-QA-03: A=5.60 (3점), B=5.66 (3점). A 공동 확정 4회 × 0.010초 가정. B 독립 인계 4회 × 0.025초 / 0.060초 추가 가정.</a:t>
            </a:r>
          </a:p>
          <a:p xmlns:a="http://schemas.openxmlformats.org/drawingml/2006/main">
            <a:r>
              <a:t>ASR-QA-04: A=1.1867 (2점), B=1.1867 (2점). A 저장과 연결은 코드 처리 / 모델 역할 동일. B IPC 자체는 모델 호출 아님 / 추가 재해석 없음.</a:t>
            </a:r>
          </a:p>
          <a:p xmlns:a="http://schemas.openxmlformats.org/drawingml/2006/main">
            <a:r>
              <a:t>ASR-QA-05: A=13/6 (3점), B=14/6 (2점). A 질문 token 변경 / 공동 상태 계약 수정. B 질문 token 변경 / 독립 인계 계약 1개 추가.</a:t>
            </a:r>
          </a:p>
          <a:p xmlns:a="http://schemas.openxmlformats.org/drawingml/2006/main">
            <a:r>
              <a:t>ASR-QA-06: A=1792 (4점), B=2080 (4점). A 통합 실행체의 상태와 대기열. B 추가 service와 receipt 상태 288MiB 가정.</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94c2206c5a24e7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45b7ef41d6541cb" /><Relationship Type="http://schemas.openxmlformats.org/officeDocument/2006/relationships/slideLayout" Target="/ppt/slideLayouts/slideLayout1.xml" Id="Re64ce684e0f34ea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64ce684e0f34ea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84665ac39fa74d00" /><Relationship Type="http://schemas.openxmlformats.org/officeDocument/2006/relationships/notesSlide" Target="/ppt/notesSlides/notesSlide1.xml" Id="R32964d3bced94820"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e66d5fc457ad49d1" /><Relationship Type="http://schemas.openxmlformats.org/officeDocument/2006/relationships/notesSlide" Target="/ppt/notesSlides/notesSlide2.xml" Id="R5558b64c3b084082"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5b2490413372489a" /><Relationship Type="http://schemas.openxmlformats.org/officeDocument/2006/relationships/notesSlide" Target="/ppt/notesSlides/notesSlide3.xml" Id="Rf0815e1bc22c45f7"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b447b1dc45004920" /><Relationship Type="http://schemas.openxmlformats.org/officeDocument/2006/relationships/notesSlide" Target="/ppt/notesSlides/notesSlide4.xml" Id="R165df36c39334407"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1d644843f6bd4ab4" /><Relationship Type="http://schemas.openxmlformats.org/officeDocument/2006/relationships/notesSlide" Target="/ppt/notesSlides/notesSlide5.xml" Id="Rd0f7e84a40f9486e" /></Relationships>
</file>

<file path=ppt/slides/_rels/slide6.xml.rels><?xml version='1.0' encoding='utf-8'?>
<Relationships xmlns="http://schemas.openxmlformats.org/package/2006/relationships"><Relationship Type="http://schemas.openxmlformats.org/officeDocument/2006/relationships/slideLayout" Target="/ppt/slideLayouts/slideLayout1.xml" Id="R84665ac39fa74d00" /><Relationship Type="http://schemas.openxmlformats.org/officeDocument/2006/relationships/notesSlide" Target="/ppt/notesSlides/notesSlide6.xml" Id="R32964d3bced94820" /></Relationships>
</file>

<file path=ppt/slides/_rels/slide7.xml.rels><?xml version='1.0' encoding='utf-8'?>
<Relationships xmlns="http://schemas.openxmlformats.org/package/2006/relationships"><Relationship Type="http://schemas.openxmlformats.org/officeDocument/2006/relationships/slideLayout" Target="/ppt/slideLayouts/slideLayout1.xml" Id="Rb447b1dc45004920" /><Relationship Type="http://schemas.openxmlformats.org/officeDocument/2006/relationships/notesSlide" Target="/ppt/notesSlides/notesSlide7.xml" Id="R165df36c39334407" /></Relationships>
</file>

<file path=ppt/slides/_rels/slide8.xml.rels><?xml version='1.0' encoding='utf-8'?>
<Relationships xmlns="http://schemas.openxmlformats.org/package/2006/relationships"><Relationship Type="http://schemas.openxmlformats.org/officeDocument/2006/relationships/slideLayout" Target="/ppt/slideLayouts/slideLayout1.xml" Id="R1d644843f6bd4ab4" /><Relationship Type="http://schemas.openxmlformats.org/officeDocument/2006/relationships/notesSlide" Target="/ppt/notesSlides/notesSlide8.xml" Id="Rd0f7e84a40f9486e" /></Relationships>
</file>

<file path=ppt/slides/_rels/slide9.xml.rels><?xml version='1.0' encoding='utf-8'?>
<Relationships xmlns="http://schemas.openxmlformats.org/package/2006/relationships"><Relationship Type="http://schemas.openxmlformats.org/officeDocument/2006/relationships/slideLayout" Target="/ppt/slideLayouts/slideLayout1.xml" Id="Re66d5fc457ad49d1" /><Relationship Type="http://schemas.openxmlformats.org/officeDocument/2006/relationships/notesSlide" Target="/ppt/notesSlides/notesSlide9.xml" Id="R5558b64c3b084082"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26" name="dp41-comparison / n1">
            <a:extLst xmlns:a="http://schemas.openxmlformats.org/drawingml/2006/main">
              <a:ext uri="{FF2B5EF4-FFF2-40B4-BE49-F238E27FC236}">
                <a16:creationId xmlns:a16="http://schemas.microsoft.com/office/drawing/2014/main" id="{178F1923-5BB7-42B7-9972-69F08E91C83B}"/>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 name="dp41-comparison / n2 / text 1">
            <a:extLst xmlns:a="http://schemas.openxmlformats.org/drawingml/2006/main">
              <a:ext uri="{FF2B5EF4-FFF2-40B4-BE49-F238E27FC236}">
                <a16:creationId xmlns:a16="http://schemas.microsoft.com/office/drawing/2014/main" id="{EAE10D26-4A66-47B7-915C-3FDF8172DB18}"/>
              </a:ext>
            </a:extLst>
          </p:cNvPr>
          <p:cNvSpPr>
            <a:spLocks xmlns:a="http://schemas.openxmlformats.org/drawingml/2006/main" noGrp="1"/>
          </p:cNvSpPr>
          <p:nvPr/>
        </p:nvSpPr>
        <p:spPr>
          <a:xfrm xmlns:a="http://schemas.openxmlformats.org/drawingml/2006/main">
            <a:off x="381000" y="209550"/>
            <a:ext cx="12382500" cy="26241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425" b="1">
                <a:solidFill>
                  <a:srgbClr val="087E8B"/>
                </a:solidFill>
                <a:latin typeface="Apple SD Gothic Neo"/>
                <a:ea typeface="Apple SD Gothic Neo"/>
                <a:cs typeface="Apple SD Gothic Neo"/>
              </a:defRPr>
            </a:pPr>
            <a:r>
              <a:rPr sz="1425" b="1">
                <a:solidFill>
                  <a:srgbClr val="087E8B"/>
                </a:solidFill>
                <a:latin typeface="Apple SD Gothic Neo"/>
                <a:ea typeface="Apple SD Gothic Neo"/>
                <a:cs typeface="Apple SD Gothic Neo"/>
              </a:rPr>
              <a:t>VIA SOFTWARE ARCHITECTURE / DP 설계 비교</a:t>
            </a:r>
          </a:p>
        </p:txBody>
      </p:sp>
      <p:sp>
        <p:nvSpPr>
          <p:cNvPr id="3" name="dp41-comparison / n3 / text 1">
            <a:extLst xmlns:a="http://schemas.openxmlformats.org/drawingml/2006/main">
              <a:ext uri="{FF2B5EF4-FFF2-40B4-BE49-F238E27FC236}">
                <a16:creationId xmlns:a16="http://schemas.microsoft.com/office/drawing/2014/main" id="{6ECF90DA-2CCE-4FA6-A137-8690D3FC0EB3}"/>
              </a:ext>
            </a:extLst>
          </p:cNvPr>
          <p:cNvSpPr>
            <a:spLocks xmlns:a="http://schemas.openxmlformats.org/drawingml/2006/main" noGrp="1"/>
          </p:cNvSpPr>
          <p:nvPr/>
        </p:nvSpPr>
        <p:spPr>
          <a:xfrm xmlns:a="http://schemas.openxmlformats.org/drawingml/2006/main">
            <a:off x="13620750" y="209550"/>
            <a:ext cx="4286250" cy="26241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defRPr sz="1425" b="0">
                <a:solidFill>
                  <a:srgbClr val="5F6B77"/>
                </a:solidFill>
                <a:latin typeface="Apple SD Gothic Neo"/>
                <a:ea typeface="Apple SD Gothic Neo"/>
                <a:cs typeface="Apple SD Gothic Neo"/>
              </a:defRPr>
            </a:pPr>
            <a:r>
              <a:rPr sz="1425" b="0">
                <a:solidFill>
                  <a:srgbClr val="5F6B77"/>
                </a:solidFill>
                <a:latin typeface="Apple SD Gothic Neo"/>
                <a:ea typeface="Apple SD Gothic Neo"/>
                <a:cs typeface="Apple SD Gothic Neo"/>
              </a:rPr>
              <a:t>구조 비교 / 장단점 / QA Trade-off</a:t>
            </a:r>
          </a:p>
        </p:txBody>
      </p:sp>
      <p:sp>
        <p:nvSpPr>
          <p:cNvPr id="4" name="dp41-comparison / n4 / text 1">
            <a:extLst xmlns:a="http://schemas.openxmlformats.org/drawingml/2006/main">
              <a:ext uri="{FF2B5EF4-FFF2-40B4-BE49-F238E27FC236}">
                <a16:creationId xmlns:a16="http://schemas.microsoft.com/office/drawing/2014/main" id="{A7FBFA6D-D7AD-4D16-8CB6-E9EC64E1786E}"/>
              </a:ext>
            </a:extLst>
          </p:cNvPr>
          <p:cNvSpPr>
            <a:spLocks xmlns:a="http://schemas.openxmlformats.org/drawingml/2006/main" noGrp="1"/>
          </p:cNvSpPr>
          <p:nvPr/>
        </p:nvSpPr>
        <p:spPr>
          <a:xfrm xmlns:a="http://schemas.openxmlformats.org/drawingml/2006/main">
            <a:off x="381000" y="619125"/>
            <a:ext cx="17526000" cy="53863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2925" b="1">
                <a:solidFill>
                  <a:srgbClr val="18232E"/>
                </a:solidFill>
                <a:latin typeface="Apple SD Gothic Neo"/>
                <a:ea typeface="Apple SD Gothic Neo"/>
                <a:cs typeface="Apple SD Gothic Neo"/>
              </a:defRPr>
            </a:pPr>
            <a:r>
              <a:rPr sz="2925" b="1">
                <a:solidFill>
                  <a:srgbClr val="18232E"/>
                </a:solidFill>
                <a:latin typeface="Apple SD Gothic Neo"/>
                <a:ea typeface="Apple SD Gothic Neo"/>
                <a:cs typeface="Apple SD Gothic Neo"/>
              </a:rPr>
              <a:t>04-41. VIA Request 이해의 모델 판단 반복과 코드 해결 반복</a:t>
            </a:r>
          </a:p>
        </p:txBody>
      </p:sp>
      <p:sp>
        <p:nvSpPr>
          <p:cNvPr id="5" name="dp41-comparison / n5 / path">
            <a:extLst xmlns:a="http://schemas.openxmlformats.org/drawingml/2006/main">
              <a:ext uri="{FF2B5EF4-FFF2-40B4-BE49-F238E27FC236}">
                <a16:creationId xmlns:a16="http://schemas.microsoft.com/office/drawing/2014/main" id="{359CC709-1B11-49AA-8FA8-4D9CD4E89EA5}"/>
              </a:ext>
            </a:extLst>
          </p:cNvPr>
          <p:cNvSpPr>
            <a:spLocks xmlns:a="http://schemas.openxmlformats.org/drawingml/2006/main" noGrp="1"/>
          </p:cNvSpPr>
          <p:nvPr/>
        </p:nvSpPr>
        <p:spPr>
          <a:xfrm xmlns:a="http://schemas.openxmlformats.org/drawingml/2006/main">
            <a:off x="381000" y="1152525"/>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9050">
            <a:solidFill>
              <a:srgbClr val="CDD6DE"/>
            </a:solidFill>
            <a:prstDash val="solid"/>
          </a:ln>
        </p:spPr>
      </p:sp>
      <p:sp>
        <p:nvSpPr>
          <p:cNvPr id="6" name="dp41-comparison / n6 / text 1">
            <a:extLst xmlns:a="http://schemas.openxmlformats.org/drawingml/2006/main">
              <a:ext uri="{FF2B5EF4-FFF2-40B4-BE49-F238E27FC236}">
                <a16:creationId xmlns:a16="http://schemas.microsoft.com/office/drawing/2014/main" id="{5B4A30BB-8540-4276-9DC1-61EFF8115330}"/>
              </a:ext>
            </a:extLst>
          </p:cNvPr>
          <p:cNvSpPr>
            <a:spLocks xmlns:a="http://schemas.openxmlformats.org/drawingml/2006/main" noGrp="1"/>
          </p:cNvSpPr>
          <p:nvPr/>
        </p:nvSpPr>
        <p:spPr>
          <a:xfrm xmlns:a="http://schemas.openxmlformats.org/drawingml/2006/main">
            <a:off x="381000" y="1333500"/>
            <a:ext cx="17526000" cy="31765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0">
                <a:solidFill>
                  <a:srgbClr val="18232E"/>
                </a:solidFill>
                <a:latin typeface="Apple SD Gothic Neo"/>
                <a:ea typeface="Apple SD Gothic Neo"/>
                <a:cs typeface="Apple SD Gothic Neo"/>
              </a:defRPr>
            </a:pPr>
            <a:r>
              <a:rPr sz="1725" b="0">
                <a:solidFill>
                  <a:srgbClr val="18232E"/>
                </a:solidFill>
                <a:latin typeface="Apple SD Gothic Neo"/>
                <a:ea typeface="Apple SD Gothic Neo"/>
                <a:cs typeface="Apple SD Gothic Neo"/>
              </a:rPr>
              <a:t>입력 Input1: “이 표를 아까 보고서에 넣고, 메일은 보내지 말고 결과를 바탕으로 초안만 만들어.”</a:t>
            </a:r>
          </a:p>
        </p:txBody>
      </p:sp>
      <p:sp>
        <p:nvSpPr>
          <p:cNvPr id="7" name="dp41-comparison / n7 / text 1">
            <a:extLst xmlns:a="http://schemas.openxmlformats.org/drawingml/2006/main">
              <a:ext uri="{FF2B5EF4-FFF2-40B4-BE49-F238E27FC236}">
                <a16:creationId xmlns:a16="http://schemas.microsoft.com/office/drawing/2014/main" id="{046A1E71-9143-45B6-98A8-8C2525506F80}"/>
              </a:ext>
            </a:extLst>
          </p:cNvPr>
          <p:cNvSpPr>
            <a:spLocks xmlns:a="http://schemas.openxmlformats.org/drawingml/2006/main" noGrp="1"/>
          </p:cNvSpPr>
          <p:nvPr/>
        </p:nvSpPr>
        <p:spPr>
          <a:xfrm xmlns:a="http://schemas.openxmlformats.org/drawingml/2006/main">
            <a:off x="381000" y="1609725"/>
            <a:ext cx="17526000" cy="26241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425" b="0">
                <a:solidFill>
                  <a:srgbClr val="18232E"/>
                </a:solidFill>
                <a:latin typeface="Apple SD Gothic Neo"/>
                <a:ea typeface="Apple SD Gothic Neo"/>
                <a:cs typeface="Apple SD Gothic Neo"/>
              </a:defRPr>
            </a:pPr>
            <a:r>
              <a:rPr sz="1425" b="0">
                <a:solidFill>
                  <a:srgbClr val="18232E"/>
                </a:solidFill>
                <a:latin typeface="Apple SD Gothic Neo"/>
                <a:ea typeface="Apple SD Gothic Neo"/>
                <a:cs typeface="Apple SD Gothic Neo"/>
              </a:rPr>
              <a:t>Task1: 예산 보고서 / Task2: 실적 보고서 → “어느 보고서인가요?” → 사용자: “예산 보고서” / 결과: 수정된 보고서 → 메일 초안</a:t>
            </a:r>
          </a:p>
        </p:txBody>
      </p:sp>
      <p:sp>
        <p:nvSpPr>
          <p:cNvPr id="8" name="dp41-comparison / n8">
            <a:extLst xmlns:a="http://schemas.openxmlformats.org/drawingml/2006/main">
              <a:ext uri="{FF2B5EF4-FFF2-40B4-BE49-F238E27FC236}">
                <a16:creationId xmlns:a16="http://schemas.microsoft.com/office/drawing/2014/main" id="{973A13B7-B221-49EF-A61C-2B9BE34EBCC9}"/>
              </a:ext>
            </a:extLst>
          </p:cNvPr>
          <p:cNvSpPr>
            <a:spLocks xmlns:a="http://schemas.openxmlformats.org/drawingml/2006/main" noGrp="1"/>
          </p:cNvSpPr>
          <p:nvPr/>
        </p:nvSpPr>
        <p:spPr>
          <a:xfrm xmlns:a="http://schemas.openxmlformats.org/drawingml/2006/main">
            <a:off x="381000" y="1857375"/>
            <a:ext cx="17526000" cy="457200"/>
          </a:xfrm>
          <a:prstGeom xmlns:a="http://schemas.openxmlformats.org/drawingml/2006/main" prst="rect">
            <a:avLst/>
          </a:prstGeom>
          <a:solidFill xmlns:a="http://schemas.openxmlformats.org/drawingml/2006/main">
            <a:srgbClr val="D5E7C7"/>
          </a:solidFill>
          <a:ln xmlns:a="http://schemas.openxmlformats.org/drawingml/2006/main" w="16193">
            <a:solidFill>
              <a:srgbClr val="CDD6DE"/>
            </a:solidFill>
            <a:prstDash val="solid"/>
          </a:ln>
        </p:spPr>
      </p:sp>
      <p:sp>
        <p:nvSpPr>
          <p:cNvPr id="9" name="dp41-comparison / n9 / text 1">
            <a:extLst xmlns:a="http://schemas.openxmlformats.org/drawingml/2006/main">
              <a:ext uri="{FF2B5EF4-FFF2-40B4-BE49-F238E27FC236}">
                <a16:creationId xmlns:a16="http://schemas.microsoft.com/office/drawing/2014/main" id="{7740895B-3CBE-421B-8283-9725B785C014}"/>
              </a:ext>
            </a:extLst>
          </p:cNvPr>
          <p:cNvSpPr>
            <a:spLocks xmlns:a="http://schemas.openxmlformats.org/drawingml/2006/main" noGrp="1"/>
          </p:cNvSpPr>
          <p:nvPr/>
        </p:nvSpPr>
        <p:spPr>
          <a:xfrm xmlns:a="http://schemas.openxmlformats.org/drawingml/2006/main">
            <a:off x="390525" y="1990725"/>
            <a:ext cx="933450" cy="26241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425" b="1">
                <a:solidFill>
                  <a:srgbClr val="18232E"/>
                </a:solidFill>
                <a:latin typeface="Apple SD Gothic Neo"/>
                <a:ea typeface="Apple SD Gothic Neo"/>
                <a:cs typeface="Apple SD Gothic Neo"/>
              </a:defRPr>
            </a:pPr>
            <a:r>
              <a:rPr sz="1425" b="1">
                <a:solidFill>
                  <a:srgbClr val="18232E"/>
                </a:solidFill>
                <a:latin typeface="Apple SD Gothic Neo"/>
                <a:ea typeface="Apple SD Gothic Neo"/>
                <a:cs typeface="Apple SD Gothic Neo"/>
              </a:rPr>
              <a:t>설계안</a:t>
            </a:r>
          </a:p>
        </p:txBody>
      </p:sp>
      <p:sp>
        <p:nvSpPr>
          <p:cNvPr id="10" name="dp41-comparison / n10 / text 1">
            <a:extLst xmlns:a="http://schemas.openxmlformats.org/drawingml/2006/main">
              <a:ext uri="{FF2B5EF4-FFF2-40B4-BE49-F238E27FC236}">
                <a16:creationId xmlns:a16="http://schemas.microsoft.com/office/drawing/2014/main" id="{6A2401CB-F45B-4351-B603-DBBBD2F35F0E}"/>
              </a:ext>
            </a:extLst>
          </p:cNvPr>
          <p:cNvSpPr>
            <a:spLocks xmlns:a="http://schemas.openxmlformats.org/drawingml/2006/main" noGrp="1"/>
          </p:cNvSpPr>
          <p:nvPr/>
        </p:nvSpPr>
        <p:spPr>
          <a:xfrm xmlns:a="http://schemas.openxmlformats.org/drawingml/2006/main">
            <a:off x="1485900" y="1952625"/>
            <a:ext cx="7981950" cy="35909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950" b="1">
                <a:solidFill>
                  <a:srgbClr val="18232E"/>
                </a:solidFill>
                <a:latin typeface="Apple SD Gothic Neo"/>
                <a:ea typeface="Apple SD Gothic Neo"/>
                <a:cs typeface="Apple SD Gothic Neo"/>
              </a:defRPr>
            </a:pPr>
            <a:r>
              <a:rPr sz="1950" b="1">
                <a:solidFill>
                  <a:srgbClr val="18232E"/>
                </a:solidFill>
                <a:latin typeface="Apple SD Gothic Neo"/>
                <a:ea typeface="Apple SD Gothic Neo"/>
                <a:cs typeface="Apple SD Gothic Neo"/>
              </a:rPr>
              <a:t>A 모델 주도 해석</a:t>
            </a:r>
          </a:p>
        </p:txBody>
      </p:sp>
      <p:sp>
        <p:nvSpPr>
          <p:cNvPr id="11" name="dp41-comparison / n11 / text 1">
            <a:extLst xmlns:a="http://schemas.openxmlformats.org/drawingml/2006/main">
              <a:ext uri="{FF2B5EF4-FFF2-40B4-BE49-F238E27FC236}">
                <a16:creationId xmlns:a16="http://schemas.microsoft.com/office/drawing/2014/main" id="{7B7D448F-509C-4A84-BF9D-C3FD92786779}"/>
              </a:ext>
            </a:extLst>
          </p:cNvPr>
          <p:cNvSpPr>
            <a:spLocks xmlns:a="http://schemas.openxmlformats.org/drawingml/2006/main" noGrp="1"/>
          </p:cNvSpPr>
          <p:nvPr/>
        </p:nvSpPr>
        <p:spPr>
          <a:xfrm xmlns:a="http://schemas.openxmlformats.org/drawingml/2006/main">
            <a:off x="9772650" y="1952625"/>
            <a:ext cx="7981950" cy="35909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950" b="1">
                <a:solidFill>
                  <a:srgbClr val="18232E"/>
                </a:solidFill>
                <a:latin typeface="Apple SD Gothic Neo"/>
                <a:ea typeface="Apple SD Gothic Neo"/>
                <a:cs typeface="Apple SD Gothic Neo"/>
              </a:defRPr>
            </a:pPr>
            <a:r>
              <a:rPr sz="1950" b="1">
                <a:solidFill>
                  <a:srgbClr val="18232E"/>
                </a:solidFill>
                <a:latin typeface="Apple SD Gothic Neo"/>
                <a:ea typeface="Apple SD Gothic Neo"/>
                <a:cs typeface="Apple SD Gothic Neo"/>
              </a:rPr>
              <a:t>B 모델 요청 틀과 코드 주도 완성</a:t>
            </a:r>
          </a:p>
        </p:txBody>
      </p:sp>
      <p:sp>
        <p:nvSpPr>
          <p:cNvPr id="12" name="dp41-comparison / n12 / path">
            <a:extLst xmlns:a="http://schemas.openxmlformats.org/drawingml/2006/main">
              <a:ext uri="{FF2B5EF4-FFF2-40B4-BE49-F238E27FC236}">
                <a16:creationId xmlns:a16="http://schemas.microsoft.com/office/drawing/2014/main" id="{71F95E07-F0B4-4109-BBA1-4782DBAD58FD}"/>
              </a:ext>
            </a:extLst>
          </p:cNvPr>
          <p:cNvSpPr>
            <a:spLocks xmlns:a="http://schemas.openxmlformats.org/drawingml/2006/main" noGrp="1"/>
          </p:cNvSpPr>
          <p:nvPr/>
        </p:nvSpPr>
        <p:spPr>
          <a:xfrm xmlns:a="http://schemas.openxmlformats.org/drawingml/2006/main">
            <a:off x="9620250" y="1857375"/>
            <a:ext cx="953" cy="6448425"/>
          </a:xfrm>
          <a:custGeom xmlns:a="http://schemas.openxmlformats.org/drawingml/2006/main">
            <a:pathLst>
              <a:path w="953" h="6448425">
                <a:moveTo>
                  <a:pt x="0" y="0"/>
                </a:moveTo>
                <a:lnTo>
                  <a:pt x="0" y="6448425"/>
                </a:lnTo>
              </a:path>
            </a:pathLst>
          </a:custGeom>
          <a:noFill xmlns:a="http://schemas.openxmlformats.org/drawingml/2006/main"/>
          <a:ln xmlns:a="http://schemas.openxmlformats.org/drawingml/2006/main" w="19050">
            <a:solidFill>
              <a:srgbClr val="CDD6DE"/>
            </a:solidFill>
            <a:prstDash val="solid"/>
          </a:ln>
        </p:spPr>
      </p:sp>
      <p:sp>
        <p:nvSpPr>
          <p:cNvPr id="13" name="dp41-comparison / n13 / path">
            <a:extLst xmlns:a="http://schemas.openxmlformats.org/drawingml/2006/main">
              <a:ext uri="{FF2B5EF4-FFF2-40B4-BE49-F238E27FC236}">
                <a16:creationId xmlns:a16="http://schemas.microsoft.com/office/drawing/2014/main" id="{37FB7309-774A-4A06-97C8-6D10B6CBB2B4}"/>
              </a:ext>
            </a:extLst>
          </p:cNvPr>
          <p:cNvSpPr>
            <a:spLocks xmlns:a="http://schemas.openxmlformats.org/drawingml/2006/main" noGrp="1"/>
          </p:cNvSpPr>
          <p:nvPr/>
        </p:nvSpPr>
        <p:spPr>
          <a:xfrm xmlns:a="http://schemas.openxmlformats.org/drawingml/2006/main">
            <a:off x="381000" y="8305800"/>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9050">
            <a:solidFill>
              <a:srgbClr val="CDD6DE"/>
            </a:solidFill>
            <a:prstDash val="solid"/>
          </a:ln>
        </p:spPr>
      </p:sp>
      <p:sp>
        <p:nvSpPr>
          <p:cNvPr id="14" name="dp41-comparison / n14 / text 1">
            <a:extLst xmlns:a="http://schemas.openxmlformats.org/drawingml/2006/main">
              <a:ext uri="{FF2B5EF4-FFF2-40B4-BE49-F238E27FC236}">
                <a16:creationId xmlns:a16="http://schemas.microsoft.com/office/drawing/2014/main" id="{29B30385-5EFA-4E0B-8AC6-BF910A74E3D6}"/>
              </a:ext>
            </a:extLst>
          </p:cNvPr>
          <p:cNvSpPr>
            <a:spLocks xmlns:a="http://schemas.openxmlformats.org/drawingml/2006/main" noGrp="1"/>
          </p:cNvSpPr>
          <p:nvPr/>
        </p:nvSpPr>
        <p:spPr>
          <a:xfrm xmlns:a="http://schemas.openxmlformats.org/drawingml/2006/main">
            <a:off x="400050" y="8401050"/>
            <a:ext cx="17526000"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18232E"/>
                </a:solidFill>
                <a:latin typeface="Apple SD Gothic Neo"/>
                <a:ea typeface="Apple SD Gothic Neo"/>
                <a:cs typeface="Apple SD Gothic Neo"/>
              </a:defRPr>
            </a:pPr>
            <a:r>
              <a:rPr sz="1275" b="0">
                <a:solidFill>
                  <a:srgbClr val="18232E"/>
                </a:solidFill>
                <a:latin typeface="Apple SD Gothic Neo"/>
                <a:ea typeface="Apple SD Gothic Neo"/>
                <a:cs typeface="Apple SD Gothic Neo"/>
              </a:rPr>
              <a:t>공통 채택: Request Controller의 현재 입력과 정보, 권한 검사 및 저장 성공 후 응답 또는 Task 위임</a:t>
            </a:r>
          </a:p>
        </p:txBody>
      </p:sp>
      <p:sp>
        <p:nvSpPr>
          <p:cNvPr id="15" name="dp41-comparison / n15 / text 1">
            <a:extLst xmlns:a="http://schemas.openxmlformats.org/drawingml/2006/main">
              <a:ext uri="{FF2B5EF4-FFF2-40B4-BE49-F238E27FC236}">
                <a16:creationId xmlns:a16="http://schemas.microsoft.com/office/drawing/2014/main" id="{6CAB7B63-7BCB-4384-9E07-58AE8F97975B}"/>
              </a:ext>
            </a:extLst>
          </p:cNvPr>
          <p:cNvSpPr>
            <a:spLocks xmlns:a="http://schemas.openxmlformats.org/drawingml/2006/main" noGrp="1"/>
          </p:cNvSpPr>
          <p:nvPr/>
        </p:nvSpPr>
        <p:spPr>
          <a:xfrm xmlns:a="http://schemas.openxmlformats.org/drawingml/2006/main">
            <a:off x="400050" y="8639175"/>
            <a:ext cx="17526000"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반복 종료: 의미 완성, 확인 질문 대기, 실패, 취소, 한도 도달 / 질문을 실제 전달하고 새 답변을 받은 뒤 해석 재개</a:t>
            </a:r>
          </a:p>
        </p:txBody>
      </p:sp>
      <p:sp>
        <p:nvSpPr>
          <p:cNvPr id="327" name="dp41-v4-summary / n1">
            <a:extLst xmlns:a="http://schemas.openxmlformats.org/drawingml/2006/main">
              <a:ext uri="{FF2B5EF4-FFF2-40B4-BE49-F238E27FC236}">
                <a16:creationId xmlns:a16="http://schemas.microsoft.com/office/drawing/2014/main" id="{71117665-3417-4121-86B9-744DA2EA1156}"/>
              </a:ext>
            </a:extLst>
          </p:cNvPr>
          <p:cNvSpPr>
            <a:spLocks xmlns:a="http://schemas.openxmlformats.org/drawingml/2006/main" noGrp="1"/>
          </p:cNvSpPr>
          <p:nvPr/>
        </p:nvSpPr>
        <p:spPr>
          <a:xfrm xmlns:a="http://schemas.openxmlformats.org/drawingml/2006/main">
            <a:off x="381000" y="8896350"/>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1430">
            <a:solidFill>
              <a:srgbClr val="CDD6DE"/>
            </a:solidFill>
          </a:ln>
        </p:spPr>
      </p:sp>
      <p:sp>
        <p:nvSpPr>
          <p:cNvPr id="328" name="dp41-v4-summary / n2">
            <a:extLst xmlns:a="http://schemas.openxmlformats.org/drawingml/2006/main">
              <a:ext uri="{FF2B5EF4-FFF2-40B4-BE49-F238E27FC236}">
                <a16:creationId xmlns:a16="http://schemas.microsoft.com/office/drawing/2014/main" id="{C881F68E-31CF-4D2C-939F-84033F27ABD7}"/>
              </a:ext>
            </a:extLst>
          </p:cNvPr>
          <p:cNvSpPr>
            <a:spLocks xmlns:a="http://schemas.openxmlformats.org/drawingml/2006/main" noGrp="1"/>
          </p:cNvSpPr>
          <p:nvPr/>
        </p:nvSpPr>
        <p:spPr>
          <a:xfrm xmlns:a="http://schemas.openxmlformats.org/drawingml/2006/main">
            <a:off x="400050" y="8915400"/>
            <a:ext cx="2333625"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1">
                <a:solidFill>
                  <a:srgbClr val="18232E"/>
                </a:solidFill>
                <a:latin typeface="Apple SD Gothic Neo"/>
                <a:ea typeface="Apple SD Gothic Neo"/>
                <a:cs typeface="Apple SD Gothic Neo"/>
              </a:defRPr>
            </a:pPr>
            <a:r>
              <a:rPr sz="1050" b="1">
                <a:solidFill>
                  <a:srgbClr val="18232E"/>
                </a:solidFill>
                <a:latin typeface="Apple SD Gothic Neo"/>
                <a:ea typeface="Apple SD Gothic Neo"/>
                <a:cs typeface="Apple SD Gothic Neo"/>
              </a:rPr>
              <a:t>요청 처리 정확성</a:t>
            </a:r>
          </a:p>
        </p:txBody>
      </p:sp>
      <p:sp>
        <p:nvSpPr>
          <p:cNvPr id="329" name="dp41-v4-summary / n3 / circle">
            <a:extLst xmlns:a="http://schemas.openxmlformats.org/drawingml/2006/main">
              <a:ext uri="{FF2B5EF4-FFF2-40B4-BE49-F238E27FC236}">
                <a16:creationId xmlns:a16="http://schemas.microsoft.com/office/drawing/2014/main" id="{E679895C-4795-4AA4-BD22-3299D49F8E75}"/>
              </a:ext>
            </a:extLst>
          </p:cNvPr>
          <p:cNvSpPr>
            <a:spLocks xmlns:a="http://schemas.openxmlformats.org/drawingml/2006/main" noGrp="1"/>
          </p:cNvSpPr>
          <p:nvPr/>
        </p:nvSpPr>
        <p:spPr>
          <a:xfrm xmlns:a="http://schemas.openxmlformats.org/drawingml/2006/main">
            <a:off x="2857500" y="8934450"/>
            <a:ext cx="114300" cy="114300"/>
          </a:xfrm>
          <a:prstGeom xmlns:a="http://schemas.openxmlformats.org/drawingml/2006/main" prst="ellipse">
            <a:avLst/>
          </a:prstGeom>
          <a:solidFill xmlns:a="http://schemas.openxmlformats.org/drawingml/2006/main">
            <a:srgbClr val="18232E"/>
          </a:solidFill>
          <a:ln xmlns:a="http://schemas.openxmlformats.org/drawingml/2006/main" w="10478">
            <a:solidFill>
              <a:srgbClr val="18232E"/>
            </a:solidFill>
          </a:ln>
        </p:spPr>
      </p:sp>
      <p:sp>
        <p:nvSpPr>
          <p:cNvPr id="330" name="dp41-v4-summary / n4 / circle">
            <a:extLst xmlns:a="http://schemas.openxmlformats.org/drawingml/2006/main">
              <a:ext uri="{FF2B5EF4-FFF2-40B4-BE49-F238E27FC236}">
                <a16:creationId xmlns:a16="http://schemas.microsoft.com/office/drawing/2014/main" id="{34F61323-BE20-40B5-8E7A-43E293E2FA04}"/>
              </a:ext>
            </a:extLst>
          </p:cNvPr>
          <p:cNvSpPr>
            <a:spLocks xmlns:a="http://schemas.openxmlformats.org/drawingml/2006/main" noGrp="1"/>
          </p:cNvSpPr>
          <p:nvPr/>
        </p:nvSpPr>
        <p:spPr>
          <a:xfrm xmlns:a="http://schemas.openxmlformats.org/drawingml/2006/main">
            <a:off x="3009900" y="8934450"/>
            <a:ext cx="114300" cy="114300"/>
          </a:xfrm>
          <a:prstGeom xmlns:a="http://schemas.openxmlformats.org/drawingml/2006/main" prst="ellipse">
            <a:avLst/>
          </a:prstGeom>
          <a:solidFill xmlns:a="http://schemas.openxmlformats.org/drawingml/2006/main">
            <a:srgbClr val="18232E"/>
          </a:solidFill>
          <a:ln xmlns:a="http://schemas.openxmlformats.org/drawingml/2006/main" w="10478">
            <a:solidFill>
              <a:srgbClr val="18232E"/>
            </a:solidFill>
          </a:ln>
        </p:spPr>
      </p:sp>
      <p:sp>
        <p:nvSpPr>
          <p:cNvPr id="331" name="dp41-v4-summary / n5 / circle">
            <a:extLst xmlns:a="http://schemas.openxmlformats.org/drawingml/2006/main">
              <a:ext uri="{FF2B5EF4-FFF2-40B4-BE49-F238E27FC236}">
                <a16:creationId xmlns:a16="http://schemas.microsoft.com/office/drawing/2014/main" id="{1606F4E0-5E0C-402C-8BFE-81DFE83D9CC7}"/>
              </a:ext>
            </a:extLst>
          </p:cNvPr>
          <p:cNvSpPr>
            <a:spLocks xmlns:a="http://schemas.openxmlformats.org/drawingml/2006/main" noGrp="1"/>
          </p:cNvSpPr>
          <p:nvPr/>
        </p:nvSpPr>
        <p:spPr>
          <a:xfrm xmlns:a="http://schemas.openxmlformats.org/drawingml/2006/main">
            <a:off x="3162300" y="8934450"/>
            <a:ext cx="114300" cy="114300"/>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332" name="dp41-v4-summary / n5 / half">
            <a:extLst xmlns:a="http://schemas.openxmlformats.org/drawingml/2006/main">
              <a:ext uri="{FF2B5EF4-FFF2-40B4-BE49-F238E27FC236}">
                <a16:creationId xmlns:a16="http://schemas.microsoft.com/office/drawing/2014/main" id="{928412B5-C4F0-48D8-8D84-C152F651211B}"/>
              </a:ext>
            </a:extLst>
          </p:cNvPr>
          <p:cNvSpPr>
            <a:spLocks xmlns:a="http://schemas.openxmlformats.org/drawingml/2006/main" noGrp="1"/>
          </p:cNvSpPr>
          <p:nvPr/>
        </p:nvSpPr>
        <p:spPr>
          <a:xfrm xmlns:a="http://schemas.openxmlformats.org/drawingml/2006/main">
            <a:off x="3162300" y="8934450"/>
            <a:ext cx="114300" cy="114300"/>
          </a:xfrm>
          <a:custGeom xmlns:a="http://schemas.openxmlformats.org/drawingml/2006/main">
            <a:pathLst>
              <a:path w="114300" h="114300">
                <a:moveTo>
                  <a:pt x="57150" y="0"/>
                </a:moveTo>
                <a:lnTo>
                  <a:pt x="51548" y="275"/>
                </a:lnTo>
                <a:lnTo>
                  <a:pt x="46001" y="1098"/>
                </a:lnTo>
                <a:lnTo>
                  <a:pt x="40560" y="2461"/>
                </a:lnTo>
                <a:lnTo>
                  <a:pt x="35280" y="4350"/>
                </a:lnTo>
                <a:lnTo>
                  <a:pt x="30210" y="6748"/>
                </a:lnTo>
                <a:lnTo>
                  <a:pt x="25399" y="9632"/>
                </a:lnTo>
                <a:lnTo>
                  <a:pt x="20894" y="12972"/>
                </a:lnTo>
                <a:lnTo>
                  <a:pt x="16739" y="16739"/>
                </a:lnTo>
                <a:lnTo>
                  <a:pt x="12972" y="20894"/>
                </a:lnTo>
                <a:lnTo>
                  <a:pt x="9632" y="25399"/>
                </a:lnTo>
                <a:lnTo>
                  <a:pt x="6748" y="30210"/>
                </a:lnTo>
                <a:lnTo>
                  <a:pt x="4350" y="35280"/>
                </a:lnTo>
                <a:lnTo>
                  <a:pt x="2461" y="40560"/>
                </a:lnTo>
                <a:lnTo>
                  <a:pt x="1098" y="46001"/>
                </a:lnTo>
                <a:lnTo>
                  <a:pt x="275" y="51548"/>
                </a:lnTo>
                <a:lnTo>
                  <a:pt x="0" y="57150"/>
                </a:lnTo>
                <a:lnTo>
                  <a:pt x="275" y="62752"/>
                </a:lnTo>
                <a:lnTo>
                  <a:pt x="1098" y="68299"/>
                </a:lnTo>
                <a:lnTo>
                  <a:pt x="2461" y="73740"/>
                </a:lnTo>
                <a:lnTo>
                  <a:pt x="4350" y="79020"/>
                </a:lnTo>
                <a:lnTo>
                  <a:pt x="6748" y="84090"/>
                </a:lnTo>
                <a:lnTo>
                  <a:pt x="9632" y="88901"/>
                </a:lnTo>
                <a:lnTo>
                  <a:pt x="12972" y="93406"/>
                </a:lnTo>
                <a:lnTo>
                  <a:pt x="16739" y="97561"/>
                </a:lnTo>
                <a:lnTo>
                  <a:pt x="20894" y="101328"/>
                </a:lnTo>
                <a:lnTo>
                  <a:pt x="25399" y="104668"/>
                </a:lnTo>
                <a:lnTo>
                  <a:pt x="30210" y="107552"/>
                </a:lnTo>
                <a:lnTo>
                  <a:pt x="35280" y="109950"/>
                </a:lnTo>
                <a:lnTo>
                  <a:pt x="40560" y="111839"/>
                </a:lnTo>
                <a:lnTo>
                  <a:pt x="46001" y="113202"/>
                </a:lnTo>
                <a:lnTo>
                  <a:pt x="51548" y="114025"/>
                </a:lnTo>
                <a:lnTo>
                  <a:pt x="57150" y="114300"/>
                </a:lnTo>
                <a:close/>
              </a:path>
            </a:pathLst>
          </a:custGeom>
          <a:solidFill xmlns:a="http://schemas.openxmlformats.org/drawingml/2006/main">
            <a:srgbClr val="18232E"/>
          </a:solidFill>
          <a:ln xmlns:a="http://schemas.openxmlformats.org/drawingml/2006/main" w="0">
            <a:noFill/>
          </a:ln>
        </p:spPr>
      </p:sp>
      <p:sp>
        <p:nvSpPr>
          <p:cNvPr id="333" name="dp41-v4-summary / n6">
            <a:extLst xmlns:a="http://schemas.openxmlformats.org/drawingml/2006/main">
              <a:ext uri="{FF2B5EF4-FFF2-40B4-BE49-F238E27FC236}">
                <a16:creationId xmlns:a16="http://schemas.microsoft.com/office/drawing/2014/main" id="{4D432B3E-4411-4A82-B9A0-DBAE8C7F9864}"/>
              </a:ext>
            </a:extLst>
          </p:cNvPr>
          <p:cNvSpPr>
            <a:spLocks xmlns:a="http://schemas.openxmlformats.org/drawingml/2006/main" noGrp="1"/>
          </p:cNvSpPr>
          <p:nvPr/>
        </p:nvSpPr>
        <p:spPr>
          <a:xfrm xmlns:a="http://schemas.openxmlformats.org/drawingml/2006/main">
            <a:off x="3371850" y="8915400"/>
            <a:ext cx="6334125"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0">
                <a:solidFill>
                  <a:srgbClr val="18232E"/>
                </a:solidFill>
                <a:latin typeface="Apple SD Gothic Neo"/>
                <a:ea typeface="Apple SD Gothic Neo"/>
                <a:cs typeface="Apple SD Gothic Neo"/>
              </a:defRPr>
            </a:pPr>
            <a:r>
              <a:rPr sz="1050" b="0">
                <a:solidFill>
                  <a:srgbClr val="18232E"/>
                </a:solidFill>
                <a:latin typeface="Apple SD Gothic Neo"/>
                <a:ea typeface="Apple SD Gothic Neo"/>
                <a:cs typeface="Apple SD Gothic Neo"/>
              </a:rPr>
              <a:t>5점  99.63%  [오류 2개 가정]</a:t>
            </a:r>
          </a:p>
        </p:txBody>
      </p:sp>
      <p:sp>
        <p:nvSpPr>
          <p:cNvPr id="334" name="dp41-v4-summary / n7 / circle">
            <a:extLst xmlns:a="http://schemas.openxmlformats.org/drawingml/2006/main">
              <a:ext uri="{FF2B5EF4-FFF2-40B4-BE49-F238E27FC236}">
                <a16:creationId xmlns:a16="http://schemas.microsoft.com/office/drawing/2014/main" id="{707A96DD-3075-4433-A11A-ED652ADBBD9F}"/>
              </a:ext>
            </a:extLst>
          </p:cNvPr>
          <p:cNvSpPr>
            <a:spLocks xmlns:a="http://schemas.openxmlformats.org/drawingml/2006/main" noGrp="1"/>
          </p:cNvSpPr>
          <p:nvPr/>
        </p:nvSpPr>
        <p:spPr>
          <a:xfrm xmlns:a="http://schemas.openxmlformats.org/drawingml/2006/main">
            <a:off x="10001250" y="8934450"/>
            <a:ext cx="114300" cy="114300"/>
          </a:xfrm>
          <a:prstGeom xmlns:a="http://schemas.openxmlformats.org/drawingml/2006/main" prst="ellipse">
            <a:avLst/>
          </a:prstGeom>
          <a:solidFill xmlns:a="http://schemas.openxmlformats.org/drawingml/2006/main">
            <a:srgbClr val="18232E"/>
          </a:solidFill>
          <a:ln xmlns:a="http://schemas.openxmlformats.org/drawingml/2006/main" w="10478">
            <a:solidFill>
              <a:srgbClr val="18232E"/>
            </a:solidFill>
          </a:ln>
        </p:spPr>
      </p:sp>
      <p:sp>
        <p:nvSpPr>
          <p:cNvPr id="335" name="dp41-v4-summary / n8 / circle">
            <a:extLst xmlns:a="http://schemas.openxmlformats.org/drawingml/2006/main">
              <a:ext uri="{FF2B5EF4-FFF2-40B4-BE49-F238E27FC236}">
                <a16:creationId xmlns:a16="http://schemas.microsoft.com/office/drawing/2014/main" id="{25A80124-7C8B-491D-9E66-03D08EA5DE45}"/>
              </a:ext>
            </a:extLst>
          </p:cNvPr>
          <p:cNvSpPr>
            <a:spLocks xmlns:a="http://schemas.openxmlformats.org/drawingml/2006/main" noGrp="1"/>
          </p:cNvSpPr>
          <p:nvPr/>
        </p:nvSpPr>
        <p:spPr>
          <a:xfrm xmlns:a="http://schemas.openxmlformats.org/drawingml/2006/main">
            <a:off x="10153650" y="8934450"/>
            <a:ext cx="114300" cy="114300"/>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336" name="dp41-v4-summary / n9 / circle">
            <a:extLst xmlns:a="http://schemas.openxmlformats.org/drawingml/2006/main">
              <a:ext uri="{FF2B5EF4-FFF2-40B4-BE49-F238E27FC236}">
                <a16:creationId xmlns:a16="http://schemas.microsoft.com/office/drawing/2014/main" id="{A20736E1-18BF-4796-A300-4F3AA8EFF08E}"/>
              </a:ext>
            </a:extLst>
          </p:cNvPr>
          <p:cNvSpPr>
            <a:spLocks xmlns:a="http://schemas.openxmlformats.org/drawingml/2006/main" noGrp="1"/>
          </p:cNvSpPr>
          <p:nvPr/>
        </p:nvSpPr>
        <p:spPr>
          <a:xfrm xmlns:a="http://schemas.openxmlformats.org/drawingml/2006/main">
            <a:off x="10306050" y="8934450"/>
            <a:ext cx="114300" cy="114300"/>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337" name="dp41-v4-summary / n10">
            <a:extLst xmlns:a="http://schemas.openxmlformats.org/drawingml/2006/main">
              <a:ext uri="{FF2B5EF4-FFF2-40B4-BE49-F238E27FC236}">
                <a16:creationId xmlns:a16="http://schemas.microsoft.com/office/drawing/2014/main" id="{A8C6F048-FF7B-4B54-8BD0-35F59C4B8CE6}"/>
              </a:ext>
            </a:extLst>
          </p:cNvPr>
          <p:cNvSpPr>
            <a:spLocks xmlns:a="http://schemas.openxmlformats.org/drawingml/2006/main" noGrp="1"/>
          </p:cNvSpPr>
          <p:nvPr/>
        </p:nvSpPr>
        <p:spPr>
          <a:xfrm xmlns:a="http://schemas.openxmlformats.org/drawingml/2006/main">
            <a:off x="10515600" y="8915400"/>
            <a:ext cx="7381875"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0">
                <a:solidFill>
                  <a:srgbClr val="18232E"/>
                </a:solidFill>
                <a:latin typeface="Apple SD Gothic Neo"/>
                <a:ea typeface="Apple SD Gothic Neo"/>
                <a:cs typeface="Apple SD Gothic Neo"/>
              </a:defRPr>
            </a:pPr>
            <a:r>
              <a:rPr sz="1050" b="0">
                <a:solidFill>
                  <a:srgbClr val="18232E"/>
                </a:solidFill>
                <a:latin typeface="Apple SD Gothic Neo"/>
                <a:ea typeface="Apple SD Gothic Neo"/>
                <a:cs typeface="Apple SD Gothic Neo"/>
              </a:rPr>
              <a:t>2점  98.52%  [오류 8개 가정]</a:t>
            </a:r>
          </a:p>
        </p:txBody>
      </p:sp>
      <p:sp>
        <p:nvSpPr>
          <p:cNvPr id="338" name="dp41-v4-summary / n11">
            <a:extLst xmlns:a="http://schemas.openxmlformats.org/drawingml/2006/main">
              <a:ext uri="{FF2B5EF4-FFF2-40B4-BE49-F238E27FC236}">
                <a16:creationId xmlns:a16="http://schemas.microsoft.com/office/drawing/2014/main" id="{3EB68CFA-15A1-4E62-8F23-9EFEE844F1A8}"/>
              </a:ext>
            </a:extLst>
          </p:cNvPr>
          <p:cNvSpPr>
            <a:spLocks xmlns:a="http://schemas.openxmlformats.org/drawingml/2006/main" noGrp="1"/>
          </p:cNvSpPr>
          <p:nvPr/>
        </p:nvSpPr>
        <p:spPr>
          <a:xfrm xmlns:a="http://schemas.openxmlformats.org/drawingml/2006/main">
            <a:off x="381000" y="9077325"/>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1430">
            <a:solidFill>
              <a:srgbClr val="CDD6DE"/>
            </a:solidFill>
          </a:ln>
        </p:spPr>
      </p:sp>
      <p:sp>
        <p:nvSpPr>
          <p:cNvPr id="339" name="dp41-v4-summary / n12">
            <a:extLst xmlns:a="http://schemas.openxmlformats.org/drawingml/2006/main">
              <a:ext uri="{FF2B5EF4-FFF2-40B4-BE49-F238E27FC236}">
                <a16:creationId xmlns:a16="http://schemas.microsoft.com/office/drawing/2014/main" id="{4E1132EF-3C1C-44AA-A94D-CF373E90E904}"/>
              </a:ext>
            </a:extLst>
          </p:cNvPr>
          <p:cNvSpPr>
            <a:spLocks xmlns:a="http://schemas.openxmlformats.org/drawingml/2006/main" noGrp="1"/>
          </p:cNvSpPr>
          <p:nvPr/>
        </p:nvSpPr>
        <p:spPr>
          <a:xfrm xmlns:a="http://schemas.openxmlformats.org/drawingml/2006/main">
            <a:off x="400050" y="9096375"/>
            <a:ext cx="2333625"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1">
                <a:solidFill>
                  <a:srgbClr val="18232E"/>
                </a:solidFill>
                <a:latin typeface="Apple SD Gothic Neo"/>
                <a:ea typeface="Apple SD Gothic Neo"/>
                <a:cs typeface="Apple SD Gothic Neo"/>
              </a:defRPr>
            </a:pPr>
            <a:r>
              <a:rPr sz="1050" b="1">
                <a:solidFill>
                  <a:srgbClr val="18232E"/>
                </a:solidFill>
                <a:latin typeface="Apple SD Gothic Neo"/>
                <a:ea typeface="Apple SD Gothic Neo"/>
                <a:cs typeface="Apple SD Gothic Neo"/>
              </a:rPr>
              <a:t>상호작용 응답시간</a:t>
            </a:r>
          </a:p>
        </p:txBody>
      </p:sp>
      <p:sp>
        <p:nvSpPr>
          <p:cNvPr id="340" name="dp41-v4-summary / n13 / circle">
            <a:extLst xmlns:a="http://schemas.openxmlformats.org/drawingml/2006/main">
              <a:ext uri="{FF2B5EF4-FFF2-40B4-BE49-F238E27FC236}">
                <a16:creationId xmlns:a16="http://schemas.microsoft.com/office/drawing/2014/main" id="{0E13C3E8-3086-4371-A97A-5A3501A58CAE}"/>
              </a:ext>
            </a:extLst>
          </p:cNvPr>
          <p:cNvSpPr>
            <a:spLocks xmlns:a="http://schemas.openxmlformats.org/drawingml/2006/main" noGrp="1"/>
          </p:cNvSpPr>
          <p:nvPr/>
        </p:nvSpPr>
        <p:spPr>
          <a:xfrm xmlns:a="http://schemas.openxmlformats.org/drawingml/2006/main">
            <a:off x="2857500" y="9115425"/>
            <a:ext cx="114300" cy="114300"/>
          </a:xfrm>
          <a:prstGeom xmlns:a="http://schemas.openxmlformats.org/drawingml/2006/main" prst="ellipse">
            <a:avLst/>
          </a:prstGeom>
          <a:solidFill xmlns:a="http://schemas.openxmlformats.org/drawingml/2006/main">
            <a:srgbClr val="18232E"/>
          </a:solidFill>
          <a:ln xmlns:a="http://schemas.openxmlformats.org/drawingml/2006/main" w="10478">
            <a:solidFill>
              <a:srgbClr val="18232E"/>
            </a:solidFill>
          </a:ln>
        </p:spPr>
      </p:sp>
      <p:sp>
        <p:nvSpPr>
          <p:cNvPr id="341" name="dp41-v4-summary / n14 / circle">
            <a:extLst xmlns:a="http://schemas.openxmlformats.org/drawingml/2006/main">
              <a:ext uri="{FF2B5EF4-FFF2-40B4-BE49-F238E27FC236}">
                <a16:creationId xmlns:a16="http://schemas.microsoft.com/office/drawing/2014/main" id="{7D549624-2833-42AE-BC68-51A15D9520CF}"/>
              </a:ext>
            </a:extLst>
          </p:cNvPr>
          <p:cNvSpPr>
            <a:spLocks xmlns:a="http://schemas.openxmlformats.org/drawingml/2006/main" noGrp="1"/>
          </p:cNvSpPr>
          <p:nvPr/>
        </p:nvSpPr>
        <p:spPr>
          <a:xfrm xmlns:a="http://schemas.openxmlformats.org/drawingml/2006/main">
            <a:off x="3009900" y="9115425"/>
            <a:ext cx="114300" cy="114300"/>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342" name="dp41-v4-summary / n15 / circle">
            <a:extLst xmlns:a="http://schemas.openxmlformats.org/drawingml/2006/main">
              <a:ext uri="{FF2B5EF4-FFF2-40B4-BE49-F238E27FC236}">
                <a16:creationId xmlns:a16="http://schemas.microsoft.com/office/drawing/2014/main" id="{695A1FD6-9E41-492A-923F-D0AE9D80CBCF}"/>
              </a:ext>
            </a:extLst>
          </p:cNvPr>
          <p:cNvSpPr>
            <a:spLocks xmlns:a="http://schemas.openxmlformats.org/drawingml/2006/main" noGrp="1"/>
          </p:cNvSpPr>
          <p:nvPr/>
        </p:nvSpPr>
        <p:spPr>
          <a:xfrm xmlns:a="http://schemas.openxmlformats.org/drawingml/2006/main">
            <a:off x="3162300" y="9115425"/>
            <a:ext cx="114300" cy="114300"/>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343" name="dp41-v4-summary / n16">
            <a:extLst xmlns:a="http://schemas.openxmlformats.org/drawingml/2006/main">
              <a:ext uri="{FF2B5EF4-FFF2-40B4-BE49-F238E27FC236}">
                <a16:creationId xmlns:a16="http://schemas.microsoft.com/office/drawing/2014/main" id="{80223437-CAE1-4F00-A5AD-E60A9207FBFF}"/>
              </a:ext>
            </a:extLst>
          </p:cNvPr>
          <p:cNvSpPr>
            <a:spLocks xmlns:a="http://schemas.openxmlformats.org/drawingml/2006/main" noGrp="1"/>
          </p:cNvSpPr>
          <p:nvPr/>
        </p:nvSpPr>
        <p:spPr>
          <a:xfrm xmlns:a="http://schemas.openxmlformats.org/drawingml/2006/main">
            <a:off x="3371850" y="9096375"/>
            <a:ext cx="6334125"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0">
                <a:solidFill>
                  <a:srgbClr val="18232E"/>
                </a:solidFill>
                <a:latin typeface="Apple SD Gothic Neo"/>
                <a:ea typeface="Apple SD Gothic Neo"/>
                <a:cs typeface="Apple SD Gothic Neo"/>
              </a:defRPr>
            </a:pPr>
            <a:r>
              <a:rPr sz="1050" b="0">
                <a:solidFill>
                  <a:srgbClr val="18232E"/>
                </a:solidFill>
                <a:latin typeface="Apple SD Gothic Neo"/>
                <a:ea typeface="Apple SD Gothic Neo"/>
                <a:cs typeface="Apple SD Gothic Neo"/>
              </a:rPr>
              <a:t>2점  0.818초  [조회 후 모델 재판단]</a:t>
            </a:r>
          </a:p>
        </p:txBody>
      </p:sp>
      <p:sp>
        <p:nvSpPr>
          <p:cNvPr id="344" name="dp41-v4-summary / n17 / circle">
            <a:extLst xmlns:a="http://schemas.openxmlformats.org/drawingml/2006/main">
              <a:ext uri="{FF2B5EF4-FFF2-40B4-BE49-F238E27FC236}">
                <a16:creationId xmlns:a16="http://schemas.microsoft.com/office/drawing/2014/main" id="{F1A6359A-1F58-42B8-863E-62C8CFCB7595}"/>
              </a:ext>
            </a:extLst>
          </p:cNvPr>
          <p:cNvSpPr>
            <a:spLocks xmlns:a="http://schemas.openxmlformats.org/drawingml/2006/main" noGrp="1"/>
          </p:cNvSpPr>
          <p:nvPr/>
        </p:nvSpPr>
        <p:spPr>
          <a:xfrm xmlns:a="http://schemas.openxmlformats.org/drawingml/2006/main">
            <a:off x="10001250" y="9115425"/>
            <a:ext cx="114300" cy="114300"/>
          </a:xfrm>
          <a:prstGeom xmlns:a="http://schemas.openxmlformats.org/drawingml/2006/main" prst="ellipse">
            <a:avLst/>
          </a:prstGeom>
          <a:solidFill xmlns:a="http://schemas.openxmlformats.org/drawingml/2006/main">
            <a:srgbClr val="18232E"/>
          </a:solidFill>
          <a:ln xmlns:a="http://schemas.openxmlformats.org/drawingml/2006/main" w="10478">
            <a:solidFill>
              <a:srgbClr val="18232E"/>
            </a:solidFill>
          </a:ln>
        </p:spPr>
      </p:sp>
      <p:sp>
        <p:nvSpPr>
          <p:cNvPr id="345" name="dp41-v4-summary / n18 / circle">
            <a:extLst xmlns:a="http://schemas.openxmlformats.org/drawingml/2006/main">
              <a:ext uri="{FF2B5EF4-FFF2-40B4-BE49-F238E27FC236}">
                <a16:creationId xmlns:a16="http://schemas.microsoft.com/office/drawing/2014/main" id="{B640B87F-AFCB-4427-A944-B4CA87353373}"/>
              </a:ext>
            </a:extLst>
          </p:cNvPr>
          <p:cNvSpPr>
            <a:spLocks xmlns:a="http://schemas.openxmlformats.org/drawingml/2006/main" noGrp="1"/>
          </p:cNvSpPr>
          <p:nvPr/>
        </p:nvSpPr>
        <p:spPr>
          <a:xfrm xmlns:a="http://schemas.openxmlformats.org/drawingml/2006/main">
            <a:off x="10153650" y="9115425"/>
            <a:ext cx="114300" cy="114300"/>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346" name="dp41-v4-summary / n18 / half">
            <a:extLst xmlns:a="http://schemas.openxmlformats.org/drawingml/2006/main">
              <a:ext uri="{FF2B5EF4-FFF2-40B4-BE49-F238E27FC236}">
                <a16:creationId xmlns:a16="http://schemas.microsoft.com/office/drawing/2014/main" id="{B95D1B52-B16B-4EFC-9A80-EA58A2D81C97}"/>
              </a:ext>
            </a:extLst>
          </p:cNvPr>
          <p:cNvSpPr>
            <a:spLocks xmlns:a="http://schemas.openxmlformats.org/drawingml/2006/main" noGrp="1"/>
          </p:cNvSpPr>
          <p:nvPr/>
        </p:nvSpPr>
        <p:spPr>
          <a:xfrm xmlns:a="http://schemas.openxmlformats.org/drawingml/2006/main">
            <a:off x="10153650" y="9115425"/>
            <a:ext cx="114300" cy="114300"/>
          </a:xfrm>
          <a:custGeom xmlns:a="http://schemas.openxmlformats.org/drawingml/2006/main">
            <a:pathLst>
              <a:path w="114300" h="114300">
                <a:moveTo>
                  <a:pt x="57150" y="0"/>
                </a:moveTo>
                <a:lnTo>
                  <a:pt x="51548" y="275"/>
                </a:lnTo>
                <a:lnTo>
                  <a:pt x="46001" y="1098"/>
                </a:lnTo>
                <a:lnTo>
                  <a:pt x="40560" y="2461"/>
                </a:lnTo>
                <a:lnTo>
                  <a:pt x="35280" y="4350"/>
                </a:lnTo>
                <a:lnTo>
                  <a:pt x="30210" y="6748"/>
                </a:lnTo>
                <a:lnTo>
                  <a:pt x="25399" y="9632"/>
                </a:lnTo>
                <a:lnTo>
                  <a:pt x="20894" y="12972"/>
                </a:lnTo>
                <a:lnTo>
                  <a:pt x="16739" y="16739"/>
                </a:lnTo>
                <a:lnTo>
                  <a:pt x="12972" y="20894"/>
                </a:lnTo>
                <a:lnTo>
                  <a:pt x="9632" y="25399"/>
                </a:lnTo>
                <a:lnTo>
                  <a:pt x="6748" y="30210"/>
                </a:lnTo>
                <a:lnTo>
                  <a:pt x="4350" y="35280"/>
                </a:lnTo>
                <a:lnTo>
                  <a:pt x="2461" y="40560"/>
                </a:lnTo>
                <a:lnTo>
                  <a:pt x="1098" y="46001"/>
                </a:lnTo>
                <a:lnTo>
                  <a:pt x="275" y="51548"/>
                </a:lnTo>
                <a:lnTo>
                  <a:pt x="0" y="57150"/>
                </a:lnTo>
                <a:lnTo>
                  <a:pt x="275" y="62752"/>
                </a:lnTo>
                <a:lnTo>
                  <a:pt x="1098" y="68299"/>
                </a:lnTo>
                <a:lnTo>
                  <a:pt x="2461" y="73740"/>
                </a:lnTo>
                <a:lnTo>
                  <a:pt x="4350" y="79020"/>
                </a:lnTo>
                <a:lnTo>
                  <a:pt x="6748" y="84090"/>
                </a:lnTo>
                <a:lnTo>
                  <a:pt x="9632" y="88901"/>
                </a:lnTo>
                <a:lnTo>
                  <a:pt x="12972" y="93406"/>
                </a:lnTo>
                <a:lnTo>
                  <a:pt x="16739" y="97561"/>
                </a:lnTo>
                <a:lnTo>
                  <a:pt x="20894" y="101328"/>
                </a:lnTo>
                <a:lnTo>
                  <a:pt x="25399" y="104668"/>
                </a:lnTo>
                <a:lnTo>
                  <a:pt x="30210" y="107552"/>
                </a:lnTo>
                <a:lnTo>
                  <a:pt x="35280" y="109950"/>
                </a:lnTo>
                <a:lnTo>
                  <a:pt x="40560" y="111839"/>
                </a:lnTo>
                <a:lnTo>
                  <a:pt x="46001" y="113202"/>
                </a:lnTo>
                <a:lnTo>
                  <a:pt x="51548" y="114025"/>
                </a:lnTo>
                <a:lnTo>
                  <a:pt x="57150" y="114300"/>
                </a:lnTo>
                <a:close/>
              </a:path>
            </a:pathLst>
          </a:custGeom>
          <a:solidFill xmlns:a="http://schemas.openxmlformats.org/drawingml/2006/main">
            <a:srgbClr val="18232E"/>
          </a:solidFill>
          <a:ln xmlns:a="http://schemas.openxmlformats.org/drawingml/2006/main" w="0">
            <a:noFill/>
          </a:ln>
        </p:spPr>
      </p:sp>
      <p:sp>
        <p:nvSpPr>
          <p:cNvPr id="347" name="dp41-v4-summary / n19 / circle">
            <a:extLst xmlns:a="http://schemas.openxmlformats.org/drawingml/2006/main">
              <a:ext uri="{FF2B5EF4-FFF2-40B4-BE49-F238E27FC236}">
                <a16:creationId xmlns:a16="http://schemas.microsoft.com/office/drawing/2014/main" id="{399EDAF1-741F-4E82-947B-7FF7F5B2947A}"/>
              </a:ext>
            </a:extLst>
          </p:cNvPr>
          <p:cNvSpPr>
            <a:spLocks xmlns:a="http://schemas.openxmlformats.org/drawingml/2006/main" noGrp="1"/>
          </p:cNvSpPr>
          <p:nvPr/>
        </p:nvSpPr>
        <p:spPr>
          <a:xfrm xmlns:a="http://schemas.openxmlformats.org/drawingml/2006/main">
            <a:off x="10306050" y="9115425"/>
            <a:ext cx="114300" cy="114300"/>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348" name="dp41-v4-summary / n20">
            <a:extLst xmlns:a="http://schemas.openxmlformats.org/drawingml/2006/main">
              <a:ext uri="{FF2B5EF4-FFF2-40B4-BE49-F238E27FC236}">
                <a16:creationId xmlns:a16="http://schemas.microsoft.com/office/drawing/2014/main" id="{A5FD12F2-F8C7-4A94-BBC8-27F131E589FC}"/>
              </a:ext>
            </a:extLst>
          </p:cNvPr>
          <p:cNvSpPr>
            <a:spLocks xmlns:a="http://schemas.openxmlformats.org/drawingml/2006/main" noGrp="1"/>
          </p:cNvSpPr>
          <p:nvPr/>
        </p:nvSpPr>
        <p:spPr>
          <a:xfrm xmlns:a="http://schemas.openxmlformats.org/drawingml/2006/main">
            <a:off x="10515600" y="9096375"/>
            <a:ext cx="7381875"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0">
                <a:solidFill>
                  <a:srgbClr val="18232E"/>
                </a:solidFill>
                <a:latin typeface="Apple SD Gothic Neo"/>
                <a:ea typeface="Apple SD Gothic Neo"/>
                <a:cs typeface="Apple SD Gothic Neo"/>
              </a:defRPr>
            </a:pPr>
            <a:r>
              <a:rPr sz="1050" b="0">
                <a:solidFill>
                  <a:srgbClr val="18232E"/>
                </a:solidFill>
                <a:latin typeface="Apple SD Gothic Neo"/>
                <a:ea typeface="Apple SD Gothic Neo"/>
                <a:cs typeface="Apple SD Gothic Neo"/>
              </a:rPr>
              <a:t>3점  0.673초  [지원 항목의 코드 해결]</a:t>
            </a:r>
          </a:p>
        </p:txBody>
      </p:sp>
      <p:sp>
        <p:nvSpPr>
          <p:cNvPr id="349" name="dp41-v4-summary / n21">
            <a:extLst xmlns:a="http://schemas.openxmlformats.org/drawingml/2006/main">
              <a:ext uri="{FF2B5EF4-FFF2-40B4-BE49-F238E27FC236}">
                <a16:creationId xmlns:a16="http://schemas.microsoft.com/office/drawing/2014/main" id="{9209AE1B-B163-4FBF-96A1-29D976225352}"/>
              </a:ext>
            </a:extLst>
          </p:cNvPr>
          <p:cNvSpPr>
            <a:spLocks xmlns:a="http://schemas.openxmlformats.org/drawingml/2006/main" noGrp="1"/>
          </p:cNvSpPr>
          <p:nvPr/>
        </p:nvSpPr>
        <p:spPr>
          <a:xfrm xmlns:a="http://schemas.openxmlformats.org/drawingml/2006/main">
            <a:off x="381000" y="9258300"/>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1430">
            <a:solidFill>
              <a:srgbClr val="CDD6DE"/>
            </a:solidFill>
          </a:ln>
        </p:spPr>
      </p:sp>
      <p:sp>
        <p:nvSpPr>
          <p:cNvPr id="350" name="dp41-v4-summary / n22">
            <a:extLst xmlns:a="http://schemas.openxmlformats.org/drawingml/2006/main">
              <a:ext uri="{FF2B5EF4-FFF2-40B4-BE49-F238E27FC236}">
                <a16:creationId xmlns:a16="http://schemas.microsoft.com/office/drawing/2014/main" id="{F178A1E3-C468-4893-919F-B31A052D14CD}"/>
              </a:ext>
            </a:extLst>
          </p:cNvPr>
          <p:cNvSpPr>
            <a:spLocks xmlns:a="http://schemas.openxmlformats.org/drawingml/2006/main" noGrp="1"/>
          </p:cNvSpPr>
          <p:nvPr/>
        </p:nvSpPr>
        <p:spPr>
          <a:xfrm xmlns:a="http://schemas.openxmlformats.org/drawingml/2006/main">
            <a:off x="400050" y="9277350"/>
            <a:ext cx="2333625"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1">
                <a:solidFill>
                  <a:srgbClr val="18232E"/>
                </a:solidFill>
                <a:latin typeface="Apple SD Gothic Neo"/>
                <a:ea typeface="Apple SD Gothic Neo"/>
                <a:cs typeface="Apple SD Gothic Neo"/>
              </a:defRPr>
            </a:pPr>
            <a:r>
              <a:rPr sz="1050" b="1">
                <a:solidFill>
                  <a:srgbClr val="18232E"/>
                </a:solidFill>
                <a:latin typeface="Apple SD Gothic Neo"/>
                <a:ea typeface="Apple SD Gothic Neo"/>
                <a:cs typeface="Apple SD Gothic Neo"/>
              </a:rPr>
              <a:t>VIA 요청 처리시간</a:t>
            </a:r>
          </a:p>
        </p:txBody>
      </p:sp>
      <p:sp>
        <p:nvSpPr>
          <p:cNvPr id="351" name="dp41-v4-summary / n23 / circle">
            <a:extLst xmlns:a="http://schemas.openxmlformats.org/drawingml/2006/main">
              <a:ext uri="{FF2B5EF4-FFF2-40B4-BE49-F238E27FC236}">
                <a16:creationId xmlns:a16="http://schemas.microsoft.com/office/drawing/2014/main" id="{B2857C6A-CD2A-4911-BB05-593CD62ADE70}"/>
              </a:ext>
            </a:extLst>
          </p:cNvPr>
          <p:cNvSpPr>
            <a:spLocks xmlns:a="http://schemas.openxmlformats.org/drawingml/2006/main" noGrp="1"/>
          </p:cNvSpPr>
          <p:nvPr/>
        </p:nvSpPr>
        <p:spPr>
          <a:xfrm xmlns:a="http://schemas.openxmlformats.org/drawingml/2006/main">
            <a:off x="2857500" y="9296400"/>
            <a:ext cx="114300" cy="114300"/>
          </a:xfrm>
          <a:prstGeom xmlns:a="http://schemas.openxmlformats.org/drawingml/2006/main" prst="ellipse">
            <a:avLst/>
          </a:prstGeom>
          <a:solidFill xmlns:a="http://schemas.openxmlformats.org/drawingml/2006/main">
            <a:srgbClr val="18232E"/>
          </a:solidFill>
          <a:ln xmlns:a="http://schemas.openxmlformats.org/drawingml/2006/main" w="10478">
            <a:solidFill>
              <a:srgbClr val="18232E"/>
            </a:solidFill>
          </a:ln>
        </p:spPr>
      </p:sp>
      <p:sp>
        <p:nvSpPr>
          <p:cNvPr id="352" name="dp41-v4-summary / n24 / circle">
            <a:extLst xmlns:a="http://schemas.openxmlformats.org/drawingml/2006/main">
              <a:ext uri="{FF2B5EF4-FFF2-40B4-BE49-F238E27FC236}">
                <a16:creationId xmlns:a16="http://schemas.microsoft.com/office/drawing/2014/main" id="{B36DD437-B54B-466F-9D12-32CFA8DF506A}"/>
              </a:ext>
            </a:extLst>
          </p:cNvPr>
          <p:cNvSpPr>
            <a:spLocks xmlns:a="http://schemas.openxmlformats.org/drawingml/2006/main" noGrp="1"/>
          </p:cNvSpPr>
          <p:nvPr/>
        </p:nvSpPr>
        <p:spPr>
          <a:xfrm xmlns:a="http://schemas.openxmlformats.org/drawingml/2006/main">
            <a:off x="3009900" y="9296400"/>
            <a:ext cx="114300" cy="114300"/>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353" name="dp41-v4-summary / n24 / half">
            <a:extLst xmlns:a="http://schemas.openxmlformats.org/drawingml/2006/main">
              <a:ext uri="{FF2B5EF4-FFF2-40B4-BE49-F238E27FC236}">
                <a16:creationId xmlns:a16="http://schemas.microsoft.com/office/drawing/2014/main" id="{7AB93812-C2F4-4839-9B58-3F59E4360507}"/>
              </a:ext>
            </a:extLst>
          </p:cNvPr>
          <p:cNvSpPr>
            <a:spLocks xmlns:a="http://schemas.openxmlformats.org/drawingml/2006/main" noGrp="1"/>
          </p:cNvSpPr>
          <p:nvPr/>
        </p:nvSpPr>
        <p:spPr>
          <a:xfrm xmlns:a="http://schemas.openxmlformats.org/drawingml/2006/main">
            <a:off x="3009900" y="9296400"/>
            <a:ext cx="114300" cy="114300"/>
          </a:xfrm>
          <a:custGeom xmlns:a="http://schemas.openxmlformats.org/drawingml/2006/main">
            <a:pathLst>
              <a:path w="114300" h="114300">
                <a:moveTo>
                  <a:pt x="57150" y="0"/>
                </a:moveTo>
                <a:lnTo>
                  <a:pt x="51548" y="275"/>
                </a:lnTo>
                <a:lnTo>
                  <a:pt x="46001" y="1098"/>
                </a:lnTo>
                <a:lnTo>
                  <a:pt x="40560" y="2461"/>
                </a:lnTo>
                <a:lnTo>
                  <a:pt x="35280" y="4350"/>
                </a:lnTo>
                <a:lnTo>
                  <a:pt x="30210" y="6748"/>
                </a:lnTo>
                <a:lnTo>
                  <a:pt x="25399" y="9632"/>
                </a:lnTo>
                <a:lnTo>
                  <a:pt x="20894" y="12972"/>
                </a:lnTo>
                <a:lnTo>
                  <a:pt x="16739" y="16739"/>
                </a:lnTo>
                <a:lnTo>
                  <a:pt x="12972" y="20894"/>
                </a:lnTo>
                <a:lnTo>
                  <a:pt x="9632" y="25399"/>
                </a:lnTo>
                <a:lnTo>
                  <a:pt x="6748" y="30210"/>
                </a:lnTo>
                <a:lnTo>
                  <a:pt x="4350" y="35280"/>
                </a:lnTo>
                <a:lnTo>
                  <a:pt x="2461" y="40560"/>
                </a:lnTo>
                <a:lnTo>
                  <a:pt x="1098" y="46001"/>
                </a:lnTo>
                <a:lnTo>
                  <a:pt x="275" y="51548"/>
                </a:lnTo>
                <a:lnTo>
                  <a:pt x="0" y="57150"/>
                </a:lnTo>
                <a:lnTo>
                  <a:pt x="275" y="62752"/>
                </a:lnTo>
                <a:lnTo>
                  <a:pt x="1098" y="68299"/>
                </a:lnTo>
                <a:lnTo>
                  <a:pt x="2461" y="73740"/>
                </a:lnTo>
                <a:lnTo>
                  <a:pt x="4350" y="79020"/>
                </a:lnTo>
                <a:lnTo>
                  <a:pt x="6748" y="84090"/>
                </a:lnTo>
                <a:lnTo>
                  <a:pt x="9632" y="88901"/>
                </a:lnTo>
                <a:lnTo>
                  <a:pt x="12972" y="93406"/>
                </a:lnTo>
                <a:lnTo>
                  <a:pt x="16739" y="97561"/>
                </a:lnTo>
                <a:lnTo>
                  <a:pt x="20894" y="101328"/>
                </a:lnTo>
                <a:lnTo>
                  <a:pt x="25399" y="104668"/>
                </a:lnTo>
                <a:lnTo>
                  <a:pt x="30210" y="107552"/>
                </a:lnTo>
                <a:lnTo>
                  <a:pt x="35280" y="109950"/>
                </a:lnTo>
                <a:lnTo>
                  <a:pt x="40560" y="111839"/>
                </a:lnTo>
                <a:lnTo>
                  <a:pt x="46001" y="113202"/>
                </a:lnTo>
                <a:lnTo>
                  <a:pt x="51548" y="114025"/>
                </a:lnTo>
                <a:lnTo>
                  <a:pt x="57150" y="114300"/>
                </a:lnTo>
                <a:close/>
              </a:path>
            </a:pathLst>
          </a:custGeom>
          <a:solidFill xmlns:a="http://schemas.openxmlformats.org/drawingml/2006/main">
            <a:srgbClr val="18232E"/>
          </a:solidFill>
          <a:ln xmlns:a="http://schemas.openxmlformats.org/drawingml/2006/main" w="0">
            <a:noFill/>
          </a:ln>
        </p:spPr>
      </p:sp>
      <p:sp>
        <p:nvSpPr>
          <p:cNvPr id="354" name="dp41-v4-summary / n25 / circle">
            <a:extLst xmlns:a="http://schemas.openxmlformats.org/drawingml/2006/main">
              <a:ext uri="{FF2B5EF4-FFF2-40B4-BE49-F238E27FC236}">
                <a16:creationId xmlns:a16="http://schemas.microsoft.com/office/drawing/2014/main" id="{6880DABB-B6D3-412D-A8DC-650A2AFB5D9D}"/>
              </a:ext>
            </a:extLst>
          </p:cNvPr>
          <p:cNvSpPr>
            <a:spLocks xmlns:a="http://schemas.openxmlformats.org/drawingml/2006/main" noGrp="1"/>
          </p:cNvSpPr>
          <p:nvPr/>
        </p:nvSpPr>
        <p:spPr>
          <a:xfrm xmlns:a="http://schemas.openxmlformats.org/drawingml/2006/main">
            <a:off x="3162300" y="9296400"/>
            <a:ext cx="114300" cy="114300"/>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355" name="dp41-v4-summary / n26">
            <a:extLst xmlns:a="http://schemas.openxmlformats.org/drawingml/2006/main">
              <a:ext uri="{FF2B5EF4-FFF2-40B4-BE49-F238E27FC236}">
                <a16:creationId xmlns:a16="http://schemas.microsoft.com/office/drawing/2014/main" id="{A74F33D7-2B60-4802-A402-F795AD5729DB}"/>
              </a:ext>
            </a:extLst>
          </p:cNvPr>
          <p:cNvSpPr>
            <a:spLocks xmlns:a="http://schemas.openxmlformats.org/drawingml/2006/main" noGrp="1"/>
          </p:cNvSpPr>
          <p:nvPr/>
        </p:nvSpPr>
        <p:spPr>
          <a:xfrm xmlns:a="http://schemas.openxmlformats.org/drawingml/2006/main">
            <a:off x="3371850" y="9277350"/>
            <a:ext cx="6334125"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0">
                <a:solidFill>
                  <a:srgbClr val="18232E"/>
                </a:solidFill>
                <a:latin typeface="Apple SD Gothic Neo"/>
                <a:ea typeface="Apple SD Gothic Neo"/>
                <a:cs typeface="Apple SD Gothic Neo"/>
              </a:defRPr>
            </a:pPr>
            <a:r>
              <a:rPr sz="1050" b="0">
                <a:solidFill>
                  <a:srgbClr val="18232E"/>
                </a:solidFill>
                <a:latin typeface="Apple SD Gothic Neo"/>
                <a:ea typeface="Apple SD Gothic Neo"/>
                <a:cs typeface="Apple SD Gothic Neo"/>
              </a:rPr>
              <a:t>3점  5.600초  [조회와 판단 반복]</a:t>
            </a:r>
          </a:p>
        </p:txBody>
      </p:sp>
      <p:sp>
        <p:nvSpPr>
          <p:cNvPr id="356" name="dp41-v4-summary / n27 / circle">
            <a:extLst xmlns:a="http://schemas.openxmlformats.org/drawingml/2006/main">
              <a:ext uri="{FF2B5EF4-FFF2-40B4-BE49-F238E27FC236}">
                <a16:creationId xmlns:a16="http://schemas.microsoft.com/office/drawing/2014/main" id="{BCA92160-DCD1-4F35-B1D6-13F4BE91B10D}"/>
              </a:ext>
            </a:extLst>
          </p:cNvPr>
          <p:cNvSpPr>
            <a:spLocks xmlns:a="http://schemas.openxmlformats.org/drawingml/2006/main" noGrp="1"/>
          </p:cNvSpPr>
          <p:nvPr/>
        </p:nvSpPr>
        <p:spPr>
          <a:xfrm xmlns:a="http://schemas.openxmlformats.org/drawingml/2006/main">
            <a:off x="10001250" y="9296400"/>
            <a:ext cx="114300" cy="114300"/>
          </a:xfrm>
          <a:prstGeom xmlns:a="http://schemas.openxmlformats.org/drawingml/2006/main" prst="ellipse">
            <a:avLst/>
          </a:prstGeom>
          <a:solidFill xmlns:a="http://schemas.openxmlformats.org/drawingml/2006/main">
            <a:srgbClr val="18232E"/>
          </a:solidFill>
          <a:ln xmlns:a="http://schemas.openxmlformats.org/drawingml/2006/main" w="10478">
            <a:solidFill>
              <a:srgbClr val="18232E"/>
            </a:solidFill>
          </a:ln>
        </p:spPr>
      </p:sp>
      <p:sp>
        <p:nvSpPr>
          <p:cNvPr id="357" name="dp41-v4-summary / n28 / circle">
            <a:extLst xmlns:a="http://schemas.openxmlformats.org/drawingml/2006/main">
              <a:ext uri="{FF2B5EF4-FFF2-40B4-BE49-F238E27FC236}">
                <a16:creationId xmlns:a16="http://schemas.microsoft.com/office/drawing/2014/main" id="{2A2EBD46-42A6-40CE-BBD3-1007D5CA5BF1}"/>
              </a:ext>
            </a:extLst>
          </p:cNvPr>
          <p:cNvSpPr>
            <a:spLocks xmlns:a="http://schemas.openxmlformats.org/drawingml/2006/main" noGrp="1"/>
          </p:cNvSpPr>
          <p:nvPr/>
        </p:nvSpPr>
        <p:spPr>
          <a:xfrm xmlns:a="http://schemas.openxmlformats.org/drawingml/2006/main">
            <a:off x="10153650" y="9296400"/>
            <a:ext cx="114300" cy="114300"/>
          </a:xfrm>
          <a:prstGeom xmlns:a="http://schemas.openxmlformats.org/drawingml/2006/main" prst="ellipse">
            <a:avLst/>
          </a:prstGeom>
          <a:solidFill xmlns:a="http://schemas.openxmlformats.org/drawingml/2006/main">
            <a:srgbClr val="18232E"/>
          </a:solidFill>
          <a:ln xmlns:a="http://schemas.openxmlformats.org/drawingml/2006/main" w="10478">
            <a:solidFill>
              <a:srgbClr val="18232E"/>
            </a:solidFill>
          </a:ln>
        </p:spPr>
      </p:sp>
      <p:sp>
        <p:nvSpPr>
          <p:cNvPr id="358" name="dp41-v4-summary / n29 / circle">
            <a:extLst xmlns:a="http://schemas.openxmlformats.org/drawingml/2006/main">
              <a:ext uri="{FF2B5EF4-FFF2-40B4-BE49-F238E27FC236}">
                <a16:creationId xmlns:a16="http://schemas.microsoft.com/office/drawing/2014/main" id="{A5B8843F-EED3-4974-95D0-D55375FC0354}"/>
              </a:ext>
            </a:extLst>
          </p:cNvPr>
          <p:cNvSpPr>
            <a:spLocks xmlns:a="http://schemas.openxmlformats.org/drawingml/2006/main" noGrp="1"/>
          </p:cNvSpPr>
          <p:nvPr/>
        </p:nvSpPr>
        <p:spPr>
          <a:xfrm xmlns:a="http://schemas.openxmlformats.org/drawingml/2006/main">
            <a:off x="10306050" y="9296400"/>
            <a:ext cx="114300" cy="114300"/>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359" name="dp41-v4-summary / n30">
            <a:extLst xmlns:a="http://schemas.openxmlformats.org/drawingml/2006/main">
              <a:ext uri="{FF2B5EF4-FFF2-40B4-BE49-F238E27FC236}">
                <a16:creationId xmlns:a16="http://schemas.microsoft.com/office/drawing/2014/main" id="{078B5042-89EC-4DA3-9F2C-0ABADD1B87FB}"/>
              </a:ext>
            </a:extLst>
          </p:cNvPr>
          <p:cNvSpPr>
            <a:spLocks xmlns:a="http://schemas.openxmlformats.org/drawingml/2006/main" noGrp="1"/>
          </p:cNvSpPr>
          <p:nvPr/>
        </p:nvSpPr>
        <p:spPr>
          <a:xfrm xmlns:a="http://schemas.openxmlformats.org/drawingml/2006/main">
            <a:off x="10515600" y="9277350"/>
            <a:ext cx="7381875"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0">
                <a:solidFill>
                  <a:srgbClr val="18232E"/>
                </a:solidFill>
                <a:latin typeface="Apple SD Gothic Neo"/>
                <a:ea typeface="Apple SD Gothic Neo"/>
                <a:cs typeface="Apple SD Gothic Neo"/>
              </a:defRPr>
            </a:pPr>
            <a:r>
              <a:rPr sz="1050" b="0">
                <a:solidFill>
                  <a:srgbClr val="18232E"/>
                </a:solidFill>
                <a:latin typeface="Apple SD Gothic Neo"/>
                <a:ea typeface="Apple SD Gothic Neo"/>
                <a:cs typeface="Apple SD Gothic Neo"/>
              </a:rPr>
              <a:t>4점  4.800초  [코드 결합으로 반복 축소]</a:t>
            </a:r>
          </a:p>
        </p:txBody>
      </p:sp>
      <p:sp>
        <p:nvSpPr>
          <p:cNvPr id="360" name="dp41-v4-summary / n31">
            <a:extLst xmlns:a="http://schemas.openxmlformats.org/drawingml/2006/main">
              <a:ext uri="{FF2B5EF4-FFF2-40B4-BE49-F238E27FC236}">
                <a16:creationId xmlns:a16="http://schemas.microsoft.com/office/drawing/2014/main" id="{B87E4B17-0E49-4651-AFB4-92DA41278265}"/>
              </a:ext>
            </a:extLst>
          </p:cNvPr>
          <p:cNvSpPr>
            <a:spLocks xmlns:a="http://schemas.openxmlformats.org/drawingml/2006/main" noGrp="1"/>
          </p:cNvSpPr>
          <p:nvPr/>
        </p:nvSpPr>
        <p:spPr>
          <a:xfrm xmlns:a="http://schemas.openxmlformats.org/drawingml/2006/main">
            <a:off x="381000" y="9439275"/>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1430">
            <a:solidFill>
              <a:srgbClr val="CDD6DE"/>
            </a:solidFill>
          </a:ln>
        </p:spPr>
      </p:sp>
      <p:sp>
        <p:nvSpPr>
          <p:cNvPr id="361" name="dp41-v4-summary / n32">
            <a:extLst xmlns:a="http://schemas.openxmlformats.org/drawingml/2006/main">
              <a:ext uri="{FF2B5EF4-FFF2-40B4-BE49-F238E27FC236}">
                <a16:creationId xmlns:a16="http://schemas.microsoft.com/office/drawing/2014/main" id="{9174BA43-2DE7-4C0B-96E2-E6B3EBD9AC0A}"/>
              </a:ext>
            </a:extLst>
          </p:cNvPr>
          <p:cNvSpPr>
            <a:spLocks xmlns:a="http://schemas.openxmlformats.org/drawingml/2006/main" noGrp="1"/>
          </p:cNvSpPr>
          <p:nvPr/>
        </p:nvSpPr>
        <p:spPr>
          <a:xfrm xmlns:a="http://schemas.openxmlformats.org/drawingml/2006/main">
            <a:off x="400050" y="9458325"/>
            <a:ext cx="2333625"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1">
                <a:solidFill>
                  <a:srgbClr val="18232E"/>
                </a:solidFill>
                <a:latin typeface="Apple SD Gothic Neo"/>
                <a:ea typeface="Apple SD Gothic Neo"/>
                <a:cs typeface="Apple SD Gothic Neo"/>
              </a:defRPr>
            </a:pPr>
            <a:r>
              <a:rPr sz="1050" b="1">
                <a:solidFill>
                  <a:srgbClr val="18232E"/>
                </a:solidFill>
                <a:latin typeface="Apple SD Gothic Neo"/>
                <a:ea typeface="Apple SD Gothic Neo"/>
                <a:cs typeface="Apple SD Gothic Neo"/>
              </a:rPr>
              <a:t>VIA 모델 사용 비용</a:t>
            </a:r>
          </a:p>
        </p:txBody>
      </p:sp>
      <p:sp>
        <p:nvSpPr>
          <p:cNvPr id="362" name="dp41-v4-summary / n33 / circle">
            <a:extLst xmlns:a="http://schemas.openxmlformats.org/drawingml/2006/main">
              <a:ext uri="{FF2B5EF4-FFF2-40B4-BE49-F238E27FC236}">
                <a16:creationId xmlns:a16="http://schemas.microsoft.com/office/drawing/2014/main" id="{66458CE2-0EF7-4AE0-B816-AAD4FD7B50A2}"/>
              </a:ext>
            </a:extLst>
          </p:cNvPr>
          <p:cNvSpPr>
            <a:spLocks xmlns:a="http://schemas.openxmlformats.org/drawingml/2006/main" noGrp="1"/>
          </p:cNvSpPr>
          <p:nvPr/>
        </p:nvSpPr>
        <p:spPr>
          <a:xfrm xmlns:a="http://schemas.openxmlformats.org/drawingml/2006/main">
            <a:off x="2857500" y="9477375"/>
            <a:ext cx="114300" cy="114300"/>
          </a:xfrm>
          <a:prstGeom xmlns:a="http://schemas.openxmlformats.org/drawingml/2006/main" prst="ellipse">
            <a:avLst/>
          </a:prstGeom>
          <a:solidFill xmlns:a="http://schemas.openxmlformats.org/drawingml/2006/main">
            <a:srgbClr val="18232E"/>
          </a:solidFill>
          <a:ln xmlns:a="http://schemas.openxmlformats.org/drawingml/2006/main" w="10478">
            <a:solidFill>
              <a:srgbClr val="18232E"/>
            </a:solidFill>
          </a:ln>
        </p:spPr>
      </p:sp>
      <p:sp>
        <p:nvSpPr>
          <p:cNvPr id="363" name="dp41-v4-summary / n34 / circle">
            <a:extLst xmlns:a="http://schemas.openxmlformats.org/drawingml/2006/main">
              <a:ext uri="{FF2B5EF4-FFF2-40B4-BE49-F238E27FC236}">
                <a16:creationId xmlns:a16="http://schemas.microsoft.com/office/drawing/2014/main" id="{3DC728A4-5886-43F8-B5BB-7A2E54C4E51D}"/>
              </a:ext>
            </a:extLst>
          </p:cNvPr>
          <p:cNvSpPr>
            <a:spLocks xmlns:a="http://schemas.openxmlformats.org/drawingml/2006/main" noGrp="1"/>
          </p:cNvSpPr>
          <p:nvPr/>
        </p:nvSpPr>
        <p:spPr>
          <a:xfrm xmlns:a="http://schemas.openxmlformats.org/drawingml/2006/main">
            <a:off x="3009900" y="9477375"/>
            <a:ext cx="114300" cy="114300"/>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364" name="dp41-v4-summary / n35 / circle">
            <a:extLst xmlns:a="http://schemas.openxmlformats.org/drawingml/2006/main">
              <a:ext uri="{FF2B5EF4-FFF2-40B4-BE49-F238E27FC236}">
                <a16:creationId xmlns:a16="http://schemas.microsoft.com/office/drawing/2014/main" id="{E76A5311-68C6-4C80-9F6B-E8DF53515EF7}"/>
              </a:ext>
            </a:extLst>
          </p:cNvPr>
          <p:cNvSpPr>
            <a:spLocks xmlns:a="http://schemas.openxmlformats.org/drawingml/2006/main" noGrp="1"/>
          </p:cNvSpPr>
          <p:nvPr/>
        </p:nvSpPr>
        <p:spPr>
          <a:xfrm xmlns:a="http://schemas.openxmlformats.org/drawingml/2006/main">
            <a:off x="3162300" y="9477375"/>
            <a:ext cx="114300" cy="114300"/>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365" name="dp41-v4-summary / n36">
            <a:extLst xmlns:a="http://schemas.openxmlformats.org/drawingml/2006/main">
              <a:ext uri="{FF2B5EF4-FFF2-40B4-BE49-F238E27FC236}">
                <a16:creationId xmlns:a16="http://schemas.microsoft.com/office/drawing/2014/main" id="{8AF59DEB-7472-46E0-94C0-EB0A1070467B}"/>
              </a:ext>
            </a:extLst>
          </p:cNvPr>
          <p:cNvSpPr>
            <a:spLocks xmlns:a="http://schemas.openxmlformats.org/drawingml/2006/main" noGrp="1"/>
          </p:cNvSpPr>
          <p:nvPr/>
        </p:nvSpPr>
        <p:spPr>
          <a:xfrm xmlns:a="http://schemas.openxmlformats.org/drawingml/2006/main">
            <a:off x="3371850" y="9458325"/>
            <a:ext cx="6334125"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0">
                <a:solidFill>
                  <a:srgbClr val="18232E"/>
                </a:solidFill>
                <a:latin typeface="Apple SD Gothic Neo"/>
                <a:ea typeface="Apple SD Gothic Neo"/>
                <a:cs typeface="Apple SD Gothic Neo"/>
              </a:defRPr>
            </a:pPr>
            <a:r>
              <a:rPr sz="1050" b="0">
                <a:solidFill>
                  <a:srgbClr val="18232E"/>
                </a:solidFill>
                <a:latin typeface="Apple SD Gothic Neo"/>
                <a:ea typeface="Apple SD Gothic Neo"/>
                <a:cs typeface="Apple SD Gothic Neo"/>
              </a:rPr>
              <a:t>2점  $1.1867  [추가 재판단 70회]</a:t>
            </a:r>
          </a:p>
        </p:txBody>
      </p:sp>
      <p:sp>
        <p:nvSpPr>
          <p:cNvPr id="366" name="dp41-v4-summary / n37 / circle">
            <a:extLst xmlns:a="http://schemas.openxmlformats.org/drawingml/2006/main">
              <a:ext uri="{FF2B5EF4-FFF2-40B4-BE49-F238E27FC236}">
                <a16:creationId xmlns:a16="http://schemas.microsoft.com/office/drawing/2014/main" id="{A036E453-3D80-43D9-858C-07DC77511BFE}"/>
              </a:ext>
            </a:extLst>
          </p:cNvPr>
          <p:cNvSpPr>
            <a:spLocks xmlns:a="http://schemas.openxmlformats.org/drawingml/2006/main" noGrp="1"/>
          </p:cNvSpPr>
          <p:nvPr/>
        </p:nvSpPr>
        <p:spPr>
          <a:xfrm xmlns:a="http://schemas.openxmlformats.org/drawingml/2006/main">
            <a:off x="10001250" y="9477375"/>
            <a:ext cx="114300" cy="114300"/>
          </a:xfrm>
          <a:prstGeom xmlns:a="http://schemas.openxmlformats.org/drawingml/2006/main" prst="ellipse">
            <a:avLst/>
          </a:prstGeom>
          <a:solidFill xmlns:a="http://schemas.openxmlformats.org/drawingml/2006/main">
            <a:srgbClr val="18232E"/>
          </a:solidFill>
          <a:ln xmlns:a="http://schemas.openxmlformats.org/drawingml/2006/main" w="10478">
            <a:solidFill>
              <a:srgbClr val="18232E"/>
            </a:solidFill>
          </a:ln>
        </p:spPr>
      </p:sp>
      <p:sp>
        <p:nvSpPr>
          <p:cNvPr id="367" name="dp41-v4-summary / n38 / circle">
            <a:extLst xmlns:a="http://schemas.openxmlformats.org/drawingml/2006/main">
              <a:ext uri="{FF2B5EF4-FFF2-40B4-BE49-F238E27FC236}">
                <a16:creationId xmlns:a16="http://schemas.microsoft.com/office/drawing/2014/main" id="{E16DC41A-DB69-4625-BDFB-29F2E9234C66}"/>
              </a:ext>
            </a:extLst>
          </p:cNvPr>
          <p:cNvSpPr>
            <a:spLocks xmlns:a="http://schemas.openxmlformats.org/drawingml/2006/main" noGrp="1"/>
          </p:cNvSpPr>
          <p:nvPr/>
        </p:nvSpPr>
        <p:spPr>
          <a:xfrm xmlns:a="http://schemas.openxmlformats.org/drawingml/2006/main">
            <a:off x="10153650" y="9477375"/>
            <a:ext cx="114300" cy="114300"/>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368" name="dp41-v4-summary / n38 / half">
            <a:extLst xmlns:a="http://schemas.openxmlformats.org/drawingml/2006/main">
              <a:ext uri="{FF2B5EF4-FFF2-40B4-BE49-F238E27FC236}">
                <a16:creationId xmlns:a16="http://schemas.microsoft.com/office/drawing/2014/main" id="{80ACD9EF-7D5C-4061-AFC3-42A22E82D119}"/>
              </a:ext>
            </a:extLst>
          </p:cNvPr>
          <p:cNvSpPr>
            <a:spLocks xmlns:a="http://schemas.openxmlformats.org/drawingml/2006/main" noGrp="1"/>
          </p:cNvSpPr>
          <p:nvPr/>
        </p:nvSpPr>
        <p:spPr>
          <a:xfrm xmlns:a="http://schemas.openxmlformats.org/drawingml/2006/main">
            <a:off x="10153650" y="9477375"/>
            <a:ext cx="114300" cy="114300"/>
          </a:xfrm>
          <a:custGeom xmlns:a="http://schemas.openxmlformats.org/drawingml/2006/main">
            <a:pathLst>
              <a:path w="114300" h="114300">
                <a:moveTo>
                  <a:pt x="57150" y="0"/>
                </a:moveTo>
                <a:lnTo>
                  <a:pt x="51548" y="275"/>
                </a:lnTo>
                <a:lnTo>
                  <a:pt x="46001" y="1098"/>
                </a:lnTo>
                <a:lnTo>
                  <a:pt x="40560" y="2461"/>
                </a:lnTo>
                <a:lnTo>
                  <a:pt x="35280" y="4350"/>
                </a:lnTo>
                <a:lnTo>
                  <a:pt x="30210" y="6748"/>
                </a:lnTo>
                <a:lnTo>
                  <a:pt x="25399" y="9632"/>
                </a:lnTo>
                <a:lnTo>
                  <a:pt x="20894" y="12972"/>
                </a:lnTo>
                <a:lnTo>
                  <a:pt x="16739" y="16739"/>
                </a:lnTo>
                <a:lnTo>
                  <a:pt x="12972" y="20894"/>
                </a:lnTo>
                <a:lnTo>
                  <a:pt x="9632" y="25399"/>
                </a:lnTo>
                <a:lnTo>
                  <a:pt x="6748" y="30210"/>
                </a:lnTo>
                <a:lnTo>
                  <a:pt x="4350" y="35280"/>
                </a:lnTo>
                <a:lnTo>
                  <a:pt x="2461" y="40560"/>
                </a:lnTo>
                <a:lnTo>
                  <a:pt x="1098" y="46001"/>
                </a:lnTo>
                <a:lnTo>
                  <a:pt x="275" y="51548"/>
                </a:lnTo>
                <a:lnTo>
                  <a:pt x="0" y="57150"/>
                </a:lnTo>
                <a:lnTo>
                  <a:pt x="275" y="62752"/>
                </a:lnTo>
                <a:lnTo>
                  <a:pt x="1098" y="68299"/>
                </a:lnTo>
                <a:lnTo>
                  <a:pt x="2461" y="73740"/>
                </a:lnTo>
                <a:lnTo>
                  <a:pt x="4350" y="79020"/>
                </a:lnTo>
                <a:lnTo>
                  <a:pt x="6748" y="84090"/>
                </a:lnTo>
                <a:lnTo>
                  <a:pt x="9632" y="88901"/>
                </a:lnTo>
                <a:lnTo>
                  <a:pt x="12972" y="93406"/>
                </a:lnTo>
                <a:lnTo>
                  <a:pt x="16739" y="97561"/>
                </a:lnTo>
                <a:lnTo>
                  <a:pt x="20894" y="101328"/>
                </a:lnTo>
                <a:lnTo>
                  <a:pt x="25399" y="104668"/>
                </a:lnTo>
                <a:lnTo>
                  <a:pt x="30210" y="107552"/>
                </a:lnTo>
                <a:lnTo>
                  <a:pt x="35280" y="109950"/>
                </a:lnTo>
                <a:lnTo>
                  <a:pt x="40560" y="111839"/>
                </a:lnTo>
                <a:lnTo>
                  <a:pt x="46001" y="113202"/>
                </a:lnTo>
                <a:lnTo>
                  <a:pt x="51548" y="114025"/>
                </a:lnTo>
                <a:lnTo>
                  <a:pt x="57150" y="114300"/>
                </a:lnTo>
                <a:close/>
              </a:path>
            </a:pathLst>
          </a:custGeom>
          <a:solidFill xmlns:a="http://schemas.openxmlformats.org/drawingml/2006/main">
            <a:srgbClr val="18232E"/>
          </a:solidFill>
          <a:ln xmlns:a="http://schemas.openxmlformats.org/drawingml/2006/main" w="0">
            <a:noFill/>
          </a:ln>
        </p:spPr>
      </p:sp>
      <p:sp>
        <p:nvSpPr>
          <p:cNvPr id="369" name="dp41-v4-summary / n39 / circle">
            <a:extLst xmlns:a="http://schemas.openxmlformats.org/drawingml/2006/main">
              <a:ext uri="{FF2B5EF4-FFF2-40B4-BE49-F238E27FC236}">
                <a16:creationId xmlns:a16="http://schemas.microsoft.com/office/drawing/2014/main" id="{939E8B24-3AE3-4DA2-AA7E-9D7EC4DAF783}"/>
              </a:ext>
            </a:extLst>
          </p:cNvPr>
          <p:cNvSpPr>
            <a:spLocks xmlns:a="http://schemas.openxmlformats.org/drawingml/2006/main" noGrp="1"/>
          </p:cNvSpPr>
          <p:nvPr/>
        </p:nvSpPr>
        <p:spPr>
          <a:xfrm xmlns:a="http://schemas.openxmlformats.org/drawingml/2006/main">
            <a:off x="10306050" y="9477375"/>
            <a:ext cx="114300" cy="114300"/>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370" name="dp41-v4-summary / n40">
            <a:extLst xmlns:a="http://schemas.openxmlformats.org/drawingml/2006/main">
              <a:ext uri="{FF2B5EF4-FFF2-40B4-BE49-F238E27FC236}">
                <a16:creationId xmlns:a16="http://schemas.microsoft.com/office/drawing/2014/main" id="{F2511FA7-0A4F-4C24-978B-6EC373449459}"/>
              </a:ext>
            </a:extLst>
          </p:cNvPr>
          <p:cNvSpPr>
            <a:spLocks xmlns:a="http://schemas.openxmlformats.org/drawingml/2006/main" noGrp="1"/>
          </p:cNvSpPr>
          <p:nvPr/>
        </p:nvSpPr>
        <p:spPr>
          <a:xfrm xmlns:a="http://schemas.openxmlformats.org/drawingml/2006/main">
            <a:off x="10515600" y="9458325"/>
            <a:ext cx="7381875"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0">
                <a:solidFill>
                  <a:srgbClr val="18232E"/>
                </a:solidFill>
                <a:latin typeface="Apple SD Gothic Neo"/>
                <a:ea typeface="Apple SD Gothic Neo"/>
                <a:cs typeface="Apple SD Gothic Neo"/>
              </a:defRPr>
            </a:pPr>
            <a:r>
              <a:rPr sz="1050" b="0">
                <a:solidFill>
                  <a:srgbClr val="18232E"/>
                </a:solidFill>
                <a:latin typeface="Apple SD Gothic Neo"/>
                <a:ea typeface="Apple SD Gothic Neo"/>
                <a:cs typeface="Apple SD Gothic Neo"/>
              </a:rPr>
              <a:t>3점  $1.0187  [추가 70회 축소]</a:t>
            </a:r>
          </a:p>
        </p:txBody>
      </p:sp>
      <p:sp>
        <p:nvSpPr>
          <p:cNvPr id="371" name="dp41-v4-summary / n41">
            <a:extLst xmlns:a="http://schemas.openxmlformats.org/drawingml/2006/main">
              <a:ext uri="{FF2B5EF4-FFF2-40B4-BE49-F238E27FC236}">
                <a16:creationId xmlns:a16="http://schemas.microsoft.com/office/drawing/2014/main" id="{71427F4A-CEAD-45D8-8AA9-5B1C22D7DFB6}"/>
              </a:ext>
            </a:extLst>
          </p:cNvPr>
          <p:cNvSpPr>
            <a:spLocks xmlns:a="http://schemas.openxmlformats.org/drawingml/2006/main" noGrp="1"/>
          </p:cNvSpPr>
          <p:nvPr/>
        </p:nvSpPr>
        <p:spPr>
          <a:xfrm xmlns:a="http://schemas.openxmlformats.org/drawingml/2006/main">
            <a:off x="381000" y="9620250"/>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1430">
            <a:solidFill>
              <a:srgbClr val="CDD6DE"/>
            </a:solidFill>
          </a:ln>
        </p:spPr>
      </p:sp>
      <p:sp>
        <p:nvSpPr>
          <p:cNvPr id="372" name="dp41-v4-summary / n42">
            <a:extLst xmlns:a="http://schemas.openxmlformats.org/drawingml/2006/main">
              <a:ext uri="{FF2B5EF4-FFF2-40B4-BE49-F238E27FC236}">
                <a16:creationId xmlns:a16="http://schemas.microsoft.com/office/drawing/2014/main" id="{1008A66B-A470-4961-8077-2DE7E4F934F5}"/>
              </a:ext>
            </a:extLst>
          </p:cNvPr>
          <p:cNvSpPr>
            <a:spLocks xmlns:a="http://schemas.openxmlformats.org/drawingml/2006/main" noGrp="1"/>
          </p:cNvSpPr>
          <p:nvPr/>
        </p:nvSpPr>
        <p:spPr>
          <a:xfrm xmlns:a="http://schemas.openxmlformats.org/drawingml/2006/main">
            <a:off x="400050" y="9639300"/>
            <a:ext cx="2333625"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1">
                <a:solidFill>
                  <a:srgbClr val="18232E"/>
                </a:solidFill>
                <a:latin typeface="Apple SD Gothic Neo"/>
                <a:ea typeface="Apple SD Gothic Neo"/>
                <a:cs typeface="Apple SD Gothic Neo"/>
              </a:defRPr>
            </a:pPr>
            <a:r>
              <a:rPr sz="1050" b="1">
                <a:solidFill>
                  <a:srgbClr val="18232E"/>
                </a:solidFill>
                <a:latin typeface="Apple SD Gothic Neo"/>
                <a:ea typeface="Apple SD Gothic Neo"/>
                <a:cs typeface="Apple SD Gothic Neo"/>
              </a:rPr>
              <a:t>VIA 변경 용이성</a:t>
            </a:r>
          </a:p>
        </p:txBody>
      </p:sp>
      <p:sp>
        <p:nvSpPr>
          <p:cNvPr id="373" name="dp41-v4-summary / n43 / circle">
            <a:extLst xmlns:a="http://schemas.openxmlformats.org/drawingml/2006/main">
              <a:ext uri="{FF2B5EF4-FFF2-40B4-BE49-F238E27FC236}">
                <a16:creationId xmlns:a16="http://schemas.microsoft.com/office/drawing/2014/main" id="{0CA98F7F-65EE-4A5D-B43E-5E0F2826BE60}"/>
              </a:ext>
            </a:extLst>
          </p:cNvPr>
          <p:cNvSpPr>
            <a:spLocks xmlns:a="http://schemas.openxmlformats.org/drawingml/2006/main" noGrp="1"/>
          </p:cNvSpPr>
          <p:nvPr/>
        </p:nvSpPr>
        <p:spPr>
          <a:xfrm xmlns:a="http://schemas.openxmlformats.org/drawingml/2006/main">
            <a:off x="2857500" y="9658350"/>
            <a:ext cx="114300" cy="114300"/>
          </a:xfrm>
          <a:prstGeom xmlns:a="http://schemas.openxmlformats.org/drawingml/2006/main" prst="ellipse">
            <a:avLst/>
          </a:prstGeom>
          <a:solidFill xmlns:a="http://schemas.openxmlformats.org/drawingml/2006/main">
            <a:srgbClr val="18232E"/>
          </a:solidFill>
          <a:ln xmlns:a="http://schemas.openxmlformats.org/drawingml/2006/main" w="10478">
            <a:solidFill>
              <a:srgbClr val="18232E"/>
            </a:solidFill>
          </a:ln>
        </p:spPr>
      </p:sp>
      <p:sp>
        <p:nvSpPr>
          <p:cNvPr id="374" name="dp41-v4-summary / n44 / circle">
            <a:extLst xmlns:a="http://schemas.openxmlformats.org/drawingml/2006/main">
              <a:ext uri="{FF2B5EF4-FFF2-40B4-BE49-F238E27FC236}">
                <a16:creationId xmlns:a16="http://schemas.microsoft.com/office/drawing/2014/main" id="{961820E7-31E0-4222-8C06-D5A60F453828}"/>
              </a:ext>
            </a:extLst>
          </p:cNvPr>
          <p:cNvSpPr>
            <a:spLocks xmlns:a="http://schemas.openxmlformats.org/drawingml/2006/main" noGrp="1"/>
          </p:cNvSpPr>
          <p:nvPr/>
        </p:nvSpPr>
        <p:spPr>
          <a:xfrm xmlns:a="http://schemas.openxmlformats.org/drawingml/2006/main">
            <a:off x="3009900" y="9658350"/>
            <a:ext cx="114300" cy="114300"/>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375" name="dp41-v4-summary / n44 / half">
            <a:extLst xmlns:a="http://schemas.openxmlformats.org/drawingml/2006/main">
              <a:ext uri="{FF2B5EF4-FFF2-40B4-BE49-F238E27FC236}">
                <a16:creationId xmlns:a16="http://schemas.microsoft.com/office/drawing/2014/main" id="{7A5CCC38-F5C1-4B90-89BD-2AF83E1C62F4}"/>
              </a:ext>
            </a:extLst>
          </p:cNvPr>
          <p:cNvSpPr>
            <a:spLocks xmlns:a="http://schemas.openxmlformats.org/drawingml/2006/main" noGrp="1"/>
          </p:cNvSpPr>
          <p:nvPr/>
        </p:nvSpPr>
        <p:spPr>
          <a:xfrm xmlns:a="http://schemas.openxmlformats.org/drawingml/2006/main">
            <a:off x="3009900" y="9658350"/>
            <a:ext cx="114300" cy="114300"/>
          </a:xfrm>
          <a:custGeom xmlns:a="http://schemas.openxmlformats.org/drawingml/2006/main">
            <a:pathLst>
              <a:path w="114300" h="114300">
                <a:moveTo>
                  <a:pt x="57150" y="0"/>
                </a:moveTo>
                <a:lnTo>
                  <a:pt x="51548" y="275"/>
                </a:lnTo>
                <a:lnTo>
                  <a:pt x="46001" y="1098"/>
                </a:lnTo>
                <a:lnTo>
                  <a:pt x="40560" y="2461"/>
                </a:lnTo>
                <a:lnTo>
                  <a:pt x="35280" y="4350"/>
                </a:lnTo>
                <a:lnTo>
                  <a:pt x="30210" y="6748"/>
                </a:lnTo>
                <a:lnTo>
                  <a:pt x="25399" y="9632"/>
                </a:lnTo>
                <a:lnTo>
                  <a:pt x="20894" y="12972"/>
                </a:lnTo>
                <a:lnTo>
                  <a:pt x="16739" y="16739"/>
                </a:lnTo>
                <a:lnTo>
                  <a:pt x="12972" y="20894"/>
                </a:lnTo>
                <a:lnTo>
                  <a:pt x="9632" y="25399"/>
                </a:lnTo>
                <a:lnTo>
                  <a:pt x="6748" y="30210"/>
                </a:lnTo>
                <a:lnTo>
                  <a:pt x="4350" y="35280"/>
                </a:lnTo>
                <a:lnTo>
                  <a:pt x="2461" y="40560"/>
                </a:lnTo>
                <a:lnTo>
                  <a:pt x="1098" y="46001"/>
                </a:lnTo>
                <a:lnTo>
                  <a:pt x="275" y="51548"/>
                </a:lnTo>
                <a:lnTo>
                  <a:pt x="0" y="57150"/>
                </a:lnTo>
                <a:lnTo>
                  <a:pt x="275" y="62752"/>
                </a:lnTo>
                <a:lnTo>
                  <a:pt x="1098" y="68299"/>
                </a:lnTo>
                <a:lnTo>
                  <a:pt x="2461" y="73740"/>
                </a:lnTo>
                <a:lnTo>
                  <a:pt x="4350" y="79020"/>
                </a:lnTo>
                <a:lnTo>
                  <a:pt x="6748" y="84090"/>
                </a:lnTo>
                <a:lnTo>
                  <a:pt x="9632" y="88901"/>
                </a:lnTo>
                <a:lnTo>
                  <a:pt x="12972" y="93406"/>
                </a:lnTo>
                <a:lnTo>
                  <a:pt x="16739" y="97561"/>
                </a:lnTo>
                <a:lnTo>
                  <a:pt x="20894" y="101328"/>
                </a:lnTo>
                <a:lnTo>
                  <a:pt x="25399" y="104668"/>
                </a:lnTo>
                <a:lnTo>
                  <a:pt x="30210" y="107552"/>
                </a:lnTo>
                <a:lnTo>
                  <a:pt x="35280" y="109950"/>
                </a:lnTo>
                <a:lnTo>
                  <a:pt x="40560" y="111839"/>
                </a:lnTo>
                <a:lnTo>
                  <a:pt x="46001" y="113202"/>
                </a:lnTo>
                <a:lnTo>
                  <a:pt x="51548" y="114025"/>
                </a:lnTo>
                <a:lnTo>
                  <a:pt x="57150" y="114300"/>
                </a:lnTo>
                <a:close/>
              </a:path>
            </a:pathLst>
          </a:custGeom>
          <a:solidFill xmlns:a="http://schemas.openxmlformats.org/drawingml/2006/main">
            <a:srgbClr val="18232E"/>
          </a:solidFill>
          <a:ln xmlns:a="http://schemas.openxmlformats.org/drawingml/2006/main" w="0">
            <a:noFill/>
          </a:ln>
        </p:spPr>
      </p:sp>
      <p:sp>
        <p:nvSpPr>
          <p:cNvPr id="376" name="dp41-v4-summary / n45 / circle">
            <a:extLst xmlns:a="http://schemas.openxmlformats.org/drawingml/2006/main">
              <a:ext uri="{FF2B5EF4-FFF2-40B4-BE49-F238E27FC236}">
                <a16:creationId xmlns:a16="http://schemas.microsoft.com/office/drawing/2014/main" id="{1FC8B8CF-DE21-476F-BAB5-8C997F2D858C}"/>
              </a:ext>
            </a:extLst>
          </p:cNvPr>
          <p:cNvSpPr>
            <a:spLocks xmlns:a="http://schemas.openxmlformats.org/drawingml/2006/main" noGrp="1"/>
          </p:cNvSpPr>
          <p:nvPr/>
        </p:nvSpPr>
        <p:spPr>
          <a:xfrm xmlns:a="http://schemas.openxmlformats.org/drawingml/2006/main">
            <a:off x="3162300" y="9658350"/>
            <a:ext cx="114300" cy="114300"/>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377" name="dp41-v4-summary / n46">
            <a:extLst xmlns:a="http://schemas.openxmlformats.org/drawingml/2006/main">
              <a:ext uri="{FF2B5EF4-FFF2-40B4-BE49-F238E27FC236}">
                <a16:creationId xmlns:a16="http://schemas.microsoft.com/office/drawing/2014/main" id="{B89AC687-87B6-4419-9DEE-358FA226C9A8}"/>
              </a:ext>
            </a:extLst>
          </p:cNvPr>
          <p:cNvSpPr>
            <a:spLocks xmlns:a="http://schemas.openxmlformats.org/drawingml/2006/main" noGrp="1"/>
          </p:cNvSpPr>
          <p:nvPr/>
        </p:nvSpPr>
        <p:spPr>
          <a:xfrm xmlns:a="http://schemas.openxmlformats.org/drawingml/2006/main">
            <a:off x="3371850" y="9639300"/>
            <a:ext cx="6334125"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0">
                <a:solidFill>
                  <a:srgbClr val="18232E"/>
                </a:solidFill>
                <a:latin typeface="Apple SD Gothic Neo"/>
                <a:ea typeface="Apple SD Gothic Neo"/>
                <a:cs typeface="Apple SD Gothic Neo"/>
              </a:defRPr>
            </a:pPr>
            <a:r>
              <a:rPr sz="1050" b="0">
                <a:solidFill>
                  <a:srgbClr val="18232E"/>
                </a:solidFill>
                <a:latin typeface="Apple SD Gothic Neo"/>
                <a:ea typeface="Apple SD Gothic Neo"/>
                <a:cs typeface="Apple SD Gothic Neo"/>
              </a:rPr>
              <a:t>3점  2.167개  [지침과 검증 변경]</a:t>
            </a:r>
          </a:p>
        </p:txBody>
      </p:sp>
      <p:sp>
        <p:nvSpPr>
          <p:cNvPr id="378" name="dp41-v4-summary / n47 / circle">
            <a:extLst xmlns:a="http://schemas.openxmlformats.org/drawingml/2006/main">
              <a:ext uri="{FF2B5EF4-FFF2-40B4-BE49-F238E27FC236}">
                <a16:creationId xmlns:a16="http://schemas.microsoft.com/office/drawing/2014/main" id="{672C71CA-1B57-4F57-B674-AA6C43276877}"/>
              </a:ext>
            </a:extLst>
          </p:cNvPr>
          <p:cNvSpPr>
            <a:spLocks xmlns:a="http://schemas.openxmlformats.org/drawingml/2006/main" noGrp="1"/>
          </p:cNvSpPr>
          <p:nvPr/>
        </p:nvSpPr>
        <p:spPr>
          <a:xfrm xmlns:a="http://schemas.openxmlformats.org/drawingml/2006/main">
            <a:off x="10001250" y="9658350"/>
            <a:ext cx="114300" cy="114300"/>
          </a:xfrm>
          <a:prstGeom xmlns:a="http://schemas.openxmlformats.org/drawingml/2006/main" prst="ellipse">
            <a:avLst/>
          </a:prstGeom>
          <a:solidFill xmlns:a="http://schemas.openxmlformats.org/drawingml/2006/main">
            <a:srgbClr val="18232E"/>
          </a:solidFill>
          <a:ln xmlns:a="http://schemas.openxmlformats.org/drawingml/2006/main" w="10478">
            <a:solidFill>
              <a:srgbClr val="18232E"/>
            </a:solidFill>
          </a:ln>
        </p:spPr>
      </p:sp>
      <p:sp>
        <p:nvSpPr>
          <p:cNvPr id="379" name="dp41-v4-summary / n48 / circle">
            <a:extLst xmlns:a="http://schemas.openxmlformats.org/drawingml/2006/main">
              <a:ext uri="{FF2B5EF4-FFF2-40B4-BE49-F238E27FC236}">
                <a16:creationId xmlns:a16="http://schemas.microsoft.com/office/drawing/2014/main" id="{76328F8F-060C-42C6-9CB3-A8DE327B2767}"/>
              </a:ext>
            </a:extLst>
          </p:cNvPr>
          <p:cNvSpPr>
            <a:spLocks xmlns:a="http://schemas.openxmlformats.org/drawingml/2006/main" noGrp="1"/>
          </p:cNvSpPr>
          <p:nvPr/>
        </p:nvSpPr>
        <p:spPr>
          <a:xfrm xmlns:a="http://schemas.openxmlformats.org/drawingml/2006/main">
            <a:off x="10153650" y="9658350"/>
            <a:ext cx="114300" cy="114300"/>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380" name="dp41-v4-summary / n49 / circle">
            <a:extLst xmlns:a="http://schemas.openxmlformats.org/drawingml/2006/main">
              <a:ext uri="{FF2B5EF4-FFF2-40B4-BE49-F238E27FC236}">
                <a16:creationId xmlns:a16="http://schemas.microsoft.com/office/drawing/2014/main" id="{71EC81DF-6531-48E3-BD56-C2AC58928DE9}"/>
              </a:ext>
            </a:extLst>
          </p:cNvPr>
          <p:cNvSpPr>
            <a:spLocks xmlns:a="http://schemas.openxmlformats.org/drawingml/2006/main" noGrp="1"/>
          </p:cNvSpPr>
          <p:nvPr/>
        </p:nvSpPr>
        <p:spPr>
          <a:xfrm xmlns:a="http://schemas.openxmlformats.org/drawingml/2006/main">
            <a:off x="10306050" y="9658350"/>
            <a:ext cx="114300" cy="114300"/>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381" name="dp41-v4-summary / n50">
            <a:extLst xmlns:a="http://schemas.openxmlformats.org/drawingml/2006/main">
              <a:ext uri="{FF2B5EF4-FFF2-40B4-BE49-F238E27FC236}">
                <a16:creationId xmlns:a16="http://schemas.microsoft.com/office/drawing/2014/main" id="{6682D2F1-AFCE-454F-91EB-406E73686561}"/>
              </a:ext>
            </a:extLst>
          </p:cNvPr>
          <p:cNvSpPr>
            <a:spLocks xmlns:a="http://schemas.openxmlformats.org/drawingml/2006/main" noGrp="1"/>
          </p:cNvSpPr>
          <p:nvPr/>
        </p:nvSpPr>
        <p:spPr>
          <a:xfrm xmlns:a="http://schemas.openxmlformats.org/drawingml/2006/main">
            <a:off x="10515600" y="9639300"/>
            <a:ext cx="7381875"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0">
                <a:solidFill>
                  <a:srgbClr val="18232E"/>
                </a:solidFill>
                <a:latin typeface="Apple SD Gothic Neo"/>
                <a:ea typeface="Apple SD Gothic Neo"/>
                <a:cs typeface="Apple SD Gothic Neo"/>
              </a:defRPr>
            </a:pPr>
            <a:r>
              <a:rPr sz="1050" b="0">
                <a:solidFill>
                  <a:srgbClr val="18232E"/>
                </a:solidFill>
                <a:latin typeface="Apple SD Gothic Neo"/>
                <a:ea typeface="Apple SD Gothic Neo"/>
                <a:cs typeface="Apple SD Gothic Neo"/>
              </a:rPr>
              <a:t>2점  2.333개  [틀과 Engine 규칙 변경]</a:t>
            </a:r>
          </a:p>
        </p:txBody>
      </p:sp>
      <p:sp>
        <p:nvSpPr>
          <p:cNvPr id="382" name="dp41-v4-summary / n51">
            <a:extLst xmlns:a="http://schemas.openxmlformats.org/drawingml/2006/main">
              <a:ext uri="{FF2B5EF4-FFF2-40B4-BE49-F238E27FC236}">
                <a16:creationId xmlns:a16="http://schemas.microsoft.com/office/drawing/2014/main" id="{ABF61D40-2FB9-4DA7-8B41-5E1DF62C4036}"/>
              </a:ext>
            </a:extLst>
          </p:cNvPr>
          <p:cNvSpPr>
            <a:spLocks xmlns:a="http://schemas.openxmlformats.org/drawingml/2006/main" noGrp="1"/>
          </p:cNvSpPr>
          <p:nvPr/>
        </p:nvSpPr>
        <p:spPr>
          <a:xfrm xmlns:a="http://schemas.openxmlformats.org/drawingml/2006/main">
            <a:off x="381000" y="9801225"/>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1430">
            <a:solidFill>
              <a:srgbClr val="CDD6DE"/>
            </a:solidFill>
          </a:ln>
        </p:spPr>
      </p:sp>
      <p:sp>
        <p:nvSpPr>
          <p:cNvPr id="383" name="dp41-v4-summary / n52">
            <a:extLst xmlns:a="http://schemas.openxmlformats.org/drawingml/2006/main">
              <a:ext uri="{FF2B5EF4-FFF2-40B4-BE49-F238E27FC236}">
                <a16:creationId xmlns:a16="http://schemas.microsoft.com/office/drawing/2014/main" id="{9506029C-B4F1-4E3C-89B3-2E760FB35B62}"/>
              </a:ext>
            </a:extLst>
          </p:cNvPr>
          <p:cNvSpPr>
            <a:spLocks xmlns:a="http://schemas.openxmlformats.org/drawingml/2006/main" noGrp="1"/>
          </p:cNvSpPr>
          <p:nvPr/>
        </p:nvSpPr>
        <p:spPr>
          <a:xfrm xmlns:a="http://schemas.openxmlformats.org/drawingml/2006/main">
            <a:off x="400050" y="9820275"/>
            <a:ext cx="2333625"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1">
                <a:solidFill>
                  <a:srgbClr val="18232E"/>
                </a:solidFill>
                <a:latin typeface="Apple SD Gothic Neo"/>
                <a:ea typeface="Apple SD Gothic Neo"/>
                <a:cs typeface="Apple SD Gothic Neo"/>
              </a:defRPr>
            </a:pPr>
            <a:r>
              <a:rPr sz="1050" b="1">
                <a:solidFill>
                  <a:srgbClr val="18232E"/>
                </a:solidFill>
                <a:latin typeface="Apple SD Gothic Neo"/>
                <a:ea typeface="Apple SD Gothic Neo"/>
                <a:cs typeface="Apple SD Gothic Neo"/>
              </a:rPr>
              <a:t>로컬 VIA 메모리 사용량</a:t>
            </a:r>
          </a:p>
        </p:txBody>
      </p:sp>
      <p:sp>
        <p:nvSpPr>
          <p:cNvPr id="384" name="dp41-v4-summary / n53 / circle">
            <a:extLst xmlns:a="http://schemas.openxmlformats.org/drawingml/2006/main">
              <a:ext uri="{FF2B5EF4-FFF2-40B4-BE49-F238E27FC236}">
                <a16:creationId xmlns:a16="http://schemas.microsoft.com/office/drawing/2014/main" id="{1B0C5E43-59D6-44AD-A623-8C66A9F25C0F}"/>
              </a:ext>
            </a:extLst>
          </p:cNvPr>
          <p:cNvSpPr>
            <a:spLocks xmlns:a="http://schemas.openxmlformats.org/drawingml/2006/main" noGrp="1"/>
          </p:cNvSpPr>
          <p:nvPr/>
        </p:nvSpPr>
        <p:spPr>
          <a:xfrm xmlns:a="http://schemas.openxmlformats.org/drawingml/2006/main">
            <a:off x="2857500" y="9839325"/>
            <a:ext cx="114300" cy="114300"/>
          </a:xfrm>
          <a:prstGeom xmlns:a="http://schemas.openxmlformats.org/drawingml/2006/main" prst="ellipse">
            <a:avLst/>
          </a:prstGeom>
          <a:solidFill xmlns:a="http://schemas.openxmlformats.org/drawingml/2006/main">
            <a:srgbClr val="18232E"/>
          </a:solidFill>
          <a:ln xmlns:a="http://schemas.openxmlformats.org/drawingml/2006/main" w="10478">
            <a:solidFill>
              <a:srgbClr val="18232E"/>
            </a:solidFill>
          </a:ln>
        </p:spPr>
      </p:sp>
      <p:sp>
        <p:nvSpPr>
          <p:cNvPr id="385" name="dp41-v4-summary / n54 / circle">
            <a:extLst xmlns:a="http://schemas.openxmlformats.org/drawingml/2006/main">
              <a:ext uri="{FF2B5EF4-FFF2-40B4-BE49-F238E27FC236}">
                <a16:creationId xmlns:a16="http://schemas.microsoft.com/office/drawing/2014/main" id="{8BF178C3-7083-4072-B9AF-039CFFFAD58B}"/>
              </a:ext>
            </a:extLst>
          </p:cNvPr>
          <p:cNvSpPr>
            <a:spLocks xmlns:a="http://schemas.openxmlformats.org/drawingml/2006/main" noGrp="1"/>
          </p:cNvSpPr>
          <p:nvPr/>
        </p:nvSpPr>
        <p:spPr>
          <a:xfrm xmlns:a="http://schemas.openxmlformats.org/drawingml/2006/main">
            <a:off x="3009900" y="9839325"/>
            <a:ext cx="114300" cy="114300"/>
          </a:xfrm>
          <a:prstGeom xmlns:a="http://schemas.openxmlformats.org/drawingml/2006/main" prst="ellipse">
            <a:avLst/>
          </a:prstGeom>
          <a:solidFill xmlns:a="http://schemas.openxmlformats.org/drawingml/2006/main">
            <a:srgbClr val="18232E"/>
          </a:solidFill>
          <a:ln xmlns:a="http://schemas.openxmlformats.org/drawingml/2006/main" w="10478">
            <a:solidFill>
              <a:srgbClr val="18232E"/>
            </a:solidFill>
          </a:ln>
        </p:spPr>
      </p:sp>
      <p:sp>
        <p:nvSpPr>
          <p:cNvPr id="386" name="dp41-v4-summary / n55 / circle">
            <a:extLst xmlns:a="http://schemas.openxmlformats.org/drawingml/2006/main">
              <a:ext uri="{FF2B5EF4-FFF2-40B4-BE49-F238E27FC236}">
                <a16:creationId xmlns:a16="http://schemas.microsoft.com/office/drawing/2014/main" id="{7BD05084-6790-417F-B702-8610F4B4E0A2}"/>
              </a:ext>
            </a:extLst>
          </p:cNvPr>
          <p:cNvSpPr>
            <a:spLocks xmlns:a="http://schemas.openxmlformats.org/drawingml/2006/main" noGrp="1"/>
          </p:cNvSpPr>
          <p:nvPr/>
        </p:nvSpPr>
        <p:spPr>
          <a:xfrm xmlns:a="http://schemas.openxmlformats.org/drawingml/2006/main">
            <a:off x="3162300" y="9839325"/>
            <a:ext cx="114300" cy="114300"/>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387" name="dp41-v4-summary / n56">
            <a:extLst xmlns:a="http://schemas.openxmlformats.org/drawingml/2006/main">
              <a:ext uri="{FF2B5EF4-FFF2-40B4-BE49-F238E27FC236}">
                <a16:creationId xmlns:a16="http://schemas.microsoft.com/office/drawing/2014/main" id="{5A898D93-B049-4765-AFD3-620BCC85E053}"/>
              </a:ext>
            </a:extLst>
          </p:cNvPr>
          <p:cNvSpPr>
            <a:spLocks xmlns:a="http://schemas.openxmlformats.org/drawingml/2006/main" noGrp="1"/>
          </p:cNvSpPr>
          <p:nvPr/>
        </p:nvSpPr>
        <p:spPr>
          <a:xfrm xmlns:a="http://schemas.openxmlformats.org/drawingml/2006/main">
            <a:off x="3371850" y="9820275"/>
            <a:ext cx="6334125"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0">
                <a:solidFill>
                  <a:srgbClr val="18232E"/>
                </a:solidFill>
                <a:latin typeface="Apple SD Gothic Neo"/>
                <a:ea typeface="Apple SD Gothic Neo"/>
                <a:cs typeface="Apple SD Gothic Neo"/>
              </a:defRPr>
            </a:pPr>
            <a:r>
              <a:rPr sz="1050" b="0">
                <a:solidFill>
                  <a:srgbClr val="18232E"/>
                </a:solidFill>
                <a:latin typeface="Apple SD Gothic Neo"/>
                <a:ea typeface="Apple SD Gothic Neo"/>
                <a:cs typeface="Apple SD Gothic Neo"/>
              </a:rPr>
              <a:t>4점  1,792MiB  [Context와 조회 buffer]</a:t>
            </a:r>
          </a:p>
        </p:txBody>
      </p:sp>
      <p:sp>
        <p:nvSpPr>
          <p:cNvPr id="388" name="dp41-v4-summary / n57 / circle">
            <a:extLst xmlns:a="http://schemas.openxmlformats.org/drawingml/2006/main">
              <a:ext uri="{FF2B5EF4-FFF2-40B4-BE49-F238E27FC236}">
                <a16:creationId xmlns:a16="http://schemas.microsoft.com/office/drawing/2014/main" id="{0A291F5B-DED6-47C8-8F85-650D3A84A2FC}"/>
              </a:ext>
            </a:extLst>
          </p:cNvPr>
          <p:cNvSpPr>
            <a:spLocks xmlns:a="http://schemas.openxmlformats.org/drawingml/2006/main" noGrp="1"/>
          </p:cNvSpPr>
          <p:nvPr/>
        </p:nvSpPr>
        <p:spPr>
          <a:xfrm xmlns:a="http://schemas.openxmlformats.org/drawingml/2006/main">
            <a:off x="10001250" y="9839325"/>
            <a:ext cx="114300" cy="114300"/>
          </a:xfrm>
          <a:prstGeom xmlns:a="http://schemas.openxmlformats.org/drawingml/2006/main" prst="ellipse">
            <a:avLst/>
          </a:prstGeom>
          <a:solidFill xmlns:a="http://schemas.openxmlformats.org/drawingml/2006/main">
            <a:srgbClr val="18232E"/>
          </a:solidFill>
          <a:ln xmlns:a="http://schemas.openxmlformats.org/drawingml/2006/main" w="10478">
            <a:solidFill>
              <a:srgbClr val="18232E"/>
            </a:solidFill>
          </a:ln>
        </p:spPr>
      </p:sp>
      <p:sp>
        <p:nvSpPr>
          <p:cNvPr id="389" name="dp41-v4-summary / n58 / circle">
            <a:extLst xmlns:a="http://schemas.openxmlformats.org/drawingml/2006/main">
              <a:ext uri="{FF2B5EF4-FFF2-40B4-BE49-F238E27FC236}">
                <a16:creationId xmlns:a16="http://schemas.microsoft.com/office/drawing/2014/main" id="{5B86ABD5-BC4E-4CA6-A978-ADFE5D0C336D}"/>
              </a:ext>
            </a:extLst>
          </p:cNvPr>
          <p:cNvSpPr>
            <a:spLocks xmlns:a="http://schemas.openxmlformats.org/drawingml/2006/main" noGrp="1"/>
          </p:cNvSpPr>
          <p:nvPr/>
        </p:nvSpPr>
        <p:spPr>
          <a:xfrm xmlns:a="http://schemas.openxmlformats.org/drawingml/2006/main">
            <a:off x="10153650" y="9839325"/>
            <a:ext cx="114300" cy="114300"/>
          </a:xfrm>
          <a:prstGeom xmlns:a="http://schemas.openxmlformats.org/drawingml/2006/main" prst="ellipse">
            <a:avLst/>
          </a:prstGeom>
          <a:solidFill xmlns:a="http://schemas.openxmlformats.org/drawingml/2006/main">
            <a:srgbClr val="18232E"/>
          </a:solidFill>
          <a:ln xmlns:a="http://schemas.openxmlformats.org/drawingml/2006/main" w="10478">
            <a:solidFill>
              <a:srgbClr val="18232E"/>
            </a:solidFill>
          </a:ln>
        </p:spPr>
      </p:sp>
      <p:sp>
        <p:nvSpPr>
          <p:cNvPr id="390" name="dp41-v4-summary / n59 / circle">
            <a:extLst xmlns:a="http://schemas.openxmlformats.org/drawingml/2006/main">
              <a:ext uri="{FF2B5EF4-FFF2-40B4-BE49-F238E27FC236}">
                <a16:creationId xmlns:a16="http://schemas.microsoft.com/office/drawing/2014/main" id="{773AAEFE-EAC5-4B74-AF68-394C559E4F1E}"/>
              </a:ext>
            </a:extLst>
          </p:cNvPr>
          <p:cNvSpPr>
            <a:spLocks xmlns:a="http://schemas.openxmlformats.org/drawingml/2006/main" noGrp="1"/>
          </p:cNvSpPr>
          <p:nvPr/>
        </p:nvSpPr>
        <p:spPr>
          <a:xfrm xmlns:a="http://schemas.openxmlformats.org/drawingml/2006/main">
            <a:off x="10306050" y="9839325"/>
            <a:ext cx="114300" cy="114300"/>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391" name="dp41-v4-summary / n60">
            <a:extLst xmlns:a="http://schemas.openxmlformats.org/drawingml/2006/main">
              <a:ext uri="{FF2B5EF4-FFF2-40B4-BE49-F238E27FC236}">
                <a16:creationId xmlns:a16="http://schemas.microsoft.com/office/drawing/2014/main" id="{EE684919-968C-4834-BAA0-ACFE4D2E4B70}"/>
              </a:ext>
            </a:extLst>
          </p:cNvPr>
          <p:cNvSpPr>
            <a:spLocks xmlns:a="http://schemas.openxmlformats.org/drawingml/2006/main" noGrp="1"/>
          </p:cNvSpPr>
          <p:nvPr/>
        </p:nvSpPr>
        <p:spPr>
          <a:xfrm xmlns:a="http://schemas.openxmlformats.org/drawingml/2006/main">
            <a:off x="10515600" y="9820275"/>
            <a:ext cx="7381875"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0">
                <a:solidFill>
                  <a:srgbClr val="18232E"/>
                </a:solidFill>
                <a:latin typeface="Apple SD Gothic Neo"/>
                <a:ea typeface="Apple SD Gothic Neo"/>
                <a:cs typeface="Apple SD Gothic Neo"/>
              </a:defRPr>
            </a:pPr>
            <a:r>
              <a:rPr sz="1050" b="0">
                <a:solidFill>
                  <a:srgbClr val="18232E"/>
                </a:solidFill>
                <a:latin typeface="Apple SD Gothic Neo"/>
                <a:ea typeface="Apple SD Gothic Neo"/>
                <a:cs typeface="Apple SD Gothic Neo"/>
              </a:rPr>
              <a:t>4점  1,760MiB  [틀과 항목별 상태]</a:t>
            </a:r>
          </a:p>
        </p:txBody>
      </p:sp>
      <p:sp>
        <p:nvSpPr>
          <p:cNvPr id="392" name="dp41-v4-summary / n61">
            <a:extLst xmlns:a="http://schemas.openxmlformats.org/drawingml/2006/main">
              <a:ext uri="{FF2B5EF4-FFF2-40B4-BE49-F238E27FC236}">
                <a16:creationId xmlns:a16="http://schemas.microsoft.com/office/drawing/2014/main" id="{05491D2E-CC78-4A3F-9B4B-429F5A386346}"/>
              </a:ext>
            </a:extLst>
          </p:cNvPr>
          <p:cNvSpPr>
            <a:spLocks xmlns:a="http://schemas.openxmlformats.org/drawingml/2006/main" noGrp="1"/>
          </p:cNvSpPr>
          <p:nvPr/>
        </p:nvSpPr>
        <p:spPr>
          <a:xfrm xmlns:a="http://schemas.openxmlformats.org/drawingml/2006/main">
            <a:off x="381000" y="10029825"/>
            <a:ext cx="175260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0">
                <a:solidFill>
                  <a:srgbClr val="5F6B77"/>
                </a:solidFill>
                <a:latin typeface="Apple SD Gothic Neo"/>
                <a:ea typeface="Apple SD Gothic Neo"/>
                <a:cs typeface="Apple SD Gothic Neo"/>
              </a:defRPr>
            </a:pPr>
            <a:r>
              <a:rPr sz="1050" b="0">
                <a:solidFill>
                  <a:srgbClr val="5F6B77"/>
                </a:solidFill>
                <a:latin typeface="Apple SD Gothic Neo"/>
                <a:ea typeface="Apple SD Gothic Neo"/>
                <a:cs typeface="Apple SD Gothic Neo"/>
              </a:rPr>
              <a:t>사고 실험 가정값 / ASR-QA-v5 기준 / 실제 측정 전 / 보호 조건 별도 / 상세 비교 다음 장</a:t>
            </a:r>
          </a:p>
        </p:txBody>
      </p:sp>
      <p:sp>
        <p:nvSpPr>
          <p:cNvPr id="33" name="dp41-comparison / n33">
            <a:extLst xmlns:a="http://schemas.openxmlformats.org/drawingml/2006/main">
              <a:ext uri="{FF2B5EF4-FFF2-40B4-BE49-F238E27FC236}">
                <a16:creationId xmlns:a16="http://schemas.microsoft.com/office/drawing/2014/main" id="{92273DE2-B5FF-4E5A-918E-6313F3238361}"/>
              </a:ext>
            </a:extLst>
          </p:cNvPr>
          <p:cNvSpPr>
            <a:spLocks xmlns:a="http://schemas.openxmlformats.org/drawingml/2006/main" noGrp="1"/>
          </p:cNvSpPr>
          <p:nvPr/>
        </p:nvSpPr>
        <p:spPr>
          <a:xfrm xmlns:a="http://schemas.openxmlformats.org/drawingml/2006/main">
            <a:off x="447675" y="3257550"/>
            <a:ext cx="819150" cy="500062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34" name="dp41-comparison / n34 / text 1">
            <a:extLst xmlns:a="http://schemas.openxmlformats.org/drawingml/2006/main">
              <a:ext uri="{FF2B5EF4-FFF2-40B4-BE49-F238E27FC236}">
                <a16:creationId xmlns:a16="http://schemas.microsoft.com/office/drawing/2014/main" id="{6962B764-9ACD-43DD-AE77-7595EA5EF87E}"/>
              </a:ext>
            </a:extLst>
          </p:cNvPr>
          <p:cNvSpPr>
            <a:spLocks xmlns:a="http://schemas.openxmlformats.org/drawingml/2006/main" noGrp="1"/>
          </p:cNvSpPr>
          <p:nvPr/>
        </p:nvSpPr>
        <p:spPr>
          <a:xfrm xmlns:a="http://schemas.openxmlformats.org/drawingml/2006/main">
            <a:off x="466725" y="3343275"/>
            <a:ext cx="781050"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25" b="1">
                <a:solidFill>
                  <a:srgbClr val="000000"/>
                </a:solidFill>
                <a:latin typeface="Apple SD Gothic Neo"/>
                <a:ea typeface="Apple SD Gothic Neo"/>
                <a:cs typeface="Apple SD Gothic Neo"/>
              </a:defRPr>
            </a:pPr>
            <a:r>
              <a:rPr sz="1125" b="1">
                <a:solidFill>
                  <a:srgbClr val="000000"/>
                </a:solidFill>
                <a:latin typeface="Apple SD Gothic Neo"/>
                <a:ea typeface="Apple SD Gothic Neo"/>
                <a:cs typeface="Apple SD Gothic Neo"/>
              </a:rPr>
              <a:t>Legend</a:t>
            </a:r>
          </a:p>
        </p:txBody>
      </p:sp>
      <p:sp>
        <p:nvSpPr>
          <p:cNvPr id="35" name="dp41-comparison / n35">
            <a:extLst xmlns:a="http://schemas.openxmlformats.org/drawingml/2006/main">
              <a:ext uri="{FF2B5EF4-FFF2-40B4-BE49-F238E27FC236}">
                <a16:creationId xmlns:a16="http://schemas.microsoft.com/office/drawing/2014/main" id="{82064829-4E43-4160-8F4F-A1065F06005D}"/>
              </a:ext>
            </a:extLst>
          </p:cNvPr>
          <p:cNvSpPr>
            <a:spLocks xmlns:a="http://schemas.openxmlformats.org/drawingml/2006/main" noGrp="1"/>
          </p:cNvSpPr>
          <p:nvPr/>
        </p:nvSpPr>
        <p:spPr>
          <a:xfrm xmlns:a="http://schemas.openxmlformats.org/drawingml/2006/main">
            <a:off x="504825" y="3609975"/>
            <a:ext cx="704850" cy="25717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36" name="dp41-comparison / n36 / text 1">
            <a:extLst xmlns:a="http://schemas.openxmlformats.org/drawingml/2006/main">
              <a:ext uri="{FF2B5EF4-FFF2-40B4-BE49-F238E27FC236}">
                <a16:creationId xmlns:a16="http://schemas.microsoft.com/office/drawing/2014/main" id="{0D25AD4F-B217-41BC-BC2D-13AAC3E69B4E}"/>
              </a:ext>
            </a:extLst>
          </p:cNvPr>
          <p:cNvSpPr>
            <a:spLocks xmlns:a="http://schemas.openxmlformats.org/drawingml/2006/main" noGrp="1"/>
          </p:cNvSpPr>
          <p:nvPr/>
        </p:nvSpPr>
        <p:spPr>
          <a:xfrm xmlns:a="http://schemas.openxmlformats.org/drawingml/2006/main">
            <a:off x="590550" y="3676650"/>
            <a:ext cx="5334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750" b="1">
                <a:solidFill>
                  <a:srgbClr val="000000"/>
                </a:solidFill>
                <a:latin typeface="Apple SD Gothic Neo"/>
                <a:ea typeface="Apple SD Gothic Neo"/>
                <a:cs typeface="Apple SD Gothic Neo"/>
              </a:defRPr>
            </a:pPr>
            <a:r>
              <a:rPr sz="750" b="1">
                <a:solidFill>
                  <a:srgbClr val="000000"/>
                </a:solidFill>
                <a:latin typeface="Apple SD Gothic Neo"/>
                <a:ea typeface="Apple SD Gothic Neo"/>
                <a:cs typeface="Apple SD Gothic Neo"/>
              </a:rPr>
              <a:t>Component</a:t>
            </a:r>
          </a:p>
        </p:txBody>
      </p:sp>
      <p:sp>
        <p:nvSpPr>
          <p:cNvPr id="37" name="dp41-comparison / n37 / text 1">
            <a:extLst xmlns:a="http://schemas.openxmlformats.org/drawingml/2006/main">
              <a:ext uri="{FF2B5EF4-FFF2-40B4-BE49-F238E27FC236}">
                <a16:creationId xmlns:a16="http://schemas.microsoft.com/office/drawing/2014/main" id="{42F434CB-EEDA-418F-808F-A4328D67582B}"/>
              </a:ext>
            </a:extLst>
          </p:cNvPr>
          <p:cNvSpPr>
            <a:spLocks xmlns:a="http://schemas.openxmlformats.org/drawingml/2006/main" noGrp="1"/>
          </p:cNvSpPr>
          <p:nvPr/>
        </p:nvSpPr>
        <p:spPr>
          <a:xfrm xmlns:a="http://schemas.openxmlformats.org/drawingml/2006/main">
            <a:off x="514350" y="3895725"/>
            <a:ext cx="72390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논리 책임</a:t>
            </a:r>
          </a:p>
        </p:txBody>
      </p:sp>
      <p:sp>
        <p:nvSpPr>
          <p:cNvPr id="38" name="dp41-comparison / n38">
            <a:extLst xmlns:a="http://schemas.openxmlformats.org/drawingml/2006/main">
              <a:ext uri="{FF2B5EF4-FFF2-40B4-BE49-F238E27FC236}">
                <a16:creationId xmlns:a16="http://schemas.microsoft.com/office/drawing/2014/main" id="{373933B6-4823-4636-9068-098C7811A35B}"/>
              </a:ext>
            </a:extLst>
          </p:cNvPr>
          <p:cNvSpPr>
            <a:spLocks xmlns:a="http://schemas.openxmlformats.org/drawingml/2006/main" noGrp="1"/>
          </p:cNvSpPr>
          <p:nvPr/>
        </p:nvSpPr>
        <p:spPr>
          <a:xfrm xmlns:a="http://schemas.openxmlformats.org/drawingml/2006/main">
            <a:off x="504825" y="4171950"/>
            <a:ext cx="704850" cy="257175"/>
          </a:xfrm>
          <a:prstGeom xmlns:a="http://schemas.openxmlformats.org/drawingml/2006/main" prst="roundRect">
            <a:avLst>
              <a:gd name="adj" fmla="val 29630"/>
            </a:avLst>
          </a:prstGeom>
          <a:solidFill xmlns:a="http://schemas.openxmlformats.org/drawingml/2006/main">
            <a:srgbClr val="FFFFFF"/>
          </a:solidFill>
          <a:ln xmlns:a="http://schemas.openxmlformats.org/drawingml/2006/main" w="9525">
            <a:solidFill>
              <a:srgbClr val="000000"/>
            </a:solidFill>
            <a:prstDash val="solid"/>
          </a:ln>
        </p:spPr>
      </p:sp>
      <p:sp>
        <p:nvSpPr>
          <p:cNvPr id="39" name="dp41-comparison / n39 / text 1">
            <a:extLst xmlns:a="http://schemas.openxmlformats.org/drawingml/2006/main">
              <a:ext uri="{FF2B5EF4-FFF2-40B4-BE49-F238E27FC236}">
                <a16:creationId xmlns:a16="http://schemas.microsoft.com/office/drawing/2014/main" id="{9E238197-EE4E-420B-96A3-15ADA1FFD96C}"/>
              </a:ext>
            </a:extLst>
          </p:cNvPr>
          <p:cNvSpPr>
            <a:spLocks xmlns:a="http://schemas.openxmlformats.org/drawingml/2006/main" noGrp="1"/>
          </p:cNvSpPr>
          <p:nvPr/>
        </p:nvSpPr>
        <p:spPr>
          <a:xfrm xmlns:a="http://schemas.openxmlformats.org/drawingml/2006/main">
            <a:off x="590550" y="4238625"/>
            <a:ext cx="5334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750" b="1">
                <a:solidFill>
                  <a:srgbClr val="000000"/>
                </a:solidFill>
                <a:latin typeface="Apple SD Gothic Neo"/>
                <a:ea typeface="Apple SD Gothic Neo"/>
                <a:cs typeface="Apple SD Gothic Neo"/>
              </a:defRPr>
            </a:pPr>
            <a:r>
              <a:rPr sz="750" b="1">
                <a:solidFill>
                  <a:srgbClr val="000000"/>
                </a:solidFill>
                <a:latin typeface="Apple SD Gothic Neo"/>
                <a:ea typeface="Apple SD Gothic Neo"/>
                <a:cs typeface="Apple SD Gothic Neo"/>
              </a:rPr>
              <a:t>Module</a:t>
            </a:r>
          </a:p>
        </p:txBody>
      </p:sp>
      <p:sp>
        <p:nvSpPr>
          <p:cNvPr id="40" name="dp41-comparison / n40 / text 1">
            <a:extLst xmlns:a="http://schemas.openxmlformats.org/drawingml/2006/main">
              <a:ext uri="{FF2B5EF4-FFF2-40B4-BE49-F238E27FC236}">
                <a16:creationId xmlns:a16="http://schemas.microsoft.com/office/drawing/2014/main" id="{D9D5C9C1-1396-4221-8B2C-2ED4F2274A36}"/>
              </a:ext>
            </a:extLst>
          </p:cNvPr>
          <p:cNvSpPr>
            <a:spLocks xmlns:a="http://schemas.openxmlformats.org/drawingml/2006/main" noGrp="1"/>
          </p:cNvSpPr>
          <p:nvPr/>
        </p:nvSpPr>
        <p:spPr>
          <a:xfrm xmlns:a="http://schemas.openxmlformats.org/drawingml/2006/main">
            <a:off x="514350" y="4457700"/>
            <a:ext cx="72390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내부 구현</a:t>
            </a:r>
          </a:p>
        </p:txBody>
      </p:sp>
      <p:sp>
        <p:nvSpPr>
          <p:cNvPr id="41" name="dp41-comparison / n41">
            <a:extLst xmlns:a="http://schemas.openxmlformats.org/drawingml/2006/main">
              <a:ext uri="{FF2B5EF4-FFF2-40B4-BE49-F238E27FC236}">
                <a16:creationId xmlns:a16="http://schemas.microsoft.com/office/drawing/2014/main" id="{50108A09-0A36-4705-856F-B6BC4DB5832D}"/>
              </a:ext>
            </a:extLst>
          </p:cNvPr>
          <p:cNvSpPr>
            <a:spLocks xmlns:a="http://schemas.openxmlformats.org/drawingml/2006/main" noGrp="1"/>
          </p:cNvSpPr>
          <p:nvPr/>
        </p:nvSpPr>
        <p:spPr>
          <a:xfrm xmlns:a="http://schemas.openxmlformats.org/drawingml/2006/main">
            <a:off x="504825" y="4733925"/>
            <a:ext cx="704850" cy="257175"/>
          </a:xfrm>
          <a:custGeom xmlns:a="http://schemas.openxmlformats.org/drawingml/2006/main">
            <a:pathLst>
              <a:path w="704850" h="257175">
                <a:moveTo>
                  <a:pt x="0" y="0"/>
                </a:moveTo>
                <a:lnTo>
                  <a:pt x="533400" y="0"/>
                </a:lnTo>
                <a:lnTo>
                  <a:pt x="704850" y="171450"/>
                </a:lnTo>
                <a:lnTo>
                  <a:pt x="704850" y="257175"/>
                </a:lnTo>
                <a:lnTo>
                  <a:pt x="0" y="257175"/>
                </a:lnTo>
                <a:close/>
              </a:path>
            </a:pathLst>
          </a:custGeom>
          <a:solidFill xmlns:a="http://schemas.openxmlformats.org/drawingml/2006/main">
            <a:srgbClr val="FFFFFF"/>
          </a:solidFill>
          <a:ln xmlns:a="http://schemas.openxmlformats.org/drawingml/2006/main" w="9525">
            <a:solidFill>
              <a:srgbClr val="000000"/>
            </a:solidFill>
            <a:prstDash val="solid"/>
          </a:ln>
        </p:spPr>
      </p:sp>
      <p:sp>
        <p:nvSpPr>
          <p:cNvPr id="42" name="dp41-comparison / n41 / fold">
            <a:extLst xmlns:a="http://schemas.openxmlformats.org/drawingml/2006/main">
              <a:ext uri="{FF2B5EF4-FFF2-40B4-BE49-F238E27FC236}">
                <a16:creationId xmlns:a16="http://schemas.microsoft.com/office/drawing/2014/main" id="{4DF9D00A-4F3B-4965-8E0A-0B7E921D5ED6}"/>
              </a:ext>
            </a:extLst>
          </p:cNvPr>
          <p:cNvSpPr>
            <a:spLocks xmlns:a="http://schemas.openxmlformats.org/drawingml/2006/main" noGrp="1"/>
          </p:cNvSpPr>
          <p:nvPr/>
        </p:nvSpPr>
        <p:spPr>
          <a:xfrm xmlns:a="http://schemas.openxmlformats.org/drawingml/2006/main">
            <a:off x="1038225" y="4733925"/>
            <a:ext cx="171450" cy="171450"/>
          </a:xfrm>
          <a:custGeom xmlns:a="http://schemas.openxmlformats.org/drawingml/2006/main">
            <a:pathLst>
              <a:path w="171450" h="171450">
                <a:moveTo>
                  <a:pt x="0" y="0"/>
                </a:moveTo>
                <a:lnTo>
                  <a:pt x="0" y="171450"/>
                </a:lnTo>
                <a:lnTo>
                  <a:pt x="171450" y="171450"/>
                </a:lnTo>
              </a:path>
            </a:pathLst>
          </a:custGeom>
          <a:noFill xmlns:a="http://schemas.openxmlformats.org/drawingml/2006/main"/>
          <a:ln xmlns:a="http://schemas.openxmlformats.org/drawingml/2006/main" w="9525">
            <a:solidFill>
              <a:srgbClr val="000000"/>
            </a:solidFill>
            <a:prstDash val="solid"/>
          </a:ln>
        </p:spPr>
      </p:sp>
      <p:sp>
        <p:nvSpPr>
          <p:cNvPr id="43" name="dp41-comparison / n42 / text 1">
            <a:extLst xmlns:a="http://schemas.openxmlformats.org/drawingml/2006/main">
              <a:ext uri="{FF2B5EF4-FFF2-40B4-BE49-F238E27FC236}">
                <a16:creationId xmlns:a16="http://schemas.microsoft.com/office/drawing/2014/main" id="{27302138-2078-48FA-B4D1-E507399F3EF7}"/>
              </a:ext>
            </a:extLst>
          </p:cNvPr>
          <p:cNvSpPr>
            <a:spLocks xmlns:a="http://schemas.openxmlformats.org/drawingml/2006/main" noGrp="1"/>
          </p:cNvSpPr>
          <p:nvPr/>
        </p:nvSpPr>
        <p:spPr>
          <a:xfrm xmlns:a="http://schemas.openxmlformats.org/drawingml/2006/main">
            <a:off x="523875" y="4800600"/>
            <a:ext cx="66675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Data</a:t>
            </a:r>
          </a:p>
        </p:txBody>
      </p:sp>
      <p:sp>
        <p:nvSpPr>
          <p:cNvPr id="44" name="dp41-comparison / n43 / text 1">
            <a:extLst xmlns:a="http://schemas.openxmlformats.org/drawingml/2006/main">
              <a:ext uri="{FF2B5EF4-FFF2-40B4-BE49-F238E27FC236}">
                <a16:creationId xmlns:a16="http://schemas.microsoft.com/office/drawing/2014/main" id="{B48FC52D-2886-4F1A-B0BE-01CAF1027F74}"/>
              </a:ext>
            </a:extLst>
          </p:cNvPr>
          <p:cNvSpPr>
            <a:spLocks xmlns:a="http://schemas.openxmlformats.org/drawingml/2006/main" noGrp="1"/>
          </p:cNvSpPr>
          <p:nvPr/>
        </p:nvSpPr>
        <p:spPr>
          <a:xfrm xmlns:a="http://schemas.openxmlformats.org/drawingml/2006/main">
            <a:off x="514350" y="5019675"/>
            <a:ext cx="72390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교환 예시</a:t>
            </a:r>
          </a:p>
        </p:txBody>
      </p:sp>
      <p:sp>
        <p:nvSpPr>
          <p:cNvPr id="45" name="dp41-comparison / n44">
            <a:extLst xmlns:a="http://schemas.openxmlformats.org/drawingml/2006/main">
              <a:ext uri="{FF2B5EF4-FFF2-40B4-BE49-F238E27FC236}">
                <a16:creationId xmlns:a16="http://schemas.microsoft.com/office/drawing/2014/main" id="{994B1111-BC18-45F0-970E-ED24A8205625}"/>
              </a:ext>
            </a:extLst>
          </p:cNvPr>
          <p:cNvSpPr>
            <a:spLocks xmlns:a="http://schemas.openxmlformats.org/drawingml/2006/main" noGrp="1"/>
          </p:cNvSpPr>
          <p:nvPr/>
        </p:nvSpPr>
        <p:spPr>
          <a:xfrm xmlns:a="http://schemas.openxmlformats.org/drawingml/2006/main">
            <a:off x="504825" y="5286375"/>
            <a:ext cx="704850" cy="257175"/>
          </a:xfrm>
          <a:prstGeom xmlns:a="http://schemas.openxmlformats.org/drawingml/2006/main" prst="hexagon">
            <a:avLst/>
          </a:prstGeom>
          <a:solidFill xmlns:a="http://schemas.openxmlformats.org/drawingml/2006/main">
            <a:srgbClr val="FFFFFF"/>
          </a:solidFill>
          <a:ln xmlns:a="http://schemas.openxmlformats.org/drawingml/2006/main" w="9525">
            <a:solidFill>
              <a:srgbClr val="000000"/>
            </a:solidFill>
            <a:prstDash val="solid"/>
          </a:ln>
        </p:spPr>
      </p:sp>
      <p:sp>
        <p:nvSpPr>
          <p:cNvPr id="46" name="dp41-comparison / n45 / text 1">
            <a:extLst xmlns:a="http://schemas.openxmlformats.org/drawingml/2006/main">
              <a:ext uri="{FF2B5EF4-FFF2-40B4-BE49-F238E27FC236}">
                <a16:creationId xmlns:a16="http://schemas.microsoft.com/office/drawing/2014/main" id="{815CB5E7-08EC-45EA-BCE1-59C9124280EF}"/>
              </a:ext>
            </a:extLst>
          </p:cNvPr>
          <p:cNvSpPr>
            <a:spLocks xmlns:a="http://schemas.openxmlformats.org/drawingml/2006/main" noGrp="1"/>
          </p:cNvSpPr>
          <p:nvPr/>
        </p:nvSpPr>
        <p:spPr>
          <a:xfrm xmlns:a="http://schemas.openxmlformats.org/drawingml/2006/main">
            <a:off x="590550" y="5353050"/>
            <a:ext cx="5334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750" b="1">
                <a:solidFill>
                  <a:srgbClr val="000000"/>
                </a:solidFill>
                <a:latin typeface="Apple SD Gothic Neo"/>
                <a:ea typeface="Apple SD Gothic Neo"/>
                <a:cs typeface="Apple SD Gothic Neo"/>
              </a:defRPr>
            </a:pPr>
            <a:r>
              <a:rPr sz="750" b="1">
                <a:solidFill>
                  <a:srgbClr val="000000"/>
                </a:solidFill>
                <a:latin typeface="Apple SD Gothic Neo"/>
                <a:ea typeface="Apple SD Gothic Neo"/>
                <a:cs typeface="Apple SD Gothic Neo"/>
              </a:rPr>
              <a:t>LLM</a:t>
            </a:r>
          </a:p>
        </p:txBody>
      </p:sp>
      <p:sp>
        <p:nvSpPr>
          <p:cNvPr id="47" name="dp41-comparison / n46 / text 1">
            <a:extLst xmlns:a="http://schemas.openxmlformats.org/drawingml/2006/main">
              <a:ext uri="{FF2B5EF4-FFF2-40B4-BE49-F238E27FC236}">
                <a16:creationId xmlns:a16="http://schemas.microsoft.com/office/drawing/2014/main" id="{F01AF6A3-D414-470C-B716-3010B3183DF4}"/>
              </a:ext>
            </a:extLst>
          </p:cNvPr>
          <p:cNvSpPr>
            <a:spLocks xmlns:a="http://schemas.openxmlformats.org/drawingml/2006/main" noGrp="1"/>
          </p:cNvSpPr>
          <p:nvPr/>
        </p:nvSpPr>
        <p:spPr>
          <a:xfrm xmlns:a="http://schemas.openxmlformats.org/drawingml/2006/main">
            <a:off x="514350" y="5572125"/>
            <a:ext cx="72390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외부 모델</a:t>
            </a:r>
          </a:p>
        </p:txBody>
      </p:sp>
      <p:sp>
        <p:nvSpPr>
          <p:cNvPr id="48" name="dp41-comparison / n47">
            <a:extLst xmlns:a="http://schemas.openxmlformats.org/drawingml/2006/main">
              <a:ext uri="{FF2B5EF4-FFF2-40B4-BE49-F238E27FC236}">
                <a16:creationId xmlns:a16="http://schemas.microsoft.com/office/drawing/2014/main" id="{99A147B0-6569-4AC4-887B-3B54CA681CF3}"/>
              </a:ext>
            </a:extLst>
          </p:cNvPr>
          <p:cNvSpPr>
            <a:spLocks xmlns:a="http://schemas.openxmlformats.org/drawingml/2006/main" noGrp="1"/>
          </p:cNvSpPr>
          <p:nvPr/>
        </p:nvSpPr>
        <p:spPr>
          <a:xfrm xmlns:a="http://schemas.openxmlformats.org/drawingml/2006/main">
            <a:off x="504825" y="5848350"/>
            <a:ext cx="704850" cy="257175"/>
          </a:xfrm>
          <a:prstGeom xmlns:a="http://schemas.openxmlformats.org/drawingml/2006/main" prst="roundRect">
            <a:avLst>
              <a:gd name="adj" fmla="val 29630"/>
            </a:avLst>
          </a:prstGeom>
          <a:solidFill xmlns:a="http://schemas.openxmlformats.org/drawingml/2006/main">
            <a:srgbClr val="FFF0DD"/>
          </a:solidFill>
          <a:ln xmlns:a="http://schemas.openxmlformats.org/drawingml/2006/main" w="9525">
            <a:solidFill>
              <a:srgbClr val="B8753F"/>
            </a:solidFill>
            <a:prstDash val="solid"/>
          </a:ln>
        </p:spPr>
      </p:sp>
      <p:sp>
        <p:nvSpPr>
          <p:cNvPr id="49" name="dp41-comparison / n48 / text 1">
            <a:extLst xmlns:a="http://schemas.openxmlformats.org/drawingml/2006/main">
              <a:ext uri="{FF2B5EF4-FFF2-40B4-BE49-F238E27FC236}">
                <a16:creationId xmlns:a16="http://schemas.microsoft.com/office/drawing/2014/main" id="{7261E555-560D-47DA-AADD-68D0A1E21CCF}"/>
              </a:ext>
            </a:extLst>
          </p:cNvPr>
          <p:cNvSpPr>
            <a:spLocks xmlns:a="http://schemas.openxmlformats.org/drawingml/2006/main" noGrp="1"/>
          </p:cNvSpPr>
          <p:nvPr/>
        </p:nvSpPr>
        <p:spPr>
          <a:xfrm xmlns:a="http://schemas.openxmlformats.org/drawingml/2006/main">
            <a:off x="590550" y="5915025"/>
            <a:ext cx="5334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750" b="1">
                <a:solidFill>
                  <a:srgbClr val="000000"/>
                </a:solidFill>
                <a:latin typeface="Apple SD Gothic Neo"/>
                <a:ea typeface="Apple SD Gothic Neo"/>
                <a:cs typeface="Apple SD Gothic Neo"/>
              </a:defRPr>
            </a:pPr>
            <a:r>
              <a:rPr sz="750" b="1">
                <a:solidFill>
                  <a:srgbClr val="000000"/>
                </a:solidFill>
                <a:latin typeface="Apple SD Gothic Neo"/>
                <a:ea typeface="Apple SD Gothic Neo"/>
                <a:cs typeface="Apple SD Gothic Neo"/>
              </a:rPr>
              <a:t>Module</a:t>
            </a:r>
          </a:p>
        </p:txBody>
      </p:sp>
      <p:sp>
        <p:nvSpPr>
          <p:cNvPr id="50" name="dp41-comparison / n49 / text 1">
            <a:extLst xmlns:a="http://schemas.openxmlformats.org/drawingml/2006/main">
              <a:ext uri="{FF2B5EF4-FFF2-40B4-BE49-F238E27FC236}">
                <a16:creationId xmlns:a16="http://schemas.microsoft.com/office/drawing/2014/main" id="{FB3149C5-FDE3-437C-85F1-A549A776F18D}"/>
              </a:ext>
            </a:extLst>
          </p:cNvPr>
          <p:cNvSpPr>
            <a:spLocks xmlns:a="http://schemas.openxmlformats.org/drawingml/2006/main" noGrp="1"/>
          </p:cNvSpPr>
          <p:nvPr/>
        </p:nvSpPr>
        <p:spPr>
          <a:xfrm xmlns:a="http://schemas.openxmlformats.org/drawingml/2006/main">
            <a:off x="514350" y="6134100"/>
            <a:ext cx="72390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차이: 살구색</a:t>
            </a:r>
          </a:p>
        </p:txBody>
      </p:sp>
      <p:sp>
        <p:nvSpPr>
          <p:cNvPr id="51" name="dp41-comparison / n50">
            <a:extLst xmlns:a="http://schemas.openxmlformats.org/drawingml/2006/main">
              <a:ext uri="{FF2B5EF4-FFF2-40B4-BE49-F238E27FC236}">
                <a16:creationId xmlns:a16="http://schemas.microsoft.com/office/drawing/2014/main" id="{422AFBA7-B008-4433-8174-23AC37E40EEA}"/>
              </a:ext>
            </a:extLst>
          </p:cNvPr>
          <p:cNvSpPr>
            <a:spLocks xmlns:a="http://schemas.openxmlformats.org/drawingml/2006/main" noGrp="1"/>
          </p:cNvSpPr>
          <p:nvPr/>
        </p:nvSpPr>
        <p:spPr>
          <a:xfrm xmlns:a="http://schemas.openxmlformats.org/drawingml/2006/main">
            <a:off x="504825" y="6362700"/>
            <a:ext cx="704850" cy="257175"/>
          </a:xfrm>
          <a:prstGeom xmlns:a="http://schemas.openxmlformats.org/drawingml/2006/main" prst="can">
            <a:avLst>
              <a:gd name="adj" fmla="val 20000"/>
            </a:avLst>
          </a:prstGeom>
          <a:solidFill xmlns:a="http://schemas.openxmlformats.org/drawingml/2006/main">
            <a:srgbClr val="FFFFFF"/>
          </a:solidFill>
          <a:ln xmlns:a="http://schemas.openxmlformats.org/drawingml/2006/main" w="9525">
            <a:solidFill>
              <a:srgbClr val="000000"/>
            </a:solidFill>
            <a:prstDash val="solid"/>
          </a:ln>
        </p:spPr>
      </p:sp>
      <p:sp>
        <p:nvSpPr>
          <p:cNvPr id="52" name="dp41-comparison / n51 / text 1">
            <a:extLst xmlns:a="http://schemas.openxmlformats.org/drawingml/2006/main">
              <a:ext uri="{FF2B5EF4-FFF2-40B4-BE49-F238E27FC236}">
                <a16:creationId xmlns:a16="http://schemas.microsoft.com/office/drawing/2014/main" id="{F71B4A6A-1CE6-4B3D-85E6-D8030FB38850}"/>
              </a:ext>
            </a:extLst>
          </p:cNvPr>
          <p:cNvSpPr>
            <a:spLocks xmlns:a="http://schemas.openxmlformats.org/drawingml/2006/main" noGrp="1"/>
          </p:cNvSpPr>
          <p:nvPr/>
        </p:nvSpPr>
        <p:spPr>
          <a:xfrm xmlns:a="http://schemas.openxmlformats.org/drawingml/2006/main">
            <a:off x="590550" y="6477000"/>
            <a:ext cx="5334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750" b="0">
                <a:solidFill>
                  <a:srgbClr val="18232E"/>
                </a:solidFill>
                <a:latin typeface="Apple SD Gothic Neo"/>
                <a:ea typeface="Apple SD Gothic Neo"/>
                <a:cs typeface="Apple SD Gothic Neo"/>
              </a:defRPr>
            </a:pPr>
            <a:r>
              <a:rPr sz="750" b="0">
                <a:solidFill>
                  <a:srgbClr val="18232E"/>
                </a:solidFill>
                <a:latin typeface="Apple SD Gothic Neo"/>
                <a:ea typeface="Apple SD Gothic Neo"/>
                <a:cs typeface="Apple SD Gothic Neo"/>
              </a:rPr>
              <a:t>State</a:t>
            </a:r>
          </a:p>
        </p:txBody>
      </p:sp>
      <p:sp>
        <p:nvSpPr>
          <p:cNvPr id="53" name="dp41-comparison / n52 / text 1">
            <a:extLst xmlns:a="http://schemas.openxmlformats.org/drawingml/2006/main">
              <a:ext uri="{FF2B5EF4-FFF2-40B4-BE49-F238E27FC236}">
                <a16:creationId xmlns:a16="http://schemas.microsoft.com/office/drawing/2014/main" id="{FF31C0EF-449B-47C1-8824-67E0EDB995FC}"/>
              </a:ext>
            </a:extLst>
          </p:cNvPr>
          <p:cNvSpPr>
            <a:spLocks xmlns:a="http://schemas.openxmlformats.org/drawingml/2006/main" noGrp="1"/>
          </p:cNvSpPr>
          <p:nvPr/>
        </p:nvSpPr>
        <p:spPr>
          <a:xfrm xmlns:a="http://schemas.openxmlformats.org/drawingml/2006/main">
            <a:off x="514350" y="6657975"/>
            <a:ext cx="72390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소유 상태</a:t>
            </a:r>
          </a:p>
        </p:txBody>
      </p:sp>
      <p:sp>
        <p:nvSpPr>
          <p:cNvPr id="54" name="dp41-comparison / n53 / path">
            <a:extLst xmlns:a="http://schemas.openxmlformats.org/drawingml/2006/main">
              <a:ext uri="{FF2B5EF4-FFF2-40B4-BE49-F238E27FC236}">
                <a16:creationId xmlns:a16="http://schemas.microsoft.com/office/drawing/2014/main" id="{FC28321D-B5B7-4C7C-BBA9-9673FFA7420C}"/>
              </a:ext>
            </a:extLst>
          </p:cNvPr>
          <p:cNvSpPr>
            <a:spLocks xmlns:a="http://schemas.openxmlformats.org/drawingml/2006/main" noGrp="1"/>
          </p:cNvSpPr>
          <p:nvPr/>
        </p:nvSpPr>
        <p:spPr>
          <a:xfrm xmlns:a="http://schemas.openxmlformats.org/drawingml/2006/main">
            <a:off x="514350" y="6934200"/>
            <a:ext cx="390525" cy="953"/>
          </a:xfrm>
          <a:custGeom xmlns:a="http://schemas.openxmlformats.org/drawingml/2006/main">
            <a:pathLst>
              <a:path w="390525" h="953">
                <a:moveTo>
                  <a:pt x="0" y="0"/>
                </a:moveTo>
                <a:lnTo>
                  <a:pt x="390525" y="0"/>
                </a:lnTo>
              </a:path>
            </a:pathLst>
          </a:custGeom>
          <a:noFill xmlns:a="http://schemas.openxmlformats.org/drawingml/2006/main"/>
          <a:ln xmlns:a="http://schemas.openxmlformats.org/drawingml/2006/main" w="10478">
            <a:solidFill>
              <a:srgbClr val="000000"/>
            </a:solidFill>
            <a:prstDash val="solid"/>
          </a:ln>
        </p:spPr>
      </p:sp>
      <p:sp>
        <p:nvSpPr>
          <p:cNvPr id="55" name="dp41-comparison / n53 / arrow">
            <a:extLst xmlns:a="http://schemas.openxmlformats.org/drawingml/2006/main">
              <a:ext uri="{FF2B5EF4-FFF2-40B4-BE49-F238E27FC236}">
                <a16:creationId xmlns:a16="http://schemas.microsoft.com/office/drawing/2014/main" id="{17C5317B-BFB0-43B3-A784-E7E567D71FBA}"/>
              </a:ext>
            </a:extLst>
          </p:cNvPr>
          <p:cNvSpPr>
            <a:spLocks xmlns:a="http://schemas.openxmlformats.org/drawingml/2006/main" noGrp="1"/>
          </p:cNvSpPr>
          <p:nvPr/>
        </p:nvSpPr>
        <p:spPr>
          <a:xfrm xmlns:a="http://schemas.openxmlformats.org/drawingml/2006/main">
            <a:off x="837819" y="6900672"/>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000000"/>
            </a:solidFill>
            <a:prstDash val="solid"/>
          </a:ln>
        </p:spPr>
      </p:sp>
      <p:sp>
        <p:nvSpPr>
          <p:cNvPr id="56" name="dp41-comparison / n54 / text 1">
            <a:extLst xmlns:a="http://schemas.openxmlformats.org/drawingml/2006/main">
              <a:ext uri="{FF2B5EF4-FFF2-40B4-BE49-F238E27FC236}">
                <a16:creationId xmlns:a16="http://schemas.microsoft.com/office/drawing/2014/main" id="{C1D80B16-F6C5-4532-9BAE-278E25B2C9DF}"/>
              </a:ext>
            </a:extLst>
          </p:cNvPr>
          <p:cNvSpPr>
            <a:spLocks xmlns:a="http://schemas.openxmlformats.org/drawingml/2006/main" noGrp="1"/>
          </p:cNvSpPr>
          <p:nvPr/>
        </p:nvSpPr>
        <p:spPr>
          <a:xfrm xmlns:a="http://schemas.openxmlformats.org/drawingml/2006/main">
            <a:off x="962025" y="6867525"/>
            <a:ext cx="28575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요청</a:t>
            </a:r>
          </a:p>
        </p:txBody>
      </p:sp>
      <p:sp>
        <p:nvSpPr>
          <p:cNvPr id="57" name="dp41-comparison / n55 / path">
            <a:extLst xmlns:a="http://schemas.openxmlformats.org/drawingml/2006/main">
              <a:ext uri="{FF2B5EF4-FFF2-40B4-BE49-F238E27FC236}">
                <a16:creationId xmlns:a16="http://schemas.microsoft.com/office/drawing/2014/main" id="{07552744-7B5F-4943-B0EA-392FCEBA1954}"/>
              </a:ext>
            </a:extLst>
          </p:cNvPr>
          <p:cNvSpPr>
            <a:spLocks xmlns:a="http://schemas.openxmlformats.org/drawingml/2006/main" noGrp="1"/>
          </p:cNvSpPr>
          <p:nvPr/>
        </p:nvSpPr>
        <p:spPr>
          <a:xfrm xmlns:a="http://schemas.openxmlformats.org/drawingml/2006/main">
            <a:off x="514350" y="7134225"/>
            <a:ext cx="390525" cy="953"/>
          </a:xfrm>
          <a:custGeom xmlns:a="http://schemas.openxmlformats.org/drawingml/2006/main">
            <a:pathLst>
              <a:path w="390525" h="953">
                <a:moveTo>
                  <a:pt x="0" y="0"/>
                </a:moveTo>
                <a:lnTo>
                  <a:pt x="390525" y="0"/>
                </a:lnTo>
              </a:path>
            </a:pathLst>
          </a:custGeom>
          <a:noFill xmlns:a="http://schemas.openxmlformats.org/drawingml/2006/main"/>
          <a:ln xmlns:a="http://schemas.openxmlformats.org/drawingml/2006/main" w="10478">
            <a:solidFill>
              <a:srgbClr val="000000"/>
            </a:solidFill>
            <a:prstDash val="dash"/>
          </a:ln>
        </p:spPr>
      </p:sp>
      <p:sp>
        <p:nvSpPr>
          <p:cNvPr id="58" name="dp41-comparison / n55 / arrow">
            <a:extLst xmlns:a="http://schemas.openxmlformats.org/drawingml/2006/main">
              <a:ext uri="{FF2B5EF4-FFF2-40B4-BE49-F238E27FC236}">
                <a16:creationId xmlns:a16="http://schemas.microsoft.com/office/drawing/2014/main" id="{C16BDE43-F6A8-4A92-BD74-23B8D32919BE}"/>
              </a:ext>
            </a:extLst>
          </p:cNvPr>
          <p:cNvSpPr>
            <a:spLocks xmlns:a="http://schemas.openxmlformats.org/drawingml/2006/main" noGrp="1"/>
          </p:cNvSpPr>
          <p:nvPr/>
        </p:nvSpPr>
        <p:spPr>
          <a:xfrm xmlns:a="http://schemas.openxmlformats.org/drawingml/2006/main">
            <a:off x="837819" y="7100697"/>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000000"/>
            </a:solidFill>
            <a:prstDash val="solid"/>
          </a:ln>
        </p:spPr>
      </p:sp>
      <p:sp>
        <p:nvSpPr>
          <p:cNvPr id="59" name="dp41-comparison / n56 / text 1">
            <a:extLst xmlns:a="http://schemas.openxmlformats.org/drawingml/2006/main">
              <a:ext uri="{FF2B5EF4-FFF2-40B4-BE49-F238E27FC236}">
                <a16:creationId xmlns:a16="http://schemas.microsoft.com/office/drawing/2014/main" id="{E9AF361B-B508-40F2-9B6E-AC47C83DADFD}"/>
              </a:ext>
            </a:extLst>
          </p:cNvPr>
          <p:cNvSpPr>
            <a:spLocks xmlns:a="http://schemas.openxmlformats.org/drawingml/2006/main" noGrp="1"/>
          </p:cNvSpPr>
          <p:nvPr/>
        </p:nvSpPr>
        <p:spPr>
          <a:xfrm xmlns:a="http://schemas.openxmlformats.org/drawingml/2006/main">
            <a:off x="962025" y="7067550"/>
            <a:ext cx="28575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반환</a:t>
            </a:r>
          </a:p>
        </p:txBody>
      </p:sp>
      <p:sp>
        <p:nvSpPr>
          <p:cNvPr id="60" name="dp41-comparison / n57 / text 1">
            <a:extLst xmlns:a="http://schemas.openxmlformats.org/drawingml/2006/main">
              <a:ext uri="{FF2B5EF4-FFF2-40B4-BE49-F238E27FC236}">
                <a16:creationId xmlns:a16="http://schemas.microsoft.com/office/drawing/2014/main" id="{109B3782-13F5-4BC1-89B7-E34B90C7230C}"/>
              </a:ext>
            </a:extLst>
          </p:cNvPr>
          <p:cNvSpPr>
            <a:spLocks xmlns:a="http://schemas.openxmlformats.org/drawingml/2006/main" noGrp="1"/>
          </p:cNvSpPr>
          <p:nvPr/>
        </p:nvSpPr>
        <p:spPr>
          <a:xfrm xmlns:a="http://schemas.openxmlformats.org/drawingml/2006/main">
            <a:off x="514350" y="7381875"/>
            <a:ext cx="7239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아래: 순서도</a:t>
            </a:r>
          </a:p>
        </p:txBody>
      </p:sp>
      <p:sp>
        <p:nvSpPr>
          <p:cNvPr id="61" name="dp41-comparison / n58">
            <a:extLst xmlns:a="http://schemas.openxmlformats.org/drawingml/2006/main">
              <a:ext uri="{FF2B5EF4-FFF2-40B4-BE49-F238E27FC236}">
                <a16:creationId xmlns:a16="http://schemas.microsoft.com/office/drawing/2014/main" id="{8B5CE5E5-2056-413A-8A10-54C480EDB38B}"/>
              </a:ext>
            </a:extLst>
          </p:cNvPr>
          <p:cNvSpPr>
            <a:spLocks xmlns:a="http://schemas.openxmlformats.org/drawingml/2006/main" noGrp="1"/>
          </p:cNvSpPr>
          <p:nvPr/>
        </p:nvSpPr>
        <p:spPr>
          <a:xfrm xmlns:a="http://schemas.openxmlformats.org/drawingml/2006/main">
            <a:off x="504825" y="7591425"/>
            <a:ext cx="285750" cy="17145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62" name="dp41-comparison / n59 / text 1">
            <a:extLst xmlns:a="http://schemas.openxmlformats.org/drawingml/2006/main">
              <a:ext uri="{FF2B5EF4-FFF2-40B4-BE49-F238E27FC236}">
                <a16:creationId xmlns:a16="http://schemas.microsoft.com/office/drawing/2014/main" id="{98F0E030-D444-4940-93F7-0F9E6BFEC889}"/>
              </a:ext>
            </a:extLst>
          </p:cNvPr>
          <p:cNvSpPr>
            <a:spLocks xmlns:a="http://schemas.openxmlformats.org/drawingml/2006/main" noGrp="1"/>
          </p:cNvSpPr>
          <p:nvPr/>
        </p:nvSpPr>
        <p:spPr>
          <a:xfrm xmlns:a="http://schemas.openxmlformats.org/drawingml/2006/main">
            <a:off x="590550" y="7615238"/>
            <a:ext cx="1143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r>
              <a:t/>
            </a:r>
          </a:p>
        </p:txBody>
      </p:sp>
      <p:sp>
        <p:nvSpPr>
          <p:cNvPr id="63" name="dp41-comparison / n60 / text 1">
            <a:extLst xmlns:a="http://schemas.openxmlformats.org/drawingml/2006/main">
              <a:ext uri="{FF2B5EF4-FFF2-40B4-BE49-F238E27FC236}">
                <a16:creationId xmlns:a16="http://schemas.microsoft.com/office/drawing/2014/main" id="{8C4241AD-5C13-4D6F-9B0E-1D96D33E18AB}"/>
              </a:ext>
            </a:extLst>
          </p:cNvPr>
          <p:cNvSpPr>
            <a:spLocks xmlns:a="http://schemas.openxmlformats.org/drawingml/2006/main" noGrp="1"/>
          </p:cNvSpPr>
          <p:nvPr/>
        </p:nvSpPr>
        <p:spPr>
          <a:xfrm xmlns:a="http://schemas.openxmlformats.org/drawingml/2006/main">
            <a:off x="847725" y="7620000"/>
            <a:ext cx="333375"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동작</a:t>
            </a:r>
          </a:p>
        </p:txBody>
      </p:sp>
      <p:sp>
        <p:nvSpPr>
          <p:cNvPr id="64" name="dp41-comparison / n61">
            <a:extLst xmlns:a="http://schemas.openxmlformats.org/drawingml/2006/main">
              <a:ext uri="{FF2B5EF4-FFF2-40B4-BE49-F238E27FC236}">
                <a16:creationId xmlns:a16="http://schemas.microsoft.com/office/drawing/2014/main" id="{51A742C6-8193-44AE-8D2B-3D34EA0B12F6}"/>
              </a:ext>
            </a:extLst>
          </p:cNvPr>
          <p:cNvSpPr>
            <a:spLocks xmlns:a="http://schemas.openxmlformats.org/drawingml/2006/main" noGrp="1"/>
          </p:cNvSpPr>
          <p:nvPr/>
        </p:nvSpPr>
        <p:spPr>
          <a:xfrm xmlns:a="http://schemas.openxmlformats.org/drawingml/2006/main">
            <a:off x="504825" y="7905750"/>
            <a:ext cx="285750" cy="171450"/>
          </a:xfrm>
          <a:prstGeom xmlns:a="http://schemas.openxmlformats.org/drawingml/2006/main" prst="diamond">
            <a:avLst/>
          </a:prstGeom>
          <a:solidFill xmlns:a="http://schemas.openxmlformats.org/drawingml/2006/main">
            <a:srgbClr val="FFFFFF"/>
          </a:solidFill>
          <a:ln xmlns:a="http://schemas.openxmlformats.org/drawingml/2006/main" w="9525">
            <a:solidFill>
              <a:srgbClr val="000000"/>
            </a:solidFill>
            <a:prstDash val="solid"/>
          </a:ln>
        </p:spPr>
      </p:sp>
      <p:sp>
        <p:nvSpPr>
          <p:cNvPr id="65" name="dp41-comparison / n62 / text 1">
            <a:extLst xmlns:a="http://schemas.openxmlformats.org/drawingml/2006/main">
              <a:ext uri="{FF2B5EF4-FFF2-40B4-BE49-F238E27FC236}">
                <a16:creationId xmlns:a16="http://schemas.microsoft.com/office/drawing/2014/main" id="{1DEAC4CC-F3F2-4369-8065-879393651D26}"/>
              </a:ext>
            </a:extLst>
          </p:cNvPr>
          <p:cNvSpPr>
            <a:spLocks xmlns:a="http://schemas.openxmlformats.org/drawingml/2006/main" noGrp="1"/>
          </p:cNvSpPr>
          <p:nvPr/>
        </p:nvSpPr>
        <p:spPr>
          <a:xfrm xmlns:a="http://schemas.openxmlformats.org/drawingml/2006/main">
            <a:off x="590550" y="7929563"/>
            <a:ext cx="1143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r>
              <a:t/>
            </a:r>
          </a:p>
        </p:txBody>
      </p:sp>
      <p:sp>
        <p:nvSpPr>
          <p:cNvPr id="66" name="dp41-comparison / n63 / text 1">
            <a:extLst xmlns:a="http://schemas.openxmlformats.org/drawingml/2006/main">
              <a:ext uri="{FF2B5EF4-FFF2-40B4-BE49-F238E27FC236}">
                <a16:creationId xmlns:a16="http://schemas.microsoft.com/office/drawing/2014/main" id="{591B9487-E545-4D1E-96CD-CD412BB215EC}"/>
              </a:ext>
            </a:extLst>
          </p:cNvPr>
          <p:cNvSpPr>
            <a:spLocks xmlns:a="http://schemas.openxmlformats.org/drawingml/2006/main" noGrp="1"/>
          </p:cNvSpPr>
          <p:nvPr/>
        </p:nvSpPr>
        <p:spPr>
          <a:xfrm xmlns:a="http://schemas.openxmlformats.org/drawingml/2006/main">
            <a:off x="847725" y="7934325"/>
            <a:ext cx="333375"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분기</a:t>
            </a:r>
          </a:p>
        </p:txBody>
      </p:sp>
      <p:sp>
        <p:nvSpPr>
          <p:cNvPr id="67" name="dp41-comparison / n66">
            <a:extLst xmlns:a="http://schemas.openxmlformats.org/drawingml/2006/main">
              <a:ext uri="{FF2B5EF4-FFF2-40B4-BE49-F238E27FC236}">
                <a16:creationId xmlns:a16="http://schemas.microsoft.com/office/drawing/2014/main" id="{D021E217-B940-4183-B2AF-2A1407C9C978}"/>
              </a:ext>
            </a:extLst>
          </p:cNvPr>
          <p:cNvSpPr>
            <a:spLocks xmlns:a="http://schemas.openxmlformats.org/drawingml/2006/main" noGrp="1"/>
          </p:cNvSpPr>
          <p:nvPr/>
        </p:nvSpPr>
        <p:spPr>
          <a:xfrm xmlns:a="http://schemas.openxmlformats.org/drawingml/2006/main">
            <a:off x="3333750" y="2409825"/>
            <a:ext cx="2286000" cy="33337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68" name="dp41-comparison / n67 / text 1">
            <a:extLst xmlns:a="http://schemas.openxmlformats.org/drawingml/2006/main">
              <a:ext uri="{FF2B5EF4-FFF2-40B4-BE49-F238E27FC236}">
                <a16:creationId xmlns:a16="http://schemas.microsoft.com/office/drawing/2014/main" id="{F8E2D3AA-12D7-4691-8D14-50C935A06DF5}"/>
              </a:ext>
            </a:extLst>
          </p:cNvPr>
          <p:cNvSpPr>
            <a:spLocks xmlns:a="http://schemas.openxmlformats.org/drawingml/2006/main" noGrp="1"/>
          </p:cNvSpPr>
          <p:nvPr/>
        </p:nvSpPr>
        <p:spPr>
          <a:xfrm xmlns:a="http://schemas.openxmlformats.org/drawingml/2006/main">
            <a:off x="3419475" y="2465070"/>
            <a:ext cx="2114550" cy="24860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350" b="1">
                <a:solidFill>
                  <a:srgbClr val="000000"/>
                </a:solidFill>
                <a:latin typeface="Apple SD Gothic Neo"/>
                <a:ea typeface="Apple SD Gothic Neo"/>
                <a:cs typeface="Apple SD Gothic Neo"/>
              </a:defRPr>
            </a:pPr>
            <a:r>
              <a:rPr sz="1350" b="1">
                <a:solidFill>
                  <a:srgbClr val="000000"/>
                </a:solidFill>
                <a:latin typeface="Apple SD Gothic Neo"/>
                <a:ea typeface="Apple SD Gothic Neo"/>
                <a:cs typeface="Apple SD Gothic Neo"/>
              </a:rPr>
              <a:t>Interaction Manager</a:t>
            </a:r>
          </a:p>
        </p:txBody>
      </p:sp>
      <p:sp>
        <p:nvSpPr>
          <p:cNvPr id="69" name="dp41-comparison / n68">
            <a:extLst xmlns:a="http://schemas.openxmlformats.org/drawingml/2006/main">
              <a:ext uri="{FF2B5EF4-FFF2-40B4-BE49-F238E27FC236}">
                <a16:creationId xmlns:a16="http://schemas.microsoft.com/office/drawing/2014/main" id="{5D1A5CC6-07FA-470B-A1A3-116BEBF6D261}"/>
              </a:ext>
            </a:extLst>
          </p:cNvPr>
          <p:cNvSpPr>
            <a:spLocks xmlns:a="http://schemas.openxmlformats.org/drawingml/2006/main" noGrp="1"/>
          </p:cNvSpPr>
          <p:nvPr/>
        </p:nvSpPr>
        <p:spPr>
          <a:xfrm xmlns:a="http://schemas.openxmlformats.org/drawingml/2006/main">
            <a:off x="6048375" y="2409825"/>
            <a:ext cx="2381250" cy="33337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70" name="dp41-comparison / n69 / text 1">
            <a:extLst xmlns:a="http://schemas.openxmlformats.org/drawingml/2006/main">
              <a:ext uri="{FF2B5EF4-FFF2-40B4-BE49-F238E27FC236}">
                <a16:creationId xmlns:a16="http://schemas.microsoft.com/office/drawing/2014/main" id="{AAAE4B9E-FE1D-4C54-BF7B-696CA86F0BF5}"/>
              </a:ext>
            </a:extLst>
          </p:cNvPr>
          <p:cNvSpPr>
            <a:spLocks xmlns:a="http://schemas.openxmlformats.org/drawingml/2006/main" noGrp="1"/>
          </p:cNvSpPr>
          <p:nvPr/>
        </p:nvSpPr>
        <p:spPr>
          <a:xfrm xmlns:a="http://schemas.openxmlformats.org/drawingml/2006/main">
            <a:off x="6134100" y="2465070"/>
            <a:ext cx="2209800" cy="24860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350" b="1">
                <a:solidFill>
                  <a:srgbClr val="000000"/>
                </a:solidFill>
                <a:latin typeface="Apple SD Gothic Neo"/>
                <a:ea typeface="Apple SD Gothic Neo"/>
                <a:cs typeface="Apple SD Gothic Neo"/>
              </a:defRPr>
            </a:pPr>
            <a:r>
              <a:rPr sz="1350" b="1">
                <a:solidFill>
                  <a:srgbClr val="000000"/>
                </a:solidFill>
                <a:latin typeface="Apple SD Gothic Neo"/>
                <a:ea typeface="Apple SD Gothic Neo"/>
                <a:cs typeface="Apple SD Gothic Neo"/>
              </a:rPr>
              <a:t>Request Controller</a:t>
            </a:r>
          </a:p>
        </p:txBody>
      </p:sp>
      <p:sp>
        <p:nvSpPr>
          <p:cNvPr id="71" name="dp41-comparison / n70 / path">
            <a:extLst xmlns:a="http://schemas.openxmlformats.org/drawingml/2006/main">
              <a:ext uri="{FF2B5EF4-FFF2-40B4-BE49-F238E27FC236}">
                <a16:creationId xmlns:a16="http://schemas.microsoft.com/office/drawing/2014/main" id="{03993FA9-32A4-41CF-9EEA-FA5FF95E3141}"/>
              </a:ext>
            </a:extLst>
          </p:cNvPr>
          <p:cNvSpPr>
            <a:spLocks xmlns:a="http://schemas.openxmlformats.org/drawingml/2006/main" noGrp="1"/>
          </p:cNvSpPr>
          <p:nvPr/>
        </p:nvSpPr>
        <p:spPr>
          <a:xfrm xmlns:a="http://schemas.openxmlformats.org/drawingml/2006/main">
            <a:off x="3000375" y="2576513"/>
            <a:ext cx="333375" cy="953"/>
          </a:xfrm>
          <a:custGeom xmlns:a="http://schemas.openxmlformats.org/drawingml/2006/main">
            <a:pathLst>
              <a:path w="333375" h="953">
                <a:moveTo>
                  <a:pt x="0" y="0"/>
                </a:moveTo>
                <a:lnTo>
                  <a:pt x="333375" y="0"/>
                </a:lnTo>
              </a:path>
            </a:pathLst>
          </a:custGeom>
          <a:noFill xmlns:a="http://schemas.openxmlformats.org/drawingml/2006/main"/>
          <a:ln xmlns:a="http://schemas.openxmlformats.org/drawingml/2006/main" w="10478">
            <a:solidFill>
              <a:srgbClr val="000000"/>
            </a:solidFill>
            <a:prstDash val="solid"/>
          </a:ln>
        </p:spPr>
      </p:sp>
      <p:sp>
        <p:nvSpPr>
          <p:cNvPr id="72" name="dp41-comparison / n70 / arrow">
            <a:extLst xmlns:a="http://schemas.openxmlformats.org/drawingml/2006/main">
              <a:ext uri="{FF2B5EF4-FFF2-40B4-BE49-F238E27FC236}">
                <a16:creationId xmlns:a16="http://schemas.microsoft.com/office/drawing/2014/main" id="{A6DFEEAD-8F94-422D-A359-692A3C1E01C7}"/>
              </a:ext>
            </a:extLst>
          </p:cNvPr>
          <p:cNvSpPr>
            <a:spLocks xmlns:a="http://schemas.openxmlformats.org/drawingml/2006/main" noGrp="1"/>
          </p:cNvSpPr>
          <p:nvPr/>
        </p:nvSpPr>
        <p:spPr>
          <a:xfrm xmlns:a="http://schemas.openxmlformats.org/drawingml/2006/main">
            <a:off x="3266694" y="2542985"/>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000000"/>
            </a:solidFill>
            <a:prstDash val="solid"/>
          </a:ln>
        </p:spPr>
      </p:sp>
      <p:sp>
        <p:nvSpPr>
          <p:cNvPr id="73" name="dp41-comparison / n71 / path">
            <a:extLst xmlns:a="http://schemas.openxmlformats.org/drawingml/2006/main">
              <a:ext uri="{FF2B5EF4-FFF2-40B4-BE49-F238E27FC236}">
                <a16:creationId xmlns:a16="http://schemas.microsoft.com/office/drawing/2014/main" id="{82CDD00C-395E-4399-9206-4273F6B0EEAE}"/>
              </a:ext>
            </a:extLst>
          </p:cNvPr>
          <p:cNvSpPr>
            <a:spLocks xmlns:a="http://schemas.openxmlformats.org/drawingml/2006/main" noGrp="1"/>
          </p:cNvSpPr>
          <p:nvPr/>
        </p:nvSpPr>
        <p:spPr>
          <a:xfrm xmlns:a="http://schemas.openxmlformats.org/drawingml/2006/main">
            <a:off x="5619750" y="2576513"/>
            <a:ext cx="428625" cy="953"/>
          </a:xfrm>
          <a:custGeom xmlns:a="http://schemas.openxmlformats.org/drawingml/2006/main">
            <a:pathLst>
              <a:path w="428625" h="953">
                <a:moveTo>
                  <a:pt x="0" y="0"/>
                </a:moveTo>
                <a:lnTo>
                  <a:pt x="428625" y="0"/>
                </a:lnTo>
              </a:path>
            </a:pathLst>
          </a:custGeom>
          <a:noFill xmlns:a="http://schemas.openxmlformats.org/drawingml/2006/main"/>
          <a:ln xmlns:a="http://schemas.openxmlformats.org/drawingml/2006/main" w="10478">
            <a:solidFill>
              <a:srgbClr val="000000"/>
            </a:solidFill>
            <a:prstDash val="solid"/>
          </a:ln>
        </p:spPr>
      </p:sp>
      <p:sp>
        <p:nvSpPr>
          <p:cNvPr id="74" name="dp41-comparison / n71 / arrow">
            <a:extLst xmlns:a="http://schemas.openxmlformats.org/drawingml/2006/main">
              <a:ext uri="{FF2B5EF4-FFF2-40B4-BE49-F238E27FC236}">
                <a16:creationId xmlns:a16="http://schemas.microsoft.com/office/drawing/2014/main" id="{93CE95EE-22DD-478B-8680-9997B4A02713}"/>
              </a:ext>
            </a:extLst>
          </p:cNvPr>
          <p:cNvSpPr>
            <a:spLocks xmlns:a="http://schemas.openxmlformats.org/drawingml/2006/main" noGrp="1"/>
          </p:cNvSpPr>
          <p:nvPr/>
        </p:nvSpPr>
        <p:spPr>
          <a:xfrm xmlns:a="http://schemas.openxmlformats.org/drawingml/2006/main">
            <a:off x="5981319" y="2542985"/>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000000"/>
            </a:solidFill>
            <a:prstDash val="solid"/>
          </a:ln>
        </p:spPr>
      </p:sp>
      <p:sp>
        <p:nvSpPr>
          <p:cNvPr id="75" name="dp41-comparison / n72">
            <a:extLst xmlns:a="http://schemas.openxmlformats.org/drawingml/2006/main">
              <a:ext uri="{FF2B5EF4-FFF2-40B4-BE49-F238E27FC236}">
                <a16:creationId xmlns:a16="http://schemas.microsoft.com/office/drawing/2014/main" id="{C46C5AEE-A9F3-4945-87A6-59C2E44FE974}"/>
              </a:ext>
            </a:extLst>
          </p:cNvPr>
          <p:cNvSpPr>
            <a:spLocks xmlns:a="http://schemas.openxmlformats.org/drawingml/2006/main" noGrp="1"/>
          </p:cNvSpPr>
          <p:nvPr/>
        </p:nvSpPr>
        <p:spPr>
          <a:xfrm xmlns:a="http://schemas.openxmlformats.org/drawingml/2006/main">
            <a:off x="1666875" y="2886075"/>
            <a:ext cx="2524125" cy="304800"/>
          </a:xfrm>
          <a:prstGeom xmlns:a="http://schemas.openxmlformats.org/drawingml/2006/main" prst="hexagon">
            <a:avLst/>
          </a:prstGeom>
          <a:solidFill xmlns:a="http://schemas.openxmlformats.org/drawingml/2006/main">
            <a:srgbClr val="FFFFFF"/>
          </a:solidFill>
          <a:ln xmlns:a="http://schemas.openxmlformats.org/drawingml/2006/main" w="9525">
            <a:solidFill>
              <a:srgbClr val="000000"/>
            </a:solidFill>
            <a:prstDash val="solid"/>
          </a:ln>
        </p:spPr>
      </p:sp>
      <p:sp>
        <p:nvSpPr>
          <p:cNvPr id="76" name="dp41-comparison / n73 / text 1">
            <a:extLst xmlns:a="http://schemas.openxmlformats.org/drawingml/2006/main">
              <a:ext uri="{FF2B5EF4-FFF2-40B4-BE49-F238E27FC236}">
                <a16:creationId xmlns:a16="http://schemas.microsoft.com/office/drawing/2014/main" id="{D01D7661-FCA2-463E-A965-61CE9EDBB211}"/>
              </a:ext>
            </a:extLst>
          </p:cNvPr>
          <p:cNvSpPr>
            <a:spLocks xmlns:a="http://schemas.openxmlformats.org/drawingml/2006/main" noGrp="1"/>
          </p:cNvSpPr>
          <p:nvPr/>
        </p:nvSpPr>
        <p:spPr>
          <a:xfrm xmlns:a="http://schemas.openxmlformats.org/drawingml/2006/main">
            <a:off x="1752600" y="2914650"/>
            <a:ext cx="2352675"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500" b="1">
                <a:solidFill>
                  <a:srgbClr val="000000"/>
                </a:solidFill>
                <a:latin typeface="Apple SD Gothic Neo"/>
                <a:ea typeface="Apple SD Gothic Neo"/>
                <a:cs typeface="Apple SD Gothic Neo"/>
              </a:defRPr>
            </a:pPr>
            <a:r>
              <a:rPr sz="1500" b="1">
                <a:solidFill>
                  <a:srgbClr val="000000"/>
                </a:solidFill>
                <a:latin typeface="Apple SD Gothic Neo"/>
                <a:ea typeface="Apple SD Gothic Neo"/>
                <a:cs typeface="Apple SD Gothic Neo"/>
              </a:rPr>
              <a:t>클라우드 LLM</a:t>
            </a:r>
          </a:p>
        </p:txBody>
      </p:sp>
      <p:sp>
        <p:nvSpPr>
          <p:cNvPr id="77" name="dp41-comparison / n78">
            <a:extLst xmlns:a="http://schemas.openxmlformats.org/drawingml/2006/main">
              <a:ext uri="{FF2B5EF4-FFF2-40B4-BE49-F238E27FC236}">
                <a16:creationId xmlns:a16="http://schemas.microsoft.com/office/drawing/2014/main" id="{18B4BCE1-A317-41D9-8542-297CC534D2D3}"/>
              </a:ext>
            </a:extLst>
          </p:cNvPr>
          <p:cNvSpPr>
            <a:spLocks xmlns:a="http://schemas.openxmlformats.org/drawingml/2006/main" noGrp="1"/>
          </p:cNvSpPr>
          <p:nvPr/>
        </p:nvSpPr>
        <p:spPr>
          <a:xfrm xmlns:a="http://schemas.openxmlformats.org/drawingml/2006/main">
            <a:off x="1476375" y="3619500"/>
            <a:ext cx="7953375" cy="285750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78" name="dp41-comparison / n79 / text 1">
            <a:extLst xmlns:a="http://schemas.openxmlformats.org/drawingml/2006/main">
              <a:ext uri="{FF2B5EF4-FFF2-40B4-BE49-F238E27FC236}">
                <a16:creationId xmlns:a16="http://schemas.microsoft.com/office/drawing/2014/main" id="{A77F2EB4-20BB-4DDC-99FF-C165979ECA2D}"/>
              </a:ext>
            </a:extLst>
          </p:cNvPr>
          <p:cNvSpPr>
            <a:spLocks xmlns:a="http://schemas.openxmlformats.org/drawingml/2006/main" noGrp="1"/>
          </p:cNvSpPr>
          <p:nvPr/>
        </p:nvSpPr>
        <p:spPr>
          <a:xfrm xmlns:a="http://schemas.openxmlformats.org/drawingml/2006/main">
            <a:off x="4667250" y="3714750"/>
            <a:ext cx="7705725" cy="29003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1">
                <a:solidFill>
                  <a:srgbClr val="000000"/>
                </a:solidFill>
                <a:latin typeface="Apple SD Gothic Neo"/>
                <a:ea typeface="Apple SD Gothic Neo"/>
                <a:cs typeface="Apple SD Gothic Neo"/>
              </a:defRPr>
            </a:pPr>
            <a:r>
              <a:rPr sz="1575" b="1">
                <a:solidFill>
                  <a:srgbClr val="000000"/>
                </a:solidFill>
                <a:latin typeface="Apple SD Gothic Neo"/>
                <a:ea typeface="Apple SD Gothic Neo"/>
                <a:cs typeface="Apple SD Gothic Neo"/>
              </a:rPr>
              <a:t>Request Interpreter</a:t>
            </a:r>
          </a:p>
        </p:txBody>
      </p:sp>
      <p:sp>
        <p:nvSpPr>
          <p:cNvPr id="79" name="dp41-comparison / n82">
            <a:extLst xmlns:a="http://schemas.openxmlformats.org/drawingml/2006/main">
              <a:ext uri="{FF2B5EF4-FFF2-40B4-BE49-F238E27FC236}">
                <a16:creationId xmlns:a16="http://schemas.microsoft.com/office/drawing/2014/main" id="{7EBCA7CF-A9ED-40EE-89E3-CE9095AA2761}"/>
              </a:ext>
            </a:extLst>
          </p:cNvPr>
          <p:cNvSpPr>
            <a:spLocks xmlns:a="http://schemas.openxmlformats.org/drawingml/2006/main" noGrp="1"/>
          </p:cNvSpPr>
          <p:nvPr/>
        </p:nvSpPr>
        <p:spPr>
          <a:xfrm xmlns:a="http://schemas.openxmlformats.org/drawingml/2006/main">
            <a:off x="1666875" y="4019550"/>
            <a:ext cx="2524125" cy="381000"/>
          </a:xfrm>
          <a:prstGeom xmlns:a="http://schemas.openxmlformats.org/drawingml/2006/main" prst="roundRect">
            <a:avLst>
              <a:gd name="adj" fmla="val 20000"/>
            </a:avLst>
          </a:prstGeom>
          <a:solidFill xmlns:a="http://schemas.openxmlformats.org/drawingml/2006/main">
            <a:srgbClr val="FFF0DD"/>
          </a:solidFill>
          <a:ln xmlns:a="http://schemas.openxmlformats.org/drawingml/2006/main" w="17145">
            <a:solidFill>
              <a:srgbClr val="B8753F"/>
            </a:solidFill>
            <a:prstDash val="solid"/>
          </a:ln>
        </p:spPr>
      </p:sp>
      <p:sp>
        <p:nvSpPr>
          <p:cNvPr id="80" name="dp41-comparison / n83 / text 1">
            <a:extLst xmlns:a="http://schemas.openxmlformats.org/drawingml/2006/main">
              <a:ext uri="{FF2B5EF4-FFF2-40B4-BE49-F238E27FC236}">
                <a16:creationId xmlns:a16="http://schemas.microsoft.com/office/drawing/2014/main" id="{E3BFA7FB-0BEE-4A15-99E1-43E31694606D}"/>
              </a:ext>
            </a:extLst>
          </p:cNvPr>
          <p:cNvSpPr>
            <a:spLocks xmlns:a="http://schemas.openxmlformats.org/drawingml/2006/main" noGrp="1"/>
          </p:cNvSpPr>
          <p:nvPr/>
        </p:nvSpPr>
        <p:spPr>
          <a:xfrm xmlns:a="http://schemas.openxmlformats.org/drawingml/2006/main">
            <a:off x="1752600" y="4098608"/>
            <a:ext cx="2352675" cy="24860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350" b="1">
                <a:solidFill>
                  <a:srgbClr val="000000"/>
                </a:solidFill>
                <a:latin typeface="Apple SD Gothic Neo"/>
                <a:ea typeface="Apple SD Gothic Neo"/>
                <a:cs typeface="Apple SD Gothic Neo"/>
              </a:defRPr>
            </a:pPr>
            <a:r>
              <a:rPr sz="1350" b="1">
                <a:solidFill>
                  <a:srgbClr val="000000"/>
                </a:solidFill>
                <a:latin typeface="Apple SD Gothic Neo"/>
                <a:ea typeface="Apple SD Gothic Neo"/>
                <a:cs typeface="Apple SD Gothic Neo"/>
              </a:rPr>
              <a:t>모델 주도 해석 제어기</a:t>
            </a:r>
          </a:p>
        </p:txBody>
      </p:sp>
      <p:sp>
        <p:nvSpPr>
          <p:cNvPr id="81" name="dp41-comparison / n86">
            <a:extLst xmlns:a="http://schemas.openxmlformats.org/drawingml/2006/main">
              <a:ext uri="{FF2B5EF4-FFF2-40B4-BE49-F238E27FC236}">
                <a16:creationId xmlns:a16="http://schemas.microsoft.com/office/drawing/2014/main" id="{72B3FF75-5A1B-4805-9AAC-7C13D8AFC79A}"/>
              </a:ext>
            </a:extLst>
          </p:cNvPr>
          <p:cNvSpPr>
            <a:spLocks xmlns:a="http://schemas.openxmlformats.org/drawingml/2006/main" noGrp="1"/>
          </p:cNvSpPr>
          <p:nvPr/>
        </p:nvSpPr>
        <p:spPr>
          <a:xfrm xmlns:a="http://schemas.openxmlformats.org/drawingml/2006/main">
            <a:off x="6762750" y="4019550"/>
            <a:ext cx="2238375" cy="381000"/>
          </a:xfrm>
          <a:prstGeom xmlns:a="http://schemas.openxmlformats.org/drawingml/2006/main" prst="roundRect">
            <a:avLst>
              <a:gd name="adj" fmla="val 20000"/>
            </a:avLst>
          </a:prstGeom>
          <a:solidFill xmlns:a="http://schemas.openxmlformats.org/drawingml/2006/main">
            <a:srgbClr val="FFFFFF"/>
          </a:solidFill>
          <a:ln xmlns:a="http://schemas.openxmlformats.org/drawingml/2006/main" w="9525">
            <a:solidFill>
              <a:srgbClr val="000000"/>
            </a:solidFill>
            <a:prstDash val="solid"/>
          </a:ln>
        </p:spPr>
      </p:sp>
      <p:sp>
        <p:nvSpPr>
          <p:cNvPr id="82" name="dp41-comparison / n87 / text 1">
            <a:extLst xmlns:a="http://schemas.openxmlformats.org/drawingml/2006/main">
              <a:ext uri="{FF2B5EF4-FFF2-40B4-BE49-F238E27FC236}">
                <a16:creationId xmlns:a16="http://schemas.microsoft.com/office/drawing/2014/main" id="{DA6FE6D6-89E5-4D2D-A619-B3A016CE9A02}"/>
              </a:ext>
            </a:extLst>
          </p:cNvPr>
          <p:cNvSpPr>
            <a:spLocks xmlns:a="http://schemas.openxmlformats.org/drawingml/2006/main" noGrp="1"/>
          </p:cNvSpPr>
          <p:nvPr/>
        </p:nvSpPr>
        <p:spPr>
          <a:xfrm xmlns:a="http://schemas.openxmlformats.org/drawingml/2006/main">
            <a:off x="6848475" y="4104799"/>
            <a:ext cx="2066925"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75" b="1">
                <a:solidFill>
                  <a:srgbClr val="000000"/>
                </a:solidFill>
                <a:latin typeface="Apple SD Gothic Neo"/>
                <a:ea typeface="Apple SD Gothic Neo"/>
                <a:cs typeface="Apple SD Gothic Neo"/>
              </a:defRPr>
            </a:pPr>
            <a:r>
              <a:rPr sz="1275" b="1">
                <a:solidFill>
                  <a:srgbClr val="000000"/>
                </a:solidFill>
                <a:latin typeface="Apple SD Gothic Neo"/>
                <a:ea typeface="Apple SD Gothic Neo"/>
                <a:cs typeface="Apple SD Gothic Neo"/>
              </a:rPr>
              <a:t>읽기 도구 실행기</a:t>
            </a:r>
          </a:p>
        </p:txBody>
      </p:sp>
      <p:sp>
        <p:nvSpPr>
          <p:cNvPr id="83" name="dp41-comparison / n88">
            <a:extLst xmlns:a="http://schemas.openxmlformats.org/drawingml/2006/main">
              <a:ext uri="{FF2B5EF4-FFF2-40B4-BE49-F238E27FC236}">
                <a16:creationId xmlns:a16="http://schemas.microsoft.com/office/drawing/2014/main" id="{2D1F972B-4AAC-4BB4-ACF4-6A0ECDDB6419}"/>
              </a:ext>
            </a:extLst>
          </p:cNvPr>
          <p:cNvSpPr>
            <a:spLocks xmlns:a="http://schemas.openxmlformats.org/drawingml/2006/main" noGrp="1"/>
          </p:cNvSpPr>
          <p:nvPr/>
        </p:nvSpPr>
        <p:spPr>
          <a:xfrm xmlns:a="http://schemas.openxmlformats.org/drawingml/2006/main">
            <a:off x="1666875" y="4981575"/>
            <a:ext cx="2524125" cy="523875"/>
          </a:xfrm>
          <a:prstGeom xmlns:a="http://schemas.openxmlformats.org/drawingml/2006/main" prst="can">
            <a:avLst>
              <a:gd name="adj" fmla="val 20000"/>
            </a:avLst>
          </a:prstGeom>
          <a:solidFill xmlns:a="http://schemas.openxmlformats.org/drawingml/2006/main">
            <a:srgbClr val="FFFFFF"/>
          </a:solidFill>
          <a:ln xmlns:a="http://schemas.openxmlformats.org/drawingml/2006/main" w="9525">
            <a:solidFill>
              <a:srgbClr val="000000"/>
            </a:solidFill>
            <a:prstDash val="solid"/>
          </a:ln>
        </p:spPr>
      </p:sp>
      <p:sp>
        <p:nvSpPr>
          <p:cNvPr id="84" name="dp41-comparison / n89 / text 1">
            <a:extLst xmlns:a="http://schemas.openxmlformats.org/drawingml/2006/main">
              <a:ext uri="{FF2B5EF4-FFF2-40B4-BE49-F238E27FC236}">
                <a16:creationId xmlns:a16="http://schemas.microsoft.com/office/drawing/2014/main" id="{5149663E-D49E-4BA8-A6C6-86A36A574CA3}"/>
              </a:ext>
            </a:extLst>
          </p:cNvPr>
          <p:cNvSpPr>
            <a:spLocks xmlns:a="http://schemas.openxmlformats.org/drawingml/2006/main" noGrp="1"/>
          </p:cNvSpPr>
          <p:nvPr/>
        </p:nvSpPr>
        <p:spPr>
          <a:xfrm xmlns:a="http://schemas.openxmlformats.org/drawingml/2006/main">
            <a:off x="1752600" y="5143500"/>
            <a:ext cx="2352675"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모델에 제공할 해석 맥락</a:t>
            </a:r>
          </a:p>
        </p:txBody>
      </p:sp>
      <p:sp>
        <p:nvSpPr>
          <p:cNvPr id="85" name="dp41-comparison / n92 / path">
            <a:extLst xmlns:a="http://schemas.openxmlformats.org/drawingml/2006/main">
              <a:ext uri="{FF2B5EF4-FFF2-40B4-BE49-F238E27FC236}">
                <a16:creationId xmlns:a16="http://schemas.microsoft.com/office/drawing/2014/main" id="{3E02738D-9FC1-49A7-88D9-4BCE9BB10C36}"/>
              </a:ext>
            </a:extLst>
          </p:cNvPr>
          <p:cNvSpPr>
            <a:spLocks xmlns:a="http://schemas.openxmlformats.org/drawingml/2006/main" noGrp="1"/>
          </p:cNvSpPr>
          <p:nvPr/>
        </p:nvSpPr>
        <p:spPr>
          <a:xfrm xmlns:a="http://schemas.openxmlformats.org/drawingml/2006/main">
            <a:off x="1976438" y="3190875"/>
            <a:ext cx="953" cy="828675"/>
          </a:xfrm>
          <a:custGeom xmlns:a="http://schemas.openxmlformats.org/drawingml/2006/main">
            <a:pathLst>
              <a:path w="953" h="828675">
                <a:moveTo>
                  <a:pt x="0" y="828675"/>
                </a:moveTo>
                <a:lnTo>
                  <a:pt x="0" y="0"/>
                </a:lnTo>
              </a:path>
            </a:pathLst>
          </a:custGeom>
          <a:noFill xmlns:a="http://schemas.openxmlformats.org/drawingml/2006/main"/>
          <a:ln xmlns:a="http://schemas.openxmlformats.org/drawingml/2006/main" w="10478">
            <a:solidFill>
              <a:srgbClr val="B8753F"/>
            </a:solidFill>
            <a:prstDash val="solid"/>
          </a:ln>
        </p:spPr>
      </p:sp>
      <p:sp>
        <p:nvSpPr>
          <p:cNvPr id="86" name="dp41-comparison / n92 / arrow">
            <a:extLst xmlns:a="http://schemas.openxmlformats.org/drawingml/2006/main">
              <a:ext uri="{FF2B5EF4-FFF2-40B4-BE49-F238E27FC236}">
                <a16:creationId xmlns:a16="http://schemas.microsoft.com/office/drawing/2014/main" id="{6B19A0E1-D9BD-4F93-A6E6-2550713625CC}"/>
              </a:ext>
            </a:extLst>
          </p:cNvPr>
          <p:cNvSpPr>
            <a:spLocks xmlns:a="http://schemas.openxmlformats.org/drawingml/2006/main" noGrp="1"/>
          </p:cNvSpPr>
          <p:nvPr/>
        </p:nvSpPr>
        <p:spPr>
          <a:xfrm xmlns:a="http://schemas.openxmlformats.org/drawingml/2006/main">
            <a:off x="1942910" y="3190875"/>
            <a:ext cx="67056" cy="67056"/>
          </a:xfrm>
          <a:custGeom xmlns:a="http://schemas.openxmlformats.org/drawingml/2006/main">
            <a:pathLst>
              <a:path w="67056" h="67056">
                <a:moveTo>
                  <a:pt x="67056" y="67056"/>
                </a:moveTo>
                <a:lnTo>
                  <a:pt x="33528" y="0"/>
                </a:lnTo>
                <a:lnTo>
                  <a:pt x="0" y="67056"/>
                </a:lnTo>
              </a:path>
            </a:pathLst>
          </a:custGeom>
          <a:noFill xmlns:a="http://schemas.openxmlformats.org/drawingml/2006/main"/>
          <a:ln xmlns:a="http://schemas.openxmlformats.org/drawingml/2006/main" w="13411">
            <a:solidFill>
              <a:srgbClr val="B8753F"/>
            </a:solidFill>
            <a:prstDash val="solid"/>
          </a:ln>
        </p:spPr>
      </p:sp>
      <p:sp>
        <p:nvSpPr>
          <p:cNvPr id="87" name="dp41-comparison / n93 / path">
            <a:extLst xmlns:a="http://schemas.openxmlformats.org/drawingml/2006/main">
              <a:ext uri="{FF2B5EF4-FFF2-40B4-BE49-F238E27FC236}">
                <a16:creationId xmlns:a16="http://schemas.microsoft.com/office/drawing/2014/main" id="{79443BC0-696E-49BE-9B48-B9050F16E28A}"/>
              </a:ext>
            </a:extLst>
          </p:cNvPr>
          <p:cNvSpPr>
            <a:spLocks xmlns:a="http://schemas.openxmlformats.org/drawingml/2006/main" noGrp="1"/>
          </p:cNvSpPr>
          <p:nvPr/>
        </p:nvSpPr>
        <p:spPr>
          <a:xfrm xmlns:a="http://schemas.openxmlformats.org/drawingml/2006/main">
            <a:off x="3976688" y="3190875"/>
            <a:ext cx="953" cy="828675"/>
          </a:xfrm>
          <a:custGeom xmlns:a="http://schemas.openxmlformats.org/drawingml/2006/main">
            <a:pathLst>
              <a:path w="953" h="828675">
                <a:moveTo>
                  <a:pt x="0" y="0"/>
                </a:moveTo>
                <a:lnTo>
                  <a:pt x="0" y="828675"/>
                </a:lnTo>
              </a:path>
            </a:pathLst>
          </a:custGeom>
          <a:noFill xmlns:a="http://schemas.openxmlformats.org/drawingml/2006/main"/>
          <a:ln xmlns:a="http://schemas.openxmlformats.org/drawingml/2006/main" w="10478">
            <a:solidFill>
              <a:srgbClr val="B8753F"/>
            </a:solidFill>
            <a:prstDash val="dash"/>
          </a:ln>
        </p:spPr>
      </p:sp>
      <p:sp>
        <p:nvSpPr>
          <p:cNvPr id="88" name="dp41-comparison / n93 / arrow">
            <a:extLst xmlns:a="http://schemas.openxmlformats.org/drawingml/2006/main">
              <a:ext uri="{FF2B5EF4-FFF2-40B4-BE49-F238E27FC236}">
                <a16:creationId xmlns:a16="http://schemas.microsoft.com/office/drawing/2014/main" id="{04ABB50F-5A8A-4377-9A52-91D14D923EE8}"/>
              </a:ext>
            </a:extLst>
          </p:cNvPr>
          <p:cNvSpPr>
            <a:spLocks xmlns:a="http://schemas.openxmlformats.org/drawingml/2006/main" noGrp="1"/>
          </p:cNvSpPr>
          <p:nvPr/>
        </p:nvSpPr>
        <p:spPr>
          <a:xfrm xmlns:a="http://schemas.openxmlformats.org/drawingml/2006/main">
            <a:off x="3943160" y="3952494"/>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B8753F"/>
            </a:solidFill>
            <a:prstDash val="solid"/>
          </a:ln>
        </p:spPr>
      </p:sp>
      <p:sp>
        <p:nvSpPr>
          <p:cNvPr id="89" name="dp41-comparison / n98 / path">
            <a:extLst xmlns:a="http://schemas.openxmlformats.org/drawingml/2006/main">
              <a:ext uri="{FF2B5EF4-FFF2-40B4-BE49-F238E27FC236}">
                <a16:creationId xmlns:a16="http://schemas.microsoft.com/office/drawing/2014/main" id="{9316381F-C733-4C03-989C-374F9BE3C08B}"/>
              </a:ext>
            </a:extLst>
          </p:cNvPr>
          <p:cNvSpPr>
            <a:spLocks xmlns:a="http://schemas.openxmlformats.org/drawingml/2006/main" noGrp="1"/>
          </p:cNvSpPr>
          <p:nvPr/>
        </p:nvSpPr>
        <p:spPr>
          <a:xfrm xmlns:a="http://schemas.openxmlformats.org/drawingml/2006/main">
            <a:off x="4191000" y="4210050"/>
            <a:ext cx="2571750" cy="953"/>
          </a:xfrm>
          <a:custGeom xmlns:a="http://schemas.openxmlformats.org/drawingml/2006/main">
            <a:pathLst>
              <a:path w="2571750" h="953">
                <a:moveTo>
                  <a:pt x="0" y="0"/>
                </a:moveTo>
                <a:lnTo>
                  <a:pt x="2571750" y="0"/>
                </a:lnTo>
              </a:path>
            </a:pathLst>
          </a:custGeom>
          <a:noFill xmlns:a="http://schemas.openxmlformats.org/drawingml/2006/main"/>
          <a:ln xmlns:a="http://schemas.openxmlformats.org/drawingml/2006/main" w="10478">
            <a:solidFill>
              <a:srgbClr val="B8753F"/>
            </a:solidFill>
            <a:prstDash val="solid"/>
          </a:ln>
        </p:spPr>
      </p:sp>
      <p:sp>
        <p:nvSpPr>
          <p:cNvPr id="90" name="dp41-comparison / n98 / arrow">
            <a:extLst xmlns:a="http://schemas.openxmlformats.org/drawingml/2006/main">
              <a:ext uri="{FF2B5EF4-FFF2-40B4-BE49-F238E27FC236}">
                <a16:creationId xmlns:a16="http://schemas.microsoft.com/office/drawing/2014/main" id="{88B439F5-8688-4024-8954-1FDD2E4BFE7D}"/>
              </a:ext>
            </a:extLst>
          </p:cNvPr>
          <p:cNvSpPr>
            <a:spLocks xmlns:a="http://schemas.openxmlformats.org/drawingml/2006/main" noGrp="1"/>
          </p:cNvSpPr>
          <p:nvPr/>
        </p:nvSpPr>
        <p:spPr>
          <a:xfrm xmlns:a="http://schemas.openxmlformats.org/drawingml/2006/main">
            <a:off x="6695694" y="4176522"/>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B8753F"/>
            </a:solidFill>
            <a:prstDash val="solid"/>
          </a:ln>
        </p:spPr>
      </p:sp>
      <p:sp>
        <p:nvSpPr>
          <p:cNvPr id="91" name="dp41-comparison / n101 / path">
            <a:extLst xmlns:a="http://schemas.openxmlformats.org/drawingml/2006/main">
              <a:ext uri="{FF2B5EF4-FFF2-40B4-BE49-F238E27FC236}">
                <a16:creationId xmlns:a16="http://schemas.microsoft.com/office/drawing/2014/main" id="{6C0BC3A7-B445-4C1A-9063-8C1E2F9529FF}"/>
              </a:ext>
            </a:extLst>
          </p:cNvPr>
          <p:cNvSpPr>
            <a:spLocks xmlns:a="http://schemas.openxmlformats.org/drawingml/2006/main" noGrp="1"/>
          </p:cNvSpPr>
          <p:nvPr/>
        </p:nvSpPr>
        <p:spPr>
          <a:xfrm xmlns:a="http://schemas.openxmlformats.org/drawingml/2006/main">
            <a:off x="4191000" y="4210050"/>
            <a:ext cx="5000625" cy="1609725"/>
          </a:xfrm>
          <a:custGeom xmlns:a="http://schemas.openxmlformats.org/drawingml/2006/main">
            <a:pathLst>
              <a:path w="5000625" h="1609725">
                <a:moveTo>
                  <a:pt x="4810125" y="0"/>
                </a:moveTo>
                <a:lnTo>
                  <a:pt x="5000625" y="0"/>
                </a:lnTo>
                <a:lnTo>
                  <a:pt x="5000625" y="1609725"/>
                </a:lnTo>
                <a:lnTo>
                  <a:pt x="238125" y="1609725"/>
                </a:lnTo>
                <a:lnTo>
                  <a:pt x="238125" y="1033463"/>
                </a:lnTo>
                <a:lnTo>
                  <a:pt x="0" y="1033463"/>
                </a:lnTo>
              </a:path>
            </a:pathLst>
          </a:custGeom>
          <a:noFill xmlns:a="http://schemas.openxmlformats.org/drawingml/2006/main"/>
          <a:ln xmlns:a="http://schemas.openxmlformats.org/drawingml/2006/main" w="10478">
            <a:solidFill>
              <a:srgbClr val="B8753F"/>
            </a:solidFill>
            <a:prstDash val="dash"/>
          </a:ln>
        </p:spPr>
      </p:sp>
      <p:sp>
        <p:nvSpPr>
          <p:cNvPr id="92" name="dp41-comparison / n101 / arrow">
            <a:extLst xmlns:a="http://schemas.openxmlformats.org/drawingml/2006/main">
              <a:ext uri="{FF2B5EF4-FFF2-40B4-BE49-F238E27FC236}">
                <a16:creationId xmlns:a16="http://schemas.microsoft.com/office/drawing/2014/main" id="{BFBB953C-E8FD-4066-81E1-29884F87F3F1}"/>
              </a:ext>
            </a:extLst>
          </p:cNvPr>
          <p:cNvSpPr>
            <a:spLocks xmlns:a="http://schemas.openxmlformats.org/drawingml/2006/main" noGrp="1"/>
          </p:cNvSpPr>
          <p:nvPr/>
        </p:nvSpPr>
        <p:spPr>
          <a:xfrm xmlns:a="http://schemas.openxmlformats.org/drawingml/2006/main">
            <a:off x="4191000" y="5209985"/>
            <a:ext cx="67056" cy="67056"/>
          </a:xfrm>
          <a:custGeom xmlns:a="http://schemas.openxmlformats.org/drawingml/2006/main">
            <a:pathLst>
              <a:path w="67056" h="67056">
                <a:moveTo>
                  <a:pt x="67056" y="0"/>
                </a:moveTo>
                <a:lnTo>
                  <a:pt x="0" y="33528"/>
                </a:lnTo>
                <a:lnTo>
                  <a:pt x="67056" y="67056"/>
                </a:lnTo>
              </a:path>
            </a:pathLst>
          </a:custGeom>
          <a:noFill xmlns:a="http://schemas.openxmlformats.org/drawingml/2006/main"/>
          <a:ln xmlns:a="http://schemas.openxmlformats.org/drawingml/2006/main" w="13411">
            <a:solidFill>
              <a:srgbClr val="B8753F"/>
            </a:solidFill>
            <a:prstDash val="solid"/>
          </a:ln>
        </p:spPr>
      </p:sp>
      <p:sp>
        <p:nvSpPr>
          <p:cNvPr id="93" name="dp41-comparison / n104 / path">
            <a:extLst xmlns:a="http://schemas.openxmlformats.org/drawingml/2006/main">
              <a:ext uri="{FF2B5EF4-FFF2-40B4-BE49-F238E27FC236}">
                <a16:creationId xmlns:a16="http://schemas.microsoft.com/office/drawing/2014/main" id="{40F95BEA-F8C6-4D78-867E-A91D6CB52D05}"/>
              </a:ext>
            </a:extLst>
          </p:cNvPr>
          <p:cNvSpPr>
            <a:spLocks xmlns:a="http://schemas.openxmlformats.org/drawingml/2006/main" noGrp="1"/>
          </p:cNvSpPr>
          <p:nvPr/>
        </p:nvSpPr>
        <p:spPr>
          <a:xfrm xmlns:a="http://schemas.openxmlformats.org/drawingml/2006/main">
            <a:off x="3976688" y="4400550"/>
            <a:ext cx="953" cy="581025"/>
          </a:xfrm>
          <a:custGeom xmlns:a="http://schemas.openxmlformats.org/drawingml/2006/main">
            <a:pathLst>
              <a:path w="953" h="581025">
                <a:moveTo>
                  <a:pt x="0" y="581025"/>
                </a:moveTo>
                <a:lnTo>
                  <a:pt x="0" y="0"/>
                </a:lnTo>
              </a:path>
            </a:pathLst>
          </a:custGeom>
          <a:noFill xmlns:a="http://schemas.openxmlformats.org/drawingml/2006/main"/>
          <a:ln xmlns:a="http://schemas.openxmlformats.org/drawingml/2006/main" w="10478">
            <a:solidFill>
              <a:srgbClr val="B8753F"/>
            </a:solidFill>
            <a:prstDash val="solid"/>
          </a:ln>
        </p:spPr>
      </p:sp>
      <p:sp>
        <p:nvSpPr>
          <p:cNvPr id="94" name="dp41-comparison / n104 / arrow">
            <a:extLst xmlns:a="http://schemas.openxmlformats.org/drawingml/2006/main">
              <a:ext uri="{FF2B5EF4-FFF2-40B4-BE49-F238E27FC236}">
                <a16:creationId xmlns:a16="http://schemas.microsoft.com/office/drawing/2014/main" id="{9CACD21E-0A7B-467A-8282-79A7F72BFDE7}"/>
              </a:ext>
            </a:extLst>
          </p:cNvPr>
          <p:cNvSpPr>
            <a:spLocks xmlns:a="http://schemas.openxmlformats.org/drawingml/2006/main" noGrp="1"/>
          </p:cNvSpPr>
          <p:nvPr/>
        </p:nvSpPr>
        <p:spPr>
          <a:xfrm xmlns:a="http://schemas.openxmlformats.org/drawingml/2006/main">
            <a:off x="3943160" y="4400550"/>
            <a:ext cx="67056" cy="67056"/>
          </a:xfrm>
          <a:custGeom xmlns:a="http://schemas.openxmlformats.org/drawingml/2006/main">
            <a:pathLst>
              <a:path w="67056" h="67056">
                <a:moveTo>
                  <a:pt x="67056" y="67056"/>
                </a:moveTo>
                <a:lnTo>
                  <a:pt x="33528" y="0"/>
                </a:lnTo>
                <a:lnTo>
                  <a:pt x="0" y="67056"/>
                </a:lnTo>
              </a:path>
            </a:pathLst>
          </a:custGeom>
          <a:noFill xmlns:a="http://schemas.openxmlformats.org/drawingml/2006/main"/>
          <a:ln xmlns:a="http://schemas.openxmlformats.org/drawingml/2006/main" w="13411">
            <a:solidFill>
              <a:srgbClr val="B8753F"/>
            </a:solidFill>
            <a:prstDash val="solid"/>
          </a:ln>
        </p:spPr>
      </p:sp>
      <p:sp>
        <p:nvSpPr>
          <p:cNvPr id="95" name="dp41-comparison / n113">
            <a:extLst xmlns:a="http://schemas.openxmlformats.org/drawingml/2006/main">
              <a:ext uri="{FF2B5EF4-FFF2-40B4-BE49-F238E27FC236}">
                <a16:creationId xmlns:a16="http://schemas.microsoft.com/office/drawing/2014/main" id="{28B3FA95-D0FA-42D8-A960-E9C2D1DC8F8B}"/>
              </a:ext>
            </a:extLst>
          </p:cNvPr>
          <p:cNvSpPr>
            <a:spLocks xmlns:a="http://schemas.openxmlformats.org/drawingml/2006/main" noGrp="1"/>
          </p:cNvSpPr>
          <p:nvPr/>
        </p:nvSpPr>
        <p:spPr>
          <a:xfrm xmlns:a="http://schemas.openxmlformats.org/drawingml/2006/main">
            <a:off x="6762750" y="6019800"/>
            <a:ext cx="2238375" cy="304800"/>
          </a:xfrm>
          <a:prstGeom xmlns:a="http://schemas.openxmlformats.org/drawingml/2006/main" prst="roundRect">
            <a:avLst>
              <a:gd name="adj" fmla="val 25000"/>
            </a:avLst>
          </a:prstGeom>
          <a:solidFill xmlns:a="http://schemas.openxmlformats.org/drawingml/2006/main">
            <a:srgbClr val="FFFFFF"/>
          </a:solidFill>
          <a:ln xmlns:a="http://schemas.openxmlformats.org/drawingml/2006/main" w="9525">
            <a:solidFill>
              <a:srgbClr val="000000"/>
            </a:solidFill>
            <a:prstDash val="solid"/>
          </a:ln>
        </p:spPr>
      </p:sp>
      <p:sp>
        <p:nvSpPr>
          <p:cNvPr id="96" name="dp41-comparison / n114 / text 1">
            <a:extLst xmlns:a="http://schemas.openxmlformats.org/drawingml/2006/main">
              <a:ext uri="{FF2B5EF4-FFF2-40B4-BE49-F238E27FC236}">
                <a16:creationId xmlns:a16="http://schemas.microsoft.com/office/drawing/2014/main" id="{F55F4779-1861-4C86-8858-2A3E0A90E491}"/>
              </a:ext>
            </a:extLst>
          </p:cNvPr>
          <p:cNvSpPr>
            <a:spLocks xmlns:a="http://schemas.openxmlformats.org/drawingml/2006/main" noGrp="1"/>
          </p:cNvSpPr>
          <p:nvPr/>
        </p:nvSpPr>
        <p:spPr>
          <a:xfrm xmlns:a="http://schemas.openxmlformats.org/drawingml/2006/main">
            <a:off x="6848475" y="6066949"/>
            <a:ext cx="2066925"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75" b="1">
                <a:solidFill>
                  <a:srgbClr val="000000"/>
                </a:solidFill>
                <a:latin typeface="Apple SD Gothic Neo"/>
                <a:ea typeface="Apple SD Gothic Neo"/>
                <a:cs typeface="Apple SD Gothic Neo"/>
              </a:defRPr>
            </a:pPr>
            <a:r>
              <a:rPr sz="1275" b="1">
                <a:solidFill>
                  <a:srgbClr val="000000"/>
                </a:solidFill>
                <a:latin typeface="Apple SD Gothic Neo"/>
                <a:ea typeface="Apple SD Gothic Neo"/>
                <a:cs typeface="Apple SD Gothic Neo"/>
              </a:rPr>
              <a:t>의미 제안 검증기</a:t>
            </a:r>
          </a:p>
        </p:txBody>
      </p:sp>
      <p:sp>
        <p:nvSpPr>
          <p:cNvPr id="97" name="dp41-comparison / n115 / path">
            <a:extLst xmlns:a="http://schemas.openxmlformats.org/drawingml/2006/main">
              <a:ext uri="{FF2B5EF4-FFF2-40B4-BE49-F238E27FC236}">
                <a16:creationId xmlns:a16="http://schemas.microsoft.com/office/drawing/2014/main" id="{0B25FB12-B35E-49A9-9EB2-31A488F80D9A}"/>
              </a:ext>
            </a:extLst>
          </p:cNvPr>
          <p:cNvSpPr>
            <a:spLocks xmlns:a="http://schemas.openxmlformats.org/drawingml/2006/main" noGrp="1"/>
          </p:cNvSpPr>
          <p:nvPr/>
        </p:nvSpPr>
        <p:spPr>
          <a:xfrm xmlns:a="http://schemas.openxmlformats.org/drawingml/2006/main">
            <a:off x="4191000" y="4324350"/>
            <a:ext cx="5095875" cy="1847850"/>
          </a:xfrm>
          <a:custGeom xmlns:a="http://schemas.openxmlformats.org/drawingml/2006/main">
            <a:pathLst>
              <a:path w="5095875" h="1847850">
                <a:moveTo>
                  <a:pt x="0" y="0"/>
                </a:moveTo>
                <a:lnTo>
                  <a:pt x="5095875" y="0"/>
                </a:lnTo>
                <a:lnTo>
                  <a:pt x="5095875" y="1847850"/>
                </a:lnTo>
                <a:lnTo>
                  <a:pt x="4810125" y="1847850"/>
                </a:lnTo>
              </a:path>
            </a:pathLst>
          </a:custGeom>
          <a:noFill xmlns:a="http://schemas.openxmlformats.org/drawingml/2006/main"/>
          <a:ln xmlns:a="http://schemas.openxmlformats.org/drawingml/2006/main" w="10478">
            <a:solidFill>
              <a:srgbClr val="000000"/>
            </a:solidFill>
            <a:prstDash val="solid"/>
          </a:ln>
        </p:spPr>
      </p:sp>
      <p:sp>
        <p:nvSpPr>
          <p:cNvPr id="98" name="dp41-comparison / n115 / arrow">
            <a:extLst xmlns:a="http://schemas.openxmlformats.org/drawingml/2006/main">
              <a:ext uri="{FF2B5EF4-FFF2-40B4-BE49-F238E27FC236}">
                <a16:creationId xmlns:a16="http://schemas.microsoft.com/office/drawing/2014/main" id="{138A7898-970C-4226-90A2-DF547C81FD79}"/>
              </a:ext>
            </a:extLst>
          </p:cNvPr>
          <p:cNvSpPr>
            <a:spLocks xmlns:a="http://schemas.openxmlformats.org/drawingml/2006/main" noGrp="1"/>
          </p:cNvSpPr>
          <p:nvPr/>
        </p:nvSpPr>
        <p:spPr>
          <a:xfrm xmlns:a="http://schemas.openxmlformats.org/drawingml/2006/main">
            <a:off x="9001125" y="6138672"/>
            <a:ext cx="67056" cy="67056"/>
          </a:xfrm>
          <a:custGeom xmlns:a="http://schemas.openxmlformats.org/drawingml/2006/main">
            <a:pathLst>
              <a:path w="67056" h="67056">
                <a:moveTo>
                  <a:pt x="67056" y="0"/>
                </a:moveTo>
                <a:lnTo>
                  <a:pt x="0" y="33528"/>
                </a:lnTo>
                <a:lnTo>
                  <a:pt x="67056" y="67056"/>
                </a:lnTo>
              </a:path>
            </a:pathLst>
          </a:custGeom>
          <a:noFill xmlns:a="http://schemas.openxmlformats.org/drawingml/2006/main"/>
          <a:ln xmlns:a="http://schemas.openxmlformats.org/drawingml/2006/main" w="13411">
            <a:solidFill>
              <a:srgbClr val="000000"/>
            </a:solidFill>
            <a:prstDash val="solid"/>
          </a:ln>
        </p:spPr>
      </p:sp>
      <p:sp>
        <p:nvSpPr>
          <p:cNvPr id="99" name="dp41-comparison / n120 / path">
            <a:extLst xmlns:a="http://schemas.openxmlformats.org/drawingml/2006/main">
              <a:ext uri="{FF2B5EF4-FFF2-40B4-BE49-F238E27FC236}">
                <a16:creationId xmlns:a16="http://schemas.microsoft.com/office/drawing/2014/main" id="{C5A0E2EA-676E-40C7-AF88-DCA9023E6688}"/>
              </a:ext>
            </a:extLst>
          </p:cNvPr>
          <p:cNvSpPr>
            <a:spLocks xmlns:a="http://schemas.openxmlformats.org/drawingml/2006/main" noGrp="1"/>
          </p:cNvSpPr>
          <p:nvPr/>
        </p:nvSpPr>
        <p:spPr>
          <a:xfrm xmlns:a="http://schemas.openxmlformats.org/drawingml/2006/main">
            <a:off x="4071938" y="2743200"/>
            <a:ext cx="5281613" cy="1276350"/>
          </a:xfrm>
          <a:custGeom xmlns:a="http://schemas.openxmlformats.org/drawingml/2006/main">
            <a:pathLst>
              <a:path w="5281613" h="1276350">
                <a:moveTo>
                  <a:pt x="3167063" y="0"/>
                </a:moveTo>
                <a:lnTo>
                  <a:pt x="3167063" y="76200"/>
                </a:lnTo>
                <a:lnTo>
                  <a:pt x="5281613" y="76200"/>
                </a:lnTo>
                <a:lnTo>
                  <a:pt x="5281613" y="828675"/>
                </a:lnTo>
                <a:lnTo>
                  <a:pt x="261938" y="828675"/>
                </a:lnTo>
                <a:lnTo>
                  <a:pt x="261938" y="1200150"/>
                </a:lnTo>
                <a:lnTo>
                  <a:pt x="0" y="1200150"/>
                </a:lnTo>
                <a:lnTo>
                  <a:pt x="0" y="1276350"/>
                </a:lnTo>
              </a:path>
            </a:pathLst>
          </a:custGeom>
          <a:noFill xmlns:a="http://schemas.openxmlformats.org/drawingml/2006/main"/>
          <a:ln xmlns:a="http://schemas.openxmlformats.org/drawingml/2006/main" w="10478">
            <a:solidFill>
              <a:srgbClr val="000000"/>
            </a:solidFill>
            <a:prstDash val="solid"/>
          </a:ln>
        </p:spPr>
      </p:sp>
      <p:sp>
        <p:nvSpPr>
          <p:cNvPr id="100" name="dp41-comparison / n120 / arrow">
            <a:extLst xmlns:a="http://schemas.openxmlformats.org/drawingml/2006/main">
              <a:ext uri="{FF2B5EF4-FFF2-40B4-BE49-F238E27FC236}">
                <a16:creationId xmlns:a16="http://schemas.microsoft.com/office/drawing/2014/main" id="{7E3D1062-963D-4F04-ABF5-95C8057DC759}"/>
              </a:ext>
            </a:extLst>
          </p:cNvPr>
          <p:cNvSpPr>
            <a:spLocks xmlns:a="http://schemas.openxmlformats.org/drawingml/2006/main" noGrp="1"/>
          </p:cNvSpPr>
          <p:nvPr/>
        </p:nvSpPr>
        <p:spPr>
          <a:xfrm xmlns:a="http://schemas.openxmlformats.org/drawingml/2006/main">
            <a:off x="4038410" y="3952494"/>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000000"/>
            </a:solidFill>
            <a:prstDash val="solid"/>
          </a:ln>
        </p:spPr>
      </p:sp>
      <p:sp>
        <p:nvSpPr>
          <p:cNvPr id="101" name="dp41-comparison / n121">
            <a:extLst xmlns:a="http://schemas.openxmlformats.org/drawingml/2006/main">
              <a:ext uri="{FF2B5EF4-FFF2-40B4-BE49-F238E27FC236}">
                <a16:creationId xmlns:a16="http://schemas.microsoft.com/office/drawing/2014/main" id="{DB926430-A167-4FE0-9916-C08B50B07871}"/>
              </a:ext>
            </a:extLst>
          </p:cNvPr>
          <p:cNvSpPr>
            <a:spLocks xmlns:a="http://schemas.openxmlformats.org/drawingml/2006/main" noGrp="1"/>
          </p:cNvSpPr>
          <p:nvPr/>
        </p:nvSpPr>
        <p:spPr>
          <a:xfrm xmlns:a="http://schemas.openxmlformats.org/drawingml/2006/main">
            <a:off x="4362450" y="6648450"/>
            <a:ext cx="2190750" cy="25717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102" name="dp41-comparison / n122 / text 1">
            <a:extLst xmlns:a="http://schemas.openxmlformats.org/drawingml/2006/main">
              <a:ext uri="{FF2B5EF4-FFF2-40B4-BE49-F238E27FC236}">
                <a16:creationId xmlns:a16="http://schemas.microsoft.com/office/drawing/2014/main" id="{259756A3-7C05-49C7-8F07-AD889490DBFC}"/>
              </a:ext>
            </a:extLst>
          </p:cNvPr>
          <p:cNvSpPr>
            <a:spLocks xmlns:a="http://schemas.openxmlformats.org/drawingml/2006/main" noGrp="1"/>
          </p:cNvSpPr>
          <p:nvPr/>
        </p:nvSpPr>
        <p:spPr>
          <a:xfrm xmlns:a="http://schemas.openxmlformats.org/drawingml/2006/main">
            <a:off x="4448175" y="6671786"/>
            <a:ext cx="2019300"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75" b="1">
                <a:solidFill>
                  <a:srgbClr val="000000"/>
                </a:solidFill>
                <a:latin typeface="Apple SD Gothic Neo"/>
                <a:ea typeface="Apple SD Gothic Neo"/>
                <a:cs typeface="Apple SD Gothic Neo"/>
              </a:defRPr>
            </a:pPr>
            <a:r>
              <a:rPr sz="1275" b="1">
                <a:solidFill>
                  <a:srgbClr val="000000"/>
                </a:solidFill>
                <a:latin typeface="Apple SD Gothic Neo"/>
                <a:ea typeface="Apple SD Gothic Neo"/>
                <a:cs typeface="Apple SD Gothic Neo"/>
              </a:rPr>
              <a:t>Context Manager</a:t>
            </a:r>
          </a:p>
        </p:txBody>
      </p:sp>
      <p:sp>
        <p:nvSpPr>
          <p:cNvPr id="103" name="dp41-comparison / n123 / path">
            <a:extLst xmlns:a="http://schemas.openxmlformats.org/drawingml/2006/main">
              <a:ext uri="{FF2B5EF4-FFF2-40B4-BE49-F238E27FC236}">
                <a16:creationId xmlns:a16="http://schemas.microsoft.com/office/drawing/2014/main" id="{131E01E3-F1DF-4772-B457-C91F8D5738C6}"/>
              </a:ext>
            </a:extLst>
          </p:cNvPr>
          <p:cNvSpPr>
            <a:spLocks xmlns:a="http://schemas.openxmlformats.org/drawingml/2006/main" noGrp="1"/>
          </p:cNvSpPr>
          <p:nvPr/>
        </p:nvSpPr>
        <p:spPr>
          <a:xfrm xmlns:a="http://schemas.openxmlformats.org/drawingml/2006/main">
            <a:off x="5457825" y="4143375"/>
            <a:ext cx="4010025" cy="2505075"/>
          </a:xfrm>
          <a:custGeom xmlns:a="http://schemas.openxmlformats.org/drawingml/2006/main">
            <a:pathLst>
              <a:path w="4010025" h="2505075">
                <a:moveTo>
                  <a:pt x="3543300" y="0"/>
                </a:moveTo>
                <a:lnTo>
                  <a:pt x="4010025" y="0"/>
                </a:lnTo>
                <a:lnTo>
                  <a:pt x="4010025" y="2400300"/>
                </a:lnTo>
                <a:lnTo>
                  <a:pt x="0" y="2400300"/>
                </a:lnTo>
                <a:lnTo>
                  <a:pt x="0" y="2505075"/>
                </a:lnTo>
              </a:path>
            </a:pathLst>
          </a:custGeom>
          <a:noFill xmlns:a="http://schemas.openxmlformats.org/drawingml/2006/main"/>
          <a:ln xmlns:a="http://schemas.openxmlformats.org/drawingml/2006/main" w="10478">
            <a:solidFill>
              <a:srgbClr val="000000"/>
            </a:solidFill>
            <a:prstDash val="solid"/>
          </a:ln>
        </p:spPr>
      </p:sp>
      <p:sp>
        <p:nvSpPr>
          <p:cNvPr id="104" name="dp41-comparison / n123 / arrow">
            <a:extLst xmlns:a="http://schemas.openxmlformats.org/drawingml/2006/main">
              <a:ext uri="{FF2B5EF4-FFF2-40B4-BE49-F238E27FC236}">
                <a16:creationId xmlns:a16="http://schemas.microsoft.com/office/drawing/2014/main" id="{671460EB-867A-4259-8867-302F44A571E2}"/>
              </a:ext>
            </a:extLst>
          </p:cNvPr>
          <p:cNvSpPr>
            <a:spLocks xmlns:a="http://schemas.openxmlformats.org/drawingml/2006/main" noGrp="1"/>
          </p:cNvSpPr>
          <p:nvPr/>
        </p:nvSpPr>
        <p:spPr>
          <a:xfrm xmlns:a="http://schemas.openxmlformats.org/drawingml/2006/main">
            <a:off x="5424297" y="6581394"/>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000000"/>
            </a:solidFill>
            <a:prstDash val="solid"/>
          </a:ln>
        </p:spPr>
      </p:sp>
      <p:sp>
        <p:nvSpPr>
          <p:cNvPr id="105" name="dp41-comparison / n124 / path">
            <a:extLst xmlns:a="http://schemas.openxmlformats.org/drawingml/2006/main">
              <a:ext uri="{FF2B5EF4-FFF2-40B4-BE49-F238E27FC236}">
                <a16:creationId xmlns:a16="http://schemas.microsoft.com/office/drawing/2014/main" id="{EA7A6981-D7E1-4F0E-B7EF-69550CA5E3A7}"/>
              </a:ext>
            </a:extLst>
          </p:cNvPr>
          <p:cNvSpPr>
            <a:spLocks xmlns:a="http://schemas.openxmlformats.org/drawingml/2006/main" noGrp="1"/>
          </p:cNvSpPr>
          <p:nvPr/>
        </p:nvSpPr>
        <p:spPr>
          <a:xfrm xmlns:a="http://schemas.openxmlformats.org/drawingml/2006/main">
            <a:off x="5543550" y="4286250"/>
            <a:ext cx="3848100" cy="2362200"/>
          </a:xfrm>
          <a:custGeom xmlns:a="http://schemas.openxmlformats.org/drawingml/2006/main">
            <a:pathLst>
              <a:path w="3848100" h="2362200">
                <a:moveTo>
                  <a:pt x="0" y="2362200"/>
                </a:moveTo>
                <a:lnTo>
                  <a:pt x="0" y="2305050"/>
                </a:lnTo>
                <a:lnTo>
                  <a:pt x="3848100" y="2305050"/>
                </a:lnTo>
                <a:lnTo>
                  <a:pt x="3848100" y="0"/>
                </a:lnTo>
                <a:lnTo>
                  <a:pt x="3457575" y="0"/>
                </a:lnTo>
              </a:path>
            </a:pathLst>
          </a:custGeom>
          <a:noFill xmlns:a="http://schemas.openxmlformats.org/drawingml/2006/main"/>
          <a:ln xmlns:a="http://schemas.openxmlformats.org/drawingml/2006/main" w="10478">
            <a:solidFill>
              <a:srgbClr val="000000"/>
            </a:solidFill>
            <a:prstDash val="dash"/>
          </a:ln>
        </p:spPr>
      </p:sp>
      <p:sp>
        <p:nvSpPr>
          <p:cNvPr id="106" name="dp41-comparison / n124 / arrow">
            <a:extLst xmlns:a="http://schemas.openxmlformats.org/drawingml/2006/main">
              <a:ext uri="{FF2B5EF4-FFF2-40B4-BE49-F238E27FC236}">
                <a16:creationId xmlns:a16="http://schemas.microsoft.com/office/drawing/2014/main" id="{201DA903-336F-4FFE-B95C-537DABEDDDDD}"/>
              </a:ext>
            </a:extLst>
          </p:cNvPr>
          <p:cNvSpPr>
            <a:spLocks xmlns:a="http://schemas.openxmlformats.org/drawingml/2006/main" noGrp="1"/>
          </p:cNvSpPr>
          <p:nvPr/>
        </p:nvSpPr>
        <p:spPr>
          <a:xfrm xmlns:a="http://schemas.openxmlformats.org/drawingml/2006/main">
            <a:off x="9001125" y="4252722"/>
            <a:ext cx="67056" cy="67056"/>
          </a:xfrm>
          <a:custGeom xmlns:a="http://schemas.openxmlformats.org/drawingml/2006/main">
            <a:pathLst>
              <a:path w="67056" h="67056">
                <a:moveTo>
                  <a:pt x="67056" y="0"/>
                </a:moveTo>
                <a:lnTo>
                  <a:pt x="0" y="33528"/>
                </a:lnTo>
                <a:lnTo>
                  <a:pt x="67056" y="67056"/>
                </a:lnTo>
              </a:path>
            </a:pathLst>
          </a:custGeom>
          <a:noFill xmlns:a="http://schemas.openxmlformats.org/drawingml/2006/main"/>
          <a:ln xmlns:a="http://schemas.openxmlformats.org/drawingml/2006/main" w="13411">
            <a:solidFill>
              <a:srgbClr val="000000"/>
            </a:solidFill>
            <a:prstDash val="solid"/>
          </a:ln>
        </p:spPr>
      </p:sp>
      <p:sp>
        <p:nvSpPr>
          <p:cNvPr id="107" name="dp41-comparison / n125">
            <a:extLst xmlns:a="http://schemas.openxmlformats.org/drawingml/2006/main">
              <a:ext uri="{FF2B5EF4-FFF2-40B4-BE49-F238E27FC236}">
                <a16:creationId xmlns:a16="http://schemas.microsoft.com/office/drawing/2014/main" id="{102ADF80-CA1F-499E-A899-88775924B6DF}"/>
              </a:ext>
            </a:extLst>
          </p:cNvPr>
          <p:cNvSpPr>
            <a:spLocks xmlns:a="http://schemas.openxmlformats.org/drawingml/2006/main" noGrp="1"/>
          </p:cNvSpPr>
          <p:nvPr/>
        </p:nvSpPr>
        <p:spPr>
          <a:xfrm xmlns:a="http://schemas.openxmlformats.org/drawingml/2006/main">
            <a:off x="7096125" y="6648450"/>
            <a:ext cx="2190750" cy="25717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108" name="dp41-comparison / n126 / text 1">
            <a:extLst xmlns:a="http://schemas.openxmlformats.org/drawingml/2006/main">
              <a:ext uri="{FF2B5EF4-FFF2-40B4-BE49-F238E27FC236}">
                <a16:creationId xmlns:a16="http://schemas.microsoft.com/office/drawing/2014/main" id="{5F94DAAA-9679-4539-84D6-0AEEE367CEA2}"/>
              </a:ext>
            </a:extLst>
          </p:cNvPr>
          <p:cNvSpPr>
            <a:spLocks xmlns:a="http://schemas.openxmlformats.org/drawingml/2006/main" noGrp="1"/>
          </p:cNvSpPr>
          <p:nvPr/>
        </p:nvSpPr>
        <p:spPr>
          <a:xfrm xmlns:a="http://schemas.openxmlformats.org/drawingml/2006/main">
            <a:off x="7181850" y="6671786"/>
            <a:ext cx="2019300"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75" b="1">
                <a:solidFill>
                  <a:srgbClr val="000000"/>
                </a:solidFill>
                <a:latin typeface="Apple SD Gothic Neo"/>
                <a:ea typeface="Apple SD Gothic Neo"/>
                <a:cs typeface="Apple SD Gothic Neo"/>
              </a:defRPr>
            </a:pPr>
            <a:r>
              <a:rPr sz="1275" b="1">
                <a:solidFill>
                  <a:srgbClr val="000000"/>
                </a:solidFill>
                <a:latin typeface="Apple SD Gothic Neo"/>
                <a:ea typeface="Apple SD Gothic Neo"/>
                <a:cs typeface="Apple SD Gothic Neo"/>
              </a:rPr>
              <a:t>Task Manager</a:t>
            </a:r>
          </a:p>
        </p:txBody>
      </p:sp>
      <p:sp>
        <p:nvSpPr>
          <p:cNvPr id="109" name="dp41-comparison / n127 / path">
            <a:extLst xmlns:a="http://schemas.openxmlformats.org/drawingml/2006/main">
              <a:ext uri="{FF2B5EF4-FFF2-40B4-BE49-F238E27FC236}">
                <a16:creationId xmlns:a16="http://schemas.microsoft.com/office/drawing/2014/main" id="{F8C35D99-397B-49FC-8993-2270B70A31FC}"/>
              </a:ext>
            </a:extLst>
          </p:cNvPr>
          <p:cNvSpPr>
            <a:spLocks xmlns:a="http://schemas.openxmlformats.org/drawingml/2006/main" noGrp="1"/>
          </p:cNvSpPr>
          <p:nvPr/>
        </p:nvSpPr>
        <p:spPr>
          <a:xfrm xmlns:a="http://schemas.openxmlformats.org/drawingml/2006/main">
            <a:off x="8191500" y="4143375"/>
            <a:ext cx="1276350" cy="2505075"/>
          </a:xfrm>
          <a:custGeom xmlns:a="http://schemas.openxmlformats.org/drawingml/2006/main">
            <a:pathLst>
              <a:path w="1276350" h="2505075">
                <a:moveTo>
                  <a:pt x="809625" y="0"/>
                </a:moveTo>
                <a:lnTo>
                  <a:pt x="1276350" y="0"/>
                </a:lnTo>
                <a:lnTo>
                  <a:pt x="1276350" y="2400300"/>
                </a:lnTo>
                <a:lnTo>
                  <a:pt x="0" y="2400300"/>
                </a:lnTo>
                <a:lnTo>
                  <a:pt x="0" y="2505075"/>
                </a:lnTo>
              </a:path>
            </a:pathLst>
          </a:custGeom>
          <a:noFill xmlns:a="http://schemas.openxmlformats.org/drawingml/2006/main"/>
          <a:ln xmlns:a="http://schemas.openxmlformats.org/drawingml/2006/main" w="10478">
            <a:solidFill>
              <a:srgbClr val="000000"/>
            </a:solidFill>
            <a:prstDash val="solid"/>
          </a:ln>
        </p:spPr>
      </p:sp>
      <p:sp>
        <p:nvSpPr>
          <p:cNvPr id="110" name="dp41-comparison / n127 / arrow">
            <a:extLst xmlns:a="http://schemas.openxmlformats.org/drawingml/2006/main">
              <a:ext uri="{FF2B5EF4-FFF2-40B4-BE49-F238E27FC236}">
                <a16:creationId xmlns:a16="http://schemas.microsoft.com/office/drawing/2014/main" id="{D967EE3C-64BB-43AD-9B5A-E273902CC95A}"/>
              </a:ext>
            </a:extLst>
          </p:cNvPr>
          <p:cNvSpPr>
            <a:spLocks xmlns:a="http://schemas.openxmlformats.org/drawingml/2006/main" noGrp="1"/>
          </p:cNvSpPr>
          <p:nvPr/>
        </p:nvSpPr>
        <p:spPr>
          <a:xfrm xmlns:a="http://schemas.openxmlformats.org/drawingml/2006/main">
            <a:off x="8157972" y="6581394"/>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000000"/>
            </a:solidFill>
            <a:prstDash val="solid"/>
          </a:ln>
        </p:spPr>
      </p:sp>
      <p:sp>
        <p:nvSpPr>
          <p:cNvPr id="111" name="dp41-comparison / n128 / path">
            <a:extLst xmlns:a="http://schemas.openxmlformats.org/drawingml/2006/main">
              <a:ext uri="{FF2B5EF4-FFF2-40B4-BE49-F238E27FC236}">
                <a16:creationId xmlns:a16="http://schemas.microsoft.com/office/drawing/2014/main" id="{5D86E40F-B06C-4FCF-98BF-D2804F1C0509}"/>
              </a:ext>
            </a:extLst>
          </p:cNvPr>
          <p:cNvSpPr>
            <a:spLocks xmlns:a="http://schemas.openxmlformats.org/drawingml/2006/main" noGrp="1"/>
          </p:cNvSpPr>
          <p:nvPr/>
        </p:nvSpPr>
        <p:spPr>
          <a:xfrm xmlns:a="http://schemas.openxmlformats.org/drawingml/2006/main">
            <a:off x="8277225" y="4286250"/>
            <a:ext cx="1114425" cy="2362200"/>
          </a:xfrm>
          <a:custGeom xmlns:a="http://schemas.openxmlformats.org/drawingml/2006/main">
            <a:pathLst>
              <a:path w="1114425" h="2362200">
                <a:moveTo>
                  <a:pt x="0" y="2362200"/>
                </a:moveTo>
                <a:lnTo>
                  <a:pt x="0" y="2305050"/>
                </a:lnTo>
                <a:lnTo>
                  <a:pt x="1114425" y="2305050"/>
                </a:lnTo>
                <a:lnTo>
                  <a:pt x="1114425" y="0"/>
                </a:lnTo>
                <a:lnTo>
                  <a:pt x="723900" y="0"/>
                </a:lnTo>
              </a:path>
            </a:pathLst>
          </a:custGeom>
          <a:noFill xmlns:a="http://schemas.openxmlformats.org/drawingml/2006/main"/>
          <a:ln xmlns:a="http://schemas.openxmlformats.org/drawingml/2006/main" w="10478">
            <a:solidFill>
              <a:srgbClr val="000000"/>
            </a:solidFill>
            <a:prstDash val="dash"/>
          </a:ln>
        </p:spPr>
      </p:sp>
      <p:sp>
        <p:nvSpPr>
          <p:cNvPr id="112" name="dp41-comparison / n128 / arrow">
            <a:extLst xmlns:a="http://schemas.openxmlformats.org/drawingml/2006/main">
              <a:ext uri="{FF2B5EF4-FFF2-40B4-BE49-F238E27FC236}">
                <a16:creationId xmlns:a16="http://schemas.microsoft.com/office/drawing/2014/main" id="{DF5210C4-DC53-485D-918B-7E151AA9F0AE}"/>
              </a:ext>
            </a:extLst>
          </p:cNvPr>
          <p:cNvSpPr>
            <a:spLocks xmlns:a="http://schemas.openxmlformats.org/drawingml/2006/main" noGrp="1"/>
          </p:cNvSpPr>
          <p:nvPr/>
        </p:nvSpPr>
        <p:spPr>
          <a:xfrm xmlns:a="http://schemas.openxmlformats.org/drawingml/2006/main">
            <a:off x="9001125" y="4252722"/>
            <a:ext cx="67056" cy="67056"/>
          </a:xfrm>
          <a:custGeom xmlns:a="http://schemas.openxmlformats.org/drawingml/2006/main">
            <a:pathLst>
              <a:path w="67056" h="67056">
                <a:moveTo>
                  <a:pt x="67056" y="0"/>
                </a:moveTo>
                <a:lnTo>
                  <a:pt x="0" y="33528"/>
                </a:lnTo>
                <a:lnTo>
                  <a:pt x="67056" y="67056"/>
                </a:lnTo>
              </a:path>
            </a:pathLst>
          </a:custGeom>
          <a:noFill xmlns:a="http://schemas.openxmlformats.org/drawingml/2006/main"/>
          <a:ln xmlns:a="http://schemas.openxmlformats.org/drawingml/2006/main" w="13411">
            <a:solidFill>
              <a:srgbClr val="000000"/>
            </a:solidFill>
            <a:prstDash val="solid"/>
          </a:ln>
        </p:spPr>
      </p:sp>
      <p:sp>
        <p:nvSpPr>
          <p:cNvPr id="113" name="dp41-comparison / n131 / path">
            <a:extLst xmlns:a="http://schemas.openxmlformats.org/drawingml/2006/main">
              <a:ext uri="{FF2B5EF4-FFF2-40B4-BE49-F238E27FC236}">
                <a16:creationId xmlns:a16="http://schemas.microsoft.com/office/drawing/2014/main" id="{68AC6AD0-E465-4894-BF44-01DF009A9337}"/>
              </a:ext>
            </a:extLst>
          </p:cNvPr>
          <p:cNvSpPr>
            <a:spLocks xmlns:a="http://schemas.openxmlformats.org/drawingml/2006/main" noGrp="1"/>
          </p:cNvSpPr>
          <p:nvPr/>
        </p:nvSpPr>
        <p:spPr>
          <a:xfrm xmlns:a="http://schemas.openxmlformats.org/drawingml/2006/main">
            <a:off x="1476375" y="7067550"/>
            <a:ext cx="7953375" cy="953"/>
          </a:xfrm>
          <a:custGeom xmlns:a="http://schemas.openxmlformats.org/drawingml/2006/main">
            <a:pathLst>
              <a:path w="7953375" h="953">
                <a:moveTo>
                  <a:pt x="0" y="0"/>
                </a:moveTo>
                <a:lnTo>
                  <a:pt x="7953375" y="0"/>
                </a:lnTo>
              </a:path>
            </a:pathLst>
          </a:custGeom>
          <a:noFill xmlns:a="http://schemas.openxmlformats.org/drawingml/2006/main"/>
          <a:ln xmlns:a="http://schemas.openxmlformats.org/drawingml/2006/main" w="10478">
            <a:solidFill>
              <a:srgbClr val="000000"/>
            </a:solidFill>
            <a:prstDash val="solid"/>
          </a:ln>
        </p:spPr>
      </p:sp>
      <p:sp>
        <p:nvSpPr>
          <p:cNvPr id="114" name="dp41-comparison / n134">
            <a:extLst xmlns:a="http://schemas.openxmlformats.org/drawingml/2006/main">
              <a:ext uri="{FF2B5EF4-FFF2-40B4-BE49-F238E27FC236}">
                <a16:creationId xmlns:a16="http://schemas.microsoft.com/office/drawing/2014/main" id="{86E80C7C-2583-4B80-AE82-7F4E952B34BF}"/>
              </a:ext>
            </a:extLst>
          </p:cNvPr>
          <p:cNvSpPr>
            <a:spLocks xmlns:a="http://schemas.openxmlformats.org/drawingml/2006/main" noGrp="1"/>
          </p:cNvSpPr>
          <p:nvPr/>
        </p:nvSpPr>
        <p:spPr>
          <a:xfrm xmlns:a="http://schemas.openxmlformats.org/drawingml/2006/main">
            <a:off x="1666875" y="7362825"/>
            <a:ext cx="1714500" cy="26670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115" name="dp41-comparison / n135 / text 1">
            <a:extLst xmlns:a="http://schemas.openxmlformats.org/drawingml/2006/main">
              <a:ext uri="{FF2B5EF4-FFF2-40B4-BE49-F238E27FC236}">
                <a16:creationId xmlns:a16="http://schemas.microsoft.com/office/drawing/2014/main" id="{B552B1B9-B5A5-4A2E-BE37-227EAA8E2E9C}"/>
              </a:ext>
            </a:extLst>
          </p:cNvPr>
          <p:cNvSpPr>
            <a:spLocks xmlns:a="http://schemas.openxmlformats.org/drawingml/2006/main" noGrp="1"/>
          </p:cNvSpPr>
          <p:nvPr/>
        </p:nvSpPr>
        <p:spPr>
          <a:xfrm xmlns:a="http://schemas.openxmlformats.org/drawingml/2006/main">
            <a:off x="1752600" y="7403306"/>
            <a:ext cx="1543050"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25" b="1">
                <a:solidFill>
                  <a:srgbClr val="000000"/>
                </a:solidFill>
                <a:latin typeface="Apple SD Gothic Neo"/>
                <a:ea typeface="Apple SD Gothic Neo"/>
                <a:cs typeface="Apple SD Gothic Neo"/>
              </a:defRPr>
            </a:pPr>
            <a:r>
              <a:rPr sz="1125" b="1">
                <a:solidFill>
                  <a:srgbClr val="000000"/>
                </a:solidFill>
                <a:latin typeface="Apple SD Gothic Neo"/>
                <a:ea typeface="Apple SD Gothic Neo"/>
                <a:cs typeface="Apple SD Gothic Neo"/>
              </a:rPr>
              <a:t>모델: 다음 행동 판단</a:t>
            </a:r>
          </a:p>
        </p:txBody>
      </p:sp>
      <p:sp>
        <p:nvSpPr>
          <p:cNvPr id="116" name="dp41-comparison / n136">
            <a:extLst xmlns:a="http://schemas.openxmlformats.org/drawingml/2006/main">
              <a:ext uri="{FF2B5EF4-FFF2-40B4-BE49-F238E27FC236}">
                <a16:creationId xmlns:a16="http://schemas.microsoft.com/office/drawing/2014/main" id="{B28937F0-B8AF-41D0-B764-F49E11D0184A}"/>
              </a:ext>
            </a:extLst>
          </p:cNvPr>
          <p:cNvSpPr>
            <a:spLocks xmlns:a="http://schemas.openxmlformats.org/drawingml/2006/main" noGrp="1"/>
          </p:cNvSpPr>
          <p:nvPr/>
        </p:nvSpPr>
        <p:spPr>
          <a:xfrm xmlns:a="http://schemas.openxmlformats.org/drawingml/2006/main">
            <a:off x="4048125" y="7296150"/>
            <a:ext cx="1428750" cy="400050"/>
          </a:xfrm>
          <a:prstGeom xmlns:a="http://schemas.openxmlformats.org/drawingml/2006/main" prst="diamond">
            <a:avLst/>
          </a:prstGeom>
          <a:solidFill xmlns:a="http://schemas.openxmlformats.org/drawingml/2006/main">
            <a:srgbClr val="FFFFFF"/>
          </a:solidFill>
          <a:ln xmlns:a="http://schemas.openxmlformats.org/drawingml/2006/main" w="9525">
            <a:solidFill>
              <a:srgbClr val="000000"/>
            </a:solidFill>
            <a:prstDash val="solid"/>
          </a:ln>
        </p:spPr>
      </p:sp>
      <p:sp>
        <p:nvSpPr>
          <p:cNvPr id="117" name="dp41-comparison / n137 / text 1">
            <a:extLst xmlns:a="http://schemas.openxmlformats.org/drawingml/2006/main">
              <a:ext uri="{FF2B5EF4-FFF2-40B4-BE49-F238E27FC236}">
                <a16:creationId xmlns:a16="http://schemas.microsoft.com/office/drawing/2014/main" id="{400B35BC-F7B6-4205-8445-463F934B70CC}"/>
              </a:ext>
            </a:extLst>
          </p:cNvPr>
          <p:cNvSpPr>
            <a:spLocks xmlns:a="http://schemas.openxmlformats.org/drawingml/2006/main" noGrp="1"/>
          </p:cNvSpPr>
          <p:nvPr/>
        </p:nvSpPr>
        <p:spPr>
          <a:xfrm xmlns:a="http://schemas.openxmlformats.org/drawingml/2006/main">
            <a:off x="4133850" y="7403306"/>
            <a:ext cx="1257300"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25" b="1">
                <a:solidFill>
                  <a:srgbClr val="000000"/>
                </a:solidFill>
                <a:latin typeface="Apple SD Gothic Neo"/>
                <a:ea typeface="Apple SD Gothic Neo"/>
                <a:cs typeface="Apple SD Gothic Neo"/>
              </a:defRPr>
            </a:pPr>
            <a:r>
              <a:rPr sz="1125" b="1">
                <a:solidFill>
                  <a:srgbClr val="000000"/>
                </a:solidFill>
                <a:latin typeface="Apple SD Gothic Neo"/>
                <a:ea typeface="Apple SD Gothic Neo"/>
                <a:cs typeface="Apple SD Gothic Neo"/>
              </a:rPr>
              <a:t>다음 행동?</a:t>
            </a:r>
          </a:p>
        </p:txBody>
      </p:sp>
      <p:sp>
        <p:nvSpPr>
          <p:cNvPr id="118" name="dp41-comparison / n138">
            <a:extLst xmlns:a="http://schemas.openxmlformats.org/drawingml/2006/main">
              <a:ext uri="{FF2B5EF4-FFF2-40B4-BE49-F238E27FC236}">
                <a16:creationId xmlns:a16="http://schemas.microsoft.com/office/drawing/2014/main" id="{3690B872-DF66-4727-A8A6-F5C96CA56249}"/>
              </a:ext>
            </a:extLst>
          </p:cNvPr>
          <p:cNvSpPr>
            <a:spLocks xmlns:a="http://schemas.openxmlformats.org/drawingml/2006/main" noGrp="1"/>
          </p:cNvSpPr>
          <p:nvPr/>
        </p:nvSpPr>
        <p:spPr>
          <a:xfrm xmlns:a="http://schemas.openxmlformats.org/drawingml/2006/main">
            <a:off x="6429375" y="7362825"/>
            <a:ext cx="2095500" cy="26670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119" name="dp41-comparison / n139 / text 1">
            <a:extLst xmlns:a="http://schemas.openxmlformats.org/drawingml/2006/main">
              <a:ext uri="{FF2B5EF4-FFF2-40B4-BE49-F238E27FC236}">
                <a16:creationId xmlns:a16="http://schemas.microsoft.com/office/drawing/2014/main" id="{D5FFD511-98C5-475F-8BCF-102E404CAAAC}"/>
              </a:ext>
            </a:extLst>
          </p:cNvPr>
          <p:cNvSpPr>
            <a:spLocks xmlns:a="http://schemas.openxmlformats.org/drawingml/2006/main" noGrp="1"/>
          </p:cNvSpPr>
          <p:nvPr/>
        </p:nvSpPr>
        <p:spPr>
          <a:xfrm xmlns:a="http://schemas.openxmlformats.org/drawingml/2006/main">
            <a:off x="6515100" y="7403306"/>
            <a:ext cx="1924050"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25" b="1">
                <a:solidFill>
                  <a:srgbClr val="000000"/>
                </a:solidFill>
                <a:latin typeface="Apple SD Gothic Neo"/>
                <a:ea typeface="Apple SD Gothic Neo"/>
                <a:cs typeface="Apple SD Gothic Neo"/>
              </a:defRPr>
            </a:pPr>
            <a:r>
              <a:rPr sz="1125" b="1">
                <a:solidFill>
                  <a:srgbClr val="000000"/>
                </a:solidFill>
                <a:latin typeface="Apple SD Gothic Neo"/>
                <a:ea typeface="Apple SD Gothic Neo"/>
                <a:cs typeface="Apple SD Gothic Neo"/>
              </a:rPr>
              <a:t>도구: 지정한 자료 조회</a:t>
            </a:r>
          </a:p>
        </p:txBody>
      </p:sp>
      <p:sp>
        <p:nvSpPr>
          <p:cNvPr id="120" name="dp41-comparison / n140">
            <a:extLst xmlns:a="http://schemas.openxmlformats.org/drawingml/2006/main">
              <a:ext uri="{FF2B5EF4-FFF2-40B4-BE49-F238E27FC236}">
                <a16:creationId xmlns:a16="http://schemas.microsoft.com/office/drawing/2014/main" id="{32BA53E2-FCD1-4838-9F77-F541680F1283}"/>
              </a:ext>
            </a:extLst>
          </p:cNvPr>
          <p:cNvSpPr>
            <a:spLocks xmlns:a="http://schemas.openxmlformats.org/drawingml/2006/main" noGrp="1"/>
          </p:cNvSpPr>
          <p:nvPr/>
        </p:nvSpPr>
        <p:spPr>
          <a:xfrm xmlns:a="http://schemas.openxmlformats.org/drawingml/2006/main">
            <a:off x="6953250" y="7953375"/>
            <a:ext cx="2238375" cy="27622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121" name="dp41-comparison / n141 / text 1">
            <a:extLst xmlns:a="http://schemas.openxmlformats.org/drawingml/2006/main">
              <a:ext uri="{FF2B5EF4-FFF2-40B4-BE49-F238E27FC236}">
                <a16:creationId xmlns:a16="http://schemas.microsoft.com/office/drawing/2014/main" id="{30144168-2DB8-4868-BFFB-2E5EBAA0E6B5}"/>
              </a:ext>
            </a:extLst>
          </p:cNvPr>
          <p:cNvSpPr>
            <a:spLocks xmlns:a="http://schemas.openxmlformats.org/drawingml/2006/main" noGrp="1"/>
          </p:cNvSpPr>
          <p:nvPr/>
        </p:nvSpPr>
        <p:spPr>
          <a:xfrm xmlns:a="http://schemas.openxmlformats.org/drawingml/2006/main">
            <a:off x="7038975" y="7998619"/>
            <a:ext cx="2066925"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25" b="1">
                <a:solidFill>
                  <a:srgbClr val="000000"/>
                </a:solidFill>
                <a:latin typeface="Apple SD Gothic Neo"/>
                <a:ea typeface="Apple SD Gothic Neo"/>
                <a:cs typeface="Apple SD Gothic Neo"/>
              </a:defRPr>
            </a:pPr>
            <a:r>
              <a:rPr sz="1125" b="1">
                <a:solidFill>
                  <a:srgbClr val="000000"/>
                </a:solidFill>
                <a:latin typeface="Apple SD Gothic Neo"/>
                <a:ea typeface="Apple SD Gothic Neo"/>
                <a:cs typeface="Apple SD Gothic Neo"/>
              </a:rPr>
              <a:t>모델: 의미 / 질문 제안</a:t>
            </a:r>
          </a:p>
        </p:txBody>
      </p:sp>
      <p:sp>
        <p:nvSpPr>
          <p:cNvPr id="122" name="dp41-comparison / n142 / path">
            <a:extLst xmlns:a="http://schemas.openxmlformats.org/drawingml/2006/main">
              <a:ext uri="{FF2B5EF4-FFF2-40B4-BE49-F238E27FC236}">
                <a16:creationId xmlns:a16="http://schemas.microsoft.com/office/drawing/2014/main" id="{2FCC960B-A683-4EBC-97C1-A3F08D8DE7C4}"/>
              </a:ext>
            </a:extLst>
          </p:cNvPr>
          <p:cNvSpPr>
            <a:spLocks xmlns:a="http://schemas.openxmlformats.org/drawingml/2006/main" noGrp="1"/>
          </p:cNvSpPr>
          <p:nvPr/>
        </p:nvSpPr>
        <p:spPr>
          <a:xfrm xmlns:a="http://schemas.openxmlformats.org/drawingml/2006/main">
            <a:off x="3381375" y="7496175"/>
            <a:ext cx="666750" cy="953"/>
          </a:xfrm>
          <a:custGeom xmlns:a="http://schemas.openxmlformats.org/drawingml/2006/main">
            <a:pathLst>
              <a:path w="666750" h="953">
                <a:moveTo>
                  <a:pt x="0" y="0"/>
                </a:moveTo>
                <a:lnTo>
                  <a:pt x="666750" y="0"/>
                </a:lnTo>
              </a:path>
            </a:pathLst>
          </a:custGeom>
          <a:noFill xmlns:a="http://schemas.openxmlformats.org/drawingml/2006/main"/>
          <a:ln xmlns:a="http://schemas.openxmlformats.org/drawingml/2006/main" w="10478">
            <a:solidFill>
              <a:srgbClr val="000000"/>
            </a:solidFill>
            <a:prstDash val="solid"/>
          </a:ln>
        </p:spPr>
      </p:sp>
      <p:sp>
        <p:nvSpPr>
          <p:cNvPr id="123" name="dp41-comparison / n142 / arrow">
            <a:extLst xmlns:a="http://schemas.openxmlformats.org/drawingml/2006/main">
              <a:ext uri="{FF2B5EF4-FFF2-40B4-BE49-F238E27FC236}">
                <a16:creationId xmlns:a16="http://schemas.microsoft.com/office/drawing/2014/main" id="{C4150444-8346-431B-B4F0-9E877C12296A}"/>
              </a:ext>
            </a:extLst>
          </p:cNvPr>
          <p:cNvSpPr>
            <a:spLocks xmlns:a="http://schemas.openxmlformats.org/drawingml/2006/main" noGrp="1"/>
          </p:cNvSpPr>
          <p:nvPr/>
        </p:nvSpPr>
        <p:spPr>
          <a:xfrm xmlns:a="http://schemas.openxmlformats.org/drawingml/2006/main">
            <a:off x="3981069" y="7462647"/>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000000"/>
            </a:solidFill>
            <a:prstDash val="solid"/>
          </a:ln>
        </p:spPr>
      </p:sp>
      <p:sp>
        <p:nvSpPr>
          <p:cNvPr id="124" name="dp41-comparison / n143 / path">
            <a:extLst xmlns:a="http://schemas.openxmlformats.org/drawingml/2006/main">
              <a:ext uri="{FF2B5EF4-FFF2-40B4-BE49-F238E27FC236}">
                <a16:creationId xmlns:a16="http://schemas.microsoft.com/office/drawing/2014/main" id="{20B89BA5-A7CE-479B-AD98-747F540970B2}"/>
              </a:ext>
            </a:extLst>
          </p:cNvPr>
          <p:cNvSpPr>
            <a:spLocks xmlns:a="http://schemas.openxmlformats.org/drawingml/2006/main" noGrp="1"/>
          </p:cNvSpPr>
          <p:nvPr/>
        </p:nvSpPr>
        <p:spPr>
          <a:xfrm xmlns:a="http://schemas.openxmlformats.org/drawingml/2006/main">
            <a:off x="5476875" y="7496175"/>
            <a:ext cx="952500" cy="953"/>
          </a:xfrm>
          <a:custGeom xmlns:a="http://schemas.openxmlformats.org/drawingml/2006/main">
            <a:pathLst>
              <a:path w="952500" h="953">
                <a:moveTo>
                  <a:pt x="0" y="0"/>
                </a:moveTo>
                <a:lnTo>
                  <a:pt x="952500" y="0"/>
                </a:lnTo>
              </a:path>
            </a:pathLst>
          </a:custGeom>
          <a:noFill xmlns:a="http://schemas.openxmlformats.org/drawingml/2006/main"/>
          <a:ln xmlns:a="http://schemas.openxmlformats.org/drawingml/2006/main" w="10478">
            <a:solidFill>
              <a:srgbClr val="000000"/>
            </a:solidFill>
            <a:prstDash val="solid"/>
          </a:ln>
        </p:spPr>
      </p:sp>
      <p:sp>
        <p:nvSpPr>
          <p:cNvPr id="125" name="dp41-comparison / n143 / arrow">
            <a:extLst xmlns:a="http://schemas.openxmlformats.org/drawingml/2006/main">
              <a:ext uri="{FF2B5EF4-FFF2-40B4-BE49-F238E27FC236}">
                <a16:creationId xmlns:a16="http://schemas.microsoft.com/office/drawing/2014/main" id="{2BA82F8A-F427-4178-8E59-A8E2E51EBE90}"/>
              </a:ext>
            </a:extLst>
          </p:cNvPr>
          <p:cNvSpPr>
            <a:spLocks xmlns:a="http://schemas.openxmlformats.org/drawingml/2006/main" noGrp="1"/>
          </p:cNvSpPr>
          <p:nvPr/>
        </p:nvSpPr>
        <p:spPr>
          <a:xfrm xmlns:a="http://schemas.openxmlformats.org/drawingml/2006/main">
            <a:off x="6362319" y="7462647"/>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000000"/>
            </a:solidFill>
            <a:prstDash val="solid"/>
          </a:ln>
        </p:spPr>
      </p:sp>
      <p:sp>
        <p:nvSpPr>
          <p:cNvPr id="126" name="dp41-comparison / n146 / path">
            <a:extLst xmlns:a="http://schemas.openxmlformats.org/drawingml/2006/main">
              <a:ext uri="{FF2B5EF4-FFF2-40B4-BE49-F238E27FC236}">
                <a16:creationId xmlns:a16="http://schemas.microsoft.com/office/drawing/2014/main" id="{681252EE-412B-43B5-8960-17E63EE246F3}"/>
              </a:ext>
            </a:extLst>
          </p:cNvPr>
          <p:cNvSpPr>
            <a:spLocks xmlns:a="http://schemas.openxmlformats.org/drawingml/2006/main" noGrp="1"/>
          </p:cNvSpPr>
          <p:nvPr/>
        </p:nvSpPr>
        <p:spPr>
          <a:xfrm xmlns:a="http://schemas.openxmlformats.org/drawingml/2006/main">
            <a:off x="2524125" y="7629525"/>
            <a:ext cx="4953000" cy="152400"/>
          </a:xfrm>
          <a:custGeom xmlns:a="http://schemas.openxmlformats.org/drawingml/2006/main">
            <a:pathLst>
              <a:path w="4953000" h="152400">
                <a:moveTo>
                  <a:pt x="4953000" y="0"/>
                </a:moveTo>
                <a:lnTo>
                  <a:pt x="4953000" y="152400"/>
                </a:lnTo>
                <a:lnTo>
                  <a:pt x="0" y="152400"/>
                </a:lnTo>
                <a:lnTo>
                  <a:pt x="0" y="0"/>
                </a:lnTo>
              </a:path>
            </a:pathLst>
          </a:custGeom>
          <a:noFill xmlns:a="http://schemas.openxmlformats.org/drawingml/2006/main"/>
          <a:ln xmlns:a="http://schemas.openxmlformats.org/drawingml/2006/main" w="10478">
            <a:solidFill>
              <a:srgbClr val="000000"/>
            </a:solidFill>
            <a:prstDash val="solid"/>
          </a:ln>
        </p:spPr>
      </p:sp>
      <p:sp>
        <p:nvSpPr>
          <p:cNvPr id="127" name="dp41-comparison / n146 / arrow">
            <a:extLst xmlns:a="http://schemas.openxmlformats.org/drawingml/2006/main">
              <a:ext uri="{FF2B5EF4-FFF2-40B4-BE49-F238E27FC236}">
                <a16:creationId xmlns:a16="http://schemas.microsoft.com/office/drawing/2014/main" id="{8D61C0D2-9E07-4954-AB08-A3F447B14B48}"/>
              </a:ext>
            </a:extLst>
          </p:cNvPr>
          <p:cNvSpPr>
            <a:spLocks xmlns:a="http://schemas.openxmlformats.org/drawingml/2006/main" noGrp="1"/>
          </p:cNvSpPr>
          <p:nvPr/>
        </p:nvSpPr>
        <p:spPr>
          <a:xfrm xmlns:a="http://schemas.openxmlformats.org/drawingml/2006/main">
            <a:off x="2490597" y="7629525"/>
            <a:ext cx="67056" cy="67056"/>
          </a:xfrm>
          <a:custGeom xmlns:a="http://schemas.openxmlformats.org/drawingml/2006/main">
            <a:pathLst>
              <a:path w="67056" h="67056">
                <a:moveTo>
                  <a:pt x="67056" y="67056"/>
                </a:moveTo>
                <a:lnTo>
                  <a:pt x="33528" y="0"/>
                </a:lnTo>
                <a:lnTo>
                  <a:pt x="0" y="67056"/>
                </a:lnTo>
              </a:path>
            </a:pathLst>
          </a:custGeom>
          <a:noFill xmlns:a="http://schemas.openxmlformats.org/drawingml/2006/main"/>
          <a:ln xmlns:a="http://schemas.openxmlformats.org/drawingml/2006/main" w="13411">
            <a:solidFill>
              <a:srgbClr val="000000"/>
            </a:solidFill>
            <a:prstDash val="solid"/>
          </a:ln>
        </p:spPr>
      </p:sp>
      <p:sp>
        <p:nvSpPr>
          <p:cNvPr id="128" name="dp41-comparison / n149 / path">
            <a:extLst xmlns:a="http://schemas.openxmlformats.org/drawingml/2006/main">
              <a:ext uri="{FF2B5EF4-FFF2-40B4-BE49-F238E27FC236}">
                <a16:creationId xmlns:a16="http://schemas.microsoft.com/office/drawing/2014/main" id="{03C89CF2-9A55-4658-9F0D-5BF0D45AFE3B}"/>
              </a:ext>
            </a:extLst>
          </p:cNvPr>
          <p:cNvSpPr>
            <a:spLocks xmlns:a="http://schemas.openxmlformats.org/drawingml/2006/main" noGrp="1"/>
          </p:cNvSpPr>
          <p:nvPr/>
        </p:nvSpPr>
        <p:spPr>
          <a:xfrm xmlns:a="http://schemas.openxmlformats.org/drawingml/2006/main">
            <a:off x="4762500" y="7696200"/>
            <a:ext cx="2190750" cy="395288"/>
          </a:xfrm>
          <a:custGeom xmlns:a="http://schemas.openxmlformats.org/drawingml/2006/main">
            <a:pathLst>
              <a:path w="2190750" h="395288">
                <a:moveTo>
                  <a:pt x="0" y="0"/>
                </a:moveTo>
                <a:lnTo>
                  <a:pt x="0" y="395288"/>
                </a:lnTo>
                <a:lnTo>
                  <a:pt x="2190750" y="395288"/>
                </a:lnTo>
              </a:path>
            </a:pathLst>
          </a:custGeom>
          <a:noFill xmlns:a="http://schemas.openxmlformats.org/drawingml/2006/main"/>
          <a:ln xmlns:a="http://schemas.openxmlformats.org/drawingml/2006/main" w="10478">
            <a:solidFill>
              <a:srgbClr val="000000"/>
            </a:solidFill>
            <a:prstDash val="solid"/>
          </a:ln>
        </p:spPr>
      </p:sp>
      <p:sp>
        <p:nvSpPr>
          <p:cNvPr id="129" name="dp41-comparison / n149 / arrow">
            <a:extLst xmlns:a="http://schemas.openxmlformats.org/drawingml/2006/main">
              <a:ext uri="{FF2B5EF4-FFF2-40B4-BE49-F238E27FC236}">
                <a16:creationId xmlns:a16="http://schemas.microsoft.com/office/drawing/2014/main" id="{C4A2B822-CE72-4F40-9D2B-8E7F5187692B}"/>
              </a:ext>
            </a:extLst>
          </p:cNvPr>
          <p:cNvSpPr>
            <a:spLocks xmlns:a="http://schemas.openxmlformats.org/drawingml/2006/main" noGrp="1"/>
          </p:cNvSpPr>
          <p:nvPr/>
        </p:nvSpPr>
        <p:spPr>
          <a:xfrm xmlns:a="http://schemas.openxmlformats.org/drawingml/2006/main">
            <a:off x="6886194" y="8057960"/>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000000"/>
            </a:solidFill>
            <a:prstDash val="solid"/>
          </a:ln>
        </p:spPr>
      </p:sp>
      <p:sp>
        <p:nvSpPr>
          <p:cNvPr id="130" name="dp41-comparison / n64">
            <a:extLst xmlns:a="http://schemas.openxmlformats.org/drawingml/2006/main">
              <a:ext uri="{FF2B5EF4-FFF2-40B4-BE49-F238E27FC236}">
                <a16:creationId xmlns:a16="http://schemas.microsoft.com/office/drawing/2014/main" id="{1F561E89-F398-481E-B7B1-318872664597}"/>
              </a:ext>
            </a:extLst>
          </p:cNvPr>
          <p:cNvSpPr>
            <a:spLocks xmlns:a="http://schemas.openxmlformats.org/drawingml/2006/main" noGrp="1"/>
          </p:cNvSpPr>
          <p:nvPr/>
        </p:nvSpPr>
        <p:spPr>
          <a:xfrm xmlns:a="http://schemas.openxmlformats.org/drawingml/2006/main">
            <a:off x="1571625" y="2409825"/>
            <a:ext cx="1428750" cy="333375"/>
          </a:xfrm>
          <a:custGeom xmlns:a="http://schemas.openxmlformats.org/drawingml/2006/main">
            <a:pathLst>
              <a:path w="1428750" h="333375">
                <a:moveTo>
                  <a:pt x="0" y="0"/>
                </a:moveTo>
                <a:lnTo>
                  <a:pt x="1257300" y="0"/>
                </a:lnTo>
                <a:lnTo>
                  <a:pt x="1428750" y="171450"/>
                </a:lnTo>
                <a:lnTo>
                  <a:pt x="1428750" y="333375"/>
                </a:lnTo>
                <a:lnTo>
                  <a:pt x="0" y="333375"/>
                </a:lnTo>
                <a:close/>
              </a:path>
            </a:pathLst>
          </a:custGeom>
          <a:solidFill xmlns:a="http://schemas.openxmlformats.org/drawingml/2006/main">
            <a:srgbClr val="FFFFFF"/>
          </a:solidFill>
          <a:ln xmlns:a="http://schemas.openxmlformats.org/drawingml/2006/main" w="9525">
            <a:solidFill>
              <a:srgbClr val="000000"/>
            </a:solidFill>
            <a:prstDash val="solid"/>
          </a:ln>
        </p:spPr>
      </p:sp>
      <p:sp>
        <p:nvSpPr>
          <p:cNvPr id="131" name="dp41-comparison / n64 / fold">
            <a:extLst xmlns:a="http://schemas.openxmlformats.org/drawingml/2006/main">
              <a:ext uri="{FF2B5EF4-FFF2-40B4-BE49-F238E27FC236}">
                <a16:creationId xmlns:a16="http://schemas.microsoft.com/office/drawing/2014/main" id="{64A42E55-68FB-429F-BD03-DA9DFABCF78A}"/>
              </a:ext>
            </a:extLst>
          </p:cNvPr>
          <p:cNvSpPr>
            <a:spLocks xmlns:a="http://schemas.openxmlformats.org/drawingml/2006/main" noGrp="1"/>
          </p:cNvSpPr>
          <p:nvPr/>
        </p:nvSpPr>
        <p:spPr>
          <a:xfrm xmlns:a="http://schemas.openxmlformats.org/drawingml/2006/main">
            <a:off x="2828925" y="2409825"/>
            <a:ext cx="171450" cy="171450"/>
          </a:xfrm>
          <a:custGeom xmlns:a="http://schemas.openxmlformats.org/drawingml/2006/main">
            <a:pathLst>
              <a:path w="171450" h="171450">
                <a:moveTo>
                  <a:pt x="0" y="0"/>
                </a:moveTo>
                <a:lnTo>
                  <a:pt x="0" y="171450"/>
                </a:lnTo>
                <a:lnTo>
                  <a:pt x="171450" y="171450"/>
                </a:lnTo>
              </a:path>
            </a:pathLst>
          </a:custGeom>
          <a:noFill xmlns:a="http://schemas.openxmlformats.org/drawingml/2006/main"/>
          <a:ln xmlns:a="http://schemas.openxmlformats.org/drawingml/2006/main" w="9525">
            <a:solidFill>
              <a:srgbClr val="000000"/>
            </a:solidFill>
            <a:prstDash val="solid"/>
          </a:ln>
        </p:spPr>
      </p:sp>
      <p:sp>
        <p:nvSpPr>
          <p:cNvPr id="132" name="dp41-comparison / n65 / text 1">
            <a:extLst xmlns:a="http://schemas.openxmlformats.org/drawingml/2006/main">
              <a:ext uri="{FF2B5EF4-FFF2-40B4-BE49-F238E27FC236}">
                <a16:creationId xmlns:a16="http://schemas.microsoft.com/office/drawing/2014/main" id="{EF633472-D282-4C83-B3FA-D11B9CE58112}"/>
              </a:ext>
            </a:extLst>
          </p:cNvPr>
          <p:cNvSpPr>
            <a:spLocks xmlns:a="http://schemas.openxmlformats.org/drawingml/2006/main" noGrp="1"/>
          </p:cNvSpPr>
          <p:nvPr/>
        </p:nvSpPr>
        <p:spPr>
          <a:xfrm xmlns:a="http://schemas.openxmlformats.org/drawingml/2006/main">
            <a:off x="1666875" y="2466975"/>
            <a:ext cx="1162050"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000000"/>
                </a:solidFill>
                <a:latin typeface="Apple SD Gothic Neo"/>
                <a:ea typeface="Apple SD Gothic Neo"/>
                <a:cs typeface="Apple SD Gothic Neo"/>
              </a:defRPr>
            </a:pPr>
            <a:r>
              <a:rPr sz="1200" b="0">
                <a:solidFill>
                  <a:srgbClr val="000000"/>
                </a:solidFill>
                <a:latin typeface="Apple SD Gothic Neo"/>
                <a:ea typeface="Apple SD Gothic Neo"/>
                <a:cs typeface="Apple SD Gothic Neo"/>
              </a:rPr>
              <a:t>사용자 발화</a:t>
            </a:r>
          </a:p>
        </p:txBody>
      </p:sp>
      <p:sp>
        <p:nvSpPr>
          <p:cNvPr id="133" name="dp41-comparison / n74">
            <a:extLst xmlns:a="http://schemas.openxmlformats.org/drawingml/2006/main">
              <a:ext uri="{FF2B5EF4-FFF2-40B4-BE49-F238E27FC236}">
                <a16:creationId xmlns:a16="http://schemas.microsoft.com/office/drawing/2014/main" id="{43F853C8-5884-494B-8D46-A2DE41A8983C}"/>
              </a:ext>
            </a:extLst>
          </p:cNvPr>
          <p:cNvSpPr>
            <a:spLocks xmlns:a="http://schemas.openxmlformats.org/drawingml/2006/main" noGrp="1"/>
          </p:cNvSpPr>
          <p:nvPr/>
        </p:nvSpPr>
        <p:spPr>
          <a:xfrm xmlns:a="http://schemas.openxmlformats.org/drawingml/2006/main">
            <a:off x="4505325" y="2943225"/>
            <a:ext cx="3050477" cy="16764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34" name="dp41-comparison / n75 / text 1">
            <a:extLst xmlns:a="http://schemas.openxmlformats.org/drawingml/2006/main">
              <a:ext uri="{FF2B5EF4-FFF2-40B4-BE49-F238E27FC236}">
                <a16:creationId xmlns:a16="http://schemas.microsoft.com/office/drawing/2014/main" id="{956B3390-61F8-4442-A600-721B6A28707C}"/>
              </a:ext>
            </a:extLst>
          </p:cNvPr>
          <p:cNvSpPr>
            <a:spLocks xmlns:a="http://schemas.openxmlformats.org/drawingml/2006/main" noGrp="1"/>
          </p:cNvSpPr>
          <p:nvPr/>
        </p:nvSpPr>
        <p:spPr>
          <a:xfrm xmlns:a="http://schemas.openxmlformats.org/drawingml/2006/main">
            <a:off x="4524375" y="2952750"/>
            <a:ext cx="4667250" cy="17954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75" b="0">
                <a:solidFill>
                  <a:srgbClr val="000000"/>
                </a:solidFill>
                <a:latin typeface="Apple SD Gothic Neo"/>
                <a:ea typeface="Apple SD Gothic Neo"/>
                <a:cs typeface="Apple SD Gothic Neo"/>
              </a:defRPr>
            </a:pPr>
            <a:r>
              <a:rPr sz="975" b="0">
                <a:solidFill>
                  <a:srgbClr val="000000"/>
                </a:solidFill>
                <a:latin typeface="Apple SD Gothic Neo"/>
                <a:ea typeface="Apple SD Gothic Neo"/>
                <a:cs typeface="Apple SD Gothic Neo"/>
              </a:rPr>
              <a:t>Model Access 경유 / 조회 결과마다 모델 재판단</a:t>
            </a:r>
          </a:p>
        </p:txBody>
      </p:sp>
      <p:sp>
        <p:nvSpPr>
          <p:cNvPr id="135" name="dp41-comparison / n76">
            <a:extLst xmlns:a="http://schemas.openxmlformats.org/drawingml/2006/main">
              <a:ext uri="{FF2B5EF4-FFF2-40B4-BE49-F238E27FC236}">
                <a16:creationId xmlns:a16="http://schemas.microsoft.com/office/drawing/2014/main" id="{E02442D0-EEE5-4857-8113-D3D2F3EBD791}"/>
              </a:ext>
            </a:extLst>
          </p:cNvPr>
          <p:cNvSpPr>
            <a:spLocks xmlns:a="http://schemas.openxmlformats.org/drawingml/2006/main" noGrp="1"/>
          </p:cNvSpPr>
          <p:nvPr/>
        </p:nvSpPr>
        <p:spPr>
          <a:xfrm xmlns:a="http://schemas.openxmlformats.org/drawingml/2006/main">
            <a:off x="4648200" y="3314700"/>
            <a:ext cx="3272028" cy="22479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36" name="dp41-comparison / n77 / text 1">
            <a:extLst xmlns:a="http://schemas.openxmlformats.org/drawingml/2006/main">
              <a:ext uri="{FF2B5EF4-FFF2-40B4-BE49-F238E27FC236}">
                <a16:creationId xmlns:a16="http://schemas.microsoft.com/office/drawing/2014/main" id="{1AD798F5-2584-455E-B07C-BC025A55DB01}"/>
              </a:ext>
            </a:extLst>
          </p:cNvPr>
          <p:cNvSpPr>
            <a:spLocks xmlns:a="http://schemas.openxmlformats.org/drawingml/2006/main" noGrp="1"/>
          </p:cNvSpPr>
          <p:nvPr/>
        </p:nvSpPr>
        <p:spPr>
          <a:xfrm xmlns:a="http://schemas.openxmlformats.org/drawingml/2006/main">
            <a:off x="4667250" y="3324225"/>
            <a:ext cx="4572000" cy="24860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0">
                <a:solidFill>
                  <a:srgbClr val="000000"/>
                </a:solidFill>
                <a:latin typeface="Apple SD Gothic Neo"/>
                <a:ea typeface="Apple SD Gothic Neo"/>
                <a:cs typeface="Apple SD Gothic Neo"/>
              </a:defRPr>
            </a:pPr>
            <a:r>
              <a:rPr sz="1350" b="0">
                <a:solidFill>
                  <a:srgbClr val="000000"/>
                </a:solidFill>
                <a:latin typeface="Apple SD Gothic Neo"/>
                <a:ea typeface="Apple SD Gothic Neo"/>
                <a:cs typeface="Apple SD Gothic Neo"/>
              </a:rPr>
              <a:t>A: 모델이 결과를 보고 다음 조회 선택</a:t>
            </a:r>
          </a:p>
        </p:txBody>
      </p:sp>
      <p:sp>
        <p:nvSpPr>
          <p:cNvPr id="137" name="dp41-comparison / n80">
            <a:extLst xmlns:a="http://schemas.openxmlformats.org/drawingml/2006/main">
              <a:ext uri="{FF2B5EF4-FFF2-40B4-BE49-F238E27FC236}">
                <a16:creationId xmlns:a16="http://schemas.microsoft.com/office/drawing/2014/main" id="{6691E6E2-A3A9-41FC-BE9D-7E3AE408FCCB}"/>
              </a:ext>
            </a:extLst>
          </p:cNvPr>
          <p:cNvSpPr>
            <a:spLocks xmlns:a="http://schemas.openxmlformats.org/drawingml/2006/main" noGrp="1"/>
          </p:cNvSpPr>
          <p:nvPr/>
        </p:nvSpPr>
        <p:spPr>
          <a:xfrm xmlns:a="http://schemas.openxmlformats.org/drawingml/2006/main">
            <a:off x="7505700" y="3114675"/>
            <a:ext cx="730568" cy="1905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38" name="dp41-comparison / n81 / text 1">
            <a:extLst xmlns:a="http://schemas.openxmlformats.org/drawingml/2006/main">
              <a:ext uri="{FF2B5EF4-FFF2-40B4-BE49-F238E27FC236}">
                <a16:creationId xmlns:a16="http://schemas.microsoft.com/office/drawing/2014/main" id="{C98E87EC-ABD8-42F1-8396-95726D42D57B}"/>
              </a:ext>
            </a:extLst>
          </p:cNvPr>
          <p:cNvSpPr>
            <a:spLocks xmlns:a="http://schemas.openxmlformats.org/drawingml/2006/main" noGrp="1"/>
          </p:cNvSpPr>
          <p:nvPr/>
        </p:nvSpPr>
        <p:spPr>
          <a:xfrm xmlns:a="http://schemas.openxmlformats.org/drawingml/2006/main">
            <a:off x="7524750" y="3124200"/>
            <a:ext cx="1762125"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0">
                <a:solidFill>
                  <a:srgbClr val="000000"/>
                </a:solidFill>
                <a:latin typeface="Apple SD Gothic Neo"/>
                <a:ea typeface="Apple SD Gothic Neo"/>
                <a:cs typeface="Apple SD Gothic Neo"/>
              </a:defRPr>
            </a:pPr>
            <a:r>
              <a:rPr sz="1125" b="0">
                <a:solidFill>
                  <a:srgbClr val="000000"/>
                </a:solidFill>
                <a:latin typeface="Apple SD Gothic Neo"/>
                <a:ea typeface="Apple SD Gothic Neo"/>
                <a:cs typeface="Apple SD Gothic Neo"/>
              </a:rPr>
              <a:t>해석 시작</a:t>
            </a:r>
          </a:p>
        </p:txBody>
      </p:sp>
      <p:sp>
        <p:nvSpPr>
          <p:cNvPr id="139" name="dp41-comparison / n84">
            <a:extLst xmlns:a="http://schemas.openxmlformats.org/drawingml/2006/main">
              <a:ext uri="{FF2B5EF4-FFF2-40B4-BE49-F238E27FC236}">
                <a16:creationId xmlns:a16="http://schemas.microsoft.com/office/drawing/2014/main" id="{D1A63935-AC5C-4DA0-93C9-5EB14A324BD6}"/>
              </a:ext>
            </a:extLst>
          </p:cNvPr>
          <p:cNvSpPr>
            <a:spLocks xmlns:a="http://schemas.openxmlformats.org/drawingml/2006/main" noGrp="1"/>
          </p:cNvSpPr>
          <p:nvPr/>
        </p:nvSpPr>
        <p:spPr>
          <a:xfrm xmlns:a="http://schemas.openxmlformats.org/drawingml/2006/main">
            <a:off x="1647825" y="4429125"/>
            <a:ext cx="1911858" cy="15621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40" name="dp41-comparison / n85 / text 1">
            <a:extLst xmlns:a="http://schemas.openxmlformats.org/drawingml/2006/main">
              <a:ext uri="{FF2B5EF4-FFF2-40B4-BE49-F238E27FC236}">
                <a16:creationId xmlns:a16="http://schemas.microsoft.com/office/drawing/2014/main" id="{EAC8D2F2-EB6C-41D0-A24B-07439B08656C}"/>
              </a:ext>
            </a:extLst>
          </p:cNvPr>
          <p:cNvSpPr>
            <a:spLocks xmlns:a="http://schemas.openxmlformats.org/drawingml/2006/main" noGrp="1"/>
          </p:cNvSpPr>
          <p:nvPr/>
        </p:nvSpPr>
        <p:spPr>
          <a:xfrm xmlns:a="http://schemas.openxmlformats.org/drawingml/2006/main">
            <a:off x="1666875" y="4438650"/>
            <a:ext cx="266700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코드: 모델 호출, 도구 결과 대응</a:t>
            </a:r>
          </a:p>
        </p:txBody>
      </p:sp>
      <p:sp>
        <p:nvSpPr>
          <p:cNvPr id="141" name="dp41-comparison / n90">
            <a:extLst xmlns:a="http://schemas.openxmlformats.org/drawingml/2006/main">
              <a:ext uri="{FF2B5EF4-FFF2-40B4-BE49-F238E27FC236}">
                <a16:creationId xmlns:a16="http://schemas.microsoft.com/office/drawing/2014/main" id="{BD303C07-0622-48A5-A061-3DFDA290BB37}"/>
              </a:ext>
            </a:extLst>
          </p:cNvPr>
          <p:cNvSpPr>
            <a:spLocks xmlns:a="http://schemas.openxmlformats.org/drawingml/2006/main" noGrp="1"/>
          </p:cNvSpPr>
          <p:nvPr/>
        </p:nvSpPr>
        <p:spPr>
          <a:xfrm xmlns:a="http://schemas.openxmlformats.org/drawingml/2006/main">
            <a:off x="1647825" y="5534025"/>
            <a:ext cx="2150745" cy="14478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42" name="dp41-comparison / n91 / text 1">
            <a:extLst xmlns:a="http://schemas.openxmlformats.org/drawingml/2006/main">
              <a:ext uri="{FF2B5EF4-FFF2-40B4-BE49-F238E27FC236}">
                <a16:creationId xmlns:a16="http://schemas.microsoft.com/office/drawing/2014/main" id="{1B364079-7B89-47D5-BC1A-ED496FD12B14}"/>
              </a:ext>
            </a:extLst>
          </p:cNvPr>
          <p:cNvSpPr>
            <a:spLocks xmlns:a="http://schemas.openxmlformats.org/drawingml/2006/main" noGrp="1"/>
          </p:cNvSpPr>
          <p:nvPr/>
        </p:nvSpPr>
        <p:spPr>
          <a:xfrm xmlns:a="http://schemas.openxmlformats.org/drawingml/2006/main">
            <a:off x="1666875" y="5543550"/>
            <a:ext cx="2524125"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발화, 조회 결과, 이전 조건 / 임시 상태</a:t>
            </a:r>
          </a:p>
        </p:txBody>
      </p:sp>
      <p:sp>
        <p:nvSpPr>
          <p:cNvPr id="143" name="dp41-comparison / n94">
            <a:extLst xmlns:a="http://schemas.openxmlformats.org/drawingml/2006/main">
              <a:ext uri="{FF2B5EF4-FFF2-40B4-BE49-F238E27FC236}">
                <a16:creationId xmlns:a16="http://schemas.microsoft.com/office/drawing/2014/main" id="{E56AAB3D-583B-4ED5-B488-11ABBA52518F}"/>
              </a:ext>
            </a:extLst>
          </p:cNvPr>
          <p:cNvSpPr>
            <a:spLocks xmlns:a="http://schemas.openxmlformats.org/drawingml/2006/main" noGrp="1"/>
          </p:cNvSpPr>
          <p:nvPr/>
        </p:nvSpPr>
        <p:spPr>
          <a:xfrm xmlns:a="http://schemas.openxmlformats.org/drawingml/2006/main">
            <a:off x="2076450" y="3324225"/>
            <a:ext cx="1484376" cy="15621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44" name="dp41-comparison / n95 / text 1">
            <a:extLst xmlns:a="http://schemas.openxmlformats.org/drawingml/2006/main">
              <a:ext uri="{FF2B5EF4-FFF2-40B4-BE49-F238E27FC236}">
                <a16:creationId xmlns:a16="http://schemas.microsoft.com/office/drawing/2014/main" id="{D9F6D743-1298-4EE1-9B69-4D28D7282430}"/>
              </a:ext>
            </a:extLst>
          </p:cNvPr>
          <p:cNvSpPr>
            <a:spLocks xmlns:a="http://schemas.openxmlformats.org/drawingml/2006/main" noGrp="1"/>
          </p:cNvSpPr>
          <p:nvPr/>
        </p:nvSpPr>
        <p:spPr>
          <a:xfrm xmlns:a="http://schemas.openxmlformats.org/drawingml/2006/main">
            <a:off x="2095500" y="3333750"/>
            <a:ext cx="173355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① 결과와 원문으로 재호출</a:t>
            </a:r>
          </a:p>
        </p:txBody>
      </p:sp>
      <p:sp>
        <p:nvSpPr>
          <p:cNvPr id="145" name="dp41-comparison / n96">
            <a:extLst xmlns:a="http://schemas.openxmlformats.org/drawingml/2006/main">
              <a:ext uri="{FF2B5EF4-FFF2-40B4-BE49-F238E27FC236}">
                <a16:creationId xmlns:a16="http://schemas.microsoft.com/office/drawing/2014/main" id="{1735FFBB-31DA-4810-9FFC-6AE9FE02CF49}"/>
              </a:ext>
            </a:extLst>
          </p:cNvPr>
          <p:cNvSpPr>
            <a:spLocks xmlns:a="http://schemas.openxmlformats.org/drawingml/2006/main" noGrp="1"/>
          </p:cNvSpPr>
          <p:nvPr/>
        </p:nvSpPr>
        <p:spPr>
          <a:xfrm xmlns:a="http://schemas.openxmlformats.org/drawingml/2006/main">
            <a:off x="2076450" y="3495675"/>
            <a:ext cx="1670875" cy="14478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46" name="dp41-comparison / n97 / text 1">
            <a:extLst xmlns:a="http://schemas.openxmlformats.org/drawingml/2006/main">
              <a:ext uri="{FF2B5EF4-FFF2-40B4-BE49-F238E27FC236}">
                <a16:creationId xmlns:a16="http://schemas.microsoft.com/office/drawing/2014/main" id="{F900837D-EA74-4DF4-A109-E44283649E6C}"/>
              </a:ext>
            </a:extLst>
          </p:cNvPr>
          <p:cNvSpPr>
            <a:spLocks xmlns:a="http://schemas.openxmlformats.org/drawingml/2006/main" noGrp="1"/>
          </p:cNvSpPr>
          <p:nvPr/>
        </p:nvSpPr>
        <p:spPr>
          <a:xfrm xmlns:a="http://schemas.openxmlformats.org/drawingml/2006/main">
            <a:off x="2095500" y="3505200"/>
            <a:ext cx="1733550"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모델: 조회 / 질문 / 의미 선택</a:t>
            </a:r>
          </a:p>
        </p:txBody>
      </p:sp>
      <p:sp>
        <p:nvSpPr>
          <p:cNvPr id="147" name="dp41-comparison / n99">
            <a:extLst xmlns:a="http://schemas.openxmlformats.org/drawingml/2006/main">
              <a:ext uri="{FF2B5EF4-FFF2-40B4-BE49-F238E27FC236}">
                <a16:creationId xmlns:a16="http://schemas.microsoft.com/office/drawing/2014/main" id="{557FA8B5-C9F6-4294-B6D2-E4BD1B49DD90}"/>
              </a:ext>
            </a:extLst>
          </p:cNvPr>
          <p:cNvSpPr>
            <a:spLocks xmlns:a="http://schemas.openxmlformats.org/drawingml/2006/main" noGrp="1"/>
          </p:cNvSpPr>
          <p:nvPr/>
        </p:nvSpPr>
        <p:spPr>
          <a:xfrm xmlns:a="http://schemas.openxmlformats.org/drawingml/2006/main">
            <a:off x="4457700" y="4086225"/>
            <a:ext cx="1452372" cy="17907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48" name="dp41-comparison / n100 / text 1">
            <a:extLst xmlns:a="http://schemas.openxmlformats.org/drawingml/2006/main">
              <a:ext uri="{FF2B5EF4-FFF2-40B4-BE49-F238E27FC236}">
                <a16:creationId xmlns:a16="http://schemas.microsoft.com/office/drawing/2014/main" id="{A20A20B9-4729-4176-B5B6-1EDC9B7EBC3D}"/>
              </a:ext>
            </a:extLst>
          </p:cNvPr>
          <p:cNvSpPr>
            <a:spLocks xmlns:a="http://schemas.openxmlformats.org/drawingml/2006/main" noGrp="1"/>
          </p:cNvSpPr>
          <p:nvPr/>
        </p:nvSpPr>
        <p:spPr>
          <a:xfrm xmlns:a="http://schemas.openxmlformats.org/drawingml/2006/main">
            <a:off x="4476750" y="4095750"/>
            <a:ext cx="2095500" cy="19335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0">
                <a:solidFill>
                  <a:srgbClr val="000000"/>
                </a:solidFill>
                <a:latin typeface="Apple SD Gothic Neo"/>
                <a:ea typeface="Apple SD Gothic Neo"/>
                <a:cs typeface="Apple SD Gothic Neo"/>
              </a:defRPr>
            </a:pPr>
            <a:r>
              <a:rPr sz="1050" b="0">
                <a:solidFill>
                  <a:srgbClr val="000000"/>
                </a:solidFill>
                <a:latin typeface="Apple SD Gothic Neo"/>
                <a:ea typeface="Apple SD Gothic Neo"/>
                <a:cs typeface="Apple SD Gothic Neo"/>
              </a:rPr>
              <a:t>② 모델이 선택한 조회</a:t>
            </a:r>
          </a:p>
        </p:txBody>
      </p:sp>
      <p:sp>
        <p:nvSpPr>
          <p:cNvPr id="149" name="dp41-comparison / n102">
            <a:extLst xmlns:a="http://schemas.openxmlformats.org/drawingml/2006/main">
              <a:ext uri="{FF2B5EF4-FFF2-40B4-BE49-F238E27FC236}">
                <a16:creationId xmlns:a16="http://schemas.microsoft.com/office/drawing/2014/main" id="{897DA12F-4D29-4F40-A244-383E640D11EB}"/>
              </a:ext>
            </a:extLst>
          </p:cNvPr>
          <p:cNvSpPr>
            <a:spLocks xmlns:a="http://schemas.openxmlformats.org/drawingml/2006/main" noGrp="1"/>
          </p:cNvSpPr>
          <p:nvPr/>
        </p:nvSpPr>
        <p:spPr>
          <a:xfrm xmlns:a="http://schemas.openxmlformats.org/drawingml/2006/main">
            <a:off x="4648200" y="4429125"/>
            <a:ext cx="2796540" cy="15621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50" name="dp41-comparison / n103 / text 1">
            <a:extLst xmlns:a="http://schemas.openxmlformats.org/drawingml/2006/main">
              <a:ext uri="{FF2B5EF4-FFF2-40B4-BE49-F238E27FC236}">
                <a16:creationId xmlns:a16="http://schemas.microsoft.com/office/drawing/2014/main" id="{F6694710-70B5-4CFC-9EF3-D79ABCC080F4}"/>
              </a:ext>
            </a:extLst>
          </p:cNvPr>
          <p:cNvSpPr>
            <a:spLocks xmlns:a="http://schemas.openxmlformats.org/drawingml/2006/main" noGrp="1"/>
          </p:cNvSpPr>
          <p:nvPr/>
        </p:nvSpPr>
        <p:spPr>
          <a:xfrm xmlns:a="http://schemas.openxmlformats.org/drawingml/2006/main">
            <a:off x="4667250" y="4438650"/>
            <a:ext cx="4333875"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모델 출력 예시 / 다음 조회는 결과를 본 뒤 선택</a:t>
            </a:r>
          </a:p>
        </p:txBody>
      </p:sp>
      <p:sp>
        <p:nvSpPr>
          <p:cNvPr id="151" name="dp41-comparison / n105">
            <a:extLst xmlns:a="http://schemas.openxmlformats.org/drawingml/2006/main">
              <a:ext uri="{FF2B5EF4-FFF2-40B4-BE49-F238E27FC236}">
                <a16:creationId xmlns:a16="http://schemas.microsoft.com/office/drawing/2014/main" id="{BCA46003-EA4C-40BE-B482-51555E2D85FB}"/>
              </a:ext>
            </a:extLst>
          </p:cNvPr>
          <p:cNvSpPr>
            <a:spLocks xmlns:a="http://schemas.openxmlformats.org/drawingml/2006/main" noGrp="1"/>
          </p:cNvSpPr>
          <p:nvPr/>
        </p:nvSpPr>
        <p:spPr>
          <a:xfrm xmlns:a="http://schemas.openxmlformats.org/drawingml/2006/main">
            <a:off x="1647825" y="4724400"/>
            <a:ext cx="1911858" cy="15621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52" name="dp41-comparison / n106 / text 1">
            <a:extLst xmlns:a="http://schemas.openxmlformats.org/drawingml/2006/main">
              <a:ext uri="{FF2B5EF4-FFF2-40B4-BE49-F238E27FC236}">
                <a16:creationId xmlns:a16="http://schemas.microsoft.com/office/drawing/2014/main" id="{47A4E4F9-D0B0-430A-BB94-8A7B19FE636A}"/>
              </a:ext>
            </a:extLst>
          </p:cNvPr>
          <p:cNvSpPr>
            <a:spLocks xmlns:a="http://schemas.openxmlformats.org/drawingml/2006/main" noGrp="1"/>
          </p:cNvSpPr>
          <p:nvPr/>
        </p:nvSpPr>
        <p:spPr>
          <a:xfrm xmlns:a="http://schemas.openxmlformats.org/drawingml/2006/main">
            <a:off x="1666875" y="4733925"/>
            <a:ext cx="220980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③ 결과 반영 후 같은 모델 재호출</a:t>
            </a:r>
          </a:p>
        </p:txBody>
      </p:sp>
      <p:sp>
        <p:nvSpPr>
          <p:cNvPr id="153" name="dp41-comparison / n107">
            <a:extLst xmlns:a="http://schemas.openxmlformats.org/drawingml/2006/main">
              <a:ext uri="{FF2B5EF4-FFF2-40B4-BE49-F238E27FC236}">
                <a16:creationId xmlns:a16="http://schemas.microsoft.com/office/drawing/2014/main" id="{E457883E-2C5B-4E24-867D-90446DFA21D2}"/>
              </a:ext>
            </a:extLst>
          </p:cNvPr>
          <p:cNvSpPr>
            <a:spLocks xmlns:a="http://schemas.openxmlformats.org/drawingml/2006/main" noGrp="1"/>
          </p:cNvSpPr>
          <p:nvPr/>
        </p:nvSpPr>
        <p:spPr>
          <a:xfrm xmlns:a="http://schemas.openxmlformats.org/drawingml/2006/main">
            <a:off x="4667250" y="4610100"/>
            <a:ext cx="4333875" cy="495300"/>
          </a:xfrm>
          <a:custGeom xmlns:a="http://schemas.openxmlformats.org/drawingml/2006/main">
            <a:pathLst>
              <a:path w="4333875" h="495300">
                <a:moveTo>
                  <a:pt x="0" y="0"/>
                </a:moveTo>
                <a:lnTo>
                  <a:pt x="4162425" y="0"/>
                </a:lnTo>
                <a:lnTo>
                  <a:pt x="4333875" y="171450"/>
                </a:lnTo>
                <a:lnTo>
                  <a:pt x="4333875" y="495300"/>
                </a:lnTo>
                <a:lnTo>
                  <a:pt x="0" y="495300"/>
                </a:lnTo>
                <a:close/>
              </a:path>
            </a:pathLst>
          </a:custGeom>
          <a:solidFill xmlns:a="http://schemas.openxmlformats.org/drawingml/2006/main">
            <a:srgbClr val="FFFFFF"/>
          </a:solidFill>
          <a:ln xmlns:a="http://schemas.openxmlformats.org/drawingml/2006/main" w="9525">
            <a:solidFill>
              <a:srgbClr val="000000"/>
            </a:solidFill>
            <a:prstDash val="solid"/>
          </a:ln>
        </p:spPr>
      </p:sp>
      <p:sp>
        <p:nvSpPr>
          <p:cNvPr id="154" name="dp41-comparison / n107 / fold">
            <a:extLst xmlns:a="http://schemas.openxmlformats.org/drawingml/2006/main">
              <a:ext uri="{FF2B5EF4-FFF2-40B4-BE49-F238E27FC236}">
                <a16:creationId xmlns:a16="http://schemas.microsoft.com/office/drawing/2014/main" id="{D12574B2-8B67-4D7A-B01C-2E3F13365E0B}"/>
              </a:ext>
            </a:extLst>
          </p:cNvPr>
          <p:cNvSpPr>
            <a:spLocks xmlns:a="http://schemas.openxmlformats.org/drawingml/2006/main" noGrp="1"/>
          </p:cNvSpPr>
          <p:nvPr/>
        </p:nvSpPr>
        <p:spPr>
          <a:xfrm xmlns:a="http://schemas.openxmlformats.org/drawingml/2006/main">
            <a:off x="8829675" y="4610100"/>
            <a:ext cx="171450" cy="171450"/>
          </a:xfrm>
          <a:custGeom xmlns:a="http://schemas.openxmlformats.org/drawingml/2006/main">
            <a:pathLst>
              <a:path w="171450" h="171450">
                <a:moveTo>
                  <a:pt x="0" y="0"/>
                </a:moveTo>
                <a:lnTo>
                  <a:pt x="0" y="171450"/>
                </a:lnTo>
                <a:lnTo>
                  <a:pt x="171450" y="171450"/>
                </a:lnTo>
              </a:path>
            </a:pathLst>
          </a:custGeom>
          <a:noFill xmlns:a="http://schemas.openxmlformats.org/drawingml/2006/main"/>
          <a:ln xmlns:a="http://schemas.openxmlformats.org/drawingml/2006/main" w="9525">
            <a:solidFill>
              <a:srgbClr val="000000"/>
            </a:solidFill>
            <a:prstDash val="solid"/>
          </a:ln>
        </p:spPr>
      </p:sp>
      <p:sp>
        <p:nvSpPr>
          <p:cNvPr id="155" name="dp41-comparison / n108 / text 1">
            <a:extLst xmlns:a="http://schemas.openxmlformats.org/drawingml/2006/main">
              <a:ext uri="{FF2B5EF4-FFF2-40B4-BE49-F238E27FC236}">
                <a16:creationId xmlns:a16="http://schemas.microsoft.com/office/drawing/2014/main" id="{B1428373-748B-40FC-8ECE-68C8860141C2}"/>
              </a:ext>
            </a:extLst>
          </p:cNvPr>
          <p:cNvSpPr>
            <a:spLocks xmlns:a="http://schemas.openxmlformats.org/drawingml/2006/main" noGrp="1"/>
          </p:cNvSpPr>
          <p:nvPr/>
        </p:nvSpPr>
        <p:spPr>
          <a:xfrm xmlns:a="http://schemas.openxmlformats.org/drawingml/2006/main">
            <a:off x="4762500" y="4667250"/>
            <a:ext cx="4067175"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첫 모델 판단: 보고서와 표 조회</a:t>
            </a:r>
          </a:p>
        </p:txBody>
      </p:sp>
      <p:sp>
        <p:nvSpPr>
          <p:cNvPr id="156" name="dp41-comparison / n108 / text 2">
            <a:extLst xmlns:a="http://schemas.openxmlformats.org/drawingml/2006/main">
              <a:ext uri="{FF2B5EF4-FFF2-40B4-BE49-F238E27FC236}">
                <a16:creationId xmlns:a16="http://schemas.microsoft.com/office/drawing/2014/main" id="{F0FF00B6-170D-450B-8F7A-5CE3CCB4E95B}"/>
              </a:ext>
            </a:extLst>
          </p:cNvPr>
          <p:cNvSpPr>
            <a:spLocks xmlns:a="http://schemas.openxmlformats.org/drawingml/2006/main" noGrp="1"/>
          </p:cNvSpPr>
          <p:nvPr/>
        </p:nvSpPr>
        <p:spPr>
          <a:xfrm xmlns:a="http://schemas.openxmlformats.org/drawingml/2006/main">
            <a:off x="4762500" y="4792980"/>
            <a:ext cx="4067175"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task_retrieve(query="보고서", limit=5)</a:t>
            </a:r>
          </a:p>
        </p:txBody>
      </p:sp>
      <p:sp>
        <p:nvSpPr>
          <p:cNvPr id="157" name="dp41-comparison / n108 / text 3">
            <a:extLst xmlns:a="http://schemas.openxmlformats.org/drawingml/2006/main">
              <a:ext uri="{FF2B5EF4-FFF2-40B4-BE49-F238E27FC236}">
                <a16:creationId xmlns:a16="http://schemas.microsoft.com/office/drawing/2014/main" id="{72FD6E29-9DB2-4294-B335-783D5E5E8FE1}"/>
              </a:ext>
            </a:extLst>
          </p:cNvPr>
          <p:cNvSpPr>
            <a:spLocks xmlns:a="http://schemas.openxmlformats.org/drawingml/2006/main" noGrp="1"/>
          </p:cNvSpPr>
          <p:nvPr/>
        </p:nvSpPr>
        <p:spPr>
          <a:xfrm xmlns:a="http://schemas.openxmlformats.org/drawingml/2006/main">
            <a:off x="4762500" y="4918710"/>
            <a:ext cx="4067175"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context_retrieve(selector="INPUT_SELECTION")</a:t>
            </a:r>
          </a:p>
        </p:txBody>
      </p:sp>
      <p:sp>
        <p:nvSpPr>
          <p:cNvPr id="158" name="dp41-comparison / n109">
            <a:extLst xmlns:a="http://schemas.openxmlformats.org/drawingml/2006/main">
              <a:ext uri="{FF2B5EF4-FFF2-40B4-BE49-F238E27FC236}">
                <a16:creationId xmlns:a16="http://schemas.microsoft.com/office/drawing/2014/main" id="{C460781A-88E9-4ECA-8F26-085DD9722907}"/>
              </a:ext>
            </a:extLst>
          </p:cNvPr>
          <p:cNvSpPr>
            <a:spLocks xmlns:a="http://schemas.openxmlformats.org/drawingml/2006/main" noGrp="1"/>
          </p:cNvSpPr>
          <p:nvPr/>
        </p:nvSpPr>
        <p:spPr>
          <a:xfrm xmlns:a="http://schemas.openxmlformats.org/drawingml/2006/main">
            <a:off x="4648200" y="5114925"/>
            <a:ext cx="3420618" cy="14478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59" name="dp41-comparison / n110 / text 1">
            <a:extLst xmlns:a="http://schemas.openxmlformats.org/drawingml/2006/main">
              <a:ext uri="{FF2B5EF4-FFF2-40B4-BE49-F238E27FC236}">
                <a16:creationId xmlns:a16="http://schemas.microsoft.com/office/drawing/2014/main" id="{8857576A-03A4-4464-905D-A7D66112B89F}"/>
              </a:ext>
            </a:extLst>
          </p:cNvPr>
          <p:cNvSpPr>
            <a:spLocks xmlns:a="http://schemas.openxmlformats.org/drawingml/2006/main" noGrp="1"/>
          </p:cNvSpPr>
          <p:nvPr/>
        </p:nvSpPr>
        <p:spPr>
          <a:xfrm xmlns:a="http://schemas.openxmlformats.org/drawingml/2006/main">
            <a:off x="4667250" y="5124450"/>
            <a:ext cx="4333875"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조회 결과: Task1 예산 보고서 / Task2 실적 보고서 / 선택한 표</a:t>
            </a:r>
          </a:p>
        </p:txBody>
      </p:sp>
      <p:sp>
        <p:nvSpPr>
          <p:cNvPr id="160" name="dp41-comparison / n111">
            <a:extLst xmlns:a="http://schemas.openxmlformats.org/drawingml/2006/main">
              <a:ext uri="{FF2B5EF4-FFF2-40B4-BE49-F238E27FC236}">
                <a16:creationId xmlns:a16="http://schemas.microsoft.com/office/drawing/2014/main" id="{2E8F9289-B0DB-4C93-864E-4DC3E647A93E}"/>
              </a:ext>
            </a:extLst>
          </p:cNvPr>
          <p:cNvSpPr>
            <a:spLocks xmlns:a="http://schemas.openxmlformats.org/drawingml/2006/main" noGrp="1"/>
          </p:cNvSpPr>
          <p:nvPr/>
        </p:nvSpPr>
        <p:spPr>
          <a:xfrm xmlns:a="http://schemas.openxmlformats.org/drawingml/2006/main">
            <a:off x="4667250" y="5286375"/>
            <a:ext cx="4333875" cy="495300"/>
          </a:xfrm>
          <a:custGeom xmlns:a="http://schemas.openxmlformats.org/drawingml/2006/main">
            <a:pathLst>
              <a:path w="4333875" h="495300">
                <a:moveTo>
                  <a:pt x="0" y="0"/>
                </a:moveTo>
                <a:lnTo>
                  <a:pt x="4162425" y="0"/>
                </a:lnTo>
                <a:lnTo>
                  <a:pt x="4333875" y="171450"/>
                </a:lnTo>
                <a:lnTo>
                  <a:pt x="4333875" y="495300"/>
                </a:lnTo>
                <a:lnTo>
                  <a:pt x="0" y="495300"/>
                </a:lnTo>
                <a:close/>
              </a:path>
            </a:pathLst>
          </a:custGeom>
          <a:solidFill xmlns:a="http://schemas.openxmlformats.org/drawingml/2006/main">
            <a:srgbClr val="FFFFFF"/>
          </a:solidFill>
          <a:ln xmlns:a="http://schemas.openxmlformats.org/drawingml/2006/main" w="9525">
            <a:solidFill>
              <a:srgbClr val="000000"/>
            </a:solidFill>
            <a:prstDash val="solid"/>
          </a:ln>
        </p:spPr>
      </p:sp>
      <p:sp>
        <p:nvSpPr>
          <p:cNvPr id="161" name="dp41-comparison / n111 / fold">
            <a:extLst xmlns:a="http://schemas.openxmlformats.org/drawingml/2006/main">
              <a:ext uri="{FF2B5EF4-FFF2-40B4-BE49-F238E27FC236}">
                <a16:creationId xmlns:a16="http://schemas.microsoft.com/office/drawing/2014/main" id="{F2175B8F-E581-45AC-A265-BF3853AB5B17}"/>
              </a:ext>
            </a:extLst>
          </p:cNvPr>
          <p:cNvSpPr>
            <a:spLocks xmlns:a="http://schemas.openxmlformats.org/drawingml/2006/main" noGrp="1"/>
          </p:cNvSpPr>
          <p:nvPr/>
        </p:nvSpPr>
        <p:spPr>
          <a:xfrm xmlns:a="http://schemas.openxmlformats.org/drawingml/2006/main">
            <a:off x="8829675" y="5286375"/>
            <a:ext cx="171450" cy="171450"/>
          </a:xfrm>
          <a:custGeom xmlns:a="http://schemas.openxmlformats.org/drawingml/2006/main">
            <a:pathLst>
              <a:path w="171450" h="171450">
                <a:moveTo>
                  <a:pt x="0" y="0"/>
                </a:moveTo>
                <a:lnTo>
                  <a:pt x="0" y="171450"/>
                </a:lnTo>
                <a:lnTo>
                  <a:pt x="171450" y="171450"/>
                </a:lnTo>
              </a:path>
            </a:pathLst>
          </a:custGeom>
          <a:noFill xmlns:a="http://schemas.openxmlformats.org/drawingml/2006/main"/>
          <a:ln xmlns:a="http://schemas.openxmlformats.org/drawingml/2006/main" w="9525">
            <a:solidFill>
              <a:srgbClr val="000000"/>
            </a:solidFill>
            <a:prstDash val="solid"/>
          </a:ln>
        </p:spPr>
      </p:sp>
      <p:sp>
        <p:nvSpPr>
          <p:cNvPr id="162" name="dp41-comparison / n112 / text 1">
            <a:extLst xmlns:a="http://schemas.openxmlformats.org/drawingml/2006/main">
              <a:ext uri="{FF2B5EF4-FFF2-40B4-BE49-F238E27FC236}">
                <a16:creationId xmlns:a16="http://schemas.microsoft.com/office/drawing/2014/main" id="{A34046D6-16B9-4B03-A860-B43807F4192C}"/>
              </a:ext>
            </a:extLst>
          </p:cNvPr>
          <p:cNvSpPr>
            <a:spLocks xmlns:a="http://schemas.openxmlformats.org/drawingml/2006/main" noGrp="1"/>
          </p:cNvSpPr>
          <p:nvPr/>
        </p:nvSpPr>
        <p:spPr>
          <a:xfrm xmlns:a="http://schemas.openxmlformats.org/drawingml/2006/main">
            <a:off x="4762500" y="5343525"/>
            <a:ext cx="4067175"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결과를 받은 다음 모델 판단: 추가 대화 조회</a:t>
            </a:r>
          </a:p>
        </p:txBody>
      </p:sp>
      <p:sp>
        <p:nvSpPr>
          <p:cNvPr id="163" name="dp41-comparison / n112 / text 2">
            <a:extLst xmlns:a="http://schemas.openxmlformats.org/drawingml/2006/main">
              <a:ext uri="{FF2B5EF4-FFF2-40B4-BE49-F238E27FC236}">
                <a16:creationId xmlns:a16="http://schemas.microsoft.com/office/drawing/2014/main" id="{98D0C384-36BE-4CB3-B688-16149875E2A3}"/>
              </a:ext>
            </a:extLst>
          </p:cNvPr>
          <p:cNvSpPr>
            <a:spLocks xmlns:a="http://schemas.openxmlformats.org/drawingml/2006/main" noGrp="1"/>
          </p:cNvSpPr>
          <p:nvPr/>
        </p:nvSpPr>
        <p:spPr>
          <a:xfrm xmlns:a="http://schemas.openxmlformats.org/drawingml/2006/main">
            <a:off x="4762500" y="5469255"/>
            <a:ext cx="4067175"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interaction_retrieve(query="보고서", limit=5)</a:t>
            </a:r>
          </a:p>
        </p:txBody>
      </p:sp>
      <p:sp>
        <p:nvSpPr>
          <p:cNvPr id="164" name="dp41-comparison / n112 / text 3">
            <a:extLst xmlns:a="http://schemas.openxmlformats.org/drawingml/2006/main">
              <a:ext uri="{FF2B5EF4-FFF2-40B4-BE49-F238E27FC236}">
                <a16:creationId xmlns:a16="http://schemas.microsoft.com/office/drawing/2014/main" id="{577883DF-4816-4FD7-9CF7-1EB041B883BE}"/>
              </a:ext>
            </a:extLst>
          </p:cNvPr>
          <p:cNvSpPr>
            <a:spLocks xmlns:a="http://schemas.openxmlformats.org/drawingml/2006/main" noGrp="1"/>
          </p:cNvSpPr>
          <p:nvPr/>
        </p:nvSpPr>
        <p:spPr>
          <a:xfrm xmlns:a="http://schemas.openxmlformats.org/drawingml/2006/main">
            <a:off x="4762500" y="5594985"/>
            <a:ext cx="4067175"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추가 결과도 같은 맥락으로 반환 / 모델 재판단</a:t>
            </a:r>
          </a:p>
        </p:txBody>
      </p:sp>
      <p:sp>
        <p:nvSpPr>
          <p:cNvPr id="165" name="dp41-comparison / n116">
            <a:extLst xmlns:a="http://schemas.openxmlformats.org/drawingml/2006/main">
              <a:ext uri="{FF2B5EF4-FFF2-40B4-BE49-F238E27FC236}">
                <a16:creationId xmlns:a16="http://schemas.microsoft.com/office/drawing/2014/main" id="{D283AD4F-16E0-4632-A64B-D09C52AB91B7}"/>
              </a:ext>
            </a:extLst>
          </p:cNvPr>
          <p:cNvSpPr>
            <a:spLocks xmlns:a="http://schemas.openxmlformats.org/drawingml/2006/main" noGrp="1"/>
          </p:cNvSpPr>
          <p:nvPr/>
        </p:nvSpPr>
        <p:spPr>
          <a:xfrm xmlns:a="http://schemas.openxmlformats.org/drawingml/2006/main">
            <a:off x="1666875" y="5829300"/>
            <a:ext cx="4667250" cy="495300"/>
          </a:xfrm>
          <a:custGeom xmlns:a="http://schemas.openxmlformats.org/drawingml/2006/main">
            <a:pathLst>
              <a:path w="4667250" h="495300">
                <a:moveTo>
                  <a:pt x="0" y="0"/>
                </a:moveTo>
                <a:lnTo>
                  <a:pt x="4495800" y="0"/>
                </a:lnTo>
                <a:lnTo>
                  <a:pt x="4667250" y="171450"/>
                </a:lnTo>
                <a:lnTo>
                  <a:pt x="4667250" y="495300"/>
                </a:lnTo>
                <a:lnTo>
                  <a:pt x="0" y="495300"/>
                </a:lnTo>
                <a:close/>
              </a:path>
            </a:pathLst>
          </a:custGeom>
          <a:solidFill xmlns:a="http://schemas.openxmlformats.org/drawingml/2006/main">
            <a:srgbClr val="FFFFFF"/>
          </a:solidFill>
          <a:ln xmlns:a="http://schemas.openxmlformats.org/drawingml/2006/main" w="9525">
            <a:solidFill>
              <a:srgbClr val="000000"/>
            </a:solidFill>
            <a:prstDash val="solid"/>
          </a:ln>
        </p:spPr>
      </p:sp>
      <p:sp>
        <p:nvSpPr>
          <p:cNvPr id="166" name="dp41-comparison / n116 / fold">
            <a:extLst xmlns:a="http://schemas.openxmlformats.org/drawingml/2006/main">
              <a:ext uri="{FF2B5EF4-FFF2-40B4-BE49-F238E27FC236}">
                <a16:creationId xmlns:a16="http://schemas.microsoft.com/office/drawing/2014/main" id="{C9D3AF58-839D-4548-ADF4-EE0F08A09E54}"/>
              </a:ext>
            </a:extLst>
          </p:cNvPr>
          <p:cNvSpPr>
            <a:spLocks xmlns:a="http://schemas.openxmlformats.org/drawingml/2006/main" noGrp="1"/>
          </p:cNvSpPr>
          <p:nvPr/>
        </p:nvSpPr>
        <p:spPr>
          <a:xfrm xmlns:a="http://schemas.openxmlformats.org/drawingml/2006/main">
            <a:off x="6162675" y="5829300"/>
            <a:ext cx="171450" cy="171450"/>
          </a:xfrm>
          <a:custGeom xmlns:a="http://schemas.openxmlformats.org/drawingml/2006/main">
            <a:pathLst>
              <a:path w="171450" h="171450">
                <a:moveTo>
                  <a:pt x="0" y="0"/>
                </a:moveTo>
                <a:lnTo>
                  <a:pt x="0" y="171450"/>
                </a:lnTo>
                <a:lnTo>
                  <a:pt x="171450" y="171450"/>
                </a:lnTo>
              </a:path>
            </a:pathLst>
          </a:custGeom>
          <a:noFill xmlns:a="http://schemas.openxmlformats.org/drawingml/2006/main"/>
          <a:ln xmlns:a="http://schemas.openxmlformats.org/drawingml/2006/main" w="9525">
            <a:solidFill>
              <a:srgbClr val="000000"/>
            </a:solidFill>
            <a:prstDash val="solid"/>
          </a:ln>
        </p:spPr>
      </p:sp>
      <p:sp>
        <p:nvSpPr>
          <p:cNvPr id="167" name="dp41-comparison / n117 / text 1">
            <a:extLst xmlns:a="http://schemas.openxmlformats.org/drawingml/2006/main">
              <a:ext uri="{FF2B5EF4-FFF2-40B4-BE49-F238E27FC236}">
                <a16:creationId xmlns:a16="http://schemas.microsoft.com/office/drawing/2014/main" id="{63926FBD-DDFF-4A11-ABBD-2717BCC23BC1}"/>
              </a:ext>
            </a:extLst>
          </p:cNvPr>
          <p:cNvSpPr>
            <a:spLocks xmlns:a="http://schemas.openxmlformats.org/drawingml/2006/main" noGrp="1"/>
          </p:cNvSpPr>
          <p:nvPr/>
        </p:nvSpPr>
        <p:spPr>
          <a:xfrm xmlns:a="http://schemas.openxmlformats.org/drawingml/2006/main">
            <a:off x="1762125" y="5886450"/>
            <a:ext cx="440055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⑤ 모델이 만든 MeaningProposal (사용자 확인 뒤)</a:t>
            </a:r>
          </a:p>
        </p:txBody>
      </p:sp>
      <p:sp>
        <p:nvSpPr>
          <p:cNvPr id="168" name="dp41-comparison / n117 / text 2">
            <a:extLst xmlns:a="http://schemas.openxmlformats.org/drawingml/2006/main">
              <a:ext uri="{FF2B5EF4-FFF2-40B4-BE49-F238E27FC236}">
                <a16:creationId xmlns:a16="http://schemas.microsoft.com/office/drawing/2014/main" id="{A4A07E01-AFDF-4E27-8324-3F3C73396399}"/>
              </a:ext>
            </a:extLst>
          </p:cNvPr>
          <p:cNvSpPr>
            <a:spLocks xmlns:a="http://schemas.openxmlformats.org/drawingml/2006/main" noGrp="1"/>
          </p:cNvSpPr>
          <p:nvPr/>
        </p:nvSpPr>
        <p:spPr>
          <a:xfrm xmlns:a="http://schemas.openxmlformats.org/drawingml/2006/main">
            <a:off x="1762125" y="6023610"/>
            <a:ext cx="440055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Task1 보고서 + 표 / 보고서 결과로 메일 초안 / SEND 금지</a:t>
            </a:r>
          </a:p>
        </p:txBody>
      </p:sp>
      <p:sp>
        <p:nvSpPr>
          <p:cNvPr id="169" name="dp41-comparison / n118">
            <a:extLst xmlns:a="http://schemas.openxmlformats.org/drawingml/2006/main">
              <a:ext uri="{FF2B5EF4-FFF2-40B4-BE49-F238E27FC236}">
                <a16:creationId xmlns:a16="http://schemas.microsoft.com/office/drawing/2014/main" id="{D15F6671-1134-48EE-A667-45F8B945DC53}"/>
              </a:ext>
            </a:extLst>
          </p:cNvPr>
          <p:cNvSpPr>
            <a:spLocks xmlns:a="http://schemas.openxmlformats.org/drawingml/2006/main" noGrp="1"/>
          </p:cNvSpPr>
          <p:nvPr/>
        </p:nvSpPr>
        <p:spPr>
          <a:xfrm xmlns:a="http://schemas.openxmlformats.org/drawingml/2006/main">
            <a:off x="6743700" y="5838825"/>
            <a:ext cx="1616964" cy="15621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70" name="dp41-comparison / n119 / text 1">
            <a:extLst xmlns:a="http://schemas.openxmlformats.org/drawingml/2006/main">
              <a:ext uri="{FF2B5EF4-FFF2-40B4-BE49-F238E27FC236}">
                <a16:creationId xmlns:a16="http://schemas.microsoft.com/office/drawing/2014/main" id="{E2573E25-2B5B-4639-9AE9-757BA39FE91E}"/>
              </a:ext>
            </a:extLst>
          </p:cNvPr>
          <p:cNvSpPr>
            <a:spLocks xmlns:a="http://schemas.openxmlformats.org/drawingml/2006/main" noGrp="1"/>
          </p:cNvSpPr>
          <p:nvPr/>
        </p:nvSpPr>
        <p:spPr>
          <a:xfrm xmlns:a="http://schemas.openxmlformats.org/drawingml/2006/main">
            <a:off x="6762750" y="5848350"/>
            <a:ext cx="2238375"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④ 의미 또는 확인 질문 제안</a:t>
            </a:r>
          </a:p>
        </p:txBody>
      </p:sp>
      <p:sp>
        <p:nvSpPr>
          <p:cNvPr id="171" name="dp41-comparison / n129">
            <a:extLst xmlns:a="http://schemas.openxmlformats.org/drawingml/2006/main">
              <a:ext uri="{FF2B5EF4-FFF2-40B4-BE49-F238E27FC236}">
                <a16:creationId xmlns:a16="http://schemas.microsoft.com/office/drawing/2014/main" id="{A3CDF173-B4E0-452E-A21E-D1E340B54654}"/>
              </a:ext>
            </a:extLst>
          </p:cNvPr>
          <p:cNvSpPr>
            <a:spLocks xmlns:a="http://schemas.openxmlformats.org/drawingml/2006/main" noGrp="1"/>
          </p:cNvSpPr>
          <p:nvPr/>
        </p:nvSpPr>
        <p:spPr>
          <a:xfrm xmlns:a="http://schemas.openxmlformats.org/drawingml/2006/main">
            <a:off x="1647825" y="6657975"/>
            <a:ext cx="2213610" cy="1905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72" name="dp41-comparison / n130 / text 1">
            <a:extLst xmlns:a="http://schemas.openxmlformats.org/drawingml/2006/main">
              <a:ext uri="{FF2B5EF4-FFF2-40B4-BE49-F238E27FC236}">
                <a16:creationId xmlns:a16="http://schemas.microsoft.com/office/drawing/2014/main" id="{92ED7BA5-0983-4919-9A08-389FD43EC47E}"/>
              </a:ext>
            </a:extLst>
          </p:cNvPr>
          <p:cNvSpPr>
            <a:spLocks xmlns:a="http://schemas.openxmlformats.org/drawingml/2006/main" noGrp="1"/>
          </p:cNvSpPr>
          <p:nvPr/>
        </p:nvSpPr>
        <p:spPr>
          <a:xfrm xmlns:a="http://schemas.openxmlformats.org/drawingml/2006/main">
            <a:off x="1666875" y="6667500"/>
            <a:ext cx="2571750"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0">
                <a:solidFill>
                  <a:srgbClr val="000000"/>
                </a:solidFill>
                <a:latin typeface="Apple SD Gothic Neo"/>
                <a:ea typeface="Apple SD Gothic Neo"/>
                <a:cs typeface="Apple SD Gothic Neo"/>
              </a:defRPr>
            </a:pPr>
            <a:r>
              <a:rPr sz="1125" b="0">
                <a:solidFill>
                  <a:srgbClr val="000000"/>
                </a:solidFill>
                <a:latin typeface="Apple SD Gothic Neo"/>
                <a:ea typeface="Apple SD Gothic Neo"/>
                <a:cs typeface="Apple SD Gothic Neo"/>
              </a:rPr>
              <a:t>정보 / 대화 / Task 기록 조회</a:t>
            </a:r>
          </a:p>
        </p:txBody>
      </p:sp>
      <p:sp>
        <p:nvSpPr>
          <p:cNvPr id="173" name="dp41-comparison / n132">
            <a:extLst xmlns:a="http://schemas.openxmlformats.org/drawingml/2006/main">
              <a:ext uri="{FF2B5EF4-FFF2-40B4-BE49-F238E27FC236}">
                <a16:creationId xmlns:a16="http://schemas.microsoft.com/office/drawing/2014/main" id="{5355DEE5-68F4-4B09-98A9-A8777E8AEDE8}"/>
              </a:ext>
            </a:extLst>
          </p:cNvPr>
          <p:cNvSpPr>
            <a:spLocks xmlns:a="http://schemas.openxmlformats.org/drawingml/2006/main" noGrp="1"/>
          </p:cNvSpPr>
          <p:nvPr/>
        </p:nvSpPr>
        <p:spPr>
          <a:xfrm xmlns:a="http://schemas.openxmlformats.org/drawingml/2006/main">
            <a:off x="1647825" y="7086600"/>
            <a:ext cx="2484501" cy="17907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74" name="dp41-comparison / n133 / text 1">
            <a:extLst xmlns:a="http://schemas.openxmlformats.org/drawingml/2006/main">
              <a:ext uri="{FF2B5EF4-FFF2-40B4-BE49-F238E27FC236}">
                <a16:creationId xmlns:a16="http://schemas.microsoft.com/office/drawing/2014/main" id="{889C99B2-4CDD-485D-A064-220989113A1D}"/>
              </a:ext>
            </a:extLst>
          </p:cNvPr>
          <p:cNvSpPr>
            <a:spLocks xmlns:a="http://schemas.openxmlformats.org/drawingml/2006/main" noGrp="1"/>
          </p:cNvSpPr>
          <p:nvPr/>
        </p:nvSpPr>
        <p:spPr>
          <a:xfrm xmlns:a="http://schemas.openxmlformats.org/drawingml/2006/main">
            <a:off x="1666875" y="7096125"/>
            <a:ext cx="7620000" cy="19335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0">
                <a:solidFill>
                  <a:srgbClr val="000000"/>
                </a:solidFill>
                <a:latin typeface="Apple SD Gothic Neo"/>
                <a:ea typeface="Apple SD Gothic Neo"/>
                <a:cs typeface="Apple SD Gothic Neo"/>
              </a:defRPr>
            </a:pPr>
            <a:r>
              <a:rPr sz="1050" b="0">
                <a:solidFill>
                  <a:srgbClr val="000000"/>
                </a:solidFill>
                <a:latin typeface="Apple SD Gothic Neo"/>
                <a:ea typeface="Apple SD Gothic Neo"/>
                <a:cs typeface="Apple SD Gothic Neo"/>
              </a:rPr>
              <a:t>실행 순서도 — 반복 제어와 종료 조건</a:t>
            </a:r>
          </a:p>
        </p:txBody>
      </p:sp>
      <p:sp>
        <p:nvSpPr>
          <p:cNvPr id="175" name="dp41-comparison / n144">
            <a:extLst xmlns:a="http://schemas.openxmlformats.org/drawingml/2006/main">
              <a:ext uri="{FF2B5EF4-FFF2-40B4-BE49-F238E27FC236}">
                <a16:creationId xmlns:a16="http://schemas.microsoft.com/office/drawing/2014/main" id="{417F49B4-E89F-492F-AB2D-F7B1E9811B3D}"/>
              </a:ext>
            </a:extLst>
          </p:cNvPr>
          <p:cNvSpPr>
            <a:spLocks xmlns:a="http://schemas.openxmlformats.org/drawingml/2006/main" noGrp="1"/>
          </p:cNvSpPr>
          <p:nvPr/>
        </p:nvSpPr>
        <p:spPr>
          <a:xfrm xmlns:a="http://schemas.openxmlformats.org/drawingml/2006/main">
            <a:off x="5600700" y="7324725"/>
            <a:ext cx="342900" cy="17907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76" name="dp41-comparison / n145 / text 1">
            <a:extLst xmlns:a="http://schemas.openxmlformats.org/drawingml/2006/main">
              <a:ext uri="{FF2B5EF4-FFF2-40B4-BE49-F238E27FC236}">
                <a16:creationId xmlns:a16="http://schemas.microsoft.com/office/drawing/2014/main" id="{C91B6284-5B94-492D-B440-167C73E06F5A}"/>
              </a:ext>
            </a:extLst>
          </p:cNvPr>
          <p:cNvSpPr>
            <a:spLocks xmlns:a="http://schemas.openxmlformats.org/drawingml/2006/main" noGrp="1"/>
          </p:cNvSpPr>
          <p:nvPr/>
        </p:nvSpPr>
        <p:spPr>
          <a:xfrm xmlns:a="http://schemas.openxmlformats.org/drawingml/2006/main">
            <a:off x="5619750" y="7334250"/>
            <a:ext cx="666750" cy="19335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0">
                <a:solidFill>
                  <a:srgbClr val="000000"/>
                </a:solidFill>
                <a:latin typeface="Apple SD Gothic Neo"/>
                <a:ea typeface="Apple SD Gothic Neo"/>
                <a:cs typeface="Apple SD Gothic Neo"/>
              </a:defRPr>
            </a:pPr>
            <a:r>
              <a:rPr sz="1050" b="0">
                <a:solidFill>
                  <a:srgbClr val="000000"/>
                </a:solidFill>
                <a:latin typeface="Apple SD Gothic Neo"/>
                <a:ea typeface="Apple SD Gothic Neo"/>
                <a:cs typeface="Apple SD Gothic Neo"/>
              </a:rPr>
              <a:t>조회</a:t>
            </a:r>
          </a:p>
        </p:txBody>
      </p:sp>
      <p:sp>
        <p:nvSpPr>
          <p:cNvPr id="177" name="dp41-comparison / n147">
            <a:extLst xmlns:a="http://schemas.openxmlformats.org/drawingml/2006/main">
              <a:ext uri="{FF2B5EF4-FFF2-40B4-BE49-F238E27FC236}">
                <a16:creationId xmlns:a16="http://schemas.microsoft.com/office/drawing/2014/main" id="{014804CE-DE9E-4317-A9F8-65EEC59DF53E}"/>
              </a:ext>
            </a:extLst>
          </p:cNvPr>
          <p:cNvSpPr>
            <a:spLocks xmlns:a="http://schemas.openxmlformats.org/drawingml/2006/main" noGrp="1"/>
          </p:cNvSpPr>
          <p:nvPr/>
        </p:nvSpPr>
        <p:spPr>
          <a:xfrm xmlns:a="http://schemas.openxmlformats.org/drawingml/2006/main">
            <a:off x="2962275" y="7591425"/>
            <a:ext cx="2751201" cy="17907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78" name="dp41-comparison / n148 / text 1">
            <a:extLst xmlns:a="http://schemas.openxmlformats.org/drawingml/2006/main">
              <a:ext uri="{FF2B5EF4-FFF2-40B4-BE49-F238E27FC236}">
                <a16:creationId xmlns:a16="http://schemas.microsoft.com/office/drawing/2014/main" id="{0B36672C-0FED-4B01-ADC2-F7B09DA67584}"/>
              </a:ext>
            </a:extLst>
          </p:cNvPr>
          <p:cNvSpPr>
            <a:spLocks xmlns:a="http://schemas.openxmlformats.org/drawingml/2006/main" noGrp="1"/>
          </p:cNvSpPr>
          <p:nvPr/>
        </p:nvSpPr>
        <p:spPr>
          <a:xfrm xmlns:a="http://schemas.openxmlformats.org/drawingml/2006/main">
            <a:off x="2981325" y="7600950"/>
            <a:ext cx="3810000" cy="19335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0">
                <a:solidFill>
                  <a:srgbClr val="000000"/>
                </a:solidFill>
                <a:latin typeface="Apple SD Gothic Neo"/>
                <a:ea typeface="Apple SD Gothic Neo"/>
                <a:cs typeface="Apple SD Gothic Neo"/>
              </a:defRPr>
            </a:pPr>
            <a:r>
              <a:rPr sz="1050" b="0">
                <a:solidFill>
                  <a:srgbClr val="000000"/>
                </a:solidFill>
                <a:latin typeface="Apple SD Gothic Neo"/>
                <a:ea typeface="Apple SD Gothic Neo"/>
                <a:cs typeface="Apple SD Gothic Neo"/>
              </a:rPr>
              <a:t>조회 결과로 모델 재호출 / 필요하면 반복</a:t>
            </a:r>
          </a:p>
        </p:txBody>
      </p:sp>
      <p:sp>
        <p:nvSpPr>
          <p:cNvPr id="179" name="dp41-comparison / n150">
            <a:extLst xmlns:a="http://schemas.openxmlformats.org/drawingml/2006/main">
              <a:ext uri="{FF2B5EF4-FFF2-40B4-BE49-F238E27FC236}">
                <a16:creationId xmlns:a16="http://schemas.microsoft.com/office/drawing/2014/main" id="{CBEA3303-262F-4ABC-B75A-FEEDC0B0D69D}"/>
              </a:ext>
            </a:extLst>
          </p:cNvPr>
          <p:cNvSpPr>
            <a:spLocks xmlns:a="http://schemas.openxmlformats.org/drawingml/2006/main" noGrp="1"/>
          </p:cNvSpPr>
          <p:nvPr/>
        </p:nvSpPr>
        <p:spPr>
          <a:xfrm xmlns:a="http://schemas.openxmlformats.org/drawingml/2006/main">
            <a:off x="4933950" y="7905750"/>
            <a:ext cx="1425893" cy="16764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80" name="dp41-comparison / n151 / text 1">
            <a:extLst xmlns:a="http://schemas.openxmlformats.org/drawingml/2006/main">
              <a:ext uri="{FF2B5EF4-FFF2-40B4-BE49-F238E27FC236}">
                <a16:creationId xmlns:a16="http://schemas.microsoft.com/office/drawing/2014/main" id="{94E177CC-AF5E-4AB2-94B6-3D505FD5B305}"/>
              </a:ext>
            </a:extLst>
          </p:cNvPr>
          <p:cNvSpPr>
            <a:spLocks xmlns:a="http://schemas.openxmlformats.org/drawingml/2006/main" noGrp="1"/>
          </p:cNvSpPr>
          <p:nvPr/>
        </p:nvSpPr>
        <p:spPr>
          <a:xfrm xmlns:a="http://schemas.openxmlformats.org/drawingml/2006/main">
            <a:off x="4953000" y="7915275"/>
            <a:ext cx="1905000" cy="17954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75" b="0">
                <a:solidFill>
                  <a:srgbClr val="000000"/>
                </a:solidFill>
                <a:latin typeface="Apple SD Gothic Neo"/>
                <a:ea typeface="Apple SD Gothic Neo"/>
                <a:cs typeface="Apple SD Gothic Neo"/>
              </a:defRPr>
            </a:pPr>
            <a:r>
              <a:rPr sz="975" b="0">
                <a:solidFill>
                  <a:srgbClr val="000000"/>
                </a:solidFill>
                <a:latin typeface="Apple SD Gothic Neo"/>
                <a:ea typeface="Apple SD Gothic Neo"/>
                <a:cs typeface="Apple SD Gothic Neo"/>
              </a:rPr>
              <a:t>완성 / 확인 질문 필요</a:t>
            </a:r>
          </a:p>
        </p:txBody>
      </p:sp>
      <p:sp>
        <p:nvSpPr>
          <p:cNvPr id="181" name="dp41-comparison / n154">
            <a:extLst xmlns:a="http://schemas.openxmlformats.org/drawingml/2006/main">
              <a:ext uri="{FF2B5EF4-FFF2-40B4-BE49-F238E27FC236}">
                <a16:creationId xmlns:a16="http://schemas.microsoft.com/office/drawing/2014/main" id="{2A5D3E0A-B6AF-45EE-BC53-8F8697CE7C6C}"/>
              </a:ext>
            </a:extLst>
          </p:cNvPr>
          <p:cNvSpPr>
            <a:spLocks xmlns:a="http://schemas.openxmlformats.org/drawingml/2006/main" noGrp="1"/>
          </p:cNvSpPr>
          <p:nvPr/>
        </p:nvSpPr>
        <p:spPr>
          <a:xfrm xmlns:a="http://schemas.openxmlformats.org/drawingml/2006/main">
            <a:off x="11620500" y="2409825"/>
            <a:ext cx="2286000" cy="33337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182" name="dp41-comparison / n155 / text 1">
            <a:extLst xmlns:a="http://schemas.openxmlformats.org/drawingml/2006/main">
              <a:ext uri="{FF2B5EF4-FFF2-40B4-BE49-F238E27FC236}">
                <a16:creationId xmlns:a16="http://schemas.microsoft.com/office/drawing/2014/main" id="{4350385E-9DEA-4417-B900-CABAFD1ED433}"/>
              </a:ext>
            </a:extLst>
          </p:cNvPr>
          <p:cNvSpPr>
            <a:spLocks xmlns:a="http://schemas.openxmlformats.org/drawingml/2006/main" noGrp="1"/>
          </p:cNvSpPr>
          <p:nvPr/>
        </p:nvSpPr>
        <p:spPr>
          <a:xfrm xmlns:a="http://schemas.openxmlformats.org/drawingml/2006/main">
            <a:off x="11706225" y="2465070"/>
            <a:ext cx="2114550" cy="24860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350" b="1">
                <a:solidFill>
                  <a:srgbClr val="000000"/>
                </a:solidFill>
                <a:latin typeface="Apple SD Gothic Neo"/>
                <a:ea typeface="Apple SD Gothic Neo"/>
                <a:cs typeface="Apple SD Gothic Neo"/>
              </a:defRPr>
            </a:pPr>
            <a:r>
              <a:rPr sz="1350" b="1">
                <a:solidFill>
                  <a:srgbClr val="000000"/>
                </a:solidFill>
                <a:latin typeface="Apple SD Gothic Neo"/>
                <a:ea typeface="Apple SD Gothic Neo"/>
                <a:cs typeface="Apple SD Gothic Neo"/>
              </a:rPr>
              <a:t>Interaction Manager</a:t>
            </a:r>
          </a:p>
        </p:txBody>
      </p:sp>
      <p:sp>
        <p:nvSpPr>
          <p:cNvPr id="183" name="dp41-comparison / n156">
            <a:extLst xmlns:a="http://schemas.openxmlformats.org/drawingml/2006/main">
              <a:ext uri="{FF2B5EF4-FFF2-40B4-BE49-F238E27FC236}">
                <a16:creationId xmlns:a16="http://schemas.microsoft.com/office/drawing/2014/main" id="{B1B373AE-F021-493A-A053-2B621ADDCCB7}"/>
              </a:ext>
            </a:extLst>
          </p:cNvPr>
          <p:cNvSpPr>
            <a:spLocks xmlns:a="http://schemas.openxmlformats.org/drawingml/2006/main" noGrp="1"/>
          </p:cNvSpPr>
          <p:nvPr/>
        </p:nvSpPr>
        <p:spPr>
          <a:xfrm xmlns:a="http://schemas.openxmlformats.org/drawingml/2006/main">
            <a:off x="14335125" y="2409825"/>
            <a:ext cx="2381250" cy="33337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184" name="dp41-comparison / n157 / text 1">
            <a:extLst xmlns:a="http://schemas.openxmlformats.org/drawingml/2006/main">
              <a:ext uri="{FF2B5EF4-FFF2-40B4-BE49-F238E27FC236}">
                <a16:creationId xmlns:a16="http://schemas.microsoft.com/office/drawing/2014/main" id="{B239067B-A35D-4CA0-9461-E0FCCF55290E}"/>
              </a:ext>
            </a:extLst>
          </p:cNvPr>
          <p:cNvSpPr>
            <a:spLocks xmlns:a="http://schemas.openxmlformats.org/drawingml/2006/main" noGrp="1"/>
          </p:cNvSpPr>
          <p:nvPr/>
        </p:nvSpPr>
        <p:spPr>
          <a:xfrm xmlns:a="http://schemas.openxmlformats.org/drawingml/2006/main">
            <a:off x="14420850" y="2465070"/>
            <a:ext cx="2209800" cy="24860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350" b="1">
                <a:solidFill>
                  <a:srgbClr val="000000"/>
                </a:solidFill>
                <a:latin typeface="Apple SD Gothic Neo"/>
                <a:ea typeface="Apple SD Gothic Neo"/>
                <a:cs typeface="Apple SD Gothic Neo"/>
              </a:defRPr>
            </a:pPr>
            <a:r>
              <a:rPr sz="1350" b="1">
                <a:solidFill>
                  <a:srgbClr val="000000"/>
                </a:solidFill>
                <a:latin typeface="Apple SD Gothic Neo"/>
                <a:ea typeface="Apple SD Gothic Neo"/>
                <a:cs typeface="Apple SD Gothic Neo"/>
              </a:rPr>
              <a:t>Request Controller</a:t>
            </a:r>
          </a:p>
        </p:txBody>
      </p:sp>
      <p:sp>
        <p:nvSpPr>
          <p:cNvPr id="185" name="dp41-comparison / n158 / path">
            <a:extLst xmlns:a="http://schemas.openxmlformats.org/drawingml/2006/main">
              <a:ext uri="{FF2B5EF4-FFF2-40B4-BE49-F238E27FC236}">
                <a16:creationId xmlns:a16="http://schemas.microsoft.com/office/drawing/2014/main" id="{99F10B68-CDC9-4572-AAE7-9FE4A4F96CB2}"/>
              </a:ext>
            </a:extLst>
          </p:cNvPr>
          <p:cNvSpPr>
            <a:spLocks xmlns:a="http://schemas.openxmlformats.org/drawingml/2006/main" noGrp="1"/>
          </p:cNvSpPr>
          <p:nvPr/>
        </p:nvSpPr>
        <p:spPr>
          <a:xfrm xmlns:a="http://schemas.openxmlformats.org/drawingml/2006/main">
            <a:off x="11287125" y="2576513"/>
            <a:ext cx="333375" cy="953"/>
          </a:xfrm>
          <a:custGeom xmlns:a="http://schemas.openxmlformats.org/drawingml/2006/main">
            <a:pathLst>
              <a:path w="333375" h="953">
                <a:moveTo>
                  <a:pt x="0" y="0"/>
                </a:moveTo>
                <a:lnTo>
                  <a:pt x="333375" y="0"/>
                </a:lnTo>
              </a:path>
            </a:pathLst>
          </a:custGeom>
          <a:noFill xmlns:a="http://schemas.openxmlformats.org/drawingml/2006/main"/>
          <a:ln xmlns:a="http://schemas.openxmlformats.org/drawingml/2006/main" w="10478">
            <a:solidFill>
              <a:srgbClr val="000000"/>
            </a:solidFill>
            <a:prstDash val="solid"/>
          </a:ln>
        </p:spPr>
      </p:sp>
      <p:sp>
        <p:nvSpPr>
          <p:cNvPr id="186" name="dp41-comparison / n158 / arrow">
            <a:extLst xmlns:a="http://schemas.openxmlformats.org/drawingml/2006/main">
              <a:ext uri="{FF2B5EF4-FFF2-40B4-BE49-F238E27FC236}">
                <a16:creationId xmlns:a16="http://schemas.microsoft.com/office/drawing/2014/main" id="{30830208-7D7F-49C1-B439-94F8BFC4C946}"/>
              </a:ext>
            </a:extLst>
          </p:cNvPr>
          <p:cNvSpPr>
            <a:spLocks xmlns:a="http://schemas.openxmlformats.org/drawingml/2006/main" noGrp="1"/>
          </p:cNvSpPr>
          <p:nvPr/>
        </p:nvSpPr>
        <p:spPr>
          <a:xfrm xmlns:a="http://schemas.openxmlformats.org/drawingml/2006/main">
            <a:off x="11553444" y="2542985"/>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000000"/>
            </a:solidFill>
            <a:prstDash val="solid"/>
          </a:ln>
        </p:spPr>
      </p:sp>
      <p:sp>
        <p:nvSpPr>
          <p:cNvPr id="187" name="dp41-comparison / n159 / path">
            <a:extLst xmlns:a="http://schemas.openxmlformats.org/drawingml/2006/main">
              <a:ext uri="{FF2B5EF4-FFF2-40B4-BE49-F238E27FC236}">
                <a16:creationId xmlns:a16="http://schemas.microsoft.com/office/drawing/2014/main" id="{00C95CDE-474A-4552-A909-08DE8DCA1171}"/>
              </a:ext>
            </a:extLst>
          </p:cNvPr>
          <p:cNvSpPr>
            <a:spLocks xmlns:a="http://schemas.openxmlformats.org/drawingml/2006/main" noGrp="1"/>
          </p:cNvSpPr>
          <p:nvPr/>
        </p:nvSpPr>
        <p:spPr>
          <a:xfrm xmlns:a="http://schemas.openxmlformats.org/drawingml/2006/main">
            <a:off x="13906500" y="2576513"/>
            <a:ext cx="428625" cy="953"/>
          </a:xfrm>
          <a:custGeom xmlns:a="http://schemas.openxmlformats.org/drawingml/2006/main">
            <a:pathLst>
              <a:path w="428625" h="953">
                <a:moveTo>
                  <a:pt x="0" y="0"/>
                </a:moveTo>
                <a:lnTo>
                  <a:pt x="428625" y="0"/>
                </a:lnTo>
              </a:path>
            </a:pathLst>
          </a:custGeom>
          <a:noFill xmlns:a="http://schemas.openxmlformats.org/drawingml/2006/main"/>
          <a:ln xmlns:a="http://schemas.openxmlformats.org/drawingml/2006/main" w="10478">
            <a:solidFill>
              <a:srgbClr val="000000"/>
            </a:solidFill>
            <a:prstDash val="solid"/>
          </a:ln>
        </p:spPr>
      </p:sp>
      <p:sp>
        <p:nvSpPr>
          <p:cNvPr id="188" name="dp41-comparison / n159 / arrow">
            <a:extLst xmlns:a="http://schemas.openxmlformats.org/drawingml/2006/main">
              <a:ext uri="{FF2B5EF4-FFF2-40B4-BE49-F238E27FC236}">
                <a16:creationId xmlns:a16="http://schemas.microsoft.com/office/drawing/2014/main" id="{F2A62A56-C28F-4C64-9C3F-A8533D57273C}"/>
              </a:ext>
            </a:extLst>
          </p:cNvPr>
          <p:cNvSpPr>
            <a:spLocks xmlns:a="http://schemas.openxmlformats.org/drawingml/2006/main" noGrp="1"/>
          </p:cNvSpPr>
          <p:nvPr/>
        </p:nvSpPr>
        <p:spPr>
          <a:xfrm xmlns:a="http://schemas.openxmlformats.org/drawingml/2006/main">
            <a:off x="14268069" y="2542985"/>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000000"/>
            </a:solidFill>
            <a:prstDash val="solid"/>
          </a:ln>
        </p:spPr>
      </p:sp>
      <p:sp>
        <p:nvSpPr>
          <p:cNvPr id="189" name="dp41-comparison / n160">
            <a:extLst xmlns:a="http://schemas.openxmlformats.org/drawingml/2006/main">
              <a:ext uri="{FF2B5EF4-FFF2-40B4-BE49-F238E27FC236}">
                <a16:creationId xmlns:a16="http://schemas.microsoft.com/office/drawing/2014/main" id="{8AE18087-C94F-45DB-A75D-FA1EFE507A3B}"/>
              </a:ext>
            </a:extLst>
          </p:cNvPr>
          <p:cNvSpPr>
            <a:spLocks xmlns:a="http://schemas.openxmlformats.org/drawingml/2006/main" noGrp="1"/>
          </p:cNvSpPr>
          <p:nvPr/>
        </p:nvSpPr>
        <p:spPr>
          <a:xfrm xmlns:a="http://schemas.openxmlformats.org/drawingml/2006/main">
            <a:off x="9953625" y="2886075"/>
            <a:ext cx="2524125" cy="304800"/>
          </a:xfrm>
          <a:prstGeom xmlns:a="http://schemas.openxmlformats.org/drawingml/2006/main" prst="hexagon">
            <a:avLst/>
          </a:prstGeom>
          <a:solidFill xmlns:a="http://schemas.openxmlformats.org/drawingml/2006/main">
            <a:srgbClr val="FFFFFF"/>
          </a:solidFill>
          <a:ln xmlns:a="http://schemas.openxmlformats.org/drawingml/2006/main" w="9525">
            <a:solidFill>
              <a:srgbClr val="000000"/>
            </a:solidFill>
            <a:prstDash val="solid"/>
          </a:ln>
        </p:spPr>
      </p:sp>
      <p:sp>
        <p:nvSpPr>
          <p:cNvPr id="190" name="dp41-comparison / n161 / text 1">
            <a:extLst xmlns:a="http://schemas.openxmlformats.org/drawingml/2006/main">
              <a:ext uri="{FF2B5EF4-FFF2-40B4-BE49-F238E27FC236}">
                <a16:creationId xmlns:a16="http://schemas.microsoft.com/office/drawing/2014/main" id="{9B757BCA-7225-480B-9A0D-2E30932259D5}"/>
              </a:ext>
            </a:extLst>
          </p:cNvPr>
          <p:cNvSpPr>
            <a:spLocks xmlns:a="http://schemas.openxmlformats.org/drawingml/2006/main" noGrp="1"/>
          </p:cNvSpPr>
          <p:nvPr/>
        </p:nvSpPr>
        <p:spPr>
          <a:xfrm xmlns:a="http://schemas.openxmlformats.org/drawingml/2006/main">
            <a:off x="10039350" y="2914650"/>
            <a:ext cx="2352675"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500" b="1">
                <a:solidFill>
                  <a:srgbClr val="000000"/>
                </a:solidFill>
                <a:latin typeface="Apple SD Gothic Neo"/>
                <a:ea typeface="Apple SD Gothic Neo"/>
                <a:cs typeface="Apple SD Gothic Neo"/>
              </a:defRPr>
            </a:pPr>
            <a:r>
              <a:rPr sz="1500" b="1">
                <a:solidFill>
                  <a:srgbClr val="000000"/>
                </a:solidFill>
                <a:latin typeface="Apple SD Gothic Neo"/>
                <a:ea typeface="Apple SD Gothic Neo"/>
                <a:cs typeface="Apple SD Gothic Neo"/>
              </a:rPr>
              <a:t>클라우드 LLM</a:t>
            </a:r>
          </a:p>
        </p:txBody>
      </p:sp>
      <p:sp>
        <p:nvSpPr>
          <p:cNvPr id="191" name="dp41-comparison / n166">
            <a:extLst xmlns:a="http://schemas.openxmlformats.org/drawingml/2006/main">
              <a:ext uri="{FF2B5EF4-FFF2-40B4-BE49-F238E27FC236}">
                <a16:creationId xmlns:a16="http://schemas.microsoft.com/office/drawing/2014/main" id="{8B44A267-16D8-4FFF-B76D-037F9D7FDA43}"/>
              </a:ext>
            </a:extLst>
          </p:cNvPr>
          <p:cNvSpPr>
            <a:spLocks xmlns:a="http://schemas.openxmlformats.org/drawingml/2006/main" noGrp="1"/>
          </p:cNvSpPr>
          <p:nvPr/>
        </p:nvSpPr>
        <p:spPr>
          <a:xfrm xmlns:a="http://schemas.openxmlformats.org/drawingml/2006/main">
            <a:off x="9763125" y="3619500"/>
            <a:ext cx="7953375" cy="285750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192" name="dp41-comparison / n167 / text 1">
            <a:extLst xmlns:a="http://schemas.openxmlformats.org/drawingml/2006/main">
              <a:ext uri="{FF2B5EF4-FFF2-40B4-BE49-F238E27FC236}">
                <a16:creationId xmlns:a16="http://schemas.microsoft.com/office/drawing/2014/main" id="{C41A743E-7DF7-4695-A9B5-B3757A354E1C}"/>
              </a:ext>
            </a:extLst>
          </p:cNvPr>
          <p:cNvSpPr>
            <a:spLocks xmlns:a="http://schemas.openxmlformats.org/drawingml/2006/main" noGrp="1"/>
          </p:cNvSpPr>
          <p:nvPr/>
        </p:nvSpPr>
        <p:spPr>
          <a:xfrm xmlns:a="http://schemas.openxmlformats.org/drawingml/2006/main">
            <a:off x="9886950" y="3714750"/>
            <a:ext cx="7705725" cy="29003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1">
                <a:solidFill>
                  <a:srgbClr val="000000"/>
                </a:solidFill>
                <a:latin typeface="Apple SD Gothic Neo"/>
                <a:ea typeface="Apple SD Gothic Neo"/>
                <a:cs typeface="Apple SD Gothic Neo"/>
              </a:defRPr>
            </a:pPr>
            <a:r>
              <a:rPr sz="1575" b="1">
                <a:solidFill>
                  <a:srgbClr val="000000"/>
                </a:solidFill>
                <a:latin typeface="Apple SD Gothic Neo"/>
                <a:ea typeface="Apple SD Gothic Neo"/>
                <a:cs typeface="Apple SD Gothic Neo"/>
              </a:rPr>
              <a:t>Request Interpreter</a:t>
            </a:r>
          </a:p>
        </p:txBody>
      </p:sp>
      <p:sp>
        <p:nvSpPr>
          <p:cNvPr id="193" name="dp41-comparison / n170">
            <a:extLst xmlns:a="http://schemas.openxmlformats.org/drawingml/2006/main">
              <a:ext uri="{FF2B5EF4-FFF2-40B4-BE49-F238E27FC236}">
                <a16:creationId xmlns:a16="http://schemas.microsoft.com/office/drawing/2014/main" id="{EF44B171-ED1E-4BE3-94B3-E4B6AA44E070}"/>
              </a:ext>
            </a:extLst>
          </p:cNvPr>
          <p:cNvSpPr>
            <a:spLocks xmlns:a="http://schemas.openxmlformats.org/drawingml/2006/main" noGrp="1"/>
          </p:cNvSpPr>
          <p:nvPr/>
        </p:nvSpPr>
        <p:spPr>
          <a:xfrm xmlns:a="http://schemas.openxmlformats.org/drawingml/2006/main">
            <a:off x="9953625" y="4019550"/>
            <a:ext cx="2333625" cy="381000"/>
          </a:xfrm>
          <a:prstGeom xmlns:a="http://schemas.openxmlformats.org/drawingml/2006/main" prst="roundRect">
            <a:avLst>
              <a:gd name="adj" fmla="val 20000"/>
            </a:avLst>
          </a:prstGeom>
          <a:solidFill xmlns:a="http://schemas.openxmlformats.org/drawingml/2006/main">
            <a:srgbClr val="FFF0DD"/>
          </a:solidFill>
          <a:ln xmlns:a="http://schemas.openxmlformats.org/drawingml/2006/main" w="17145">
            <a:solidFill>
              <a:srgbClr val="B8753F"/>
            </a:solidFill>
            <a:prstDash val="solid"/>
          </a:ln>
        </p:spPr>
      </p:sp>
      <p:sp>
        <p:nvSpPr>
          <p:cNvPr id="194" name="dp41-comparison / n171 / text 1">
            <a:extLst xmlns:a="http://schemas.openxmlformats.org/drawingml/2006/main">
              <a:ext uri="{FF2B5EF4-FFF2-40B4-BE49-F238E27FC236}">
                <a16:creationId xmlns:a16="http://schemas.microsoft.com/office/drawing/2014/main" id="{5064B34E-09BF-41D5-A8BF-F50B0E1DDD09}"/>
              </a:ext>
            </a:extLst>
          </p:cNvPr>
          <p:cNvSpPr>
            <a:spLocks xmlns:a="http://schemas.openxmlformats.org/drawingml/2006/main" noGrp="1"/>
          </p:cNvSpPr>
          <p:nvPr/>
        </p:nvSpPr>
        <p:spPr>
          <a:xfrm xmlns:a="http://schemas.openxmlformats.org/drawingml/2006/main">
            <a:off x="10039350" y="4098608"/>
            <a:ext cx="2162175" cy="24860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350" b="1">
                <a:solidFill>
                  <a:srgbClr val="000000"/>
                </a:solidFill>
                <a:latin typeface="Apple SD Gothic Neo"/>
                <a:ea typeface="Apple SD Gothic Neo"/>
                <a:cs typeface="Apple SD Gothic Neo"/>
              </a:defRPr>
            </a:pPr>
            <a:r>
              <a:rPr sz="1350" b="1">
                <a:solidFill>
                  <a:srgbClr val="000000"/>
                </a:solidFill>
                <a:latin typeface="Apple SD Gothic Neo"/>
                <a:ea typeface="Apple SD Gothic Neo"/>
                <a:cs typeface="Apple SD Gothic Neo"/>
              </a:rPr>
              <a:t>요청 구조화기</a:t>
            </a:r>
          </a:p>
        </p:txBody>
      </p:sp>
      <p:sp>
        <p:nvSpPr>
          <p:cNvPr id="195" name="dp41-comparison / n172 / path">
            <a:extLst xmlns:a="http://schemas.openxmlformats.org/drawingml/2006/main">
              <a:ext uri="{FF2B5EF4-FFF2-40B4-BE49-F238E27FC236}">
                <a16:creationId xmlns:a16="http://schemas.microsoft.com/office/drawing/2014/main" id="{59F205C9-C4A4-4087-B4D4-1AE84810F13E}"/>
              </a:ext>
            </a:extLst>
          </p:cNvPr>
          <p:cNvSpPr>
            <a:spLocks xmlns:a="http://schemas.openxmlformats.org/drawingml/2006/main" noGrp="1"/>
          </p:cNvSpPr>
          <p:nvPr/>
        </p:nvSpPr>
        <p:spPr>
          <a:xfrm xmlns:a="http://schemas.openxmlformats.org/drawingml/2006/main">
            <a:off x="9810750" y="3038475"/>
            <a:ext cx="142875" cy="1171575"/>
          </a:xfrm>
          <a:custGeom xmlns:a="http://schemas.openxmlformats.org/drawingml/2006/main">
            <a:pathLst>
              <a:path w="142875" h="1171575">
                <a:moveTo>
                  <a:pt x="142875" y="1171575"/>
                </a:moveTo>
                <a:lnTo>
                  <a:pt x="0" y="1171575"/>
                </a:lnTo>
                <a:lnTo>
                  <a:pt x="0" y="0"/>
                </a:lnTo>
                <a:lnTo>
                  <a:pt x="142875" y="0"/>
                </a:lnTo>
              </a:path>
            </a:pathLst>
          </a:custGeom>
          <a:noFill xmlns:a="http://schemas.openxmlformats.org/drawingml/2006/main"/>
          <a:ln xmlns:a="http://schemas.openxmlformats.org/drawingml/2006/main" w="10478">
            <a:solidFill>
              <a:srgbClr val="000000"/>
            </a:solidFill>
            <a:prstDash val="solid"/>
          </a:ln>
        </p:spPr>
      </p:sp>
      <p:sp>
        <p:nvSpPr>
          <p:cNvPr id="196" name="dp41-comparison / n172 / arrow">
            <a:extLst xmlns:a="http://schemas.openxmlformats.org/drawingml/2006/main">
              <a:ext uri="{FF2B5EF4-FFF2-40B4-BE49-F238E27FC236}">
                <a16:creationId xmlns:a16="http://schemas.microsoft.com/office/drawing/2014/main" id="{4A7D88F7-FB8D-44E3-AD71-B1C1D4ACCD92}"/>
              </a:ext>
            </a:extLst>
          </p:cNvPr>
          <p:cNvSpPr>
            <a:spLocks xmlns:a="http://schemas.openxmlformats.org/drawingml/2006/main" noGrp="1"/>
          </p:cNvSpPr>
          <p:nvPr/>
        </p:nvSpPr>
        <p:spPr>
          <a:xfrm xmlns:a="http://schemas.openxmlformats.org/drawingml/2006/main">
            <a:off x="9886569" y="3004947"/>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000000"/>
            </a:solidFill>
            <a:prstDash val="solid"/>
          </a:ln>
        </p:spPr>
      </p:sp>
      <p:sp>
        <p:nvSpPr>
          <p:cNvPr id="197" name="dp41-comparison / n173 / path">
            <a:extLst xmlns:a="http://schemas.openxmlformats.org/drawingml/2006/main">
              <a:ext uri="{FF2B5EF4-FFF2-40B4-BE49-F238E27FC236}">
                <a16:creationId xmlns:a16="http://schemas.microsoft.com/office/drawing/2014/main" id="{E5AFE0B3-65B1-4391-98DA-5D9530BB42F8}"/>
              </a:ext>
            </a:extLst>
          </p:cNvPr>
          <p:cNvSpPr>
            <a:spLocks xmlns:a="http://schemas.openxmlformats.org/drawingml/2006/main" noGrp="1"/>
          </p:cNvSpPr>
          <p:nvPr/>
        </p:nvSpPr>
        <p:spPr>
          <a:xfrm xmlns:a="http://schemas.openxmlformats.org/drawingml/2006/main">
            <a:off x="9715500" y="3038475"/>
            <a:ext cx="238125" cy="1266825"/>
          </a:xfrm>
          <a:custGeom xmlns:a="http://schemas.openxmlformats.org/drawingml/2006/main">
            <a:pathLst>
              <a:path w="238125" h="1266825">
                <a:moveTo>
                  <a:pt x="238125" y="0"/>
                </a:moveTo>
                <a:lnTo>
                  <a:pt x="0" y="0"/>
                </a:lnTo>
                <a:lnTo>
                  <a:pt x="0" y="1266825"/>
                </a:lnTo>
                <a:lnTo>
                  <a:pt x="238125" y="1266825"/>
                </a:lnTo>
              </a:path>
            </a:pathLst>
          </a:custGeom>
          <a:noFill xmlns:a="http://schemas.openxmlformats.org/drawingml/2006/main"/>
          <a:ln xmlns:a="http://schemas.openxmlformats.org/drawingml/2006/main" w="10478">
            <a:solidFill>
              <a:srgbClr val="000000"/>
            </a:solidFill>
            <a:prstDash val="dash"/>
          </a:ln>
        </p:spPr>
      </p:sp>
      <p:sp>
        <p:nvSpPr>
          <p:cNvPr id="198" name="dp41-comparison / n173 / arrow">
            <a:extLst xmlns:a="http://schemas.openxmlformats.org/drawingml/2006/main">
              <a:ext uri="{FF2B5EF4-FFF2-40B4-BE49-F238E27FC236}">
                <a16:creationId xmlns:a16="http://schemas.microsoft.com/office/drawing/2014/main" id="{27714949-FE01-47A1-979F-40D2849F6AD2}"/>
              </a:ext>
            </a:extLst>
          </p:cNvPr>
          <p:cNvSpPr>
            <a:spLocks xmlns:a="http://schemas.openxmlformats.org/drawingml/2006/main" noGrp="1"/>
          </p:cNvSpPr>
          <p:nvPr/>
        </p:nvSpPr>
        <p:spPr>
          <a:xfrm xmlns:a="http://schemas.openxmlformats.org/drawingml/2006/main">
            <a:off x="9886569" y="4271772"/>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000000"/>
            </a:solidFill>
            <a:prstDash val="solid"/>
          </a:ln>
        </p:spPr>
      </p:sp>
      <p:sp>
        <p:nvSpPr>
          <p:cNvPr id="199" name="dp41-comparison / n174">
            <a:extLst xmlns:a="http://schemas.openxmlformats.org/drawingml/2006/main">
              <a:ext uri="{FF2B5EF4-FFF2-40B4-BE49-F238E27FC236}">
                <a16:creationId xmlns:a16="http://schemas.microsoft.com/office/drawing/2014/main" id="{10D83FDD-8359-4FEC-99DF-B4F8641C2CF4}"/>
              </a:ext>
            </a:extLst>
          </p:cNvPr>
          <p:cNvSpPr>
            <a:spLocks xmlns:a="http://schemas.openxmlformats.org/drawingml/2006/main" noGrp="1"/>
          </p:cNvSpPr>
          <p:nvPr/>
        </p:nvSpPr>
        <p:spPr>
          <a:xfrm xmlns:a="http://schemas.openxmlformats.org/drawingml/2006/main">
            <a:off x="12858750" y="3943350"/>
            <a:ext cx="4476750" cy="1857375"/>
          </a:xfrm>
          <a:prstGeom xmlns:a="http://schemas.openxmlformats.org/drawingml/2006/main" prst="roundRect">
            <a:avLst>
              <a:gd name="adj" fmla="val 4103"/>
            </a:avLst>
          </a:prstGeom>
          <a:solidFill xmlns:a="http://schemas.openxmlformats.org/drawingml/2006/main">
            <a:srgbClr val="FFFFFF"/>
          </a:solidFill>
          <a:ln xmlns:a="http://schemas.openxmlformats.org/drawingml/2006/main" w="24765">
            <a:solidFill>
              <a:srgbClr val="B8753F"/>
            </a:solidFill>
            <a:prstDash val="solid"/>
          </a:ln>
        </p:spPr>
      </p:sp>
      <p:sp>
        <p:nvSpPr>
          <p:cNvPr id="200" name="dp41-comparison / n175 / text 1">
            <a:extLst xmlns:a="http://schemas.openxmlformats.org/drawingml/2006/main">
              <a:ext uri="{FF2B5EF4-FFF2-40B4-BE49-F238E27FC236}">
                <a16:creationId xmlns:a16="http://schemas.microsoft.com/office/drawing/2014/main" id="{CDD1FF4D-3638-4654-A450-A021D87F6B27}"/>
              </a:ext>
            </a:extLst>
          </p:cNvPr>
          <p:cNvSpPr>
            <a:spLocks xmlns:a="http://schemas.openxmlformats.org/drawingml/2006/main" noGrp="1"/>
          </p:cNvSpPr>
          <p:nvPr/>
        </p:nvSpPr>
        <p:spPr>
          <a:xfrm xmlns:a="http://schemas.openxmlformats.org/drawingml/2006/main">
            <a:off x="12982575" y="4038600"/>
            <a:ext cx="4229100" cy="24860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1">
                <a:solidFill>
                  <a:srgbClr val="000000"/>
                </a:solidFill>
                <a:latin typeface="Apple SD Gothic Neo"/>
                <a:ea typeface="Apple SD Gothic Neo"/>
                <a:cs typeface="Apple SD Gothic Neo"/>
              </a:defRPr>
            </a:pPr>
            <a:r>
              <a:rPr sz="1350" b="1">
                <a:solidFill>
                  <a:srgbClr val="000000"/>
                </a:solidFill>
                <a:latin typeface="Apple SD Gothic Neo"/>
                <a:ea typeface="Apple SD Gothic Neo"/>
                <a:cs typeface="Apple SD Gothic Neo"/>
              </a:rPr>
              <a:t>Request Resolution Engine</a:t>
            </a:r>
          </a:p>
        </p:txBody>
      </p:sp>
      <p:sp>
        <p:nvSpPr>
          <p:cNvPr id="201" name="dp41-comparison / n176">
            <a:extLst xmlns:a="http://schemas.openxmlformats.org/drawingml/2006/main">
              <a:ext uri="{FF2B5EF4-FFF2-40B4-BE49-F238E27FC236}">
                <a16:creationId xmlns:a16="http://schemas.microsoft.com/office/drawing/2014/main" id="{8036E7F0-FB11-44BC-A504-57046418F7C2}"/>
              </a:ext>
            </a:extLst>
          </p:cNvPr>
          <p:cNvSpPr>
            <a:spLocks xmlns:a="http://schemas.openxmlformats.org/drawingml/2006/main" noGrp="1"/>
          </p:cNvSpPr>
          <p:nvPr/>
        </p:nvSpPr>
        <p:spPr>
          <a:xfrm xmlns:a="http://schemas.openxmlformats.org/drawingml/2006/main">
            <a:off x="13049250" y="4286250"/>
            <a:ext cx="1809750" cy="323850"/>
          </a:xfrm>
          <a:prstGeom xmlns:a="http://schemas.openxmlformats.org/drawingml/2006/main" prst="roundRect">
            <a:avLst>
              <a:gd name="adj" fmla="val 23529"/>
            </a:avLst>
          </a:prstGeom>
          <a:solidFill xmlns:a="http://schemas.openxmlformats.org/drawingml/2006/main">
            <a:srgbClr val="FFF0DD"/>
          </a:solidFill>
          <a:ln xmlns:a="http://schemas.openxmlformats.org/drawingml/2006/main" w="17145">
            <a:solidFill>
              <a:srgbClr val="B8753F"/>
            </a:solidFill>
            <a:prstDash val="solid"/>
          </a:ln>
        </p:spPr>
      </p:sp>
      <p:sp>
        <p:nvSpPr>
          <p:cNvPr id="202" name="dp41-comparison / n177 / text 1">
            <a:extLst xmlns:a="http://schemas.openxmlformats.org/drawingml/2006/main">
              <a:ext uri="{FF2B5EF4-FFF2-40B4-BE49-F238E27FC236}">
                <a16:creationId xmlns:a16="http://schemas.microsoft.com/office/drawing/2014/main" id="{60764901-9438-4B01-92A1-B82B0B8BAFE4}"/>
              </a:ext>
            </a:extLst>
          </p:cNvPr>
          <p:cNvSpPr>
            <a:spLocks xmlns:a="http://schemas.openxmlformats.org/drawingml/2006/main" noGrp="1"/>
          </p:cNvSpPr>
          <p:nvPr/>
        </p:nvSpPr>
        <p:spPr>
          <a:xfrm xmlns:a="http://schemas.openxmlformats.org/drawingml/2006/main">
            <a:off x="13134975" y="4355306"/>
            <a:ext cx="1638300"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25" b="1">
                <a:solidFill>
                  <a:srgbClr val="000000"/>
                </a:solidFill>
                <a:latin typeface="Apple SD Gothic Neo"/>
                <a:ea typeface="Apple SD Gothic Neo"/>
                <a:cs typeface="Apple SD Gothic Neo"/>
              </a:defRPr>
            </a:pPr>
            <a:r>
              <a:rPr sz="1125" b="1">
                <a:solidFill>
                  <a:srgbClr val="000000"/>
                </a:solidFill>
                <a:latin typeface="Apple SD Gothic Neo"/>
                <a:ea typeface="Apple SD Gothic Neo"/>
                <a:cs typeface="Apple SD Gothic Neo"/>
              </a:rPr>
              <a:t>프레임 / 항목 검사기</a:t>
            </a:r>
          </a:p>
        </p:txBody>
      </p:sp>
      <p:sp>
        <p:nvSpPr>
          <p:cNvPr id="203" name="dp41-comparison / n178">
            <a:extLst xmlns:a="http://schemas.openxmlformats.org/drawingml/2006/main">
              <a:ext uri="{FF2B5EF4-FFF2-40B4-BE49-F238E27FC236}">
                <a16:creationId xmlns:a16="http://schemas.microsoft.com/office/drawing/2014/main" id="{B6E6F09B-DA65-4F3E-9649-C7441E882DAD}"/>
              </a:ext>
            </a:extLst>
          </p:cNvPr>
          <p:cNvSpPr>
            <a:spLocks xmlns:a="http://schemas.openxmlformats.org/drawingml/2006/main" noGrp="1"/>
          </p:cNvSpPr>
          <p:nvPr/>
        </p:nvSpPr>
        <p:spPr>
          <a:xfrm xmlns:a="http://schemas.openxmlformats.org/drawingml/2006/main">
            <a:off x="15097125" y="4286250"/>
            <a:ext cx="2047875" cy="323850"/>
          </a:xfrm>
          <a:prstGeom xmlns:a="http://schemas.openxmlformats.org/drawingml/2006/main" prst="roundRect">
            <a:avLst>
              <a:gd name="adj" fmla="val 23529"/>
            </a:avLst>
          </a:prstGeom>
          <a:solidFill xmlns:a="http://schemas.openxmlformats.org/drawingml/2006/main">
            <a:srgbClr val="FFF0DD"/>
          </a:solidFill>
          <a:ln xmlns:a="http://schemas.openxmlformats.org/drawingml/2006/main" w="17145">
            <a:solidFill>
              <a:srgbClr val="B8753F"/>
            </a:solidFill>
            <a:prstDash val="solid"/>
          </a:ln>
        </p:spPr>
      </p:sp>
      <p:sp>
        <p:nvSpPr>
          <p:cNvPr id="204" name="dp41-comparison / n179 / text 1">
            <a:extLst xmlns:a="http://schemas.openxmlformats.org/drawingml/2006/main">
              <a:ext uri="{FF2B5EF4-FFF2-40B4-BE49-F238E27FC236}">
                <a16:creationId xmlns:a16="http://schemas.microsoft.com/office/drawing/2014/main" id="{9C677899-193E-4B1C-B162-64D7C46D99F1}"/>
              </a:ext>
            </a:extLst>
          </p:cNvPr>
          <p:cNvSpPr>
            <a:spLocks xmlns:a="http://schemas.openxmlformats.org/drawingml/2006/main" noGrp="1"/>
          </p:cNvSpPr>
          <p:nvPr/>
        </p:nvSpPr>
        <p:spPr>
          <a:xfrm xmlns:a="http://schemas.openxmlformats.org/drawingml/2006/main">
            <a:off x="15182850" y="4349115"/>
            <a:ext cx="1876425"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00" b="1">
                <a:solidFill>
                  <a:srgbClr val="000000"/>
                </a:solidFill>
                <a:latin typeface="Apple SD Gothic Neo"/>
                <a:ea typeface="Apple SD Gothic Neo"/>
                <a:cs typeface="Apple SD Gothic Neo"/>
              </a:defRPr>
            </a:pPr>
            <a:r>
              <a:rPr sz="1200" b="1">
                <a:solidFill>
                  <a:srgbClr val="000000"/>
                </a:solidFill>
                <a:latin typeface="Apple SD Gothic Neo"/>
                <a:ea typeface="Apple SD Gothic Neo"/>
                <a:cs typeface="Apple SD Gothic Neo"/>
              </a:rPr>
              <a:t>미해결 항목 처리기</a:t>
            </a:r>
          </a:p>
        </p:txBody>
      </p:sp>
      <p:sp>
        <p:nvSpPr>
          <p:cNvPr id="205" name="dp41-comparison / n180">
            <a:extLst xmlns:a="http://schemas.openxmlformats.org/drawingml/2006/main">
              <a:ext uri="{FF2B5EF4-FFF2-40B4-BE49-F238E27FC236}">
                <a16:creationId xmlns:a16="http://schemas.microsoft.com/office/drawing/2014/main" id="{467E9D15-D870-4A85-A47C-C4CE075E8759}"/>
              </a:ext>
            </a:extLst>
          </p:cNvPr>
          <p:cNvSpPr>
            <a:spLocks xmlns:a="http://schemas.openxmlformats.org/drawingml/2006/main" noGrp="1"/>
          </p:cNvSpPr>
          <p:nvPr/>
        </p:nvSpPr>
        <p:spPr>
          <a:xfrm xmlns:a="http://schemas.openxmlformats.org/drawingml/2006/main">
            <a:off x="13049250" y="4914900"/>
            <a:ext cx="1809750" cy="504825"/>
          </a:xfrm>
          <a:prstGeom xmlns:a="http://schemas.openxmlformats.org/drawingml/2006/main" prst="can">
            <a:avLst>
              <a:gd name="adj" fmla="val 20000"/>
            </a:avLst>
          </a:prstGeom>
          <a:solidFill xmlns:a="http://schemas.openxmlformats.org/drawingml/2006/main">
            <a:srgbClr val="FFFFFF"/>
          </a:solidFill>
          <a:ln xmlns:a="http://schemas.openxmlformats.org/drawingml/2006/main" w="9525">
            <a:solidFill>
              <a:srgbClr val="000000"/>
            </a:solidFill>
            <a:prstDash val="solid"/>
          </a:ln>
        </p:spPr>
      </p:sp>
      <p:sp>
        <p:nvSpPr>
          <p:cNvPr id="206" name="dp41-comparison / n181 / text 1">
            <a:extLst xmlns:a="http://schemas.openxmlformats.org/drawingml/2006/main">
              <a:ext uri="{FF2B5EF4-FFF2-40B4-BE49-F238E27FC236}">
                <a16:creationId xmlns:a16="http://schemas.microsoft.com/office/drawing/2014/main" id="{E5E56E59-3AC3-4AAC-B8CF-94959B731920}"/>
              </a:ext>
            </a:extLst>
          </p:cNvPr>
          <p:cNvSpPr>
            <a:spLocks xmlns:a="http://schemas.openxmlformats.org/drawingml/2006/main" noGrp="1"/>
          </p:cNvSpPr>
          <p:nvPr/>
        </p:nvSpPr>
        <p:spPr>
          <a:xfrm xmlns:a="http://schemas.openxmlformats.org/drawingml/2006/main">
            <a:off x="13134975" y="5076825"/>
            <a:ext cx="1638300"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항목별 해결 상태</a:t>
            </a:r>
          </a:p>
        </p:txBody>
      </p:sp>
      <p:sp>
        <p:nvSpPr>
          <p:cNvPr id="207" name="dp41-comparison / n182">
            <a:extLst xmlns:a="http://schemas.openxmlformats.org/drawingml/2006/main">
              <a:ext uri="{FF2B5EF4-FFF2-40B4-BE49-F238E27FC236}">
                <a16:creationId xmlns:a16="http://schemas.microsoft.com/office/drawing/2014/main" id="{C177047B-F044-4DB3-BAEB-03169327BE88}"/>
              </a:ext>
            </a:extLst>
          </p:cNvPr>
          <p:cNvSpPr>
            <a:spLocks xmlns:a="http://schemas.openxmlformats.org/drawingml/2006/main" noGrp="1"/>
          </p:cNvSpPr>
          <p:nvPr/>
        </p:nvSpPr>
        <p:spPr>
          <a:xfrm xmlns:a="http://schemas.openxmlformats.org/drawingml/2006/main">
            <a:off x="15097125" y="5172075"/>
            <a:ext cx="2047875" cy="323850"/>
          </a:xfrm>
          <a:prstGeom xmlns:a="http://schemas.openxmlformats.org/drawingml/2006/main" prst="roundRect">
            <a:avLst>
              <a:gd name="adj" fmla="val 23529"/>
            </a:avLst>
          </a:prstGeom>
          <a:solidFill xmlns:a="http://schemas.openxmlformats.org/drawingml/2006/main">
            <a:srgbClr val="FFF0DD"/>
          </a:solidFill>
          <a:ln xmlns:a="http://schemas.openxmlformats.org/drawingml/2006/main" w="17145">
            <a:solidFill>
              <a:srgbClr val="B8753F"/>
            </a:solidFill>
            <a:prstDash val="solid"/>
          </a:ln>
        </p:spPr>
      </p:sp>
      <p:sp>
        <p:nvSpPr>
          <p:cNvPr id="208" name="dp41-comparison / n183 / text 1">
            <a:extLst xmlns:a="http://schemas.openxmlformats.org/drawingml/2006/main">
              <a:ext uri="{FF2B5EF4-FFF2-40B4-BE49-F238E27FC236}">
                <a16:creationId xmlns:a16="http://schemas.microsoft.com/office/drawing/2014/main" id="{4B1D4605-BD58-465B-9A5B-8DE5190DF801}"/>
              </a:ext>
            </a:extLst>
          </p:cNvPr>
          <p:cNvSpPr>
            <a:spLocks xmlns:a="http://schemas.openxmlformats.org/drawingml/2006/main" noGrp="1"/>
          </p:cNvSpPr>
          <p:nvPr/>
        </p:nvSpPr>
        <p:spPr>
          <a:xfrm xmlns:a="http://schemas.openxmlformats.org/drawingml/2006/main">
            <a:off x="15182850" y="5234940"/>
            <a:ext cx="1876425"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00" b="1">
                <a:solidFill>
                  <a:srgbClr val="000000"/>
                </a:solidFill>
                <a:latin typeface="Apple SD Gothic Neo"/>
                <a:ea typeface="Apple SD Gothic Neo"/>
                <a:cs typeface="Apple SD Gothic Neo"/>
              </a:defRPr>
            </a:pPr>
            <a:r>
              <a:rPr sz="1200" b="1">
                <a:solidFill>
                  <a:srgbClr val="000000"/>
                </a:solidFill>
                <a:latin typeface="Apple SD Gothic Neo"/>
                <a:ea typeface="Apple SD Gothic Neo"/>
                <a:cs typeface="Apple SD Gothic Neo"/>
              </a:rPr>
              <a:t>관계 결합기</a:t>
            </a:r>
          </a:p>
        </p:txBody>
      </p:sp>
      <p:sp>
        <p:nvSpPr>
          <p:cNvPr id="209" name="dp41-comparison / n184">
            <a:extLst xmlns:a="http://schemas.openxmlformats.org/drawingml/2006/main">
              <a:ext uri="{FF2B5EF4-FFF2-40B4-BE49-F238E27FC236}">
                <a16:creationId xmlns:a16="http://schemas.microsoft.com/office/drawing/2014/main" id="{F44B450B-BB77-4D9F-B7A1-4077709C80B4}"/>
              </a:ext>
            </a:extLst>
          </p:cNvPr>
          <p:cNvSpPr>
            <a:spLocks xmlns:a="http://schemas.openxmlformats.org/drawingml/2006/main" noGrp="1"/>
          </p:cNvSpPr>
          <p:nvPr/>
        </p:nvSpPr>
        <p:spPr>
          <a:xfrm xmlns:a="http://schemas.openxmlformats.org/drawingml/2006/main">
            <a:off x="15097125" y="6019800"/>
            <a:ext cx="2047875" cy="304800"/>
          </a:xfrm>
          <a:prstGeom xmlns:a="http://schemas.openxmlformats.org/drawingml/2006/main" prst="roundRect">
            <a:avLst>
              <a:gd name="adj" fmla="val 25000"/>
            </a:avLst>
          </a:prstGeom>
          <a:solidFill xmlns:a="http://schemas.openxmlformats.org/drawingml/2006/main">
            <a:srgbClr val="FFFFFF"/>
          </a:solidFill>
          <a:ln xmlns:a="http://schemas.openxmlformats.org/drawingml/2006/main" w="9525">
            <a:solidFill>
              <a:srgbClr val="000000"/>
            </a:solidFill>
            <a:prstDash val="solid"/>
          </a:ln>
        </p:spPr>
      </p:sp>
      <p:sp>
        <p:nvSpPr>
          <p:cNvPr id="210" name="dp41-comparison / n185 / text 1">
            <a:extLst xmlns:a="http://schemas.openxmlformats.org/drawingml/2006/main">
              <a:ext uri="{FF2B5EF4-FFF2-40B4-BE49-F238E27FC236}">
                <a16:creationId xmlns:a16="http://schemas.microsoft.com/office/drawing/2014/main" id="{44D2860E-8EC5-442E-9742-4B6FC02DBBA2}"/>
              </a:ext>
            </a:extLst>
          </p:cNvPr>
          <p:cNvSpPr>
            <a:spLocks xmlns:a="http://schemas.openxmlformats.org/drawingml/2006/main" noGrp="1"/>
          </p:cNvSpPr>
          <p:nvPr/>
        </p:nvSpPr>
        <p:spPr>
          <a:xfrm xmlns:a="http://schemas.openxmlformats.org/drawingml/2006/main">
            <a:off x="15182850" y="6073140"/>
            <a:ext cx="1876425"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00" b="1">
                <a:solidFill>
                  <a:srgbClr val="000000"/>
                </a:solidFill>
                <a:latin typeface="Apple SD Gothic Neo"/>
                <a:ea typeface="Apple SD Gothic Neo"/>
                <a:cs typeface="Apple SD Gothic Neo"/>
              </a:defRPr>
            </a:pPr>
            <a:r>
              <a:rPr sz="1200" b="1">
                <a:solidFill>
                  <a:srgbClr val="000000"/>
                </a:solidFill>
                <a:latin typeface="Apple SD Gothic Neo"/>
                <a:ea typeface="Apple SD Gothic Neo"/>
                <a:cs typeface="Apple SD Gothic Neo"/>
              </a:rPr>
              <a:t>읽기 도구 실행기</a:t>
            </a:r>
          </a:p>
        </p:txBody>
      </p:sp>
      <p:sp>
        <p:nvSpPr>
          <p:cNvPr id="211" name="dp41-comparison / n186">
            <a:extLst xmlns:a="http://schemas.openxmlformats.org/drawingml/2006/main">
              <a:ext uri="{FF2B5EF4-FFF2-40B4-BE49-F238E27FC236}">
                <a16:creationId xmlns:a16="http://schemas.microsoft.com/office/drawing/2014/main" id="{956C2C68-6CBB-414A-94D4-B1E87D480988}"/>
              </a:ext>
            </a:extLst>
          </p:cNvPr>
          <p:cNvSpPr>
            <a:spLocks xmlns:a="http://schemas.openxmlformats.org/drawingml/2006/main" noGrp="1"/>
          </p:cNvSpPr>
          <p:nvPr/>
        </p:nvSpPr>
        <p:spPr>
          <a:xfrm xmlns:a="http://schemas.openxmlformats.org/drawingml/2006/main">
            <a:off x="12715875" y="6019800"/>
            <a:ext cx="2047875" cy="304800"/>
          </a:xfrm>
          <a:prstGeom xmlns:a="http://schemas.openxmlformats.org/drawingml/2006/main" prst="roundRect">
            <a:avLst>
              <a:gd name="adj" fmla="val 25000"/>
            </a:avLst>
          </a:prstGeom>
          <a:solidFill xmlns:a="http://schemas.openxmlformats.org/drawingml/2006/main">
            <a:srgbClr val="FFFFFF"/>
          </a:solidFill>
          <a:ln xmlns:a="http://schemas.openxmlformats.org/drawingml/2006/main" w="9525">
            <a:solidFill>
              <a:srgbClr val="000000"/>
            </a:solidFill>
            <a:prstDash val="solid"/>
          </a:ln>
        </p:spPr>
      </p:sp>
      <p:sp>
        <p:nvSpPr>
          <p:cNvPr id="212" name="dp41-comparison / n187 / text 1">
            <a:extLst xmlns:a="http://schemas.openxmlformats.org/drawingml/2006/main">
              <a:ext uri="{FF2B5EF4-FFF2-40B4-BE49-F238E27FC236}">
                <a16:creationId xmlns:a16="http://schemas.microsoft.com/office/drawing/2014/main" id="{71EDB062-BE03-47A9-BB72-7914704A8BF2}"/>
              </a:ext>
            </a:extLst>
          </p:cNvPr>
          <p:cNvSpPr>
            <a:spLocks xmlns:a="http://schemas.openxmlformats.org/drawingml/2006/main" noGrp="1"/>
          </p:cNvSpPr>
          <p:nvPr/>
        </p:nvSpPr>
        <p:spPr>
          <a:xfrm xmlns:a="http://schemas.openxmlformats.org/drawingml/2006/main">
            <a:off x="12801600" y="6073140"/>
            <a:ext cx="1876425"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00" b="1">
                <a:solidFill>
                  <a:srgbClr val="000000"/>
                </a:solidFill>
                <a:latin typeface="Apple SD Gothic Neo"/>
                <a:ea typeface="Apple SD Gothic Neo"/>
                <a:cs typeface="Apple SD Gothic Neo"/>
              </a:defRPr>
            </a:pPr>
            <a:r>
              <a:rPr sz="1200" b="1">
                <a:solidFill>
                  <a:srgbClr val="000000"/>
                </a:solidFill>
                <a:latin typeface="Apple SD Gothic Neo"/>
                <a:ea typeface="Apple SD Gothic Neo"/>
                <a:cs typeface="Apple SD Gothic Neo"/>
              </a:rPr>
              <a:t>의미 제안 검증기</a:t>
            </a:r>
          </a:p>
        </p:txBody>
      </p:sp>
      <p:sp>
        <p:nvSpPr>
          <p:cNvPr id="213" name="dp41-comparison / n188 / path">
            <a:extLst xmlns:a="http://schemas.openxmlformats.org/drawingml/2006/main">
              <a:ext uri="{FF2B5EF4-FFF2-40B4-BE49-F238E27FC236}">
                <a16:creationId xmlns:a16="http://schemas.microsoft.com/office/drawing/2014/main" id="{80E8A3BA-A292-487A-9978-CEB7D55B5836}"/>
              </a:ext>
            </a:extLst>
          </p:cNvPr>
          <p:cNvSpPr>
            <a:spLocks xmlns:a="http://schemas.openxmlformats.org/drawingml/2006/main" noGrp="1"/>
          </p:cNvSpPr>
          <p:nvPr/>
        </p:nvSpPr>
        <p:spPr>
          <a:xfrm xmlns:a="http://schemas.openxmlformats.org/drawingml/2006/main">
            <a:off x="12287250" y="4162425"/>
            <a:ext cx="762000" cy="285750"/>
          </a:xfrm>
          <a:custGeom xmlns:a="http://schemas.openxmlformats.org/drawingml/2006/main">
            <a:pathLst>
              <a:path w="762000" h="285750">
                <a:moveTo>
                  <a:pt x="0" y="0"/>
                </a:moveTo>
                <a:lnTo>
                  <a:pt x="333375" y="0"/>
                </a:lnTo>
                <a:lnTo>
                  <a:pt x="333375" y="285750"/>
                </a:lnTo>
                <a:lnTo>
                  <a:pt x="762000" y="285750"/>
                </a:lnTo>
              </a:path>
            </a:pathLst>
          </a:custGeom>
          <a:noFill xmlns:a="http://schemas.openxmlformats.org/drawingml/2006/main"/>
          <a:ln xmlns:a="http://schemas.openxmlformats.org/drawingml/2006/main" w="10478">
            <a:solidFill>
              <a:srgbClr val="000000"/>
            </a:solidFill>
            <a:prstDash val="solid"/>
          </a:ln>
        </p:spPr>
      </p:sp>
      <p:sp>
        <p:nvSpPr>
          <p:cNvPr id="214" name="dp41-comparison / n188 / arrow">
            <a:extLst xmlns:a="http://schemas.openxmlformats.org/drawingml/2006/main">
              <a:ext uri="{FF2B5EF4-FFF2-40B4-BE49-F238E27FC236}">
                <a16:creationId xmlns:a16="http://schemas.microsoft.com/office/drawing/2014/main" id="{7408394E-6653-4FAA-9864-71787C453056}"/>
              </a:ext>
            </a:extLst>
          </p:cNvPr>
          <p:cNvSpPr>
            <a:spLocks xmlns:a="http://schemas.openxmlformats.org/drawingml/2006/main" noGrp="1"/>
          </p:cNvSpPr>
          <p:nvPr/>
        </p:nvSpPr>
        <p:spPr>
          <a:xfrm xmlns:a="http://schemas.openxmlformats.org/drawingml/2006/main">
            <a:off x="12982194" y="4414647"/>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000000"/>
            </a:solidFill>
            <a:prstDash val="solid"/>
          </a:ln>
        </p:spPr>
      </p:sp>
      <p:sp>
        <p:nvSpPr>
          <p:cNvPr id="215" name="dp41-comparison / n189 / path">
            <a:extLst xmlns:a="http://schemas.openxmlformats.org/drawingml/2006/main">
              <a:ext uri="{FF2B5EF4-FFF2-40B4-BE49-F238E27FC236}">
                <a16:creationId xmlns:a16="http://schemas.microsoft.com/office/drawing/2014/main" id="{75F274F8-FDDA-4DEE-B0F6-74440FBBDCB5}"/>
              </a:ext>
            </a:extLst>
          </p:cNvPr>
          <p:cNvSpPr>
            <a:spLocks xmlns:a="http://schemas.openxmlformats.org/drawingml/2006/main" noGrp="1"/>
          </p:cNvSpPr>
          <p:nvPr/>
        </p:nvSpPr>
        <p:spPr>
          <a:xfrm xmlns:a="http://schemas.openxmlformats.org/drawingml/2006/main">
            <a:off x="14859000" y="4448175"/>
            <a:ext cx="238125" cy="953"/>
          </a:xfrm>
          <a:custGeom xmlns:a="http://schemas.openxmlformats.org/drawingml/2006/main">
            <a:pathLst>
              <a:path w="238125" h="953">
                <a:moveTo>
                  <a:pt x="0" y="0"/>
                </a:moveTo>
                <a:lnTo>
                  <a:pt x="238125" y="0"/>
                </a:lnTo>
              </a:path>
            </a:pathLst>
          </a:custGeom>
          <a:noFill xmlns:a="http://schemas.openxmlformats.org/drawingml/2006/main"/>
          <a:ln xmlns:a="http://schemas.openxmlformats.org/drawingml/2006/main" w="10478">
            <a:solidFill>
              <a:srgbClr val="B8753F"/>
            </a:solidFill>
            <a:prstDash val="solid"/>
          </a:ln>
        </p:spPr>
      </p:sp>
      <p:sp>
        <p:nvSpPr>
          <p:cNvPr id="216" name="dp41-comparison / n189 / arrow">
            <a:extLst xmlns:a="http://schemas.openxmlformats.org/drawingml/2006/main">
              <a:ext uri="{FF2B5EF4-FFF2-40B4-BE49-F238E27FC236}">
                <a16:creationId xmlns:a16="http://schemas.microsoft.com/office/drawing/2014/main" id="{D601D578-A96E-41C1-ABA4-1A772E4F0589}"/>
              </a:ext>
            </a:extLst>
          </p:cNvPr>
          <p:cNvSpPr>
            <a:spLocks xmlns:a="http://schemas.openxmlformats.org/drawingml/2006/main" noGrp="1"/>
          </p:cNvSpPr>
          <p:nvPr/>
        </p:nvSpPr>
        <p:spPr>
          <a:xfrm xmlns:a="http://schemas.openxmlformats.org/drawingml/2006/main">
            <a:off x="15030069" y="4414647"/>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B8753F"/>
            </a:solidFill>
            <a:prstDash val="solid"/>
          </a:ln>
        </p:spPr>
      </p:sp>
      <p:sp>
        <p:nvSpPr>
          <p:cNvPr id="217" name="dp41-comparison / n190 / path">
            <a:extLst xmlns:a="http://schemas.openxmlformats.org/drawingml/2006/main">
              <a:ext uri="{FF2B5EF4-FFF2-40B4-BE49-F238E27FC236}">
                <a16:creationId xmlns:a16="http://schemas.microsoft.com/office/drawing/2014/main" id="{A46A4176-F0F6-4868-9470-75B8DFA16504}"/>
              </a:ext>
            </a:extLst>
          </p:cNvPr>
          <p:cNvSpPr>
            <a:spLocks xmlns:a="http://schemas.openxmlformats.org/drawingml/2006/main" noGrp="1"/>
          </p:cNvSpPr>
          <p:nvPr/>
        </p:nvSpPr>
        <p:spPr>
          <a:xfrm xmlns:a="http://schemas.openxmlformats.org/drawingml/2006/main">
            <a:off x="17145000" y="4448175"/>
            <a:ext cx="428625" cy="1724025"/>
          </a:xfrm>
          <a:custGeom xmlns:a="http://schemas.openxmlformats.org/drawingml/2006/main">
            <a:pathLst>
              <a:path w="428625" h="1724025">
                <a:moveTo>
                  <a:pt x="0" y="0"/>
                </a:moveTo>
                <a:lnTo>
                  <a:pt x="428625" y="0"/>
                </a:lnTo>
                <a:lnTo>
                  <a:pt x="428625" y="1724025"/>
                </a:lnTo>
                <a:lnTo>
                  <a:pt x="0" y="1724025"/>
                </a:lnTo>
              </a:path>
            </a:pathLst>
          </a:custGeom>
          <a:noFill xmlns:a="http://schemas.openxmlformats.org/drawingml/2006/main"/>
          <a:ln xmlns:a="http://schemas.openxmlformats.org/drawingml/2006/main" w="10478">
            <a:solidFill>
              <a:srgbClr val="B8753F"/>
            </a:solidFill>
            <a:prstDash val="solid"/>
          </a:ln>
        </p:spPr>
      </p:sp>
      <p:sp>
        <p:nvSpPr>
          <p:cNvPr id="218" name="dp41-comparison / n190 / arrow">
            <a:extLst xmlns:a="http://schemas.openxmlformats.org/drawingml/2006/main">
              <a:ext uri="{FF2B5EF4-FFF2-40B4-BE49-F238E27FC236}">
                <a16:creationId xmlns:a16="http://schemas.microsoft.com/office/drawing/2014/main" id="{A9BF9573-31BE-4A19-A026-DDB4932CE14A}"/>
              </a:ext>
            </a:extLst>
          </p:cNvPr>
          <p:cNvSpPr>
            <a:spLocks xmlns:a="http://schemas.openxmlformats.org/drawingml/2006/main" noGrp="1"/>
          </p:cNvSpPr>
          <p:nvPr/>
        </p:nvSpPr>
        <p:spPr>
          <a:xfrm xmlns:a="http://schemas.openxmlformats.org/drawingml/2006/main">
            <a:off x="17145000" y="6138672"/>
            <a:ext cx="67056" cy="67056"/>
          </a:xfrm>
          <a:custGeom xmlns:a="http://schemas.openxmlformats.org/drawingml/2006/main">
            <a:pathLst>
              <a:path w="67056" h="67056">
                <a:moveTo>
                  <a:pt x="67056" y="0"/>
                </a:moveTo>
                <a:lnTo>
                  <a:pt x="0" y="33528"/>
                </a:lnTo>
                <a:lnTo>
                  <a:pt x="67056" y="67056"/>
                </a:lnTo>
              </a:path>
            </a:pathLst>
          </a:custGeom>
          <a:noFill xmlns:a="http://schemas.openxmlformats.org/drawingml/2006/main"/>
          <a:ln xmlns:a="http://schemas.openxmlformats.org/drawingml/2006/main" w="13411">
            <a:solidFill>
              <a:srgbClr val="B8753F"/>
            </a:solidFill>
            <a:prstDash val="solid"/>
          </a:ln>
        </p:spPr>
      </p:sp>
      <p:sp>
        <p:nvSpPr>
          <p:cNvPr id="219" name="dp41-comparison / n195 / path">
            <a:extLst xmlns:a="http://schemas.openxmlformats.org/drawingml/2006/main">
              <a:ext uri="{FF2B5EF4-FFF2-40B4-BE49-F238E27FC236}">
                <a16:creationId xmlns:a16="http://schemas.microsoft.com/office/drawing/2014/main" id="{D58C47B0-C1F3-49CD-96CF-B6728E378A5E}"/>
              </a:ext>
            </a:extLst>
          </p:cNvPr>
          <p:cNvSpPr>
            <a:spLocks xmlns:a="http://schemas.openxmlformats.org/drawingml/2006/main" noGrp="1"/>
          </p:cNvSpPr>
          <p:nvPr/>
        </p:nvSpPr>
        <p:spPr>
          <a:xfrm xmlns:a="http://schemas.openxmlformats.org/drawingml/2006/main">
            <a:off x="12573000" y="5167313"/>
            <a:ext cx="2524125" cy="1281113"/>
          </a:xfrm>
          <a:custGeom xmlns:a="http://schemas.openxmlformats.org/drawingml/2006/main">
            <a:pathLst>
              <a:path w="2524125" h="1281113">
                <a:moveTo>
                  <a:pt x="2524125" y="1004888"/>
                </a:moveTo>
                <a:lnTo>
                  <a:pt x="2362200" y="1004888"/>
                </a:lnTo>
                <a:lnTo>
                  <a:pt x="2362200" y="1281113"/>
                </a:lnTo>
                <a:lnTo>
                  <a:pt x="0" y="1281113"/>
                </a:lnTo>
                <a:lnTo>
                  <a:pt x="0" y="0"/>
                </a:lnTo>
                <a:lnTo>
                  <a:pt x="476250" y="0"/>
                </a:lnTo>
              </a:path>
            </a:pathLst>
          </a:custGeom>
          <a:noFill xmlns:a="http://schemas.openxmlformats.org/drawingml/2006/main"/>
          <a:ln xmlns:a="http://schemas.openxmlformats.org/drawingml/2006/main" w="10478">
            <a:solidFill>
              <a:srgbClr val="B8753F"/>
            </a:solidFill>
            <a:prstDash val="dash"/>
          </a:ln>
        </p:spPr>
      </p:sp>
      <p:sp>
        <p:nvSpPr>
          <p:cNvPr id="220" name="dp41-comparison / n195 / arrow">
            <a:extLst xmlns:a="http://schemas.openxmlformats.org/drawingml/2006/main">
              <a:ext uri="{FF2B5EF4-FFF2-40B4-BE49-F238E27FC236}">
                <a16:creationId xmlns:a16="http://schemas.microsoft.com/office/drawing/2014/main" id="{5422AD6D-06E4-4A89-8B9F-0316DBACFCC5}"/>
              </a:ext>
            </a:extLst>
          </p:cNvPr>
          <p:cNvSpPr>
            <a:spLocks xmlns:a="http://schemas.openxmlformats.org/drawingml/2006/main" noGrp="1"/>
          </p:cNvSpPr>
          <p:nvPr/>
        </p:nvSpPr>
        <p:spPr>
          <a:xfrm xmlns:a="http://schemas.openxmlformats.org/drawingml/2006/main">
            <a:off x="12982194" y="5133785"/>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B8753F"/>
            </a:solidFill>
            <a:prstDash val="solid"/>
          </a:ln>
        </p:spPr>
      </p:sp>
      <p:sp>
        <p:nvSpPr>
          <p:cNvPr id="221" name="dp41-comparison / n196 / text 1">
            <a:extLst xmlns:a="http://schemas.openxmlformats.org/drawingml/2006/main">
              <a:ext uri="{FF2B5EF4-FFF2-40B4-BE49-F238E27FC236}">
                <a16:creationId xmlns:a16="http://schemas.microsoft.com/office/drawing/2014/main" id="{4EA20F11-06F5-482E-8548-1C5FD5E45CC3}"/>
              </a:ext>
            </a:extLst>
          </p:cNvPr>
          <p:cNvSpPr>
            <a:spLocks xmlns:a="http://schemas.openxmlformats.org/drawingml/2006/main" noGrp="1"/>
          </p:cNvSpPr>
          <p:nvPr/>
        </p:nvSpPr>
        <p:spPr>
          <a:xfrm xmlns:a="http://schemas.openxmlformats.org/drawingml/2006/main">
            <a:off x="15097125" y="6362700"/>
            <a:ext cx="2333625"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③ 조회 결과를 해결 상태에 반영</a:t>
            </a:r>
          </a:p>
        </p:txBody>
      </p:sp>
      <p:sp>
        <p:nvSpPr>
          <p:cNvPr id="222" name="dp41-comparison / n197 / path">
            <a:extLst xmlns:a="http://schemas.openxmlformats.org/drawingml/2006/main">
              <a:ext uri="{FF2B5EF4-FFF2-40B4-BE49-F238E27FC236}">
                <a16:creationId xmlns:a16="http://schemas.microsoft.com/office/drawing/2014/main" id="{FA12835D-B78E-401B-8063-A6FE0459D0A9}"/>
              </a:ext>
            </a:extLst>
          </p:cNvPr>
          <p:cNvSpPr>
            <a:spLocks xmlns:a="http://schemas.openxmlformats.org/drawingml/2006/main" noGrp="1"/>
          </p:cNvSpPr>
          <p:nvPr/>
        </p:nvSpPr>
        <p:spPr>
          <a:xfrm xmlns:a="http://schemas.openxmlformats.org/drawingml/2006/main">
            <a:off x="13716000" y="4610100"/>
            <a:ext cx="953" cy="304800"/>
          </a:xfrm>
          <a:custGeom xmlns:a="http://schemas.openxmlformats.org/drawingml/2006/main">
            <a:pathLst>
              <a:path w="953" h="304800">
                <a:moveTo>
                  <a:pt x="0" y="0"/>
                </a:moveTo>
                <a:lnTo>
                  <a:pt x="0" y="304800"/>
                </a:lnTo>
              </a:path>
            </a:pathLst>
          </a:custGeom>
          <a:noFill xmlns:a="http://schemas.openxmlformats.org/drawingml/2006/main"/>
          <a:ln xmlns:a="http://schemas.openxmlformats.org/drawingml/2006/main" w="10478">
            <a:solidFill>
              <a:srgbClr val="B8753F"/>
            </a:solidFill>
            <a:prstDash val="solid"/>
          </a:ln>
        </p:spPr>
      </p:sp>
      <p:sp>
        <p:nvSpPr>
          <p:cNvPr id="223" name="dp41-comparison / n197 / arrow">
            <a:extLst xmlns:a="http://schemas.openxmlformats.org/drawingml/2006/main">
              <a:ext uri="{FF2B5EF4-FFF2-40B4-BE49-F238E27FC236}">
                <a16:creationId xmlns:a16="http://schemas.microsoft.com/office/drawing/2014/main" id="{9770A0BC-1083-4F8D-BB71-8EAFC9E5FE4A}"/>
              </a:ext>
            </a:extLst>
          </p:cNvPr>
          <p:cNvSpPr>
            <a:spLocks xmlns:a="http://schemas.openxmlformats.org/drawingml/2006/main" noGrp="1"/>
          </p:cNvSpPr>
          <p:nvPr/>
        </p:nvSpPr>
        <p:spPr>
          <a:xfrm xmlns:a="http://schemas.openxmlformats.org/drawingml/2006/main">
            <a:off x="13682472" y="4847844"/>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B8753F"/>
            </a:solidFill>
            <a:prstDash val="solid"/>
          </a:ln>
        </p:spPr>
      </p:sp>
      <p:sp>
        <p:nvSpPr>
          <p:cNvPr id="224" name="dp41-comparison / n198 / path">
            <a:extLst xmlns:a="http://schemas.openxmlformats.org/drawingml/2006/main">
              <a:ext uri="{FF2B5EF4-FFF2-40B4-BE49-F238E27FC236}">
                <a16:creationId xmlns:a16="http://schemas.microsoft.com/office/drawing/2014/main" id="{45D4EC68-5F74-44BE-8B74-6FD73A51A1F5}"/>
              </a:ext>
            </a:extLst>
          </p:cNvPr>
          <p:cNvSpPr>
            <a:spLocks xmlns:a="http://schemas.openxmlformats.org/drawingml/2006/main" noGrp="1"/>
          </p:cNvSpPr>
          <p:nvPr/>
        </p:nvSpPr>
        <p:spPr>
          <a:xfrm xmlns:a="http://schemas.openxmlformats.org/drawingml/2006/main">
            <a:off x="14192250" y="4610100"/>
            <a:ext cx="953" cy="304800"/>
          </a:xfrm>
          <a:custGeom xmlns:a="http://schemas.openxmlformats.org/drawingml/2006/main">
            <a:pathLst>
              <a:path w="953" h="304800">
                <a:moveTo>
                  <a:pt x="0" y="304800"/>
                </a:moveTo>
                <a:lnTo>
                  <a:pt x="0" y="0"/>
                </a:lnTo>
              </a:path>
            </a:pathLst>
          </a:custGeom>
          <a:noFill xmlns:a="http://schemas.openxmlformats.org/drawingml/2006/main"/>
          <a:ln xmlns:a="http://schemas.openxmlformats.org/drawingml/2006/main" w="10478">
            <a:solidFill>
              <a:srgbClr val="B8753F"/>
            </a:solidFill>
            <a:prstDash val="solid"/>
          </a:ln>
        </p:spPr>
      </p:sp>
      <p:sp>
        <p:nvSpPr>
          <p:cNvPr id="225" name="dp41-comparison / n198 / arrow">
            <a:extLst xmlns:a="http://schemas.openxmlformats.org/drawingml/2006/main">
              <a:ext uri="{FF2B5EF4-FFF2-40B4-BE49-F238E27FC236}">
                <a16:creationId xmlns:a16="http://schemas.microsoft.com/office/drawing/2014/main" id="{74C46651-EAC6-4781-A2C6-D41847BEC4E1}"/>
              </a:ext>
            </a:extLst>
          </p:cNvPr>
          <p:cNvSpPr>
            <a:spLocks xmlns:a="http://schemas.openxmlformats.org/drawingml/2006/main" noGrp="1"/>
          </p:cNvSpPr>
          <p:nvPr/>
        </p:nvSpPr>
        <p:spPr>
          <a:xfrm xmlns:a="http://schemas.openxmlformats.org/drawingml/2006/main">
            <a:off x="14158722" y="4610100"/>
            <a:ext cx="67056" cy="67056"/>
          </a:xfrm>
          <a:custGeom xmlns:a="http://schemas.openxmlformats.org/drawingml/2006/main">
            <a:pathLst>
              <a:path w="67056" h="67056">
                <a:moveTo>
                  <a:pt x="67056" y="67056"/>
                </a:moveTo>
                <a:lnTo>
                  <a:pt x="33528" y="0"/>
                </a:lnTo>
                <a:lnTo>
                  <a:pt x="0" y="67056"/>
                </a:lnTo>
              </a:path>
            </a:pathLst>
          </a:custGeom>
          <a:noFill xmlns:a="http://schemas.openxmlformats.org/drawingml/2006/main"/>
          <a:ln xmlns:a="http://schemas.openxmlformats.org/drawingml/2006/main" w="13411">
            <a:solidFill>
              <a:srgbClr val="B8753F"/>
            </a:solidFill>
            <a:prstDash val="solid"/>
          </a:ln>
        </p:spPr>
      </p:sp>
      <p:sp>
        <p:nvSpPr>
          <p:cNvPr id="226" name="dp41-comparison / n201 / path">
            <a:extLst xmlns:a="http://schemas.openxmlformats.org/drawingml/2006/main">
              <a:ext uri="{FF2B5EF4-FFF2-40B4-BE49-F238E27FC236}">
                <a16:creationId xmlns:a16="http://schemas.microsoft.com/office/drawing/2014/main" id="{B84E638C-3807-4557-8909-D38DE7E29CD2}"/>
              </a:ext>
            </a:extLst>
          </p:cNvPr>
          <p:cNvSpPr>
            <a:spLocks xmlns:a="http://schemas.openxmlformats.org/drawingml/2006/main" noGrp="1"/>
          </p:cNvSpPr>
          <p:nvPr/>
        </p:nvSpPr>
        <p:spPr>
          <a:xfrm xmlns:a="http://schemas.openxmlformats.org/drawingml/2006/main">
            <a:off x="14859000" y="5167313"/>
            <a:ext cx="238125" cy="166688"/>
          </a:xfrm>
          <a:custGeom xmlns:a="http://schemas.openxmlformats.org/drawingml/2006/main">
            <a:pathLst>
              <a:path w="238125" h="166688">
                <a:moveTo>
                  <a:pt x="0" y="0"/>
                </a:moveTo>
                <a:lnTo>
                  <a:pt x="114300" y="0"/>
                </a:lnTo>
                <a:lnTo>
                  <a:pt x="114300" y="166688"/>
                </a:lnTo>
                <a:lnTo>
                  <a:pt x="238125" y="166688"/>
                </a:lnTo>
              </a:path>
            </a:pathLst>
          </a:custGeom>
          <a:noFill xmlns:a="http://schemas.openxmlformats.org/drawingml/2006/main"/>
          <a:ln xmlns:a="http://schemas.openxmlformats.org/drawingml/2006/main" w="10478">
            <a:solidFill>
              <a:srgbClr val="B8753F"/>
            </a:solidFill>
            <a:prstDash val="solid"/>
          </a:ln>
        </p:spPr>
      </p:sp>
      <p:sp>
        <p:nvSpPr>
          <p:cNvPr id="227" name="dp41-comparison / n201 / arrow">
            <a:extLst xmlns:a="http://schemas.openxmlformats.org/drawingml/2006/main">
              <a:ext uri="{FF2B5EF4-FFF2-40B4-BE49-F238E27FC236}">
                <a16:creationId xmlns:a16="http://schemas.microsoft.com/office/drawing/2014/main" id="{9C603C90-824A-46FD-A05F-E64801D093FD}"/>
              </a:ext>
            </a:extLst>
          </p:cNvPr>
          <p:cNvSpPr>
            <a:spLocks xmlns:a="http://schemas.openxmlformats.org/drawingml/2006/main" noGrp="1"/>
          </p:cNvSpPr>
          <p:nvPr/>
        </p:nvSpPr>
        <p:spPr>
          <a:xfrm xmlns:a="http://schemas.openxmlformats.org/drawingml/2006/main">
            <a:off x="15030069" y="5300472"/>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B8753F"/>
            </a:solidFill>
            <a:prstDash val="solid"/>
          </a:ln>
        </p:spPr>
      </p:sp>
      <p:sp>
        <p:nvSpPr>
          <p:cNvPr id="228" name="dp41-comparison / n204 / path">
            <a:extLst xmlns:a="http://schemas.openxmlformats.org/drawingml/2006/main">
              <a:ext uri="{FF2B5EF4-FFF2-40B4-BE49-F238E27FC236}">
                <a16:creationId xmlns:a16="http://schemas.microsoft.com/office/drawing/2014/main" id="{EB5E440D-C243-466B-A422-F912912AE1E7}"/>
              </a:ext>
            </a:extLst>
          </p:cNvPr>
          <p:cNvSpPr>
            <a:spLocks xmlns:a="http://schemas.openxmlformats.org/drawingml/2006/main" noGrp="1"/>
          </p:cNvSpPr>
          <p:nvPr/>
        </p:nvSpPr>
        <p:spPr>
          <a:xfrm xmlns:a="http://schemas.openxmlformats.org/drawingml/2006/main">
            <a:off x="13739813" y="5495925"/>
            <a:ext cx="2381250" cy="523875"/>
          </a:xfrm>
          <a:custGeom xmlns:a="http://schemas.openxmlformats.org/drawingml/2006/main">
            <a:pathLst>
              <a:path w="2381250" h="523875">
                <a:moveTo>
                  <a:pt x="2381250" y="0"/>
                </a:moveTo>
                <a:lnTo>
                  <a:pt x="2381250" y="428625"/>
                </a:lnTo>
                <a:lnTo>
                  <a:pt x="0" y="428625"/>
                </a:lnTo>
                <a:lnTo>
                  <a:pt x="0" y="523875"/>
                </a:lnTo>
              </a:path>
            </a:pathLst>
          </a:custGeom>
          <a:noFill xmlns:a="http://schemas.openxmlformats.org/drawingml/2006/main"/>
          <a:ln xmlns:a="http://schemas.openxmlformats.org/drawingml/2006/main" w="10478">
            <a:solidFill>
              <a:srgbClr val="B8753F"/>
            </a:solidFill>
            <a:prstDash val="solid"/>
          </a:ln>
        </p:spPr>
      </p:sp>
      <p:sp>
        <p:nvSpPr>
          <p:cNvPr id="229" name="dp41-comparison / n204 / arrow">
            <a:extLst xmlns:a="http://schemas.openxmlformats.org/drawingml/2006/main">
              <a:ext uri="{FF2B5EF4-FFF2-40B4-BE49-F238E27FC236}">
                <a16:creationId xmlns:a16="http://schemas.microsoft.com/office/drawing/2014/main" id="{34D9A276-BB21-4D66-AFAC-09F4F5A171E0}"/>
              </a:ext>
            </a:extLst>
          </p:cNvPr>
          <p:cNvSpPr>
            <a:spLocks xmlns:a="http://schemas.openxmlformats.org/drawingml/2006/main" noGrp="1"/>
          </p:cNvSpPr>
          <p:nvPr/>
        </p:nvSpPr>
        <p:spPr>
          <a:xfrm xmlns:a="http://schemas.openxmlformats.org/drawingml/2006/main">
            <a:off x="13706285" y="5952744"/>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B8753F"/>
            </a:solidFill>
            <a:prstDash val="solid"/>
          </a:ln>
        </p:spPr>
      </p:sp>
      <p:sp>
        <p:nvSpPr>
          <p:cNvPr id="230" name="dp41-comparison / n207 / path">
            <a:extLst xmlns:a="http://schemas.openxmlformats.org/drawingml/2006/main">
              <a:ext uri="{FF2B5EF4-FFF2-40B4-BE49-F238E27FC236}">
                <a16:creationId xmlns:a16="http://schemas.microsoft.com/office/drawing/2014/main" id="{5FED84A2-4967-40D0-BB87-CC296C41BB13}"/>
              </a:ext>
            </a:extLst>
          </p:cNvPr>
          <p:cNvSpPr>
            <a:spLocks xmlns:a="http://schemas.openxmlformats.org/drawingml/2006/main" noGrp="1"/>
          </p:cNvSpPr>
          <p:nvPr/>
        </p:nvSpPr>
        <p:spPr>
          <a:xfrm xmlns:a="http://schemas.openxmlformats.org/drawingml/2006/main">
            <a:off x="12287250" y="3857625"/>
            <a:ext cx="5219700" cy="590550"/>
          </a:xfrm>
          <a:custGeom xmlns:a="http://schemas.openxmlformats.org/drawingml/2006/main">
            <a:pathLst>
              <a:path w="5219700" h="590550">
                <a:moveTo>
                  <a:pt x="4857750" y="590550"/>
                </a:moveTo>
                <a:lnTo>
                  <a:pt x="5219700" y="590550"/>
                </a:lnTo>
                <a:lnTo>
                  <a:pt x="5219700" y="0"/>
                </a:lnTo>
                <a:lnTo>
                  <a:pt x="190500" y="0"/>
                </a:lnTo>
                <a:lnTo>
                  <a:pt x="190500" y="447675"/>
                </a:lnTo>
                <a:lnTo>
                  <a:pt x="0" y="447675"/>
                </a:lnTo>
              </a:path>
            </a:pathLst>
          </a:custGeom>
          <a:noFill xmlns:a="http://schemas.openxmlformats.org/drawingml/2006/main"/>
          <a:ln xmlns:a="http://schemas.openxmlformats.org/drawingml/2006/main" w="10478">
            <a:solidFill>
              <a:srgbClr val="000000"/>
            </a:solidFill>
            <a:prstDash val="solid"/>
          </a:ln>
        </p:spPr>
      </p:sp>
      <p:sp>
        <p:nvSpPr>
          <p:cNvPr id="231" name="dp41-comparison / n207 / arrow">
            <a:extLst xmlns:a="http://schemas.openxmlformats.org/drawingml/2006/main">
              <a:ext uri="{FF2B5EF4-FFF2-40B4-BE49-F238E27FC236}">
                <a16:creationId xmlns:a16="http://schemas.microsoft.com/office/drawing/2014/main" id="{E951CBE9-521E-4C41-9162-822A4D143FB0}"/>
              </a:ext>
            </a:extLst>
          </p:cNvPr>
          <p:cNvSpPr>
            <a:spLocks xmlns:a="http://schemas.openxmlformats.org/drawingml/2006/main" noGrp="1"/>
          </p:cNvSpPr>
          <p:nvPr/>
        </p:nvSpPr>
        <p:spPr>
          <a:xfrm xmlns:a="http://schemas.openxmlformats.org/drawingml/2006/main">
            <a:off x="12287250" y="4271772"/>
            <a:ext cx="67056" cy="67056"/>
          </a:xfrm>
          <a:custGeom xmlns:a="http://schemas.openxmlformats.org/drawingml/2006/main">
            <a:pathLst>
              <a:path w="67056" h="67056">
                <a:moveTo>
                  <a:pt x="67056" y="0"/>
                </a:moveTo>
                <a:lnTo>
                  <a:pt x="0" y="33528"/>
                </a:lnTo>
                <a:lnTo>
                  <a:pt x="67056" y="67056"/>
                </a:lnTo>
              </a:path>
            </a:pathLst>
          </a:custGeom>
          <a:noFill xmlns:a="http://schemas.openxmlformats.org/drawingml/2006/main"/>
          <a:ln xmlns:a="http://schemas.openxmlformats.org/drawingml/2006/main" w="13411">
            <a:solidFill>
              <a:srgbClr val="000000"/>
            </a:solidFill>
            <a:prstDash val="solid"/>
          </a:ln>
        </p:spPr>
      </p:sp>
      <p:sp>
        <p:nvSpPr>
          <p:cNvPr id="232" name="dp41-comparison / n216 / path">
            <a:extLst xmlns:a="http://schemas.openxmlformats.org/drawingml/2006/main">
              <a:ext uri="{FF2B5EF4-FFF2-40B4-BE49-F238E27FC236}">
                <a16:creationId xmlns:a16="http://schemas.microsoft.com/office/drawing/2014/main" id="{22794B87-2377-4D8C-AA87-052DB272ED8E}"/>
              </a:ext>
            </a:extLst>
          </p:cNvPr>
          <p:cNvSpPr>
            <a:spLocks xmlns:a="http://schemas.openxmlformats.org/drawingml/2006/main" noGrp="1"/>
          </p:cNvSpPr>
          <p:nvPr/>
        </p:nvSpPr>
        <p:spPr>
          <a:xfrm xmlns:a="http://schemas.openxmlformats.org/drawingml/2006/main">
            <a:off x="12168188" y="2743200"/>
            <a:ext cx="5472113" cy="1276350"/>
          </a:xfrm>
          <a:custGeom xmlns:a="http://schemas.openxmlformats.org/drawingml/2006/main">
            <a:pathLst>
              <a:path w="5472113" h="1276350">
                <a:moveTo>
                  <a:pt x="3357563" y="0"/>
                </a:moveTo>
                <a:lnTo>
                  <a:pt x="3357563" y="76200"/>
                </a:lnTo>
                <a:lnTo>
                  <a:pt x="5472113" y="76200"/>
                </a:lnTo>
                <a:lnTo>
                  <a:pt x="5472113" y="828675"/>
                </a:lnTo>
                <a:lnTo>
                  <a:pt x="452438" y="828675"/>
                </a:lnTo>
                <a:lnTo>
                  <a:pt x="452438" y="1200150"/>
                </a:lnTo>
                <a:lnTo>
                  <a:pt x="0" y="1200150"/>
                </a:lnTo>
                <a:lnTo>
                  <a:pt x="0" y="1276350"/>
                </a:lnTo>
              </a:path>
            </a:pathLst>
          </a:custGeom>
          <a:noFill xmlns:a="http://schemas.openxmlformats.org/drawingml/2006/main"/>
          <a:ln xmlns:a="http://schemas.openxmlformats.org/drawingml/2006/main" w="10478">
            <a:solidFill>
              <a:srgbClr val="000000"/>
            </a:solidFill>
            <a:prstDash val="solid"/>
          </a:ln>
        </p:spPr>
      </p:sp>
      <p:sp>
        <p:nvSpPr>
          <p:cNvPr id="233" name="dp41-comparison / n216 / arrow">
            <a:extLst xmlns:a="http://schemas.openxmlformats.org/drawingml/2006/main">
              <a:ext uri="{FF2B5EF4-FFF2-40B4-BE49-F238E27FC236}">
                <a16:creationId xmlns:a16="http://schemas.microsoft.com/office/drawing/2014/main" id="{A147C77B-9A7B-4594-951A-CED2B98F2E3B}"/>
              </a:ext>
            </a:extLst>
          </p:cNvPr>
          <p:cNvSpPr>
            <a:spLocks xmlns:a="http://schemas.openxmlformats.org/drawingml/2006/main" noGrp="1"/>
          </p:cNvSpPr>
          <p:nvPr/>
        </p:nvSpPr>
        <p:spPr>
          <a:xfrm xmlns:a="http://schemas.openxmlformats.org/drawingml/2006/main">
            <a:off x="12134660" y="3952494"/>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000000"/>
            </a:solidFill>
            <a:prstDash val="solid"/>
          </a:ln>
        </p:spPr>
      </p:sp>
      <p:sp>
        <p:nvSpPr>
          <p:cNvPr id="234" name="dp41-comparison / n217">
            <a:extLst xmlns:a="http://schemas.openxmlformats.org/drawingml/2006/main">
              <a:ext uri="{FF2B5EF4-FFF2-40B4-BE49-F238E27FC236}">
                <a16:creationId xmlns:a16="http://schemas.microsoft.com/office/drawing/2014/main" id="{F5EC842E-D2B6-45E9-B2FE-F0626EAF6E74}"/>
              </a:ext>
            </a:extLst>
          </p:cNvPr>
          <p:cNvSpPr>
            <a:spLocks xmlns:a="http://schemas.openxmlformats.org/drawingml/2006/main" noGrp="1"/>
          </p:cNvSpPr>
          <p:nvPr/>
        </p:nvSpPr>
        <p:spPr>
          <a:xfrm xmlns:a="http://schemas.openxmlformats.org/drawingml/2006/main">
            <a:off x="12649200" y="6648450"/>
            <a:ext cx="2190750" cy="25717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235" name="dp41-comparison / n218 / text 1">
            <a:extLst xmlns:a="http://schemas.openxmlformats.org/drawingml/2006/main">
              <a:ext uri="{FF2B5EF4-FFF2-40B4-BE49-F238E27FC236}">
                <a16:creationId xmlns:a16="http://schemas.microsoft.com/office/drawing/2014/main" id="{11A7298F-87B2-4A9C-8355-AE83CC280567}"/>
              </a:ext>
            </a:extLst>
          </p:cNvPr>
          <p:cNvSpPr>
            <a:spLocks xmlns:a="http://schemas.openxmlformats.org/drawingml/2006/main" noGrp="1"/>
          </p:cNvSpPr>
          <p:nvPr/>
        </p:nvSpPr>
        <p:spPr>
          <a:xfrm xmlns:a="http://schemas.openxmlformats.org/drawingml/2006/main">
            <a:off x="12734925" y="6671786"/>
            <a:ext cx="2019300"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75" b="1">
                <a:solidFill>
                  <a:srgbClr val="000000"/>
                </a:solidFill>
                <a:latin typeface="Apple SD Gothic Neo"/>
                <a:ea typeface="Apple SD Gothic Neo"/>
                <a:cs typeface="Apple SD Gothic Neo"/>
              </a:defRPr>
            </a:pPr>
            <a:r>
              <a:rPr sz="1275" b="1">
                <a:solidFill>
                  <a:srgbClr val="000000"/>
                </a:solidFill>
                <a:latin typeface="Apple SD Gothic Neo"/>
                <a:ea typeface="Apple SD Gothic Neo"/>
                <a:cs typeface="Apple SD Gothic Neo"/>
              </a:rPr>
              <a:t>Context Manager</a:t>
            </a:r>
          </a:p>
        </p:txBody>
      </p:sp>
      <p:sp>
        <p:nvSpPr>
          <p:cNvPr id="236" name="dp41-comparison / n219 / path">
            <a:extLst xmlns:a="http://schemas.openxmlformats.org/drawingml/2006/main">
              <a:ext uri="{FF2B5EF4-FFF2-40B4-BE49-F238E27FC236}">
                <a16:creationId xmlns:a16="http://schemas.microsoft.com/office/drawing/2014/main" id="{63688C02-5A17-408A-8EE0-A7B8F05A2FE1}"/>
              </a:ext>
            </a:extLst>
          </p:cNvPr>
          <p:cNvSpPr>
            <a:spLocks xmlns:a="http://schemas.openxmlformats.org/drawingml/2006/main" noGrp="1"/>
          </p:cNvSpPr>
          <p:nvPr/>
        </p:nvSpPr>
        <p:spPr>
          <a:xfrm xmlns:a="http://schemas.openxmlformats.org/drawingml/2006/main">
            <a:off x="13744575" y="6105525"/>
            <a:ext cx="4010025" cy="542925"/>
          </a:xfrm>
          <a:custGeom xmlns:a="http://schemas.openxmlformats.org/drawingml/2006/main">
            <a:pathLst>
              <a:path w="4010025" h="542925">
                <a:moveTo>
                  <a:pt x="3400425" y="0"/>
                </a:moveTo>
                <a:lnTo>
                  <a:pt x="4010025" y="0"/>
                </a:lnTo>
                <a:lnTo>
                  <a:pt x="4010025" y="438150"/>
                </a:lnTo>
                <a:lnTo>
                  <a:pt x="0" y="438150"/>
                </a:lnTo>
                <a:lnTo>
                  <a:pt x="0" y="542925"/>
                </a:lnTo>
              </a:path>
            </a:pathLst>
          </a:custGeom>
          <a:noFill xmlns:a="http://schemas.openxmlformats.org/drawingml/2006/main"/>
          <a:ln xmlns:a="http://schemas.openxmlformats.org/drawingml/2006/main" w="10478">
            <a:solidFill>
              <a:srgbClr val="000000"/>
            </a:solidFill>
            <a:prstDash val="solid"/>
          </a:ln>
        </p:spPr>
      </p:sp>
      <p:sp>
        <p:nvSpPr>
          <p:cNvPr id="237" name="dp41-comparison / n219 / arrow">
            <a:extLst xmlns:a="http://schemas.openxmlformats.org/drawingml/2006/main">
              <a:ext uri="{FF2B5EF4-FFF2-40B4-BE49-F238E27FC236}">
                <a16:creationId xmlns:a16="http://schemas.microsoft.com/office/drawing/2014/main" id="{54B3C754-DBBE-443C-B1B9-7832C53849DC}"/>
              </a:ext>
            </a:extLst>
          </p:cNvPr>
          <p:cNvSpPr>
            <a:spLocks xmlns:a="http://schemas.openxmlformats.org/drawingml/2006/main" noGrp="1"/>
          </p:cNvSpPr>
          <p:nvPr/>
        </p:nvSpPr>
        <p:spPr>
          <a:xfrm xmlns:a="http://schemas.openxmlformats.org/drawingml/2006/main">
            <a:off x="13711047" y="6581394"/>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000000"/>
            </a:solidFill>
            <a:prstDash val="solid"/>
          </a:ln>
        </p:spPr>
      </p:sp>
      <p:sp>
        <p:nvSpPr>
          <p:cNvPr id="238" name="dp41-comparison / n220 / path">
            <a:extLst xmlns:a="http://schemas.openxmlformats.org/drawingml/2006/main">
              <a:ext uri="{FF2B5EF4-FFF2-40B4-BE49-F238E27FC236}">
                <a16:creationId xmlns:a16="http://schemas.microsoft.com/office/drawing/2014/main" id="{2B201AAB-5C34-4D20-8792-51154AE98821}"/>
              </a:ext>
            </a:extLst>
          </p:cNvPr>
          <p:cNvSpPr>
            <a:spLocks xmlns:a="http://schemas.openxmlformats.org/drawingml/2006/main" noGrp="1"/>
          </p:cNvSpPr>
          <p:nvPr/>
        </p:nvSpPr>
        <p:spPr>
          <a:xfrm xmlns:a="http://schemas.openxmlformats.org/drawingml/2006/main">
            <a:off x="13830300" y="6248400"/>
            <a:ext cx="3848100" cy="400050"/>
          </a:xfrm>
          <a:custGeom xmlns:a="http://schemas.openxmlformats.org/drawingml/2006/main">
            <a:pathLst>
              <a:path w="3848100" h="400050">
                <a:moveTo>
                  <a:pt x="0" y="400050"/>
                </a:moveTo>
                <a:lnTo>
                  <a:pt x="0" y="342900"/>
                </a:lnTo>
                <a:lnTo>
                  <a:pt x="3848100" y="342900"/>
                </a:lnTo>
                <a:lnTo>
                  <a:pt x="3848100" y="0"/>
                </a:lnTo>
                <a:lnTo>
                  <a:pt x="3314700" y="0"/>
                </a:lnTo>
              </a:path>
            </a:pathLst>
          </a:custGeom>
          <a:noFill xmlns:a="http://schemas.openxmlformats.org/drawingml/2006/main"/>
          <a:ln xmlns:a="http://schemas.openxmlformats.org/drawingml/2006/main" w="10478">
            <a:solidFill>
              <a:srgbClr val="000000"/>
            </a:solidFill>
            <a:prstDash val="dash"/>
          </a:ln>
        </p:spPr>
      </p:sp>
      <p:sp>
        <p:nvSpPr>
          <p:cNvPr id="239" name="dp41-comparison / n220 / arrow">
            <a:extLst xmlns:a="http://schemas.openxmlformats.org/drawingml/2006/main">
              <a:ext uri="{FF2B5EF4-FFF2-40B4-BE49-F238E27FC236}">
                <a16:creationId xmlns:a16="http://schemas.microsoft.com/office/drawing/2014/main" id="{61C05FFF-95E4-42B8-8995-197CCD17250A}"/>
              </a:ext>
            </a:extLst>
          </p:cNvPr>
          <p:cNvSpPr>
            <a:spLocks xmlns:a="http://schemas.openxmlformats.org/drawingml/2006/main" noGrp="1"/>
          </p:cNvSpPr>
          <p:nvPr/>
        </p:nvSpPr>
        <p:spPr>
          <a:xfrm xmlns:a="http://schemas.openxmlformats.org/drawingml/2006/main">
            <a:off x="17145000" y="6214872"/>
            <a:ext cx="67056" cy="67056"/>
          </a:xfrm>
          <a:custGeom xmlns:a="http://schemas.openxmlformats.org/drawingml/2006/main">
            <a:pathLst>
              <a:path w="67056" h="67056">
                <a:moveTo>
                  <a:pt x="67056" y="0"/>
                </a:moveTo>
                <a:lnTo>
                  <a:pt x="0" y="33528"/>
                </a:lnTo>
                <a:lnTo>
                  <a:pt x="67056" y="67056"/>
                </a:lnTo>
              </a:path>
            </a:pathLst>
          </a:custGeom>
          <a:noFill xmlns:a="http://schemas.openxmlformats.org/drawingml/2006/main"/>
          <a:ln xmlns:a="http://schemas.openxmlformats.org/drawingml/2006/main" w="13411">
            <a:solidFill>
              <a:srgbClr val="000000"/>
            </a:solidFill>
            <a:prstDash val="solid"/>
          </a:ln>
        </p:spPr>
      </p:sp>
      <p:sp>
        <p:nvSpPr>
          <p:cNvPr id="240" name="dp41-comparison / n221">
            <a:extLst xmlns:a="http://schemas.openxmlformats.org/drawingml/2006/main">
              <a:ext uri="{FF2B5EF4-FFF2-40B4-BE49-F238E27FC236}">
                <a16:creationId xmlns:a16="http://schemas.microsoft.com/office/drawing/2014/main" id="{DA5A22ED-9DFC-4DC1-B6DF-6B1839542B05}"/>
              </a:ext>
            </a:extLst>
          </p:cNvPr>
          <p:cNvSpPr>
            <a:spLocks xmlns:a="http://schemas.openxmlformats.org/drawingml/2006/main" noGrp="1"/>
          </p:cNvSpPr>
          <p:nvPr/>
        </p:nvSpPr>
        <p:spPr>
          <a:xfrm xmlns:a="http://schemas.openxmlformats.org/drawingml/2006/main">
            <a:off x="15382875" y="6648450"/>
            <a:ext cx="2190750" cy="25717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241" name="dp41-comparison / n222 / text 1">
            <a:extLst xmlns:a="http://schemas.openxmlformats.org/drawingml/2006/main">
              <a:ext uri="{FF2B5EF4-FFF2-40B4-BE49-F238E27FC236}">
                <a16:creationId xmlns:a16="http://schemas.microsoft.com/office/drawing/2014/main" id="{B717129C-B98F-4944-9FEC-BB491F09B037}"/>
              </a:ext>
            </a:extLst>
          </p:cNvPr>
          <p:cNvSpPr>
            <a:spLocks xmlns:a="http://schemas.openxmlformats.org/drawingml/2006/main" noGrp="1"/>
          </p:cNvSpPr>
          <p:nvPr/>
        </p:nvSpPr>
        <p:spPr>
          <a:xfrm xmlns:a="http://schemas.openxmlformats.org/drawingml/2006/main">
            <a:off x="15468600" y="6671786"/>
            <a:ext cx="2019300"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75" b="1">
                <a:solidFill>
                  <a:srgbClr val="000000"/>
                </a:solidFill>
                <a:latin typeface="Apple SD Gothic Neo"/>
                <a:ea typeface="Apple SD Gothic Neo"/>
                <a:cs typeface="Apple SD Gothic Neo"/>
              </a:defRPr>
            </a:pPr>
            <a:r>
              <a:rPr sz="1275" b="1">
                <a:solidFill>
                  <a:srgbClr val="000000"/>
                </a:solidFill>
                <a:latin typeface="Apple SD Gothic Neo"/>
                <a:ea typeface="Apple SD Gothic Neo"/>
                <a:cs typeface="Apple SD Gothic Neo"/>
              </a:rPr>
              <a:t>Task Manager</a:t>
            </a:r>
          </a:p>
        </p:txBody>
      </p:sp>
      <p:sp>
        <p:nvSpPr>
          <p:cNvPr id="242" name="dp41-comparison / n223 / path">
            <a:extLst xmlns:a="http://schemas.openxmlformats.org/drawingml/2006/main">
              <a:ext uri="{FF2B5EF4-FFF2-40B4-BE49-F238E27FC236}">
                <a16:creationId xmlns:a16="http://schemas.microsoft.com/office/drawing/2014/main" id="{30488AAD-8931-4FA2-BA8E-261077E5B33B}"/>
              </a:ext>
            </a:extLst>
          </p:cNvPr>
          <p:cNvSpPr>
            <a:spLocks xmlns:a="http://schemas.openxmlformats.org/drawingml/2006/main" noGrp="1"/>
          </p:cNvSpPr>
          <p:nvPr/>
        </p:nvSpPr>
        <p:spPr>
          <a:xfrm xmlns:a="http://schemas.openxmlformats.org/drawingml/2006/main">
            <a:off x="16478250" y="6105525"/>
            <a:ext cx="1276350" cy="542925"/>
          </a:xfrm>
          <a:custGeom xmlns:a="http://schemas.openxmlformats.org/drawingml/2006/main">
            <a:pathLst>
              <a:path w="1276350" h="542925">
                <a:moveTo>
                  <a:pt x="666750" y="0"/>
                </a:moveTo>
                <a:lnTo>
                  <a:pt x="1276350" y="0"/>
                </a:lnTo>
                <a:lnTo>
                  <a:pt x="1276350" y="438150"/>
                </a:lnTo>
                <a:lnTo>
                  <a:pt x="0" y="438150"/>
                </a:lnTo>
                <a:lnTo>
                  <a:pt x="0" y="542925"/>
                </a:lnTo>
              </a:path>
            </a:pathLst>
          </a:custGeom>
          <a:noFill xmlns:a="http://schemas.openxmlformats.org/drawingml/2006/main"/>
          <a:ln xmlns:a="http://schemas.openxmlformats.org/drawingml/2006/main" w="10478">
            <a:solidFill>
              <a:srgbClr val="000000"/>
            </a:solidFill>
            <a:prstDash val="solid"/>
          </a:ln>
        </p:spPr>
      </p:sp>
      <p:sp>
        <p:nvSpPr>
          <p:cNvPr id="243" name="dp41-comparison / n223 / arrow">
            <a:extLst xmlns:a="http://schemas.openxmlformats.org/drawingml/2006/main">
              <a:ext uri="{FF2B5EF4-FFF2-40B4-BE49-F238E27FC236}">
                <a16:creationId xmlns:a16="http://schemas.microsoft.com/office/drawing/2014/main" id="{D9AB6686-BEAE-4BBE-BD7A-CCCF303195EA}"/>
              </a:ext>
            </a:extLst>
          </p:cNvPr>
          <p:cNvSpPr>
            <a:spLocks xmlns:a="http://schemas.openxmlformats.org/drawingml/2006/main" noGrp="1"/>
          </p:cNvSpPr>
          <p:nvPr/>
        </p:nvSpPr>
        <p:spPr>
          <a:xfrm xmlns:a="http://schemas.openxmlformats.org/drawingml/2006/main">
            <a:off x="16444722" y="6581394"/>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000000"/>
            </a:solidFill>
            <a:prstDash val="solid"/>
          </a:ln>
        </p:spPr>
      </p:sp>
      <p:sp>
        <p:nvSpPr>
          <p:cNvPr id="244" name="dp41-comparison / n224 / path">
            <a:extLst xmlns:a="http://schemas.openxmlformats.org/drawingml/2006/main">
              <a:ext uri="{FF2B5EF4-FFF2-40B4-BE49-F238E27FC236}">
                <a16:creationId xmlns:a16="http://schemas.microsoft.com/office/drawing/2014/main" id="{D18FA5B7-7AFD-45D6-8071-53A6B0C5FEE9}"/>
              </a:ext>
            </a:extLst>
          </p:cNvPr>
          <p:cNvSpPr>
            <a:spLocks xmlns:a="http://schemas.openxmlformats.org/drawingml/2006/main" noGrp="1"/>
          </p:cNvSpPr>
          <p:nvPr/>
        </p:nvSpPr>
        <p:spPr>
          <a:xfrm xmlns:a="http://schemas.openxmlformats.org/drawingml/2006/main">
            <a:off x="16563975" y="6248400"/>
            <a:ext cx="1114425" cy="400050"/>
          </a:xfrm>
          <a:custGeom xmlns:a="http://schemas.openxmlformats.org/drawingml/2006/main">
            <a:pathLst>
              <a:path w="1114425" h="400050">
                <a:moveTo>
                  <a:pt x="0" y="400050"/>
                </a:moveTo>
                <a:lnTo>
                  <a:pt x="0" y="342900"/>
                </a:lnTo>
                <a:lnTo>
                  <a:pt x="1114425" y="342900"/>
                </a:lnTo>
                <a:lnTo>
                  <a:pt x="1114425" y="0"/>
                </a:lnTo>
                <a:lnTo>
                  <a:pt x="581025" y="0"/>
                </a:lnTo>
              </a:path>
            </a:pathLst>
          </a:custGeom>
          <a:noFill xmlns:a="http://schemas.openxmlformats.org/drawingml/2006/main"/>
          <a:ln xmlns:a="http://schemas.openxmlformats.org/drawingml/2006/main" w="10478">
            <a:solidFill>
              <a:srgbClr val="000000"/>
            </a:solidFill>
            <a:prstDash val="dash"/>
          </a:ln>
        </p:spPr>
      </p:sp>
      <p:sp>
        <p:nvSpPr>
          <p:cNvPr id="245" name="dp41-comparison / n224 / arrow">
            <a:extLst xmlns:a="http://schemas.openxmlformats.org/drawingml/2006/main">
              <a:ext uri="{FF2B5EF4-FFF2-40B4-BE49-F238E27FC236}">
                <a16:creationId xmlns:a16="http://schemas.microsoft.com/office/drawing/2014/main" id="{53070FD0-9EA9-4A43-9A90-FBE2D594AE12}"/>
              </a:ext>
            </a:extLst>
          </p:cNvPr>
          <p:cNvSpPr>
            <a:spLocks xmlns:a="http://schemas.openxmlformats.org/drawingml/2006/main" noGrp="1"/>
          </p:cNvSpPr>
          <p:nvPr/>
        </p:nvSpPr>
        <p:spPr>
          <a:xfrm xmlns:a="http://schemas.openxmlformats.org/drawingml/2006/main">
            <a:off x="17145000" y="6214872"/>
            <a:ext cx="67056" cy="67056"/>
          </a:xfrm>
          <a:custGeom xmlns:a="http://schemas.openxmlformats.org/drawingml/2006/main">
            <a:pathLst>
              <a:path w="67056" h="67056">
                <a:moveTo>
                  <a:pt x="67056" y="0"/>
                </a:moveTo>
                <a:lnTo>
                  <a:pt x="0" y="33528"/>
                </a:lnTo>
                <a:lnTo>
                  <a:pt x="67056" y="67056"/>
                </a:lnTo>
              </a:path>
            </a:pathLst>
          </a:custGeom>
          <a:noFill xmlns:a="http://schemas.openxmlformats.org/drawingml/2006/main"/>
          <a:ln xmlns:a="http://schemas.openxmlformats.org/drawingml/2006/main" w="13411">
            <a:solidFill>
              <a:srgbClr val="000000"/>
            </a:solidFill>
            <a:prstDash val="solid"/>
          </a:ln>
        </p:spPr>
      </p:sp>
      <p:sp>
        <p:nvSpPr>
          <p:cNvPr id="246" name="dp41-comparison / n227 / path">
            <a:extLst xmlns:a="http://schemas.openxmlformats.org/drawingml/2006/main">
              <a:ext uri="{FF2B5EF4-FFF2-40B4-BE49-F238E27FC236}">
                <a16:creationId xmlns:a16="http://schemas.microsoft.com/office/drawing/2014/main" id="{D2A062ED-D136-44B1-9AB4-5E8B1F9D11B5}"/>
              </a:ext>
            </a:extLst>
          </p:cNvPr>
          <p:cNvSpPr>
            <a:spLocks xmlns:a="http://schemas.openxmlformats.org/drawingml/2006/main" noGrp="1"/>
          </p:cNvSpPr>
          <p:nvPr/>
        </p:nvSpPr>
        <p:spPr>
          <a:xfrm xmlns:a="http://schemas.openxmlformats.org/drawingml/2006/main">
            <a:off x="9763125" y="7067550"/>
            <a:ext cx="7953375" cy="953"/>
          </a:xfrm>
          <a:custGeom xmlns:a="http://schemas.openxmlformats.org/drawingml/2006/main">
            <a:pathLst>
              <a:path w="7953375" h="953">
                <a:moveTo>
                  <a:pt x="0" y="0"/>
                </a:moveTo>
                <a:lnTo>
                  <a:pt x="7953375" y="0"/>
                </a:lnTo>
              </a:path>
            </a:pathLst>
          </a:custGeom>
          <a:noFill xmlns:a="http://schemas.openxmlformats.org/drawingml/2006/main"/>
          <a:ln xmlns:a="http://schemas.openxmlformats.org/drawingml/2006/main" w="10478">
            <a:solidFill>
              <a:srgbClr val="000000"/>
            </a:solidFill>
            <a:prstDash val="solid"/>
          </a:ln>
        </p:spPr>
      </p:sp>
      <p:sp>
        <p:nvSpPr>
          <p:cNvPr id="247" name="dp41-comparison / n230">
            <a:extLst xmlns:a="http://schemas.openxmlformats.org/drawingml/2006/main">
              <a:ext uri="{FF2B5EF4-FFF2-40B4-BE49-F238E27FC236}">
                <a16:creationId xmlns:a16="http://schemas.microsoft.com/office/drawing/2014/main" id="{ED672ACB-13A1-427B-88A1-93987E731A7D}"/>
              </a:ext>
            </a:extLst>
          </p:cNvPr>
          <p:cNvSpPr>
            <a:spLocks xmlns:a="http://schemas.openxmlformats.org/drawingml/2006/main" noGrp="1"/>
          </p:cNvSpPr>
          <p:nvPr/>
        </p:nvSpPr>
        <p:spPr>
          <a:xfrm xmlns:a="http://schemas.openxmlformats.org/drawingml/2006/main">
            <a:off x="9858375" y="7362825"/>
            <a:ext cx="1619250" cy="26670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248" name="dp41-comparison / n231 / text 1">
            <a:extLst xmlns:a="http://schemas.openxmlformats.org/drawingml/2006/main">
              <a:ext uri="{FF2B5EF4-FFF2-40B4-BE49-F238E27FC236}">
                <a16:creationId xmlns:a16="http://schemas.microsoft.com/office/drawing/2014/main" id="{3913E630-237B-4129-8678-12F600DE689B}"/>
              </a:ext>
            </a:extLst>
          </p:cNvPr>
          <p:cNvSpPr>
            <a:spLocks xmlns:a="http://schemas.openxmlformats.org/drawingml/2006/main" noGrp="1"/>
          </p:cNvSpPr>
          <p:nvPr/>
        </p:nvSpPr>
        <p:spPr>
          <a:xfrm xmlns:a="http://schemas.openxmlformats.org/drawingml/2006/main">
            <a:off x="9944100" y="7403306"/>
            <a:ext cx="1447800"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25" b="1">
                <a:solidFill>
                  <a:srgbClr val="000000"/>
                </a:solidFill>
                <a:latin typeface="Apple SD Gothic Neo"/>
                <a:ea typeface="Apple SD Gothic Neo"/>
                <a:cs typeface="Apple SD Gothic Neo"/>
              </a:defRPr>
            </a:pPr>
            <a:r>
              <a:rPr sz="1125" b="1">
                <a:solidFill>
                  <a:srgbClr val="000000"/>
                </a:solidFill>
                <a:latin typeface="Apple SD Gothic Neo"/>
                <a:ea typeface="Apple SD Gothic Neo"/>
                <a:cs typeface="Apple SD Gothic Neo"/>
              </a:rPr>
              <a:t>모델: RequestFrame</a:t>
            </a:r>
          </a:p>
        </p:txBody>
      </p:sp>
      <p:sp>
        <p:nvSpPr>
          <p:cNvPr id="249" name="dp41-comparison / n232">
            <a:extLst xmlns:a="http://schemas.openxmlformats.org/drawingml/2006/main">
              <a:ext uri="{FF2B5EF4-FFF2-40B4-BE49-F238E27FC236}">
                <a16:creationId xmlns:a16="http://schemas.microsoft.com/office/drawing/2014/main" id="{CDA64F37-F89D-47AB-9E23-9BFED4380993}"/>
              </a:ext>
            </a:extLst>
          </p:cNvPr>
          <p:cNvSpPr>
            <a:spLocks xmlns:a="http://schemas.openxmlformats.org/drawingml/2006/main" noGrp="1"/>
          </p:cNvSpPr>
          <p:nvPr/>
        </p:nvSpPr>
        <p:spPr>
          <a:xfrm xmlns:a="http://schemas.openxmlformats.org/drawingml/2006/main">
            <a:off x="11906250" y="7362825"/>
            <a:ext cx="1476375" cy="26670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250" name="dp41-comparison / n233 / text 1">
            <a:extLst xmlns:a="http://schemas.openxmlformats.org/drawingml/2006/main">
              <a:ext uri="{FF2B5EF4-FFF2-40B4-BE49-F238E27FC236}">
                <a16:creationId xmlns:a16="http://schemas.microsoft.com/office/drawing/2014/main" id="{ED938240-FDB4-4CEF-B7DA-4FF849772845}"/>
              </a:ext>
            </a:extLst>
          </p:cNvPr>
          <p:cNvSpPr>
            <a:spLocks xmlns:a="http://schemas.openxmlformats.org/drawingml/2006/main" noGrp="1"/>
          </p:cNvSpPr>
          <p:nvPr/>
        </p:nvSpPr>
        <p:spPr>
          <a:xfrm xmlns:a="http://schemas.openxmlformats.org/drawingml/2006/main">
            <a:off x="11991975" y="7403306"/>
            <a:ext cx="1304925"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25" b="1">
                <a:solidFill>
                  <a:srgbClr val="000000"/>
                </a:solidFill>
                <a:latin typeface="Apple SD Gothic Neo"/>
                <a:ea typeface="Apple SD Gothic Neo"/>
                <a:cs typeface="Apple SD Gothic Neo"/>
              </a:defRPr>
            </a:pPr>
            <a:r>
              <a:rPr sz="1125" b="1">
                <a:solidFill>
                  <a:srgbClr val="000000"/>
                </a:solidFill>
                <a:latin typeface="Apple SD Gothic Neo"/>
                <a:ea typeface="Apple SD Gothic Neo"/>
                <a:cs typeface="Apple SD Gothic Neo"/>
              </a:rPr>
              <a:t>코드: 항목 검사</a:t>
            </a:r>
          </a:p>
        </p:txBody>
      </p:sp>
      <p:sp>
        <p:nvSpPr>
          <p:cNvPr id="251" name="dp41-comparison / n234">
            <a:extLst xmlns:a="http://schemas.openxmlformats.org/drawingml/2006/main">
              <a:ext uri="{FF2B5EF4-FFF2-40B4-BE49-F238E27FC236}">
                <a16:creationId xmlns:a16="http://schemas.microsoft.com/office/drawing/2014/main" id="{53BC8B53-18D0-463E-B849-3124269DD635}"/>
              </a:ext>
            </a:extLst>
          </p:cNvPr>
          <p:cNvSpPr>
            <a:spLocks xmlns:a="http://schemas.openxmlformats.org/drawingml/2006/main" noGrp="1"/>
          </p:cNvSpPr>
          <p:nvPr/>
        </p:nvSpPr>
        <p:spPr>
          <a:xfrm xmlns:a="http://schemas.openxmlformats.org/drawingml/2006/main">
            <a:off x="13811250" y="7296150"/>
            <a:ext cx="1333500" cy="400050"/>
          </a:xfrm>
          <a:prstGeom xmlns:a="http://schemas.openxmlformats.org/drawingml/2006/main" prst="diamond">
            <a:avLst/>
          </a:prstGeom>
          <a:solidFill xmlns:a="http://schemas.openxmlformats.org/drawingml/2006/main">
            <a:srgbClr val="FFFFFF"/>
          </a:solidFill>
          <a:ln xmlns:a="http://schemas.openxmlformats.org/drawingml/2006/main" w="9525">
            <a:solidFill>
              <a:srgbClr val="000000"/>
            </a:solidFill>
            <a:prstDash val="solid"/>
          </a:ln>
        </p:spPr>
      </p:sp>
      <p:sp>
        <p:nvSpPr>
          <p:cNvPr id="252" name="dp41-comparison / n235 / text 1">
            <a:extLst xmlns:a="http://schemas.openxmlformats.org/drawingml/2006/main">
              <a:ext uri="{FF2B5EF4-FFF2-40B4-BE49-F238E27FC236}">
                <a16:creationId xmlns:a16="http://schemas.microsoft.com/office/drawing/2014/main" id="{80F6FA0D-FEE6-46F7-8DE7-8A4465F39B59}"/>
              </a:ext>
            </a:extLst>
          </p:cNvPr>
          <p:cNvSpPr>
            <a:spLocks xmlns:a="http://schemas.openxmlformats.org/drawingml/2006/main" noGrp="1"/>
          </p:cNvSpPr>
          <p:nvPr/>
        </p:nvSpPr>
        <p:spPr>
          <a:xfrm xmlns:a="http://schemas.openxmlformats.org/drawingml/2006/main">
            <a:off x="13896975" y="7403306"/>
            <a:ext cx="1162050"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25" b="1">
                <a:solidFill>
                  <a:srgbClr val="000000"/>
                </a:solidFill>
                <a:latin typeface="Apple SD Gothic Neo"/>
                <a:ea typeface="Apple SD Gothic Neo"/>
                <a:cs typeface="Apple SD Gothic Neo"/>
              </a:defRPr>
            </a:pPr>
            <a:r>
              <a:rPr sz="1125" b="1">
                <a:solidFill>
                  <a:srgbClr val="000000"/>
                </a:solidFill>
                <a:latin typeface="Apple SD Gothic Neo"/>
                <a:ea typeface="Apple SD Gothic Neo"/>
                <a:cs typeface="Apple SD Gothic Neo"/>
              </a:rPr>
              <a:t>다음 처리?</a:t>
            </a:r>
          </a:p>
        </p:txBody>
      </p:sp>
      <p:sp>
        <p:nvSpPr>
          <p:cNvPr id="253" name="dp41-comparison / n236">
            <a:extLst xmlns:a="http://schemas.openxmlformats.org/drawingml/2006/main">
              <a:ext uri="{FF2B5EF4-FFF2-40B4-BE49-F238E27FC236}">
                <a16:creationId xmlns:a16="http://schemas.microsoft.com/office/drawing/2014/main" id="{7CEA4B77-A14C-41EC-A887-62462456F894}"/>
              </a:ext>
            </a:extLst>
          </p:cNvPr>
          <p:cNvSpPr>
            <a:spLocks xmlns:a="http://schemas.openxmlformats.org/drawingml/2006/main" noGrp="1"/>
          </p:cNvSpPr>
          <p:nvPr/>
        </p:nvSpPr>
        <p:spPr>
          <a:xfrm xmlns:a="http://schemas.openxmlformats.org/drawingml/2006/main">
            <a:off x="15811500" y="7362825"/>
            <a:ext cx="1714500" cy="26670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254" name="dp41-comparison / n237 / text 1">
            <a:extLst xmlns:a="http://schemas.openxmlformats.org/drawingml/2006/main">
              <a:ext uri="{FF2B5EF4-FFF2-40B4-BE49-F238E27FC236}">
                <a16:creationId xmlns:a16="http://schemas.microsoft.com/office/drawing/2014/main" id="{FA7C4289-16A4-41E0-9AB8-CC9BEDC23473}"/>
              </a:ext>
            </a:extLst>
          </p:cNvPr>
          <p:cNvSpPr>
            <a:spLocks xmlns:a="http://schemas.openxmlformats.org/drawingml/2006/main" noGrp="1"/>
          </p:cNvSpPr>
          <p:nvPr/>
        </p:nvSpPr>
        <p:spPr>
          <a:xfrm xmlns:a="http://schemas.openxmlformats.org/drawingml/2006/main">
            <a:off x="15897225" y="7403306"/>
            <a:ext cx="1543050"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25" b="1">
                <a:solidFill>
                  <a:srgbClr val="000000"/>
                </a:solidFill>
                <a:latin typeface="Apple SD Gothic Neo"/>
                <a:ea typeface="Apple SD Gothic Neo"/>
                <a:cs typeface="Apple SD Gothic Neo"/>
              </a:defRPr>
            </a:pPr>
            <a:r>
              <a:rPr sz="1125" b="1">
                <a:solidFill>
                  <a:srgbClr val="000000"/>
                </a:solidFill>
                <a:latin typeface="Apple SD Gothic Neo"/>
                <a:ea typeface="Apple SD Gothic Neo"/>
                <a:cs typeface="Apple SD Gothic Neo"/>
              </a:rPr>
              <a:t>도구: 자료 조회</a:t>
            </a:r>
          </a:p>
        </p:txBody>
      </p:sp>
      <p:sp>
        <p:nvSpPr>
          <p:cNvPr id="255" name="dp41-comparison / n238">
            <a:extLst xmlns:a="http://schemas.openxmlformats.org/drawingml/2006/main">
              <a:ext uri="{FF2B5EF4-FFF2-40B4-BE49-F238E27FC236}">
                <a16:creationId xmlns:a16="http://schemas.microsoft.com/office/drawing/2014/main" id="{6BC10E1A-6490-4F9F-B2C8-D967B3101C8E}"/>
              </a:ext>
            </a:extLst>
          </p:cNvPr>
          <p:cNvSpPr>
            <a:spLocks xmlns:a="http://schemas.openxmlformats.org/drawingml/2006/main" noGrp="1"/>
          </p:cNvSpPr>
          <p:nvPr/>
        </p:nvSpPr>
        <p:spPr>
          <a:xfrm xmlns:a="http://schemas.openxmlformats.org/drawingml/2006/main">
            <a:off x="9953625" y="7953375"/>
            <a:ext cx="2095500" cy="27622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256" name="dp41-comparison / n239 / text 1">
            <a:extLst xmlns:a="http://schemas.openxmlformats.org/drawingml/2006/main">
              <a:ext uri="{FF2B5EF4-FFF2-40B4-BE49-F238E27FC236}">
                <a16:creationId xmlns:a16="http://schemas.microsoft.com/office/drawing/2014/main" id="{86AE14B9-8E10-4840-8C3F-F32C07E41BC6}"/>
              </a:ext>
            </a:extLst>
          </p:cNvPr>
          <p:cNvSpPr>
            <a:spLocks xmlns:a="http://schemas.openxmlformats.org/drawingml/2006/main" noGrp="1"/>
          </p:cNvSpPr>
          <p:nvPr/>
        </p:nvSpPr>
        <p:spPr>
          <a:xfrm xmlns:a="http://schemas.openxmlformats.org/drawingml/2006/main">
            <a:off x="10039350" y="7998619"/>
            <a:ext cx="1924050"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25" b="1">
                <a:solidFill>
                  <a:srgbClr val="000000"/>
                </a:solidFill>
                <a:latin typeface="Apple SD Gothic Neo"/>
                <a:ea typeface="Apple SD Gothic Neo"/>
                <a:cs typeface="Apple SD Gothic Neo"/>
              </a:defRPr>
            </a:pPr>
            <a:r>
              <a:rPr sz="1125" b="1">
                <a:solidFill>
                  <a:srgbClr val="000000"/>
                </a:solidFill>
                <a:latin typeface="Apple SD Gothic Neo"/>
                <a:ea typeface="Apple SD Gothic Neo"/>
                <a:cs typeface="Apple SD Gothic Neo"/>
              </a:rPr>
              <a:t>모델: 특정 항목 해석</a:t>
            </a:r>
          </a:p>
        </p:txBody>
      </p:sp>
      <p:sp>
        <p:nvSpPr>
          <p:cNvPr id="257" name="dp41-comparison / n240">
            <a:extLst xmlns:a="http://schemas.openxmlformats.org/drawingml/2006/main">
              <a:ext uri="{FF2B5EF4-FFF2-40B4-BE49-F238E27FC236}">
                <a16:creationId xmlns:a16="http://schemas.microsoft.com/office/drawing/2014/main" id="{BAC0646D-4FE5-483F-AFDD-AB6CF80B209E}"/>
              </a:ext>
            </a:extLst>
          </p:cNvPr>
          <p:cNvSpPr>
            <a:spLocks xmlns:a="http://schemas.openxmlformats.org/drawingml/2006/main" noGrp="1"/>
          </p:cNvSpPr>
          <p:nvPr/>
        </p:nvSpPr>
        <p:spPr>
          <a:xfrm xmlns:a="http://schemas.openxmlformats.org/drawingml/2006/main">
            <a:off x="15621000" y="7953375"/>
            <a:ext cx="1905000" cy="27622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258" name="dp41-comparison / n241 / text 1">
            <a:extLst xmlns:a="http://schemas.openxmlformats.org/drawingml/2006/main">
              <a:ext uri="{FF2B5EF4-FFF2-40B4-BE49-F238E27FC236}">
                <a16:creationId xmlns:a16="http://schemas.microsoft.com/office/drawing/2014/main" id="{5CEBBAD6-E028-4AB5-B20C-05A1A8FD77C8}"/>
              </a:ext>
            </a:extLst>
          </p:cNvPr>
          <p:cNvSpPr>
            <a:spLocks xmlns:a="http://schemas.openxmlformats.org/drawingml/2006/main" noGrp="1"/>
          </p:cNvSpPr>
          <p:nvPr/>
        </p:nvSpPr>
        <p:spPr>
          <a:xfrm xmlns:a="http://schemas.openxmlformats.org/drawingml/2006/main">
            <a:off x="15706725" y="7998619"/>
            <a:ext cx="1733550"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25" b="1">
                <a:solidFill>
                  <a:srgbClr val="000000"/>
                </a:solidFill>
                <a:latin typeface="Apple SD Gothic Neo"/>
                <a:ea typeface="Apple SD Gothic Neo"/>
                <a:cs typeface="Apple SD Gothic Neo"/>
              </a:defRPr>
            </a:pPr>
            <a:r>
              <a:rPr sz="1125" b="1">
                <a:solidFill>
                  <a:srgbClr val="000000"/>
                </a:solidFill>
                <a:latin typeface="Apple SD Gothic Neo"/>
                <a:ea typeface="Apple SD Gothic Neo"/>
                <a:cs typeface="Apple SD Gothic Neo"/>
              </a:rPr>
              <a:t>코드: 의미 / 질문 제안</a:t>
            </a:r>
          </a:p>
        </p:txBody>
      </p:sp>
      <p:sp>
        <p:nvSpPr>
          <p:cNvPr id="259" name="dp41-comparison / n242 / path">
            <a:extLst xmlns:a="http://schemas.openxmlformats.org/drawingml/2006/main">
              <a:ext uri="{FF2B5EF4-FFF2-40B4-BE49-F238E27FC236}">
                <a16:creationId xmlns:a16="http://schemas.microsoft.com/office/drawing/2014/main" id="{70375DBF-BDA8-4F47-9994-EF3E6AE5C853}"/>
              </a:ext>
            </a:extLst>
          </p:cNvPr>
          <p:cNvSpPr>
            <a:spLocks xmlns:a="http://schemas.openxmlformats.org/drawingml/2006/main" noGrp="1"/>
          </p:cNvSpPr>
          <p:nvPr/>
        </p:nvSpPr>
        <p:spPr>
          <a:xfrm xmlns:a="http://schemas.openxmlformats.org/drawingml/2006/main">
            <a:off x="11477625" y="7496175"/>
            <a:ext cx="428625" cy="953"/>
          </a:xfrm>
          <a:custGeom xmlns:a="http://schemas.openxmlformats.org/drawingml/2006/main">
            <a:pathLst>
              <a:path w="428625" h="953">
                <a:moveTo>
                  <a:pt x="0" y="0"/>
                </a:moveTo>
                <a:lnTo>
                  <a:pt x="428625" y="0"/>
                </a:lnTo>
              </a:path>
            </a:pathLst>
          </a:custGeom>
          <a:noFill xmlns:a="http://schemas.openxmlformats.org/drawingml/2006/main"/>
          <a:ln xmlns:a="http://schemas.openxmlformats.org/drawingml/2006/main" w="10478">
            <a:solidFill>
              <a:srgbClr val="000000"/>
            </a:solidFill>
            <a:prstDash val="solid"/>
          </a:ln>
        </p:spPr>
      </p:sp>
      <p:sp>
        <p:nvSpPr>
          <p:cNvPr id="260" name="dp41-comparison / n242 / arrow">
            <a:extLst xmlns:a="http://schemas.openxmlformats.org/drawingml/2006/main">
              <a:ext uri="{FF2B5EF4-FFF2-40B4-BE49-F238E27FC236}">
                <a16:creationId xmlns:a16="http://schemas.microsoft.com/office/drawing/2014/main" id="{BF398182-95E9-492B-8969-33C1BB894E4D}"/>
              </a:ext>
            </a:extLst>
          </p:cNvPr>
          <p:cNvSpPr>
            <a:spLocks xmlns:a="http://schemas.openxmlformats.org/drawingml/2006/main" noGrp="1"/>
          </p:cNvSpPr>
          <p:nvPr/>
        </p:nvSpPr>
        <p:spPr>
          <a:xfrm xmlns:a="http://schemas.openxmlformats.org/drawingml/2006/main">
            <a:off x="11839194" y="7462647"/>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000000"/>
            </a:solidFill>
            <a:prstDash val="solid"/>
          </a:ln>
        </p:spPr>
      </p:sp>
      <p:sp>
        <p:nvSpPr>
          <p:cNvPr id="261" name="dp41-comparison / n243 / path">
            <a:extLst xmlns:a="http://schemas.openxmlformats.org/drawingml/2006/main">
              <a:ext uri="{FF2B5EF4-FFF2-40B4-BE49-F238E27FC236}">
                <a16:creationId xmlns:a16="http://schemas.microsoft.com/office/drawing/2014/main" id="{9AB40403-C3A9-472B-87D8-8DB7705AF545}"/>
              </a:ext>
            </a:extLst>
          </p:cNvPr>
          <p:cNvSpPr>
            <a:spLocks xmlns:a="http://schemas.openxmlformats.org/drawingml/2006/main" noGrp="1"/>
          </p:cNvSpPr>
          <p:nvPr/>
        </p:nvSpPr>
        <p:spPr>
          <a:xfrm xmlns:a="http://schemas.openxmlformats.org/drawingml/2006/main">
            <a:off x="13382625" y="7496175"/>
            <a:ext cx="428625" cy="953"/>
          </a:xfrm>
          <a:custGeom xmlns:a="http://schemas.openxmlformats.org/drawingml/2006/main">
            <a:pathLst>
              <a:path w="428625" h="953">
                <a:moveTo>
                  <a:pt x="0" y="0"/>
                </a:moveTo>
                <a:lnTo>
                  <a:pt x="428625" y="0"/>
                </a:lnTo>
              </a:path>
            </a:pathLst>
          </a:custGeom>
          <a:noFill xmlns:a="http://schemas.openxmlformats.org/drawingml/2006/main"/>
          <a:ln xmlns:a="http://schemas.openxmlformats.org/drawingml/2006/main" w="10478">
            <a:solidFill>
              <a:srgbClr val="000000"/>
            </a:solidFill>
            <a:prstDash val="solid"/>
          </a:ln>
        </p:spPr>
      </p:sp>
      <p:sp>
        <p:nvSpPr>
          <p:cNvPr id="262" name="dp41-comparison / n243 / arrow">
            <a:extLst xmlns:a="http://schemas.openxmlformats.org/drawingml/2006/main">
              <a:ext uri="{FF2B5EF4-FFF2-40B4-BE49-F238E27FC236}">
                <a16:creationId xmlns:a16="http://schemas.microsoft.com/office/drawing/2014/main" id="{227C357C-D6D7-417A-838D-D9B9C8FA83B4}"/>
              </a:ext>
            </a:extLst>
          </p:cNvPr>
          <p:cNvSpPr>
            <a:spLocks xmlns:a="http://schemas.openxmlformats.org/drawingml/2006/main" noGrp="1"/>
          </p:cNvSpPr>
          <p:nvPr/>
        </p:nvSpPr>
        <p:spPr>
          <a:xfrm xmlns:a="http://schemas.openxmlformats.org/drawingml/2006/main">
            <a:off x="13744194" y="7462647"/>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000000"/>
            </a:solidFill>
            <a:prstDash val="solid"/>
          </a:ln>
        </p:spPr>
      </p:sp>
      <p:sp>
        <p:nvSpPr>
          <p:cNvPr id="263" name="dp41-comparison / n244 / path">
            <a:extLst xmlns:a="http://schemas.openxmlformats.org/drawingml/2006/main">
              <a:ext uri="{FF2B5EF4-FFF2-40B4-BE49-F238E27FC236}">
                <a16:creationId xmlns:a16="http://schemas.microsoft.com/office/drawing/2014/main" id="{FC3B51D3-CC3E-4F0B-86FF-91B2E5DC6968}"/>
              </a:ext>
            </a:extLst>
          </p:cNvPr>
          <p:cNvSpPr>
            <a:spLocks xmlns:a="http://schemas.openxmlformats.org/drawingml/2006/main" noGrp="1"/>
          </p:cNvSpPr>
          <p:nvPr/>
        </p:nvSpPr>
        <p:spPr>
          <a:xfrm xmlns:a="http://schemas.openxmlformats.org/drawingml/2006/main">
            <a:off x="15144750" y="7496175"/>
            <a:ext cx="666750" cy="953"/>
          </a:xfrm>
          <a:custGeom xmlns:a="http://schemas.openxmlformats.org/drawingml/2006/main">
            <a:pathLst>
              <a:path w="666750" h="953">
                <a:moveTo>
                  <a:pt x="0" y="0"/>
                </a:moveTo>
                <a:lnTo>
                  <a:pt x="666750" y="0"/>
                </a:lnTo>
              </a:path>
            </a:pathLst>
          </a:custGeom>
          <a:noFill xmlns:a="http://schemas.openxmlformats.org/drawingml/2006/main"/>
          <a:ln xmlns:a="http://schemas.openxmlformats.org/drawingml/2006/main" w="10478">
            <a:solidFill>
              <a:srgbClr val="000000"/>
            </a:solidFill>
            <a:prstDash val="solid"/>
          </a:ln>
        </p:spPr>
      </p:sp>
      <p:sp>
        <p:nvSpPr>
          <p:cNvPr id="264" name="dp41-comparison / n244 / arrow">
            <a:extLst xmlns:a="http://schemas.openxmlformats.org/drawingml/2006/main">
              <a:ext uri="{FF2B5EF4-FFF2-40B4-BE49-F238E27FC236}">
                <a16:creationId xmlns:a16="http://schemas.microsoft.com/office/drawing/2014/main" id="{7B3BDD30-68B2-4504-BF2F-FE5397468F41}"/>
              </a:ext>
            </a:extLst>
          </p:cNvPr>
          <p:cNvSpPr>
            <a:spLocks xmlns:a="http://schemas.openxmlformats.org/drawingml/2006/main" noGrp="1"/>
          </p:cNvSpPr>
          <p:nvPr/>
        </p:nvSpPr>
        <p:spPr>
          <a:xfrm xmlns:a="http://schemas.openxmlformats.org/drawingml/2006/main">
            <a:off x="15744444" y="7462647"/>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000000"/>
            </a:solidFill>
            <a:prstDash val="solid"/>
          </a:ln>
        </p:spPr>
      </p:sp>
      <p:sp>
        <p:nvSpPr>
          <p:cNvPr id="265" name="dp41-comparison / n247 / path">
            <a:extLst xmlns:a="http://schemas.openxmlformats.org/drawingml/2006/main">
              <a:ext uri="{FF2B5EF4-FFF2-40B4-BE49-F238E27FC236}">
                <a16:creationId xmlns:a16="http://schemas.microsoft.com/office/drawing/2014/main" id="{85C03CC5-AA38-4EA3-980A-6AC43AAD8FB7}"/>
              </a:ext>
            </a:extLst>
          </p:cNvPr>
          <p:cNvSpPr>
            <a:spLocks xmlns:a="http://schemas.openxmlformats.org/drawingml/2006/main" noGrp="1"/>
          </p:cNvSpPr>
          <p:nvPr/>
        </p:nvSpPr>
        <p:spPr>
          <a:xfrm xmlns:a="http://schemas.openxmlformats.org/drawingml/2006/main">
            <a:off x="12644438" y="7629525"/>
            <a:ext cx="4024313" cy="152400"/>
          </a:xfrm>
          <a:custGeom xmlns:a="http://schemas.openxmlformats.org/drawingml/2006/main">
            <a:pathLst>
              <a:path w="4024313" h="152400">
                <a:moveTo>
                  <a:pt x="4024313" y="0"/>
                </a:moveTo>
                <a:lnTo>
                  <a:pt x="4024313" y="152400"/>
                </a:lnTo>
                <a:lnTo>
                  <a:pt x="0" y="152400"/>
                </a:lnTo>
                <a:lnTo>
                  <a:pt x="0" y="0"/>
                </a:lnTo>
              </a:path>
            </a:pathLst>
          </a:custGeom>
          <a:noFill xmlns:a="http://schemas.openxmlformats.org/drawingml/2006/main"/>
          <a:ln xmlns:a="http://schemas.openxmlformats.org/drawingml/2006/main" w="10478">
            <a:solidFill>
              <a:srgbClr val="000000"/>
            </a:solidFill>
            <a:prstDash val="solid"/>
          </a:ln>
        </p:spPr>
      </p:sp>
      <p:sp>
        <p:nvSpPr>
          <p:cNvPr id="266" name="dp41-comparison / n247 / arrow">
            <a:extLst xmlns:a="http://schemas.openxmlformats.org/drawingml/2006/main">
              <a:ext uri="{FF2B5EF4-FFF2-40B4-BE49-F238E27FC236}">
                <a16:creationId xmlns:a16="http://schemas.microsoft.com/office/drawing/2014/main" id="{46BF9B8A-87FD-4351-B8E2-811989B3B79F}"/>
              </a:ext>
            </a:extLst>
          </p:cNvPr>
          <p:cNvSpPr>
            <a:spLocks xmlns:a="http://schemas.openxmlformats.org/drawingml/2006/main" noGrp="1"/>
          </p:cNvSpPr>
          <p:nvPr/>
        </p:nvSpPr>
        <p:spPr>
          <a:xfrm xmlns:a="http://schemas.openxmlformats.org/drawingml/2006/main">
            <a:off x="12610910" y="7629525"/>
            <a:ext cx="67056" cy="67056"/>
          </a:xfrm>
          <a:custGeom xmlns:a="http://schemas.openxmlformats.org/drawingml/2006/main">
            <a:pathLst>
              <a:path w="67056" h="67056">
                <a:moveTo>
                  <a:pt x="67056" y="67056"/>
                </a:moveTo>
                <a:lnTo>
                  <a:pt x="33528" y="0"/>
                </a:lnTo>
                <a:lnTo>
                  <a:pt x="0" y="67056"/>
                </a:lnTo>
              </a:path>
            </a:pathLst>
          </a:custGeom>
          <a:noFill xmlns:a="http://schemas.openxmlformats.org/drawingml/2006/main"/>
          <a:ln xmlns:a="http://schemas.openxmlformats.org/drawingml/2006/main" w="13411">
            <a:solidFill>
              <a:srgbClr val="000000"/>
            </a:solidFill>
            <a:prstDash val="solid"/>
          </a:ln>
        </p:spPr>
      </p:sp>
      <p:sp>
        <p:nvSpPr>
          <p:cNvPr id="267" name="dp41-comparison / n250 / path">
            <a:extLst xmlns:a="http://schemas.openxmlformats.org/drawingml/2006/main">
              <a:ext uri="{FF2B5EF4-FFF2-40B4-BE49-F238E27FC236}">
                <a16:creationId xmlns:a16="http://schemas.microsoft.com/office/drawing/2014/main" id="{3241D24F-4826-471D-B33D-01B9A98BF98E}"/>
              </a:ext>
            </a:extLst>
          </p:cNvPr>
          <p:cNvSpPr>
            <a:spLocks xmlns:a="http://schemas.openxmlformats.org/drawingml/2006/main" noGrp="1"/>
          </p:cNvSpPr>
          <p:nvPr/>
        </p:nvSpPr>
        <p:spPr>
          <a:xfrm xmlns:a="http://schemas.openxmlformats.org/drawingml/2006/main">
            <a:off x="12049125" y="7696200"/>
            <a:ext cx="2428875" cy="395288"/>
          </a:xfrm>
          <a:custGeom xmlns:a="http://schemas.openxmlformats.org/drawingml/2006/main">
            <a:pathLst>
              <a:path w="2428875" h="395288">
                <a:moveTo>
                  <a:pt x="2428875" y="0"/>
                </a:moveTo>
                <a:lnTo>
                  <a:pt x="2428875" y="190500"/>
                </a:lnTo>
                <a:lnTo>
                  <a:pt x="142875" y="190500"/>
                </a:lnTo>
                <a:lnTo>
                  <a:pt x="142875" y="395288"/>
                </a:lnTo>
                <a:lnTo>
                  <a:pt x="0" y="395288"/>
                </a:lnTo>
              </a:path>
            </a:pathLst>
          </a:custGeom>
          <a:noFill xmlns:a="http://schemas.openxmlformats.org/drawingml/2006/main"/>
          <a:ln xmlns:a="http://schemas.openxmlformats.org/drawingml/2006/main" w="10478">
            <a:solidFill>
              <a:srgbClr val="000000"/>
            </a:solidFill>
            <a:prstDash val="solid"/>
          </a:ln>
        </p:spPr>
      </p:sp>
      <p:sp>
        <p:nvSpPr>
          <p:cNvPr id="268" name="dp41-comparison / n250 / arrow">
            <a:extLst xmlns:a="http://schemas.openxmlformats.org/drawingml/2006/main">
              <a:ext uri="{FF2B5EF4-FFF2-40B4-BE49-F238E27FC236}">
                <a16:creationId xmlns:a16="http://schemas.microsoft.com/office/drawing/2014/main" id="{206710E7-F611-4258-B5E3-1B28651777DE}"/>
              </a:ext>
            </a:extLst>
          </p:cNvPr>
          <p:cNvSpPr>
            <a:spLocks xmlns:a="http://schemas.openxmlformats.org/drawingml/2006/main" noGrp="1"/>
          </p:cNvSpPr>
          <p:nvPr/>
        </p:nvSpPr>
        <p:spPr>
          <a:xfrm xmlns:a="http://schemas.openxmlformats.org/drawingml/2006/main">
            <a:off x="12049125" y="8057960"/>
            <a:ext cx="67056" cy="67056"/>
          </a:xfrm>
          <a:custGeom xmlns:a="http://schemas.openxmlformats.org/drawingml/2006/main">
            <a:pathLst>
              <a:path w="67056" h="67056">
                <a:moveTo>
                  <a:pt x="67056" y="0"/>
                </a:moveTo>
                <a:lnTo>
                  <a:pt x="0" y="33528"/>
                </a:lnTo>
                <a:lnTo>
                  <a:pt x="67056" y="67056"/>
                </a:lnTo>
              </a:path>
            </a:pathLst>
          </a:custGeom>
          <a:noFill xmlns:a="http://schemas.openxmlformats.org/drawingml/2006/main"/>
          <a:ln xmlns:a="http://schemas.openxmlformats.org/drawingml/2006/main" w="13411">
            <a:solidFill>
              <a:srgbClr val="000000"/>
            </a:solidFill>
            <a:prstDash val="solid"/>
          </a:ln>
        </p:spPr>
      </p:sp>
      <p:sp>
        <p:nvSpPr>
          <p:cNvPr id="269" name="dp41-comparison / n253 / path">
            <a:extLst xmlns:a="http://schemas.openxmlformats.org/drawingml/2006/main">
              <a:ext uri="{FF2B5EF4-FFF2-40B4-BE49-F238E27FC236}">
                <a16:creationId xmlns:a16="http://schemas.microsoft.com/office/drawing/2014/main" id="{B5BEDB15-29C0-4B41-A097-50222F5EE269}"/>
              </a:ext>
            </a:extLst>
          </p:cNvPr>
          <p:cNvSpPr>
            <a:spLocks xmlns:a="http://schemas.openxmlformats.org/drawingml/2006/main" noGrp="1"/>
          </p:cNvSpPr>
          <p:nvPr/>
        </p:nvSpPr>
        <p:spPr>
          <a:xfrm xmlns:a="http://schemas.openxmlformats.org/drawingml/2006/main">
            <a:off x="11001375" y="7781925"/>
            <a:ext cx="1643063" cy="171450"/>
          </a:xfrm>
          <a:custGeom xmlns:a="http://schemas.openxmlformats.org/drawingml/2006/main">
            <a:pathLst>
              <a:path w="1643063" h="171450">
                <a:moveTo>
                  <a:pt x="0" y="171450"/>
                </a:moveTo>
                <a:lnTo>
                  <a:pt x="0" y="76200"/>
                </a:lnTo>
                <a:lnTo>
                  <a:pt x="1643063" y="76200"/>
                </a:lnTo>
                <a:lnTo>
                  <a:pt x="1643063" y="0"/>
                </a:lnTo>
              </a:path>
            </a:pathLst>
          </a:custGeom>
          <a:noFill xmlns:a="http://schemas.openxmlformats.org/drawingml/2006/main"/>
          <a:ln xmlns:a="http://schemas.openxmlformats.org/drawingml/2006/main" w="10478">
            <a:solidFill>
              <a:srgbClr val="000000"/>
            </a:solidFill>
            <a:prstDash val="solid"/>
          </a:ln>
        </p:spPr>
      </p:sp>
      <p:sp>
        <p:nvSpPr>
          <p:cNvPr id="270" name="dp41-comparison / n256 / path">
            <a:extLst xmlns:a="http://schemas.openxmlformats.org/drawingml/2006/main">
              <a:ext uri="{FF2B5EF4-FFF2-40B4-BE49-F238E27FC236}">
                <a16:creationId xmlns:a16="http://schemas.microsoft.com/office/drawing/2014/main" id="{ED8BE5DF-6699-4893-A41F-CB36AF226242}"/>
              </a:ext>
            </a:extLst>
          </p:cNvPr>
          <p:cNvSpPr>
            <a:spLocks xmlns:a="http://schemas.openxmlformats.org/drawingml/2006/main" noGrp="1"/>
          </p:cNvSpPr>
          <p:nvPr/>
        </p:nvSpPr>
        <p:spPr>
          <a:xfrm xmlns:a="http://schemas.openxmlformats.org/drawingml/2006/main">
            <a:off x="14478000" y="7696200"/>
            <a:ext cx="1143000" cy="395288"/>
          </a:xfrm>
          <a:custGeom xmlns:a="http://schemas.openxmlformats.org/drawingml/2006/main">
            <a:pathLst>
              <a:path w="1143000" h="395288">
                <a:moveTo>
                  <a:pt x="0" y="0"/>
                </a:moveTo>
                <a:lnTo>
                  <a:pt x="0" y="395288"/>
                </a:lnTo>
                <a:lnTo>
                  <a:pt x="1143000" y="395288"/>
                </a:lnTo>
              </a:path>
            </a:pathLst>
          </a:custGeom>
          <a:noFill xmlns:a="http://schemas.openxmlformats.org/drawingml/2006/main"/>
          <a:ln xmlns:a="http://schemas.openxmlformats.org/drawingml/2006/main" w="10478">
            <a:solidFill>
              <a:srgbClr val="000000"/>
            </a:solidFill>
            <a:prstDash val="solid"/>
          </a:ln>
        </p:spPr>
      </p:sp>
      <p:sp>
        <p:nvSpPr>
          <p:cNvPr id="271" name="dp41-comparison / n256 / arrow">
            <a:extLst xmlns:a="http://schemas.openxmlformats.org/drawingml/2006/main">
              <a:ext uri="{FF2B5EF4-FFF2-40B4-BE49-F238E27FC236}">
                <a16:creationId xmlns:a16="http://schemas.microsoft.com/office/drawing/2014/main" id="{C9ED5ECB-5645-4D51-9E66-CA003886574F}"/>
              </a:ext>
            </a:extLst>
          </p:cNvPr>
          <p:cNvSpPr>
            <a:spLocks xmlns:a="http://schemas.openxmlformats.org/drawingml/2006/main" noGrp="1"/>
          </p:cNvSpPr>
          <p:nvPr/>
        </p:nvSpPr>
        <p:spPr>
          <a:xfrm xmlns:a="http://schemas.openxmlformats.org/drawingml/2006/main">
            <a:off x="15553944" y="8057960"/>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000000"/>
            </a:solidFill>
            <a:prstDash val="solid"/>
          </a:ln>
        </p:spPr>
      </p:sp>
      <p:sp>
        <p:nvSpPr>
          <p:cNvPr id="272" name="dp41-comparison / n152">
            <a:extLst xmlns:a="http://schemas.openxmlformats.org/drawingml/2006/main">
              <a:ext uri="{FF2B5EF4-FFF2-40B4-BE49-F238E27FC236}">
                <a16:creationId xmlns:a16="http://schemas.microsoft.com/office/drawing/2014/main" id="{38C4C6E2-3FC6-402F-8D15-5285BAFCFD0B}"/>
              </a:ext>
            </a:extLst>
          </p:cNvPr>
          <p:cNvSpPr>
            <a:spLocks xmlns:a="http://schemas.openxmlformats.org/drawingml/2006/main" noGrp="1"/>
          </p:cNvSpPr>
          <p:nvPr/>
        </p:nvSpPr>
        <p:spPr>
          <a:xfrm xmlns:a="http://schemas.openxmlformats.org/drawingml/2006/main">
            <a:off x="9858375" y="2409825"/>
            <a:ext cx="1428750" cy="333375"/>
          </a:xfrm>
          <a:custGeom xmlns:a="http://schemas.openxmlformats.org/drawingml/2006/main">
            <a:pathLst>
              <a:path w="1428750" h="333375">
                <a:moveTo>
                  <a:pt x="0" y="0"/>
                </a:moveTo>
                <a:lnTo>
                  <a:pt x="1257300" y="0"/>
                </a:lnTo>
                <a:lnTo>
                  <a:pt x="1428750" y="171450"/>
                </a:lnTo>
                <a:lnTo>
                  <a:pt x="1428750" y="333375"/>
                </a:lnTo>
                <a:lnTo>
                  <a:pt x="0" y="333375"/>
                </a:lnTo>
                <a:close/>
              </a:path>
            </a:pathLst>
          </a:custGeom>
          <a:solidFill xmlns:a="http://schemas.openxmlformats.org/drawingml/2006/main">
            <a:srgbClr val="FFFFFF"/>
          </a:solidFill>
          <a:ln xmlns:a="http://schemas.openxmlformats.org/drawingml/2006/main" w="9525">
            <a:solidFill>
              <a:srgbClr val="000000"/>
            </a:solidFill>
            <a:prstDash val="solid"/>
          </a:ln>
        </p:spPr>
      </p:sp>
      <p:sp>
        <p:nvSpPr>
          <p:cNvPr id="273" name="dp41-comparison / n152 / fold">
            <a:extLst xmlns:a="http://schemas.openxmlformats.org/drawingml/2006/main">
              <a:ext uri="{FF2B5EF4-FFF2-40B4-BE49-F238E27FC236}">
                <a16:creationId xmlns:a16="http://schemas.microsoft.com/office/drawing/2014/main" id="{E8011258-C5DD-490E-8237-410E440F3F9F}"/>
              </a:ext>
            </a:extLst>
          </p:cNvPr>
          <p:cNvSpPr>
            <a:spLocks xmlns:a="http://schemas.openxmlformats.org/drawingml/2006/main" noGrp="1"/>
          </p:cNvSpPr>
          <p:nvPr/>
        </p:nvSpPr>
        <p:spPr>
          <a:xfrm xmlns:a="http://schemas.openxmlformats.org/drawingml/2006/main">
            <a:off x="11115675" y="2409825"/>
            <a:ext cx="171450" cy="171450"/>
          </a:xfrm>
          <a:custGeom xmlns:a="http://schemas.openxmlformats.org/drawingml/2006/main">
            <a:pathLst>
              <a:path w="171450" h="171450">
                <a:moveTo>
                  <a:pt x="0" y="0"/>
                </a:moveTo>
                <a:lnTo>
                  <a:pt x="0" y="171450"/>
                </a:lnTo>
                <a:lnTo>
                  <a:pt x="171450" y="171450"/>
                </a:lnTo>
              </a:path>
            </a:pathLst>
          </a:custGeom>
          <a:noFill xmlns:a="http://schemas.openxmlformats.org/drawingml/2006/main"/>
          <a:ln xmlns:a="http://schemas.openxmlformats.org/drawingml/2006/main" w="9525">
            <a:solidFill>
              <a:srgbClr val="000000"/>
            </a:solidFill>
            <a:prstDash val="solid"/>
          </a:ln>
        </p:spPr>
      </p:sp>
      <p:sp>
        <p:nvSpPr>
          <p:cNvPr id="274" name="dp41-comparison / n153 / text 1">
            <a:extLst xmlns:a="http://schemas.openxmlformats.org/drawingml/2006/main">
              <a:ext uri="{FF2B5EF4-FFF2-40B4-BE49-F238E27FC236}">
                <a16:creationId xmlns:a16="http://schemas.microsoft.com/office/drawing/2014/main" id="{A8CC25CC-5DA9-44DC-B47F-168EC170604D}"/>
              </a:ext>
            </a:extLst>
          </p:cNvPr>
          <p:cNvSpPr>
            <a:spLocks xmlns:a="http://schemas.openxmlformats.org/drawingml/2006/main" noGrp="1"/>
          </p:cNvSpPr>
          <p:nvPr/>
        </p:nvSpPr>
        <p:spPr>
          <a:xfrm xmlns:a="http://schemas.openxmlformats.org/drawingml/2006/main">
            <a:off x="9953625" y="2466975"/>
            <a:ext cx="1162050"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000000"/>
                </a:solidFill>
                <a:latin typeface="Apple SD Gothic Neo"/>
                <a:ea typeface="Apple SD Gothic Neo"/>
                <a:cs typeface="Apple SD Gothic Neo"/>
              </a:defRPr>
            </a:pPr>
            <a:r>
              <a:rPr sz="1200" b="0">
                <a:solidFill>
                  <a:srgbClr val="000000"/>
                </a:solidFill>
                <a:latin typeface="Apple SD Gothic Neo"/>
                <a:ea typeface="Apple SD Gothic Neo"/>
                <a:cs typeface="Apple SD Gothic Neo"/>
              </a:rPr>
              <a:t>사용자 발화</a:t>
            </a:r>
          </a:p>
        </p:txBody>
      </p:sp>
      <p:sp>
        <p:nvSpPr>
          <p:cNvPr id="275" name="dp41-comparison / n162">
            <a:extLst xmlns:a="http://schemas.openxmlformats.org/drawingml/2006/main">
              <a:ext uri="{FF2B5EF4-FFF2-40B4-BE49-F238E27FC236}">
                <a16:creationId xmlns:a16="http://schemas.microsoft.com/office/drawing/2014/main" id="{F3CD1F5B-06D8-4029-8A60-DF9A38A65F16}"/>
              </a:ext>
            </a:extLst>
          </p:cNvPr>
          <p:cNvSpPr>
            <a:spLocks xmlns:a="http://schemas.openxmlformats.org/drawingml/2006/main" noGrp="1"/>
          </p:cNvSpPr>
          <p:nvPr/>
        </p:nvSpPr>
        <p:spPr>
          <a:xfrm xmlns:a="http://schemas.openxmlformats.org/drawingml/2006/main">
            <a:off x="12792075" y="2943225"/>
            <a:ext cx="3369945" cy="16764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76" name="dp41-comparison / n163 / text 1">
            <a:extLst xmlns:a="http://schemas.openxmlformats.org/drawingml/2006/main">
              <a:ext uri="{FF2B5EF4-FFF2-40B4-BE49-F238E27FC236}">
                <a16:creationId xmlns:a16="http://schemas.microsoft.com/office/drawing/2014/main" id="{FD5A7F12-8E4C-4505-B7A7-46323ADDDC11}"/>
              </a:ext>
            </a:extLst>
          </p:cNvPr>
          <p:cNvSpPr>
            <a:spLocks xmlns:a="http://schemas.openxmlformats.org/drawingml/2006/main" noGrp="1"/>
          </p:cNvSpPr>
          <p:nvPr/>
        </p:nvSpPr>
        <p:spPr>
          <a:xfrm xmlns:a="http://schemas.openxmlformats.org/drawingml/2006/main">
            <a:off x="12811125" y="2952750"/>
            <a:ext cx="4667250" cy="17954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75" b="0">
                <a:solidFill>
                  <a:srgbClr val="000000"/>
                </a:solidFill>
                <a:latin typeface="Apple SD Gothic Neo"/>
                <a:ea typeface="Apple SD Gothic Neo"/>
                <a:cs typeface="Apple SD Gothic Neo"/>
              </a:defRPr>
            </a:pPr>
            <a:r>
              <a:rPr sz="975" b="0">
                <a:solidFill>
                  <a:srgbClr val="000000"/>
                </a:solidFill>
                <a:latin typeface="Apple SD Gothic Neo"/>
                <a:ea typeface="Apple SD Gothic Neo"/>
                <a:cs typeface="Apple SD Gothic Neo"/>
              </a:rPr>
              <a:t>Model Access 경유 / 초기 프레임과 조건부 부분 해석</a:t>
            </a:r>
          </a:p>
        </p:txBody>
      </p:sp>
      <p:sp>
        <p:nvSpPr>
          <p:cNvPr id="277" name="dp41-comparison / n164">
            <a:extLst xmlns:a="http://schemas.openxmlformats.org/drawingml/2006/main">
              <a:ext uri="{FF2B5EF4-FFF2-40B4-BE49-F238E27FC236}">
                <a16:creationId xmlns:a16="http://schemas.microsoft.com/office/drawing/2014/main" id="{79B2746B-05F1-4283-8A35-27548CD3202C}"/>
              </a:ext>
            </a:extLst>
          </p:cNvPr>
          <p:cNvSpPr>
            <a:spLocks xmlns:a="http://schemas.openxmlformats.org/drawingml/2006/main" noGrp="1"/>
          </p:cNvSpPr>
          <p:nvPr/>
        </p:nvSpPr>
        <p:spPr>
          <a:xfrm xmlns:a="http://schemas.openxmlformats.org/drawingml/2006/main">
            <a:off x="9934575" y="3314700"/>
            <a:ext cx="5299139" cy="23622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78" name="dp41-comparison / n165 / text 1">
            <a:extLst xmlns:a="http://schemas.openxmlformats.org/drawingml/2006/main">
              <a:ext uri="{FF2B5EF4-FFF2-40B4-BE49-F238E27FC236}">
                <a16:creationId xmlns:a16="http://schemas.microsoft.com/office/drawing/2014/main" id="{E7AA4CA4-96ED-4E0B-B991-3D64767A5CED}"/>
              </a:ext>
            </a:extLst>
          </p:cNvPr>
          <p:cNvSpPr>
            <a:spLocks xmlns:a="http://schemas.openxmlformats.org/drawingml/2006/main" noGrp="1"/>
          </p:cNvSpPr>
          <p:nvPr/>
        </p:nvSpPr>
        <p:spPr>
          <a:xfrm xmlns:a="http://schemas.openxmlformats.org/drawingml/2006/main">
            <a:off x="9953625" y="3324225"/>
            <a:ext cx="7620000" cy="26241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425" b="0">
                <a:solidFill>
                  <a:srgbClr val="000000"/>
                </a:solidFill>
                <a:latin typeface="Apple SD Gothic Neo"/>
                <a:ea typeface="Apple SD Gothic Neo"/>
                <a:cs typeface="Apple SD Gothic Neo"/>
              </a:defRPr>
            </a:pPr>
            <a:r>
              <a:rPr sz="1425" b="0">
                <a:solidFill>
                  <a:srgbClr val="000000"/>
                </a:solidFill>
                <a:latin typeface="Apple SD Gothic Neo"/>
                <a:ea typeface="Apple SD Gothic Neo"/>
                <a:cs typeface="Apple SD Gothic Neo"/>
              </a:rPr>
              <a:t>B: 항목별 해결 상태를 보고 Engine 코드가 다음 처리 결정</a:t>
            </a:r>
          </a:p>
        </p:txBody>
      </p:sp>
      <p:sp>
        <p:nvSpPr>
          <p:cNvPr id="279" name="dp41-comparison / n168">
            <a:extLst xmlns:a="http://schemas.openxmlformats.org/drawingml/2006/main">
              <a:ext uri="{FF2B5EF4-FFF2-40B4-BE49-F238E27FC236}">
                <a16:creationId xmlns:a16="http://schemas.microsoft.com/office/drawing/2014/main" id="{841465F2-4F59-4BAE-BF83-7F86B3E32537}"/>
              </a:ext>
            </a:extLst>
          </p:cNvPr>
          <p:cNvSpPr>
            <a:spLocks xmlns:a="http://schemas.openxmlformats.org/drawingml/2006/main" noGrp="1"/>
          </p:cNvSpPr>
          <p:nvPr/>
        </p:nvSpPr>
        <p:spPr>
          <a:xfrm xmlns:a="http://schemas.openxmlformats.org/drawingml/2006/main">
            <a:off x="15792450" y="3324225"/>
            <a:ext cx="730568" cy="1905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80" name="dp41-comparison / n169 / text 1">
            <a:extLst xmlns:a="http://schemas.openxmlformats.org/drawingml/2006/main">
              <a:ext uri="{FF2B5EF4-FFF2-40B4-BE49-F238E27FC236}">
                <a16:creationId xmlns:a16="http://schemas.microsoft.com/office/drawing/2014/main" id="{6CA71C1C-582B-45EB-8F73-AF2B5635B613}"/>
              </a:ext>
            </a:extLst>
          </p:cNvPr>
          <p:cNvSpPr>
            <a:spLocks xmlns:a="http://schemas.openxmlformats.org/drawingml/2006/main" noGrp="1"/>
          </p:cNvSpPr>
          <p:nvPr/>
        </p:nvSpPr>
        <p:spPr>
          <a:xfrm xmlns:a="http://schemas.openxmlformats.org/drawingml/2006/main">
            <a:off x="15811500" y="3333750"/>
            <a:ext cx="1762125"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0">
                <a:solidFill>
                  <a:srgbClr val="000000"/>
                </a:solidFill>
                <a:latin typeface="Apple SD Gothic Neo"/>
                <a:ea typeface="Apple SD Gothic Neo"/>
                <a:cs typeface="Apple SD Gothic Neo"/>
              </a:defRPr>
            </a:pPr>
            <a:r>
              <a:rPr sz="1125" b="0">
                <a:solidFill>
                  <a:srgbClr val="000000"/>
                </a:solidFill>
                <a:latin typeface="Apple SD Gothic Neo"/>
                <a:ea typeface="Apple SD Gothic Neo"/>
                <a:cs typeface="Apple SD Gothic Neo"/>
              </a:rPr>
              <a:t>해석 시작</a:t>
            </a:r>
          </a:p>
        </p:txBody>
      </p:sp>
      <p:sp>
        <p:nvSpPr>
          <p:cNvPr id="281" name="dp41-comparison / n191">
            <a:extLst xmlns:a="http://schemas.openxmlformats.org/drawingml/2006/main">
              <a:ext uri="{FF2B5EF4-FFF2-40B4-BE49-F238E27FC236}">
                <a16:creationId xmlns:a16="http://schemas.microsoft.com/office/drawing/2014/main" id="{3865B89C-4179-4BBA-B481-103CDC10A32D}"/>
              </a:ext>
            </a:extLst>
          </p:cNvPr>
          <p:cNvSpPr>
            <a:spLocks xmlns:a="http://schemas.openxmlformats.org/drawingml/2006/main" noGrp="1"/>
          </p:cNvSpPr>
          <p:nvPr/>
        </p:nvSpPr>
        <p:spPr>
          <a:xfrm xmlns:a="http://schemas.openxmlformats.org/drawingml/2006/main">
            <a:off x="15078075" y="4657725"/>
            <a:ext cx="1255776" cy="15621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82" name="dp41-comparison / n192 / text 1">
            <a:extLst xmlns:a="http://schemas.openxmlformats.org/drawingml/2006/main">
              <a:ext uri="{FF2B5EF4-FFF2-40B4-BE49-F238E27FC236}">
                <a16:creationId xmlns:a16="http://schemas.microsoft.com/office/drawing/2014/main" id="{D1590C30-845E-4610-9B9E-87D285D11A67}"/>
              </a:ext>
            </a:extLst>
          </p:cNvPr>
          <p:cNvSpPr>
            <a:spLocks xmlns:a="http://schemas.openxmlformats.org/drawingml/2006/main" noGrp="1"/>
          </p:cNvSpPr>
          <p:nvPr/>
        </p:nvSpPr>
        <p:spPr>
          <a:xfrm xmlns:a="http://schemas.openxmlformats.org/drawingml/2006/main">
            <a:off x="15097125" y="4667250"/>
            <a:ext cx="228600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② 코드가 선택한 조회</a:t>
            </a:r>
          </a:p>
        </p:txBody>
      </p:sp>
      <p:sp>
        <p:nvSpPr>
          <p:cNvPr id="283" name="dp41-comparison / n193">
            <a:extLst xmlns:a="http://schemas.openxmlformats.org/drawingml/2006/main">
              <a:ext uri="{FF2B5EF4-FFF2-40B4-BE49-F238E27FC236}">
                <a16:creationId xmlns:a16="http://schemas.microsoft.com/office/drawing/2014/main" id="{C6BF0BE9-6FCD-42BB-A642-54C4BB65A8DA}"/>
              </a:ext>
            </a:extLst>
          </p:cNvPr>
          <p:cNvSpPr>
            <a:spLocks xmlns:a="http://schemas.openxmlformats.org/drawingml/2006/main" noGrp="1"/>
          </p:cNvSpPr>
          <p:nvPr/>
        </p:nvSpPr>
        <p:spPr>
          <a:xfrm xmlns:a="http://schemas.openxmlformats.org/drawingml/2006/main">
            <a:off x="15078075" y="4791075"/>
            <a:ext cx="1844040" cy="1333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84" name="dp41-comparison / n194 / text 1">
            <a:extLst xmlns:a="http://schemas.openxmlformats.org/drawingml/2006/main">
              <a:ext uri="{FF2B5EF4-FFF2-40B4-BE49-F238E27FC236}">
                <a16:creationId xmlns:a16="http://schemas.microsoft.com/office/drawing/2014/main" id="{A4594583-2F9A-4D4A-BECF-A7C71F6AE39E}"/>
              </a:ext>
            </a:extLst>
          </p:cNvPr>
          <p:cNvSpPr>
            <a:spLocks xmlns:a="http://schemas.openxmlformats.org/drawingml/2006/main" noGrp="1"/>
          </p:cNvSpPr>
          <p:nvPr/>
        </p:nvSpPr>
        <p:spPr>
          <a:xfrm xmlns:a="http://schemas.openxmlformats.org/drawingml/2006/main">
            <a:off x="15097125" y="4800600"/>
            <a:ext cx="2238375"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task_retrieve / context_retrieve</a:t>
            </a:r>
          </a:p>
        </p:txBody>
      </p:sp>
      <p:sp>
        <p:nvSpPr>
          <p:cNvPr id="285" name="dp41-comparison / n199">
            <a:extLst xmlns:a="http://schemas.openxmlformats.org/drawingml/2006/main">
              <a:ext uri="{FF2B5EF4-FFF2-40B4-BE49-F238E27FC236}">
                <a16:creationId xmlns:a16="http://schemas.microsoft.com/office/drawing/2014/main" id="{2A57F1BE-C746-4C26-9FA0-9E24AA7EFDC1}"/>
              </a:ext>
            </a:extLst>
          </p:cNvPr>
          <p:cNvSpPr>
            <a:spLocks xmlns:a="http://schemas.openxmlformats.org/drawingml/2006/main" noGrp="1"/>
          </p:cNvSpPr>
          <p:nvPr/>
        </p:nvSpPr>
        <p:spPr>
          <a:xfrm xmlns:a="http://schemas.openxmlformats.org/drawingml/2006/main">
            <a:off x="15078075" y="4933950"/>
            <a:ext cx="1427798" cy="14478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86" name="dp41-comparison / n200 / text 1">
            <a:extLst xmlns:a="http://schemas.openxmlformats.org/drawingml/2006/main">
              <a:ext uri="{FF2B5EF4-FFF2-40B4-BE49-F238E27FC236}">
                <a16:creationId xmlns:a16="http://schemas.microsoft.com/office/drawing/2014/main" id="{7387F158-C13A-4000-9FEF-1A08CA329490}"/>
              </a:ext>
            </a:extLst>
          </p:cNvPr>
          <p:cNvSpPr>
            <a:spLocks xmlns:a="http://schemas.openxmlformats.org/drawingml/2006/main" noGrp="1"/>
          </p:cNvSpPr>
          <p:nvPr/>
        </p:nvSpPr>
        <p:spPr>
          <a:xfrm xmlns:a="http://schemas.openxmlformats.org/drawingml/2006/main">
            <a:off x="15097125" y="4943475"/>
            <a:ext cx="2238375"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④ 해결 상태로 코드 재검사</a:t>
            </a:r>
          </a:p>
        </p:txBody>
      </p:sp>
      <p:sp>
        <p:nvSpPr>
          <p:cNvPr id="287" name="dp41-comparison / n202">
            <a:extLst xmlns:a="http://schemas.openxmlformats.org/drawingml/2006/main">
              <a:ext uri="{FF2B5EF4-FFF2-40B4-BE49-F238E27FC236}">
                <a16:creationId xmlns:a16="http://schemas.microsoft.com/office/drawing/2014/main" id="{E4E3F517-0BC9-4D9B-AFF7-A4C9185722DC}"/>
              </a:ext>
            </a:extLst>
          </p:cNvPr>
          <p:cNvSpPr>
            <a:spLocks xmlns:a="http://schemas.openxmlformats.org/drawingml/2006/main" noGrp="1"/>
          </p:cNvSpPr>
          <p:nvPr/>
        </p:nvSpPr>
        <p:spPr>
          <a:xfrm xmlns:a="http://schemas.openxmlformats.org/drawingml/2006/main">
            <a:off x="12992100" y="5486400"/>
            <a:ext cx="1697355" cy="2476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88" name="dp41-comparison / n203 / text 1">
            <a:extLst xmlns:a="http://schemas.openxmlformats.org/drawingml/2006/main">
              <a:ext uri="{FF2B5EF4-FFF2-40B4-BE49-F238E27FC236}">
                <a16:creationId xmlns:a16="http://schemas.microsoft.com/office/drawing/2014/main" id="{3E58FCC7-4BED-4A02-8EC3-A259DF740327}"/>
              </a:ext>
            </a:extLst>
          </p:cNvPr>
          <p:cNvSpPr>
            <a:spLocks xmlns:a="http://schemas.openxmlformats.org/drawingml/2006/main" noGrp="1"/>
          </p:cNvSpPr>
          <p:nvPr/>
        </p:nvSpPr>
        <p:spPr>
          <a:xfrm xmlns:a="http://schemas.openxmlformats.org/drawingml/2006/main">
            <a:off x="13011150" y="5495925"/>
            <a:ext cx="19050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report: 두 후보 → 확인 뒤 Task1</a:t>
            </a:r>
          </a:p>
        </p:txBody>
      </p:sp>
      <p:sp>
        <p:nvSpPr>
          <p:cNvPr id="289" name="dp41-comparison / n203 / text 2">
            <a:extLst xmlns:a="http://schemas.openxmlformats.org/drawingml/2006/main">
              <a:ext uri="{FF2B5EF4-FFF2-40B4-BE49-F238E27FC236}">
                <a16:creationId xmlns:a16="http://schemas.microsoft.com/office/drawing/2014/main" id="{12EDF695-58BF-4244-A349-3BB060F91115}"/>
              </a:ext>
            </a:extLst>
          </p:cNvPr>
          <p:cNvSpPr>
            <a:spLocks xmlns:a="http://schemas.openxmlformats.org/drawingml/2006/main" noGrp="1"/>
          </p:cNvSpPr>
          <p:nvPr/>
        </p:nvSpPr>
        <p:spPr>
          <a:xfrm xmlns:a="http://schemas.openxmlformats.org/drawingml/2006/main">
            <a:off x="13011150" y="5610225"/>
            <a:ext cx="19050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table: 선택한 표 연결</a:t>
            </a:r>
          </a:p>
        </p:txBody>
      </p:sp>
      <p:sp>
        <p:nvSpPr>
          <p:cNvPr id="290" name="dp41-comparison / n205">
            <a:extLst xmlns:a="http://schemas.openxmlformats.org/drawingml/2006/main">
              <a:ext uri="{FF2B5EF4-FFF2-40B4-BE49-F238E27FC236}">
                <a16:creationId xmlns:a16="http://schemas.microsoft.com/office/drawing/2014/main" id="{923CE388-B884-41D9-AF78-71DB9EC95960}"/>
              </a:ext>
            </a:extLst>
          </p:cNvPr>
          <p:cNvSpPr>
            <a:spLocks xmlns:a="http://schemas.openxmlformats.org/drawingml/2006/main" noGrp="1"/>
          </p:cNvSpPr>
          <p:nvPr/>
        </p:nvSpPr>
        <p:spPr>
          <a:xfrm xmlns:a="http://schemas.openxmlformats.org/drawingml/2006/main">
            <a:off x="15078075" y="5543550"/>
            <a:ext cx="1698117" cy="14478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91" name="dp41-comparison / n206 / text 1">
            <a:extLst xmlns:a="http://schemas.openxmlformats.org/drawingml/2006/main">
              <a:ext uri="{FF2B5EF4-FFF2-40B4-BE49-F238E27FC236}">
                <a16:creationId xmlns:a16="http://schemas.microsoft.com/office/drawing/2014/main" id="{B07C3822-954B-479D-8843-744F40C1FB41}"/>
              </a:ext>
            </a:extLst>
          </p:cNvPr>
          <p:cNvSpPr>
            <a:spLocks xmlns:a="http://schemas.openxmlformats.org/drawingml/2006/main" noGrp="1"/>
          </p:cNvSpPr>
          <p:nvPr/>
        </p:nvSpPr>
        <p:spPr>
          <a:xfrm xmlns:a="http://schemas.openxmlformats.org/drawingml/2006/main">
            <a:off x="15097125" y="5553075"/>
            <a:ext cx="2190750"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⑤ 지원 연산으로 전체 의미 구성</a:t>
            </a:r>
          </a:p>
        </p:txBody>
      </p:sp>
      <p:sp>
        <p:nvSpPr>
          <p:cNvPr id="292" name="dp41-comparison / n208">
            <a:extLst xmlns:a="http://schemas.openxmlformats.org/drawingml/2006/main">
              <a:ext uri="{FF2B5EF4-FFF2-40B4-BE49-F238E27FC236}">
                <a16:creationId xmlns:a16="http://schemas.microsoft.com/office/drawing/2014/main" id="{1C476591-F5D3-4C5A-89E0-9085421CB2CA}"/>
              </a:ext>
            </a:extLst>
          </p:cNvPr>
          <p:cNvSpPr>
            <a:spLocks xmlns:a="http://schemas.openxmlformats.org/drawingml/2006/main" noGrp="1"/>
          </p:cNvSpPr>
          <p:nvPr/>
        </p:nvSpPr>
        <p:spPr>
          <a:xfrm xmlns:a="http://schemas.openxmlformats.org/drawingml/2006/main">
            <a:off x="9934575" y="4438650"/>
            <a:ext cx="2073212" cy="14478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93" name="dp41-comparison / n209 / text 1">
            <a:extLst xmlns:a="http://schemas.openxmlformats.org/drawingml/2006/main">
              <a:ext uri="{FF2B5EF4-FFF2-40B4-BE49-F238E27FC236}">
                <a16:creationId xmlns:a16="http://schemas.microsoft.com/office/drawing/2014/main" id="{761F5FB1-C996-4A8C-AD43-20F2D34F8413}"/>
              </a:ext>
            </a:extLst>
          </p:cNvPr>
          <p:cNvSpPr>
            <a:spLocks xmlns:a="http://schemas.openxmlformats.org/drawingml/2006/main" noGrp="1"/>
          </p:cNvSpPr>
          <p:nvPr/>
        </p:nvSpPr>
        <p:spPr>
          <a:xfrm xmlns:a="http://schemas.openxmlformats.org/drawingml/2006/main">
            <a:off x="9953625" y="4448175"/>
            <a:ext cx="2524125"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필요 시: 특정 항목만 모델에 해석 요청</a:t>
            </a:r>
          </a:p>
        </p:txBody>
      </p:sp>
      <p:sp>
        <p:nvSpPr>
          <p:cNvPr id="294" name="dp41-comparison / n210">
            <a:extLst xmlns:a="http://schemas.openxmlformats.org/drawingml/2006/main">
              <a:ext uri="{FF2B5EF4-FFF2-40B4-BE49-F238E27FC236}">
                <a16:creationId xmlns:a16="http://schemas.microsoft.com/office/drawing/2014/main" id="{6B43E7E4-4D3F-4679-B154-E95F398F25C3}"/>
              </a:ext>
            </a:extLst>
          </p:cNvPr>
          <p:cNvSpPr>
            <a:spLocks xmlns:a="http://schemas.openxmlformats.org/drawingml/2006/main" noGrp="1"/>
          </p:cNvSpPr>
          <p:nvPr/>
        </p:nvSpPr>
        <p:spPr>
          <a:xfrm xmlns:a="http://schemas.openxmlformats.org/drawingml/2006/main">
            <a:off x="9953625" y="4667250"/>
            <a:ext cx="2333625" cy="1143000"/>
          </a:xfrm>
          <a:custGeom xmlns:a="http://schemas.openxmlformats.org/drawingml/2006/main">
            <a:pathLst>
              <a:path w="2333625" h="1143000">
                <a:moveTo>
                  <a:pt x="0" y="0"/>
                </a:moveTo>
                <a:lnTo>
                  <a:pt x="2162175" y="0"/>
                </a:lnTo>
                <a:lnTo>
                  <a:pt x="2333625" y="171450"/>
                </a:lnTo>
                <a:lnTo>
                  <a:pt x="2333625" y="1143000"/>
                </a:lnTo>
                <a:lnTo>
                  <a:pt x="0" y="1143000"/>
                </a:lnTo>
                <a:close/>
              </a:path>
            </a:pathLst>
          </a:custGeom>
          <a:solidFill xmlns:a="http://schemas.openxmlformats.org/drawingml/2006/main">
            <a:srgbClr val="FFFFFF"/>
          </a:solidFill>
          <a:ln xmlns:a="http://schemas.openxmlformats.org/drawingml/2006/main" w="9525">
            <a:solidFill>
              <a:srgbClr val="000000"/>
            </a:solidFill>
            <a:prstDash val="solid"/>
          </a:ln>
        </p:spPr>
      </p:sp>
      <p:sp>
        <p:nvSpPr>
          <p:cNvPr id="295" name="dp41-comparison / n210 / fold">
            <a:extLst xmlns:a="http://schemas.openxmlformats.org/drawingml/2006/main">
              <a:ext uri="{FF2B5EF4-FFF2-40B4-BE49-F238E27FC236}">
                <a16:creationId xmlns:a16="http://schemas.microsoft.com/office/drawing/2014/main" id="{AF29C8B8-2E36-453A-9B4C-34767073ADF2}"/>
              </a:ext>
            </a:extLst>
          </p:cNvPr>
          <p:cNvSpPr>
            <a:spLocks xmlns:a="http://schemas.openxmlformats.org/drawingml/2006/main" noGrp="1"/>
          </p:cNvSpPr>
          <p:nvPr/>
        </p:nvSpPr>
        <p:spPr>
          <a:xfrm xmlns:a="http://schemas.openxmlformats.org/drawingml/2006/main">
            <a:off x="12115800" y="4667250"/>
            <a:ext cx="171450" cy="171450"/>
          </a:xfrm>
          <a:custGeom xmlns:a="http://schemas.openxmlformats.org/drawingml/2006/main">
            <a:pathLst>
              <a:path w="171450" h="171450">
                <a:moveTo>
                  <a:pt x="0" y="0"/>
                </a:moveTo>
                <a:lnTo>
                  <a:pt x="0" y="171450"/>
                </a:lnTo>
                <a:lnTo>
                  <a:pt x="171450" y="171450"/>
                </a:lnTo>
              </a:path>
            </a:pathLst>
          </a:custGeom>
          <a:noFill xmlns:a="http://schemas.openxmlformats.org/drawingml/2006/main"/>
          <a:ln xmlns:a="http://schemas.openxmlformats.org/drawingml/2006/main" w="9525">
            <a:solidFill>
              <a:srgbClr val="000000"/>
            </a:solidFill>
            <a:prstDash val="solid"/>
          </a:ln>
        </p:spPr>
      </p:sp>
      <p:sp>
        <p:nvSpPr>
          <p:cNvPr id="296" name="dp41-comparison / n211 / text 1">
            <a:extLst xmlns:a="http://schemas.openxmlformats.org/drawingml/2006/main">
              <a:ext uri="{FF2B5EF4-FFF2-40B4-BE49-F238E27FC236}">
                <a16:creationId xmlns:a16="http://schemas.microsoft.com/office/drawing/2014/main" id="{31B04537-4D51-427E-B1AE-9010E7BD5CE6}"/>
              </a:ext>
            </a:extLst>
          </p:cNvPr>
          <p:cNvSpPr>
            <a:spLocks xmlns:a="http://schemas.openxmlformats.org/drawingml/2006/main" noGrp="1"/>
          </p:cNvSpPr>
          <p:nvPr/>
        </p:nvSpPr>
        <p:spPr>
          <a:xfrm xmlns:a="http://schemas.openxmlformats.org/drawingml/2006/main">
            <a:off x="10048875" y="4724400"/>
            <a:ext cx="2066925"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모델 출력: RequestFrame (필드 축약)</a:t>
            </a:r>
          </a:p>
        </p:txBody>
      </p:sp>
      <p:sp>
        <p:nvSpPr>
          <p:cNvPr id="297" name="dp41-comparison / n211 / text 2">
            <a:extLst xmlns:a="http://schemas.openxmlformats.org/drawingml/2006/main">
              <a:ext uri="{FF2B5EF4-FFF2-40B4-BE49-F238E27FC236}">
                <a16:creationId xmlns:a16="http://schemas.microsoft.com/office/drawing/2014/main" id="{87613940-EA41-437B-9F6E-F99AF4F9E06D}"/>
              </a:ext>
            </a:extLst>
          </p:cNvPr>
          <p:cNvSpPr>
            <a:spLocks xmlns:a="http://schemas.openxmlformats.org/drawingml/2006/main" noGrp="1"/>
          </p:cNvSpPr>
          <p:nvPr/>
        </p:nvSpPr>
        <p:spPr>
          <a:xfrm xmlns:a="http://schemas.openxmlformats.org/drawingml/2006/main">
            <a:off x="10048875" y="4838700"/>
            <a:ext cx="2066925"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schema_version:1 / input_ref:Input1</a:t>
            </a:r>
          </a:p>
        </p:txBody>
      </p:sp>
      <p:sp>
        <p:nvSpPr>
          <p:cNvPr id="298" name="dp41-comparison / n211 / text 3">
            <a:extLst xmlns:a="http://schemas.openxmlformats.org/drawingml/2006/main">
              <a:ext uri="{FF2B5EF4-FFF2-40B4-BE49-F238E27FC236}">
                <a16:creationId xmlns:a16="http://schemas.microsoft.com/office/drawing/2014/main" id="{9D0288BA-86C5-4632-84E5-BC1CE9984CDF}"/>
              </a:ext>
            </a:extLst>
          </p:cNvPr>
          <p:cNvSpPr>
            <a:spLocks xmlns:a="http://schemas.openxmlformats.org/drawingml/2006/main" noGrp="1"/>
          </p:cNvSpPr>
          <p:nvPr/>
        </p:nvSpPr>
        <p:spPr>
          <a:xfrm xmlns:a="http://schemas.openxmlformats.org/drawingml/2006/main">
            <a:off x="10048875" y="4953000"/>
            <a:ext cx="2066925"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goals: G1=UPDATE_TASK(report,table)</a:t>
            </a:r>
          </a:p>
        </p:txBody>
      </p:sp>
      <p:sp>
        <p:nvSpPr>
          <p:cNvPr id="299" name="dp41-comparison / n211 / text 4">
            <a:extLst xmlns:a="http://schemas.openxmlformats.org/drawingml/2006/main">
              <a:ext uri="{FF2B5EF4-FFF2-40B4-BE49-F238E27FC236}">
                <a16:creationId xmlns:a16="http://schemas.microsoft.com/office/drawing/2014/main" id="{A60AC3D3-A386-4498-B6BB-677B0039407B}"/>
              </a:ext>
            </a:extLst>
          </p:cNvPr>
          <p:cNvSpPr>
            <a:spLocks xmlns:a="http://schemas.openxmlformats.org/drawingml/2006/main" noGrp="1"/>
          </p:cNvSpPr>
          <p:nvPr/>
        </p:nvSpPr>
        <p:spPr>
          <a:xfrm xmlns:a="http://schemas.openxmlformats.org/drawingml/2006/main">
            <a:off x="10048875" y="5067300"/>
            <a:ext cx="2066925"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  G2=NEW_TASK(메일 초안)</a:t>
            </a:r>
          </a:p>
        </p:txBody>
      </p:sp>
      <p:sp>
        <p:nvSpPr>
          <p:cNvPr id="300" name="dp41-comparison / n211 / text 5">
            <a:extLst xmlns:a="http://schemas.openxmlformats.org/drawingml/2006/main">
              <a:ext uri="{FF2B5EF4-FFF2-40B4-BE49-F238E27FC236}">
                <a16:creationId xmlns:a16="http://schemas.microsoft.com/office/drawing/2014/main" id="{ED4ED52E-159D-4999-B899-2489687E9D90}"/>
              </a:ext>
            </a:extLst>
          </p:cNvPr>
          <p:cNvSpPr>
            <a:spLocks xmlns:a="http://schemas.openxmlformats.org/drawingml/2006/main" noGrp="1"/>
          </p:cNvSpPr>
          <p:nvPr/>
        </p:nvSpPr>
        <p:spPr>
          <a:xfrm xmlns:a="http://schemas.openxmlformats.org/drawingml/2006/main">
            <a:off x="10048875" y="5181600"/>
            <a:ext cx="2066925"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references: report=RECENT_TASK("보고서")</a:t>
            </a:r>
          </a:p>
        </p:txBody>
      </p:sp>
      <p:sp>
        <p:nvSpPr>
          <p:cNvPr id="301" name="dp41-comparison / n211 / text 6">
            <a:extLst xmlns:a="http://schemas.openxmlformats.org/drawingml/2006/main">
              <a:ext uri="{FF2B5EF4-FFF2-40B4-BE49-F238E27FC236}">
                <a16:creationId xmlns:a16="http://schemas.microsoft.com/office/drawing/2014/main" id="{EC459980-2728-4398-BD0D-C4E92237E57B}"/>
              </a:ext>
            </a:extLst>
          </p:cNvPr>
          <p:cNvSpPr>
            <a:spLocks xmlns:a="http://schemas.openxmlformats.org/drawingml/2006/main" noGrp="1"/>
          </p:cNvSpPr>
          <p:nvPr/>
        </p:nvSpPr>
        <p:spPr>
          <a:xfrm xmlns:a="http://schemas.openxmlformats.org/drawingml/2006/main">
            <a:off x="10048875" y="5295900"/>
            <a:ext cx="2066925"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  table=INPUT_SELECTION</a:t>
            </a:r>
          </a:p>
        </p:txBody>
      </p:sp>
      <p:sp>
        <p:nvSpPr>
          <p:cNvPr id="302" name="dp41-comparison / n211 / text 7">
            <a:extLst xmlns:a="http://schemas.openxmlformats.org/drawingml/2006/main">
              <a:ext uri="{FF2B5EF4-FFF2-40B4-BE49-F238E27FC236}">
                <a16:creationId xmlns:a16="http://schemas.microsoft.com/office/drawing/2014/main" id="{E4B0E954-4A52-40F8-B32C-082C73CE5A20}"/>
              </a:ext>
            </a:extLst>
          </p:cNvPr>
          <p:cNvSpPr>
            <a:spLocks xmlns:a="http://schemas.openxmlformats.org/drawingml/2006/main" noGrp="1"/>
          </p:cNvSpPr>
          <p:nvPr/>
        </p:nvSpPr>
        <p:spPr>
          <a:xfrm xmlns:a="http://schemas.openxmlformats.org/drawingml/2006/main">
            <a:off x="10048875" y="5410200"/>
            <a:ext cx="2066925"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relations: USE_RESULT(G1 → G2)</a:t>
            </a:r>
          </a:p>
        </p:txBody>
      </p:sp>
      <p:sp>
        <p:nvSpPr>
          <p:cNvPr id="303" name="dp41-comparison / n211 / text 8">
            <a:extLst xmlns:a="http://schemas.openxmlformats.org/drawingml/2006/main">
              <a:ext uri="{FF2B5EF4-FFF2-40B4-BE49-F238E27FC236}">
                <a16:creationId xmlns:a16="http://schemas.microsoft.com/office/drawing/2014/main" id="{68B62342-31A0-4E31-B5C9-6A948D88B473}"/>
              </a:ext>
            </a:extLst>
          </p:cNvPr>
          <p:cNvSpPr>
            <a:spLocks xmlns:a="http://schemas.openxmlformats.org/drawingml/2006/main" noGrp="1"/>
          </p:cNvSpPr>
          <p:nvPr/>
        </p:nvSpPr>
        <p:spPr>
          <a:xfrm xmlns:a="http://schemas.openxmlformats.org/drawingml/2006/main">
            <a:off x="10048875" y="5524500"/>
            <a:ext cx="2066925"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constraints: FORBID_ACTION(G2, SEND)</a:t>
            </a:r>
          </a:p>
        </p:txBody>
      </p:sp>
      <p:sp>
        <p:nvSpPr>
          <p:cNvPr id="304" name="dp41-comparison / n211 / text 9">
            <a:extLst xmlns:a="http://schemas.openxmlformats.org/drawingml/2006/main">
              <a:ext uri="{FF2B5EF4-FFF2-40B4-BE49-F238E27FC236}">
                <a16:creationId xmlns:a16="http://schemas.microsoft.com/office/drawing/2014/main" id="{718B8D4E-8744-490E-86D6-59A1C18766A5}"/>
              </a:ext>
            </a:extLst>
          </p:cNvPr>
          <p:cNvSpPr>
            <a:spLocks xmlns:a="http://schemas.openxmlformats.org/drawingml/2006/main" noGrp="1"/>
          </p:cNvSpPr>
          <p:nvPr/>
        </p:nvSpPr>
        <p:spPr>
          <a:xfrm xmlns:a="http://schemas.openxmlformats.org/drawingml/2006/main">
            <a:off x="10048875" y="5638800"/>
            <a:ext cx="2066925"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unparsed_spans:[] / 실제 Task는 미확정</a:t>
            </a:r>
          </a:p>
        </p:txBody>
      </p:sp>
      <p:sp>
        <p:nvSpPr>
          <p:cNvPr id="305" name="dp41-comparison / n212">
            <a:extLst xmlns:a="http://schemas.openxmlformats.org/drawingml/2006/main">
              <a:ext uri="{FF2B5EF4-FFF2-40B4-BE49-F238E27FC236}">
                <a16:creationId xmlns:a16="http://schemas.microsoft.com/office/drawing/2014/main" id="{B2C4D3D1-3D07-420F-B877-E4A5D7D4430B}"/>
              </a:ext>
            </a:extLst>
          </p:cNvPr>
          <p:cNvSpPr>
            <a:spLocks xmlns:a="http://schemas.openxmlformats.org/drawingml/2006/main" noGrp="1"/>
          </p:cNvSpPr>
          <p:nvPr/>
        </p:nvSpPr>
        <p:spPr>
          <a:xfrm xmlns:a="http://schemas.openxmlformats.org/drawingml/2006/main">
            <a:off x="9953625" y="5848350"/>
            <a:ext cx="2333625" cy="495300"/>
          </a:xfrm>
          <a:custGeom xmlns:a="http://schemas.openxmlformats.org/drawingml/2006/main">
            <a:pathLst>
              <a:path w="2333625" h="495300">
                <a:moveTo>
                  <a:pt x="0" y="0"/>
                </a:moveTo>
                <a:lnTo>
                  <a:pt x="2162175" y="0"/>
                </a:lnTo>
                <a:lnTo>
                  <a:pt x="2333625" y="171450"/>
                </a:lnTo>
                <a:lnTo>
                  <a:pt x="2333625" y="495300"/>
                </a:lnTo>
                <a:lnTo>
                  <a:pt x="0" y="495300"/>
                </a:lnTo>
                <a:close/>
              </a:path>
            </a:pathLst>
          </a:custGeom>
          <a:solidFill xmlns:a="http://schemas.openxmlformats.org/drawingml/2006/main">
            <a:srgbClr val="FFFFFF"/>
          </a:solidFill>
          <a:ln xmlns:a="http://schemas.openxmlformats.org/drawingml/2006/main" w="9525">
            <a:solidFill>
              <a:srgbClr val="000000"/>
            </a:solidFill>
            <a:prstDash val="solid"/>
          </a:ln>
        </p:spPr>
      </p:sp>
      <p:sp>
        <p:nvSpPr>
          <p:cNvPr id="306" name="dp41-comparison / n212 / fold">
            <a:extLst xmlns:a="http://schemas.openxmlformats.org/drawingml/2006/main">
              <a:ext uri="{FF2B5EF4-FFF2-40B4-BE49-F238E27FC236}">
                <a16:creationId xmlns:a16="http://schemas.microsoft.com/office/drawing/2014/main" id="{75328840-3CA3-4B99-8933-2D676ED5A2C9}"/>
              </a:ext>
            </a:extLst>
          </p:cNvPr>
          <p:cNvSpPr>
            <a:spLocks xmlns:a="http://schemas.openxmlformats.org/drawingml/2006/main" noGrp="1"/>
          </p:cNvSpPr>
          <p:nvPr/>
        </p:nvSpPr>
        <p:spPr>
          <a:xfrm xmlns:a="http://schemas.openxmlformats.org/drawingml/2006/main">
            <a:off x="12115800" y="5848350"/>
            <a:ext cx="171450" cy="171450"/>
          </a:xfrm>
          <a:custGeom xmlns:a="http://schemas.openxmlformats.org/drawingml/2006/main">
            <a:pathLst>
              <a:path w="171450" h="171450">
                <a:moveTo>
                  <a:pt x="0" y="0"/>
                </a:moveTo>
                <a:lnTo>
                  <a:pt x="0" y="171450"/>
                </a:lnTo>
                <a:lnTo>
                  <a:pt x="171450" y="171450"/>
                </a:lnTo>
              </a:path>
            </a:pathLst>
          </a:custGeom>
          <a:noFill xmlns:a="http://schemas.openxmlformats.org/drawingml/2006/main"/>
          <a:ln xmlns:a="http://schemas.openxmlformats.org/drawingml/2006/main" w="9525">
            <a:solidFill>
              <a:srgbClr val="000000"/>
            </a:solidFill>
            <a:prstDash val="solid"/>
          </a:ln>
        </p:spPr>
      </p:sp>
      <p:sp>
        <p:nvSpPr>
          <p:cNvPr id="307" name="dp41-comparison / n213 / text 1">
            <a:extLst xmlns:a="http://schemas.openxmlformats.org/drawingml/2006/main">
              <a:ext uri="{FF2B5EF4-FFF2-40B4-BE49-F238E27FC236}">
                <a16:creationId xmlns:a16="http://schemas.microsoft.com/office/drawing/2014/main" id="{4D44947F-257C-4FCB-A875-E8AB992095B8}"/>
              </a:ext>
            </a:extLst>
          </p:cNvPr>
          <p:cNvSpPr>
            <a:spLocks xmlns:a="http://schemas.openxmlformats.org/drawingml/2006/main" noGrp="1"/>
          </p:cNvSpPr>
          <p:nvPr/>
        </p:nvSpPr>
        <p:spPr>
          <a:xfrm xmlns:a="http://schemas.openxmlformats.org/drawingml/2006/main">
            <a:off x="10048875" y="5905500"/>
            <a:ext cx="2066925"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코드가 만든 MeaningProposal</a:t>
            </a:r>
          </a:p>
        </p:txBody>
      </p:sp>
      <p:sp>
        <p:nvSpPr>
          <p:cNvPr id="308" name="dp41-comparison / n213 / text 2">
            <a:extLst xmlns:a="http://schemas.openxmlformats.org/drawingml/2006/main">
              <a:ext uri="{FF2B5EF4-FFF2-40B4-BE49-F238E27FC236}">
                <a16:creationId xmlns:a16="http://schemas.microsoft.com/office/drawing/2014/main" id="{D7485953-EB2D-4A0F-A9A4-FEECD582E8FB}"/>
              </a:ext>
            </a:extLst>
          </p:cNvPr>
          <p:cNvSpPr>
            <a:spLocks xmlns:a="http://schemas.openxmlformats.org/drawingml/2006/main" noGrp="1"/>
          </p:cNvSpPr>
          <p:nvPr/>
        </p:nvSpPr>
        <p:spPr>
          <a:xfrm xmlns:a="http://schemas.openxmlformats.org/drawingml/2006/main">
            <a:off x="10048875" y="6031230"/>
            <a:ext cx="2066925"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확인 뒤 Task1 + 표 / 결과로 초안</a:t>
            </a:r>
          </a:p>
        </p:txBody>
      </p:sp>
      <p:sp>
        <p:nvSpPr>
          <p:cNvPr id="309" name="dp41-comparison / n213 / text 3">
            <a:extLst xmlns:a="http://schemas.openxmlformats.org/drawingml/2006/main">
              <a:ext uri="{FF2B5EF4-FFF2-40B4-BE49-F238E27FC236}">
                <a16:creationId xmlns:a16="http://schemas.microsoft.com/office/drawing/2014/main" id="{889FE802-53E4-4541-A9ED-9230C72805C3}"/>
              </a:ext>
            </a:extLst>
          </p:cNvPr>
          <p:cNvSpPr>
            <a:spLocks xmlns:a="http://schemas.openxmlformats.org/drawingml/2006/main" noGrp="1"/>
          </p:cNvSpPr>
          <p:nvPr/>
        </p:nvSpPr>
        <p:spPr>
          <a:xfrm xmlns:a="http://schemas.openxmlformats.org/drawingml/2006/main">
            <a:off x="10048875" y="6156960"/>
            <a:ext cx="2066925"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전송 금지 유지</a:t>
            </a:r>
          </a:p>
        </p:txBody>
      </p:sp>
      <p:sp>
        <p:nvSpPr>
          <p:cNvPr id="310" name="dp41-comparison / n214">
            <a:extLst xmlns:a="http://schemas.openxmlformats.org/drawingml/2006/main">
              <a:ext uri="{FF2B5EF4-FFF2-40B4-BE49-F238E27FC236}">
                <a16:creationId xmlns:a16="http://schemas.microsoft.com/office/drawing/2014/main" id="{63B000F1-A95A-44A4-9169-DBAF09B2CF1A}"/>
              </a:ext>
            </a:extLst>
          </p:cNvPr>
          <p:cNvSpPr>
            <a:spLocks xmlns:a="http://schemas.openxmlformats.org/drawingml/2006/main" noGrp="1"/>
          </p:cNvSpPr>
          <p:nvPr/>
        </p:nvSpPr>
        <p:spPr>
          <a:xfrm xmlns:a="http://schemas.openxmlformats.org/drawingml/2006/main">
            <a:off x="12887325" y="3648075"/>
            <a:ext cx="2619566" cy="16764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311" name="dp41-comparison / n215 / text 1">
            <a:extLst xmlns:a="http://schemas.openxmlformats.org/drawingml/2006/main">
              <a:ext uri="{FF2B5EF4-FFF2-40B4-BE49-F238E27FC236}">
                <a16:creationId xmlns:a16="http://schemas.microsoft.com/office/drawing/2014/main" id="{28AD699F-116F-485A-A323-EDE6A932B444}"/>
              </a:ext>
            </a:extLst>
          </p:cNvPr>
          <p:cNvSpPr>
            <a:spLocks xmlns:a="http://schemas.openxmlformats.org/drawingml/2006/main" noGrp="1"/>
          </p:cNvSpPr>
          <p:nvPr/>
        </p:nvSpPr>
        <p:spPr>
          <a:xfrm xmlns:a="http://schemas.openxmlformats.org/drawingml/2006/main">
            <a:off x="12906375" y="3657600"/>
            <a:ext cx="4572000" cy="17954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75" b="0">
                <a:solidFill>
                  <a:srgbClr val="000000"/>
                </a:solidFill>
                <a:latin typeface="Apple SD Gothic Neo"/>
                <a:ea typeface="Apple SD Gothic Neo"/>
                <a:cs typeface="Apple SD Gothic Neo"/>
              </a:defRPr>
            </a:pPr>
            <a:r>
              <a:rPr sz="975" b="0">
                <a:solidFill>
                  <a:srgbClr val="000000"/>
                </a:solidFill>
                <a:latin typeface="Apple SD Gothic Neo"/>
                <a:ea typeface="Apple SD Gothic Neo"/>
                <a:cs typeface="Apple SD Gothic Neo"/>
              </a:rPr>
              <a:t>다음 처리 결정과 전체 결합: Engine 코드</a:t>
            </a:r>
          </a:p>
        </p:txBody>
      </p:sp>
      <p:sp>
        <p:nvSpPr>
          <p:cNvPr id="312" name="dp41-comparison / n225">
            <a:extLst xmlns:a="http://schemas.openxmlformats.org/drawingml/2006/main">
              <a:ext uri="{FF2B5EF4-FFF2-40B4-BE49-F238E27FC236}">
                <a16:creationId xmlns:a16="http://schemas.microsoft.com/office/drawing/2014/main" id="{F8DFB982-7131-49A9-8310-D1BB2ECB71D6}"/>
              </a:ext>
            </a:extLst>
          </p:cNvPr>
          <p:cNvSpPr>
            <a:spLocks xmlns:a="http://schemas.openxmlformats.org/drawingml/2006/main" noGrp="1"/>
          </p:cNvSpPr>
          <p:nvPr/>
        </p:nvSpPr>
        <p:spPr>
          <a:xfrm xmlns:a="http://schemas.openxmlformats.org/drawingml/2006/main">
            <a:off x="9934575" y="6657975"/>
            <a:ext cx="2213610" cy="1905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313" name="dp41-comparison / n226 / text 1">
            <a:extLst xmlns:a="http://schemas.openxmlformats.org/drawingml/2006/main">
              <a:ext uri="{FF2B5EF4-FFF2-40B4-BE49-F238E27FC236}">
                <a16:creationId xmlns:a16="http://schemas.microsoft.com/office/drawing/2014/main" id="{737B7D24-6CCE-48F4-AD74-76F8A5351B82}"/>
              </a:ext>
            </a:extLst>
          </p:cNvPr>
          <p:cNvSpPr>
            <a:spLocks xmlns:a="http://schemas.openxmlformats.org/drawingml/2006/main" noGrp="1"/>
          </p:cNvSpPr>
          <p:nvPr/>
        </p:nvSpPr>
        <p:spPr>
          <a:xfrm xmlns:a="http://schemas.openxmlformats.org/drawingml/2006/main">
            <a:off x="9953625" y="6667500"/>
            <a:ext cx="2571750"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0">
                <a:solidFill>
                  <a:srgbClr val="000000"/>
                </a:solidFill>
                <a:latin typeface="Apple SD Gothic Neo"/>
                <a:ea typeface="Apple SD Gothic Neo"/>
                <a:cs typeface="Apple SD Gothic Neo"/>
              </a:defRPr>
            </a:pPr>
            <a:r>
              <a:rPr sz="1125" b="0">
                <a:solidFill>
                  <a:srgbClr val="000000"/>
                </a:solidFill>
                <a:latin typeface="Apple SD Gothic Neo"/>
                <a:ea typeface="Apple SD Gothic Neo"/>
                <a:cs typeface="Apple SD Gothic Neo"/>
              </a:rPr>
              <a:t>정보 / 대화 / Task 기록 조회</a:t>
            </a:r>
          </a:p>
        </p:txBody>
      </p:sp>
      <p:sp>
        <p:nvSpPr>
          <p:cNvPr id="314" name="dp41-comparison / n228">
            <a:extLst xmlns:a="http://schemas.openxmlformats.org/drawingml/2006/main">
              <a:ext uri="{FF2B5EF4-FFF2-40B4-BE49-F238E27FC236}">
                <a16:creationId xmlns:a16="http://schemas.microsoft.com/office/drawing/2014/main" id="{73F55E0C-675B-4FAA-A455-C941A6B4BC9D}"/>
              </a:ext>
            </a:extLst>
          </p:cNvPr>
          <p:cNvSpPr>
            <a:spLocks xmlns:a="http://schemas.openxmlformats.org/drawingml/2006/main" noGrp="1"/>
          </p:cNvSpPr>
          <p:nvPr/>
        </p:nvSpPr>
        <p:spPr>
          <a:xfrm xmlns:a="http://schemas.openxmlformats.org/drawingml/2006/main">
            <a:off x="9934575" y="7086600"/>
            <a:ext cx="2484501" cy="17907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315" name="dp41-comparison / n229 / text 1">
            <a:extLst xmlns:a="http://schemas.openxmlformats.org/drawingml/2006/main">
              <a:ext uri="{FF2B5EF4-FFF2-40B4-BE49-F238E27FC236}">
                <a16:creationId xmlns:a16="http://schemas.microsoft.com/office/drawing/2014/main" id="{2B071236-DD24-432C-8E0E-777B2DED0AE5}"/>
              </a:ext>
            </a:extLst>
          </p:cNvPr>
          <p:cNvSpPr>
            <a:spLocks xmlns:a="http://schemas.openxmlformats.org/drawingml/2006/main" noGrp="1"/>
          </p:cNvSpPr>
          <p:nvPr/>
        </p:nvSpPr>
        <p:spPr>
          <a:xfrm xmlns:a="http://schemas.openxmlformats.org/drawingml/2006/main">
            <a:off x="9953625" y="7096125"/>
            <a:ext cx="7620000" cy="19335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0">
                <a:solidFill>
                  <a:srgbClr val="000000"/>
                </a:solidFill>
                <a:latin typeface="Apple SD Gothic Neo"/>
                <a:ea typeface="Apple SD Gothic Neo"/>
                <a:cs typeface="Apple SD Gothic Neo"/>
              </a:defRPr>
            </a:pPr>
            <a:r>
              <a:rPr sz="1050" b="0">
                <a:solidFill>
                  <a:srgbClr val="000000"/>
                </a:solidFill>
                <a:latin typeface="Apple SD Gothic Neo"/>
                <a:ea typeface="Apple SD Gothic Neo"/>
                <a:cs typeface="Apple SD Gothic Neo"/>
              </a:rPr>
              <a:t>실행 순서도 — 반복 제어와 종료 조건</a:t>
            </a:r>
          </a:p>
        </p:txBody>
      </p:sp>
      <p:sp>
        <p:nvSpPr>
          <p:cNvPr id="316" name="dp41-comparison / n245">
            <a:extLst xmlns:a="http://schemas.openxmlformats.org/drawingml/2006/main">
              <a:ext uri="{FF2B5EF4-FFF2-40B4-BE49-F238E27FC236}">
                <a16:creationId xmlns:a16="http://schemas.microsoft.com/office/drawing/2014/main" id="{A49747BD-23F2-4867-BD11-9BE1A48EB06C}"/>
              </a:ext>
            </a:extLst>
          </p:cNvPr>
          <p:cNvSpPr>
            <a:spLocks xmlns:a="http://schemas.openxmlformats.org/drawingml/2006/main" noGrp="1"/>
          </p:cNvSpPr>
          <p:nvPr/>
        </p:nvSpPr>
        <p:spPr>
          <a:xfrm xmlns:a="http://schemas.openxmlformats.org/drawingml/2006/main">
            <a:off x="15230475" y="7324725"/>
            <a:ext cx="323850" cy="16764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317" name="dp41-comparison / n246 / text 1">
            <a:extLst xmlns:a="http://schemas.openxmlformats.org/drawingml/2006/main">
              <a:ext uri="{FF2B5EF4-FFF2-40B4-BE49-F238E27FC236}">
                <a16:creationId xmlns:a16="http://schemas.microsoft.com/office/drawing/2014/main" id="{CB03F25B-9962-4258-A8C3-CC3AE195DC48}"/>
              </a:ext>
            </a:extLst>
          </p:cNvPr>
          <p:cNvSpPr>
            <a:spLocks xmlns:a="http://schemas.openxmlformats.org/drawingml/2006/main" noGrp="1"/>
          </p:cNvSpPr>
          <p:nvPr/>
        </p:nvSpPr>
        <p:spPr>
          <a:xfrm xmlns:a="http://schemas.openxmlformats.org/drawingml/2006/main">
            <a:off x="15249525" y="7334250"/>
            <a:ext cx="523875" cy="17954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75" b="0">
                <a:solidFill>
                  <a:srgbClr val="000000"/>
                </a:solidFill>
                <a:latin typeface="Apple SD Gothic Neo"/>
                <a:ea typeface="Apple SD Gothic Neo"/>
                <a:cs typeface="Apple SD Gothic Neo"/>
              </a:defRPr>
            </a:pPr>
            <a:r>
              <a:rPr sz="975" b="0">
                <a:solidFill>
                  <a:srgbClr val="000000"/>
                </a:solidFill>
                <a:latin typeface="Apple SD Gothic Neo"/>
                <a:ea typeface="Apple SD Gothic Neo"/>
                <a:cs typeface="Apple SD Gothic Neo"/>
              </a:rPr>
              <a:t>조회</a:t>
            </a:r>
          </a:p>
        </p:txBody>
      </p:sp>
      <p:sp>
        <p:nvSpPr>
          <p:cNvPr id="318" name="dp41-comparison / n248">
            <a:extLst xmlns:a="http://schemas.openxmlformats.org/drawingml/2006/main">
              <a:ext uri="{FF2B5EF4-FFF2-40B4-BE49-F238E27FC236}">
                <a16:creationId xmlns:a16="http://schemas.microsoft.com/office/drawing/2014/main" id="{FFE24976-BC74-420F-8FEF-C92752EEEFDD}"/>
              </a:ext>
            </a:extLst>
          </p:cNvPr>
          <p:cNvSpPr>
            <a:spLocks xmlns:a="http://schemas.openxmlformats.org/drawingml/2006/main" noGrp="1"/>
          </p:cNvSpPr>
          <p:nvPr/>
        </p:nvSpPr>
        <p:spPr>
          <a:xfrm xmlns:a="http://schemas.openxmlformats.org/drawingml/2006/main">
            <a:off x="15316200" y="7791450"/>
            <a:ext cx="1921193" cy="16764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319" name="dp41-comparison / n249 / text 1">
            <a:extLst xmlns:a="http://schemas.openxmlformats.org/drawingml/2006/main">
              <a:ext uri="{FF2B5EF4-FFF2-40B4-BE49-F238E27FC236}">
                <a16:creationId xmlns:a16="http://schemas.microsoft.com/office/drawing/2014/main" id="{D12DB6C2-5CDC-44C9-83BD-80A6EC0CE9E0}"/>
              </a:ext>
            </a:extLst>
          </p:cNvPr>
          <p:cNvSpPr>
            <a:spLocks xmlns:a="http://schemas.openxmlformats.org/drawingml/2006/main" noGrp="1"/>
          </p:cNvSpPr>
          <p:nvPr/>
        </p:nvSpPr>
        <p:spPr>
          <a:xfrm xmlns:a="http://schemas.openxmlformats.org/drawingml/2006/main">
            <a:off x="15335250" y="7800975"/>
            <a:ext cx="2095500" cy="17954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75" b="0">
                <a:solidFill>
                  <a:srgbClr val="000000"/>
                </a:solidFill>
                <a:latin typeface="Apple SD Gothic Neo"/>
                <a:ea typeface="Apple SD Gothic Neo"/>
                <a:cs typeface="Apple SD Gothic Neo"/>
              </a:defRPr>
            </a:pPr>
            <a:r>
              <a:rPr sz="975" b="0">
                <a:solidFill>
                  <a:srgbClr val="000000"/>
                </a:solidFill>
                <a:latin typeface="Apple SD Gothic Neo"/>
                <a:ea typeface="Apple SD Gothic Neo"/>
                <a:cs typeface="Apple SD Gothic Neo"/>
              </a:rPr>
              <a:t>해결 상태 갱신 후 코드 재검사</a:t>
            </a:r>
          </a:p>
        </p:txBody>
      </p:sp>
      <p:sp>
        <p:nvSpPr>
          <p:cNvPr id="320" name="dp41-comparison / n251">
            <a:extLst xmlns:a="http://schemas.openxmlformats.org/drawingml/2006/main">
              <a:ext uri="{FF2B5EF4-FFF2-40B4-BE49-F238E27FC236}">
                <a16:creationId xmlns:a16="http://schemas.microsoft.com/office/drawing/2014/main" id="{699AD46E-5C45-4612-8712-42AD033B6BF9}"/>
              </a:ext>
            </a:extLst>
          </p:cNvPr>
          <p:cNvSpPr>
            <a:spLocks xmlns:a="http://schemas.openxmlformats.org/drawingml/2006/main" noGrp="1"/>
          </p:cNvSpPr>
          <p:nvPr/>
        </p:nvSpPr>
        <p:spPr>
          <a:xfrm xmlns:a="http://schemas.openxmlformats.org/drawingml/2006/main">
            <a:off x="12325350" y="7905750"/>
            <a:ext cx="1529906" cy="16764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321" name="dp41-comparison / n252 / text 1">
            <a:extLst xmlns:a="http://schemas.openxmlformats.org/drawingml/2006/main">
              <a:ext uri="{FF2B5EF4-FFF2-40B4-BE49-F238E27FC236}">
                <a16:creationId xmlns:a16="http://schemas.microsoft.com/office/drawing/2014/main" id="{2FE1F75C-E254-44F1-A365-267B957ACA99}"/>
              </a:ext>
            </a:extLst>
          </p:cNvPr>
          <p:cNvSpPr>
            <a:spLocks xmlns:a="http://schemas.openxmlformats.org/drawingml/2006/main" noGrp="1"/>
          </p:cNvSpPr>
          <p:nvPr/>
        </p:nvSpPr>
        <p:spPr>
          <a:xfrm xmlns:a="http://schemas.openxmlformats.org/drawingml/2006/main">
            <a:off x="12344400" y="7915275"/>
            <a:ext cx="2114550" cy="17954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75" b="0">
                <a:solidFill>
                  <a:srgbClr val="000000"/>
                </a:solidFill>
                <a:latin typeface="Apple SD Gothic Neo"/>
                <a:ea typeface="Apple SD Gothic Neo"/>
                <a:cs typeface="Apple SD Gothic Neo"/>
              </a:defRPr>
            </a:pPr>
            <a:r>
              <a:rPr sz="975" b="0">
                <a:solidFill>
                  <a:srgbClr val="000000"/>
                </a:solidFill>
                <a:latin typeface="Apple SD Gothic Neo"/>
                <a:ea typeface="Apple SD Gothic Neo"/>
                <a:cs typeface="Apple SD Gothic Neo"/>
              </a:rPr>
              <a:t>의미 해석이 필요한 항목</a:t>
            </a:r>
          </a:p>
        </p:txBody>
      </p:sp>
      <p:sp>
        <p:nvSpPr>
          <p:cNvPr id="322" name="dp41-comparison / n254">
            <a:extLst xmlns:a="http://schemas.openxmlformats.org/drawingml/2006/main">
              <a:ext uri="{FF2B5EF4-FFF2-40B4-BE49-F238E27FC236}">
                <a16:creationId xmlns:a16="http://schemas.microsoft.com/office/drawing/2014/main" id="{6909B75F-399C-4E47-979A-A2EB57813DF9}"/>
              </a:ext>
            </a:extLst>
          </p:cNvPr>
          <p:cNvSpPr>
            <a:spLocks xmlns:a="http://schemas.openxmlformats.org/drawingml/2006/main" noGrp="1"/>
          </p:cNvSpPr>
          <p:nvPr/>
        </p:nvSpPr>
        <p:spPr>
          <a:xfrm xmlns:a="http://schemas.openxmlformats.org/drawingml/2006/main">
            <a:off x="9934575" y="7667625"/>
            <a:ext cx="1529906" cy="16764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323" name="dp41-comparison / n255 / text 1">
            <a:extLst xmlns:a="http://schemas.openxmlformats.org/drawingml/2006/main">
              <a:ext uri="{FF2B5EF4-FFF2-40B4-BE49-F238E27FC236}">
                <a16:creationId xmlns:a16="http://schemas.microsoft.com/office/drawing/2014/main" id="{59CBA7C2-F133-4914-B715-7AF4D0F415DB}"/>
              </a:ext>
            </a:extLst>
          </p:cNvPr>
          <p:cNvSpPr>
            <a:spLocks xmlns:a="http://schemas.openxmlformats.org/drawingml/2006/main" noGrp="1"/>
          </p:cNvSpPr>
          <p:nvPr/>
        </p:nvSpPr>
        <p:spPr>
          <a:xfrm xmlns:a="http://schemas.openxmlformats.org/drawingml/2006/main">
            <a:off x="9953625" y="7677150"/>
            <a:ext cx="2381250" cy="17954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75" b="0">
                <a:solidFill>
                  <a:srgbClr val="000000"/>
                </a:solidFill>
                <a:latin typeface="Apple SD Gothic Neo"/>
                <a:ea typeface="Apple SD Gothic Neo"/>
                <a:cs typeface="Apple SD Gothic Neo"/>
              </a:defRPr>
            </a:pPr>
            <a:r>
              <a:rPr sz="975" b="0">
                <a:solidFill>
                  <a:srgbClr val="000000"/>
                </a:solidFill>
                <a:latin typeface="Apple SD Gothic Neo"/>
                <a:ea typeface="Apple SD Gothic Neo"/>
                <a:cs typeface="Apple SD Gothic Neo"/>
              </a:rPr>
              <a:t>부분 결과를 코드에 반환</a:t>
            </a:r>
          </a:p>
        </p:txBody>
      </p:sp>
      <p:sp>
        <p:nvSpPr>
          <p:cNvPr id="324" name="dp41-comparison / n257">
            <a:extLst xmlns:a="http://schemas.openxmlformats.org/drawingml/2006/main">
              <a:ext uri="{FF2B5EF4-FFF2-40B4-BE49-F238E27FC236}">
                <a16:creationId xmlns:a16="http://schemas.microsoft.com/office/drawing/2014/main" id="{166938BA-EA15-465A-983D-191E9AEBA085}"/>
              </a:ext>
            </a:extLst>
          </p:cNvPr>
          <p:cNvSpPr>
            <a:spLocks xmlns:a="http://schemas.openxmlformats.org/drawingml/2006/main" noGrp="1"/>
          </p:cNvSpPr>
          <p:nvPr/>
        </p:nvSpPr>
        <p:spPr>
          <a:xfrm xmlns:a="http://schemas.openxmlformats.org/drawingml/2006/main">
            <a:off x="14573250" y="7905750"/>
            <a:ext cx="512445" cy="1333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325" name="dp41-comparison / n258 / text 1">
            <a:extLst xmlns:a="http://schemas.openxmlformats.org/drawingml/2006/main">
              <a:ext uri="{FF2B5EF4-FFF2-40B4-BE49-F238E27FC236}">
                <a16:creationId xmlns:a16="http://schemas.microsoft.com/office/drawing/2014/main" id="{EFDC5FD8-B105-4E43-905D-7B7B8A13DEC3}"/>
              </a:ext>
            </a:extLst>
          </p:cNvPr>
          <p:cNvSpPr>
            <a:spLocks xmlns:a="http://schemas.openxmlformats.org/drawingml/2006/main" noGrp="1"/>
          </p:cNvSpPr>
          <p:nvPr/>
        </p:nvSpPr>
        <p:spPr>
          <a:xfrm xmlns:a="http://schemas.openxmlformats.org/drawingml/2006/main">
            <a:off x="14592300" y="7915275"/>
            <a:ext cx="6858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완성/질문</a:t>
            </a:r>
          </a:p>
        </p:txBody>
      </p:sp>
    </p:spTree>
    <p:extLst>
      <p:ext uri="{BB962C8B-B14F-4D97-AF65-F5344CB8AC3E}">
        <p14:creationId xmlns:p14="http://schemas.microsoft.com/office/powerpoint/2010/main" val="1648363710"/>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4" name="dp42-comparison / n1">
            <a:extLst xmlns:a="http://schemas.openxmlformats.org/drawingml/2006/main">
              <a:ext uri="{FF2B5EF4-FFF2-40B4-BE49-F238E27FC236}">
                <a16:creationId xmlns:a16="http://schemas.microsoft.com/office/drawing/2014/main" id="{880AED30-E16B-4D7A-961C-862B8A13B18A}"/>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 name="dp42-comparison / n2 / text 1">
            <a:extLst xmlns:a="http://schemas.openxmlformats.org/drawingml/2006/main">
              <a:ext uri="{FF2B5EF4-FFF2-40B4-BE49-F238E27FC236}">
                <a16:creationId xmlns:a16="http://schemas.microsoft.com/office/drawing/2014/main" id="{752A0E4F-A004-4177-9A86-52628374E55D}"/>
              </a:ext>
            </a:extLst>
          </p:cNvPr>
          <p:cNvSpPr>
            <a:spLocks xmlns:a="http://schemas.openxmlformats.org/drawingml/2006/main" noGrp="1"/>
          </p:cNvSpPr>
          <p:nvPr/>
        </p:nvSpPr>
        <p:spPr>
          <a:xfrm xmlns:a="http://schemas.openxmlformats.org/drawingml/2006/main">
            <a:off x="381000" y="209550"/>
            <a:ext cx="12382500" cy="26241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425" b="1">
                <a:solidFill>
                  <a:srgbClr val="087E8B"/>
                </a:solidFill>
                <a:latin typeface="Apple SD Gothic Neo"/>
                <a:ea typeface="Apple SD Gothic Neo"/>
                <a:cs typeface="Apple SD Gothic Neo"/>
              </a:defRPr>
            </a:pPr>
            <a:r>
              <a:rPr sz="1425" b="1">
                <a:solidFill>
                  <a:srgbClr val="087E8B"/>
                </a:solidFill>
                <a:latin typeface="Apple SD Gothic Neo"/>
                <a:ea typeface="Apple SD Gothic Neo"/>
                <a:cs typeface="Apple SD Gothic Neo"/>
              </a:rPr>
              <a:t>VIA SOFTWARE ARCHITECTURE / DP 설계 비교</a:t>
            </a:r>
          </a:p>
        </p:txBody>
      </p:sp>
      <p:sp>
        <p:nvSpPr>
          <p:cNvPr id="3" name="dp42-comparison / n3 / text 1">
            <a:extLst xmlns:a="http://schemas.openxmlformats.org/drawingml/2006/main">
              <a:ext uri="{FF2B5EF4-FFF2-40B4-BE49-F238E27FC236}">
                <a16:creationId xmlns:a16="http://schemas.microsoft.com/office/drawing/2014/main" id="{280ABFD9-9AD1-47D4-BC09-E6FF95C92CED}"/>
              </a:ext>
            </a:extLst>
          </p:cNvPr>
          <p:cNvSpPr>
            <a:spLocks xmlns:a="http://schemas.openxmlformats.org/drawingml/2006/main" noGrp="1"/>
          </p:cNvSpPr>
          <p:nvPr/>
        </p:nvSpPr>
        <p:spPr>
          <a:xfrm xmlns:a="http://schemas.openxmlformats.org/drawingml/2006/main">
            <a:off x="13620750" y="209550"/>
            <a:ext cx="4286250" cy="26241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defRPr sz="1425" b="0">
                <a:solidFill>
                  <a:srgbClr val="5F6B77"/>
                </a:solidFill>
                <a:latin typeface="Apple SD Gothic Neo"/>
                <a:ea typeface="Apple SD Gothic Neo"/>
                <a:cs typeface="Apple SD Gothic Neo"/>
              </a:defRPr>
            </a:pPr>
            <a:r>
              <a:rPr sz="1425" b="0">
                <a:solidFill>
                  <a:srgbClr val="5F6B77"/>
                </a:solidFill>
                <a:latin typeface="Apple SD Gothic Neo"/>
                <a:ea typeface="Apple SD Gothic Neo"/>
                <a:cs typeface="Apple SD Gothic Neo"/>
              </a:rPr>
              <a:t>구조 비교 / 장단점 / QA Trade-off</a:t>
            </a:r>
          </a:p>
        </p:txBody>
      </p:sp>
      <p:sp>
        <p:nvSpPr>
          <p:cNvPr id="4" name="dp42-comparison / n4 / text 1">
            <a:extLst xmlns:a="http://schemas.openxmlformats.org/drawingml/2006/main">
              <a:ext uri="{FF2B5EF4-FFF2-40B4-BE49-F238E27FC236}">
                <a16:creationId xmlns:a16="http://schemas.microsoft.com/office/drawing/2014/main" id="{63587748-8852-4D69-AA88-89D66629C940}"/>
              </a:ext>
            </a:extLst>
          </p:cNvPr>
          <p:cNvSpPr>
            <a:spLocks xmlns:a="http://schemas.openxmlformats.org/drawingml/2006/main" noGrp="1"/>
          </p:cNvSpPr>
          <p:nvPr/>
        </p:nvSpPr>
        <p:spPr>
          <a:xfrm xmlns:a="http://schemas.openxmlformats.org/drawingml/2006/main">
            <a:off x="381000" y="619125"/>
            <a:ext cx="17526000" cy="53863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2925" b="1">
                <a:solidFill>
                  <a:srgbClr val="18232E"/>
                </a:solidFill>
                <a:latin typeface="Apple SD Gothic Neo"/>
                <a:ea typeface="Apple SD Gothic Neo"/>
                <a:cs typeface="Apple SD Gothic Neo"/>
              </a:defRPr>
            </a:pPr>
            <a:r>
              <a:rPr sz="2925" b="1">
                <a:solidFill>
                  <a:srgbClr val="18232E"/>
                </a:solidFill>
                <a:latin typeface="Apple SD Gothic Neo"/>
                <a:ea typeface="Apple SD Gothic Neo"/>
                <a:cs typeface="Apple SD Gothic Neo"/>
              </a:rPr>
              <a:t>04-42. 대화와 Task 상태의 소유 및 확정</a:t>
            </a:r>
          </a:p>
        </p:txBody>
      </p:sp>
      <p:sp>
        <p:nvSpPr>
          <p:cNvPr id="5" name="dp42-comparison / n5 / path">
            <a:extLst xmlns:a="http://schemas.openxmlformats.org/drawingml/2006/main">
              <a:ext uri="{FF2B5EF4-FFF2-40B4-BE49-F238E27FC236}">
                <a16:creationId xmlns:a16="http://schemas.microsoft.com/office/drawing/2014/main" id="{BDF56B7E-13FF-4B47-B2EA-AF6123C9815B}"/>
              </a:ext>
            </a:extLst>
          </p:cNvPr>
          <p:cNvSpPr>
            <a:spLocks xmlns:a="http://schemas.openxmlformats.org/drawingml/2006/main" noGrp="1"/>
          </p:cNvSpPr>
          <p:nvPr/>
        </p:nvSpPr>
        <p:spPr>
          <a:xfrm xmlns:a="http://schemas.openxmlformats.org/drawingml/2006/main">
            <a:off x="381000" y="1152525"/>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9050">
            <a:solidFill>
              <a:srgbClr val="CDD6DE"/>
            </a:solidFill>
            <a:prstDash val="solid"/>
          </a:ln>
        </p:spPr>
      </p:sp>
      <p:sp>
        <p:nvSpPr>
          <p:cNvPr id="6" name="dp42-comparison / n6 / text 1">
            <a:extLst xmlns:a="http://schemas.openxmlformats.org/drawingml/2006/main">
              <a:ext uri="{FF2B5EF4-FFF2-40B4-BE49-F238E27FC236}">
                <a16:creationId xmlns:a16="http://schemas.microsoft.com/office/drawing/2014/main" id="{09BDBD57-452B-43A2-8C84-9211C74C1B21}"/>
              </a:ext>
            </a:extLst>
          </p:cNvPr>
          <p:cNvSpPr>
            <a:spLocks xmlns:a="http://schemas.openxmlformats.org/drawingml/2006/main" noGrp="1"/>
          </p:cNvSpPr>
          <p:nvPr/>
        </p:nvSpPr>
        <p:spPr>
          <a:xfrm xmlns:a="http://schemas.openxmlformats.org/drawingml/2006/main">
            <a:off x="381000" y="1333500"/>
            <a:ext cx="17526000" cy="30384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18232E"/>
                </a:solidFill>
                <a:latin typeface="Apple SD Gothic Neo"/>
                <a:ea typeface="Apple SD Gothic Neo"/>
                <a:cs typeface="Apple SD Gothic Neo"/>
              </a:defRPr>
            </a:pPr>
            <a:r>
              <a:rPr sz="1650" b="0">
                <a:solidFill>
                  <a:srgbClr val="18232E"/>
                </a:solidFill>
                <a:latin typeface="Apple SD Gothic Neo"/>
                <a:ea typeface="Apple SD Gothic Neo"/>
                <a:cs typeface="Apple SD Gothic Neo"/>
              </a:rPr>
              <a:t>보고서 기간 질문을 실제 제시 → “응, 상반기로 해줘” → 내부 접수 / 외부 전달 확인</a:t>
            </a:r>
          </a:p>
        </p:txBody>
      </p:sp>
      <p:sp>
        <p:nvSpPr>
          <p:cNvPr id="7" name="dp42-comparison / n7 / text 1">
            <a:extLst xmlns:a="http://schemas.openxmlformats.org/drawingml/2006/main">
              <a:ext uri="{FF2B5EF4-FFF2-40B4-BE49-F238E27FC236}">
                <a16:creationId xmlns:a16="http://schemas.microsoft.com/office/drawing/2014/main" id="{539FD57B-CD1F-4A19-B140-5292AFB5C540}"/>
              </a:ext>
            </a:extLst>
          </p:cNvPr>
          <p:cNvSpPr>
            <a:spLocks xmlns:a="http://schemas.openxmlformats.org/drawingml/2006/main" noGrp="1"/>
          </p:cNvSpPr>
          <p:nvPr/>
        </p:nvSpPr>
        <p:spPr>
          <a:xfrm xmlns:a="http://schemas.openxmlformats.org/drawingml/2006/main">
            <a:off x="381000" y="1628775"/>
            <a:ext cx="17526000"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18232E"/>
                </a:solidFill>
                <a:latin typeface="Apple SD Gothic Neo"/>
                <a:ea typeface="Apple SD Gothic Neo"/>
                <a:cs typeface="Apple SD Gothic Neo"/>
              </a:defRPr>
            </a:pPr>
            <a:r>
              <a:rPr sz="1275" b="0">
                <a:solidFill>
                  <a:srgbClr val="18232E"/>
                </a:solidFill>
                <a:latin typeface="Apple SD Gothic Neo"/>
                <a:ea typeface="Apple SD Gothic Neo"/>
                <a:cs typeface="Apple SD Gothic Neo"/>
              </a:rPr>
              <a:t>공통: 별도 Conversation / Request / Task / Execution 수명 / 로컬 VAD와 지속 입력 / 클라우드 모델 / 같은 의미 판단</a:t>
            </a:r>
          </a:p>
        </p:txBody>
      </p:sp>
      <p:sp>
        <p:nvSpPr>
          <p:cNvPr id="8" name="dp42-comparison / n8">
            <a:extLst xmlns:a="http://schemas.openxmlformats.org/drawingml/2006/main">
              <a:ext uri="{FF2B5EF4-FFF2-40B4-BE49-F238E27FC236}">
                <a16:creationId xmlns:a16="http://schemas.microsoft.com/office/drawing/2014/main" id="{75545B52-1A6B-4E58-9B02-798D45BDD0BE}"/>
              </a:ext>
            </a:extLst>
          </p:cNvPr>
          <p:cNvSpPr>
            <a:spLocks xmlns:a="http://schemas.openxmlformats.org/drawingml/2006/main" noGrp="1"/>
          </p:cNvSpPr>
          <p:nvPr/>
        </p:nvSpPr>
        <p:spPr>
          <a:xfrm xmlns:a="http://schemas.openxmlformats.org/drawingml/2006/main">
            <a:off x="381000" y="1857375"/>
            <a:ext cx="17526000" cy="457200"/>
          </a:xfrm>
          <a:prstGeom xmlns:a="http://schemas.openxmlformats.org/drawingml/2006/main" prst="rect">
            <a:avLst/>
          </a:prstGeom>
          <a:solidFill xmlns:a="http://schemas.openxmlformats.org/drawingml/2006/main">
            <a:srgbClr val="D5E7C7"/>
          </a:solidFill>
          <a:ln xmlns:a="http://schemas.openxmlformats.org/drawingml/2006/main" w="16193">
            <a:solidFill>
              <a:srgbClr val="CDD6DE"/>
            </a:solidFill>
            <a:prstDash val="solid"/>
          </a:ln>
        </p:spPr>
      </p:sp>
      <p:sp>
        <p:nvSpPr>
          <p:cNvPr id="9" name="dp42-comparison / n9 / text 1">
            <a:extLst xmlns:a="http://schemas.openxmlformats.org/drawingml/2006/main">
              <a:ext uri="{FF2B5EF4-FFF2-40B4-BE49-F238E27FC236}">
                <a16:creationId xmlns:a16="http://schemas.microsoft.com/office/drawing/2014/main" id="{5721CDCF-6E14-455B-90C5-86985E9B21E3}"/>
              </a:ext>
            </a:extLst>
          </p:cNvPr>
          <p:cNvSpPr>
            <a:spLocks xmlns:a="http://schemas.openxmlformats.org/drawingml/2006/main" noGrp="1"/>
          </p:cNvSpPr>
          <p:nvPr/>
        </p:nvSpPr>
        <p:spPr>
          <a:xfrm xmlns:a="http://schemas.openxmlformats.org/drawingml/2006/main">
            <a:off x="1485900" y="1962150"/>
            <a:ext cx="7981950" cy="31765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725" b="1">
                <a:solidFill>
                  <a:srgbClr val="18232E"/>
                </a:solidFill>
                <a:latin typeface="Apple SD Gothic Neo"/>
                <a:ea typeface="Apple SD Gothic Neo"/>
                <a:cs typeface="Apple SD Gothic Neo"/>
              </a:defRPr>
            </a:pPr>
            <a:r>
              <a:rPr sz="1725" b="1">
                <a:solidFill>
                  <a:srgbClr val="18232E"/>
                </a:solidFill>
                <a:latin typeface="Apple SD Gothic Neo"/>
                <a:ea typeface="Apple SD Gothic Neo"/>
                <a:cs typeface="Apple SD Gothic Neo"/>
              </a:rPr>
              <a:t>A 모듈형 통합 Core / 공동 확정</a:t>
            </a:r>
          </a:p>
        </p:txBody>
      </p:sp>
      <p:sp>
        <p:nvSpPr>
          <p:cNvPr id="10" name="dp42-comparison / n10 / text 1">
            <a:extLst xmlns:a="http://schemas.openxmlformats.org/drawingml/2006/main">
              <a:ext uri="{FF2B5EF4-FFF2-40B4-BE49-F238E27FC236}">
                <a16:creationId xmlns:a16="http://schemas.microsoft.com/office/drawing/2014/main" id="{989744D4-7EF7-4AE5-BF9C-997479EAF72C}"/>
              </a:ext>
            </a:extLst>
          </p:cNvPr>
          <p:cNvSpPr>
            <a:spLocks xmlns:a="http://schemas.openxmlformats.org/drawingml/2006/main" noGrp="1"/>
          </p:cNvSpPr>
          <p:nvPr/>
        </p:nvSpPr>
        <p:spPr>
          <a:xfrm xmlns:a="http://schemas.openxmlformats.org/drawingml/2006/main">
            <a:off x="9772650" y="1962150"/>
            <a:ext cx="7981950" cy="31765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725" b="1">
                <a:solidFill>
                  <a:srgbClr val="18232E"/>
                </a:solidFill>
                <a:latin typeface="Apple SD Gothic Neo"/>
                <a:ea typeface="Apple SD Gothic Neo"/>
                <a:cs typeface="Apple SD Gothic Neo"/>
              </a:defRPr>
            </a:pPr>
            <a:r>
              <a:rPr sz="1725" b="1">
                <a:solidFill>
                  <a:srgbClr val="18232E"/>
                </a:solidFill>
                <a:latin typeface="Apple SD Gothic Neo"/>
                <a:ea typeface="Apple SD Gothic Neo"/>
                <a:cs typeface="Apple SD Gothic Neo"/>
              </a:rPr>
              <a:t>B 독립 대화 / Task 서비스 / 별도 접수</a:t>
            </a:r>
          </a:p>
        </p:txBody>
      </p:sp>
      <p:sp>
        <p:nvSpPr>
          <p:cNvPr id="11" name="dp42-comparison / n11 / path">
            <a:extLst xmlns:a="http://schemas.openxmlformats.org/drawingml/2006/main">
              <a:ext uri="{FF2B5EF4-FFF2-40B4-BE49-F238E27FC236}">
                <a16:creationId xmlns:a16="http://schemas.microsoft.com/office/drawing/2014/main" id="{DE8C1548-1489-446C-9242-D8B3E1557FED}"/>
              </a:ext>
            </a:extLst>
          </p:cNvPr>
          <p:cNvSpPr>
            <a:spLocks xmlns:a="http://schemas.openxmlformats.org/drawingml/2006/main" noGrp="1"/>
          </p:cNvSpPr>
          <p:nvPr/>
        </p:nvSpPr>
        <p:spPr>
          <a:xfrm xmlns:a="http://schemas.openxmlformats.org/drawingml/2006/main">
            <a:off x="9620250" y="1857375"/>
            <a:ext cx="953" cy="5715000"/>
          </a:xfrm>
          <a:custGeom xmlns:a="http://schemas.openxmlformats.org/drawingml/2006/main">
            <a:pathLst>
              <a:path w="953" h="5715000">
                <a:moveTo>
                  <a:pt x="0" y="0"/>
                </a:moveTo>
                <a:lnTo>
                  <a:pt x="0" y="5715000"/>
                </a:lnTo>
              </a:path>
            </a:pathLst>
          </a:custGeom>
          <a:noFill xmlns:a="http://schemas.openxmlformats.org/drawingml/2006/main"/>
          <a:ln xmlns:a="http://schemas.openxmlformats.org/drawingml/2006/main" w="19050">
            <a:solidFill>
              <a:srgbClr val="CDD6DE"/>
            </a:solidFill>
            <a:prstDash val="solid"/>
          </a:ln>
        </p:spPr>
      </p:sp>
      <p:sp>
        <p:nvSpPr>
          <p:cNvPr id="12" name="dp42-comparison / n12 / path">
            <a:extLst xmlns:a="http://schemas.openxmlformats.org/drawingml/2006/main">
              <a:ext uri="{FF2B5EF4-FFF2-40B4-BE49-F238E27FC236}">
                <a16:creationId xmlns:a16="http://schemas.microsoft.com/office/drawing/2014/main" id="{751CACAE-8FC4-4200-B9F8-C0059C43DF45}"/>
              </a:ext>
            </a:extLst>
          </p:cNvPr>
          <p:cNvSpPr>
            <a:spLocks xmlns:a="http://schemas.openxmlformats.org/drawingml/2006/main" noGrp="1"/>
          </p:cNvSpPr>
          <p:nvPr/>
        </p:nvSpPr>
        <p:spPr>
          <a:xfrm xmlns:a="http://schemas.openxmlformats.org/drawingml/2006/main">
            <a:off x="381000" y="7572375"/>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9050">
            <a:solidFill>
              <a:srgbClr val="CDD6DE"/>
            </a:solidFill>
            <a:prstDash val="solid"/>
          </a:ln>
        </p:spPr>
      </p:sp>
      <p:sp>
        <p:nvSpPr>
          <p:cNvPr id="13" name="dp42-comparison / n13 / text 1">
            <a:extLst xmlns:a="http://schemas.openxmlformats.org/drawingml/2006/main">
              <a:ext uri="{FF2B5EF4-FFF2-40B4-BE49-F238E27FC236}">
                <a16:creationId xmlns:a16="http://schemas.microsoft.com/office/drawing/2014/main" id="{E3C4A4C0-F743-4580-BD0A-544AB9EF1F27}"/>
              </a:ext>
            </a:extLst>
          </p:cNvPr>
          <p:cNvSpPr>
            <a:spLocks xmlns:a="http://schemas.openxmlformats.org/drawingml/2006/main" noGrp="1"/>
          </p:cNvSpPr>
          <p:nvPr/>
        </p:nvSpPr>
        <p:spPr>
          <a:xfrm xmlns:a="http://schemas.openxmlformats.org/drawingml/2006/main">
            <a:off x="400050" y="7724775"/>
            <a:ext cx="17526000"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18232E"/>
                </a:solidFill>
                <a:latin typeface="Apple SD Gothic Neo"/>
                <a:ea typeface="Apple SD Gothic Neo"/>
                <a:cs typeface="Apple SD Gothic Neo"/>
              </a:defRPr>
            </a:pPr>
            <a:r>
              <a:rPr sz="1275" b="0">
                <a:solidFill>
                  <a:srgbClr val="18232E"/>
                </a:solidFill>
                <a:latin typeface="Apple SD Gothic Neo"/>
                <a:ea typeface="Apple SD Gothic Neo"/>
                <a:cs typeface="Apple SD Gothic Neo"/>
              </a:rPr>
              <a:t>공통 의미 제안은 Request Interpreter, 채택은 Request Controller / 실제 전달 원장은 Response Manager / 모델 / 외부 통신은 transaction 밖</a:t>
            </a:r>
          </a:p>
        </p:txBody>
      </p:sp>
      <p:sp>
        <p:nvSpPr>
          <p:cNvPr id="14" name="dp42-comparison / n14 / text 1">
            <a:extLst xmlns:a="http://schemas.openxmlformats.org/drawingml/2006/main">
              <a:ext uri="{FF2B5EF4-FFF2-40B4-BE49-F238E27FC236}">
                <a16:creationId xmlns:a16="http://schemas.microsoft.com/office/drawing/2014/main" id="{A5305ABE-F07A-4A5C-9B4D-3F90EDAB35E9}"/>
              </a:ext>
            </a:extLst>
          </p:cNvPr>
          <p:cNvSpPr>
            <a:spLocks xmlns:a="http://schemas.openxmlformats.org/drawingml/2006/main" noGrp="1"/>
          </p:cNvSpPr>
          <p:nvPr/>
        </p:nvSpPr>
        <p:spPr>
          <a:xfrm xmlns:a="http://schemas.openxmlformats.org/drawingml/2006/main">
            <a:off x="400050" y="8001000"/>
            <a:ext cx="17526000"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18232E"/>
                </a:solidFill>
                <a:latin typeface="Apple SD Gothic Neo"/>
                <a:ea typeface="Apple SD Gothic Neo"/>
                <a:cs typeface="Apple SD Gothic Neo"/>
              </a:defRPr>
            </a:pPr>
            <a:r>
              <a:rPr sz="1275" b="0">
                <a:solidFill>
                  <a:srgbClr val="18232E"/>
                </a:solidFill>
                <a:latin typeface="Apple SD Gothic Neo"/>
                <a:ea typeface="Apple SD Gothic Neo"/>
                <a:cs typeface="Apple SD Gothic Neo"/>
              </a:rPr>
              <a:t>B: hold 요청 시각과 업무 gate 적용 ACK 시각은 다름 / ACK 전 DISPATCHING은 UNKNOWN / 외부 확인으로 처리</a:t>
            </a:r>
          </a:p>
        </p:txBody>
      </p:sp>
      <p:sp>
        <p:nvSpPr>
          <p:cNvPr id="295" name="dp42-v4-summary / n1">
            <a:extLst xmlns:a="http://schemas.openxmlformats.org/drawingml/2006/main">
              <a:ext uri="{FF2B5EF4-FFF2-40B4-BE49-F238E27FC236}">
                <a16:creationId xmlns:a16="http://schemas.microsoft.com/office/drawing/2014/main" id="{061E4143-ECD3-49D6-8E96-573992E601E3}"/>
              </a:ext>
            </a:extLst>
          </p:cNvPr>
          <p:cNvSpPr>
            <a:spLocks xmlns:a="http://schemas.openxmlformats.org/drawingml/2006/main" noGrp="1"/>
          </p:cNvSpPr>
          <p:nvPr/>
        </p:nvSpPr>
        <p:spPr>
          <a:xfrm xmlns:a="http://schemas.openxmlformats.org/drawingml/2006/main">
            <a:off x="381000" y="8296275"/>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1430">
            <a:solidFill>
              <a:srgbClr val="CDD6DE"/>
            </a:solidFill>
          </a:ln>
        </p:spPr>
      </p:sp>
      <p:sp>
        <p:nvSpPr>
          <p:cNvPr id="296" name="dp42-v4-summary / n2">
            <a:extLst xmlns:a="http://schemas.openxmlformats.org/drawingml/2006/main">
              <a:ext uri="{FF2B5EF4-FFF2-40B4-BE49-F238E27FC236}">
                <a16:creationId xmlns:a16="http://schemas.microsoft.com/office/drawing/2014/main" id="{C1C91785-B8A8-4D0D-9DFE-F32DDAE68590}"/>
              </a:ext>
            </a:extLst>
          </p:cNvPr>
          <p:cNvSpPr>
            <a:spLocks xmlns:a="http://schemas.openxmlformats.org/drawingml/2006/main" noGrp="1"/>
          </p:cNvSpPr>
          <p:nvPr/>
        </p:nvSpPr>
        <p:spPr>
          <a:xfrm xmlns:a="http://schemas.openxmlformats.org/drawingml/2006/main">
            <a:off x="400050" y="8353425"/>
            <a:ext cx="2333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1">
                <a:solidFill>
                  <a:srgbClr val="18232E"/>
                </a:solidFill>
                <a:latin typeface="Apple SD Gothic Neo"/>
                <a:ea typeface="Apple SD Gothic Neo"/>
                <a:cs typeface="Apple SD Gothic Neo"/>
              </a:defRPr>
            </a:pPr>
            <a:r>
              <a:rPr sz="1200" b="1">
                <a:solidFill>
                  <a:srgbClr val="18232E"/>
                </a:solidFill>
                <a:latin typeface="Apple SD Gothic Neo"/>
                <a:ea typeface="Apple SD Gothic Neo"/>
                <a:cs typeface="Apple SD Gothic Neo"/>
              </a:rPr>
              <a:t>요청 처리 정확성</a:t>
            </a:r>
          </a:p>
        </p:txBody>
      </p:sp>
      <p:sp>
        <p:nvSpPr>
          <p:cNvPr id="297" name="dp42-v4-summary / n3 / circle">
            <a:extLst xmlns:a="http://schemas.openxmlformats.org/drawingml/2006/main">
              <a:ext uri="{FF2B5EF4-FFF2-40B4-BE49-F238E27FC236}">
                <a16:creationId xmlns:a16="http://schemas.microsoft.com/office/drawing/2014/main" id="{D31528BD-D735-4B94-9E03-40DFF73B3309}"/>
              </a:ext>
            </a:extLst>
          </p:cNvPr>
          <p:cNvSpPr>
            <a:spLocks xmlns:a="http://schemas.openxmlformats.org/drawingml/2006/main" noGrp="1"/>
          </p:cNvSpPr>
          <p:nvPr/>
        </p:nvSpPr>
        <p:spPr>
          <a:xfrm xmlns:a="http://schemas.openxmlformats.org/drawingml/2006/main">
            <a:off x="2857500" y="8372475"/>
            <a:ext cx="133350" cy="133350"/>
          </a:xfrm>
          <a:prstGeom xmlns:a="http://schemas.openxmlformats.org/drawingml/2006/main" prst="ellipse">
            <a:avLst/>
          </a:prstGeom>
          <a:solidFill xmlns:a="http://schemas.openxmlformats.org/drawingml/2006/main">
            <a:srgbClr val="18232E"/>
          </a:solidFill>
          <a:ln xmlns:a="http://schemas.openxmlformats.org/drawingml/2006/main" w="10478">
            <a:solidFill>
              <a:srgbClr val="18232E"/>
            </a:solidFill>
          </a:ln>
        </p:spPr>
      </p:sp>
      <p:sp>
        <p:nvSpPr>
          <p:cNvPr id="298" name="dp42-v4-summary / n4 / circle">
            <a:extLst xmlns:a="http://schemas.openxmlformats.org/drawingml/2006/main">
              <a:ext uri="{FF2B5EF4-FFF2-40B4-BE49-F238E27FC236}">
                <a16:creationId xmlns:a16="http://schemas.microsoft.com/office/drawing/2014/main" id="{F28EEBAB-8C4C-4AA7-A9C6-393C8F5D97CC}"/>
              </a:ext>
            </a:extLst>
          </p:cNvPr>
          <p:cNvSpPr>
            <a:spLocks xmlns:a="http://schemas.openxmlformats.org/drawingml/2006/main" noGrp="1"/>
          </p:cNvSpPr>
          <p:nvPr/>
        </p:nvSpPr>
        <p:spPr>
          <a:xfrm xmlns:a="http://schemas.openxmlformats.org/drawingml/2006/main">
            <a:off x="3028950" y="8372475"/>
            <a:ext cx="133350" cy="133350"/>
          </a:xfrm>
          <a:prstGeom xmlns:a="http://schemas.openxmlformats.org/drawingml/2006/main" prst="ellipse">
            <a:avLst/>
          </a:prstGeom>
          <a:solidFill xmlns:a="http://schemas.openxmlformats.org/drawingml/2006/main">
            <a:srgbClr val="18232E"/>
          </a:solidFill>
          <a:ln xmlns:a="http://schemas.openxmlformats.org/drawingml/2006/main" w="10478">
            <a:solidFill>
              <a:srgbClr val="18232E"/>
            </a:solidFill>
          </a:ln>
        </p:spPr>
      </p:sp>
      <p:sp>
        <p:nvSpPr>
          <p:cNvPr id="299" name="dp42-v4-summary / n5 / circle">
            <a:extLst xmlns:a="http://schemas.openxmlformats.org/drawingml/2006/main">
              <a:ext uri="{FF2B5EF4-FFF2-40B4-BE49-F238E27FC236}">
                <a16:creationId xmlns:a16="http://schemas.microsoft.com/office/drawing/2014/main" id="{762E24AF-B1A4-474D-B956-B5D64F4985FB}"/>
              </a:ext>
            </a:extLst>
          </p:cNvPr>
          <p:cNvSpPr>
            <a:spLocks xmlns:a="http://schemas.openxmlformats.org/drawingml/2006/main" noGrp="1"/>
          </p:cNvSpPr>
          <p:nvPr/>
        </p:nvSpPr>
        <p:spPr>
          <a:xfrm xmlns:a="http://schemas.openxmlformats.org/drawingml/2006/main">
            <a:off x="3200400" y="8372475"/>
            <a:ext cx="133350" cy="133350"/>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300" name="dp42-v4-summary / n5 / half">
            <a:extLst xmlns:a="http://schemas.openxmlformats.org/drawingml/2006/main">
              <a:ext uri="{FF2B5EF4-FFF2-40B4-BE49-F238E27FC236}">
                <a16:creationId xmlns:a16="http://schemas.microsoft.com/office/drawing/2014/main" id="{C1184AC1-E4A9-4310-8DB1-3935546C4766}"/>
              </a:ext>
            </a:extLst>
          </p:cNvPr>
          <p:cNvSpPr>
            <a:spLocks xmlns:a="http://schemas.openxmlformats.org/drawingml/2006/main" noGrp="1"/>
          </p:cNvSpPr>
          <p:nvPr/>
        </p:nvSpPr>
        <p:spPr>
          <a:xfrm xmlns:a="http://schemas.openxmlformats.org/drawingml/2006/main">
            <a:off x="3200400" y="8372475"/>
            <a:ext cx="133350" cy="133350"/>
          </a:xfrm>
          <a:custGeom xmlns:a="http://schemas.openxmlformats.org/drawingml/2006/main">
            <a:pathLst>
              <a:path w="133350" h="133350">
                <a:moveTo>
                  <a:pt x="66675" y="0"/>
                </a:moveTo>
                <a:lnTo>
                  <a:pt x="60140" y="321"/>
                </a:lnTo>
                <a:lnTo>
                  <a:pt x="53667" y="1281"/>
                </a:lnTo>
                <a:lnTo>
                  <a:pt x="47320" y="2871"/>
                </a:lnTo>
                <a:lnTo>
                  <a:pt x="41160" y="5075"/>
                </a:lnTo>
                <a:lnTo>
                  <a:pt x="35245" y="7873"/>
                </a:lnTo>
                <a:lnTo>
                  <a:pt x="29632" y="11237"/>
                </a:lnTo>
                <a:lnTo>
                  <a:pt x="24377" y="15135"/>
                </a:lnTo>
                <a:lnTo>
                  <a:pt x="19529" y="19529"/>
                </a:lnTo>
                <a:lnTo>
                  <a:pt x="15135" y="24377"/>
                </a:lnTo>
                <a:lnTo>
                  <a:pt x="11237" y="29632"/>
                </a:lnTo>
                <a:lnTo>
                  <a:pt x="7873" y="35245"/>
                </a:lnTo>
                <a:lnTo>
                  <a:pt x="5075" y="41160"/>
                </a:lnTo>
                <a:lnTo>
                  <a:pt x="2871" y="47320"/>
                </a:lnTo>
                <a:lnTo>
                  <a:pt x="1281" y="53667"/>
                </a:lnTo>
                <a:lnTo>
                  <a:pt x="321" y="60140"/>
                </a:lnTo>
                <a:lnTo>
                  <a:pt x="0" y="66675"/>
                </a:lnTo>
                <a:lnTo>
                  <a:pt x="321" y="73210"/>
                </a:lnTo>
                <a:lnTo>
                  <a:pt x="1281" y="79683"/>
                </a:lnTo>
                <a:lnTo>
                  <a:pt x="2871" y="86030"/>
                </a:lnTo>
                <a:lnTo>
                  <a:pt x="5075" y="92190"/>
                </a:lnTo>
                <a:lnTo>
                  <a:pt x="7873" y="98105"/>
                </a:lnTo>
                <a:lnTo>
                  <a:pt x="11237" y="103718"/>
                </a:lnTo>
                <a:lnTo>
                  <a:pt x="15135" y="108973"/>
                </a:lnTo>
                <a:lnTo>
                  <a:pt x="19529" y="113821"/>
                </a:lnTo>
                <a:lnTo>
                  <a:pt x="24377" y="118215"/>
                </a:lnTo>
                <a:lnTo>
                  <a:pt x="29632" y="122113"/>
                </a:lnTo>
                <a:lnTo>
                  <a:pt x="35245" y="125477"/>
                </a:lnTo>
                <a:lnTo>
                  <a:pt x="41160" y="128275"/>
                </a:lnTo>
                <a:lnTo>
                  <a:pt x="47320" y="130479"/>
                </a:lnTo>
                <a:lnTo>
                  <a:pt x="53667" y="132069"/>
                </a:lnTo>
                <a:lnTo>
                  <a:pt x="60140" y="133029"/>
                </a:lnTo>
                <a:lnTo>
                  <a:pt x="66675" y="133350"/>
                </a:lnTo>
                <a:close/>
              </a:path>
            </a:pathLst>
          </a:custGeom>
          <a:solidFill xmlns:a="http://schemas.openxmlformats.org/drawingml/2006/main">
            <a:srgbClr val="18232E"/>
          </a:solidFill>
          <a:ln xmlns:a="http://schemas.openxmlformats.org/drawingml/2006/main" w="0">
            <a:noFill/>
          </a:ln>
        </p:spPr>
      </p:sp>
      <p:sp>
        <p:nvSpPr>
          <p:cNvPr id="301" name="dp42-v4-summary / n6">
            <a:extLst xmlns:a="http://schemas.openxmlformats.org/drawingml/2006/main">
              <a:ext uri="{FF2B5EF4-FFF2-40B4-BE49-F238E27FC236}">
                <a16:creationId xmlns:a16="http://schemas.microsoft.com/office/drawing/2014/main" id="{F4EBEC65-766F-4881-8EC8-A6E8C5BC4226}"/>
              </a:ext>
            </a:extLst>
          </p:cNvPr>
          <p:cNvSpPr>
            <a:spLocks xmlns:a="http://schemas.openxmlformats.org/drawingml/2006/main" noGrp="1"/>
          </p:cNvSpPr>
          <p:nvPr/>
        </p:nvSpPr>
        <p:spPr>
          <a:xfrm xmlns:a="http://schemas.openxmlformats.org/drawingml/2006/main">
            <a:off x="3371850" y="8353425"/>
            <a:ext cx="63341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5점  99.63%  [같은 의미와 접수 규칙]</a:t>
            </a:r>
          </a:p>
        </p:txBody>
      </p:sp>
      <p:sp>
        <p:nvSpPr>
          <p:cNvPr id="302" name="dp42-v4-summary / n7 / circle">
            <a:extLst xmlns:a="http://schemas.openxmlformats.org/drawingml/2006/main">
              <a:ext uri="{FF2B5EF4-FFF2-40B4-BE49-F238E27FC236}">
                <a16:creationId xmlns:a16="http://schemas.microsoft.com/office/drawing/2014/main" id="{994D19FA-34D7-42C3-8A07-5534827F58EE}"/>
              </a:ext>
            </a:extLst>
          </p:cNvPr>
          <p:cNvSpPr>
            <a:spLocks xmlns:a="http://schemas.openxmlformats.org/drawingml/2006/main" noGrp="1"/>
          </p:cNvSpPr>
          <p:nvPr/>
        </p:nvSpPr>
        <p:spPr>
          <a:xfrm xmlns:a="http://schemas.openxmlformats.org/drawingml/2006/main">
            <a:off x="10001250" y="8372475"/>
            <a:ext cx="133350" cy="133350"/>
          </a:xfrm>
          <a:prstGeom xmlns:a="http://schemas.openxmlformats.org/drawingml/2006/main" prst="ellipse">
            <a:avLst/>
          </a:prstGeom>
          <a:solidFill xmlns:a="http://schemas.openxmlformats.org/drawingml/2006/main">
            <a:srgbClr val="18232E"/>
          </a:solidFill>
          <a:ln xmlns:a="http://schemas.openxmlformats.org/drawingml/2006/main" w="10478">
            <a:solidFill>
              <a:srgbClr val="18232E"/>
            </a:solidFill>
          </a:ln>
        </p:spPr>
      </p:sp>
      <p:sp>
        <p:nvSpPr>
          <p:cNvPr id="303" name="dp42-v4-summary / n8 / circle">
            <a:extLst xmlns:a="http://schemas.openxmlformats.org/drawingml/2006/main">
              <a:ext uri="{FF2B5EF4-FFF2-40B4-BE49-F238E27FC236}">
                <a16:creationId xmlns:a16="http://schemas.microsoft.com/office/drawing/2014/main" id="{FA758420-25A6-420A-A971-3606E630296F}"/>
              </a:ext>
            </a:extLst>
          </p:cNvPr>
          <p:cNvSpPr>
            <a:spLocks xmlns:a="http://schemas.openxmlformats.org/drawingml/2006/main" noGrp="1"/>
          </p:cNvSpPr>
          <p:nvPr/>
        </p:nvSpPr>
        <p:spPr>
          <a:xfrm xmlns:a="http://schemas.openxmlformats.org/drawingml/2006/main">
            <a:off x="10172700" y="8372475"/>
            <a:ext cx="133350" cy="133350"/>
          </a:xfrm>
          <a:prstGeom xmlns:a="http://schemas.openxmlformats.org/drawingml/2006/main" prst="ellipse">
            <a:avLst/>
          </a:prstGeom>
          <a:solidFill xmlns:a="http://schemas.openxmlformats.org/drawingml/2006/main">
            <a:srgbClr val="18232E"/>
          </a:solidFill>
          <a:ln xmlns:a="http://schemas.openxmlformats.org/drawingml/2006/main" w="10478">
            <a:solidFill>
              <a:srgbClr val="18232E"/>
            </a:solidFill>
          </a:ln>
        </p:spPr>
      </p:sp>
      <p:sp>
        <p:nvSpPr>
          <p:cNvPr id="304" name="dp42-v4-summary / n9 / circle">
            <a:extLst xmlns:a="http://schemas.openxmlformats.org/drawingml/2006/main">
              <a:ext uri="{FF2B5EF4-FFF2-40B4-BE49-F238E27FC236}">
                <a16:creationId xmlns:a16="http://schemas.microsoft.com/office/drawing/2014/main" id="{7571DE96-4113-47C1-897F-D1679B652FD5}"/>
              </a:ext>
            </a:extLst>
          </p:cNvPr>
          <p:cNvSpPr>
            <a:spLocks xmlns:a="http://schemas.openxmlformats.org/drawingml/2006/main" noGrp="1"/>
          </p:cNvSpPr>
          <p:nvPr/>
        </p:nvSpPr>
        <p:spPr>
          <a:xfrm xmlns:a="http://schemas.openxmlformats.org/drawingml/2006/main">
            <a:off x="10344150" y="8372475"/>
            <a:ext cx="133350" cy="133350"/>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305" name="dp42-v4-summary / n9 / half">
            <a:extLst xmlns:a="http://schemas.openxmlformats.org/drawingml/2006/main">
              <a:ext uri="{FF2B5EF4-FFF2-40B4-BE49-F238E27FC236}">
                <a16:creationId xmlns:a16="http://schemas.microsoft.com/office/drawing/2014/main" id="{0C5F2B4C-6D6B-4129-B972-E6A0C21E98E3}"/>
              </a:ext>
            </a:extLst>
          </p:cNvPr>
          <p:cNvSpPr>
            <a:spLocks xmlns:a="http://schemas.openxmlformats.org/drawingml/2006/main" noGrp="1"/>
          </p:cNvSpPr>
          <p:nvPr/>
        </p:nvSpPr>
        <p:spPr>
          <a:xfrm xmlns:a="http://schemas.openxmlformats.org/drawingml/2006/main">
            <a:off x="10344150" y="8372475"/>
            <a:ext cx="133350" cy="133350"/>
          </a:xfrm>
          <a:custGeom xmlns:a="http://schemas.openxmlformats.org/drawingml/2006/main">
            <a:pathLst>
              <a:path w="133350" h="133350">
                <a:moveTo>
                  <a:pt x="66675" y="0"/>
                </a:moveTo>
                <a:lnTo>
                  <a:pt x="60140" y="321"/>
                </a:lnTo>
                <a:lnTo>
                  <a:pt x="53667" y="1281"/>
                </a:lnTo>
                <a:lnTo>
                  <a:pt x="47320" y="2871"/>
                </a:lnTo>
                <a:lnTo>
                  <a:pt x="41160" y="5075"/>
                </a:lnTo>
                <a:lnTo>
                  <a:pt x="35245" y="7873"/>
                </a:lnTo>
                <a:lnTo>
                  <a:pt x="29632" y="11237"/>
                </a:lnTo>
                <a:lnTo>
                  <a:pt x="24377" y="15135"/>
                </a:lnTo>
                <a:lnTo>
                  <a:pt x="19529" y="19529"/>
                </a:lnTo>
                <a:lnTo>
                  <a:pt x="15135" y="24377"/>
                </a:lnTo>
                <a:lnTo>
                  <a:pt x="11237" y="29632"/>
                </a:lnTo>
                <a:lnTo>
                  <a:pt x="7873" y="35245"/>
                </a:lnTo>
                <a:lnTo>
                  <a:pt x="5075" y="41160"/>
                </a:lnTo>
                <a:lnTo>
                  <a:pt x="2871" y="47320"/>
                </a:lnTo>
                <a:lnTo>
                  <a:pt x="1281" y="53667"/>
                </a:lnTo>
                <a:lnTo>
                  <a:pt x="321" y="60140"/>
                </a:lnTo>
                <a:lnTo>
                  <a:pt x="0" y="66675"/>
                </a:lnTo>
                <a:lnTo>
                  <a:pt x="321" y="73210"/>
                </a:lnTo>
                <a:lnTo>
                  <a:pt x="1281" y="79683"/>
                </a:lnTo>
                <a:lnTo>
                  <a:pt x="2871" y="86030"/>
                </a:lnTo>
                <a:lnTo>
                  <a:pt x="5075" y="92190"/>
                </a:lnTo>
                <a:lnTo>
                  <a:pt x="7873" y="98105"/>
                </a:lnTo>
                <a:lnTo>
                  <a:pt x="11237" y="103718"/>
                </a:lnTo>
                <a:lnTo>
                  <a:pt x="15135" y="108973"/>
                </a:lnTo>
                <a:lnTo>
                  <a:pt x="19529" y="113821"/>
                </a:lnTo>
                <a:lnTo>
                  <a:pt x="24377" y="118215"/>
                </a:lnTo>
                <a:lnTo>
                  <a:pt x="29632" y="122113"/>
                </a:lnTo>
                <a:lnTo>
                  <a:pt x="35245" y="125477"/>
                </a:lnTo>
                <a:lnTo>
                  <a:pt x="41160" y="128275"/>
                </a:lnTo>
                <a:lnTo>
                  <a:pt x="47320" y="130479"/>
                </a:lnTo>
                <a:lnTo>
                  <a:pt x="53667" y="132069"/>
                </a:lnTo>
                <a:lnTo>
                  <a:pt x="60140" y="133029"/>
                </a:lnTo>
                <a:lnTo>
                  <a:pt x="66675" y="133350"/>
                </a:lnTo>
                <a:close/>
              </a:path>
            </a:pathLst>
          </a:custGeom>
          <a:solidFill xmlns:a="http://schemas.openxmlformats.org/drawingml/2006/main">
            <a:srgbClr val="18232E"/>
          </a:solidFill>
          <a:ln xmlns:a="http://schemas.openxmlformats.org/drawingml/2006/main" w="0">
            <a:noFill/>
          </a:ln>
        </p:spPr>
      </p:sp>
      <p:sp>
        <p:nvSpPr>
          <p:cNvPr id="306" name="dp42-v4-summary / n10">
            <a:extLst xmlns:a="http://schemas.openxmlformats.org/drawingml/2006/main">
              <a:ext uri="{FF2B5EF4-FFF2-40B4-BE49-F238E27FC236}">
                <a16:creationId xmlns:a16="http://schemas.microsoft.com/office/drawing/2014/main" id="{275A3394-1C3B-4FD0-B57C-F166515F83E7}"/>
              </a:ext>
            </a:extLst>
          </p:cNvPr>
          <p:cNvSpPr>
            <a:spLocks xmlns:a="http://schemas.openxmlformats.org/drawingml/2006/main" noGrp="1"/>
          </p:cNvSpPr>
          <p:nvPr/>
        </p:nvSpPr>
        <p:spPr>
          <a:xfrm xmlns:a="http://schemas.openxmlformats.org/drawingml/2006/main">
            <a:off x="10515600" y="8353425"/>
            <a:ext cx="7381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5점  99.63%  [같은 의미와 접수 규칙]</a:t>
            </a:r>
          </a:p>
        </p:txBody>
      </p:sp>
      <p:sp>
        <p:nvSpPr>
          <p:cNvPr id="307" name="dp42-v4-summary / n11">
            <a:extLst xmlns:a="http://schemas.openxmlformats.org/drawingml/2006/main">
              <a:ext uri="{FF2B5EF4-FFF2-40B4-BE49-F238E27FC236}">
                <a16:creationId xmlns:a16="http://schemas.microsoft.com/office/drawing/2014/main" id="{8ED079F4-8EA6-4276-94AE-41E39AE74FD8}"/>
              </a:ext>
            </a:extLst>
          </p:cNvPr>
          <p:cNvSpPr>
            <a:spLocks xmlns:a="http://schemas.openxmlformats.org/drawingml/2006/main" noGrp="1"/>
          </p:cNvSpPr>
          <p:nvPr/>
        </p:nvSpPr>
        <p:spPr>
          <a:xfrm xmlns:a="http://schemas.openxmlformats.org/drawingml/2006/main">
            <a:off x="381000" y="8534400"/>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1430">
            <a:solidFill>
              <a:srgbClr val="CDD6DE"/>
            </a:solidFill>
          </a:ln>
        </p:spPr>
      </p:sp>
      <p:sp>
        <p:nvSpPr>
          <p:cNvPr id="308" name="dp42-v4-summary / n12">
            <a:extLst xmlns:a="http://schemas.openxmlformats.org/drawingml/2006/main">
              <a:ext uri="{FF2B5EF4-FFF2-40B4-BE49-F238E27FC236}">
                <a16:creationId xmlns:a16="http://schemas.microsoft.com/office/drawing/2014/main" id="{8C989E7F-3E34-4B6B-A17C-7DD473481A90}"/>
              </a:ext>
            </a:extLst>
          </p:cNvPr>
          <p:cNvSpPr>
            <a:spLocks xmlns:a="http://schemas.openxmlformats.org/drawingml/2006/main" noGrp="1"/>
          </p:cNvSpPr>
          <p:nvPr/>
        </p:nvSpPr>
        <p:spPr>
          <a:xfrm xmlns:a="http://schemas.openxmlformats.org/drawingml/2006/main">
            <a:off x="400050" y="8591550"/>
            <a:ext cx="2333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1">
                <a:solidFill>
                  <a:srgbClr val="18232E"/>
                </a:solidFill>
                <a:latin typeface="Apple SD Gothic Neo"/>
                <a:ea typeface="Apple SD Gothic Neo"/>
                <a:cs typeface="Apple SD Gothic Neo"/>
              </a:defRPr>
            </a:pPr>
            <a:r>
              <a:rPr sz="1200" b="1">
                <a:solidFill>
                  <a:srgbClr val="18232E"/>
                </a:solidFill>
                <a:latin typeface="Apple SD Gothic Neo"/>
                <a:ea typeface="Apple SD Gothic Neo"/>
                <a:cs typeface="Apple SD Gothic Neo"/>
              </a:rPr>
              <a:t>상호작용 응답시간</a:t>
            </a:r>
          </a:p>
        </p:txBody>
      </p:sp>
      <p:sp>
        <p:nvSpPr>
          <p:cNvPr id="309" name="dp42-v4-summary / n13 / circle">
            <a:extLst xmlns:a="http://schemas.openxmlformats.org/drawingml/2006/main">
              <a:ext uri="{FF2B5EF4-FFF2-40B4-BE49-F238E27FC236}">
                <a16:creationId xmlns:a16="http://schemas.microsoft.com/office/drawing/2014/main" id="{BDA37302-9D8F-41CB-9AD5-4584536E96C9}"/>
              </a:ext>
            </a:extLst>
          </p:cNvPr>
          <p:cNvSpPr>
            <a:spLocks xmlns:a="http://schemas.openxmlformats.org/drawingml/2006/main" noGrp="1"/>
          </p:cNvSpPr>
          <p:nvPr/>
        </p:nvSpPr>
        <p:spPr>
          <a:xfrm xmlns:a="http://schemas.openxmlformats.org/drawingml/2006/main">
            <a:off x="2857500" y="8610600"/>
            <a:ext cx="133350" cy="133350"/>
          </a:xfrm>
          <a:prstGeom xmlns:a="http://schemas.openxmlformats.org/drawingml/2006/main" prst="ellipse">
            <a:avLst/>
          </a:prstGeom>
          <a:solidFill xmlns:a="http://schemas.openxmlformats.org/drawingml/2006/main">
            <a:srgbClr val="18232E"/>
          </a:solidFill>
          <a:ln xmlns:a="http://schemas.openxmlformats.org/drawingml/2006/main" w="10478">
            <a:solidFill>
              <a:srgbClr val="18232E"/>
            </a:solidFill>
          </a:ln>
        </p:spPr>
      </p:sp>
      <p:sp>
        <p:nvSpPr>
          <p:cNvPr id="310" name="dp42-v4-summary / n14 / circle">
            <a:extLst xmlns:a="http://schemas.openxmlformats.org/drawingml/2006/main">
              <a:ext uri="{FF2B5EF4-FFF2-40B4-BE49-F238E27FC236}">
                <a16:creationId xmlns:a16="http://schemas.microsoft.com/office/drawing/2014/main" id="{C96F5F40-23D7-4E9D-97FA-D04CCBFDCEFF}"/>
              </a:ext>
            </a:extLst>
          </p:cNvPr>
          <p:cNvSpPr>
            <a:spLocks xmlns:a="http://schemas.openxmlformats.org/drawingml/2006/main" noGrp="1"/>
          </p:cNvSpPr>
          <p:nvPr/>
        </p:nvSpPr>
        <p:spPr>
          <a:xfrm xmlns:a="http://schemas.openxmlformats.org/drawingml/2006/main">
            <a:off x="3028950" y="8610600"/>
            <a:ext cx="133350" cy="133350"/>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311" name="dp42-v4-summary / n15 / circle">
            <a:extLst xmlns:a="http://schemas.openxmlformats.org/drawingml/2006/main">
              <a:ext uri="{FF2B5EF4-FFF2-40B4-BE49-F238E27FC236}">
                <a16:creationId xmlns:a16="http://schemas.microsoft.com/office/drawing/2014/main" id="{989A738E-C098-4E71-AA9F-C266482BFF8B}"/>
              </a:ext>
            </a:extLst>
          </p:cNvPr>
          <p:cNvSpPr>
            <a:spLocks xmlns:a="http://schemas.openxmlformats.org/drawingml/2006/main" noGrp="1"/>
          </p:cNvSpPr>
          <p:nvPr/>
        </p:nvSpPr>
        <p:spPr>
          <a:xfrm xmlns:a="http://schemas.openxmlformats.org/drawingml/2006/main">
            <a:off x="3200400" y="8610600"/>
            <a:ext cx="133350" cy="133350"/>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312" name="dp42-v4-summary / n16">
            <a:extLst xmlns:a="http://schemas.openxmlformats.org/drawingml/2006/main">
              <a:ext uri="{FF2B5EF4-FFF2-40B4-BE49-F238E27FC236}">
                <a16:creationId xmlns:a16="http://schemas.microsoft.com/office/drawing/2014/main" id="{292CB4A9-3593-488F-9725-4454EC4C6B93}"/>
              </a:ext>
            </a:extLst>
          </p:cNvPr>
          <p:cNvSpPr>
            <a:spLocks xmlns:a="http://schemas.openxmlformats.org/drawingml/2006/main" noGrp="1"/>
          </p:cNvSpPr>
          <p:nvPr/>
        </p:nvSpPr>
        <p:spPr>
          <a:xfrm xmlns:a="http://schemas.openxmlformats.org/drawingml/2006/main">
            <a:off x="3371850" y="8591550"/>
            <a:ext cx="63341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2점  0.818초  [공동 상태 반영]</a:t>
            </a:r>
          </a:p>
        </p:txBody>
      </p:sp>
      <p:sp>
        <p:nvSpPr>
          <p:cNvPr id="313" name="dp42-v4-summary / n17 / circle">
            <a:extLst xmlns:a="http://schemas.openxmlformats.org/drawingml/2006/main">
              <a:ext uri="{FF2B5EF4-FFF2-40B4-BE49-F238E27FC236}">
                <a16:creationId xmlns:a16="http://schemas.microsoft.com/office/drawing/2014/main" id="{E3FCF7C1-73A8-4836-B0D0-7ABB8521F918}"/>
              </a:ext>
            </a:extLst>
          </p:cNvPr>
          <p:cNvSpPr>
            <a:spLocks xmlns:a="http://schemas.openxmlformats.org/drawingml/2006/main" noGrp="1"/>
          </p:cNvSpPr>
          <p:nvPr/>
        </p:nvSpPr>
        <p:spPr>
          <a:xfrm xmlns:a="http://schemas.openxmlformats.org/drawingml/2006/main">
            <a:off x="10001250" y="8610600"/>
            <a:ext cx="133350" cy="133350"/>
          </a:xfrm>
          <a:prstGeom xmlns:a="http://schemas.openxmlformats.org/drawingml/2006/main" prst="ellipse">
            <a:avLst/>
          </a:prstGeom>
          <a:solidFill xmlns:a="http://schemas.openxmlformats.org/drawingml/2006/main">
            <a:srgbClr val="18232E"/>
          </a:solidFill>
          <a:ln xmlns:a="http://schemas.openxmlformats.org/drawingml/2006/main" w="10478">
            <a:solidFill>
              <a:srgbClr val="18232E"/>
            </a:solidFill>
          </a:ln>
        </p:spPr>
      </p:sp>
      <p:sp>
        <p:nvSpPr>
          <p:cNvPr id="314" name="dp42-v4-summary / n18 / circle">
            <a:extLst xmlns:a="http://schemas.openxmlformats.org/drawingml/2006/main">
              <a:ext uri="{FF2B5EF4-FFF2-40B4-BE49-F238E27FC236}">
                <a16:creationId xmlns:a16="http://schemas.microsoft.com/office/drawing/2014/main" id="{18A6F597-3920-4B3E-B428-453B91C55E6A}"/>
              </a:ext>
            </a:extLst>
          </p:cNvPr>
          <p:cNvSpPr>
            <a:spLocks xmlns:a="http://schemas.openxmlformats.org/drawingml/2006/main" noGrp="1"/>
          </p:cNvSpPr>
          <p:nvPr/>
        </p:nvSpPr>
        <p:spPr>
          <a:xfrm xmlns:a="http://schemas.openxmlformats.org/drawingml/2006/main">
            <a:off x="10172700" y="8610600"/>
            <a:ext cx="133350" cy="133350"/>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315" name="dp42-v4-summary / n19 / circle">
            <a:extLst xmlns:a="http://schemas.openxmlformats.org/drawingml/2006/main">
              <a:ext uri="{FF2B5EF4-FFF2-40B4-BE49-F238E27FC236}">
                <a16:creationId xmlns:a16="http://schemas.microsoft.com/office/drawing/2014/main" id="{7BD756DF-B6A3-4798-A730-BAC16265B974}"/>
              </a:ext>
            </a:extLst>
          </p:cNvPr>
          <p:cNvSpPr>
            <a:spLocks xmlns:a="http://schemas.openxmlformats.org/drawingml/2006/main" noGrp="1"/>
          </p:cNvSpPr>
          <p:nvPr/>
        </p:nvSpPr>
        <p:spPr>
          <a:xfrm xmlns:a="http://schemas.openxmlformats.org/drawingml/2006/main">
            <a:off x="10344150" y="8610600"/>
            <a:ext cx="133350" cy="133350"/>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316" name="dp42-v4-summary / n20">
            <a:extLst xmlns:a="http://schemas.openxmlformats.org/drawingml/2006/main">
              <a:ext uri="{FF2B5EF4-FFF2-40B4-BE49-F238E27FC236}">
                <a16:creationId xmlns:a16="http://schemas.microsoft.com/office/drawing/2014/main" id="{6BA93751-8CB7-4493-833A-EAB5EBA15BF0}"/>
              </a:ext>
            </a:extLst>
          </p:cNvPr>
          <p:cNvSpPr>
            <a:spLocks xmlns:a="http://schemas.openxmlformats.org/drawingml/2006/main" noGrp="1"/>
          </p:cNvSpPr>
          <p:nvPr/>
        </p:nvSpPr>
        <p:spPr>
          <a:xfrm xmlns:a="http://schemas.openxmlformats.org/drawingml/2006/main">
            <a:off x="10515600" y="8591550"/>
            <a:ext cx="7381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2점  0.828초  [독립 접수와 반영]</a:t>
            </a:r>
          </a:p>
        </p:txBody>
      </p:sp>
      <p:sp>
        <p:nvSpPr>
          <p:cNvPr id="317" name="dp42-v4-summary / n21">
            <a:extLst xmlns:a="http://schemas.openxmlformats.org/drawingml/2006/main">
              <a:ext uri="{FF2B5EF4-FFF2-40B4-BE49-F238E27FC236}">
                <a16:creationId xmlns:a16="http://schemas.microsoft.com/office/drawing/2014/main" id="{737E3FDE-4C66-4411-B15C-38869D37376B}"/>
              </a:ext>
            </a:extLst>
          </p:cNvPr>
          <p:cNvSpPr>
            <a:spLocks xmlns:a="http://schemas.openxmlformats.org/drawingml/2006/main" noGrp="1"/>
          </p:cNvSpPr>
          <p:nvPr/>
        </p:nvSpPr>
        <p:spPr>
          <a:xfrm xmlns:a="http://schemas.openxmlformats.org/drawingml/2006/main">
            <a:off x="381000" y="8772525"/>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1430">
            <a:solidFill>
              <a:srgbClr val="CDD6DE"/>
            </a:solidFill>
          </a:ln>
        </p:spPr>
      </p:sp>
      <p:sp>
        <p:nvSpPr>
          <p:cNvPr id="318" name="dp42-v4-summary / n22">
            <a:extLst xmlns:a="http://schemas.openxmlformats.org/drawingml/2006/main">
              <a:ext uri="{FF2B5EF4-FFF2-40B4-BE49-F238E27FC236}">
                <a16:creationId xmlns:a16="http://schemas.microsoft.com/office/drawing/2014/main" id="{1C78618F-3F76-4578-9CA7-135F5A464B3C}"/>
              </a:ext>
            </a:extLst>
          </p:cNvPr>
          <p:cNvSpPr>
            <a:spLocks xmlns:a="http://schemas.openxmlformats.org/drawingml/2006/main" noGrp="1"/>
          </p:cNvSpPr>
          <p:nvPr/>
        </p:nvSpPr>
        <p:spPr>
          <a:xfrm xmlns:a="http://schemas.openxmlformats.org/drawingml/2006/main">
            <a:off x="400050" y="8829675"/>
            <a:ext cx="2333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1">
                <a:solidFill>
                  <a:srgbClr val="18232E"/>
                </a:solidFill>
                <a:latin typeface="Apple SD Gothic Neo"/>
                <a:ea typeface="Apple SD Gothic Neo"/>
                <a:cs typeface="Apple SD Gothic Neo"/>
              </a:defRPr>
            </a:pPr>
            <a:r>
              <a:rPr sz="1200" b="1">
                <a:solidFill>
                  <a:srgbClr val="18232E"/>
                </a:solidFill>
                <a:latin typeface="Apple SD Gothic Neo"/>
                <a:ea typeface="Apple SD Gothic Neo"/>
                <a:cs typeface="Apple SD Gothic Neo"/>
              </a:rPr>
              <a:t>VIA 요청 처리시간</a:t>
            </a:r>
          </a:p>
        </p:txBody>
      </p:sp>
      <p:sp>
        <p:nvSpPr>
          <p:cNvPr id="319" name="dp42-v4-summary / n23 / circle">
            <a:extLst xmlns:a="http://schemas.openxmlformats.org/drawingml/2006/main">
              <a:ext uri="{FF2B5EF4-FFF2-40B4-BE49-F238E27FC236}">
                <a16:creationId xmlns:a16="http://schemas.microsoft.com/office/drawing/2014/main" id="{6F37ABB9-302C-4E52-B1D2-AD27A2D0A1D1}"/>
              </a:ext>
            </a:extLst>
          </p:cNvPr>
          <p:cNvSpPr>
            <a:spLocks xmlns:a="http://schemas.openxmlformats.org/drawingml/2006/main" noGrp="1"/>
          </p:cNvSpPr>
          <p:nvPr/>
        </p:nvSpPr>
        <p:spPr>
          <a:xfrm xmlns:a="http://schemas.openxmlformats.org/drawingml/2006/main">
            <a:off x="2857500" y="8848725"/>
            <a:ext cx="133350" cy="133350"/>
          </a:xfrm>
          <a:prstGeom xmlns:a="http://schemas.openxmlformats.org/drawingml/2006/main" prst="ellipse">
            <a:avLst/>
          </a:prstGeom>
          <a:solidFill xmlns:a="http://schemas.openxmlformats.org/drawingml/2006/main">
            <a:srgbClr val="18232E"/>
          </a:solidFill>
          <a:ln xmlns:a="http://schemas.openxmlformats.org/drawingml/2006/main" w="10478">
            <a:solidFill>
              <a:srgbClr val="18232E"/>
            </a:solidFill>
          </a:ln>
        </p:spPr>
      </p:sp>
      <p:sp>
        <p:nvSpPr>
          <p:cNvPr id="320" name="dp42-v4-summary / n24 / circle">
            <a:extLst xmlns:a="http://schemas.openxmlformats.org/drawingml/2006/main">
              <a:ext uri="{FF2B5EF4-FFF2-40B4-BE49-F238E27FC236}">
                <a16:creationId xmlns:a16="http://schemas.microsoft.com/office/drawing/2014/main" id="{C10463BC-2DFA-4A50-A0DB-F080C5E65A83}"/>
              </a:ext>
            </a:extLst>
          </p:cNvPr>
          <p:cNvSpPr>
            <a:spLocks xmlns:a="http://schemas.openxmlformats.org/drawingml/2006/main" noGrp="1"/>
          </p:cNvSpPr>
          <p:nvPr/>
        </p:nvSpPr>
        <p:spPr>
          <a:xfrm xmlns:a="http://schemas.openxmlformats.org/drawingml/2006/main">
            <a:off x="3028950" y="8848725"/>
            <a:ext cx="133350" cy="133350"/>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321" name="dp42-v4-summary / n24 / half">
            <a:extLst xmlns:a="http://schemas.openxmlformats.org/drawingml/2006/main">
              <a:ext uri="{FF2B5EF4-FFF2-40B4-BE49-F238E27FC236}">
                <a16:creationId xmlns:a16="http://schemas.microsoft.com/office/drawing/2014/main" id="{2A0A4285-C0DB-4C0E-9058-9F2C9444E571}"/>
              </a:ext>
            </a:extLst>
          </p:cNvPr>
          <p:cNvSpPr>
            <a:spLocks xmlns:a="http://schemas.openxmlformats.org/drawingml/2006/main" noGrp="1"/>
          </p:cNvSpPr>
          <p:nvPr/>
        </p:nvSpPr>
        <p:spPr>
          <a:xfrm xmlns:a="http://schemas.openxmlformats.org/drawingml/2006/main">
            <a:off x="3028950" y="8848725"/>
            <a:ext cx="133350" cy="133350"/>
          </a:xfrm>
          <a:custGeom xmlns:a="http://schemas.openxmlformats.org/drawingml/2006/main">
            <a:pathLst>
              <a:path w="133350" h="133350">
                <a:moveTo>
                  <a:pt x="66675" y="0"/>
                </a:moveTo>
                <a:lnTo>
                  <a:pt x="60140" y="321"/>
                </a:lnTo>
                <a:lnTo>
                  <a:pt x="53667" y="1281"/>
                </a:lnTo>
                <a:lnTo>
                  <a:pt x="47320" y="2871"/>
                </a:lnTo>
                <a:lnTo>
                  <a:pt x="41160" y="5075"/>
                </a:lnTo>
                <a:lnTo>
                  <a:pt x="35245" y="7873"/>
                </a:lnTo>
                <a:lnTo>
                  <a:pt x="29632" y="11237"/>
                </a:lnTo>
                <a:lnTo>
                  <a:pt x="24377" y="15135"/>
                </a:lnTo>
                <a:lnTo>
                  <a:pt x="19529" y="19529"/>
                </a:lnTo>
                <a:lnTo>
                  <a:pt x="15135" y="24377"/>
                </a:lnTo>
                <a:lnTo>
                  <a:pt x="11237" y="29632"/>
                </a:lnTo>
                <a:lnTo>
                  <a:pt x="7873" y="35245"/>
                </a:lnTo>
                <a:lnTo>
                  <a:pt x="5075" y="41160"/>
                </a:lnTo>
                <a:lnTo>
                  <a:pt x="2871" y="47320"/>
                </a:lnTo>
                <a:lnTo>
                  <a:pt x="1281" y="53667"/>
                </a:lnTo>
                <a:lnTo>
                  <a:pt x="321" y="60140"/>
                </a:lnTo>
                <a:lnTo>
                  <a:pt x="0" y="66675"/>
                </a:lnTo>
                <a:lnTo>
                  <a:pt x="321" y="73210"/>
                </a:lnTo>
                <a:lnTo>
                  <a:pt x="1281" y="79683"/>
                </a:lnTo>
                <a:lnTo>
                  <a:pt x="2871" y="86030"/>
                </a:lnTo>
                <a:lnTo>
                  <a:pt x="5075" y="92190"/>
                </a:lnTo>
                <a:lnTo>
                  <a:pt x="7873" y="98105"/>
                </a:lnTo>
                <a:lnTo>
                  <a:pt x="11237" y="103718"/>
                </a:lnTo>
                <a:lnTo>
                  <a:pt x="15135" y="108973"/>
                </a:lnTo>
                <a:lnTo>
                  <a:pt x="19529" y="113821"/>
                </a:lnTo>
                <a:lnTo>
                  <a:pt x="24377" y="118215"/>
                </a:lnTo>
                <a:lnTo>
                  <a:pt x="29632" y="122113"/>
                </a:lnTo>
                <a:lnTo>
                  <a:pt x="35245" y="125477"/>
                </a:lnTo>
                <a:lnTo>
                  <a:pt x="41160" y="128275"/>
                </a:lnTo>
                <a:lnTo>
                  <a:pt x="47320" y="130479"/>
                </a:lnTo>
                <a:lnTo>
                  <a:pt x="53667" y="132069"/>
                </a:lnTo>
                <a:lnTo>
                  <a:pt x="60140" y="133029"/>
                </a:lnTo>
                <a:lnTo>
                  <a:pt x="66675" y="133350"/>
                </a:lnTo>
                <a:close/>
              </a:path>
            </a:pathLst>
          </a:custGeom>
          <a:solidFill xmlns:a="http://schemas.openxmlformats.org/drawingml/2006/main">
            <a:srgbClr val="18232E"/>
          </a:solidFill>
          <a:ln xmlns:a="http://schemas.openxmlformats.org/drawingml/2006/main" w="0">
            <a:noFill/>
          </a:ln>
        </p:spPr>
      </p:sp>
      <p:sp>
        <p:nvSpPr>
          <p:cNvPr id="322" name="dp42-v4-summary / n25 / circle">
            <a:extLst xmlns:a="http://schemas.openxmlformats.org/drawingml/2006/main">
              <a:ext uri="{FF2B5EF4-FFF2-40B4-BE49-F238E27FC236}">
                <a16:creationId xmlns:a16="http://schemas.microsoft.com/office/drawing/2014/main" id="{C486B866-87F5-42CA-9CE6-FCE9A7E680D6}"/>
              </a:ext>
            </a:extLst>
          </p:cNvPr>
          <p:cNvSpPr>
            <a:spLocks xmlns:a="http://schemas.openxmlformats.org/drawingml/2006/main" noGrp="1"/>
          </p:cNvSpPr>
          <p:nvPr/>
        </p:nvSpPr>
        <p:spPr>
          <a:xfrm xmlns:a="http://schemas.openxmlformats.org/drawingml/2006/main">
            <a:off x="3200400" y="8848725"/>
            <a:ext cx="133350" cy="133350"/>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323" name="dp42-v4-summary / n26">
            <a:extLst xmlns:a="http://schemas.openxmlformats.org/drawingml/2006/main">
              <a:ext uri="{FF2B5EF4-FFF2-40B4-BE49-F238E27FC236}">
                <a16:creationId xmlns:a16="http://schemas.microsoft.com/office/drawing/2014/main" id="{CF9384C7-CFA0-43A7-A4D8-8B777D12825F}"/>
              </a:ext>
            </a:extLst>
          </p:cNvPr>
          <p:cNvSpPr>
            <a:spLocks xmlns:a="http://schemas.openxmlformats.org/drawingml/2006/main" noGrp="1"/>
          </p:cNvSpPr>
          <p:nvPr/>
        </p:nvSpPr>
        <p:spPr>
          <a:xfrm xmlns:a="http://schemas.openxmlformats.org/drawingml/2006/main">
            <a:off x="3371850" y="8829675"/>
            <a:ext cx="63341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3점  5.600초  [공동 확정 4회]</a:t>
            </a:r>
          </a:p>
        </p:txBody>
      </p:sp>
      <p:sp>
        <p:nvSpPr>
          <p:cNvPr id="324" name="dp42-v4-summary / n27 / circle">
            <a:extLst xmlns:a="http://schemas.openxmlformats.org/drawingml/2006/main">
              <a:ext uri="{FF2B5EF4-FFF2-40B4-BE49-F238E27FC236}">
                <a16:creationId xmlns:a16="http://schemas.microsoft.com/office/drawing/2014/main" id="{AA3E6272-FE0E-4754-BFC4-62E884DD5639}"/>
              </a:ext>
            </a:extLst>
          </p:cNvPr>
          <p:cNvSpPr>
            <a:spLocks xmlns:a="http://schemas.openxmlformats.org/drawingml/2006/main" noGrp="1"/>
          </p:cNvSpPr>
          <p:nvPr/>
        </p:nvSpPr>
        <p:spPr>
          <a:xfrm xmlns:a="http://schemas.openxmlformats.org/drawingml/2006/main">
            <a:off x="10001250" y="8848725"/>
            <a:ext cx="133350" cy="133350"/>
          </a:xfrm>
          <a:prstGeom xmlns:a="http://schemas.openxmlformats.org/drawingml/2006/main" prst="ellipse">
            <a:avLst/>
          </a:prstGeom>
          <a:solidFill xmlns:a="http://schemas.openxmlformats.org/drawingml/2006/main">
            <a:srgbClr val="18232E"/>
          </a:solidFill>
          <a:ln xmlns:a="http://schemas.openxmlformats.org/drawingml/2006/main" w="10478">
            <a:solidFill>
              <a:srgbClr val="18232E"/>
            </a:solidFill>
          </a:ln>
        </p:spPr>
      </p:sp>
      <p:sp>
        <p:nvSpPr>
          <p:cNvPr id="325" name="dp42-v4-summary / n28 / circle">
            <a:extLst xmlns:a="http://schemas.openxmlformats.org/drawingml/2006/main">
              <a:ext uri="{FF2B5EF4-FFF2-40B4-BE49-F238E27FC236}">
                <a16:creationId xmlns:a16="http://schemas.microsoft.com/office/drawing/2014/main" id="{FEBC7618-4F89-4209-801A-A7AA51759C31}"/>
              </a:ext>
            </a:extLst>
          </p:cNvPr>
          <p:cNvSpPr>
            <a:spLocks xmlns:a="http://schemas.openxmlformats.org/drawingml/2006/main" noGrp="1"/>
          </p:cNvSpPr>
          <p:nvPr/>
        </p:nvSpPr>
        <p:spPr>
          <a:xfrm xmlns:a="http://schemas.openxmlformats.org/drawingml/2006/main">
            <a:off x="10172700" y="8848725"/>
            <a:ext cx="133350" cy="133350"/>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326" name="dp42-v4-summary / n28 / half">
            <a:extLst xmlns:a="http://schemas.openxmlformats.org/drawingml/2006/main">
              <a:ext uri="{FF2B5EF4-FFF2-40B4-BE49-F238E27FC236}">
                <a16:creationId xmlns:a16="http://schemas.microsoft.com/office/drawing/2014/main" id="{FFFDA779-169D-4003-91CE-B46D787027E4}"/>
              </a:ext>
            </a:extLst>
          </p:cNvPr>
          <p:cNvSpPr>
            <a:spLocks xmlns:a="http://schemas.openxmlformats.org/drawingml/2006/main" noGrp="1"/>
          </p:cNvSpPr>
          <p:nvPr/>
        </p:nvSpPr>
        <p:spPr>
          <a:xfrm xmlns:a="http://schemas.openxmlformats.org/drawingml/2006/main">
            <a:off x="10172700" y="8848725"/>
            <a:ext cx="133350" cy="133350"/>
          </a:xfrm>
          <a:custGeom xmlns:a="http://schemas.openxmlformats.org/drawingml/2006/main">
            <a:pathLst>
              <a:path w="133350" h="133350">
                <a:moveTo>
                  <a:pt x="66675" y="0"/>
                </a:moveTo>
                <a:lnTo>
                  <a:pt x="60140" y="321"/>
                </a:lnTo>
                <a:lnTo>
                  <a:pt x="53667" y="1281"/>
                </a:lnTo>
                <a:lnTo>
                  <a:pt x="47320" y="2871"/>
                </a:lnTo>
                <a:lnTo>
                  <a:pt x="41160" y="5075"/>
                </a:lnTo>
                <a:lnTo>
                  <a:pt x="35245" y="7873"/>
                </a:lnTo>
                <a:lnTo>
                  <a:pt x="29632" y="11237"/>
                </a:lnTo>
                <a:lnTo>
                  <a:pt x="24377" y="15135"/>
                </a:lnTo>
                <a:lnTo>
                  <a:pt x="19529" y="19529"/>
                </a:lnTo>
                <a:lnTo>
                  <a:pt x="15135" y="24377"/>
                </a:lnTo>
                <a:lnTo>
                  <a:pt x="11237" y="29632"/>
                </a:lnTo>
                <a:lnTo>
                  <a:pt x="7873" y="35245"/>
                </a:lnTo>
                <a:lnTo>
                  <a:pt x="5075" y="41160"/>
                </a:lnTo>
                <a:lnTo>
                  <a:pt x="2871" y="47320"/>
                </a:lnTo>
                <a:lnTo>
                  <a:pt x="1281" y="53667"/>
                </a:lnTo>
                <a:lnTo>
                  <a:pt x="321" y="60140"/>
                </a:lnTo>
                <a:lnTo>
                  <a:pt x="0" y="66675"/>
                </a:lnTo>
                <a:lnTo>
                  <a:pt x="321" y="73210"/>
                </a:lnTo>
                <a:lnTo>
                  <a:pt x="1281" y="79683"/>
                </a:lnTo>
                <a:lnTo>
                  <a:pt x="2871" y="86030"/>
                </a:lnTo>
                <a:lnTo>
                  <a:pt x="5075" y="92190"/>
                </a:lnTo>
                <a:lnTo>
                  <a:pt x="7873" y="98105"/>
                </a:lnTo>
                <a:lnTo>
                  <a:pt x="11237" y="103718"/>
                </a:lnTo>
                <a:lnTo>
                  <a:pt x="15135" y="108973"/>
                </a:lnTo>
                <a:lnTo>
                  <a:pt x="19529" y="113821"/>
                </a:lnTo>
                <a:lnTo>
                  <a:pt x="24377" y="118215"/>
                </a:lnTo>
                <a:lnTo>
                  <a:pt x="29632" y="122113"/>
                </a:lnTo>
                <a:lnTo>
                  <a:pt x="35245" y="125477"/>
                </a:lnTo>
                <a:lnTo>
                  <a:pt x="41160" y="128275"/>
                </a:lnTo>
                <a:lnTo>
                  <a:pt x="47320" y="130479"/>
                </a:lnTo>
                <a:lnTo>
                  <a:pt x="53667" y="132069"/>
                </a:lnTo>
                <a:lnTo>
                  <a:pt x="60140" y="133029"/>
                </a:lnTo>
                <a:lnTo>
                  <a:pt x="66675" y="133350"/>
                </a:lnTo>
                <a:close/>
              </a:path>
            </a:pathLst>
          </a:custGeom>
          <a:solidFill xmlns:a="http://schemas.openxmlformats.org/drawingml/2006/main">
            <a:srgbClr val="18232E"/>
          </a:solidFill>
          <a:ln xmlns:a="http://schemas.openxmlformats.org/drawingml/2006/main" w="0">
            <a:noFill/>
          </a:ln>
        </p:spPr>
      </p:sp>
      <p:sp>
        <p:nvSpPr>
          <p:cNvPr id="327" name="dp42-v4-summary / n29 / circle">
            <a:extLst xmlns:a="http://schemas.openxmlformats.org/drawingml/2006/main">
              <a:ext uri="{FF2B5EF4-FFF2-40B4-BE49-F238E27FC236}">
                <a16:creationId xmlns:a16="http://schemas.microsoft.com/office/drawing/2014/main" id="{CB8E02B5-CE6E-41AC-8F21-D692F1BE71D7}"/>
              </a:ext>
            </a:extLst>
          </p:cNvPr>
          <p:cNvSpPr>
            <a:spLocks xmlns:a="http://schemas.openxmlformats.org/drawingml/2006/main" noGrp="1"/>
          </p:cNvSpPr>
          <p:nvPr/>
        </p:nvSpPr>
        <p:spPr>
          <a:xfrm xmlns:a="http://schemas.openxmlformats.org/drawingml/2006/main">
            <a:off x="10344150" y="8848725"/>
            <a:ext cx="133350" cy="133350"/>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328" name="dp42-v4-summary / n30">
            <a:extLst xmlns:a="http://schemas.openxmlformats.org/drawingml/2006/main">
              <a:ext uri="{FF2B5EF4-FFF2-40B4-BE49-F238E27FC236}">
                <a16:creationId xmlns:a16="http://schemas.microsoft.com/office/drawing/2014/main" id="{8CB369EE-FE99-4B84-8B79-D9EC8A4287A8}"/>
              </a:ext>
            </a:extLst>
          </p:cNvPr>
          <p:cNvSpPr>
            <a:spLocks xmlns:a="http://schemas.openxmlformats.org/drawingml/2006/main" noGrp="1"/>
          </p:cNvSpPr>
          <p:nvPr/>
        </p:nvSpPr>
        <p:spPr>
          <a:xfrm xmlns:a="http://schemas.openxmlformats.org/drawingml/2006/main">
            <a:off x="10515600" y="8829675"/>
            <a:ext cx="7381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3점  5.660초  [인계 4회 / +0.060초]</a:t>
            </a:r>
          </a:p>
        </p:txBody>
      </p:sp>
      <p:sp>
        <p:nvSpPr>
          <p:cNvPr id="329" name="dp42-v4-summary / n31">
            <a:extLst xmlns:a="http://schemas.openxmlformats.org/drawingml/2006/main">
              <a:ext uri="{FF2B5EF4-FFF2-40B4-BE49-F238E27FC236}">
                <a16:creationId xmlns:a16="http://schemas.microsoft.com/office/drawing/2014/main" id="{0D8218F2-81C7-4101-8C4C-B8F278FD145C}"/>
              </a:ext>
            </a:extLst>
          </p:cNvPr>
          <p:cNvSpPr>
            <a:spLocks xmlns:a="http://schemas.openxmlformats.org/drawingml/2006/main" noGrp="1"/>
          </p:cNvSpPr>
          <p:nvPr/>
        </p:nvSpPr>
        <p:spPr>
          <a:xfrm xmlns:a="http://schemas.openxmlformats.org/drawingml/2006/main">
            <a:off x="381000" y="9010650"/>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1430">
            <a:solidFill>
              <a:srgbClr val="CDD6DE"/>
            </a:solidFill>
          </a:ln>
        </p:spPr>
      </p:sp>
      <p:sp>
        <p:nvSpPr>
          <p:cNvPr id="330" name="dp42-v4-summary / n32">
            <a:extLst xmlns:a="http://schemas.openxmlformats.org/drawingml/2006/main">
              <a:ext uri="{FF2B5EF4-FFF2-40B4-BE49-F238E27FC236}">
                <a16:creationId xmlns:a16="http://schemas.microsoft.com/office/drawing/2014/main" id="{B76AE273-42B9-4B9E-81E9-F46BD59B6A41}"/>
              </a:ext>
            </a:extLst>
          </p:cNvPr>
          <p:cNvSpPr>
            <a:spLocks xmlns:a="http://schemas.openxmlformats.org/drawingml/2006/main" noGrp="1"/>
          </p:cNvSpPr>
          <p:nvPr/>
        </p:nvSpPr>
        <p:spPr>
          <a:xfrm xmlns:a="http://schemas.openxmlformats.org/drawingml/2006/main">
            <a:off x="400050" y="9067800"/>
            <a:ext cx="2333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1">
                <a:solidFill>
                  <a:srgbClr val="18232E"/>
                </a:solidFill>
                <a:latin typeface="Apple SD Gothic Neo"/>
                <a:ea typeface="Apple SD Gothic Neo"/>
                <a:cs typeface="Apple SD Gothic Neo"/>
              </a:defRPr>
            </a:pPr>
            <a:r>
              <a:rPr sz="1200" b="1">
                <a:solidFill>
                  <a:srgbClr val="18232E"/>
                </a:solidFill>
                <a:latin typeface="Apple SD Gothic Neo"/>
                <a:ea typeface="Apple SD Gothic Neo"/>
                <a:cs typeface="Apple SD Gothic Neo"/>
              </a:rPr>
              <a:t>VIA 모델 사용 비용</a:t>
            </a:r>
          </a:p>
        </p:txBody>
      </p:sp>
      <p:sp>
        <p:nvSpPr>
          <p:cNvPr id="331" name="dp42-v4-summary / n33 / circle">
            <a:extLst xmlns:a="http://schemas.openxmlformats.org/drawingml/2006/main">
              <a:ext uri="{FF2B5EF4-FFF2-40B4-BE49-F238E27FC236}">
                <a16:creationId xmlns:a16="http://schemas.microsoft.com/office/drawing/2014/main" id="{41A854DB-FBA8-4E0A-8755-127F24AA1B8A}"/>
              </a:ext>
            </a:extLst>
          </p:cNvPr>
          <p:cNvSpPr>
            <a:spLocks xmlns:a="http://schemas.openxmlformats.org/drawingml/2006/main" noGrp="1"/>
          </p:cNvSpPr>
          <p:nvPr/>
        </p:nvSpPr>
        <p:spPr>
          <a:xfrm xmlns:a="http://schemas.openxmlformats.org/drawingml/2006/main">
            <a:off x="2857500" y="9086850"/>
            <a:ext cx="133350" cy="133350"/>
          </a:xfrm>
          <a:prstGeom xmlns:a="http://schemas.openxmlformats.org/drawingml/2006/main" prst="ellipse">
            <a:avLst/>
          </a:prstGeom>
          <a:solidFill xmlns:a="http://schemas.openxmlformats.org/drawingml/2006/main">
            <a:srgbClr val="18232E"/>
          </a:solidFill>
          <a:ln xmlns:a="http://schemas.openxmlformats.org/drawingml/2006/main" w="10478">
            <a:solidFill>
              <a:srgbClr val="18232E"/>
            </a:solidFill>
          </a:ln>
        </p:spPr>
      </p:sp>
      <p:sp>
        <p:nvSpPr>
          <p:cNvPr id="332" name="dp42-v4-summary / n34 / circle">
            <a:extLst xmlns:a="http://schemas.openxmlformats.org/drawingml/2006/main">
              <a:ext uri="{FF2B5EF4-FFF2-40B4-BE49-F238E27FC236}">
                <a16:creationId xmlns:a16="http://schemas.microsoft.com/office/drawing/2014/main" id="{A22212EA-D2F8-4406-985B-9D4BF6F24776}"/>
              </a:ext>
            </a:extLst>
          </p:cNvPr>
          <p:cNvSpPr>
            <a:spLocks xmlns:a="http://schemas.openxmlformats.org/drawingml/2006/main" noGrp="1"/>
          </p:cNvSpPr>
          <p:nvPr/>
        </p:nvSpPr>
        <p:spPr>
          <a:xfrm xmlns:a="http://schemas.openxmlformats.org/drawingml/2006/main">
            <a:off x="3028950" y="9086850"/>
            <a:ext cx="133350" cy="133350"/>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333" name="dp42-v4-summary / n35 / circle">
            <a:extLst xmlns:a="http://schemas.openxmlformats.org/drawingml/2006/main">
              <a:ext uri="{FF2B5EF4-FFF2-40B4-BE49-F238E27FC236}">
                <a16:creationId xmlns:a16="http://schemas.microsoft.com/office/drawing/2014/main" id="{3CFD4490-6EA8-479F-B80A-EE75C4CBED68}"/>
              </a:ext>
            </a:extLst>
          </p:cNvPr>
          <p:cNvSpPr>
            <a:spLocks xmlns:a="http://schemas.openxmlformats.org/drawingml/2006/main" noGrp="1"/>
          </p:cNvSpPr>
          <p:nvPr/>
        </p:nvSpPr>
        <p:spPr>
          <a:xfrm xmlns:a="http://schemas.openxmlformats.org/drawingml/2006/main">
            <a:off x="3200400" y="9086850"/>
            <a:ext cx="133350" cy="133350"/>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334" name="dp42-v4-summary / n36">
            <a:extLst xmlns:a="http://schemas.openxmlformats.org/drawingml/2006/main">
              <a:ext uri="{FF2B5EF4-FFF2-40B4-BE49-F238E27FC236}">
                <a16:creationId xmlns:a16="http://schemas.microsoft.com/office/drawing/2014/main" id="{8511C165-46AF-4BC4-AC4C-1BC5EF343A9C}"/>
              </a:ext>
            </a:extLst>
          </p:cNvPr>
          <p:cNvSpPr>
            <a:spLocks xmlns:a="http://schemas.openxmlformats.org/drawingml/2006/main" noGrp="1"/>
          </p:cNvSpPr>
          <p:nvPr/>
        </p:nvSpPr>
        <p:spPr>
          <a:xfrm xmlns:a="http://schemas.openxmlformats.org/drawingml/2006/main">
            <a:off x="3371850" y="9067800"/>
            <a:ext cx="63341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2점  $1.1867  [같은 모델 역할]</a:t>
            </a:r>
          </a:p>
        </p:txBody>
      </p:sp>
      <p:sp>
        <p:nvSpPr>
          <p:cNvPr id="335" name="dp42-v4-summary / n37 / circle">
            <a:extLst xmlns:a="http://schemas.openxmlformats.org/drawingml/2006/main">
              <a:ext uri="{FF2B5EF4-FFF2-40B4-BE49-F238E27FC236}">
                <a16:creationId xmlns:a16="http://schemas.microsoft.com/office/drawing/2014/main" id="{EFE843EA-C2FF-47EA-8B81-D060FBAE192B}"/>
              </a:ext>
            </a:extLst>
          </p:cNvPr>
          <p:cNvSpPr>
            <a:spLocks xmlns:a="http://schemas.openxmlformats.org/drawingml/2006/main" noGrp="1"/>
          </p:cNvSpPr>
          <p:nvPr/>
        </p:nvSpPr>
        <p:spPr>
          <a:xfrm xmlns:a="http://schemas.openxmlformats.org/drawingml/2006/main">
            <a:off x="10001250" y="9086850"/>
            <a:ext cx="133350" cy="133350"/>
          </a:xfrm>
          <a:prstGeom xmlns:a="http://schemas.openxmlformats.org/drawingml/2006/main" prst="ellipse">
            <a:avLst/>
          </a:prstGeom>
          <a:solidFill xmlns:a="http://schemas.openxmlformats.org/drawingml/2006/main">
            <a:srgbClr val="18232E"/>
          </a:solidFill>
          <a:ln xmlns:a="http://schemas.openxmlformats.org/drawingml/2006/main" w="10478">
            <a:solidFill>
              <a:srgbClr val="18232E"/>
            </a:solidFill>
          </a:ln>
        </p:spPr>
      </p:sp>
      <p:sp>
        <p:nvSpPr>
          <p:cNvPr id="336" name="dp42-v4-summary / n38 / circle">
            <a:extLst xmlns:a="http://schemas.openxmlformats.org/drawingml/2006/main">
              <a:ext uri="{FF2B5EF4-FFF2-40B4-BE49-F238E27FC236}">
                <a16:creationId xmlns:a16="http://schemas.microsoft.com/office/drawing/2014/main" id="{9522B540-DE7C-4B5B-9002-B341D936C482}"/>
              </a:ext>
            </a:extLst>
          </p:cNvPr>
          <p:cNvSpPr>
            <a:spLocks xmlns:a="http://schemas.openxmlformats.org/drawingml/2006/main" noGrp="1"/>
          </p:cNvSpPr>
          <p:nvPr/>
        </p:nvSpPr>
        <p:spPr>
          <a:xfrm xmlns:a="http://schemas.openxmlformats.org/drawingml/2006/main">
            <a:off x="10172700" y="9086850"/>
            <a:ext cx="133350" cy="133350"/>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337" name="dp42-v4-summary / n39 / circle">
            <a:extLst xmlns:a="http://schemas.openxmlformats.org/drawingml/2006/main">
              <a:ext uri="{FF2B5EF4-FFF2-40B4-BE49-F238E27FC236}">
                <a16:creationId xmlns:a16="http://schemas.microsoft.com/office/drawing/2014/main" id="{C1EE5D56-7217-4A8B-8F22-6FE2F9A1E6C2}"/>
              </a:ext>
            </a:extLst>
          </p:cNvPr>
          <p:cNvSpPr>
            <a:spLocks xmlns:a="http://schemas.openxmlformats.org/drawingml/2006/main" noGrp="1"/>
          </p:cNvSpPr>
          <p:nvPr/>
        </p:nvSpPr>
        <p:spPr>
          <a:xfrm xmlns:a="http://schemas.openxmlformats.org/drawingml/2006/main">
            <a:off x="10344150" y="9086850"/>
            <a:ext cx="133350" cy="133350"/>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338" name="dp42-v4-summary / n40">
            <a:extLst xmlns:a="http://schemas.openxmlformats.org/drawingml/2006/main">
              <a:ext uri="{FF2B5EF4-FFF2-40B4-BE49-F238E27FC236}">
                <a16:creationId xmlns:a16="http://schemas.microsoft.com/office/drawing/2014/main" id="{F4DF6FCA-5C04-4406-AC8C-C932997C1106}"/>
              </a:ext>
            </a:extLst>
          </p:cNvPr>
          <p:cNvSpPr>
            <a:spLocks xmlns:a="http://schemas.openxmlformats.org/drawingml/2006/main" noGrp="1"/>
          </p:cNvSpPr>
          <p:nvPr/>
        </p:nvSpPr>
        <p:spPr>
          <a:xfrm xmlns:a="http://schemas.openxmlformats.org/drawingml/2006/main">
            <a:off x="10515600" y="9067800"/>
            <a:ext cx="7381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2점  $1.1867  [같은 모델 역할]</a:t>
            </a:r>
          </a:p>
        </p:txBody>
      </p:sp>
      <p:sp>
        <p:nvSpPr>
          <p:cNvPr id="339" name="dp42-v4-summary / n41">
            <a:extLst xmlns:a="http://schemas.openxmlformats.org/drawingml/2006/main">
              <a:ext uri="{FF2B5EF4-FFF2-40B4-BE49-F238E27FC236}">
                <a16:creationId xmlns:a16="http://schemas.microsoft.com/office/drawing/2014/main" id="{133FE6C1-83C9-4E0F-B9C4-8383D28301CC}"/>
              </a:ext>
            </a:extLst>
          </p:cNvPr>
          <p:cNvSpPr>
            <a:spLocks xmlns:a="http://schemas.openxmlformats.org/drawingml/2006/main" noGrp="1"/>
          </p:cNvSpPr>
          <p:nvPr/>
        </p:nvSpPr>
        <p:spPr>
          <a:xfrm xmlns:a="http://schemas.openxmlformats.org/drawingml/2006/main">
            <a:off x="381000" y="9248775"/>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1430">
            <a:solidFill>
              <a:srgbClr val="CDD6DE"/>
            </a:solidFill>
          </a:ln>
        </p:spPr>
      </p:sp>
      <p:sp>
        <p:nvSpPr>
          <p:cNvPr id="340" name="dp42-v4-summary / n42">
            <a:extLst xmlns:a="http://schemas.openxmlformats.org/drawingml/2006/main">
              <a:ext uri="{FF2B5EF4-FFF2-40B4-BE49-F238E27FC236}">
                <a16:creationId xmlns:a16="http://schemas.microsoft.com/office/drawing/2014/main" id="{7D693DED-0AF0-4177-84EE-EE7C387C0020}"/>
              </a:ext>
            </a:extLst>
          </p:cNvPr>
          <p:cNvSpPr>
            <a:spLocks xmlns:a="http://schemas.openxmlformats.org/drawingml/2006/main" noGrp="1"/>
          </p:cNvSpPr>
          <p:nvPr/>
        </p:nvSpPr>
        <p:spPr>
          <a:xfrm xmlns:a="http://schemas.openxmlformats.org/drawingml/2006/main">
            <a:off x="400050" y="9305925"/>
            <a:ext cx="2333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1">
                <a:solidFill>
                  <a:srgbClr val="18232E"/>
                </a:solidFill>
                <a:latin typeface="Apple SD Gothic Neo"/>
                <a:ea typeface="Apple SD Gothic Neo"/>
                <a:cs typeface="Apple SD Gothic Neo"/>
              </a:defRPr>
            </a:pPr>
            <a:r>
              <a:rPr sz="1200" b="1">
                <a:solidFill>
                  <a:srgbClr val="18232E"/>
                </a:solidFill>
                <a:latin typeface="Apple SD Gothic Neo"/>
                <a:ea typeface="Apple SD Gothic Neo"/>
                <a:cs typeface="Apple SD Gothic Neo"/>
              </a:rPr>
              <a:t>VIA 변경 용이성</a:t>
            </a:r>
          </a:p>
        </p:txBody>
      </p:sp>
      <p:sp>
        <p:nvSpPr>
          <p:cNvPr id="341" name="dp42-v4-summary / n43 / circle">
            <a:extLst xmlns:a="http://schemas.openxmlformats.org/drawingml/2006/main">
              <a:ext uri="{FF2B5EF4-FFF2-40B4-BE49-F238E27FC236}">
                <a16:creationId xmlns:a16="http://schemas.microsoft.com/office/drawing/2014/main" id="{6E8BE40D-32CC-4B9C-9532-A5CA14FB04CC}"/>
              </a:ext>
            </a:extLst>
          </p:cNvPr>
          <p:cNvSpPr>
            <a:spLocks xmlns:a="http://schemas.openxmlformats.org/drawingml/2006/main" noGrp="1"/>
          </p:cNvSpPr>
          <p:nvPr/>
        </p:nvSpPr>
        <p:spPr>
          <a:xfrm xmlns:a="http://schemas.openxmlformats.org/drawingml/2006/main">
            <a:off x="2857500" y="9324975"/>
            <a:ext cx="133350" cy="133350"/>
          </a:xfrm>
          <a:prstGeom xmlns:a="http://schemas.openxmlformats.org/drawingml/2006/main" prst="ellipse">
            <a:avLst/>
          </a:prstGeom>
          <a:solidFill xmlns:a="http://schemas.openxmlformats.org/drawingml/2006/main">
            <a:srgbClr val="18232E"/>
          </a:solidFill>
          <a:ln xmlns:a="http://schemas.openxmlformats.org/drawingml/2006/main" w="10478">
            <a:solidFill>
              <a:srgbClr val="18232E"/>
            </a:solidFill>
          </a:ln>
        </p:spPr>
      </p:sp>
      <p:sp>
        <p:nvSpPr>
          <p:cNvPr id="342" name="dp42-v4-summary / n44 / circle">
            <a:extLst xmlns:a="http://schemas.openxmlformats.org/drawingml/2006/main">
              <a:ext uri="{FF2B5EF4-FFF2-40B4-BE49-F238E27FC236}">
                <a16:creationId xmlns:a16="http://schemas.microsoft.com/office/drawing/2014/main" id="{5CC9A701-9FFC-481F-ABCF-5552478B7017}"/>
              </a:ext>
            </a:extLst>
          </p:cNvPr>
          <p:cNvSpPr>
            <a:spLocks xmlns:a="http://schemas.openxmlformats.org/drawingml/2006/main" noGrp="1"/>
          </p:cNvSpPr>
          <p:nvPr/>
        </p:nvSpPr>
        <p:spPr>
          <a:xfrm xmlns:a="http://schemas.openxmlformats.org/drawingml/2006/main">
            <a:off x="3028950" y="9324975"/>
            <a:ext cx="133350" cy="133350"/>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343" name="dp42-v4-summary / n44 / half">
            <a:extLst xmlns:a="http://schemas.openxmlformats.org/drawingml/2006/main">
              <a:ext uri="{FF2B5EF4-FFF2-40B4-BE49-F238E27FC236}">
                <a16:creationId xmlns:a16="http://schemas.microsoft.com/office/drawing/2014/main" id="{B6E6CCD5-397D-43D9-BD59-E25718374557}"/>
              </a:ext>
            </a:extLst>
          </p:cNvPr>
          <p:cNvSpPr>
            <a:spLocks xmlns:a="http://schemas.openxmlformats.org/drawingml/2006/main" noGrp="1"/>
          </p:cNvSpPr>
          <p:nvPr/>
        </p:nvSpPr>
        <p:spPr>
          <a:xfrm xmlns:a="http://schemas.openxmlformats.org/drawingml/2006/main">
            <a:off x="3028950" y="9324975"/>
            <a:ext cx="133350" cy="133350"/>
          </a:xfrm>
          <a:custGeom xmlns:a="http://schemas.openxmlformats.org/drawingml/2006/main">
            <a:pathLst>
              <a:path w="133350" h="133350">
                <a:moveTo>
                  <a:pt x="66675" y="0"/>
                </a:moveTo>
                <a:lnTo>
                  <a:pt x="60140" y="321"/>
                </a:lnTo>
                <a:lnTo>
                  <a:pt x="53667" y="1281"/>
                </a:lnTo>
                <a:lnTo>
                  <a:pt x="47320" y="2871"/>
                </a:lnTo>
                <a:lnTo>
                  <a:pt x="41160" y="5075"/>
                </a:lnTo>
                <a:lnTo>
                  <a:pt x="35245" y="7873"/>
                </a:lnTo>
                <a:lnTo>
                  <a:pt x="29632" y="11237"/>
                </a:lnTo>
                <a:lnTo>
                  <a:pt x="24377" y="15135"/>
                </a:lnTo>
                <a:lnTo>
                  <a:pt x="19529" y="19529"/>
                </a:lnTo>
                <a:lnTo>
                  <a:pt x="15135" y="24377"/>
                </a:lnTo>
                <a:lnTo>
                  <a:pt x="11237" y="29632"/>
                </a:lnTo>
                <a:lnTo>
                  <a:pt x="7873" y="35245"/>
                </a:lnTo>
                <a:lnTo>
                  <a:pt x="5075" y="41160"/>
                </a:lnTo>
                <a:lnTo>
                  <a:pt x="2871" y="47320"/>
                </a:lnTo>
                <a:lnTo>
                  <a:pt x="1281" y="53667"/>
                </a:lnTo>
                <a:lnTo>
                  <a:pt x="321" y="60140"/>
                </a:lnTo>
                <a:lnTo>
                  <a:pt x="0" y="66675"/>
                </a:lnTo>
                <a:lnTo>
                  <a:pt x="321" y="73210"/>
                </a:lnTo>
                <a:lnTo>
                  <a:pt x="1281" y="79683"/>
                </a:lnTo>
                <a:lnTo>
                  <a:pt x="2871" y="86030"/>
                </a:lnTo>
                <a:lnTo>
                  <a:pt x="5075" y="92190"/>
                </a:lnTo>
                <a:lnTo>
                  <a:pt x="7873" y="98105"/>
                </a:lnTo>
                <a:lnTo>
                  <a:pt x="11237" y="103718"/>
                </a:lnTo>
                <a:lnTo>
                  <a:pt x="15135" y="108973"/>
                </a:lnTo>
                <a:lnTo>
                  <a:pt x="19529" y="113821"/>
                </a:lnTo>
                <a:lnTo>
                  <a:pt x="24377" y="118215"/>
                </a:lnTo>
                <a:lnTo>
                  <a:pt x="29632" y="122113"/>
                </a:lnTo>
                <a:lnTo>
                  <a:pt x="35245" y="125477"/>
                </a:lnTo>
                <a:lnTo>
                  <a:pt x="41160" y="128275"/>
                </a:lnTo>
                <a:lnTo>
                  <a:pt x="47320" y="130479"/>
                </a:lnTo>
                <a:lnTo>
                  <a:pt x="53667" y="132069"/>
                </a:lnTo>
                <a:lnTo>
                  <a:pt x="60140" y="133029"/>
                </a:lnTo>
                <a:lnTo>
                  <a:pt x="66675" y="133350"/>
                </a:lnTo>
                <a:close/>
              </a:path>
            </a:pathLst>
          </a:custGeom>
          <a:solidFill xmlns:a="http://schemas.openxmlformats.org/drawingml/2006/main">
            <a:srgbClr val="18232E"/>
          </a:solidFill>
          <a:ln xmlns:a="http://schemas.openxmlformats.org/drawingml/2006/main" w="0">
            <a:noFill/>
          </a:ln>
        </p:spPr>
      </p:sp>
      <p:sp>
        <p:nvSpPr>
          <p:cNvPr id="344" name="dp42-v4-summary / n45 / circle">
            <a:extLst xmlns:a="http://schemas.openxmlformats.org/drawingml/2006/main">
              <a:ext uri="{FF2B5EF4-FFF2-40B4-BE49-F238E27FC236}">
                <a16:creationId xmlns:a16="http://schemas.microsoft.com/office/drawing/2014/main" id="{384B1325-544D-44A2-A3C0-83EE9406F5C9}"/>
              </a:ext>
            </a:extLst>
          </p:cNvPr>
          <p:cNvSpPr>
            <a:spLocks xmlns:a="http://schemas.openxmlformats.org/drawingml/2006/main" noGrp="1"/>
          </p:cNvSpPr>
          <p:nvPr/>
        </p:nvSpPr>
        <p:spPr>
          <a:xfrm xmlns:a="http://schemas.openxmlformats.org/drawingml/2006/main">
            <a:off x="3200400" y="9324975"/>
            <a:ext cx="133350" cy="133350"/>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345" name="dp42-v4-summary / n46">
            <a:extLst xmlns:a="http://schemas.openxmlformats.org/drawingml/2006/main">
              <a:ext uri="{FF2B5EF4-FFF2-40B4-BE49-F238E27FC236}">
                <a16:creationId xmlns:a16="http://schemas.microsoft.com/office/drawing/2014/main" id="{9BE97682-5320-4F69-A276-36FCF9BDFE05}"/>
              </a:ext>
            </a:extLst>
          </p:cNvPr>
          <p:cNvSpPr>
            <a:spLocks xmlns:a="http://schemas.openxmlformats.org/drawingml/2006/main" noGrp="1"/>
          </p:cNvSpPr>
          <p:nvPr/>
        </p:nvSpPr>
        <p:spPr>
          <a:xfrm xmlns:a="http://schemas.openxmlformats.org/drawingml/2006/main">
            <a:off x="3371850" y="9305925"/>
            <a:ext cx="63341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3점  2.167개  [공동 상태 계약 수정]</a:t>
            </a:r>
          </a:p>
        </p:txBody>
      </p:sp>
      <p:sp>
        <p:nvSpPr>
          <p:cNvPr id="346" name="dp42-v4-summary / n47 / circle">
            <a:extLst xmlns:a="http://schemas.openxmlformats.org/drawingml/2006/main">
              <a:ext uri="{FF2B5EF4-FFF2-40B4-BE49-F238E27FC236}">
                <a16:creationId xmlns:a16="http://schemas.microsoft.com/office/drawing/2014/main" id="{8EB8CEE1-B2C0-43DD-85BB-C13A3A2356C2}"/>
              </a:ext>
            </a:extLst>
          </p:cNvPr>
          <p:cNvSpPr>
            <a:spLocks xmlns:a="http://schemas.openxmlformats.org/drawingml/2006/main" noGrp="1"/>
          </p:cNvSpPr>
          <p:nvPr/>
        </p:nvSpPr>
        <p:spPr>
          <a:xfrm xmlns:a="http://schemas.openxmlformats.org/drawingml/2006/main">
            <a:off x="10001250" y="9324975"/>
            <a:ext cx="133350" cy="133350"/>
          </a:xfrm>
          <a:prstGeom xmlns:a="http://schemas.openxmlformats.org/drawingml/2006/main" prst="ellipse">
            <a:avLst/>
          </a:prstGeom>
          <a:solidFill xmlns:a="http://schemas.openxmlformats.org/drawingml/2006/main">
            <a:srgbClr val="18232E"/>
          </a:solidFill>
          <a:ln xmlns:a="http://schemas.openxmlformats.org/drawingml/2006/main" w="10478">
            <a:solidFill>
              <a:srgbClr val="18232E"/>
            </a:solidFill>
          </a:ln>
        </p:spPr>
      </p:sp>
      <p:sp>
        <p:nvSpPr>
          <p:cNvPr id="347" name="dp42-v4-summary / n48 / circle">
            <a:extLst xmlns:a="http://schemas.openxmlformats.org/drawingml/2006/main">
              <a:ext uri="{FF2B5EF4-FFF2-40B4-BE49-F238E27FC236}">
                <a16:creationId xmlns:a16="http://schemas.microsoft.com/office/drawing/2014/main" id="{03F1EAD9-871B-454F-B2AF-8738B1F5ABD6}"/>
              </a:ext>
            </a:extLst>
          </p:cNvPr>
          <p:cNvSpPr>
            <a:spLocks xmlns:a="http://schemas.openxmlformats.org/drawingml/2006/main" noGrp="1"/>
          </p:cNvSpPr>
          <p:nvPr/>
        </p:nvSpPr>
        <p:spPr>
          <a:xfrm xmlns:a="http://schemas.openxmlformats.org/drawingml/2006/main">
            <a:off x="10172700" y="9324975"/>
            <a:ext cx="133350" cy="133350"/>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348" name="dp42-v4-summary / n49 / circle">
            <a:extLst xmlns:a="http://schemas.openxmlformats.org/drawingml/2006/main">
              <a:ext uri="{FF2B5EF4-FFF2-40B4-BE49-F238E27FC236}">
                <a16:creationId xmlns:a16="http://schemas.microsoft.com/office/drawing/2014/main" id="{FDE01952-3AD5-446C-8516-B2DE0CF206DF}"/>
              </a:ext>
            </a:extLst>
          </p:cNvPr>
          <p:cNvSpPr>
            <a:spLocks xmlns:a="http://schemas.openxmlformats.org/drawingml/2006/main" noGrp="1"/>
          </p:cNvSpPr>
          <p:nvPr/>
        </p:nvSpPr>
        <p:spPr>
          <a:xfrm xmlns:a="http://schemas.openxmlformats.org/drawingml/2006/main">
            <a:off x="10344150" y="9324975"/>
            <a:ext cx="133350" cy="133350"/>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349" name="dp42-v4-summary / n50">
            <a:extLst xmlns:a="http://schemas.openxmlformats.org/drawingml/2006/main">
              <a:ext uri="{FF2B5EF4-FFF2-40B4-BE49-F238E27FC236}">
                <a16:creationId xmlns:a16="http://schemas.microsoft.com/office/drawing/2014/main" id="{9CB6C5F8-1738-4081-8E7E-57A6F81172C0}"/>
              </a:ext>
            </a:extLst>
          </p:cNvPr>
          <p:cNvSpPr>
            <a:spLocks xmlns:a="http://schemas.openxmlformats.org/drawingml/2006/main" noGrp="1"/>
          </p:cNvSpPr>
          <p:nvPr/>
        </p:nvSpPr>
        <p:spPr>
          <a:xfrm xmlns:a="http://schemas.openxmlformats.org/drawingml/2006/main">
            <a:off x="10515600" y="9305925"/>
            <a:ext cx="7381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2점  2.333개  [독립 인계 계약 추가]</a:t>
            </a:r>
          </a:p>
        </p:txBody>
      </p:sp>
      <p:sp>
        <p:nvSpPr>
          <p:cNvPr id="350" name="dp42-v4-summary / n51">
            <a:extLst xmlns:a="http://schemas.openxmlformats.org/drawingml/2006/main">
              <a:ext uri="{FF2B5EF4-FFF2-40B4-BE49-F238E27FC236}">
                <a16:creationId xmlns:a16="http://schemas.microsoft.com/office/drawing/2014/main" id="{FAB818DB-587F-40B0-946E-5CA79814F2A7}"/>
              </a:ext>
            </a:extLst>
          </p:cNvPr>
          <p:cNvSpPr>
            <a:spLocks xmlns:a="http://schemas.openxmlformats.org/drawingml/2006/main" noGrp="1"/>
          </p:cNvSpPr>
          <p:nvPr/>
        </p:nvSpPr>
        <p:spPr>
          <a:xfrm xmlns:a="http://schemas.openxmlformats.org/drawingml/2006/main">
            <a:off x="381000" y="9486900"/>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1430">
            <a:solidFill>
              <a:srgbClr val="CDD6DE"/>
            </a:solidFill>
          </a:ln>
        </p:spPr>
      </p:sp>
      <p:sp>
        <p:nvSpPr>
          <p:cNvPr id="351" name="dp42-v4-summary / n52">
            <a:extLst xmlns:a="http://schemas.openxmlformats.org/drawingml/2006/main">
              <a:ext uri="{FF2B5EF4-FFF2-40B4-BE49-F238E27FC236}">
                <a16:creationId xmlns:a16="http://schemas.microsoft.com/office/drawing/2014/main" id="{C30BA642-A511-4034-B7E9-EADA08E8C45C}"/>
              </a:ext>
            </a:extLst>
          </p:cNvPr>
          <p:cNvSpPr>
            <a:spLocks xmlns:a="http://schemas.openxmlformats.org/drawingml/2006/main" noGrp="1"/>
          </p:cNvSpPr>
          <p:nvPr/>
        </p:nvSpPr>
        <p:spPr>
          <a:xfrm xmlns:a="http://schemas.openxmlformats.org/drawingml/2006/main">
            <a:off x="400050" y="9544050"/>
            <a:ext cx="2333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1">
                <a:solidFill>
                  <a:srgbClr val="18232E"/>
                </a:solidFill>
                <a:latin typeface="Apple SD Gothic Neo"/>
                <a:ea typeface="Apple SD Gothic Neo"/>
                <a:cs typeface="Apple SD Gothic Neo"/>
              </a:defRPr>
            </a:pPr>
            <a:r>
              <a:rPr sz="1200" b="1">
                <a:solidFill>
                  <a:srgbClr val="18232E"/>
                </a:solidFill>
                <a:latin typeface="Apple SD Gothic Neo"/>
                <a:ea typeface="Apple SD Gothic Neo"/>
                <a:cs typeface="Apple SD Gothic Neo"/>
              </a:rPr>
              <a:t>로컬 VIA 메모리 사용량</a:t>
            </a:r>
          </a:p>
        </p:txBody>
      </p:sp>
      <p:sp>
        <p:nvSpPr>
          <p:cNvPr id="352" name="dp42-v4-summary / n53 / circle">
            <a:extLst xmlns:a="http://schemas.openxmlformats.org/drawingml/2006/main">
              <a:ext uri="{FF2B5EF4-FFF2-40B4-BE49-F238E27FC236}">
                <a16:creationId xmlns:a16="http://schemas.microsoft.com/office/drawing/2014/main" id="{99C26182-6113-4EDB-9DA8-B6179F759420}"/>
              </a:ext>
            </a:extLst>
          </p:cNvPr>
          <p:cNvSpPr>
            <a:spLocks xmlns:a="http://schemas.openxmlformats.org/drawingml/2006/main" noGrp="1"/>
          </p:cNvSpPr>
          <p:nvPr/>
        </p:nvSpPr>
        <p:spPr>
          <a:xfrm xmlns:a="http://schemas.openxmlformats.org/drawingml/2006/main">
            <a:off x="2857500" y="9563100"/>
            <a:ext cx="133350" cy="133350"/>
          </a:xfrm>
          <a:prstGeom xmlns:a="http://schemas.openxmlformats.org/drawingml/2006/main" prst="ellipse">
            <a:avLst/>
          </a:prstGeom>
          <a:solidFill xmlns:a="http://schemas.openxmlformats.org/drawingml/2006/main">
            <a:srgbClr val="18232E"/>
          </a:solidFill>
          <a:ln xmlns:a="http://schemas.openxmlformats.org/drawingml/2006/main" w="10478">
            <a:solidFill>
              <a:srgbClr val="18232E"/>
            </a:solidFill>
          </a:ln>
        </p:spPr>
      </p:sp>
      <p:sp>
        <p:nvSpPr>
          <p:cNvPr id="353" name="dp42-v4-summary / n54 / circle">
            <a:extLst xmlns:a="http://schemas.openxmlformats.org/drawingml/2006/main">
              <a:ext uri="{FF2B5EF4-FFF2-40B4-BE49-F238E27FC236}">
                <a16:creationId xmlns:a16="http://schemas.microsoft.com/office/drawing/2014/main" id="{37AB851E-C8AD-436D-8468-E0AEAFF76139}"/>
              </a:ext>
            </a:extLst>
          </p:cNvPr>
          <p:cNvSpPr>
            <a:spLocks xmlns:a="http://schemas.openxmlformats.org/drawingml/2006/main" noGrp="1"/>
          </p:cNvSpPr>
          <p:nvPr/>
        </p:nvSpPr>
        <p:spPr>
          <a:xfrm xmlns:a="http://schemas.openxmlformats.org/drawingml/2006/main">
            <a:off x="3028950" y="9563100"/>
            <a:ext cx="133350" cy="133350"/>
          </a:xfrm>
          <a:prstGeom xmlns:a="http://schemas.openxmlformats.org/drawingml/2006/main" prst="ellipse">
            <a:avLst/>
          </a:prstGeom>
          <a:solidFill xmlns:a="http://schemas.openxmlformats.org/drawingml/2006/main">
            <a:srgbClr val="18232E"/>
          </a:solidFill>
          <a:ln xmlns:a="http://schemas.openxmlformats.org/drawingml/2006/main" w="10478">
            <a:solidFill>
              <a:srgbClr val="18232E"/>
            </a:solidFill>
          </a:ln>
        </p:spPr>
      </p:sp>
      <p:sp>
        <p:nvSpPr>
          <p:cNvPr id="354" name="dp42-v4-summary / n55 / circle">
            <a:extLst xmlns:a="http://schemas.openxmlformats.org/drawingml/2006/main">
              <a:ext uri="{FF2B5EF4-FFF2-40B4-BE49-F238E27FC236}">
                <a16:creationId xmlns:a16="http://schemas.microsoft.com/office/drawing/2014/main" id="{F2B52388-6157-4E5F-B4F8-963341B84B5F}"/>
              </a:ext>
            </a:extLst>
          </p:cNvPr>
          <p:cNvSpPr>
            <a:spLocks xmlns:a="http://schemas.openxmlformats.org/drawingml/2006/main" noGrp="1"/>
          </p:cNvSpPr>
          <p:nvPr/>
        </p:nvSpPr>
        <p:spPr>
          <a:xfrm xmlns:a="http://schemas.openxmlformats.org/drawingml/2006/main">
            <a:off x="3200400" y="9563100"/>
            <a:ext cx="133350" cy="133350"/>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355" name="dp42-v4-summary / n56">
            <a:extLst xmlns:a="http://schemas.openxmlformats.org/drawingml/2006/main">
              <a:ext uri="{FF2B5EF4-FFF2-40B4-BE49-F238E27FC236}">
                <a16:creationId xmlns:a16="http://schemas.microsoft.com/office/drawing/2014/main" id="{8531F3B6-6A51-45E6-8283-6283678A17FC}"/>
              </a:ext>
            </a:extLst>
          </p:cNvPr>
          <p:cNvSpPr>
            <a:spLocks xmlns:a="http://schemas.openxmlformats.org/drawingml/2006/main" noGrp="1"/>
          </p:cNvSpPr>
          <p:nvPr/>
        </p:nvSpPr>
        <p:spPr>
          <a:xfrm xmlns:a="http://schemas.openxmlformats.org/drawingml/2006/main">
            <a:off x="3371850" y="9544050"/>
            <a:ext cx="63341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4점  1,792MiB  [통합 실행체 상태]</a:t>
            </a:r>
          </a:p>
        </p:txBody>
      </p:sp>
      <p:sp>
        <p:nvSpPr>
          <p:cNvPr id="356" name="dp42-v4-summary / n57 / circle">
            <a:extLst xmlns:a="http://schemas.openxmlformats.org/drawingml/2006/main">
              <a:ext uri="{FF2B5EF4-FFF2-40B4-BE49-F238E27FC236}">
                <a16:creationId xmlns:a16="http://schemas.microsoft.com/office/drawing/2014/main" id="{CCB59075-9B8E-49C7-AC98-07970A4F8926}"/>
              </a:ext>
            </a:extLst>
          </p:cNvPr>
          <p:cNvSpPr>
            <a:spLocks xmlns:a="http://schemas.openxmlformats.org/drawingml/2006/main" noGrp="1"/>
          </p:cNvSpPr>
          <p:nvPr/>
        </p:nvSpPr>
        <p:spPr>
          <a:xfrm xmlns:a="http://schemas.openxmlformats.org/drawingml/2006/main">
            <a:off x="10001250" y="9563100"/>
            <a:ext cx="133350" cy="133350"/>
          </a:xfrm>
          <a:prstGeom xmlns:a="http://schemas.openxmlformats.org/drawingml/2006/main" prst="ellipse">
            <a:avLst/>
          </a:prstGeom>
          <a:solidFill xmlns:a="http://schemas.openxmlformats.org/drawingml/2006/main">
            <a:srgbClr val="18232E"/>
          </a:solidFill>
          <a:ln xmlns:a="http://schemas.openxmlformats.org/drawingml/2006/main" w="10478">
            <a:solidFill>
              <a:srgbClr val="18232E"/>
            </a:solidFill>
          </a:ln>
        </p:spPr>
      </p:sp>
      <p:sp>
        <p:nvSpPr>
          <p:cNvPr id="357" name="dp42-v4-summary / n58 / circle">
            <a:extLst xmlns:a="http://schemas.openxmlformats.org/drawingml/2006/main">
              <a:ext uri="{FF2B5EF4-FFF2-40B4-BE49-F238E27FC236}">
                <a16:creationId xmlns:a16="http://schemas.microsoft.com/office/drawing/2014/main" id="{D54A5632-5FE2-4218-8855-347FBBBC263F}"/>
              </a:ext>
            </a:extLst>
          </p:cNvPr>
          <p:cNvSpPr>
            <a:spLocks xmlns:a="http://schemas.openxmlformats.org/drawingml/2006/main" noGrp="1"/>
          </p:cNvSpPr>
          <p:nvPr/>
        </p:nvSpPr>
        <p:spPr>
          <a:xfrm xmlns:a="http://schemas.openxmlformats.org/drawingml/2006/main">
            <a:off x="10172700" y="9563100"/>
            <a:ext cx="133350" cy="133350"/>
          </a:xfrm>
          <a:prstGeom xmlns:a="http://schemas.openxmlformats.org/drawingml/2006/main" prst="ellipse">
            <a:avLst/>
          </a:prstGeom>
          <a:solidFill xmlns:a="http://schemas.openxmlformats.org/drawingml/2006/main">
            <a:srgbClr val="18232E"/>
          </a:solidFill>
          <a:ln xmlns:a="http://schemas.openxmlformats.org/drawingml/2006/main" w="10478">
            <a:solidFill>
              <a:srgbClr val="18232E"/>
            </a:solidFill>
          </a:ln>
        </p:spPr>
      </p:sp>
      <p:sp>
        <p:nvSpPr>
          <p:cNvPr id="358" name="dp42-v4-summary / n59 / circle">
            <a:extLst xmlns:a="http://schemas.openxmlformats.org/drawingml/2006/main">
              <a:ext uri="{FF2B5EF4-FFF2-40B4-BE49-F238E27FC236}">
                <a16:creationId xmlns:a16="http://schemas.microsoft.com/office/drawing/2014/main" id="{DCBD419D-2A79-463D-9658-AB57A4557D78}"/>
              </a:ext>
            </a:extLst>
          </p:cNvPr>
          <p:cNvSpPr>
            <a:spLocks xmlns:a="http://schemas.openxmlformats.org/drawingml/2006/main" noGrp="1"/>
          </p:cNvSpPr>
          <p:nvPr/>
        </p:nvSpPr>
        <p:spPr>
          <a:xfrm xmlns:a="http://schemas.openxmlformats.org/drawingml/2006/main">
            <a:off x="10344150" y="9563100"/>
            <a:ext cx="133350" cy="133350"/>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359" name="dp42-v4-summary / n60">
            <a:extLst xmlns:a="http://schemas.openxmlformats.org/drawingml/2006/main">
              <a:ext uri="{FF2B5EF4-FFF2-40B4-BE49-F238E27FC236}">
                <a16:creationId xmlns:a16="http://schemas.microsoft.com/office/drawing/2014/main" id="{DEC38708-A65F-4372-8055-2855E44481BD}"/>
              </a:ext>
            </a:extLst>
          </p:cNvPr>
          <p:cNvSpPr>
            <a:spLocks xmlns:a="http://schemas.openxmlformats.org/drawingml/2006/main" noGrp="1"/>
          </p:cNvSpPr>
          <p:nvPr/>
        </p:nvSpPr>
        <p:spPr>
          <a:xfrm xmlns:a="http://schemas.openxmlformats.org/drawingml/2006/main">
            <a:off x="10515600" y="9544050"/>
            <a:ext cx="7381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4점  2,080MiB  [추가 service +288MiB]</a:t>
            </a:r>
          </a:p>
        </p:txBody>
      </p:sp>
      <p:sp>
        <p:nvSpPr>
          <p:cNvPr id="360" name="dp42-v4-summary / n61">
            <a:extLst xmlns:a="http://schemas.openxmlformats.org/drawingml/2006/main">
              <a:ext uri="{FF2B5EF4-FFF2-40B4-BE49-F238E27FC236}">
                <a16:creationId xmlns:a16="http://schemas.microsoft.com/office/drawing/2014/main" id="{E141CD0C-C18C-4104-9DAF-CB53DF4B953D}"/>
              </a:ext>
            </a:extLst>
          </p:cNvPr>
          <p:cNvSpPr>
            <a:spLocks xmlns:a="http://schemas.openxmlformats.org/drawingml/2006/main" noGrp="1"/>
          </p:cNvSpPr>
          <p:nvPr/>
        </p:nvSpPr>
        <p:spPr>
          <a:xfrm xmlns:a="http://schemas.openxmlformats.org/drawingml/2006/main">
            <a:off x="381000" y="9810750"/>
            <a:ext cx="17526000" cy="2143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0">
                <a:solidFill>
                  <a:srgbClr val="5F6B77"/>
                </a:solidFill>
                <a:latin typeface="Apple SD Gothic Neo"/>
                <a:ea typeface="Apple SD Gothic Neo"/>
                <a:cs typeface="Apple SD Gothic Neo"/>
              </a:defRPr>
            </a:pPr>
            <a:r>
              <a:rPr sz="1125" b="0">
                <a:solidFill>
                  <a:srgbClr val="5F6B77"/>
                </a:solidFill>
                <a:latin typeface="Apple SD Gothic Neo"/>
                <a:ea typeface="Apple SD Gothic Neo"/>
                <a:cs typeface="Apple SD Gothic Neo"/>
              </a:rPr>
              <a:t>정상 로컬 실행 / 별도 재해석 없이 같은 의미와 Task 처리</a:t>
            </a:r>
          </a:p>
        </p:txBody>
      </p:sp>
      <p:sp>
        <p:nvSpPr>
          <p:cNvPr id="361" name="dp42-v4-summary / n62">
            <a:extLst xmlns:a="http://schemas.openxmlformats.org/drawingml/2006/main">
              <a:ext uri="{FF2B5EF4-FFF2-40B4-BE49-F238E27FC236}">
                <a16:creationId xmlns:a16="http://schemas.microsoft.com/office/drawing/2014/main" id="{59AA5173-3BDB-4208-B14E-5CE16F096B74}"/>
              </a:ext>
            </a:extLst>
          </p:cNvPr>
          <p:cNvSpPr>
            <a:spLocks xmlns:a="http://schemas.openxmlformats.org/drawingml/2006/main" noGrp="1"/>
          </p:cNvSpPr>
          <p:nvPr/>
        </p:nvSpPr>
        <p:spPr>
          <a:xfrm xmlns:a="http://schemas.openxmlformats.org/drawingml/2006/main">
            <a:off x="381000" y="10067925"/>
            <a:ext cx="175260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0">
                <a:solidFill>
                  <a:srgbClr val="5F6B77"/>
                </a:solidFill>
                <a:latin typeface="Apple SD Gothic Neo"/>
                <a:ea typeface="Apple SD Gothic Neo"/>
                <a:cs typeface="Apple SD Gothic Neo"/>
              </a:defRPr>
            </a:pPr>
            <a:r>
              <a:rPr sz="1050" b="0">
                <a:solidFill>
                  <a:srgbClr val="5F6B77"/>
                </a:solidFill>
                <a:latin typeface="Apple SD Gothic Neo"/>
                <a:ea typeface="Apple SD Gothic Neo"/>
                <a:cs typeface="Apple SD Gothic Neo"/>
              </a:rPr>
              <a:t>사고 실험 가정값 / ASR-QA-v5 기준 / 실제 측정 전 / 보호 조건 별도 / 상세 비교 다음 장</a:t>
            </a:r>
          </a:p>
        </p:txBody>
      </p:sp>
      <p:sp>
        <p:nvSpPr>
          <p:cNvPr id="41" name="dp42-comparison / legend_continuation_0">
            <a:extLst xmlns:a="http://schemas.openxmlformats.org/drawingml/2006/main">
              <a:ext uri="{FF2B5EF4-FFF2-40B4-BE49-F238E27FC236}">
                <a16:creationId xmlns:a16="http://schemas.microsoft.com/office/drawing/2014/main" id="{898F8ECD-6E39-42E0-9880-D474D9F10B53}"/>
              </a:ext>
            </a:extLst>
          </p:cNvPr>
          <p:cNvSpPr>
            <a:spLocks xmlns:a="http://schemas.openxmlformats.org/drawingml/2006/main" noGrp="1"/>
          </p:cNvSpPr>
          <p:nvPr/>
        </p:nvSpPr>
        <p:spPr>
          <a:xfrm xmlns:a="http://schemas.openxmlformats.org/drawingml/2006/main">
            <a:off x="447675" y="3257550"/>
            <a:ext cx="819150" cy="420052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42" name="dp42-comparison / legend_continuation_1 / text 1">
            <a:extLst xmlns:a="http://schemas.openxmlformats.org/drawingml/2006/main">
              <a:ext uri="{FF2B5EF4-FFF2-40B4-BE49-F238E27FC236}">
                <a16:creationId xmlns:a16="http://schemas.microsoft.com/office/drawing/2014/main" id="{73F2F736-C92B-47AD-9E32-0664831FF2AA}"/>
              </a:ext>
            </a:extLst>
          </p:cNvPr>
          <p:cNvSpPr>
            <a:spLocks xmlns:a="http://schemas.openxmlformats.org/drawingml/2006/main" noGrp="1"/>
          </p:cNvSpPr>
          <p:nvPr/>
        </p:nvSpPr>
        <p:spPr>
          <a:xfrm xmlns:a="http://schemas.openxmlformats.org/drawingml/2006/main">
            <a:off x="466725" y="3329559"/>
            <a:ext cx="781050"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25" b="1">
                <a:solidFill>
                  <a:srgbClr val="000000"/>
                </a:solidFill>
                <a:latin typeface="Apple SD Gothic Neo"/>
                <a:ea typeface="Apple SD Gothic Neo"/>
                <a:cs typeface="Apple SD Gothic Neo"/>
              </a:defRPr>
            </a:pPr>
            <a:r>
              <a:rPr sz="1125" b="1">
                <a:solidFill>
                  <a:srgbClr val="000000"/>
                </a:solidFill>
                <a:latin typeface="Apple SD Gothic Neo"/>
                <a:ea typeface="Apple SD Gothic Neo"/>
                <a:cs typeface="Apple SD Gothic Neo"/>
              </a:rPr>
              <a:t>Legend</a:t>
            </a:r>
          </a:p>
        </p:txBody>
      </p:sp>
      <p:sp>
        <p:nvSpPr>
          <p:cNvPr id="43" name="dp42-comparison / legend_continuation_2">
            <a:extLst xmlns:a="http://schemas.openxmlformats.org/drawingml/2006/main">
              <a:ext uri="{FF2B5EF4-FFF2-40B4-BE49-F238E27FC236}">
                <a16:creationId xmlns:a16="http://schemas.microsoft.com/office/drawing/2014/main" id="{0C67B01B-D128-4B6A-8EA0-AC7CD0245255}"/>
              </a:ext>
            </a:extLst>
          </p:cNvPr>
          <p:cNvSpPr>
            <a:spLocks xmlns:a="http://schemas.openxmlformats.org/drawingml/2006/main" noGrp="1"/>
          </p:cNvSpPr>
          <p:nvPr/>
        </p:nvSpPr>
        <p:spPr>
          <a:xfrm xmlns:a="http://schemas.openxmlformats.org/drawingml/2006/main">
            <a:off x="504825" y="3553587"/>
            <a:ext cx="704850" cy="216027"/>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44" name="dp42-comparison / legend_continuation_3 / text 1">
            <a:extLst xmlns:a="http://schemas.openxmlformats.org/drawingml/2006/main">
              <a:ext uri="{FF2B5EF4-FFF2-40B4-BE49-F238E27FC236}">
                <a16:creationId xmlns:a16="http://schemas.microsoft.com/office/drawing/2014/main" id="{7837FC43-CEA3-4985-99F3-9BDDDC474AE7}"/>
              </a:ext>
            </a:extLst>
          </p:cNvPr>
          <p:cNvSpPr>
            <a:spLocks xmlns:a="http://schemas.openxmlformats.org/drawingml/2006/main" noGrp="1"/>
          </p:cNvSpPr>
          <p:nvPr/>
        </p:nvSpPr>
        <p:spPr>
          <a:xfrm xmlns:a="http://schemas.openxmlformats.org/drawingml/2006/main">
            <a:off x="590550" y="3609594"/>
            <a:ext cx="5334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750" b="1">
                <a:solidFill>
                  <a:srgbClr val="000000"/>
                </a:solidFill>
                <a:latin typeface="Apple SD Gothic Neo"/>
                <a:ea typeface="Apple SD Gothic Neo"/>
                <a:cs typeface="Apple SD Gothic Neo"/>
              </a:defRPr>
            </a:pPr>
            <a:r>
              <a:rPr sz="750" b="1">
                <a:solidFill>
                  <a:srgbClr val="000000"/>
                </a:solidFill>
                <a:latin typeface="Apple SD Gothic Neo"/>
                <a:ea typeface="Apple SD Gothic Neo"/>
                <a:cs typeface="Apple SD Gothic Neo"/>
              </a:rPr>
              <a:t>Component</a:t>
            </a:r>
          </a:p>
        </p:txBody>
      </p:sp>
      <p:sp>
        <p:nvSpPr>
          <p:cNvPr id="45" name="dp42-comparison / legend_continuation_4 / text 1">
            <a:extLst xmlns:a="http://schemas.openxmlformats.org/drawingml/2006/main">
              <a:ext uri="{FF2B5EF4-FFF2-40B4-BE49-F238E27FC236}">
                <a16:creationId xmlns:a16="http://schemas.microsoft.com/office/drawing/2014/main" id="{9EC71985-04EC-4082-A9B8-73DA6180BAF2}"/>
              </a:ext>
            </a:extLst>
          </p:cNvPr>
          <p:cNvSpPr>
            <a:spLocks xmlns:a="http://schemas.openxmlformats.org/drawingml/2006/main" noGrp="1"/>
          </p:cNvSpPr>
          <p:nvPr/>
        </p:nvSpPr>
        <p:spPr>
          <a:xfrm xmlns:a="http://schemas.openxmlformats.org/drawingml/2006/main">
            <a:off x="514350" y="3793617"/>
            <a:ext cx="72390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논리 책임</a:t>
            </a:r>
          </a:p>
        </p:txBody>
      </p:sp>
      <p:sp>
        <p:nvSpPr>
          <p:cNvPr id="46" name="dp42-comparison / legend_continuation_5">
            <a:extLst xmlns:a="http://schemas.openxmlformats.org/drawingml/2006/main">
              <a:ext uri="{FF2B5EF4-FFF2-40B4-BE49-F238E27FC236}">
                <a16:creationId xmlns:a16="http://schemas.microsoft.com/office/drawing/2014/main" id="{0EEA4E2D-AE53-45C2-863A-C6E3C3EBBF88}"/>
              </a:ext>
            </a:extLst>
          </p:cNvPr>
          <p:cNvSpPr>
            <a:spLocks xmlns:a="http://schemas.openxmlformats.org/drawingml/2006/main" noGrp="1"/>
          </p:cNvSpPr>
          <p:nvPr/>
        </p:nvSpPr>
        <p:spPr>
          <a:xfrm xmlns:a="http://schemas.openxmlformats.org/drawingml/2006/main">
            <a:off x="504825" y="4025646"/>
            <a:ext cx="704850" cy="216027"/>
          </a:xfrm>
          <a:prstGeom xmlns:a="http://schemas.openxmlformats.org/drawingml/2006/main" prst="roundRect">
            <a:avLst>
              <a:gd name="adj" fmla="val 35273"/>
            </a:avLst>
          </a:prstGeom>
          <a:solidFill xmlns:a="http://schemas.openxmlformats.org/drawingml/2006/main">
            <a:srgbClr val="FFFFFF"/>
          </a:solidFill>
          <a:ln xmlns:a="http://schemas.openxmlformats.org/drawingml/2006/main" w="9525">
            <a:solidFill>
              <a:srgbClr val="000000"/>
            </a:solidFill>
            <a:prstDash val="solid"/>
          </a:ln>
        </p:spPr>
      </p:sp>
      <p:sp>
        <p:nvSpPr>
          <p:cNvPr id="47" name="dp42-comparison / legend_continuation_6 / text 1">
            <a:extLst xmlns:a="http://schemas.openxmlformats.org/drawingml/2006/main">
              <a:ext uri="{FF2B5EF4-FFF2-40B4-BE49-F238E27FC236}">
                <a16:creationId xmlns:a16="http://schemas.microsoft.com/office/drawing/2014/main" id="{50F9A9A3-0FFF-4D14-B649-F607E2C63BA9}"/>
              </a:ext>
            </a:extLst>
          </p:cNvPr>
          <p:cNvSpPr>
            <a:spLocks xmlns:a="http://schemas.openxmlformats.org/drawingml/2006/main" noGrp="1"/>
          </p:cNvSpPr>
          <p:nvPr/>
        </p:nvSpPr>
        <p:spPr>
          <a:xfrm xmlns:a="http://schemas.openxmlformats.org/drawingml/2006/main">
            <a:off x="590550" y="4081653"/>
            <a:ext cx="5334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750" b="1">
                <a:solidFill>
                  <a:srgbClr val="000000"/>
                </a:solidFill>
                <a:latin typeface="Apple SD Gothic Neo"/>
                <a:ea typeface="Apple SD Gothic Neo"/>
                <a:cs typeface="Apple SD Gothic Neo"/>
              </a:defRPr>
            </a:pPr>
            <a:r>
              <a:rPr sz="750" b="1">
                <a:solidFill>
                  <a:srgbClr val="000000"/>
                </a:solidFill>
                <a:latin typeface="Apple SD Gothic Neo"/>
                <a:ea typeface="Apple SD Gothic Neo"/>
                <a:cs typeface="Apple SD Gothic Neo"/>
              </a:rPr>
              <a:t>Module</a:t>
            </a:r>
          </a:p>
        </p:txBody>
      </p:sp>
      <p:sp>
        <p:nvSpPr>
          <p:cNvPr id="48" name="dp42-comparison / legend_continuation_7 / text 1">
            <a:extLst xmlns:a="http://schemas.openxmlformats.org/drawingml/2006/main">
              <a:ext uri="{FF2B5EF4-FFF2-40B4-BE49-F238E27FC236}">
                <a16:creationId xmlns:a16="http://schemas.microsoft.com/office/drawing/2014/main" id="{837CC0B8-37E8-4635-81A2-76AB1192CC90}"/>
              </a:ext>
            </a:extLst>
          </p:cNvPr>
          <p:cNvSpPr>
            <a:spLocks xmlns:a="http://schemas.openxmlformats.org/drawingml/2006/main" noGrp="1"/>
          </p:cNvSpPr>
          <p:nvPr/>
        </p:nvSpPr>
        <p:spPr>
          <a:xfrm xmlns:a="http://schemas.openxmlformats.org/drawingml/2006/main">
            <a:off x="514350" y="4265676"/>
            <a:ext cx="72390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내부 구현</a:t>
            </a:r>
          </a:p>
        </p:txBody>
      </p:sp>
      <p:sp>
        <p:nvSpPr>
          <p:cNvPr id="49" name="dp42-comparison / legend_continuation_8">
            <a:extLst xmlns:a="http://schemas.openxmlformats.org/drawingml/2006/main">
              <a:ext uri="{FF2B5EF4-FFF2-40B4-BE49-F238E27FC236}">
                <a16:creationId xmlns:a16="http://schemas.microsoft.com/office/drawing/2014/main" id="{A6CAA3A8-A8E8-4557-8AA7-E45FC72E1084}"/>
              </a:ext>
            </a:extLst>
          </p:cNvPr>
          <p:cNvSpPr>
            <a:spLocks xmlns:a="http://schemas.openxmlformats.org/drawingml/2006/main" noGrp="1"/>
          </p:cNvSpPr>
          <p:nvPr/>
        </p:nvSpPr>
        <p:spPr>
          <a:xfrm xmlns:a="http://schemas.openxmlformats.org/drawingml/2006/main">
            <a:off x="504825" y="4497705"/>
            <a:ext cx="704850" cy="216027"/>
          </a:xfrm>
          <a:custGeom xmlns:a="http://schemas.openxmlformats.org/drawingml/2006/main">
            <a:pathLst>
              <a:path w="704850" h="216027">
                <a:moveTo>
                  <a:pt x="0" y="0"/>
                </a:moveTo>
                <a:lnTo>
                  <a:pt x="533400" y="0"/>
                </a:lnTo>
                <a:lnTo>
                  <a:pt x="704850" y="171450"/>
                </a:lnTo>
                <a:lnTo>
                  <a:pt x="704850" y="216027"/>
                </a:lnTo>
                <a:lnTo>
                  <a:pt x="0" y="216027"/>
                </a:lnTo>
                <a:close/>
              </a:path>
            </a:pathLst>
          </a:custGeom>
          <a:solidFill xmlns:a="http://schemas.openxmlformats.org/drawingml/2006/main">
            <a:srgbClr val="FFFFFF"/>
          </a:solidFill>
          <a:ln xmlns:a="http://schemas.openxmlformats.org/drawingml/2006/main" w="9525">
            <a:solidFill>
              <a:srgbClr val="000000"/>
            </a:solidFill>
            <a:prstDash val="solid"/>
          </a:ln>
        </p:spPr>
      </p:sp>
      <p:sp>
        <p:nvSpPr>
          <p:cNvPr id="50" name="dp42-comparison / legend_continuation_8 / fold">
            <a:extLst xmlns:a="http://schemas.openxmlformats.org/drawingml/2006/main">
              <a:ext uri="{FF2B5EF4-FFF2-40B4-BE49-F238E27FC236}">
                <a16:creationId xmlns:a16="http://schemas.microsoft.com/office/drawing/2014/main" id="{21B9FF68-332C-4093-B8CB-A1EDF2F4D4DD}"/>
              </a:ext>
            </a:extLst>
          </p:cNvPr>
          <p:cNvSpPr>
            <a:spLocks xmlns:a="http://schemas.openxmlformats.org/drawingml/2006/main" noGrp="1"/>
          </p:cNvSpPr>
          <p:nvPr/>
        </p:nvSpPr>
        <p:spPr>
          <a:xfrm xmlns:a="http://schemas.openxmlformats.org/drawingml/2006/main">
            <a:off x="1038225" y="4497705"/>
            <a:ext cx="171450" cy="171450"/>
          </a:xfrm>
          <a:custGeom xmlns:a="http://schemas.openxmlformats.org/drawingml/2006/main">
            <a:pathLst>
              <a:path w="171450" h="171450">
                <a:moveTo>
                  <a:pt x="0" y="0"/>
                </a:moveTo>
                <a:lnTo>
                  <a:pt x="0" y="171450"/>
                </a:lnTo>
                <a:lnTo>
                  <a:pt x="171450" y="171450"/>
                </a:lnTo>
              </a:path>
            </a:pathLst>
          </a:custGeom>
          <a:noFill xmlns:a="http://schemas.openxmlformats.org/drawingml/2006/main"/>
          <a:ln xmlns:a="http://schemas.openxmlformats.org/drawingml/2006/main" w="9525">
            <a:solidFill>
              <a:srgbClr val="000000"/>
            </a:solidFill>
            <a:prstDash val="solid"/>
          </a:ln>
        </p:spPr>
      </p:sp>
      <p:sp>
        <p:nvSpPr>
          <p:cNvPr id="51" name="dp42-comparison / legend_continuation_9 / text 1">
            <a:extLst xmlns:a="http://schemas.openxmlformats.org/drawingml/2006/main">
              <a:ext uri="{FF2B5EF4-FFF2-40B4-BE49-F238E27FC236}">
                <a16:creationId xmlns:a16="http://schemas.microsoft.com/office/drawing/2014/main" id="{7B7BC558-B435-4F79-A468-AA5B40FF33C1}"/>
              </a:ext>
            </a:extLst>
          </p:cNvPr>
          <p:cNvSpPr>
            <a:spLocks xmlns:a="http://schemas.openxmlformats.org/drawingml/2006/main" noGrp="1"/>
          </p:cNvSpPr>
          <p:nvPr/>
        </p:nvSpPr>
        <p:spPr>
          <a:xfrm xmlns:a="http://schemas.openxmlformats.org/drawingml/2006/main">
            <a:off x="523875" y="4553712"/>
            <a:ext cx="66675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Data</a:t>
            </a:r>
          </a:p>
        </p:txBody>
      </p:sp>
      <p:sp>
        <p:nvSpPr>
          <p:cNvPr id="52" name="dp42-comparison / legend_continuation_10 / text 1">
            <a:extLst xmlns:a="http://schemas.openxmlformats.org/drawingml/2006/main">
              <a:ext uri="{FF2B5EF4-FFF2-40B4-BE49-F238E27FC236}">
                <a16:creationId xmlns:a16="http://schemas.microsoft.com/office/drawing/2014/main" id="{A1B1732B-D5E5-4650-AE06-3BCADC73092D}"/>
              </a:ext>
            </a:extLst>
          </p:cNvPr>
          <p:cNvSpPr>
            <a:spLocks xmlns:a="http://schemas.openxmlformats.org/drawingml/2006/main" noGrp="1"/>
          </p:cNvSpPr>
          <p:nvPr/>
        </p:nvSpPr>
        <p:spPr>
          <a:xfrm xmlns:a="http://schemas.openxmlformats.org/drawingml/2006/main">
            <a:off x="514350" y="4737735"/>
            <a:ext cx="72390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교환 예시</a:t>
            </a:r>
          </a:p>
        </p:txBody>
      </p:sp>
      <p:sp>
        <p:nvSpPr>
          <p:cNvPr id="53" name="dp42-comparison / legend_continuation_11">
            <a:extLst xmlns:a="http://schemas.openxmlformats.org/drawingml/2006/main">
              <a:ext uri="{FF2B5EF4-FFF2-40B4-BE49-F238E27FC236}">
                <a16:creationId xmlns:a16="http://schemas.microsoft.com/office/drawing/2014/main" id="{271EE7A7-DC2B-4A8B-B705-45D7798A885B}"/>
              </a:ext>
            </a:extLst>
          </p:cNvPr>
          <p:cNvSpPr>
            <a:spLocks xmlns:a="http://schemas.openxmlformats.org/drawingml/2006/main" noGrp="1"/>
          </p:cNvSpPr>
          <p:nvPr/>
        </p:nvSpPr>
        <p:spPr>
          <a:xfrm xmlns:a="http://schemas.openxmlformats.org/drawingml/2006/main">
            <a:off x="504825" y="4961763"/>
            <a:ext cx="704850" cy="216027"/>
          </a:xfrm>
          <a:prstGeom xmlns:a="http://schemas.openxmlformats.org/drawingml/2006/main" prst="hexagon">
            <a:avLst/>
          </a:prstGeom>
          <a:solidFill xmlns:a="http://schemas.openxmlformats.org/drawingml/2006/main">
            <a:srgbClr val="FFFFFF"/>
          </a:solidFill>
          <a:ln xmlns:a="http://schemas.openxmlformats.org/drawingml/2006/main" w="9525">
            <a:solidFill>
              <a:srgbClr val="000000"/>
            </a:solidFill>
            <a:prstDash val="solid"/>
          </a:ln>
        </p:spPr>
      </p:sp>
      <p:sp>
        <p:nvSpPr>
          <p:cNvPr id="54" name="dp42-comparison / legend_continuation_12 / text 1">
            <a:extLst xmlns:a="http://schemas.openxmlformats.org/drawingml/2006/main">
              <a:ext uri="{FF2B5EF4-FFF2-40B4-BE49-F238E27FC236}">
                <a16:creationId xmlns:a16="http://schemas.microsoft.com/office/drawing/2014/main" id="{FB844489-2C32-45C4-9612-42E3391A5B2D}"/>
              </a:ext>
            </a:extLst>
          </p:cNvPr>
          <p:cNvSpPr>
            <a:spLocks xmlns:a="http://schemas.openxmlformats.org/drawingml/2006/main" noGrp="1"/>
          </p:cNvSpPr>
          <p:nvPr/>
        </p:nvSpPr>
        <p:spPr>
          <a:xfrm xmlns:a="http://schemas.openxmlformats.org/drawingml/2006/main">
            <a:off x="590550" y="5017770"/>
            <a:ext cx="5334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750" b="1">
                <a:solidFill>
                  <a:srgbClr val="000000"/>
                </a:solidFill>
                <a:latin typeface="Apple SD Gothic Neo"/>
                <a:ea typeface="Apple SD Gothic Neo"/>
                <a:cs typeface="Apple SD Gothic Neo"/>
              </a:defRPr>
            </a:pPr>
            <a:r>
              <a:rPr sz="750" b="1">
                <a:solidFill>
                  <a:srgbClr val="000000"/>
                </a:solidFill>
                <a:latin typeface="Apple SD Gothic Neo"/>
                <a:ea typeface="Apple SD Gothic Neo"/>
                <a:cs typeface="Apple SD Gothic Neo"/>
              </a:rPr>
              <a:t>LLM</a:t>
            </a:r>
          </a:p>
        </p:txBody>
      </p:sp>
      <p:sp>
        <p:nvSpPr>
          <p:cNvPr id="55" name="dp42-comparison / legend_continuation_13 / text 1">
            <a:extLst xmlns:a="http://schemas.openxmlformats.org/drawingml/2006/main">
              <a:ext uri="{FF2B5EF4-FFF2-40B4-BE49-F238E27FC236}">
                <a16:creationId xmlns:a16="http://schemas.microsoft.com/office/drawing/2014/main" id="{12174830-27D6-410E-BC51-6E8506254467}"/>
              </a:ext>
            </a:extLst>
          </p:cNvPr>
          <p:cNvSpPr>
            <a:spLocks xmlns:a="http://schemas.openxmlformats.org/drawingml/2006/main" noGrp="1"/>
          </p:cNvSpPr>
          <p:nvPr/>
        </p:nvSpPr>
        <p:spPr>
          <a:xfrm xmlns:a="http://schemas.openxmlformats.org/drawingml/2006/main">
            <a:off x="514350" y="5201793"/>
            <a:ext cx="72390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외부 모델</a:t>
            </a:r>
          </a:p>
        </p:txBody>
      </p:sp>
      <p:sp>
        <p:nvSpPr>
          <p:cNvPr id="56" name="dp42-comparison / legend_continuation_14">
            <a:extLst xmlns:a="http://schemas.openxmlformats.org/drawingml/2006/main">
              <a:ext uri="{FF2B5EF4-FFF2-40B4-BE49-F238E27FC236}">
                <a16:creationId xmlns:a16="http://schemas.microsoft.com/office/drawing/2014/main" id="{DB4B3B26-5493-4DAE-8B0B-D1D6B97C9456}"/>
              </a:ext>
            </a:extLst>
          </p:cNvPr>
          <p:cNvSpPr>
            <a:spLocks xmlns:a="http://schemas.openxmlformats.org/drawingml/2006/main" noGrp="1"/>
          </p:cNvSpPr>
          <p:nvPr/>
        </p:nvSpPr>
        <p:spPr>
          <a:xfrm xmlns:a="http://schemas.openxmlformats.org/drawingml/2006/main">
            <a:off x="504825" y="5433822"/>
            <a:ext cx="704850" cy="216027"/>
          </a:xfrm>
          <a:prstGeom xmlns:a="http://schemas.openxmlformats.org/drawingml/2006/main" prst="roundRect">
            <a:avLst>
              <a:gd name="adj" fmla="val 35273"/>
            </a:avLst>
          </a:prstGeom>
          <a:solidFill xmlns:a="http://schemas.openxmlformats.org/drawingml/2006/main">
            <a:srgbClr val="FFF0DD"/>
          </a:solidFill>
          <a:ln xmlns:a="http://schemas.openxmlformats.org/drawingml/2006/main" w="9525">
            <a:solidFill>
              <a:srgbClr val="B8753F"/>
            </a:solidFill>
            <a:prstDash val="solid"/>
          </a:ln>
        </p:spPr>
      </p:sp>
      <p:sp>
        <p:nvSpPr>
          <p:cNvPr id="57" name="dp42-comparison / legend_continuation_15 / text 1">
            <a:extLst xmlns:a="http://schemas.openxmlformats.org/drawingml/2006/main">
              <a:ext uri="{FF2B5EF4-FFF2-40B4-BE49-F238E27FC236}">
                <a16:creationId xmlns:a16="http://schemas.microsoft.com/office/drawing/2014/main" id="{9627982F-EBC8-4699-A525-3E523A49F7D3}"/>
              </a:ext>
            </a:extLst>
          </p:cNvPr>
          <p:cNvSpPr>
            <a:spLocks xmlns:a="http://schemas.openxmlformats.org/drawingml/2006/main" noGrp="1"/>
          </p:cNvSpPr>
          <p:nvPr/>
        </p:nvSpPr>
        <p:spPr>
          <a:xfrm xmlns:a="http://schemas.openxmlformats.org/drawingml/2006/main">
            <a:off x="590550" y="5489829"/>
            <a:ext cx="5334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750" b="1">
                <a:solidFill>
                  <a:srgbClr val="000000"/>
                </a:solidFill>
                <a:latin typeface="Apple SD Gothic Neo"/>
                <a:ea typeface="Apple SD Gothic Neo"/>
                <a:cs typeface="Apple SD Gothic Neo"/>
              </a:defRPr>
            </a:pPr>
            <a:r>
              <a:rPr sz="750" b="1">
                <a:solidFill>
                  <a:srgbClr val="000000"/>
                </a:solidFill>
                <a:latin typeface="Apple SD Gothic Neo"/>
                <a:ea typeface="Apple SD Gothic Neo"/>
                <a:cs typeface="Apple SD Gothic Neo"/>
              </a:rPr>
              <a:t>Module</a:t>
            </a:r>
          </a:p>
        </p:txBody>
      </p:sp>
      <p:sp>
        <p:nvSpPr>
          <p:cNvPr id="58" name="dp42-comparison / legend_continuation_16 / text 1">
            <a:extLst xmlns:a="http://schemas.openxmlformats.org/drawingml/2006/main">
              <a:ext uri="{FF2B5EF4-FFF2-40B4-BE49-F238E27FC236}">
                <a16:creationId xmlns:a16="http://schemas.microsoft.com/office/drawing/2014/main" id="{549F342C-1714-4D54-91DC-5682B6E73AC8}"/>
              </a:ext>
            </a:extLst>
          </p:cNvPr>
          <p:cNvSpPr>
            <a:spLocks xmlns:a="http://schemas.openxmlformats.org/drawingml/2006/main" noGrp="1"/>
          </p:cNvSpPr>
          <p:nvPr/>
        </p:nvSpPr>
        <p:spPr>
          <a:xfrm xmlns:a="http://schemas.openxmlformats.org/drawingml/2006/main">
            <a:off x="514350" y="5673852"/>
            <a:ext cx="72390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차이: 살구색</a:t>
            </a:r>
          </a:p>
        </p:txBody>
      </p:sp>
      <p:sp>
        <p:nvSpPr>
          <p:cNvPr id="59" name="dp42-comparison / legend_continuation_17">
            <a:extLst xmlns:a="http://schemas.openxmlformats.org/drawingml/2006/main">
              <a:ext uri="{FF2B5EF4-FFF2-40B4-BE49-F238E27FC236}">
                <a16:creationId xmlns:a16="http://schemas.microsoft.com/office/drawing/2014/main" id="{B9DAA17C-5300-4839-83B8-DF4E01DCEF61}"/>
              </a:ext>
            </a:extLst>
          </p:cNvPr>
          <p:cNvSpPr>
            <a:spLocks xmlns:a="http://schemas.openxmlformats.org/drawingml/2006/main" noGrp="1"/>
          </p:cNvSpPr>
          <p:nvPr/>
        </p:nvSpPr>
        <p:spPr>
          <a:xfrm xmlns:a="http://schemas.openxmlformats.org/drawingml/2006/main">
            <a:off x="504825" y="5865876"/>
            <a:ext cx="704850" cy="216027"/>
          </a:xfrm>
          <a:prstGeom xmlns:a="http://schemas.openxmlformats.org/drawingml/2006/main" prst="can">
            <a:avLst>
              <a:gd name="adj" fmla="val 20000"/>
            </a:avLst>
          </a:prstGeom>
          <a:solidFill xmlns:a="http://schemas.openxmlformats.org/drawingml/2006/main">
            <a:srgbClr val="FFFFFF"/>
          </a:solidFill>
          <a:ln xmlns:a="http://schemas.openxmlformats.org/drawingml/2006/main" w="9525">
            <a:solidFill>
              <a:srgbClr val="000000"/>
            </a:solidFill>
            <a:prstDash val="solid"/>
          </a:ln>
        </p:spPr>
      </p:sp>
      <p:sp>
        <p:nvSpPr>
          <p:cNvPr id="60" name="dp42-comparison / legend_continuation_18 / text 1">
            <a:extLst xmlns:a="http://schemas.openxmlformats.org/drawingml/2006/main">
              <a:ext uri="{FF2B5EF4-FFF2-40B4-BE49-F238E27FC236}">
                <a16:creationId xmlns:a16="http://schemas.microsoft.com/office/drawing/2014/main" id="{E0ACB50C-E539-4CDD-AC23-A5DE4DF8350C}"/>
              </a:ext>
            </a:extLst>
          </p:cNvPr>
          <p:cNvSpPr>
            <a:spLocks xmlns:a="http://schemas.openxmlformats.org/drawingml/2006/main" noGrp="1"/>
          </p:cNvSpPr>
          <p:nvPr/>
        </p:nvSpPr>
        <p:spPr>
          <a:xfrm xmlns:a="http://schemas.openxmlformats.org/drawingml/2006/main">
            <a:off x="590550" y="5961888"/>
            <a:ext cx="5334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750" b="0">
                <a:solidFill>
                  <a:srgbClr val="18232E"/>
                </a:solidFill>
                <a:latin typeface="Apple SD Gothic Neo"/>
                <a:ea typeface="Apple SD Gothic Neo"/>
                <a:cs typeface="Apple SD Gothic Neo"/>
              </a:defRPr>
            </a:pPr>
            <a:r>
              <a:rPr sz="750" b="0">
                <a:solidFill>
                  <a:srgbClr val="18232E"/>
                </a:solidFill>
                <a:latin typeface="Apple SD Gothic Neo"/>
                <a:ea typeface="Apple SD Gothic Neo"/>
                <a:cs typeface="Apple SD Gothic Neo"/>
              </a:rPr>
              <a:t>State</a:t>
            </a:r>
          </a:p>
        </p:txBody>
      </p:sp>
      <p:sp>
        <p:nvSpPr>
          <p:cNvPr id="61" name="dp42-comparison / legend_continuation_19 / text 1">
            <a:extLst xmlns:a="http://schemas.openxmlformats.org/drawingml/2006/main">
              <a:ext uri="{FF2B5EF4-FFF2-40B4-BE49-F238E27FC236}">
                <a16:creationId xmlns:a16="http://schemas.microsoft.com/office/drawing/2014/main" id="{29763DDD-46C6-4CDD-8B6B-50BFA2F4CFD1}"/>
              </a:ext>
            </a:extLst>
          </p:cNvPr>
          <p:cNvSpPr>
            <a:spLocks xmlns:a="http://schemas.openxmlformats.org/drawingml/2006/main" noGrp="1"/>
          </p:cNvSpPr>
          <p:nvPr/>
        </p:nvSpPr>
        <p:spPr>
          <a:xfrm xmlns:a="http://schemas.openxmlformats.org/drawingml/2006/main">
            <a:off x="514350" y="6113907"/>
            <a:ext cx="72390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소유 상태</a:t>
            </a:r>
          </a:p>
        </p:txBody>
      </p:sp>
      <p:sp>
        <p:nvSpPr>
          <p:cNvPr id="62" name="dp42-comparison / legend_continuation_20 / path">
            <a:extLst xmlns:a="http://schemas.openxmlformats.org/drawingml/2006/main">
              <a:ext uri="{FF2B5EF4-FFF2-40B4-BE49-F238E27FC236}">
                <a16:creationId xmlns:a16="http://schemas.microsoft.com/office/drawing/2014/main" id="{BDFC8E23-B9FA-46D2-93B6-50307D6A0CB6}"/>
              </a:ext>
            </a:extLst>
          </p:cNvPr>
          <p:cNvSpPr>
            <a:spLocks xmlns:a="http://schemas.openxmlformats.org/drawingml/2006/main" noGrp="1"/>
          </p:cNvSpPr>
          <p:nvPr/>
        </p:nvSpPr>
        <p:spPr>
          <a:xfrm xmlns:a="http://schemas.openxmlformats.org/drawingml/2006/main">
            <a:off x="514350" y="6345936"/>
            <a:ext cx="390525" cy="953"/>
          </a:xfrm>
          <a:custGeom xmlns:a="http://schemas.openxmlformats.org/drawingml/2006/main">
            <a:pathLst>
              <a:path w="390525" h="953">
                <a:moveTo>
                  <a:pt x="0" y="0"/>
                </a:moveTo>
                <a:lnTo>
                  <a:pt x="390525" y="0"/>
                </a:lnTo>
              </a:path>
            </a:pathLst>
          </a:custGeom>
          <a:noFill xmlns:a="http://schemas.openxmlformats.org/drawingml/2006/main"/>
          <a:ln xmlns:a="http://schemas.openxmlformats.org/drawingml/2006/main" w="10478">
            <a:solidFill>
              <a:srgbClr val="000000"/>
            </a:solidFill>
            <a:prstDash val="solid"/>
          </a:ln>
        </p:spPr>
      </p:sp>
      <p:sp>
        <p:nvSpPr>
          <p:cNvPr id="63" name="dp42-comparison / legend_continuation_20 / arrow">
            <a:extLst xmlns:a="http://schemas.openxmlformats.org/drawingml/2006/main">
              <a:ext uri="{FF2B5EF4-FFF2-40B4-BE49-F238E27FC236}">
                <a16:creationId xmlns:a16="http://schemas.microsoft.com/office/drawing/2014/main" id="{B79FB320-50F4-46D8-BE46-4AD6D37C4D76}"/>
              </a:ext>
            </a:extLst>
          </p:cNvPr>
          <p:cNvSpPr>
            <a:spLocks xmlns:a="http://schemas.openxmlformats.org/drawingml/2006/main" noGrp="1"/>
          </p:cNvSpPr>
          <p:nvPr/>
        </p:nvSpPr>
        <p:spPr>
          <a:xfrm xmlns:a="http://schemas.openxmlformats.org/drawingml/2006/main">
            <a:off x="837819" y="6312408"/>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000000"/>
            </a:solidFill>
            <a:prstDash val="solid"/>
          </a:ln>
        </p:spPr>
      </p:sp>
      <p:sp>
        <p:nvSpPr>
          <p:cNvPr id="64" name="dp42-comparison / legend_continuation_21 / text 1">
            <a:extLst xmlns:a="http://schemas.openxmlformats.org/drawingml/2006/main">
              <a:ext uri="{FF2B5EF4-FFF2-40B4-BE49-F238E27FC236}">
                <a16:creationId xmlns:a16="http://schemas.microsoft.com/office/drawing/2014/main" id="{80AC8BE4-AAE3-4604-B93B-FA3A0A02C8B0}"/>
              </a:ext>
            </a:extLst>
          </p:cNvPr>
          <p:cNvSpPr>
            <a:spLocks xmlns:a="http://schemas.openxmlformats.org/drawingml/2006/main" noGrp="1"/>
          </p:cNvSpPr>
          <p:nvPr/>
        </p:nvSpPr>
        <p:spPr>
          <a:xfrm xmlns:a="http://schemas.openxmlformats.org/drawingml/2006/main">
            <a:off x="962025" y="6289929"/>
            <a:ext cx="28575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요청</a:t>
            </a:r>
          </a:p>
        </p:txBody>
      </p:sp>
      <p:sp>
        <p:nvSpPr>
          <p:cNvPr id="65" name="dp42-comparison / legend_continuation_22 / path">
            <a:extLst xmlns:a="http://schemas.openxmlformats.org/drawingml/2006/main">
              <a:ext uri="{FF2B5EF4-FFF2-40B4-BE49-F238E27FC236}">
                <a16:creationId xmlns:a16="http://schemas.microsoft.com/office/drawing/2014/main" id="{5A4A21C0-CA68-4852-9A26-3889E44A496F}"/>
              </a:ext>
            </a:extLst>
          </p:cNvPr>
          <p:cNvSpPr>
            <a:spLocks xmlns:a="http://schemas.openxmlformats.org/drawingml/2006/main" noGrp="1"/>
          </p:cNvSpPr>
          <p:nvPr/>
        </p:nvSpPr>
        <p:spPr>
          <a:xfrm xmlns:a="http://schemas.openxmlformats.org/drawingml/2006/main">
            <a:off x="514350" y="6513957"/>
            <a:ext cx="390525" cy="953"/>
          </a:xfrm>
          <a:custGeom xmlns:a="http://schemas.openxmlformats.org/drawingml/2006/main">
            <a:pathLst>
              <a:path w="390525" h="953">
                <a:moveTo>
                  <a:pt x="0" y="0"/>
                </a:moveTo>
                <a:lnTo>
                  <a:pt x="390525" y="0"/>
                </a:lnTo>
              </a:path>
            </a:pathLst>
          </a:custGeom>
          <a:noFill xmlns:a="http://schemas.openxmlformats.org/drawingml/2006/main"/>
          <a:ln xmlns:a="http://schemas.openxmlformats.org/drawingml/2006/main" w="10478">
            <a:solidFill>
              <a:srgbClr val="000000"/>
            </a:solidFill>
            <a:prstDash val="dash"/>
          </a:ln>
        </p:spPr>
      </p:sp>
      <p:sp>
        <p:nvSpPr>
          <p:cNvPr id="66" name="dp42-comparison / legend_continuation_22 / arrow">
            <a:extLst xmlns:a="http://schemas.openxmlformats.org/drawingml/2006/main">
              <a:ext uri="{FF2B5EF4-FFF2-40B4-BE49-F238E27FC236}">
                <a16:creationId xmlns:a16="http://schemas.microsoft.com/office/drawing/2014/main" id="{9E585A8D-43D1-444D-B0C1-ABA8F0772166}"/>
              </a:ext>
            </a:extLst>
          </p:cNvPr>
          <p:cNvSpPr>
            <a:spLocks xmlns:a="http://schemas.openxmlformats.org/drawingml/2006/main" noGrp="1"/>
          </p:cNvSpPr>
          <p:nvPr/>
        </p:nvSpPr>
        <p:spPr>
          <a:xfrm xmlns:a="http://schemas.openxmlformats.org/drawingml/2006/main">
            <a:off x="837819" y="6480429"/>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000000"/>
            </a:solidFill>
            <a:prstDash val="solid"/>
          </a:ln>
        </p:spPr>
      </p:sp>
      <p:sp>
        <p:nvSpPr>
          <p:cNvPr id="67" name="dp42-comparison / legend_continuation_23 / text 1">
            <a:extLst xmlns:a="http://schemas.openxmlformats.org/drawingml/2006/main">
              <a:ext uri="{FF2B5EF4-FFF2-40B4-BE49-F238E27FC236}">
                <a16:creationId xmlns:a16="http://schemas.microsoft.com/office/drawing/2014/main" id="{21B6E5C6-8E27-4426-94C3-15F7360E90A2}"/>
              </a:ext>
            </a:extLst>
          </p:cNvPr>
          <p:cNvSpPr>
            <a:spLocks xmlns:a="http://schemas.openxmlformats.org/drawingml/2006/main" noGrp="1"/>
          </p:cNvSpPr>
          <p:nvPr/>
        </p:nvSpPr>
        <p:spPr>
          <a:xfrm xmlns:a="http://schemas.openxmlformats.org/drawingml/2006/main">
            <a:off x="962025" y="6457950"/>
            <a:ext cx="28575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반환</a:t>
            </a:r>
          </a:p>
        </p:txBody>
      </p:sp>
      <p:sp>
        <p:nvSpPr>
          <p:cNvPr id="68" name="dp42-comparison / legend_continuation_24 / text 1">
            <a:extLst xmlns:a="http://schemas.openxmlformats.org/drawingml/2006/main">
              <a:ext uri="{FF2B5EF4-FFF2-40B4-BE49-F238E27FC236}">
                <a16:creationId xmlns:a16="http://schemas.microsoft.com/office/drawing/2014/main" id="{988C5ED7-037D-420A-92C9-79A99BCF49C5}"/>
              </a:ext>
            </a:extLst>
          </p:cNvPr>
          <p:cNvSpPr>
            <a:spLocks xmlns:a="http://schemas.openxmlformats.org/drawingml/2006/main" noGrp="1"/>
          </p:cNvSpPr>
          <p:nvPr/>
        </p:nvSpPr>
        <p:spPr>
          <a:xfrm xmlns:a="http://schemas.openxmlformats.org/drawingml/2006/main">
            <a:off x="514350" y="6721983"/>
            <a:ext cx="7239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아래: 순서도</a:t>
            </a:r>
          </a:p>
        </p:txBody>
      </p:sp>
      <p:sp>
        <p:nvSpPr>
          <p:cNvPr id="69" name="dp42-comparison / legend_continuation_25">
            <a:extLst xmlns:a="http://schemas.openxmlformats.org/drawingml/2006/main">
              <a:ext uri="{FF2B5EF4-FFF2-40B4-BE49-F238E27FC236}">
                <a16:creationId xmlns:a16="http://schemas.microsoft.com/office/drawing/2014/main" id="{1FEE0830-AE2F-4EC5-ADD6-1416AA3ABDBA}"/>
              </a:ext>
            </a:extLst>
          </p:cNvPr>
          <p:cNvSpPr>
            <a:spLocks xmlns:a="http://schemas.openxmlformats.org/drawingml/2006/main" noGrp="1"/>
          </p:cNvSpPr>
          <p:nvPr/>
        </p:nvSpPr>
        <p:spPr>
          <a:xfrm xmlns:a="http://schemas.openxmlformats.org/drawingml/2006/main">
            <a:off x="504825" y="6898005"/>
            <a:ext cx="285750" cy="144018"/>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70" name="dp42-comparison / legend_continuation_26 / text 1">
            <a:extLst xmlns:a="http://schemas.openxmlformats.org/drawingml/2006/main">
              <a:ext uri="{FF2B5EF4-FFF2-40B4-BE49-F238E27FC236}">
                <a16:creationId xmlns:a16="http://schemas.microsoft.com/office/drawing/2014/main" id="{C96DCD31-A235-46BB-8A2F-81BAD62FEAD4}"/>
              </a:ext>
            </a:extLst>
          </p:cNvPr>
          <p:cNvSpPr>
            <a:spLocks xmlns:a="http://schemas.openxmlformats.org/drawingml/2006/main" noGrp="1"/>
          </p:cNvSpPr>
          <p:nvPr/>
        </p:nvSpPr>
        <p:spPr>
          <a:xfrm xmlns:a="http://schemas.openxmlformats.org/drawingml/2006/main">
            <a:off x="590550" y="6918008"/>
            <a:ext cx="1143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r>
              <a:t/>
            </a:r>
          </a:p>
        </p:txBody>
      </p:sp>
      <p:sp>
        <p:nvSpPr>
          <p:cNvPr id="71" name="dp42-comparison / legend_continuation_27 / text 1">
            <a:extLst xmlns:a="http://schemas.openxmlformats.org/drawingml/2006/main">
              <a:ext uri="{FF2B5EF4-FFF2-40B4-BE49-F238E27FC236}">
                <a16:creationId xmlns:a16="http://schemas.microsoft.com/office/drawing/2014/main" id="{D93B909A-1BC9-46CA-8579-CAB39BE89B5F}"/>
              </a:ext>
            </a:extLst>
          </p:cNvPr>
          <p:cNvSpPr>
            <a:spLocks xmlns:a="http://schemas.openxmlformats.org/drawingml/2006/main" noGrp="1"/>
          </p:cNvSpPr>
          <p:nvPr/>
        </p:nvSpPr>
        <p:spPr>
          <a:xfrm xmlns:a="http://schemas.openxmlformats.org/drawingml/2006/main">
            <a:off x="847725" y="6922008"/>
            <a:ext cx="333375"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동작</a:t>
            </a:r>
          </a:p>
        </p:txBody>
      </p:sp>
      <p:sp>
        <p:nvSpPr>
          <p:cNvPr id="72" name="dp42-comparison / legend_continuation_28">
            <a:extLst xmlns:a="http://schemas.openxmlformats.org/drawingml/2006/main">
              <a:ext uri="{FF2B5EF4-FFF2-40B4-BE49-F238E27FC236}">
                <a16:creationId xmlns:a16="http://schemas.microsoft.com/office/drawing/2014/main" id="{E006B646-9161-46F8-B309-69D238CE6CAD}"/>
              </a:ext>
            </a:extLst>
          </p:cNvPr>
          <p:cNvSpPr>
            <a:spLocks xmlns:a="http://schemas.openxmlformats.org/drawingml/2006/main" noGrp="1"/>
          </p:cNvSpPr>
          <p:nvPr/>
        </p:nvSpPr>
        <p:spPr>
          <a:xfrm xmlns:a="http://schemas.openxmlformats.org/drawingml/2006/main">
            <a:off x="504825" y="7162038"/>
            <a:ext cx="285750" cy="144018"/>
          </a:xfrm>
          <a:prstGeom xmlns:a="http://schemas.openxmlformats.org/drawingml/2006/main" prst="diamond">
            <a:avLst/>
          </a:prstGeom>
          <a:solidFill xmlns:a="http://schemas.openxmlformats.org/drawingml/2006/main">
            <a:srgbClr val="FFFFFF"/>
          </a:solidFill>
          <a:ln xmlns:a="http://schemas.openxmlformats.org/drawingml/2006/main" w="9525">
            <a:solidFill>
              <a:srgbClr val="000000"/>
            </a:solidFill>
            <a:prstDash val="solid"/>
          </a:ln>
        </p:spPr>
      </p:sp>
      <p:sp>
        <p:nvSpPr>
          <p:cNvPr id="73" name="dp42-comparison / legend_continuation_29 / text 1">
            <a:extLst xmlns:a="http://schemas.openxmlformats.org/drawingml/2006/main">
              <a:ext uri="{FF2B5EF4-FFF2-40B4-BE49-F238E27FC236}">
                <a16:creationId xmlns:a16="http://schemas.microsoft.com/office/drawing/2014/main" id="{CD983A6D-1B21-413B-A1BB-A8F1F0C57751}"/>
              </a:ext>
            </a:extLst>
          </p:cNvPr>
          <p:cNvSpPr>
            <a:spLocks xmlns:a="http://schemas.openxmlformats.org/drawingml/2006/main" noGrp="1"/>
          </p:cNvSpPr>
          <p:nvPr/>
        </p:nvSpPr>
        <p:spPr>
          <a:xfrm xmlns:a="http://schemas.openxmlformats.org/drawingml/2006/main">
            <a:off x="590550" y="7182041"/>
            <a:ext cx="1143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r>
              <a:t/>
            </a:r>
          </a:p>
        </p:txBody>
      </p:sp>
      <p:sp>
        <p:nvSpPr>
          <p:cNvPr id="74" name="dp42-comparison / legend_continuation_30 / text 1">
            <a:extLst xmlns:a="http://schemas.openxmlformats.org/drawingml/2006/main">
              <a:ext uri="{FF2B5EF4-FFF2-40B4-BE49-F238E27FC236}">
                <a16:creationId xmlns:a16="http://schemas.microsoft.com/office/drawing/2014/main" id="{24CAA27A-2F02-4262-8762-8CD550612ECB}"/>
              </a:ext>
            </a:extLst>
          </p:cNvPr>
          <p:cNvSpPr>
            <a:spLocks xmlns:a="http://schemas.openxmlformats.org/drawingml/2006/main" noGrp="1"/>
          </p:cNvSpPr>
          <p:nvPr/>
        </p:nvSpPr>
        <p:spPr>
          <a:xfrm xmlns:a="http://schemas.openxmlformats.org/drawingml/2006/main">
            <a:off x="847725" y="7186041"/>
            <a:ext cx="333375"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분기</a:t>
            </a:r>
          </a:p>
        </p:txBody>
      </p:sp>
      <p:sp>
        <p:nvSpPr>
          <p:cNvPr id="75" name="dp42-comparison / n72">
            <a:extLst xmlns:a="http://schemas.openxmlformats.org/drawingml/2006/main">
              <a:ext uri="{FF2B5EF4-FFF2-40B4-BE49-F238E27FC236}">
                <a16:creationId xmlns:a16="http://schemas.microsoft.com/office/drawing/2014/main" id="{85DC3A86-76FA-4DE6-B549-7CD378F8209D}"/>
              </a:ext>
            </a:extLst>
          </p:cNvPr>
          <p:cNvSpPr>
            <a:spLocks xmlns:a="http://schemas.openxmlformats.org/drawingml/2006/main" noGrp="1"/>
          </p:cNvSpPr>
          <p:nvPr/>
        </p:nvSpPr>
        <p:spPr>
          <a:xfrm xmlns:a="http://schemas.openxmlformats.org/drawingml/2006/main">
            <a:off x="514350" y="2724150"/>
            <a:ext cx="276225" cy="171450"/>
          </a:xfrm>
          <a:prstGeom xmlns:a="http://schemas.openxmlformats.org/drawingml/2006/main" prst="rect">
            <a:avLst/>
          </a:prstGeom>
          <a:solidFill xmlns:a="http://schemas.openxmlformats.org/drawingml/2006/main">
            <a:srgbClr val="FFFFFF"/>
          </a:solidFill>
          <a:ln xmlns:a="http://schemas.openxmlformats.org/drawingml/2006/main" w="14288">
            <a:solidFill>
              <a:srgbClr val="B8753F"/>
            </a:solidFill>
            <a:prstDash val="solid"/>
          </a:ln>
        </p:spPr>
      </p:sp>
      <p:sp>
        <p:nvSpPr>
          <p:cNvPr id="76" name="dp42-comparison / n73 / text 1">
            <a:extLst xmlns:a="http://schemas.openxmlformats.org/drawingml/2006/main">
              <a:ext uri="{FF2B5EF4-FFF2-40B4-BE49-F238E27FC236}">
                <a16:creationId xmlns:a16="http://schemas.microsoft.com/office/drawing/2014/main" id="{276D1616-DC61-457D-9BAC-86D7ECA06B92}"/>
              </a:ext>
            </a:extLst>
          </p:cNvPr>
          <p:cNvSpPr>
            <a:spLocks xmlns:a="http://schemas.openxmlformats.org/drawingml/2006/main" noGrp="1"/>
          </p:cNvSpPr>
          <p:nvPr/>
        </p:nvSpPr>
        <p:spPr>
          <a:xfrm xmlns:a="http://schemas.openxmlformats.org/drawingml/2006/main">
            <a:off x="533400" y="2743200"/>
            <a:ext cx="238125"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A</a:t>
            </a:r>
          </a:p>
        </p:txBody>
      </p:sp>
      <p:sp>
        <p:nvSpPr>
          <p:cNvPr id="77" name="dp42-comparison / n74">
            <a:extLst xmlns:a="http://schemas.openxmlformats.org/drawingml/2006/main">
              <a:ext uri="{FF2B5EF4-FFF2-40B4-BE49-F238E27FC236}">
                <a16:creationId xmlns:a16="http://schemas.microsoft.com/office/drawing/2014/main" id="{341CD5BD-3819-4DEB-A767-087B01074733}"/>
              </a:ext>
            </a:extLst>
          </p:cNvPr>
          <p:cNvSpPr>
            <a:spLocks xmlns:a="http://schemas.openxmlformats.org/drawingml/2006/main" noGrp="1"/>
          </p:cNvSpPr>
          <p:nvPr/>
        </p:nvSpPr>
        <p:spPr>
          <a:xfrm xmlns:a="http://schemas.openxmlformats.org/drawingml/2006/main">
            <a:off x="885825" y="2724150"/>
            <a:ext cx="276225" cy="171450"/>
          </a:xfrm>
          <a:prstGeom xmlns:a="http://schemas.openxmlformats.org/drawingml/2006/main" prst="rect">
            <a:avLst/>
          </a:prstGeom>
          <a:solidFill xmlns:a="http://schemas.openxmlformats.org/drawingml/2006/main">
            <a:srgbClr val="FFFFFF"/>
          </a:solidFill>
          <a:ln xmlns:a="http://schemas.openxmlformats.org/drawingml/2006/main" w="14288">
            <a:solidFill>
              <a:srgbClr val="B8753F"/>
            </a:solidFill>
            <a:prstDash val="dash"/>
          </a:ln>
        </p:spPr>
      </p:sp>
      <p:sp>
        <p:nvSpPr>
          <p:cNvPr id="78" name="dp42-comparison / n75 / text 1">
            <a:extLst xmlns:a="http://schemas.openxmlformats.org/drawingml/2006/main">
              <a:ext uri="{FF2B5EF4-FFF2-40B4-BE49-F238E27FC236}">
                <a16:creationId xmlns:a16="http://schemas.microsoft.com/office/drawing/2014/main" id="{F5723AD6-7963-4D5D-BCC3-F34FD170D694}"/>
              </a:ext>
            </a:extLst>
          </p:cNvPr>
          <p:cNvSpPr>
            <a:spLocks xmlns:a="http://schemas.openxmlformats.org/drawingml/2006/main" noGrp="1"/>
          </p:cNvSpPr>
          <p:nvPr/>
        </p:nvSpPr>
        <p:spPr>
          <a:xfrm xmlns:a="http://schemas.openxmlformats.org/drawingml/2006/main">
            <a:off x="904875" y="2743200"/>
            <a:ext cx="238125"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B</a:t>
            </a:r>
          </a:p>
        </p:txBody>
      </p:sp>
      <p:sp>
        <p:nvSpPr>
          <p:cNvPr id="79" name="dp42-comparison / n76 / text 1">
            <a:extLst xmlns:a="http://schemas.openxmlformats.org/drawingml/2006/main">
              <a:ext uri="{FF2B5EF4-FFF2-40B4-BE49-F238E27FC236}">
                <a16:creationId xmlns:a16="http://schemas.microsoft.com/office/drawing/2014/main" id="{E527040B-8C0D-43F7-B1F9-8B74C1D8D412}"/>
              </a:ext>
            </a:extLst>
          </p:cNvPr>
          <p:cNvSpPr>
            <a:spLocks xmlns:a="http://schemas.openxmlformats.org/drawingml/2006/main" noGrp="1"/>
          </p:cNvSpPr>
          <p:nvPr/>
        </p:nvSpPr>
        <p:spPr>
          <a:xfrm xmlns:a="http://schemas.openxmlformats.org/drawingml/2006/main">
            <a:off x="514350" y="2962275"/>
            <a:ext cx="7239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실행 / 저장</a:t>
            </a:r>
          </a:p>
        </p:txBody>
      </p:sp>
      <p:sp>
        <p:nvSpPr>
          <p:cNvPr id="80" name="dp42-comparison / n76 / text 2">
            <a:extLst xmlns:a="http://schemas.openxmlformats.org/drawingml/2006/main">
              <a:ext uri="{FF2B5EF4-FFF2-40B4-BE49-F238E27FC236}">
                <a16:creationId xmlns:a16="http://schemas.microsoft.com/office/drawing/2014/main" id="{04153694-0CC7-4F53-A07E-F5395A810CFD}"/>
              </a:ext>
            </a:extLst>
          </p:cNvPr>
          <p:cNvSpPr>
            <a:spLocks xmlns:a="http://schemas.openxmlformats.org/drawingml/2006/main" noGrp="1"/>
          </p:cNvSpPr>
          <p:nvPr/>
        </p:nvSpPr>
        <p:spPr>
          <a:xfrm xmlns:a="http://schemas.openxmlformats.org/drawingml/2006/main">
            <a:off x="514350" y="3076575"/>
            <a:ext cx="7239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확정 경계</a:t>
            </a:r>
          </a:p>
        </p:txBody>
      </p:sp>
      <p:sp>
        <p:nvSpPr>
          <p:cNvPr id="81" name="dp42-comparison / n77">
            <a:extLst xmlns:a="http://schemas.openxmlformats.org/drawingml/2006/main">
              <a:ext uri="{FF2B5EF4-FFF2-40B4-BE49-F238E27FC236}">
                <a16:creationId xmlns:a16="http://schemas.microsoft.com/office/drawing/2014/main" id="{B9D2DCD4-99FC-4E90-9F78-6932FB97CC7A}"/>
              </a:ext>
            </a:extLst>
          </p:cNvPr>
          <p:cNvSpPr>
            <a:spLocks xmlns:a="http://schemas.openxmlformats.org/drawingml/2006/main" noGrp="1"/>
          </p:cNvSpPr>
          <p:nvPr/>
        </p:nvSpPr>
        <p:spPr>
          <a:xfrm xmlns:a="http://schemas.openxmlformats.org/drawingml/2006/main">
            <a:off x="1666875" y="2409825"/>
            <a:ext cx="2571750" cy="30480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82" name="dp42-comparison / n78 / text 1">
            <a:extLst xmlns:a="http://schemas.openxmlformats.org/drawingml/2006/main">
              <a:ext uri="{FF2B5EF4-FFF2-40B4-BE49-F238E27FC236}">
                <a16:creationId xmlns:a16="http://schemas.microsoft.com/office/drawing/2014/main" id="{CAA7CC1B-10E2-4E70-AFB1-C7CA4A01A0B1}"/>
              </a:ext>
            </a:extLst>
          </p:cNvPr>
          <p:cNvSpPr>
            <a:spLocks xmlns:a="http://schemas.openxmlformats.org/drawingml/2006/main" noGrp="1"/>
          </p:cNvSpPr>
          <p:nvPr/>
        </p:nvSpPr>
        <p:spPr>
          <a:xfrm xmlns:a="http://schemas.openxmlformats.org/drawingml/2006/main">
            <a:off x="1752600" y="2450783"/>
            <a:ext cx="2400300" cy="24860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350" b="1">
                <a:solidFill>
                  <a:srgbClr val="000000"/>
                </a:solidFill>
                <a:latin typeface="Apple SD Gothic Neo"/>
                <a:ea typeface="Apple SD Gothic Neo"/>
                <a:cs typeface="Apple SD Gothic Neo"/>
              </a:defRPr>
            </a:pPr>
            <a:r>
              <a:rPr sz="1350" b="1">
                <a:solidFill>
                  <a:srgbClr val="000000"/>
                </a:solidFill>
                <a:latin typeface="Apple SD Gothic Neo"/>
                <a:ea typeface="Apple SD Gothic Neo"/>
                <a:cs typeface="Apple SD Gothic Neo"/>
              </a:rPr>
              <a:t>Interaction Manager</a:t>
            </a:r>
          </a:p>
        </p:txBody>
      </p:sp>
      <p:sp>
        <p:nvSpPr>
          <p:cNvPr id="83" name="dp42-comparison / n81 / path">
            <a:extLst xmlns:a="http://schemas.openxmlformats.org/drawingml/2006/main">
              <a:ext uri="{FF2B5EF4-FFF2-40B4-BE49-F238E27FC236}">
                <a16:creationId xmlns:a16="http://schemas.microsoft.com/office/drawing/2014/main" id="{A2679696-23FB-4B6F-AAF6-4C1D330C837A}"/>
              </a:ext>
            </a:extLst>
          </p:cNvPr>
          <p:cNvSpPr>
            <a:spLocks xmlns:a="http://schemas.openxmlformats.org/drawingml/2006/main" noGrp="1"/>
          </p:cNvSpPr>
          <p:nvPr/>
        </p:nvSpPr>
        <p:spPr>
          <a:xfrm xmlns:a="http://schemas.openxmlformats.org/drawingml/2006/main">
            <a:off x="4238625" y="2562225"/>
            <a:ext cx="333375" cy="953"/>
          </a:xfrm>
          <a:custGeom xmlns:a="http://schemas.openxmlformats.org/drawingml/2006/main">
            <a:pathLst>
              <a:path w="333375" h="953">
                <a:moveTo>
                  <a:pt x="0" y="0"/>
                </a:moveTo>
                <a:lnTo>
                  <a:pt x="333375" y="0"/>
                </a:lnTo>
              </a:path>
            </a:pathLst>
          </a:custGeom>
          <a:noFill xmlns:a="http://schemas.openxmlformats.org/drawingml/2006/main"/>
          <a:ln xmlns:a="http://schemas.openxmlformats.org/drawingml/2006/main" w="10478">
            <a:solidFill>
              <a:srgbClr val="000000"/>
            </a:solidFill>
            <a:prstDash val="solid"/>
          </a:ln>
        </p:spPr>
      </p:sp>
      <p:sp>
        <p:nvSpPr>
          <p:cNvPr id="84" name="dp42-comparison / n81 / arrow">
            <a:extLst xmlns:a="http://schemas.openxmlformats.org/drawingml/2006/main">
              <a:ext uri="{FF2B5EF4-FFF2-40B4-BE49-F238E27FC236}">
                <a16:creationId xmlns:a16="http://schemas.microsoft.com/office/drawing/2014/main" id="{7209E265-2358-41CE-B94F-AB3614A76B9D}"/>
              </a:ext>
            </a:extLst>
          </p:cNvPr>
          <p:cNvSpPr>
            <a:spLocks xmlns:a="http://schemas.openxmlformats.org/drawingml/2006/main" noGrp="1"/>
          </p:cNvSpPr>
          <p:nvPr/>
        </p:nvSpPr>
        <p:spPr>
          <a:xfrm xmlns:a="http://schemas.openxmlformats.org/drawingml/2006/main">
            <a:off x="4504944" y="2528697"/>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000000"/>
            </a:solidFill>
            <a:prstDash val="solid"/>
          </a:ln>
        </p:spPr>
      </p:sp>
      <p:sp>
        <p:nvSpPr>
          <p:cNvPr id="85" name="dp42-comparison / n86 / path">
            <a:extLst xmlns:a="http://schemas.openxmlformats.org/drawingml/2006/main">
              <a:ext uri="{FF2B5EF4-FFF2-40B4-BE49-F238E27FC236}">
                <a16:creationId xmlns:a16="http://schemas.microsoft.com/office/drawing/2014/main" id="{43F42AA2-2FDF-4E70-BAE5-1BB021332A03}"/>
              </a:ext>
            </a:extLst>
          </p:cNvPr>
          <p:cNvSpPr>
            <a:spLocks xmlns:a="http://schemas.openxmlformats.org/drawingml/2006/main" noGrp="1"/>
          </p:cNvSpPr>
          <p:nvPr/>
        </p:nvSpPr>
        <p:spPr>
          <a:xfrm xmlns:a="http://schemas.openxmlformats.org/drawingml/2006/main">
            <a:off x="3105150" y="3067050"/>
            <a:ext cx="6076950" cy="953"/>
          </a:xfrm>
          <a:custGeom xmlns:a="http://schemas.openxmlformats.org/drawingml/2006/main">
            <a:pathLst>
              <a:path w="6076950" h="953">
                <a:moveTo>
                  <a:pt x="0" y="0"/>
                </a:moveTo>
                <a:lnTo>
                  <a:pt x="6076950" y="0"/>
                </a:lnTo>
              </a:path>
            </a:pathLst>
          </a:custGeom>
          <a:noFill xmlns:a="http://schemas.openxmlformats.org/drawingml/2006/main"/>
          <a:ln xmlns:a="http://schemas.openxmlformats.org/drawingml/2006/main" w="10478">
            <a:solidFill>
              <a:srgbClr val="000000"/>
            </a:solidFill>
            <a:prstDash val="solid"/>
          </a:ln>
        </p:spPr>
      </p:sp>
      <p:sp>
        <p:nvSpPr>
          <p:cNvPr id="86" name="dp42-comparison / n91 / path">
            <a:extLst xmlns:a="http://schemas.openxmlformats.org/drawingml/2006/main">
              <a:ext uri="{FF2B5EF4-FFF2-40B4-BE49-F238E27FC236}">
                <a16:creationId xmlns:a16="http://schemas.microsoft.com/office/drawing/2014/main" id="{8AC95D8B-BD53-4DC2-AD02-C03F24F2FB88}"/>
              </a:ext>
            </a:extLst>
          </p:cNvPr>
          <p:cNvSpPr>
            <a:spLocks xmlns:a="http://schemas.openxmlformats.org/drawingml/2006/main" noGrp="1"/>
          </p:cNvSpPr>
          <p:nvPr/>
        </p:nvSpPr>
        <p:spPr>
          <a:xfrm xmlns:a="http://schemas.openxmlformats.org/drawingml/2006/main">
            <a:off x="3105150" y="3238500"/>
            <a:ext cx="4038600" cy="953"/>
          </a:xfrm>
          <a:custGeom xmlns:a="http://schemas.openxmlformats.org/drawingml/2006/main">
            <a:pathLst>
              <a:path w="4038600" h="953">
                <a:moveTo>
                  <a:pt x="0" y="0"/>
                </a:moveTo>
                <a:lnTo>
                  <a:pt x="4038600" y="0"/>
                </a:lnTo>
              </a:path>
            </a:pathLst>
          </a:custGeom>
          <a:noFill xmlns:a="http://schemas.openxmlformats.org/drawingml/2006/main"/>
          <a:ln xmlns:a="http://schemas.openxmlformats.org/drawingml/2006/main" w="10478">
            <a:solidFill>
              <a:srgbClr val="000000"/>
            </a:solidFill>
            <a:prstDash val="solid"/>
          </a:ln>
        </p:spPr>
      </p:sp>
      <p:sp>
        <p:nvSpPr>
          <p:cNvPr id="87" name="dp42-comparison / n96 / path">
            <a:extLst xmlns:a="http://schemas.openxmlformats.org/drawingml/2006/main">
              <a:ext uri="{FF2B5EF4-FFF2-40B4-BE49-F238E27FC236}">
                <a16:creationId xmlns:a16="http://schemas.microsoft.com/office/drawing/2014/main" id="{0C734092-D667-406B-A8DC-F506478C7903}"/>
              </a:ext>
            </a:extLst>
          </p:cNvPr>
          <p:cNvSpPr>
            <a:spLocks xmlns:a="http://schemas.openxmlformats.org/drawingml/2006/main" noGrp="1"/>
          </p:cNvSpPr>
          <p:nvPr/>
        </p:nvSpPr>
        <p:spPr>
          <a:xfrm xmlns:a="http://schemas.openxmlformats.org/drawingml/2006/main">
            <a:off x="3105150" y="3409950"/>
            <a:ext cx="6076950" cy="953"/>
          </a:xfrm>
          <a:custGeom xmlns:a="http://schemas.openxmlformats.org/drawingml/2006/main">
            <a:pathLst>
              <a:path w="6076950" h="953">
                <a:moveTo>
                  <a:pt x="0" y="0"/>
                </a:moveTo>
                <a:lnTo>
                  <a:pt x="6076950" y="0"/>
                </a:lnTo>
              </a:path>
            </a:pathLst>
          </a:custGeom>
          <a:noFill xmlns:a="http://schemas.openxmlformats.org/drawingml/2006/main"/>
          <a:ln xmlns:a="http://schemas.openxmlformats.org/drawingml/2006/main" w="10478">
            <a:solidFill>
              <a:srgbClr val="000000"/>
            </a:solidFill>
            <a:prstDash val="solid"/>
          </a:ln>
        </p:spPr>
      </p:sp>
      <p:sp>
        <p:nvSpPr>
          <p:cNvPr id="88" name="dp42-comparison / n101 / path">
            <a:extLst xmlns:a="http://schemas.openxmlformats.org/drawingml/2006/main">
              <a:ext uri="{FF2B5EF4-FFF2-40B4-BE49-F238E27FC236}">
                <a16:creationId xmlns:a16="http://schemas.microsoft.com/office/drawing/2014/main" id="{B2A3D4B1-2F5A-40F9-A30E-4EF13B549717}"/>
              </a:ext>
            </a:extLst>
          </p:cNvPr>
          <p:cNvSpPr>
            <a:spLocks xmlns:a="http://schemas.openxmlformats.org/drawingml/2006/main" noGrp="1"/>
          </p:cNvSpPr>
          <p:nvPr/>
        </p:nvSpPr>
        <p:spPr>
          <a:xfrm xmlns:a="http://schemas.openxmlformats.org/drawingml/2006/main">
            <a:off x="3105150" y="3581400"/>
            <a:ext cx="6076950" cy="953"/>
          </a:xfrm>
          <a:custGeom xmlns:a="http://schemas.openxmlformats.org/drawingml/2006/main">
            <a:pathLst>
              <a:path w="6076950" h="953">
                <a:moveTo>
                  <a:pt x="0" y="0"/>
                </a:moveTo>
                <a:lnTo>
                  <a:pt x="6076950" y="0"/>
                </a:lnTo>
              </a:path>
            </a:pathLst>
          </a:custGeom>
          <a:noFill xmlns:a="http://schemas.openxmlformats.org/drawingml/2006/main"/>
          <a:ln xmlns:a="http://schemas.openxmlformats.org/drawingml/2006/main" w="10478">
            <a:solidFill>
              <a:srgbClr val="000000"/>
            </a:solidFill>
            <a:prstDash val="solid"/>
          </a:ln>
        </p:spPr>
      </p:sp>
      <p:sp>
        <p:nvSpPr>
          <p:cNvPr id="89" name="dp42-comparison / n104">
            <a:extLst xmlns:a="http://schemas.openxmlformats.org/drawingml/2006/main">
              <a:ext uri="{FF2B5EF4-FFF2-40B4-BE49-F238E27FC236}">
                <a16:creationId xmlns:a16="http://schemas.microsoft.com/office/drawing/2014/main" id="{7D322947-59CE-4757-87F2-2999EE504156}"/>
              </a:ext>
            </a:extLst>
          </p:cNvPr>
          <p:cNvSpPr>
            <a:spLocks xmlns:a="http://schemas.openxmlformats.org/drawingml/2006/main" noGrp="1"/>
          </p:cNvSpPr>
          <p:nvPr/>
        </p:nvSpPr>
        <p:spPr>
          <a:xfrm xmlns:a="http://schemas.openxmlformats.org/drawingml/2006/main">
            <a:off x="1571625" y="3638550"/>
            <a:ext cx="7715250" cy="2419350"/>
          </a:xfrm>
          <a:prstGeom xmlns:a="http://schemas.openxmlformats.org/drawingml/2006/main" prst="rect">
            <a:avLst/>
          </a:prstGeom>
          <a:solidFill xmlns:a="http://schemas.openxmlformats.org/drawingml/2006/main">
            <a:srgbClr val="FFFFFF"/>
          </a:solidFill>
          <a:ln xmlns:a="http://schemas.openxmlformats.org/drawingml/2006/main" w="24765">
            <a:solidFill>
              <a:srgbClr val="B8753F"/>
            </a:solidFill>
            <a:prstDash val="solid"/>
          </a:ln>
        </p:spPr>
      </p:sp>
      <p:sp>
        <p:nvSpPr>
          <p:cNvPr id="90" name="dp42-comparison / n105 / text 1">
            <a:extLst xmlns:a="http://schemas.openxmlformats.org/drawingml/2006/main">
              <a:ext uri="{FF2B5EF4-FFF2-40B4-BE49-F238E27FC236}">
                <a16:creationId xmlns:a16="http://schemas.microsoft.com/office/drawing/2014/main" id="{6CBDDE84-0338-4860-A594-55473A99D803}"/>
              </a:ext>
            </a:extLst>
          </p:cNvPr>
          <p:cNvSpPr>
            <a:spLocks xmlns:a="http://schemas.openxmlformats.org/drawingml/2006/main" noGrp="1"/>
          </p:cNvSpPr>
          <p:nvPr/>
        </p:nvSpPr>
        <p:spPr>
          <a:xfrm xmlns:a="http://schemas.openxmlformats.org/drawingml/2006/main">
            <a:off x="1695450" y="3733800"/>
            <a:ext cx="7467600" cy="29003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1">
                <a:solidFill>
                  <a:srgbClr val="000000"/>
                </a:solidFill>
                <a:latin typeface="Apple SD Gothic Neo"/>
                <a:ea typeface="Apple SD Gothic Neo"/>
                <a:cs typeface="Apple SD Gothic Neo"/>
              </a:defRPr>
            </a:pPr>
            <a:r>
              <a:rPr sz="1575" b="1">
                <a:solidFill>
                  <a:srgbClr val="000000"/>
                </a:solidFill>
                <a:latin typeface="Apple SD Gothic Neo"/>
                <a:ea typeface="Apple SD Gothic Neo"/>
                <a:cs typeface="Apple SD Gothic Neo"/>
              </a:rPr>
              <a:t>VIA Core 실행 경계</a:t>
            </a:r>
          </a:p>
        </p:txBody>
      </p:sp>
      <p:sp>
        <p:nvSpPr>
          <p:cNvPr id="91" name="dp42-comparison / n108">
            <a:extLst xmlns:a="http://schemas.openxmlformats.org/drawingml/2006/main">
              <a:ext uri="{FF2B5EF4-FFF2-40B4-BE49-F238E27FC236}">
                <a16:creationId xmlns:a16="http://schemas.microsoft.com/office/drawing/2014/main" id="{E7DF3DCD-C3EF-4502-BEA2-080F02552506}"/>
              </a:ext>
            </a:extLst>
          </p:cNvPr>
          <p:cNvSpPr>
            <a:spLocks xmlns:a="http://schemas.openxmlformats.org/drawingml/2006/main" noGrp="1"/>
          </p:cNvSpPr>
          <p:nvPr/>
        </p:nvSpPr>
        <p:spPr>
          <a:xfrm xmlns:a="http://schemas.openxmlformats.org/drawingml/2006/main">
            <a:off x="1714500" y="4048125"/>
            <a:ext cx="29527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92" name="dp42-comparison / n109 / text 1">
            <a:extLst xmlns:a="http://schemas.openxmlformats.org/drawingml/2006/main">
              <a:ext uri="{FF2B5EF4-FFF2-40B4-BE49-F238E27FC236}">
                <a16:creationId xmlns:a16="http://schemas.microsoft.com/office/drawing/2014/main" id="{038644E0-9EDC-4E82-860B-6E4CFAF586EB}"/>
              </a:ext>
            </a:extLst>
          </p:cNvPr>
          <p:cNvSpPr>
            <a:spLocks xmlns:a="http://schemas.openxmlformats.org/drawingml/2006/main" noGrp="1"/>
          </p:cNvSpPr>
          <p:nvPr/>
        </p:nvSpPr>
        <p:spPr>
          <a:xfrm xmlns:a="http://schemas.openxmlformats.org/drawingml/2006/main">
            <a:off x="1838325" y="4143375"/>
            <a:ext cx="2705100" cy="29003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1">
                <a:solidFill>
                  <a:srgbClr val="000000"/>
                </a:solidFill>
                <a:latin typeface="Apple SD Gothic Neo"/>
                <a:ea typeface="Apple SD Gothic Neo"/>
                <a:cs typeface="Apple SD Gothic Neo"/>
              </a:defRPr>
            </a:pPr>
            <a:r>
              <a:rPr sz="1575" b="1">
                <a:solidFill>
                  <a:srgbClr val="000000"/>
                </a:solidFill>
                <a:latin typeface="Apple SD Gothic Neo"/>
                <a:ea typeface="Apple SD Gothic Neo"/>
                <a:cs typeface="Apple SD Gothic Neo"/>
              </a:rPr>
              <a:t>Request Controller</a:t>
            </a:r>
          </a:p>
        </p:txBody>
      </p:sp>
      <p:sp>
        <p:nvSpPr>
          <p:cNvPr id="93" name="dp42-comparison / n110">
            <a:extLst xmlns:a="http://schemas.openxmlformats.org/drawingml/2006/main">
              <a:ext uri="{FF2B5EF4-FFF2-40B4-BE49-F238E27FC236}">
                <a16:creationId xmlns:a16="http://schemas.microsoft.com/office/drawing/2014/main" id="{E80FC047-D59B-4C26-9F0E-D9B9D7B89B5D}"/>
              </a:ext>
            </a:extLst>
          </p:cNvPr>
          <p:cNvSpPr>
            <a:spLocks xmlns:a="http://schemas.openxmlformats.org/drawingml/2006/main" noGrp="1"/>
          </p:cNvSpPr>
          <p:nvPr/>
        </p:nvSpPr>
        <p:spPr>
          <a:xfrm xmlns:a="http://schemas.openxmlformats.org/drawingml/2006/main">
            <a:off x="1809750" y="4562475"/>
            <a:ext cx="2762250" cy="238125"/>
          </a:xfrm>
          <a:prstGeom xmlns:a="http://schemas.openxmlformats.org/drawingml/2006/main" prst="can">
            <a:avLst>
              <a:gd name="adj" fmla="val 20000"/>
            </a:avLst>
          </a:prstGeom>
          <a:solidFill xmlns:a="http://schemas.openxmlformats.org/drawingml/2006/main">
            <a:srgbClr val="FFFFFF"/>
          </a:solidFill>
          <a:ln xmlns:a="http://schemas.openxmlformats.org/drawingml/2006/main" w="9525">
            <a:solidFill>
              <a:srgbClr val="000000"/>
            </a:solidFill>
            <a:prstDash val="solid"/>
          </a:ln>
        </p:spPr>
      </p:sp>
      <p:sp>
        <p:nvSpPr>
          <p:cNvPr id="94" name="dp42-comparison / n111 / text 1">
            <a:extLst xmlns:a="http://schemas.openxmlformats.org/drawingml/2006/main">
              <a:ext uri="{FF2B5EF4-FFF2-40B4-BE49-F238E27FC236}">
                <a16:creationId xmlns:a16="http://schemas.microsoft.com/office/drawing/2014/main" id="{1EDE35E8-78FE-4218-A140-E6D5F9ADCF31}"/>
              </a:ext>
            </a:extLst>
          </p:cNvPr>
          <p:cNvSpPr>
            <a:spLocks xmlns:a="http://schemas.openxmlformats.org/drawingml/2006/main" noGrp="1"/>
          </p:cNvSpPr>
          <p:nvPr/>
        </p:nvSpPr>
        <p:spPr>
          <a:xfrm xmlns:a="http://schemas.openxmlformats.org/drawingml/2006/main">
            <a:off x="1895475" y="4612958"/>
            <a:ext cx="259080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900" b="0">
                <a:solidFill>
                  <a:srgbClr val="18232E"/>
                </a:solidFill>
                <a:latin typeface="Apple SD Gothic Neo"/>
                <a:ea typeface="Apple SD Gothic Neo"/>
                <a:cs typeface="Apple SD Gothic Neo"/>
              </a:defRPr>
            </a:pPr>
            <a:r>
              <a:rPr sz="900" b="0">
                <a:solidFill>
                  <a:srgbClr val="18232E"/>
                </a:solidFill>
                <a:latin typeface="Apple SD Gothic Neo"/>
                <a:ea typeface="Apple SD Gothic Neo"/>
                <a:cs typeface="Apple SD Gothic Neo"/>
              </a:rPr>
              <a:t>Request Graph State</a:t>
            </a:r>
          </a:p>
        </p:txBody>
      </p:sp>
      <p:sp>
        <p:nvSpPr>
          <p:cNvPr id="95" name="dp42-comparison / n112">
            <a:extLst xmlns:a="http://schemas.openxmlformats.org/drawingml/2006/main">
              <a:ext uri="{FF2B5EF4-FFF2-40B4-BE49-F238E27FC236}">
                <a16:creationId xmlns:a16="http://schemas.microsoft.com/office/drawing/2014/main" id="{6F2906D6-2FA9-416E-AD45-A5DBB53AB6D3}"/>
              </a:ext>
            </a:extLst>
          </p:cNvPr>
          <p:cNvSpPr>
            <a:spLocks xmlns:a="http://schemas.openxmlformats.org/drawingml/2006/main" noGrp="1"/>
          </p:cNvSpPr>
          <p:nvPr/>
        </p:nvSpPr>
        <p:spPr>
          <a:xfrm xmlns:a="http://schemas.openxmlformats.org/drawingml/2006/main">
            <a:off x="5953125" y="4048125"/>
            <a:ext cx="3190875" cy="111442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96" name="dp42-comparison / n113 / text 1">
            <a:extLst xmlns:a="http://schemas.openxmlformats.org/drawingml/2006/main">
              <a:ext uri="{FF2B5EF4-FFF2-40B4-BE49-F238E27FC236}">
                <a16:creationId xmlns:a16="http://schemas.microsoft.com/office/drawing/2014/main" id="{3E475987-10A0-4975-9F3B-E8B07B7C5116}"/>
              </a:ext>
            </a:extLst>
          </p:cNvPr>
          <p:cNvSpPr>
            <a:spLocks xmlns:a="http://schemas.openxmlformats.org/drawingml/2006/main" noGrp="1"/>
          </p:cNvSpPr>
          <p:nvPr/>
        </p:nvSpPr>
        <p:spPr>
          <a:xfrm xmlns:a="http://schemas.openxmlformats.org/drawingml/2006/main">
            <a:off x="6076950" y="4143375"/>
            <a:ext cx="2943225" cy="29003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1">
                <a:solidFill>
                  <a:srgbClr val="000000"/>
                </a:solidFill>
                <a:latin typeface="Apple SD Gothic Neo"/>
                <a:ea typeface="Apple SD Gothic Neo"/>
                <a:cs typeface="Apple SD Gothic Neo"/>
              </a:defRPr>
            </a:pPr>
            <a:r>
              <a:rPr sz="1575" b="1">
                <a:solidFill>
                  <a:srgbClr val="000000"/>
                </a:solidFill>
                <a:latin typeface="Apple SD Gothic Neo"/>
                <a:ea typeface="Apple SD Gothic Neo"/>
                <a:cs typeface="Apple SD Gothic Neo"/>
              </a:rPr>
              <a:t>Task Manager</a:t>
            </a:r>
          </a:p>
        </p:txBody>
      </p:sp>
      <p:sp>
        <p:nvSpPr>
          <p:cNvPr id="97" name="dp42-comparison / n114">
            <a:extLst xmlns:a="http://schemas.openxmlformats.org/drawingml/2006/main">
              <a:ext uri="{FF2B5EF4-FFF2-40B4-BE49-F238E27FC236}">
                <a16:creationId xmlns:a16="http://schemas.microsoft.com/office/drawing/2014/main" id="{A332C004-6411-40A9-93E0-71187C145DC0}"/>
              </a:ext>
            </a:extLst>
          </p:cNvPr>
          <p:cNvSpPr>
            <a:spLocks xmlns:a="http://schemas.openxmlformats.org/drawingml/2006/main" noGrp="1"/>
          </p:cNvSpPr>
          <p:nvPr/>
        </p:nvSpPr>
        <p:spPr>
          <a:xfrm xmlns:a="http://schemas.openxmlformats.org/drawingml/2006/main">
            <a:off x="6096000" y="4400550"/>
            <a:ext cx="2905125" cy="209550"/>
          </a:xfrm>
          <a:prstGeom xmlns:a="http://schemas.openxmlformats.org/drawingml/2006/main" prst="roundRect">
            <a:avLst>
              <a:gd name="adj" fmla="val 36364"/>
            </a:avLst>
          </a:prstGeom>
          <a:solidFill xmlns:a="http://schemas.openxmlformats.org/drawingml/2006/main">
            <a:srgbClr val="FFFFFF"/>
          </a:solidFill>
          <a:ln xmlns:a="http://schemas.openxmlformats.org/drawingml/2006/main" w="9525">
            <a:solidFill>
              <a:srgbClr val="000000"/>
            </a:solidFill>
            <a:prstDash val="solid"/>
          </a:ln>
        </p:spPr>
      </p:sp>
      <p:sp>
        <p:nvSpPr>
          <p:cNvPr id="98" name="dp42-comparison / n115 / text 1">
            <a:extLst xmlns:a="http://schemas.openxmlformats.org/drawingml/2006/main">
              <a:ext uri="{FF2B5EF4-FFF2-40B4-BE49-F238E27FC236}">
                <a16:creationId xmlns:a16="http://schemas.microsoft.com/office/drawing/2014/main" id="{232A051B-60EE-4BDD-84B9-0E151D85E8BA}"/>
              </a:ext>
            </a:extLst>
          </p:cNvPr>
          <p:cNvSpPr>
            <a:spLocks xmlns:a="http://schemas.openxmlformats.org/drawingml/2006/main" noGrp="1"/>
          </p:cNvSpPr>
          <p:nvPr/>
        </p:nvSpPr>
        <p:spPr>
          <a:xfrm xmlns:a="http://schemas.openxmlformats.org/drawingml/2006/main">
            <a:off x="6181725" y="4418648"/>
            <a:ext cx="2733675" cy="19335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050" b="1">
                <a:solidFill>
                  <a:srgbClr val="000000"/>
                </a:solidFill>
                <a:latin typeface="Apple SD Gothic Neo"/>
                <a:ea typeface="Apple SD Gothic Neo"/>
                <a:cs typeface="Apple SD Gothic Neo"/>
              </a:defRPr>
            </a:pPr>
            <a:r>
              <a:rPr sz="1050" b="1">
                <a:solidFill>
                  <a:srgbClr val="000000"/>
                </a:solidFill>
                <a:latin typeface="Apple SD Gothic Neo"/>
                <a:ea typeface="Apple SD Gothic Neo"/>
                <a:cs typeface="Apple SD Gothic Neo"/>
              </a:rPr>
              <a:t>업무 접수·전송 게이트</a:t>
            </a:r>
          </a:p>
        </p:txBody>
      </p:sp>
      <p:sp>
        <p:nvSpPr>
          <p:cNvPr id="99" name="dp42-comparison / n116">
            <a:extLst xmlns:a="http://schemas.openxmlformats.org/drawingml/2006/main">
              <a:ext uri="{FF2B5EF4-FFF2-40B4-BE49-F238E27FC236}">
                <a16:creationId xmlns:a16="http://schemas.microsoft.com/office/drawing/2014/main" id="{D97ACE89-C39A-469C-AC5C-3F2250EEC27E}"/>
              </a:ext>
            </a:extLst>
          </p:cNvPr>
          <p:cNvSpPr>
            <a:spLocks xmlns:a="http://schemas.openxmlformats.org/drawingml/2006/main" noGrp="1"/>
          </p:cNvSpPr>
          <p:nvPr/>
        </p:nvSpPr>
        <p:spPr>
          <a:xfrm xmlns:a="http://schemas.openxmlformats.org/drawingml/2006/main">
            <a:off x="6048375" y="4743450"/>
            <a:ext cx="3000375" cy="257175"/>
          </a:xfrm>
          <a:prstGeom xmlns:a="http://schemas.openxmlformats.org/drawingml/2006/main" prst="can">
            <a:avLst>
              <a:gd name="adj" fmla="val 20000"/>
            </a:avLst>
          </a:prstGeom>
          <a:solidFill xmlns:a="http://schemas.openxmlformats.org/drawingml/2006/main">
            <a:srgbClr val="FFFFFF"/>
          </a:solidFill>
          <a:ln xmlns:a="http://schemas.openxmlformats.org/drawingml/2006/main" w="9525">
            <a:solidFill>
              <a:srgbClr val="000000"/>
            </a:solidFill>
            <a:prstDash val="solid"/>
          </a:ln>
        </p:spPr>
      </p:sp>
      <p:sp>
        <p:nvSpPr>
          <p:cNvPr id="100" name="dp42-comparison / n117 / text 1">
            <a:extLst xmlns:a="http://schemas.openxmlformats.org/drawingml/2006/main">
              <a:ext uri="{FF2B5EF4-FFF2-40B4-BE49-F238E27FC236}">
                <a16:creationId xmlns:a16="http://schemas.microsoft.com/office/drawing/2014/main" id="{A6BCE8A5-35DE-497C-BEF5-DCB8B77B0340}"/>
              </a:ext>
            </a:extLst>
          </p:cNvPr>
          <p:cNvSpPr>
            <a:spLocks xmlns:a="http://schemas.openxmlformats.org/drawingml/2006/main" noGrp="1"/>
          </p:cNvSpPr>
          <p:nvPr/>
        </p:nvSpPr>
        <p:spPr>
          <a:xfrm xmlns:a="http://schemas.openxmlformats.org/drawingml/2006/main">
            <a:off x="6134100" y="4803458"/>
            <a:ext cx="2828925"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900" b="0">
                <a:solidFill>
                  <a:srgbClr val="18232E"/>
                </a:solidFill>
                <a:latin typeface="Apple SD Gothic Neo"/>
                <a:ea typeface="Apple SD Gothic Neo"/>
                <a:cs typeface="Apple SD Gothic Neo"/>
              </a:defRPr>
            </a:pPr>
            <a:r>
              <a:rPr sz="900" b="0">
                <a:solidFill>
                  <a:srgbClr val="18232E"/>
                </a:solidFill>
                <a:latin typeface="Apple SD Gothic Neo"/>
                <a:ea typeface="Apple SD Gothic Neo"/>
                <a:cs typeface="Apple SD Gothic Neo"/>
              </a:rPr>
              <a:t>Task Command State</a:t>
            </a:r>
          </a:p>
        </p:txBody>
      </p:sp>
      <p:sp>
        <p:nvSpPr>
          <p:cNvPr id="101" name="dp42-comparison / n118">
            <a:extLst xmlns:a="http://schemas.openxmlformats.org/drawingml/2006/main">
              <a:ext uri="{FF2B5EF4-FFF2-40B4-BE49-F238E27FC236}">
                <a16:creationId xmlns:a16="http://schemas.microsoft.com/office/drawing/2014/main" id="{BE8FEE5C-BA31-49F5-BA5E-A65072313B84}"/>
              </a:ext>
            </a:extLst>
          </p:cNvPr>
          <p:cNvSpPr>
            <a:spLocks xmlns:a="http://schemas.openxmlformats.org/drawingml/2006/main" noGrp="1"/>
          </p:cNvSpPr>
          <p:nvPr/>
        </p:nvSpPr>
        <p:spPr>
          <a:xfrm xmlns:a="http://schemas.openxmlformats.org/drawingml/2006/main">
            <a:off x="1714500" y="5038725"/>
            <a:ext cx="2952750" cy="57150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102" name="dp42-comparison / n119 / text 1">
            <a:extLst xmlns:a="http://schemas.openxmlformats.org/drawingml/2006/main">
              <a:ext uri="{FF2B5EF4-FFF2-40B4-BE49-F238E27FC236}">
                <a16:creationId xmlns:a16="http://schemas.microsoft.com/office/drawing/2014/main" id="{ABCE63C7-3848-477D-8906-058781B55573}"/>
              </a:ext>
            </a:extLst>
          </p:cNvPr>
          <p:cNvSpPr>
            <a:spLocks xmlns:a="http://schemas.openxmlformats.org/drawingml/2006/main" noGrp="1"/>
          </p:cNvSpPr>
          <p:nvPr/>
        </p:nvSpPr>
        <p:spPr>
          <a:xfrm xmlns:a="http://schemas.openxmlformats.org/drawingml/2006/main">
            <a:off x="1838325" y="5133975"/>
            <a:ext cx="2705100" cy="29003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1">
                <a:solidFill>
                  <a:srgbClr val="000000"/>
                </a:solidFill>
                <a:latin typeface="Apple SD Gothic Neo"/>
                <a:ea typeface="Apple SD Gothic Neo"/>
                <a:cs typeface="Apple SD Gothic Neo"/>
              </a:defRPr>
            </a:pPr>
            <a:r>
              <a:rPr sz="1575" b="1">
                <a:solidFill>
                  <a:srgbClr val="000000"/>
                </a:solidFill>
                <a:latin typeface="Apple SD Gothic Neo"/>
                <a:ea typeface="Apple SD Gothic Neo"/>
                <a:cs typeface="Apple SD Gothic Neo"/>
              </a:rPr>
              <a:t>Response Manager</a:t>
            </a:r>
          </a:p>
        </p:txBody>
      </p:sp>
      <p:sp>
        <p:nvSpPr>
          <p:cNvPr id="103" name="dp42-comparison / n120">
            <a:extLst xmlns:a="http://schemas.openxmlformats.org/drawingml/2006/main">
              <a:ext uri="{FF2B5EF4-FFF2-40B4-BE49-F238E27FC236}">
                <a16:creationId xmlns:a16="http://schemas.microsoft.com/office/drawing/2014/main" id="{E98F0459-7AC0-44F8-B53F-8E9CDD868F00}"/>
              </a:ext>
            </a:extLst>
          </p:cNvPr>
          <p:cNvSpPr>
            <a:spLocks xmlns:a="http://schemas.openxmlformats.org/drawingml/2006/main" noGrp="1"/>
          </p:cNvSpPr>
          <p:nvPr/>
        </p:nvSpPr>
        <p:spPr>
          <a:xfrm xmlns:a="http://schemas.openxmlformats.org/drawingml/2006/main">
            <a:off x="1809750" y="5343525"/>
            <a:ext cx="2762250" cy="247650"/>
          </a:xfrm>
          <a:prstGeom xmlns:a="http://schemas.openxmlformats.org/drawingml/2006/main" prst="can">
            <a:avLst>
              <a:gd name="adj" fmla="val 20000"/>
            </a:avLst>
          </a:prstGeom>
          <a:solidFill xmlns:a="http://schemas.openxmlformats.org/drawingml/2006/main">
            <a:srgbClr val="FFFFFF"/>
          </a:solidFill>
          <a:ln xmlns:a="http://schemas.openxmlformats.org/drawingml/2006/main" w="9525">
            <a:solidFill>
              <a:srgbClr val="000000"/>
            </a:solidFill>
            <a:prstDash val="solid"/>
          </a:ln>
        </p:spPr>
      </p:sp>
      <p:sp>
        <p:nvSpPr>
          <p:cNvPr id="104" name="dp42-comparison / n121 / text 1">
            <a:extLst xmlns:a="http://schemas.openxmlformats.org/drawingml/2006/main">
              <a:ext uri="{FF2B5EF4-FFF2-40B4-BE49-F238E27FC236}">
                <a16:creationId xmlns:a16="http://schemas.microsoft.com/office/drawing/2014/main" id="{91A66D44-1377-4751-85F3-7B84F481C482}"/>
              </a:ext>
            </a:extLst>
          </p:cNvPr>
          <p:cNvSpPr>
            <a:spLocks xmlns:a="http://schemas.openxmlformats.org/drawingml/2006/main" noGrp="1"/>
          </p:cNvSpPr>
          <p:nvPr/>
        </p:nvSpPr>
        <p:spPr>
          <a:xfrm xmlns:a="http://schemas.openxmlformats.org/drawingml/2006/main">
            <a:off x="1895475" y="5410200"/>
            <a:ext cx="25908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750" b="0">
                <a:solidFill>
                  <a:srgbClr val="18232E"/>
                </a:solidFill>
                <a:latin typeface="Apple SD Gothic Neo"/>
                <a:ea typeface="Apple SD Gothic Neo"/>
                <a:cs typeface="Apple SD Gothic Neo"/>
              </a:defRPr>
            </a:pPr>
            <a:r>
              <a:rPr sz="750" b="0">
                <a:solidFill>
                  <a:srgbClr val="18232E"/>
                </a:solidFill>
                <a:latin typeface="Apple SD Gothic Neo"/>
                <a:ea typeface="Apple SD Gothic Neo"/>
                <a:cs typeface="Apple SD Gothic Neo"/>
              </a:rPr>
              <a:t>Publication Ledger</a:t>
            </a:r>
          </a:p>
        </p:txBody>
      </p:sp>
      <p:sp>
        <p:nvSpPr>
          <p:cNvPr id="105" name="dp42-comparison / n122">
            <a:extLst xmlns:a="http://schemas.openxmlformats.org/drawingml/2006/main">
              <a:ext uri="{FF2B5EF4-FFF2-40B4-BE49-F238E27FC236}">
                <a16:creationId xmlns:a16="http://schemas.microsoft.com/office/drawing/2014/main" id="{E7709E3D-ABFE-47D4-8DDA-D55FDB0CB933}"/>
              </a:ext>
            </a:extLst>
          </p:cNvPr>
          <p:cNvSpPr>
            <a:spLocks xmlns:a="http://schemas.openxmlformats.org/drawingml/2006/main" noGrp="1"/>
          </p:cNvSpPr>
          <p:nvPr/>
        </p:nvSpPr>
        <p:spPr>
          <a:xfrm xmlns:a="http://schemas.openxmlformats.org/drawingml/2006/main">
            <a:off x="5953125" y="5267325"/>
            <a:ext cx="3190875" cy="28575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106" name="dp42-comparison / n123 / text 1">
            <a:extLst xmlns:a="http://schemas.openxmlformats.org/drawingml/2006/main">
              <a:ext uri="{FF2B5EF4-FFF2-40B4-BE49-F238E27FC236}">
                <a16:creationId xmlns:a16="http://schemas.microsoft.com/office/drawing/2014/main" id="{1DDA67AF-5E31-4751-8503-111D46C44F07}"/>
              </a:ext>
            </a:extLst>
          </p:cNvPr>
          <p:cNvSpPr>
            <a:spLocks xmlns:a="http://schemas.openxmlformats.org/drawingml/2006/main" noGrp="1"/>
          </p:cNvSpPr>
          <p:nvPr/>
        </p:nvSpPr>
        <p:spPr>
          <a:xfrm xmlns:a="http://schemas.openxmlformats.org/drawingml/2006/main">
            <a:off x="6038850" y="5298758"/>
            <a:ext cx="3019425" cy="24860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350" b="1">
                <a:solidFill>
                  <a:srgbClr val="000000"/>
                </a:solidFill>
                <a:latin typeface="Apple SD Gothic Neo"/>
                <a:ea typeface="Apple SD Gothic Neo"/>
                <a:cs typeface="Apple SD Gothic Neo"/>
              </a:defRPr>
            </a:pPr>
            <a:r>
              <a:rPr sz="1350" b="1">
                <a:solidFill>
                  <a:srgbClr val="000000"/>
                </a:solidFill>
                <a:latin typeface="Apple SD Gothic Neo"/>
                <a:ea typeface="Apple SD Gothic Neo"/>
                <a:cs typeface="Apple SD Gothic Neo"/>
              </a:rPr>
              <a:t>Agent Gateway</a:t>
            </a:r>
          </a:p>
        </p:txBody>
      </p:sp>
      <p:sp>
        <p:nvSpPr>
          <p:cNvPr id="107" name="dp42-comparison / n126 / path">
            <a:extLst xmlns:a="http://schemas.openxmlformats.org/drawingml/2006/main">
              <a:ext uri="{FF2B5EF4-FFF2-40B4-BE49-F238E27FC236}">
                <a16:creationId xmlns:a16="http://schemas.microsoft.com/office/drawing/2014/main" id="{ACCE52B4-755C-4091-9CD6-C1BD66DC380A}"/>
              </a:ext>
            </a:extLst>
          </p:cNvPr>
          <p:cNvSpPr>
            <a:spLocks xmlns:a="http://schemas.openxmlformats.org/drawingml/2006/main" noGrp="1"/>
          </p:cNvSpPr>
          <p:nvPr/>
        </p:nvSpPr>
        <p:spPr>
          <a:xfrm xmlns:a="http://schemas.openxmlformats.org/drawingml/2006/main">
            <a:off x="1571625" y="2562225"/>
            <a:ext cx="142875" cy="1638300"/>
          </a:xfrm>
          <a:custGeom xmlns:a="http://schemas.openxmlformats.org/drawingml/2006/main">
            <a:pathLst>
              <a:path w="142875" h="1638300">
                <a:moveTo>
                  <a:pt x="95250" y="0"/>
                </a:moveTo>
                <a:lnTo>
                  <a:pt x="0" y="0"/>
                </a:lnTo>
                <a:lnTo>
                  <a:pt x="0" y="1638300"/>
                </a:lnTo>
                <a:lnTo>
                  <a:pt x="142875" y="1638300"/>
                </a:lnTo>
              </a:path>
            </a:pathLst>
          </a:custGeom>
          <a:noFill xmlns:a="http://schemas.openxmlformats.org/drawingml/2006/main"/>
          <a:ln xmlns:a="http://schemas.openxmlformats.org/drawingml/2006/main" w="10478">
            <a:solidFill>
              <a:srgbClr val="000000"/>
            </a:solidFill>
            <a:prstDash val="solid"/>
          </a:ln>
        </p:spPr>
      </p:sp>
      <p:sp>
        <p:nvSpPr>
          <p:cNvPr id="108" name="dp42-comparison / n126 / arrow">
            <a:extLst xmlns:a="http://schemas.openxmlformats.org/drawingml/2006/main">
              <a:ext uri="{FF2B5EF4-FFF2-40B4-BE49-F238E27FC236}">
                <a16:creationId xmlns:a16="http://schemas.microsoft.com/office/drawing/2014/main" id="{F901B350-ED0C-431B-A7EE-AC94072C5B94}"/>
              </a:ext>
            </a:extLst>
          </p:cNvPr>
          <p:cNvSpPr>
            <a:spLocks xmlns:a="http://schemas.openxmlformats.org/drawingml/2006/main" noGrp="1"/>
          </p:cNvSpPr>
          <p:nvPr/>
        </p:nvSpPr>
        <p:spPr>
          <a:xfrm xmlns:a="http://schemas.openxmlformats.org/drawingml/2006/main">
            <a:off x="1647444" y="4166997"/>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000000"/>
            </a:solidFill>
            <a:prstDash val="solid"/>
          </a:ln>
        </p:spPr>
      </p:sp>
      <p:sp>
        <p:nvSpPr>
          <p:cNvPr id="109" name="dp42-comparison / n127">
            <a:extLst xmlns:a="http://schemas.openxmlformats.org/drawingml/2006/main">
              <a:ext uri="{FF2B5EF4-FFF2-40B4-BE49-F238E27FC236}">
                <a16:creationId xmlns:a16="http://schemas.microsoft.com/office/drawing/2014/main" id="{28F096D5-35CD-4033-BA90-05F7A18BC533}"/>
              </a:ext>
            </a:extLst>
          </p:cNvPr>
          <p:cNvSpPr>
            <a:spLocks xmlns:a="http://schemas.openxmlformats.org/drawingml/2006/main" noGrp="1"/>
          </p:cNvSpPr>
          <p:nvPr/>
        </p:nvSpPr>
        <p:spPr>
          <a:xfrm xmlns:a="http://schemas.openxmlformats.org/drawingml/2006/main">
            <a:off x="5000625" y="5629275"/>
            <a:ext cx="4048125" cy="35242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110" name="dp42-comparison / n128 / text 1">
            <a:extLst xmlns:a="http://schemas.openxmlformats.org/drawingml/2006/main">
              <a:ext uri="{FF2B5EF4-FFF2-40B4-BE49-F238E27FC236}">
                <a16:creationId xmlns:a16="http://schemas.microsoft.com/office/drawing/2014/main" id="{B5249017-6478-45A3-9B0B-8A1D6A9229D5}"/>
              </a:ext>
            </a:extLst>
          </p:cNvPr>
          <p:cNvSpPr>
            <a:spLocks xmlns:a="http://schemas.openxmlformats.org/drawingml/2006/main" noGrp="1"/>
          </p:cNvSpPr>
          <p:nvPr/>
        </p:nvSpPr>
        <p:spPr>
          <a:xfrm xmlns:a="http://schemas.openxmlformats.org/drawingml/2006/main">
            <a:off x="5124450" y="5724525"/>
            <a:ext cx="3800475" cy="29003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1">
                <a:solidFill>
                  <a:srgbClr val="000000"/>
                </a:solidFill>
                <a:latin typeface="Apple SD Gothic Neo"/>
                <a:ea typeface="Apple SD Gothic Neo"/>
                <a:cs typeface="Apple SD Gothic Neo"/>
              </a:defRPr>
            </a:pPr>
            <a:r>
              <a:rPr sz="1575" b="1">
                <a:solidFill>
                  <a:srgbClr val="000000"/>
                </a:solidFill>
                <a:latin typeface="Apple SD Gothic Neo"/>
                <a:ea typeface="Apple SD Gothic Neo"/>
                <a:cs typeface="Apple SD Gothic Neo"/>
              </a:rPr>
              <a:t>State Store</a:t>
            </a:r>
          </a:p>
        </p:txBody>
      </p:sp>
      <p:sp>
        <p:nvSpPr>
          <p:cNvPr id="111" name="dp42-comparison / n129">
            <a:extLst xmlns:a="http://schemas.openxmlformats.org/drawingml/2006/main">
              <a:ext uri="{FF2B5EF4-FFF2-40B4-BE49-F238E27FC236}">
                <a16:creationId xmlns:a16="http://schemas.microsoft.com/office/drawing/2014/main" id="{47A6142F-BC12-428E-BF81-5AE9CF8FED28}"/>
              </a:ext>
            </a:extLst>
          </p:cNvPr>
          <p:cNvSpPr>
            <a:spLocks xmlns:a="http://schemas.openxmlformats.org/drawingml/2006/main" noGrp="1"/>
          </p:cNvSpPr>
          <p:nvPr/>
        </p:nvSpPr>
        <p:spPr>
          <a:xfrm xmlns:a="http://schemas.openxmlformats.org/drawingml/2006/main">
            <a:off x="7096125" y="5676900"/>
            <a:ext cx="1809750" cy="238125"/>
          </a:xfrm>
          <a:prstGeom xmlns:a="http://schemas.openxmlformats.org/drawingml/2006/main" prst="roundRect">
            <a:avLst>
              <a:gd name="adj" fmla="val 32000"/>
            </a:avLst>
          </a:prstGeom>
          <a:solidFill xmlns:a="http://schemas.openxmlformats.org/drawingml/2006/main">
            <a:srgbClr val="FFF0DD"/>
          </a:solidFill>
          <a:ln xmlns:a="http://schemas.openxmlformats.org/drawingml/2006/main" w="17145">
            <a:solidFill>
              <a:srgbClr val="B8753F"/>
            </a:solidFill>
            <a:prstDash val="solid"/>
          </a:ln>
        </p:spPr>
      </p:sp>
      <p:sp>
        <p:nvSpPr>
          <p:cNvPr id="112" name="dp42-comparison / n130 / text 1">
            <a:extLst xmlns:a="http://schemas.openxmlformats.org/drawingml/2006/main">
              <a:ext uri="{FF2B5EF4-FFF2-40B4-BE49-F238E27FC236}">
                <a16:creationId xmlns:a16="http://schemas.microsoft.com/office/drawing/2014/main" id="{D07D275D-C4D4-4971-A2FC-FD185DB91C0A}"/>
              </a:ext>
            </a:extLst>
          </p:cNvPr>
          <p:cNvSpPr>
            <a:spLocks xmlns:a="http://schemas.openxmlformats.org/drawingml/2006/main" noGrp="1"/>
          </p:cNvSpPr>
          <p:nvPr/>
        </p:nvSpPr>
        <p:spPr>
          <a:xfrm xmlns:a="http://schemas.openxmlformats.org/drawingml/2006/main">
            <a:off x="7181850" y="5709285"/>
            <a:ext cx="1638300" cy="19335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050" b="1">
                <a:solidFill>
                  <a:srgbClr val="000000"/>
                </a:solidFill>
                <a:latin typeface="Apple SD Gothic Neo"/>
                <a:ea typeface="Apple SD Gothic Neo"/>
                <a:cs typeface="Apple SD Gothic Neo"/>
              </a:defRPr>
            </a:pPr>
            <a:r>
              <a:rPr sz="1050" b="1">
                <a:solidFill>
                  <a:srgbClr val="000000"/>
                </a:solidFill>
                <a:latin typeface="Apple SD Gothic Neo"/>
                <a:ea typeface="Apple SD Gothic Neo"/>
                <a:cs typeface="Apple SD Gothic Neo"/>
              </a:rPr>
              <a:t>트랜잭션 관리자</a:t>
            </a:r>
          </a:p>
        </p:txBody>
      </p:sp>
      <p:sp>
        <p:nvSpPr>
          <p:cNvPr id="113" name="dp42-comparison / n131 / path">
            <a:extLst xmlns:a="http://schemas.openxmlformats.org/drawingml/2006/main">
              <a:ext uri="{FF2B5EF4-FFF2-40B4-BE49-F238E27FC236}">
                <a16:creationId xmlns:a16="http://schemas.microsoft.com/office/drawing/2014/main" id="{E3A3B71F-B132-4D9F-BD2D-B7C6D124E4A0}"/>
              </a:ext>
            </a:extLst>
          </p:cNvPr>
          <p:cNvSpPr>
            <a:spLocks xmlns:a="http://schemas.openxmlformats.org/drawingml/2006/main" noGrp="1"/>
          </p:cNvSpPr>
          <p:nvPr/>
        </p:nvSpPr>
        <p:spPr>
          <a:xfrm xmlns:a="http://schemas.openxmlformats.org/drawingml/2006/main">
            <a:off x="4667250" y="4371975"/>
            <a:ext cx="2952750" cy="1304925"/>
          </a:xfrm>
          <a:custGeom xmlns:a="http://schemas.openxmlformats.org/drawingml/2006/main">
            <a:pathLst>
              <a:path w="2952750" h="1304925">
                <a:moveTo>
                  <a:pt x="0" y="0"/>
                </a:moveTo>
                <a:lnTo>
                  <a:pt x="190500" y="0"/>
                </a:lnTo>
                <a:lnTo>
                  <a:pt x="190500" y="1219200"/>
                </a:lnTo>
                <a:lnTo>
                  <a:pt x="2952750" y="1219200"/>
                </a:lnTo>
                <a:lnTo>
                  <a:pt x="2952750" y="1304925"/>
                </a:lnTo>
              </a:path>
            </a:pathLst>
          </a:custGeom>
          <a:noFill xmlns:a="http://schemas.openxmlformats.org/drawingml/2006/main"/>
          <a:ln xmlns:a="http://schemas.openxmlformats.org/drawingml/2006/main" w="10478">
            <a:solidFill>
              <a:srgbClr val="000000"/>
            </a:solidFill>
            <a:prstDash val="solid"/>
          </a:ln>
        </p:spPr>
      </p:sp>
      <p:sp>
        <p:nvSpPr>
          <p:cNvPr id="114" name="dp42-comparison / n131 / arrow">
            <a:extLst xmlns:a="http://schemas.openxmlformats.org/drawingml/2006/main">
              <a:ext uri="{FF2B5EF4-FFF2-40B4-BE49-F238E27FC236}">
                <a16:creationId xmlns:a16="http://schemas.microsoft.com/office/drawing/2014/main" id="{6C0204DC-CB77-435E-BFDC-881B1F8C051F}"/>
              </a:ext>
            </a:extLst>
          </p:cNvPr>
          <p:cNvSpPr>
            <a:spLocks xmlns:a="http://schemas.openxmlformats.org/drawingml/2006/main" noGrp="1"/>
          </p:cNvSpPr>
          <p:nvPr/>
        </p:nvSpPr>
        <p:spPr>
          <a:xfrm xmlns:a="http://schemas.openxmlformats.org/drawingml/2006/main">
            <a:off x="7586472" y="5609844"/>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000000"/>
            </a:solidFill>
            <a:prstDash val="solid"/>
          </a:ln>
        </p:spPr>
      </p:sp>
      <p:sp>
        <p:nvSpPr>
          <p:cNvPr id="115" name="dp42-comparison / n132 / path">
            <a:extLst xmlns:a="http://schemas.openxmlformats.org/drawingml/2006/main">
              <a:ext uri="{FF2B5EF4-FFF2-40B4-BE49-F238E27FC236}">
                <a16:creationId xmlns:a16="http://schemas.microsoft.com/office/drawing/2014/main" id="{F4856C6A-8830-408C-B560-C95333E0AB98}"/>
              </a:ext>
            </a:extLst>
          </p:cNvPr>
          <p:cNvSpPr>
            <a:spLocks xmlns:a="http://schemas.openxmlformats.org/drawingml/2006/main" noGrp="1"/>
          </p:cNvSpPr>
          <p:nvPr/>
        </p:nvSpPr>
        <p:spPr>
          <a:xfrm xmlns:a="http://schemas.openxmlformats.org/drawingml/2006/main">
            <a:off x="5848350" y="4371975"/>
            <a:ext cx="2152650" cy="1304925"/>
          </a:xfrm>
          <a:custGeom xmlns:a="http://schemas.openxmlformats.org/drawingml/2006/main">
            <a:pathLst>
              <a:path w="2152650" h="1304925">
                <a:moveTo>
                  <a:pt x="104775" y="0"/>
                </a:moveTo>
                <a:lnTo>
                  <a:pt x="0" y="0"/>
                </a:lnTo>
                <a:lnTo>
                  <a:pt x="0" y="1190625"/>
                </a:lnTo>
                <a:lnTo>
                  <a:pt x="2152650" y="1190625"/>
                </a:lnTo>
                <a:lnTo>
                  <a:pt x="2152650" y="1304925"/>
                </a:lnTo>
              </a:path>
            </a:pathLst>
          </a:custGeom>
          <a:noFill xmlns:a="http://schemas.openxmlformats.org/drawingml/2006/main"/>
          <a:ln xmlns:a="http://schemas.openxmlformats.org/drawingml/2006/main" w="10478">
            <a:solidFill>
              <a:srgbClr val="000000"/>
            </a:solidFill>
            <a:prstDash val="solid"/>
          </a:ln>
        </p:spPr>
      </p:sp>
      <p:sp>
        <p:nvSpPr>
          <p:cNvPr id="116" name="dp42-comparison / n132 / arrow">
            <a:extLst xmlns:a="http://schemas.openxmlformats.org/drawingml/2006/main">
              <a:ext uri="{FF2B5EF4-FFF2-40B4-BE49-F238E27FC236}">
                <a16:creationId xmlns:a16="http://schemas.microsoft.com/office/drawing/2014/main" id="{32804456-2947-44E3-86F3-7A7CD45E9544}"/>
              </a:ext>
            </a:extLst>
          </p:cNvPr>
          <p:cNvSpPr>
            <a:spLocks xmlns:a="http://schemas.openxmlformats.org/drawingml/2006/main" noGrp="1"/>
          </p:cNvSpPr>
          <p:nvPr/>
        </p:nvSpPr>
        <p:spPr>
          <a:xfrm xmlns:a="http://schemas.openxmlformats.org/drawingml/2006/main">
            <a:off x="7967472" y="5609844"/>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000000"/>
            </a:solidFill>
            <a:prstDash val="solid"/>
          </a:ln>
        </p:spPr>
      </p:sp>
      <p:sp>
        <p:nvSpPr>
          <p:cNvPr id="117" name="dp42-comparison / n133 / path">
            <a:extLst xmlns:a="http://schemas.openxmlformats.org/drawingml/2006/main">
              <a:ext uri="{FF2B5EF4-FFF2-40B4-BE49-F238E27FC236}">
                <a16:creationId xmlns:a16="http://schemas.microsoft.com/office/drawing/2014/main" id="{BB732245-29EE-41BC-95AB-BC7703B7721F}"/>
              </a:ext>
            </a:extLst>
          </p:cNvPr>
          <p:cNvSpPr>
            <a:spLocks xmlns:a="http://schemas.openxmlformats.org/drawingml/2006/main" noGrp="1"/>
          </p:cNvSpPr>
          <p:nvPr/>
        </p:nvSpPr>
        <p:spPr>
          <a:xfrm xmlns:a="http://schemas.openxmlformats.org/drawingml/2006/main">
            <a:off x="4667250" y="4314825"/>
            <a:ext cx="2428875" cy="1704975"/>
          </a:xfrm>
          <a:custGeom xmlns:a="http://schemas.openxmlformats.org/drawingml/2006/main">
            <a:pathLst>
              <a:path w="2428875" h="1704975">
                <a:moveTo>
                  <a:pt x="2428875" y="1481138"/>
                </a:moveTo>
                <a:lnTo>
                  <a:pt x="2343150" y="1481138"/>
                </a:lnTo>
                <a:lnTo>
                  <a:pt x="2343150" y="1704975"/>
                </a:lnTo>
                <a:lnTo>
                  <a:pt x="228600" y="1704975"/>
                </a:lnTo>
                <a:lnTo>
                  <a:pt x="228600" y="0"/>
                </a:lnTo>
                <a:lnTo>
                  <a:pt x="0" y="0"/>
                </a:lnTo>
              </a:path>
            </a:pathLst>
          </a:custGeom>
          <a:noFill xmlns:a="http://schemas.openxmlformats.org/drawingml/2006/main"/>
          <a:ln xmlns:a="http://schemas.openxmlformats.org/drawingml/2006/main" w="10478">
            <a:solidFill>
              <a:srgbClr val="000000"/>
            </a:solidFill>
            <a:prstDash val="dash"/>
          </a:ln>
        </p:spPr>
      </p:sp>
      <p:sp>
        <p:nvSpPr>
          <p:cNvPr id="118" name="dp42-comparison / n133 / arrow">
            <a:extLst xmlns:a="http://schemas.openxmlformats.org/drawingml/2006/main">
              <a:ext uri="{FF2B5EF4-FFF2-40B4-BE49-F238E27FC236}">
                <a16:creationId xmlns:a16="http://schemas.microsoft.com/office/drawing/2014/main" id="{1A83B756-1ADB-4B07-BEA0-FF5E00E95F57}"/>
              </a:ext>
            </a:extLst>
          </p:cNvPr>
          <p:cNvSpPr>
            <a:spLocks xmlns:a="http://schemas.openxmlformats.org/drawingml/2006/main" noGrp="1"/>
          </p:cNvSpPr>
          <p:nvPr/>
        </p:nvSpPr>
        <p:spPr>
          <a:xfrm xmlns:a="http://schemas.openxmlformats.org/drawingml/2006/main">
            <a:off x="4667250" y="4281297"/>
            <a:ext cx="67056" cy="67056"/>
          </a:xfrm>
          <a:custGeom xmlns:a="http://schemas.openxmlformats.org/drawingml/2006/main">
            <a:pathLst>
              <a:path w="67056" h="67056">
                <a:moveTo>
                  <a:pt x="67056" y="0"/>
                </a:moveTo>
                <a:lnTo>
                  <a:pt x="0" y="33528"/>
                </a:lnTo>
                <a:lnTo>
                  <a:pt x="67056" y="67056"/>
                </a:lnTo>
              </a:path>
            </a:pathLst>
          </a:custGeom>
          <a:noFill xmlns:a="http://schemas.openxmlformats.org/drawingml/2006/main"/>
          <a:ln xmlns:a="http://schemas.openxmlformats.org/drawingml/2006/main" w="13411">
            <a:solidFill>
              <a:srgbClr val="000000"/>
            </a:solidFill>
            <a:prstDash val="solid"/>
          </a:ln>
        </p:spPr>
      </p:sp>
      <p:sp>
        <p:nvSpPr>
          <p:cNvPr id="119" name="dp42-comparison / n134 / path">
            <a:extLst xmlns:a="http://schemas.openxmlformats.org/drawingml/2006/main">
              <a:ext uri="{FF2B5EF4-FFF2-40B4-BE49-F238E27FC236}">
                <a16:creationId xmlns:a16="http://schemas.microsoft.com/office/drawing/2014/main" id="{FA4C2339-6962-41DE-A534-E434C551EA5B}"/>
              </a:ext>
            </a:extLst>
          </p:cNvPr>
          <p:cNvSpPr>
            <a:spLocks xmlns:a="http://schemas.openxmlformats.org/drawingml/2006/main" noGrp="1"/>
          </p:cNvSpPr>
          <p:nvPr/>
        </p:nvSpPr>
        <p:spPr>
          <a:xfrm xmlns:a="http://schemas.openxmlformats.org/drawingml/2006/main">
            <a:off x="8905875" y="4314825"/>
            <a:ext cx="295275" cy="1481138"/>
          </a:xfrm>
          <a:custGeom xmlns:a="http://schemas.openxmlformats.org/drawingml/2006/main">
            <a:pathLst>
              <a:path w="295275" h="1481138">
                <a:moveTo>
                  <a:pt x="0" y="1481138"/>
                </a:moveTo>
                <a:lnTo>
                  <a:pt x="295275" y="1481138"/>
                </a:lnTo>
                <a:lnTo>
                  <a:pt x="295275" y="0"/>
                </a:lnTo>
                <a:lnTo>
                  <a:pt x="238125" y="0"/>
                </a:lnTo>
              </a:path>
            </a:pathLst>
          </a:custGeom>
          <a:noFill xmlns:a="http://schemas.openxmlformats.org/drawingml/2006/main"/>
          <a:ln xmlns:a="http://schemas.openxmlformats.org/drawingml/2006/main" w="10478">
            <a:solidFill>
              <a:srgbClr val="000000"/>
            </a:solidFill>
            <a:prstDash val="dash"/>
          </a:ln>
        </p:spPr>
      </p:sp>
      <p:sp>
        <p:nvSpPr>
          <p:cNvPr id="120" name="dp42-comparison / n134 / arrow">
            <a:extLst xmlns:a="http://schemas.openxmlformats.org/drawingml/2006/main">
              <a:ext uri="{FF2B5EF4-FFF2-40B4-BE49-F238E27FC236}">
                <a16:creationId xmlns:a16="http://schemas.microsoft.com/office/drawing/2014/main" id="{A35D71D5-B506-4DF9-B82D-054176B956FF}"/>
              </a:ext>
            </a:extLst>
          </p:cNvPr>
          <p:cNvSpPr>
            <a:spLocks xmlns:a="http://schemas.openxmlformats.org/drawingml/2006/main" noGrp="1"/>
          </p:cNvSpPr>
          <p:nvPr/>
        </p:nvSpPr>
        <p:spPr>
          <a:xfrm xmlns:a="http://schemas.openxmlformats.org/drawingml/2006/main">
            <a:off x="9144000" y="4281297"/>
            <a:ext cx="67056" cy="67056"/>
          </a:xfrm>
          <a:custGeom xmlns:a="http://schemas.openxmlformats.org/drawingml/2006/main">
            <a:pathLst>
              <a:path w="67056" h="67056">
                <a:moveTo>
                  <a:pt x="67056" y="0"/>
                </a:moveTo>
                <a:lnTo>
                  <a:pt x="0" y="33528"/>
                </a:lnTo>
                <a:lnTo>
                  <a:pt x="67056" y="67056"/>
                </a:lnTo>
              </a:path>
            </a:pathLst>
          </a:custGeom>
          <a:noFill xmlns:a="http://schemas.openxmlformats.org/drawingml/2006/main"/>
          <a:ln xmlns:a="http://schemas.openxmlformats.org/drawingml/2006/main" w="13411">
            <a:solidFill>
              <a:srgbClr val="000000"/>
            </a:solidFill>
            <a:prstDash val="solid"/>
          </a:ln>
        </p:spPr>
      </p:sp>
      <p:sp>
        <p:nvSpPr>
          <p:cNvPr id="121" name="dp42-comparison / n139 / path">
            <a:extLst xmlns:a="http://schemas.openxmlformats.org/drawingml/2006/main">
              <a:ext uri="{FF2B5EF4-FFF2-40B4-BE49-F238E27FC236}">
                <a16:creationId xmlns:a16="http://schemas.microsoft.com/office/drawing/2014/main" id="{95153BC1-F658-42B3-9451-FB9D68477440}"/>
              </a:ext>
            </a:extLst>
          </p:cNvPr>
          <p:cNvSpPr>
            <a:spLocks xmlns:a="http://schemas.openxmlformats.org/drawingml/2006/main" noGrp="1"/>
          </p:cNvSpPr>
          <p:nvPr/>
        </p:nvSpPr>
        <p:spPr>
          <a:xfrm xmlns:a="http://schemas.openxmlformats.org/drawingml/2006/main">
            <a:off x="7548563" y="4505325"/>
            <a:ext cx="1538288" cy="762000"/>
          </a:xfrm>
          <a:custGeom xmlns:a="http://schemas.openxmlformats.org/drawingml/2006/main">
            <a:pathLst>
              <a:path w="1538288" h="762000">
                <a:moveTo>
                  <a:pt x="1452563" y="0"/>
                </a:moveTo>
                <a:lnTo>
                  <a:pt x="1538288" y="0"/>
                </a:lnTo>
                <a:lnTo>
                  <a:pt x="1538288" y="704850"/>
                </a:lnTo>
                <a:lnTo>
                  <a:pt x="0" y="704850"/>
                </a:lnTo>
                <a:lnTo>
                  <a:pt x="0" y="762000"/>
                </a:lnTo>
              </a:path>
            </a:pathLst>
          </a:custGeom>
          <a:noFill xmlns:a="http://schemas.openxmlformats.org/drawingml/2006/main"/>
          <a:ln xmlns:a="http://schemas.openxmlformats.org/drawingml/2006/main" w="10478">
            <a:solidFill>
              <a:srgbClr val="000000"/>
            </a:solidFill>
            <a:prstDash val="solid"/>
          </a:ln>
        </p:spPr>
      </p:sp>
      <p:sp>
        <p:nvSpPr>
          <p:cNvPr id="122" name="dp42-comparison / n139 / arrow">
            <a:extLst xmlns:a="http://schemas.openxmlformats.org/drawingml/2006/main">
              <a:ext uri="{FF2B5EF4-FFF2-40B4-BE49-F238E27FC236}">
                <a16:creationId xmlns:a16="http://schemas.microsoft.com/office/drawing/2014/main" id="{A0D843A0-3EDA-4183-B33E-B918136EAFC6}"/>
              </a:ext>
            </a:extLst>
          </p:cNvPr>
          <p:cNvSpPr>
            <a:spLocks xmlns:a="http://schemas.openxmlformats.org/drawingml/2006/main" noGrp="1"/>
          </p:cNvSpPr>
          <p:nvPr/>
        </p:nvSpPr>
        <p:spPr>
          <a:xfrm xmlns:a="http://schemas.openxmlformats.org/drawingml/2006/main">
            <a:off x="7515035" y="5200269"/>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000000"/>
            </a:solidFill>
            <a:prstDash val="solid"/>
          </a:ln>
        </p:spPr>
      </p:sp>
      <p:sp>
        <p:nvSpPr>
          <p:cNvPr id="123" name="dp42-comparison / n144 / path">
            <a:extLst xmlns:a="http://schemas.openxmlformats.org/drawingml/2006/main">
              <a:ext uri="{FF2B5EF4-FFF2-40B4-BE49-F238E27FC236}">
                <a16:creationId xmlns:a16="http://schemas.microsoft.com/office/drawing/2014/main" id="{47A36F5B-EA10-4E3A-9074-2A268246285B}"/>
              </a:ext>
            </a:extLst>
          </p:cNvPr>
          <p:cNvSpPr>
            <a:spLocks xmlns:a="http://schemas.openxmlformats.org/drawingml/2006/main" noGrp="1"/>
          </p:cNvSpPr>
          <p:nvPr/>
        </p:nvSpPr>
        <p:spPr>
          <a:xfrm xmlns:a="http://schemas.openxmlformats.org/drawingml/2006/main">
            <a:off x="1571625" y="6924675"/>
            <a:ext cx="7715250" cy="953"/>
          </a:xfrm>
          <a:custGeom xmlns:a="http://schemas.openxmlformats.org/drawingml/2006/main">
            <a:pathLst>
              <a:path w="7715250" h="953">
                <a:moveTo>
                  <a:pt x="0" y="0"/>
                </a:moveTo>
                <a:lnTo>
                  <a:pt x="7715250" y="0"/>
                </a:lnTo>
              </a:path>
            </a:pathLst>
          </a:custGeom>
          <a:noFill xmlns:a="http://schemas.openxmlformats.org/drawingml/2006/main"/>
          <a:ln xmlns:a="http://schemas.openxmlformats.org/drawingml/2006/main" w="10478">
            <a:solidFill>
              <a:srgbClr val="000000"/>
            </a:solidFill>
            <a:prstDash val="solid"/>
          </a:ln>
        </p:spPr>
      </p:sp>
      <p:sp>
        <p:nvSpPr>
          <p:cNvPr id="124" name="dp42-comparison / n147">
            <a:extLst xmlns:a="http://schemas.openxmlformats.org/drawingml/2006/main">
              <a:ext uri="{FF2B5EF4-FFF2-40B4-BE49-F238E27FC236}">
                <a16:creationId xmlns:a16="http://schemas.microsoft.com/office/drawing/2014/main" id="{422F5130-730C-4FC0-9138-6C90DA8510D0}"/>
              </a:ext>
            </a:extLst>
          </p:cNvPr>
          <p:cNvSpPr>
            <a:spLocks xmlns:a="http://schemas.openxmlformats.org/drawingml/2006/main" noGrp="1"/>
          </p:cNvSpPr>
          <p:nvPr/>
        </p:nvSpPr>
        <p:spPr>
          <a:xfrm xmlns:a="http://schemas.openxmlformats.org/drawingml/2006/main">
            <a:off x="1666875" y="7191375"/>
            <a:ext cx="2238375" cy="25717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125" name="dp42-comparison / n148 / text 1">
            <a:extLst xmlns:a="http://schemas.openxmlformats.org/drawingml/2006/main">
              <a:ext uri="{FF2B5EF4-FFF2-40B4-BE49-F238E27FC236}">
                <a16:creationId xmlns:a16="http://schemas.microsoft.com/office/drawing/2014/main" id="{09BC32B6-0B5B-4BD7-947E-850D4B2BFF2E}"/>
              </a:ext>
            </a:extLst>
          </p:cNvPr>
          <p:cNvSpPr>
            <a:spLocks xmlns:a="http://schemas.openxmlformats.org/drawingml/2006/main" noGrp="1"/>
          </p:cNvSpPr>
          <p:nvPr/>
        </p:nvSpPr>
        <p:spPr>
          <a:xfrm xmlns:a="http://schemas.openxmlformats.org/drawingml/2006/main">
            <a:off x="1752600" y="7227094"/>
            <a:ext cx="2066925"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25" b="1">
                <a:solidFill>
                  <a:srgbClr val="000000"/>
                </a:solidFill>
                <a:latin typeface="Apple SD Gothic Neo"/>
                <a:ea typeface="Apple SD Gothic Neo"/>
                <a:cs typeface="Apple SD Gothic Neo"/>
              </a:defRPr>
            </a:pPr>
            <a:r>
              <a:rPr sz="1125" b="1">
                <a:solidFill>
                  <a:srgbClr val="000000"/>
                </a:solidFill>
                <a:latin typeface="Apple SD Gothic Neo"/>
                <a:ea typeface="Apple SD Gothic Neo"/>
                <a:cs typeface="Apple SD Gothic Neo"/>
              </a:rPr>
              <a:t>RC / TM: 관련 변경 준비</a:t>
            </a:r>
          </a:p>
        </p:txBody>
      </p:sp>
      <p:sp>
        <p:nvSpPr>
          <p:cNvPr id="126" name="dp42-comparison / n149">
            <a:extLst xmlns:a="http://schemas.openxmlformats.org/drawingml/2006/main">
              <a:ext uri="{FF2B5EF4-FFF2-40B4-BE49-F238E27FC236}">
                <a16:creationId xmlns:a16="http://schemas.microsoft.com/office/drawing/2014/main" id="{DF2FD8A7-63FC-44F6-83DF-E71FE5D87BDC}"/>
              </a:ext>
            </a:extLst>
          </p:cNvPr>
          <p:cNvSpPr>
            <a:spLocks xmlns:a="http://schemas.openxmlformats.org/drawingml/2006/main" noGrp="1"/>
          </p:cNvSpPr>
          <p:nvPr/>
        </p:nvSpPr>
        <p:spPr>
          <a:xfrm xmlns:a="http://schemas.openxmlformats.org/drawingml/2006/main">
            <a:off x="4333875" y="7191375"/>
            <a:ext cx="2238375" cy="25717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127" name="dp42-comparison / n150 / text 1">
            <a:extLst xmlns:a="http://schemas.openxmlformats.org/drawingml/2006/main">
              <a:ext uri="{FF2B5EF4-FFF2-40B4-BE49-F238E27FC236}">
                <a16:creationId xmlns:a16="http://schemas.microsoft.com/office/drawing/2014/main" id="{3D8091F1-37D6-4BD1-A498-E4E789CCFF79}"/>
              </a:ext>
            </a:extLst>
          </p:cNvPr>
          <p:cNvSpPr>
            <a:spLocks xmlns:a="http://schemas.openxmlformats.org/drawingml/2006/main" noGrp="1"/>
          </p:cNvSpPr>
          <p:nvPr/>
        </p:nvSpPr>
        <p:spPr>
          <a:xfrm xmlns:a="http://schemas.openxmlformats.org/drawingml/2006/main">
            <a:off x="4419600" y="7227094"/>
            <a:ext cx="2066925"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25" b="1">
                <a:solidFill>
                  <a:srgbClr val="000000"/>
                </a:solidFill>
                <a:latin typeface="Apple SD Gothic Neo"/>
                <a:ea typeface="Apple SD Gothic Neo"/>
                <a:cs typeface="Apple SD Gothic Neo"/>
              </a:defRPr>
            </a:pPr>
            <a:r>
              <a:rPr sz="1125" b="1">
                <a:solidFill>
                  <a:srgbClr val="000000"/>
                </a:solidFill>
                <a:latin typeface="Apple SD Gothic Neo"/>
                <a:ea typeface="Apple SD Gothic Neo"/>
                <a:cs typeface="Apple SD Gothic Neo"/>
              </a:rPr>
              <a:t>트랜잭션 관리자: 공동 확정</a:t>
            </a:r>
          </a:p>
        </p:txBody>
      </p:sp>
      <p:sp>
        <p:nvSpPr>
          <p:cNvPr id="128" name="dp42-comparison / n151 / path">
            <a:extLst xmlns:a="http://schemas.openxmlformats.org/drawingml/2006/main">
              <a:ext uri="{FF2B5EF4-FFF2-40B4-BE49-F238E27FC236}">
                <a16:creationId xmlns:a16="http://schemas.microsoft.com/office/drawing/2014/main" id="{EAB584C4-E0A4-41FE-9B7B-428E017B838A}"/>
              </a:ext>
            </a:extLst>
          </p:cNvPr>
          <p:cNvSpPr>
            <a:spLocks xmlns:a="http://schemas.openxmlformats.org/drawingml/2006/main" noGrp="1"/>
          </p:cNvSpPr>
          <p:nvPr/>
        </p:nvSpPr>
        <p:spPr>
          <a:xfrm xmlns:a="http://schemas.openxmlformats.org/drawingml/2006/main">
            <a:off x="3905250" y="7319963"/>
            <a:ext cx="428625" cy="953"/>
          </a:xfrm>
          <a:custGeom xmlns:a="http://schemas.openxmlformats.org/drawingml/2006/main">
            <a:pathLst>
              <a:path w="428625" h="953">
                <a:moveTo>
                  <a:pt x="0" y="0"/>
                </a:moveTo>
                <a:lnTo>
                  <a:pt x="428625" y="0"/>
                </a:lnTo>
              </a:path>
            </a:pathLst>
          </a:custGeom>
          <a:noFill xmlns:a="http://schemas.openxmlformats.org/drawingml/2006/main"/>
          <a:ln xmlns:a="http://schemas.openxmlformats.org/drawingml/2006/main" w="10478">
            <a:solidFill>
              <a:srgbClr val="B8753F"/>
            </a:solidFill>
            <a:prstDash val="solid"/>
          </a:ln>
        </p:spPr>
      </p:sp>
      <p:sp>
        <p:nvSpPr>
          <p:cNvPr id="129" name="dp42-comparison / n151 / arrow">
            <a:extLst xmlns:a="http://schemas.openxmlformats.org/drawingml/2006/main">
              <a:ext uri="{FF2B5EF4-FFF2-40B4-BE49-F238E27FC236}">
                <a16:creationId xmlns:a16="http://schemas.microsoft.com/office/drawing/2014/main" id="{C4877E88-85CE-4288-8144-32C7985263C5}"/>
              </a:ext>
            </a:extLst>
          </p:cNvPr>
          <p:cNvSpPr>
            <a:spLocks xmlns:a="http://schemas.openxmlformats.org/drawingml/2006/main" noGrp="1"/>
          </p:cNvSpPr>
          <p:nvPr/>
        </p:nvSpPr>
        <p:spPr>
          <a:xfrm xmlns:a="http://schemas.openxmlformats.org/drawingml/2006/main">
            <a:off x="4266819" y="7286435"/>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B8753F"/>
            </a:solidFill>
            <a:prstDash val="solid"/>
          </a:ln>
        </p:spPr>
      </p:sp>
      <p:sp>
        <p:nvSpPr>
          <p:cNvPr id="130" name="dp42-comparison / n152">
            <a:extLst xmlns:a="http://schemas.openxmlformats.org/drawingml/2006/main">
              <a:ext uri="{FF2B5EF4-FFF2-40B4-BE49-F238E27FC236}">
                <a16:creationId xmlns:a16="http://schemas.microsoft.com/office/drawing/2014/main" id="{13C63F49-FC87-4A5E-A55E-91D00CC867BE}"/>
              </a:ext>
            </a:extLst>
          </p:cNvPr>
          <p:cNvSpPr>
            <a:spLocks xmlns:a="http://schemas.openxmlformats.org/drawingml/2006/main" noGrp="1"/>
          </p:cNvSpPr>
          <p:nvPr/>
        </p:nvSpPr>
        <p:spPr>
          <a:xfrm xmlns:a="http://schemas.openxmlformats.org/drawingml/2006/main">
            <a:off x="7000875" y="7191375"/>
            <a:ext cx="2190750" cy="25717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131" name="dp42-comparison / n153 / text 1">
            <a:extLst xmlns:a="http://schemas.openxmlformats.org/drawingml/2006/main">
              <a:ext uri="{FF2B5EF4-FFF2-40B4-BE49-F238E27FC236}">
                <a16:creationId xmlns:a16="http://schemas.microsoft.com/office/drawing/2014/main" id="{0AD0BD84-5291-4DA3-87E2-C53C43B8D8FB}"/>
              </a:ext>
            </a:extLst>
          </p:cNvPr>
          <p:cNvSpPr>
            <a:spLocks xmlns:a="http://schemas.openxmlformats.org/drawingml/2006/main" noGrp="1"/>
          </p:cNvSpPr>
          <p:nvPr/>
        </p:nvSpPr>
        <p:spPr>
          <a:xfrm xmlns:a="http://schemas.openxmlformats.org/drawingml/2006/main">
            <a:off x="7086600" y="7227094"/>
            <a:ext cx="2019300"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25" b="1">
                <a:solidFill>
                  <a:srgbClr val="000000"/>
                </a:solidFill>
                <a:latin typeface="Apple SD Gothic Neo"/>
                <a:ea typeface="Apple SD Gothic Neo"/>
                <a:cs typeface="Apple SD Gothic Neo"/>
              </a:defRPr>
            </a:pPr>
            <a:r>
              <a:rPr sz="1125" b="1">
                <a:solidFill>
                  <a:srgbClr val="000000"/>
                </a:solidFill>
                <a:latin typeface="Apple SD Gothic Neo"/>
                <a:ea typeface="Apple SD Gothic Neo"/>
                <a:cs typeface="Apple SD Gothic Neo"/>
              </a:rPr>
              <a:t>Gateway: 확정 명령 전송</a:t>
            </a:r>
          </a:p>
        </p:txBody>
      </p:sp>
      <p:sp>
        <p:nvSpPr>
          <p:cNvPr id="132" name="dp42-comparison / n154 / path">
            <a:extLst xmlns:a="http://schemas.openxmlformats.org/drawingml/2006/main">
              <a:ext uri="{FF2B5EF4-FFF2-40B4-BE49-F238E27FC236}">
                <a16:creationId xmlns:a16="http://schemas.microsoft.com/office/drawing/2014/main" id="{1B468661-C850-4BF6-BBB7-7653825F09D3}"/>
              </a:ext>
            </a:extLst>
          </p:cNvPr>
          <p:cNvSpPr>
            <a:spLocks xmlns:a="http://schemas.openxmlformats.org/drawingml/2006/main" noGrp="1"/>
          </p:cNvSpPr>
          <p:nvPr/>
        </p:nvSpPr>
        <p:spPr>
          <a:xfrm xmlns:a="http://schemas.openxmlformats.org/drawingml/2006/main">
            <a:off x="6572250" y="7319963"/>
            <a:ext cx="428625" cy="953"/>
          </a:xfrm>
          <a:custGeom xmlns:a="http://schemas.openxmlformats.org/drawingml/2006/main">
            <a:pathLst>
              <a:path w="428625" h="953">
                <a:moveTo>
                  <a:pt x="0" y="0"/>
                </a:moveTo>
                <a:lnTo>
                  <a:pt x="428625" y="0"/>
                </a:lnTo>
              </a:path>
            </a:pathLst>
          </a:custGeom>
          <a:noFill xmlns:a="http://schemas.openxmlformats.org/drawingml/2006/main"/>
          <a:ln xmlns:a="http://schemas.openxmlformats.org/drawingml/2006/main" w="10478">
            <a:solidFill>
              <a:srgbClr val="B8753F"/>
            </a:solidFill>
            <a:prstDash val="solid"/>
          </a:ln>
        </p:spPr>
      </p:sp>
      <p:sp>
        <p:nvSpPr>
          <p:cNvPr id="133" name="dp42-comparison / n154 / arrow">
            <a:extLst xmlns:a="http://schemas.openxmlformats.org/drawingml/2006/main">
              <a:ext uri="{FF2B5EF4-FFF2-40B4-BE49-F238E27FC236}">
                <a16:creationId xmlns:a16="http://schemas.microsoft.com/office/drawing/2014/main" id="{C4A0321A-8ADB-4167-875D-6BDFBA7D8DB8}"/>
              </a:ext>
            </a:extLst>
          </p:cNvPr>
          <p:cNvSpPr>
            <a:spLocks xmlns:a="http://schemas.openxmlformats.org/drawingml/2006/main" noGrp="1"/>
          </p:cNvSpPr>
          <p:nvPr/>
        </p:nvSpPr>
        <p:spPr>
          <a:xfrm xmlns:a="http://schemas.openxmlformats.org/drawingml/2006/main">
            <a:off x="6933819" y="7286435"/>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B8753F"/>
            </a:solidFill>
            <a:prstDash val="solid"/>
          </a:ln>
        </p:spPr>
      </p:sp>
      <p:sp>
        <p:nvSpPr>
          <p:cNvPr id="134" name="dp42-comparison / n79">
            <a:extLst xmlns:a="http://schemas.openxmlformats.org/drawingml/2006/main">
              <a:ext uri="{FF2B5EF4-FFF2-40B4-BE49-F238E27FC236}">
                <a16:creationId xmlns:a16="http://schemas.microsoft.com/office/drawing/2014/main" id="{8D31C279-77E4-4994-A79C-0158E3425A0B}"/>
              </a:ext>
            </a:extLst>
          </p:cNvPr>
          <p:cNvSpPr>
            <a:spLocks xmlns:a="http://schemas.openxmlformats.org/drawingml/2006/main" noGrp="1"/>
          </p:cNvSpPr>
          <p:nvPr/>
        </p:nvSpPr>
        <p:spPr>
          <a:xfrm xmlns:a="http://schemas.openxmlformats.org/drawingml/2006/main">
            <a:off x="4572000" y="2409825"/>
            <a:ext cx="4667250" cy="304800"/>
          </a:xfrm>
          <a:custGeom xmlns:a="http://schemas.openxmlformats.org/drawingml/2006/main">
            <a:pathLst>
              <a:path w="4667250" h="304800">
                <a:moveTo>
                  <a:pt x="0" y="0"/>
                </a:moveTo>
                <a:lnTo>
                  <a:pt x="4495800" y="0"/>
                </a:lnTo>
                <a:lnTo>
                  <a:pt x="4667250" y="171450"/>
                </a:lnTo>
                <a:lnTo>
                  <a:pt x="4667250" y="304800"/>
                </a:lnTo>
                <a:lnTo>
                  <a:pt x="0" y="304800"/>
                </a:lnTo>
                <a:close/>
              </a:path>
            </a:pathLst>
          </a:custGeom>
          <a:solidFill xmlns:a="http://schemas.openxmlformats.org/drawingml/2006/main">
            <a:srgbClr val="FFFFFF"/>
          </a:solidFill>
          <a:ln xmlns:a="http://schemas.openxmlformats.org/drawingml/2006/main" w="9525">
            <a:solidFill>
              <a:srgbClr val="000000"/>
            </a:solidFill>
            <a:prstDash val="solid"/>
          </a:ln>
        </p:spPr>
      </p:sp>
      <p:sp>
        <p:nvSpPr>
          <p:cNvPr id="135" name="dp42-comparison / n79 / fold">
            <a:extLst xmlns:a="http://schemas.openxmlformats.org/drawingml/2006/main">
              <a:ext uri="{FF2B5EF4-FFF2-40B4-BE49-F238E27FC236}">
                <a16:creationId xmlns:a16="http://schemas.microsoft.com/office/drawing/2014/main" id="{AA2E3B3F-3ADA-4A6F-B202-3B81C28CDD3E}"/>
              </a:ext>
            </a:extLst>
          </p:cNvPr>
          <p:cNvSpPr>
            <a:spLocks xmlns:a="http://schemas.openxmlformats.org/drawingml/2006/main" noGrp="1"/>
          </p:cNvSpPr>
          <p:nvPr/>
        </p:nvSpPr>
        <p:spPr>
          <a:xfrm xmlns:a="http://schemas.openxmlformats.org/drawingml/2006/main">
            <a:off x="9067800" y="2409825"/>
            <a:ext cx="171450" cy="171450"/>
          </a:xfrm>
          <a:custGeom xmlns:a="http://schemas.openxmlformats.org/drawingml/2006/main">
            <a:pathLst>
              <a:path w="171450" h="171450">
                <a:moveTo>
                  <a:pt x="0" y="0"/>
                </a:moveTo>
                <a:lnTo>
                  <a:pt x="0" y="171450"/>
                </a:lnTo>
                <a:lnTo>
                  <a:pt x="171450" y="171450"/>
                </a:lnTo>
              </a:path>
            </a:pathLst>
          </a:custGeom>
          <a:noFill xmlns:a="http://schemas.openxmlformats.org/drawingml/2006/main"/>
          <a:ln xmlns:a="http://schemas.openxmlformats.org/drawingml/2006/main" w="9525">
            <a:solidFill>
              <a:srgbClr val="000000"/>
            </a:solidFill>
            <a:prstDash val="solid"/>
          </a:ln>
        </p:spPr>
      </p:sp>
      <p:sp>
        <p:nvSpPr>
          <p:cNvPr id="136" name="dp42-comparison / n80 / text 1">
            <a:extLst xmlns:a="http://schemas.openxmlformats.org/drawingml/2006/main">
              <a:ext uri="{FF2B5EF4-FFF2-40B4-BE49-F238E27FC236}">
                <a16:creationId xmlns:a16="http://schemas.microsoft.com/office/drawing/2014/main" id="{0D6AC3EE-18CF-492F-AE7A-721E86D973B7}"/>
              </a:ext>
            </a:extLst>
          </p:cNvPr>
          <p:cNvSpPr>
            <a:spLocks xmlns:a="http://schemas.openxmlformats.org/drawingml/2006/main" noGrp="1"/>
          </p:cNvSpPr>
          <p:nvPr/>
        </p:nvSpPr>
        <p:spPr>
          <a:xfrm xmlns:a="http://schemas.openxmlformats.org/drawingml/2006/main">
            <a:off x="4667250" y="2466975"/>
            <a:ext cx="4400550"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0">
                <a:solidFill>
                  <a:srgbClr val="000000"/>
                </a:solidFill>
                <a:latin typeface="Apple SD Gothic Neo"/>
                <a:ea typeface="Apple SD Gothic Neo"/>
                <a:cs typeface="Apple SD Gothic Neo"/>
              </a:defRPr>
            </a:pPr>
            <a:r>
              <a:rPr sz="1125" b="0">
                <a:solidFill>
                  <a:srgbClr val="000000"/>
                </a:solidFill>
                <a:latin typeface="Apple SD Gothic Neo"/>
                <a:ea typeface="Apple SD Gothic Neo"/>
                <a:cs typeface="Apple SD Gothic Neo"/>
              </a:rPr>
              <a:t>Input1: “응, 상반기로 해줘”</a:t>
            </a:r>
          </a:p>
        </p:txBody>
      </p:sp>
      <p:sp>
        <p:nvSpPr>
          <p:cNvPr id="137" name="dp42-comparison / n82">
            <a:extLst xmlns:a="http://schemas.openxmlformats.org/drawingml/2006/main">
              <a:ext uri="{FF2B5EF4-FFF2-40B4-BE49-F238E27FC236}">
                <a16:creationId xmlns:a16="http://schemas.microsoft.com/office/drawing/2014/main" id="{E7EBA841-6A4A-4F67-AC39-9BF4B6FBAC3D}"/>
              </a:ext>
            </a:extLst>
          </p:cNvPr>
          <p:cNvSpPr>
            <a:spLocks xmlns:a="http://schemas.openxmlformats.org/drawingml/2006/main" noGrp="1"/>
          </p:cNvSpPr>
          <p:nvPr/>
        </p:nvSpPr>
        <p:spPr>
          <a:xfrm xmlns:a="http://schemas.openxmlformats.org/drawingml/2006/main">
            <a:off x="1647825" y="2743200"/>
            <a:ext cx="4335780" cy="16764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38" name="dp42-comparison / n83 / text 1">
            <a:extLst xmlns:a="http://schemas.openxmlformats.org/drawingml/2006/main">
              <a:ext uri="{FF2B5EF4-FFF2-40B4-BE49-F238E27FC236}">
                <a16:creationId xmlns:a16="http://schemas.microsoft.com/office/drawing/2014/main" id="{2ABC2D08-0DF9-4191-AC7F-BA00D17617F3}"/>
              </a:ext>
            </a:extLst>
          </p:cNvPr>
          <p:cNvSpPr>
            <a:spLocks xmlns:a="http://schemas.openxmlformats.org/drawingml/2006/main" noGrp="1"/>
          </p:cNvSpPr>
          <p:nvPr/>
        </p:nvSpPr>
        <p:spPr>
          <a:xfrm xmlns:a="http://schemas.openxmlformats.org/drawingml/2006/main">
            <a:off x="1666875" y="2752725"/>
            <a:ext cx="7524750" cy="17954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75" b="0">
                <a:solidFill>
                  <a:srgbClr val="000000"/>
                </a:solidFill>
                <a:latin typeface="Apple SD Gothic Neo"/>
                <a:ea typeface="Apple SD Gothic Neo"/>
                <a:cs typeface="Apple SD Gothic Neo"/>
              </a:defRPr>
            </a:pPr>
            <a:r>
              <a:rPr sz="975" b="0">
                <a:solidFill>
                  <a:srgbClr val="000000"/>
                </a:solidFill>
                <a:latin typeface="Apple SD Gothic Neo"/>
                <a:ea typeface="Apple SD Gothic Neo"/>
                <a:cs typeface="Apple SD Gothic Neo"/>
              </a:rPr>
              <a:t>공통 장면: 보고서 기간 질문 Question1을 Publication1로 실제 제시</a:t>
            </a:r>
          </a:p>
        </p:txBody>
      </p:sp>
      <p:sp>
        <p:nvSpPr>
          <p:cNvPr id="139" name="dp42-comparison / n84">
            <a:extLst xmlns:a="http://schemas.openxmlformats.org/drawingml/2006/main">
              <a:ext uri="{FF2B5EF4-FFF2-40B4-BE49-F238E27FC236}">
                <a16:creationId xmlns:a16="http://schemas.microsoft.com/office/drawing/2014/main" id="{E4CE9AE3-DF43-4640-B2C4-5ABA759183D8}"/>
              </a:ext>
            </a:extLst>
          </p:cNvPr>
          <p:cNvSpPr>
            <a:spLocks xmlns:a="http://schemas.openxmlformats.org/drawingml/2006/main" noGrp="1"/>
          </p:cNvSpPr>
          <p:nvPr/>
        </p:nvSpPr>
        <p:spPr>
          <a:xfrm xmlns:a="http://schemas.openxmlformats.org/drawingml/2006/main">
            <a:off x="1647825" y="2933700"/>
            <a:ext cx="938022" cy="15621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40" name="dp42-comparison / n85 / text 1">
            <a:extLst xmlns:a="http://schemas.openxmlformats.org/drawingml/2006/main">
              <a:ext uri="{FF2B5EF4-FFF2-40B4-BE49-F238E27FC236}">
                <a16:creationId xmlns:a16="http://schemas.microsoft.com/office/drawing/2014/main" id="{3702D8D6-767D-4568-B354-522FAC0BA6E5}"/>
              </a:ext>
            </a:extLst>
          </p:cNvPr>
          <p:cNvSpPr>
            <a:spLocks xmlns:a="http://schemas.openxmlformats.org/drawingml/2006/main" noGrp="1"/>
          </p:cNvSpPr>
          <p:nvPr/>
        </p:nvSpPr>
        <p:spPr>
          <a:xfrm xmlns:a="http://schemas.openxmlformats.org/drawingml/2006/main">
            <a:off x="1666875" y="2943225"/>
            <a:ext cx="1381125"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Conversation1</a:t>
            </a:r>
          </a:p>
        </p:txBody>
      </p:sp>
      <p:sp>
        <p:nvSpPr>
          <p:cNvPr id="141" name="dp42-comparison / n87">
            <a:extLst xmlns:a="http://schemas.openxmlformats.org/drawingml/2006/main">
              <a:ext uri="{FF2B5EF4-FFF2-40B4-BE49-F238E27FC236}">
                <a16:creationId xmlns:a16="http://schemas.microsoft.com/office/drawing/2014/main" id="{E7C25112-34D9-414D-BF52-850ACF713388}"/>
              </a:ext>
            </a:extLst>
          </p:cNvPr>
          <p:cNvSpPr>
            <a:spLocks xmlns:a="http://schemas.openxmlformats.org/drawingml/2006/main" noGrp="1"/>
          </p:cNvSpPr>
          <p:nvPr/>
        </p:nvSpPr>
        <p:spPr>
          <a:xfrm xmlns:a="http://schemas.openxmlformats.org/drawingml/2006/main">
            <a:off x="3171825" y="2924175"/>
            <a:ext cx="826389" cy="14478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42" name="dp42-comparison / n88 / text 1">
            <a:extLst xmlns:a="http://schemas.openxmlformats.org/drawingml/2006/main">
              <a:ext uri="{FF2B5EF4-FFF2-40B4-BE49-F238E27FC236}">
                <a16:creationId xmlns:a16="http://schemas.microsoft.com/office/drawing/2014/main" id="{B15B956D-3AC7-47B3-A8AE-ABAC4ECB1B8D}"/>
              </a:ext>
            </a:extLst>
          </p:cNvPr>
          <p:cNvSpPr>
            <a:spLocks xmlns:a="http://schemas.openxmlformats.org/drawingml/2006/main" noGrp="1"/>
          </p:cNvSpPr>
          <p:nvPr/>
        </p:nvSpPr>
        <p:spPr>
          <a:xfrm xmlns:a="http://schemas.openxmlformats.org/drawingml/2006/main">
            <a:off x="3190875" y="2933700"/>
            <a:ext cx="5953125"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대화 연결 유지</a:t>
            </a:r>
          </a:p>
        </p:txBody>
      </p:sp>
      <p:sp>
        <p:nvSpPr>
          <p:cNvPr id="143" name="dp42-comparison / n89">
            <a:extLst xmlns:a="http://schemas.openxmlformats.org/drawingml/2006/main">
              <a:ext uri="{FF2B5EF4-FFF2-40B4-BE49-F238E27FC236}">
                <a16:creationId xmlns:a16="http://schemas.microsoft.com/office/drawing/2014/main" id="{BCFAB2B3-72C0-4B87-99D9-3DF23AEDDFF1}"/>
              </a:ext>
            </a:extLst>
          </p:cNvPr>
          <p:cNvSpPr>
            <a:spLocks xmlns:a="http://schemas.openxmlformats.org/drawingml/2006/main" noGrp="1"/>
          </p:cNvSpPr>
          <p:nvPr/>
        </p:nvSpPr>
        <p:spPr>
          <a:xfrm xmlns:a="http://schemas.openxmlformats.org/drawingml/2006/main">
            <a:off x="1647825" y="3105150"/>
            <a:ext cx="606552" cy="15621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44" name="dp42-comparison / n90 / text 1">
            <a:extLst xmlns:a="http://schemas.openxmlformats.org/drawingml/2006/main">
              <a:ext uri="{FF2B5EF4-FFF2-40B4-BE49-F238E27FC236}">
                <a16:creationId xmlns:a16="http://schemas.microsoft.com/office/drawing/2014/main" id="{D19939AA-3CEC-4685-8512-CFE725F26E3B}"/>
              </a:ext>
            </a:extLst>
          </p:cNvPr>
          <p:cNvSpPr>
            <a:spLocks xmlns:a="http://schemas.openxmlformats.org/drawingml/2006/main" noGrp="1"/>
          </p:cNvSpPr>
          <p:nvPr/>
        </p:nvSpPr>
        <p:spPr>
          <a:xfrm xmlns:a="http://schemas.openxmlformats.org/drawingml/2006/main">
            <a:off x="1666875" y="3114675"/>
            <a:ext cx="1381125"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Request1</a:t>
            </a:r>
          </a:p>
        </p:txBody>
      </p:sp>
      <p:sp>
        <p:nvSpPr>
          <p:cNvPr id="145" name="dp42-comparison / n92">
            <a:extLst xmlns:a="http://schemas.openxmlformats.org/drawingml/2006/main">
              <a:ext uri="{FF2B5EF4-FFF2-40B4-BE49-F238E27FC236}">
                <a16:creationId xmlns:a16="http://schemas.microsoft.com/office/drawing/2014/main" id="{6C5F4322-C3F1-415D-93E5-53847CD3571E}"/>
              </a:ext>
            </a:extLst>
          </p:cNvPr>
          <p:cNvSpPr>
            <a:spLocks xmlns:a="http://schemas.openxmlformats.org/drawingml/2006/main" noGrp="1"/>
          </p:cNvSpPr>
          <p:nvPr/>
        </p:nvSpPr>
        <p:spPr>
          <a:xfrm xmlns:a="http://schemas.openxmlformats.org/drawingml/2006/main">
            <a:off x="3171825" y="3095625"/>
            <a:ext cx="2177987" cy="14478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46" name="dp42-comparison / n93 / text 1">
            <a:extLst xmlns:a="http://schemas.openxmlformats.org/drawingml/2006/main">
              <a:ext uri="{FF2B5EF4-FFF2-40B4-BE49-F238E27FC236}">
                <a16:creationId xmlns:a16="http://schemas.microsoft.com/office/drawing/2014/main" id="{CD7C02DD-54CD-4018-A2F2-F66336898C1C}"/>
              </a:ext>
            </a:extLst>
          </p:cNvPr>
          <p:cNvSpPr>
            <a:spLocks xmlns:a="http://schemas.openxmlformats.org/drawingml/2006/main" noGrp="1"/>
          </p:cNvSpPr>
          <p:nvPr/>
        </p:nvSpPr>
        <p:spPr>
          <a:xfrm xmlns:a="http://schemas.openxmlformats.org/drawingml/2006/main">
            <a:off x="3190875" y="3105150"/>
            <a:ext cx="5953125"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이번 답변의 외부 접수 확인 후 처리 종료</a:t>
            </a:r>
          </a:p>
        </p:txBody>
      </p:sp>
      <p:sp>
        <p:nvSpPr>
          <p:cNvPr id="147" name="dp42-comparison / n94">
            <a:extLst xmlns:a="http://schemas.openxmlformats.org/drawingml/2006/main">
              <a:ext uri="{FF2B5EF4-FFF2-40B4-BE49-F238E27FC236}">
                <a16:creationId xmlns:a16="http://schemas.microsoft.com/office/drawing/2014/main" id="{497A0DFD-52F5-4A86-BED2-49222EC44971}"/>
              </a:ext>
            </a:extLst>
          </p:cNvPr>
          <p:cNvSpPr>
            <a:spLocks xmlns:a="http://schemas.openxmlformats.org/drawingml/2006/main" noGrp="1"/>
          </p:cNvSpPr>
          <p:nvPr/>
        </p:nvSpPr>
        <p:spPr>
          <a:xfrm xmlns:a="http://schemas.openxmlformats.org/drawingml/2006/main">
            <a:off x="1647825" y="3276600"/>
            <a:ext cx="407670" cy="15621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48" name="dp42-comparison / n95 / text 1">
            <a:extLst xmlns:a="http://schemas.openxmlformats.org/drawingml/2006/main">
              <a:ext uri="{FF2B5EF4-FFF2-40B4-BE49-F238E27FC236}">
                <a16:creationId xmlns:a16="http://schemas.microsoft.com/office/drawing/2014/main" id="{0377F526-B717-4EB6-BB07-1C9AF2CF0513}"/>
              </a:ext>
            </a:extLst>
          </p:cNvPr>
          <p:cNvSpPr>
            <a:spLocks xmlns:a="http://schemas.openxmlformats.org/drawingml/2006/main" noGrp="1"/>
          </p:cNvSpPr>
          <p:nvPr/>
        </p:nvSpPr>
        <p:spPr>
          <a:xfrm xmlns:a="http://schemas.openxmlformats.org/drawingml/2006/main">
            <a:off x="1666875" y="3286125"/>
            <a:ext cx="1381125"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Task1</a:t>
            </a:r>
          </a:p>
        </p:txBody>
      </p:sp>
      <p:sp>
        <p:nvSpPr>
          <p:cNvPr id="149" name="dp42-comparison / n97">
            <a:extLst xmlns:a="http://schemas.openxmlformats.org/drawingml/2006/main">
              <a:ext uri="{FF2B5EF4-FFF2-40B4-BE49-F238E27FC236}">
                <a16:creationId xmlns:a16="http://schemas.microsoft.com/office/drawing/2014/main" id="{F15034BB-9E68-4601-995D-B35A9E2D986E}"/>
              </a:ext>
            </a:extLst>
          </p:cNvPr>
          <p:cNvSpPr>
            <a:spLocks xmlns:a="http://schemas.openxmlformats.org/drawingml/2006/main" noGrp="1"/>
          </p:cNvSpPr>
          <p:nvPr/>
        </p:nvSpPr>
        <p:spPr>
          <a:xfrm xmlns:a="http://schemas.openxmlformats.org/drawingml/2006/main">
            <a:off x="3171825" y="3267075"/>
            <a:ext cx="2106740" cy="14478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50" name="dp42-comparison / n98 / text 1">
            <a:extLst xmlns:a="http://schemas.openxmlformats.org/drawingml/2006/main">
              <a:ext uri="{FF2B5EF4-FFF2-40B4-BE49-F238E27FC236}">
                <a16:creationId xmlns:a16="http://schemas.microsoft.com/office/drawing/2014/main" id="{A2F2940B-7CD9-46E8-969E-E7AFE9ED3BFF}"/>
              </a:ext>
            </a:extLst>
          </p:cNvPr>
          <p:cNvSpPr>
            <a:spLocks xmlns:a="http://schemas.openxmlformats.org/drawingml/2006/main" noGrp="1"/>
          </p:cNvSpPr>
          <p:nvPr/>
        </p:nvSpPr>
        <p:spPr>
          <a:xfrm xmlns:a="http://schemas.openxmlformats.org/drawingml/2006/main">
            <a:off x="3190875" y="3276600"/>
            <a:ext cx="5953125"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보고서 Task는 계속 / 대화와 별도 수명</a:t>
            </a:r>
          </a:p>
        </p:txBody>
      </p:sp>
      <p:sp>
        <p:nvSpPr>
          <p:cNvPr id="151" name="dp42-comparison / n99">
            <a:extLst xmlns:a="http://schemas.openxmlformats.org/drawingml/2006/main">
              <a:ext uri="{FF2B5EF4-FFF2-40B4-BE49-F238E27FC236}">
                <a16:creationId xmlns:a16="http://schemas.microsoft.com/office/drawing/2014/main" id="{0BE2625A-D717-411D-95FE-36A3107F3F3F}"/>
              </a:ext>
            </a:extLst>
          </p:cNvPr>
          <p:cNvSpPr>
            <a:spLocks xmlns:a="http://schemas.openxmlformats.org/drawingml/2006/main" noGrp="1"/>
          </p:cNvSpPr>
          <p:nvPr/>
        </p:nvSpPr>
        <p:spPr>
          <a:xfrm xmlns:a="http://schemas.openxmlformats.org/drawingml/2006/main">
            <a:off x="1647825" y="3448050"/>
            <a:ext cx="739140" cy="15621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52" name="dp42-comparison / n100 / text 1">
            <a:extLst xmlns:a="http://schemas.openxmlformats.org/drawingml/2006/main">
              <a:ext uri="{FF2B5EF4-FFF2-40B4-BE49-F238E27FC236}">
                <a16:creationId xmlns:a16="http://schemas.microsoft.com/office/drawing/2014/main" id="{BF52ABCE-9CFF-47A7-8019-28ECFFC11CD7}"/>
              </a:ext>
            </a:extLst>
          </p:cNvPr>
          <p:cNvSpPr>
            <a:spLocks xmlns:a="http://schemas.openxmlformats.org/drawingml/2006/main" noGrp="1"/>
          </p:cNvSpPr>
          <p:nvPr/>
        </p:nvSpPr>
        <p:spPr>
          <a:xfrm xmlns:a="http://schemas.openxmlformats.org/drawingml/2006/main">
            <a:off x="1666875" y="3457575"/>
            <a:ext cx="1381125"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Execution1</a:t>
            </a:r>
          </a:p>
        </p:txBody>
      </p:sp>
      <p:sp>
        <p:nvSpPr>
          <p:cNvPr id="153" name="dp42-comparison / n102">
            <a:extLst xmlns:a="http://schemas.openxmlformats.org/drawingml/2006/main">
              <a:ext uri="{FF2B5EF4-FFF2-40B4-BE49-F238E27FC236}">
                <a16:creationId xmlns:a16="http://schemas.microsoft.com/office/drawing/2014/main" id="{17EE4781-5E8F-4FFE-9D47-5C9BA77E3A71}"/>
              </a:ext>
            </a:extLst>
          </p:cNvPr>
          <p:cNvSpPr>
            <a:spLocks xmlns:a="http://schemas.openxmlformats.org/drawingml/2006/main" noGrp="1"/>
          </p:cNvSpPr>
          <p:nvPr/>
        </p:nvSpPr>
        <p:spPr>
          <a:xfrm xmlns:a="http://schemas.openxmlformats.org/drawingml/2006/main">
            <a:off x="3171825" y="3438525"/>
            <a:ext cx="2339340" cy="14478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54" name="dp42-comparison / n103 / text 1">
            <a:extLst xmlns:a="http://schemas.openxmlformats.org/drawingml/2006/main">
              <a:ext uri="{FF2B5EF4-FFF2-40B4-BE49-F238E27FC236}">
                <a16:creationId xmlns:a16="http://schemas.microsoft.com/office/drawing/2014/main" id="{07908751-1889-4866-97A1-20830AE0995B}"/>
              </a:ext>
            </a:extLst>
          </p:cNvPr>
          <p:cNvSpPr>
            <a:spLocks xmlns:a="http://schemas.openxmlformats.org/drawingml/2006/main" noGrp="1"/>
          </p:cNvSpPr>
          <p:nvPr/>
        </p:nvSpPr>
        <p:spPr>
          <a:xfrm xmlns:a="http://schemas.openxmlformats.org/drawingml/2006/main">
            <a:off x="3190875" y="3448050"/>
            <a:ext cx="5953125"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Downstream Agent의 실제 실행은 별도 수명</a:t>
            </a:r>
          </a:p>
        </p:txBody>
      </p:sp>
      <p:sp>
        <p:nvSpPr>
          <p:cNvPr id="155" name="dp42-comparison / n106">
            <a:extLst xmlns:a="http://schemas.openxmlformats.org/drawingml/2006/main">
              <a:ext uri="{FF2B5EF4-FFF2-40B4-BE49-F238E27FC236}">
                <a16:creationId xmlns:a16="http://schemas.microsoft.com/office/drawing/2014/main" id="{50ACEFC3-AC42-4E6A-A3BF-A80915A94402}"/>
              </a:ext>
            </a:extLst>
          </p:cNvPr>
          <p:cNvSpPr>
            <a:spLocks xmlns:a="http://schemas.openxmlformats.org/drawingml/2006/main" noGrp="1"/>
          </p:cNvSpPr>
          <p:nvPr/>
        </p:nvSpPr>
        <p:spPr>
          <a:xfrm xmlns:a="http://schemas.openxmlformats.org/drawingml/2006/main">
            <a:off x="5029200" y="3733800"/>
            <a:ext cx="2604516" cy="17907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56" name="dp42-comparison / n107 / text 1">
            <a:extLst xmlns:a="http://schemas.openxmlformats.org/drawingml/2006/main">
              <a:ext uri="{FF2B5EF4-FFF2-40B4-BE49-F238E27FC236}">
                <a16:creationId xmlns:a16="http://schemas.microsoft.com/office/drawing/2014/main" id="{7D32D2CC-1D4B-45DE-8C82-E6F97C860F71}"/>
              </a:ext>
            </a:extLst>
          </p:cNvPr>
          <p:cNvSpPr>
            <a:spLocks xmlns:a="http://schemas.openxmlformats.org/drawingml/2006/main" noGrp="1"/>
          </p:cNvSpPr>
          <p:nvPr/>
        </p:nvSpPr>
        <p:spPr>
          <a:xfrm xmlns:a="http://schemas.openxmlformats.org/drawingml/2006/main">
            <a:off x="5048250" y="3743325"/>
            <a:ext cx="4019550" cy="19335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0">
                <a:solidFill>
                  <a:srgbClr val="000000"/>
                </a:solidFill>
                <a:latin typeface="Apple SD Gothic Neo"/>
                <a:ea typeface="Apple SD Gothic Neo"/>
                <a:cs typeface="Apple SD Gothic Neo"/>
              </a:defRPr>
            </a:pPr>
            <a:r>
              <a:rPr sz="1050" b="0">
                <a:solidFill>
                  <a:srgbClr val="000000"/>
                </a:solidFill>
                <a:latin typeface="Apple SD Gothic Neo"/>
                <a:ea typeface="Apple SD Gothic Neo"/>
                <a:cs typeface="Apple SD Gothic Neo"/>
              </a:rPr>
              <a:t>모듈형 Core / 관련 변경의 한 번 확정</a:t>
            </a:r>
          </a:p>
        </p:txBody>
      </p:sp>
      <p:sp>
        <p:nvSpPr>
          <p:cNvPr id="157" name="dp42-comparison / n124">
            <a:extLst xmlns:a="http://schemas.openxmlformats.org/drawingml/2006/main">
              <a:ext uri="{FF2B5EF4-FFF2-40B4-BE49-F238E27FC236}">
                <a16:creationId xmlns:a16="http://schemas.microsoft.com/office/drawing/2014/main" id="{E78E0E5C-C4B6-4AA2-B65B-3D5B10DCAAAB}"/>
              </a:ext>
            </a:extLst>
          </p:cNvPr>
          <p:cNvSpPr>
            <a:spLocks xmlns:a="http://schemas.openxmlformats.org/drawingml/2006/main" noGrp="1"/>
          </p:cNvSpPr>
          <p:nvPr/>
        </p:nvSpPr>
        <p:spPr>
          <a:xfrm xmlns:a="http://schemas.openxmlformats.org/drawingml/2006/main">
            <a:off x="6086475" y="5029200"/>
            <a:ext cx="2190560" cy="14478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58" name="dp42-comparison / n125 / text 1">
            <a:extLst xmlns:a="http://schemas.openxmlformats.org/drawingml/2006/main">
              <a:ext uri="{FF2B5EF4-FFF2-40B4-BE49-F238E27FC236}">
                <a16:creationId xmlns:a16="http://schemas.microsoft.com/office/drawing/2014/main" id="{65E6929F-B3AA-4276-A1C8-C2D40FA80F5E}"/>
              </a:ext>
            </a:extLst>
          </p:cNvPr>
          <p:cNvSpPr>
            <a:spLocks xmlns:a="http://schemas.openxmlformats.org/drawingml/2006/main" noGrp="1"/>
          </p:cNvSpPr>
          <p:nvPr/>
        </p:nvSpPr>
        <p:spPr>
          <a:xfrm xmlns:a="http://schemas.openxmlformats.org/drawingml/2006/main">
            <a:off x="6105525" y="5038725"/>
            <a:ext cx="2952750"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Task1: 보고서 / Command1: 상반기 답변</a:t>
            </a:r>
          </a:p>
        </p:txBody>
      </p:sp>
      <p:sp>
        <p:nvSpPr>
          <p:cNvPr id="159" name="dp42-comparison / n135">
            <a:extLst xmlns:a="http://schemas.openxmlformats.org/drawingml/2006/main">
              <a:ext uri="{FF2B5EF4-FFF2-40B4-BE49-F238E27FC236}">
                <a16:creationId xmlns:a16="http://schemas.microsoft.com/office/drawing/2014/main" id="{7A3EB64A-70BA-492B-9B3B-8B2956393C63}"/>
              </a:ext>
            </a:extLst>
          </p:cNvPr>
          <p:cNvSpPr>
            <a:spLocks xmlns:a="http://schemas.openxmlformats.org/drawingml/2006/main" noGrp="1"/>
          </p:cNvSpPr>
          <p:nvPr/>
        </p:nvSpPr>
        <p:spPr>
          <a:xfrm xmlns:a="http://schemas.openxmlformats.org/drawingml/2006/main">
            <a:off x="4838700" y="4381500"/>
            <a:ext cx="607695" cy="1333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60" name="dp42-comparison / n136 / text 1">
            <a:extLst xmlns:a="http://schemas.openxmlformats.org/drawingml/2006/main">
              <a:ext uri="{FF2B5EF4-FFF2-40B4-BE49-F238E27FC236}">
                <a16:creationId xmlns:a16="http://schemas.microsoft.com/office/drawing/2014/main" id="{9A861BA5-4BCD-4CFD-940F-CF8481065701}"/>
              </a:ext>
            </a:extLst>
          </p:cNvPr>
          <p:cNvSpPr>
            <a:spLocks xmlns:a="http://schemas.openxmlformats.org/drawingml/2006/main" noGrp="1"/>
          </p:cNvSpPr>
          <p:nvPr/>
        </p:nvSpPr>
        <p:spPr>
          <a:xfrm xmlns:a="http://schemas.openxmlformats.org/drawingml/2006/main">
            <a:off x="4857750" y="4391025"/>
            <a:ext cx="10287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검증한 변경</a:t>
            </a:r>
          </a:p>
        </p:txBody>
      </p:sp>
      <p:sp>
        <p:nvSpPr>
          <p:cNvPr id="161" name="dp42-comparison / n137">
            <a:extLst xmlns:a="http://schemas.openxmlformats.org/drawingml/2006/main">
              <a:ext uri="{FF2B5EF4-FFF2-40B4-BE49-F238E27FC236}">
                <a16:creationId xmlns:a16="http://schemas.microsoft.com/office/drawing/2014/main" id="{933F071E-1546-4598-A9C4-A86F731F4488}"/>
              </a:ext>
            </a:extLst>
          </p:cNvPr>
          <p:cNvSpPr>
            <a:spLocks xmlns:a="http://schemas.openxmlformats.org/drawingml/2006/main" noGrp="1"/>
          </p:cNvSpPr>
          <p:nvPr/>
        </p:nvSpPr>
        <p:spPr>
          <a:xfrm xmlns:a="http://schemas.openxmlformats.org/drawingml/2006/main">
            <a:off x="4838700" y="4610100"/>
            <a:ext cx="653415" cy="1333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62" name="dp42-comparison / n138 / text 1">
            <a:extLst xmlns:a="http://schemas.openxmlformats.org/drawingml/2006/main">
              <a:ext uri="{FF2B5EF4-FFF2-40B4-BE49-F238E27FC236}">
                <a16:creationId xmlns:a16="http://schemas.microsoft.com/office/drawing/2014/main" id="{1E0B73DF-2851-46A3-A732-165D5077D360}"/>
              </a:ext>
            </a:extLst>
          </p:cNvPr>
          <p:cNvSpPr>
            <a:spLocks xmlns:a="http://schemas.openxmlformats.org/drawingml/2006/main" noGrp="1"/>
          </p:cNvSpPr>
          <p:nvPr/>
        </p:nvSpPr>
        <p:spPr>
          <a:xfrm xmlns:a="http://schemas.openxmlformats.org/drawingml/2006/main">
            <a:off x="4857750" y="4619625"/>
            <a:ext cx="10287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같은 commit</a:t>
            </a:r>
          </a:p>
        </p:txBody>
      </p:sp>
      <p:sp>
        <p:nvSpPr>
          <p:cNvPr id="163" name="dp42-comparison / n140">
            <a:extLst xmlns:a="http://schemas.openxmlformats.org/drawingml/2006/main">
              <a:ext uri="{FF2B5EF4-FFF2-40B4-BE49-F238E27FC236}">
                <a16:creationId xmlns:a16="http://schemas.microsoft.com/office/drawing/2014/main" id="{30424E24-8334-4F93-9E20-F780670C676F}"/>
              </a:ext>
            </a:extLst>
          </p:cNvPr>
          <p:cNvSpPr>
            <a:spLocks xmlns:a="http://schemas.openxmlformats.org/drawingml/2006/main" noGrp="1"/>
          </p:cNvSpPr>
          <p:nvPr/>
        </p:nvSpPr>
        <p:spPr>
          <a:xfrm xmlns:a="http://schemas.openxmlformats.org/drawingml/2006/main">
            <a:off x="1666875" y="6191250"/>
            <a:ext cx="3238500" cy="647700"/>
          </a:xfrm>
          <a:custGeom xmlns:a="http://schemas.openxmlformats.org/drawingml/2006/main">
            <a:pathLst>
              <a:path w="3238500" h="647700">
                <a:moveTo>
                  <a:pt x="0" y="0"/>
                </a:moveTo>
                <a:lnTo>
                  <a:pt x="3067050" y="0"/>
                </a:lnTo>
                <a:lnTo>
                  <a:pt x="3238500" y="171450"/>
                </a:lnTo>
                <a:lnTo>
                  <a:pt x="3238500" y="647700"/>
                </a:lnTo>
                <a:lnTo>
                  <a:pt x="0" y="647700"/>
                </a:lnTo>
                <a:close/>
              </a:path>
            </a:pathLst>
          </a:custGeom>
          <a:solidFill xmlns:a="http://schemas.openxmlformats.org/drawingml/2006/main">
            <a:srgbClr val="FFFFFF"/>
          </a:solidFill>
          <a:ln xmlns:a="http://schemas.openxmlformats.org/drawingml/2006/main" w="9525">
            <a:solidFill>
              <a:srgbClr val="000000"/>
            </a:solidFill>
            <a:prstDash val="solid"/>
          </a:ln>
        </p:spPr>
      </p:sp>
      <p:sp>
        <p:nvSpPr>
          <p:cNvPr id="164" name="dp42-comparison / n140 / fold">
            <a:extLst xmlns:a="http://schemas.openxmlformats.org/drawingml/2006/main">
              <a:ext uri="{FF2B5EF4-FFF2-40B4-BE49-F238E27FC236}">
                <a16:creationId xmlns:a16="http://schemas.microsoft.com/office/drawing/2014/main" id="{19C1B63C-168C-4569-91D5-FD9B848E06B3}"/>
              </a:ext>
            </a:extLst>
          </p:cNvPr>
          <p:cNvSpPr>
            <a:spLocks xmlns:a="http://schemas.openxmlformats.org/drawingml/2006/main" noGrp="1"/>
          </p:cNvSpPr>
          <p:nvPr/>
        </p:nvSpPr>
        <p:spPr>
          <a:xfrm xmlns:a="http://schemas.openxmlformats.org/drawingml/2006/main">
            <a:off x="4733925" y="6191250"/>
            <a:ext cx="171450" cy="171450"/>
          </a:xfrm>
          <a:custGeom xmlns:a="http://schemas.openxmlformats.org/drawingml/2006/main">
            <a:pathLst>
              <a:path w="171450" h="171450">
                <a:moveTo>
                  <a:pt x="0" y="0"/>
                </a:moveTo>
                <a:lnTo>
                  <a:pt x="0" y="171450"/>
                </a:lnTo>
                <a:lnTo>
                  <a:pt x="171450" y="171450"/>
                </a:lnTo>
              </a:path>
            </a:pathLst>
          </a:custGeom>
          <a:noFill xmlns:a="http://schemas.openxmlformats.org/drawingml/2006/main"/>
          <a:ln xmlns:a="http://schemas.openxmlformats.org/drawingml/2006/main" w="9525">
            <a:solidFill>
              <a:srgbClr val="000000"/>
            </a:solidFill>
            <a:prstDash val="solid"/>
          </a:ln>
        </p:spPr>
      </p:sp>
      <p:sp>
        <p:nvSpPr>
          <p:cNvPr id="165" name="dp42-comparison / n141 / text 1">
            <a:extLst xmlns:a="http://schemas.openxmlformats.org/drawingml/2006/main">
              <a:ext uri="{FF2B5EF4-FFF2-40B4-BE49-F238E27FC236}">
                <a16:creationId xmlns:a16="http://schemas.microsoft.com/office/drawing/2014/main" id="{312A269C-E207-4EDB-B016-24068B9AD062}"/>
              </a:ext>
            </a:extLst>
          </p:cNvPr>
          <p:cNvSpPr>
            <a:spLocks xmlns:a="http://schemas.openxmlformats.org/drawingml/2006/main" noGrp="1"/>
          </p:cNvSpPr>
          <p:nvPr/>
        </p:nvSpPr>
        <p:spPr>
          <a:xfrm xmlns:a="http://schemas.openxmlformats.org/drawingml/2006/main">
            <a:off x="1762125" y="6248400"/>
            <a:ext cx="297180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공동 변경 1 / Request Controller의 관계</a:t>
            </a:r>
          </a:p>
        </p:txBody>
      </p:sp>
      <p:sp>
        <p:nvSpPr>
          <p:cNvPr id="166" name="dp42-comparison / n141 / text 2">
            <a:extLst xmlns:a="http://schemas.openxmlformats.org/drawingml/2006/main">
              <a:ext uri="{FF2B5EF4-FFF2-40B4-BE49-F238E27FC236}">
                <a16:creationId xmlns:a16="http://schemas.microsoft.com/office/drawing/2014/main" id="{667D4638-7772-4A11-933C-F33BE0217210}"/>
              </a:ext>
            </a:extLst>
          </p:cNvPr>
          <p:cNvSpPr>
            <a:spLocks xmlns:a="http://schemas.openxmlformats.org/drawingml/2006/main" noGrp="1"/>
          </p:cNvSpPr>
          <p:nvPr/>
        </p:nvSpPr>
        <p:spPr>
          <a:xfrm xmlns:a="http://schemas.openxmlformats.org/drawingml/2006/main">
            <a:off x="1762125" y="6385560"/>
            <a:ext cx="297180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Request1 → Question1 → Task1</a:t>
            </a:r>
          </a:p>
        </p:txBody>
      </p:sp>
      <p:sp>
        <p:nvSpPr>
          <p:cNvPr id="167" name="dp42-comparison / n141 / text 3">
            <a:extLst xmlns:a="http://schemas.openxmlformats.org/drawingml/2006/main">
              <a:ext uri="{FF2B5EF4-FFF2-40B4-BE49-F238E27FC236}">
                <a16:creationId xmlns:a16="http://schemas.microsoft.com/office/drawing/2014/main" id="{1142769E-B5A3-4199-93D4-43C6DF868AF9}"/>
              </a:ext>
            </a:extLst>
          </p:cNvPr>
          <p:cNvSpPr>
            <a:spLocks xmlns:a="http://schemas.openxmlformats.org/drawingml/2006/main" noGrp="1"/>
          </p:cNvSpPr>
          <p:nvPr/>
        </p:nvSpPr>
        <p:spPr>
          <a:xfrm xmlns:a="http://schemas.openxmlformats.org/drawingml/2006/main">
            <a:off x="1762125" y="6522720"/>
            <a:ext cx="297180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사용자 답변: 상반기</a:t>
            </a:r>
          </a:p>
        </p:txBody>
      </p:sp>
      <p:sp>
        <p:nvSpPr>
          <p:cNvPr id="168" name="dp42-comparison / n141 / text 4">
            <a:extLst xmlns:a="http://schemas.openxmlformats.org/drawingml/2006/main">
              <a:ext uri="{FF2B5EF4-FFF2-40B4-BE49-F238E27FC236}">
                <a16:creationId xmlns:a16="http://schemas.microsoft.com/office/drawing/2014/main" id="{24CD3561-F0BB-4DDE-8D40-B8E3BF4D8314}"/>
              </a:ext>
            </a:extLst>
          </p:cNvPr>
          <p:cNvSpPr>
            <a:spLocks xmlns:a="http://schemas.openxmlformats.org/drawingml/2006/main" noGrp="1"/>
          </p:cNvSpPr>
          <p:nvPr/>
        </p:nvSpPr>
        <p:spPr>
          <a:xfrm xmlns:a="http://schemas.openxmlformats.org/drawingml/2006/main">
            <a:off x="1762125" y="6659880"/>
            <a:ext cx="297180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Command1과 연결 / 관련 변경과 함께 확정</a:t>
            </a:r>
          </a:p>
        </p:txBody>
      </p:sp>
      <p:sp>
        <p:nvSpPr>
          <p:cNvPr id="169" name="dp42-comparison / n142">
            <a:extLst xmlns:a="http://schemas.openxmlformats.org/drawingml/2006/main">
              <a:ext uri="{FF2B5EF4-FFF2-40B4-BE49-F238E27FC236}">
                <a16:creationId xmlns:a16="http://schemas.microsoft.com/office/drawing/2014/main" id="{321817B7-744C-4676-B05F-3E70B108F9CD}"/>
              </a:ext>
            </a:extLst>
          </p:cNvPr>
          <p:cNvSpPr>
            <a:spLocks xmlns:a="http://schemas.openxmlformats.org/drawingml/2006/main" noGrp="1"/>
          </p:cNvSpPr>
          <p:nvPr/>
        </p:nvSpPr>
        <p:spPr>
          <a:xfrm xmlns:a="http://schemas.openxmlformats.org/drawingml/2006/main">
            <a:off x="5667375" y="6191250"/>
            <a:ext cx="3524250" cy="647700"/>
          </a:xfrm>
          <a:custGeom xmlns:a="http://schemas.openxmlformats.org/drawingml/2006/main">
            <a:pathLst>
              <a:path w="3524250" h="647700">
                <a:moveTo>
                  <a:pt x="0" y="0"/>
                </a:moveTo>
                <a:lnTo>
                  <a:pt x="3352800" y="0"/>
                </a:lnTo>
                <a:lnTo>
                  <a:pt x="3524250" y="171450"/>
                </a:lnTo>
                <a:lnTo>
                  <a:pt x="3524250" y="647700"/>
                </a:lnTo>
                <a:lnTo>
                  <a:pt x="0" y="647700"/>
                </a:lnTo>
                <a:close/>
              </a:path>
            </a:pathLst>
          </a:custGeom>
          <a:solidFill xmlns:a="http://schemas.openxmlformats.org/drawingml/2006/main">
            <a:srgbClr val="FFFFFF"/>
          </a:solidFill>
          <a:ln xmlns:a="http://schemas.openxmlformats.org/drawingml/2006/main" w="9525">
            <a:solidFill>
              <a:srgbClr val="000000"/>
            </a:solidFill>
            <a:prstDash val="solid"/>
          </a:ln>
        </p:spPr>
      </p:sp>
      <p:sp>
        <p:nvSpPr>
          <p:cNvPr id="170" name="dp42-comparison / n142 / fold">
            <a:extLst xmlns:a="http://schemas.openxmlformats.org/drawingml/2006/main">
              <a:ext uri="{FF2B5EF4-FFF2-40B4-BE49-F238E27FC236}">
                <a16:creationId xmlns:a16="http://schemas.microsoft.com/office/drawing/2014/main" id="{D4821549-DEED-4A43-81B8-C12D0DB2BD1F}"/>
              </a:ext>
            </a:extLst>
          </p:cNvPr>
          <p:cNvSpPr>
            <a:spLocks xmlns:a="http://schemas.openxmlformats.org/drawingml/2006/main" noGrp="1"/>
          </p:cNvSpPr>
          <p:nvPr/>
        </p:nvSpPr>
        <p:spPr>
          <a:xfrm xmlns:a="http://schemas.openxmlformats.org/drawingml/2006/main">
            <a:off x="9020175" y="6191250"/>
            <a:ext cx="171450" cy="171450"/>
          </a:xfrm>
          <a:custGeom xmlns:a="http://schemas.openxmlformats.org/drawingml/2006/main">
            <a:pathLst>
              <a:path w="171450" h="171450">
                <a:moveTo>
                  <a:pt x="0" y="0"/>
                </a:moveTo>
                <a:lnTo>
                  <a:pt x="0" y="171450"/>
                </a:lnTo>
                <a:lnTo>
                  <a:pt x="171450" y="171450"/>
                </a:lnTo>
              </a:path>
            </a:pathLst>
          </a:custGeom>
          <a:noFill xmlns:a="http://schemas.openxmlformats.org/drawingml/2006/main"/>
          <a:ln xmlns:a="http://schemas.openxmlformats.org/drawingml/2006/main" w="9525">
            <a:solidFill>
              <a:srgbClr val="000000"/>
            </a:solidFill>
            <a:prstDash val="solid"/>
          </a:ln>
        </p:spPr>
      </p:sp>
      <p:sp>
        <p:nvSpPr>
          <p:cNvPr id="171" name="dp42-comparison / n143 / text 1">
            <a:extLst xmlns:a="http://schemas.openxmlformats.org/drawingml/2006/main">
              <a:ext uri="{FF2B5EF4-FFF2-40B4-BE49-F238E27FC236}">
                <a16:creationId xmlns:a16="http://schemas.microsoft.com/office/drawing/2014/main" id="{D68CF33E-B88F-4B1A-8F90-1010F9DC2F6C}"/>
              </a:ext>
            </a:extLst>
          </p:cNvPr>
          <p:cNvSpPr>
            <a:spLocks xmlns:a="http://schemas.openxmlformats.org/drawingml/2006/main" noGrp="1"/>
          </p:cNvSpPr>
          <p:nvPr/>
        </p:nvSpPr>
        <p:spPr>
          <a:xfrm xmlns:a="http://schemas.openxmlformats.org/drawingml/2006/main">
            <a:off x="5762625" y="6248400"/>
            <a:ext cx="325755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공동 변경 2 / Task Manager의 상태</a:t>
            </a:r>
          </a:p>
        </p:txBody>
      </p:sp>
      <p:sp>
        <p:nvSpPr>
          <p:cNvPr id="172" name="dp42-comparison / n143 / text 2">
            <a:extLst xmlns:a="http://schemas.openxmlformats.org/drawingml/2006/main">
              <a:ext uri="{FF2B5EF4-FFF2-40B4-BE49-F238E27FC236}">
                <a16:creationId xmlns:a16="http://schemas.microsoft.com/office/drawing/2014/main" id="{FF35EF39-7C50-44F8-B75F-F54600A18B0B}"/>
              </a:ext>
            </a:extLst>
          </p:cNvPr>
          <p:cNvSpPr>
            <a:spLocks xmlns:a="http://schemas.openxmlformats.org/drawingml/2006/main" noGrp="1"/>
          </p:cNvSpPr>
          <p:nvPr/>
        </p:nvSpPr>
        <p:spPr>
          <a:xfrm xmlns:a="http://schemas.openxmlformats.org/drawingml/2006/main">
            <a:off x="5762625" y="6385560"/>
            <a:ext cx="325755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Question1: OPEN → ANSWERED</a:t>
            </a:r>
          </a:p>
        </p:txBody>
      </p:sp>
      <p:sp>
        <p:nvSpPr>
          <p:cNvPr id="173" name="dp42-comparison / n143 / text 3">
            <a:extLst xmlns:a="http://schemas.openxmlformats.org/drawingml/2006/main">
              <a:ext uri="{FF2B5EF4-FFF2-40B4-BE49-F238E27FC236}">
                <a16:creationId xmlns:a16="http://schemas.microsoft.com/office/drawing/2014/main" id="{9D455C5A-DB11-4408-98FD-047BAD0CCCF8}"/>
              </a:ext>
            </a:extLst>
          </p:cNvPr>
          <p:cNvSpPr>
            <a:spLocks xmlns:a="http://schemas.openxmlformats.org/drawingml/2006/main" noGrp="1"/>
          </p:cNvSpPr>
          <p:nvPr/>
        </p:nvSpPr>
        <p:spPr>
          <a:xfrm xmlns:a="http://schemas.openxmlformats.org/drawingml/2006/main">
            <a:off x="5762625" y="6522720"/>
            <a:ext cx="325755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Command1: PENDING / payload.answer:상반기</a:t>
            </a:r>
          </a:p>
        </p:txBody>
      </p:sp>
      <p:sp>
        <p:nvSpPr>
          <p:cNvPr id="174" name="dp42-comparison / n143 / text 4">
            <a:extLst xmlns:a="http://schemas.openxmlformats.org/drawingml/2006/main">
              <a:ext uri="{FF2B5EF4-FFF2-40B4-BE49-F238E27FC236}">
                <a16:creationId xmlns:a16="http://schemas.microsoft.com/office/drawing/2014/main" id="{E272538E-458B-49F0-ABCC-DBEBEF631FEC}"/>
              </a:ext>
            </a:extLst>
          </p:cNvPr>
          <p:cNvSpPr>
            <a:spLocks xmlns:a="http://schemas.openxmlformats.org/drawingml/2006/main" noGrp="1"/>
          </p:cNvSpPr>
          <p:nvPr/>
        </p:nvSpPr>
        <p:spPr>
          <a:xfrm xmlns:a="http://schemas.openxmlformats.org/drawingml/2006/main">
            <a:off x="5762625" y="6659880"/>
            <a:ext cx="325755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성공: 모두 반영 / 충돌과 실패: 모두 미반영</a:t>
            </a:r>
          </a:p>
        </p:txBody>
      </p:sp>
      <p:sp>
        <p:nvSpPr>
          <p:cNvPr id="175" name="dp42-comparison / n145">
            <a:extLst xmlns:a="http://schemas.openxmlformats.org/drawingml/2006/main">
              <a:ext uri="{FF2B5EF4-FFF2-40B4-BE49-F238E27FC236}">
                <a16:creationId xmlns:a16="http://schemas.microsoft.com/office/drawing/2014/main" id="{C0C20407-37C9-4C0B-970D-DA8BA322F831}"/>
              </a:ext>
            </a:extLst>
          </p:cNvPr>
          <p:cNvSpPr>
            <a:spLocks xmlns:a="http://schemas.openxmlformats.org/drawingml/2006/main" noGrp="1"/>
          </p:cNvSpPr>
          <p:nvPr/>
        </p:nvSpPr>
        <p:spPr>
          <a:xfrm xmlns:a="http://schemas.openxmlformats.org/drawingml/2006/main">
            <a:off x="1647825" y="6953250"/>
            <a:ext cx="2961894" cy="17907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76" name="dp42-comparison / n146 / text 1">
            <a:extLst xmlns:a="http://schemas.openxmlformats.org/drawingml/2006/main">
              <a:ext uri="{FF2B5EF4-FFF2-40B4-BE49-F238E27FC236}">
                <a16:creationId xmlns:a16="http://schemas.microsoft.com/office/drawing/2014/main" id="{0C6CE657-AC44-43B6-A2C3-A7A7AE934CAD}"/>
              </a:ext>
            </a:extLst>
          </p:cNvPr>
          <p:cNvSpPr>
            <a:spLocks xmlns:a="http://schemas.openxmlformats.org/drawingml/2006/main" noGrp="1"/>
          </p:cNvSpPr>
          <p:nvPr/>
        </p:nvSpPr>
        <p:spPr>
          <a:xfrm xmlns:a="http://schemas.openxmlformats.org/drawingml/2006/main">
            <a:off x="1666875" y="6962775"/>
            <a:ext cx="7524750" cy="19335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0">
                <a:solidFill>
                  <a:srgbClr val="000000"/>
                </a:solidFill>
                <a:latin typeface="Apple SD Gothic Neo"/>
                <a:ea typeface="Apple SD Gothic Neo"/>
                <a:cs typeface="Apple SD Gothic Neo"/>
              </a:defRPr>
            </a:pPr>
            <a:r>
              <a:rPr sz="1050" b="0">
                <a:solidFill>
                  <a:srgbClr val="000000"/>
                </a:solidFill>
                <a:latin typeface="Apple SD Gothic Neo"/>
                <a:ea typeface="Apple SD Gothic Neo"/>
                <a:cs typeface="Apple SD Gothic Neo"/>
              </a:rPr>
              <a:t>실행 순서도 / 같은 상반기 답변의 로컬 확정</a:t>
            </a:r>
          </a:p>
        </p:txBody>
      </p:sp>
      <p:sp>
        <p:nvSpPr>
          <p:cNvPr id="177" name="dp42-comparison / n155">
            <a:extLst xmlns:a="http://schemas.openxmlformats.org/drawingml/2006/main">
              <a:ext uri="{FF2B5EF4-FFF2-40B4-BE49-F238E27FC236}">
                <a16:creationId xmlns:a16="http://schemas.microsoft.com/office/drawing/2014/main" id="{EA1B78FD-9746-4446-8977-D25F683B68FE}"/>
              </a:ext>
            </a:extLst>
          </p:cNvPr>
          <p:cNvSpPr>
            <a:spLocks xmlns:a="http://schemas.openxmlformats.org/drawingml/2006/main" noGrp="1"/>
          </p:cNvSpPr>
          <p:nvPr/>
        </p:nvSpPr>
        <p:spPr>
          <a:xfrm xmlns:a="http://schemas.openxmlformats.org/drawingml/2006/main">
            <a:off x="1647825" y="7448550"/>
            <a:ext cx="3101340" cy="1143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78" name="dp42-comparison / n156 / text 1">
            <a:extLst xmlns:a="http://schemas.openxmlformats.org/drawingml/2006/main">
              <a:ext uri="{FF2B5EF4-FFF2-40B4-BE49-F238E27FC236}">
                <a16:creationId xmlns:a16="http://schemas.microsoft.com/office/drawing/2014/main" id="{7CE40909-9B1D-4DAC-BE10-5E0D995EFC20}"/>
              </a:ext>
            </a:extLst>
          </p:cNvPr>
          <p:cNvSpPr>
            <a:spLocks xmlns:a="http://schemas.openxmlformats.org/drawingml/2006/main" noGrp="1"/>
          </p:cNvSpPr>
          <p:nvPr/>
        </p:nvSpPr>
        <p:spPr>
          <a:xfrm xmlns:a="http://schemas.openxmlformats.org/drawingml/2006/main">
            <a:off x="1666875" y="7458075"/>
            <a:ext cx="752475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충돌과 실패: 함께 미반영 / 모델과 외부 통신은 transaction 밖</a:t>
            </a:r>
          </a:p>
        </p:txBody>
      </p:sp>
      <p:sp>
        <p:nvSpPr>
          <p:cNvPr id="179" name="dp42-comparison / n157">
            <a:extLst xmlns:a="http://schemas.openxmlformats.org/drawingml/2006/main">
              <a:ext uri="{FF2B5EF4-FFF2-40B4-BE49-F238E27FC236}">
                <a16:creationId xmlns:a16="http://schemas.microsoft.com/office/drawing/2014/main" id="{5E92A8DF-6B1C-459E-9AF8-307C1ADB67DC}"/>
              </a:ext>
            </a:extLst>
          </p:cNvPr>
          <p:cNvSpPr>
            <a:spLocks xmlns:a="http://schemas.openxmlformats.org/drawingml/2006/main" noGrp="1"/>
          </p:cNvSpPr>
          <p:nvPr/>
        </p:nvSpPr>
        <p:spPr>
          <a:xfrm xmlns:a="http://schemas.openxmlformats.org/drawingml/2006/main">
            <a:off x="9953625" y="2409825"/>
            <a:ext cx="2571750" cy="30480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180" name="dp42-comparison / n158 / text 1">
            <a:extLst xmlns:a="http://schemas.openxmlformats.org/drawingml/2006/main">
              <a:ext uri="{FF2B5EF4-FFF2-40B4-BE49-F238E27FC236}">
                <a16:creationId xmlns:a16="http://schemas.microsoft.com/office/drawing/2014/main" id="{B952F604-5B54-4142-8C4C-E24AA1A0CEC5}"/>
              </a:ext>
            </a:extLst>
          </p:cNvPr>
          <p:cNvSpPr>
            <a:spLocks xmlns:a="http://schemas.openxmlformats.org/drawingml/2006/main" noGrp="1"/>
          </p:cNvSpPr>
          <p:nvPr/>
        </p:nvSpPr>
        <p:spPr>
          <a:xfrm xmlns:a="http://schemas.openxmlformats.org/drawingml/2006/main">
            <a:off x="10039350" y="2450783"/>
            <a:ext cx="2400300" cy="24860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350" b="1">
                <a:solidFill>
                  <a:srgbClr val="000000"/>
                </a:solidFill>
                <a:latin typeface="Apple SD Gothic Neo"/>
                <a:ea typeface="Apple SD Gothic Neo"/>
                <a:cs typeface="Apple SD Gothic Neo"/>
              </a:defRPr>
            </a:pPr>
            <a:r>
              <a:rPr sz="1350" b="1">
                <a:solidFill>
                  <a:srgbClr val="000000"/>
                </a:solidFill>
                <a:latin typeface="Apple SD Gothic Neo"/>
                <a:ea typeface="Apple SD Gothic Neo"/>
                <a:cs typeface="Apple SD Gothic Neo"/>
              </a:rPr>
              <a:t>Interaction Manager</a:t>
            </a:r>
          </a:p>
        </p:txBody>
      </p:sp>
      <p:sp>
        <p:nvSpPr>
          <p:cNvPr id="181" name="dp42-comparison / n161 / path">
            <a:extLst xmlns:a="http://schemas.openxmlformats.org/drawingml/2006/main">
              <a:ext uri="{FF2B5EF4-FFF2-40B4-BE49-F238E27FC236}">
                <a16:creationId xmlns:a16="http://schemas.microsoft.com/office/drawing/2014/main" id="{1E103B3B-B1FE-4DCD-946F-4EE1330F4A4D}"/>
              </a:ext>
            </a:extLst>
          </p:cNvPr>
          <p:cNvSpPr>
            <a:spLocks xmlns:a="http://schemas.openxmlformats.org/drawingml/2006/main" noGrp="1"/>
          </p:cNvSpPr>
          <p:nvPr/>
        </p:nvSpPr>
        <p:spPr>
          <a:xfrm xmlns:a="http://schemas.openxmlformats.org/drawingml/2006/main">
            <a:off x="12525375" y="2562225"/>
            <a:ext cx="333375" cy="953"/>
          </a:xfrm>
          <a:custGeom xmlns:a="http://schemas.openxmlformats.org/drawingml/2006/main">
            <a:pathLst>
              <a:path w="333375" h="953">
                <a:moveTo>
                  <a:pt x="0" y="0"/>
                </a:moveTo>
                <a:lnTo>
                  <a:pt x="333375" y="0"/>
                </a:lnTo>
              </a:path>
            </a:pathLst>
          </a:custGeom>
          <a:noFill xmlns:a="http://schemas.openxmlformats.org/drawingml/2006/main"/>
          <a:ln xmlns:a="http://schemas.openxmlformats.org/drawingml/2006/main" w="10478">
            <a:solidFill>
              <a:srgbClr val="000000"/>
            </a:solidFill>
            <a:prstDash val="solid"/>
          </a:ln>
        </p:spPr>
      </p:sp>
      <p:sp>
        <p:nvSpPr>
          <p:cNvPr id="182" name="dp42-comparison / n161 / arrow">
            <a:extLst xmlns:a="http://schemas.openxmlformats.org/drawingml/2006/main">
              <a:ext uri="{FF2B5EF4-FFF2-40B4-BE49-F238E27FC236}">
                <a16:creationId xmlns:a16="http://schemas.microsoft.com/office/drawing/2014/main" id="{E937FD96-0CE7-4A44-B9E3-729E75CD2414}"/>
              </a:ext>
            </a:extLst>
          </p:cNvPr>
          <p:cNvSpPr>
            <a:spLocks xmlns:a="http://schemas.openxmlformats.org/drawingml/2006/main" noGrp="1"/>
          </p:cNvSpPr>
          <p:nvPr/>
        </p:nvSpPr>
        <p:spPr>
          <a:xfrm xmlns:a="http://schemas.openxmlformats.org/drawingml/2006/main">
            <a:off x="12791694" y="2528697"/>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000000"/>
            </a:solidFill>
            <a:prstDash val="solid"/>
          </a:ln>
        </p:spPr>
      </p:sp>
      <p:sp>
        <p:nvSpPr>
          <p:cNvPr id="183" name="dp42-comparison / n166 / path">
            <a:extLst xmlns:a="http://schemas.openxmlformats.org/drawingml/2006/main">
              <a:ext uri="{FF2B5EF4-FFF2-40B4-BE49-F238E27FC236}">
                <a16:creationId xmlns:a16="http://schemas.microsoft.com/office/drawing/2014/main" id="{6D9BFDD0-D17E-4799-BF0F-AB170833FE9D}"/>
              </a:ext>
            </a:extLst>
          </p:cNvPr>
          <p:cNvSpPr>
            <a:spLocks xmlns:a="http://schemas.openxmlformats.org/drawingml/2006/main" noGrp="1"/>
          </p:cNvSpPr>
          <p:nvPr/>
        </p:nvSpPr>
        <p:spPr>
          <a:xfrm xmlns:a="http://schemas.openxmlformats.org/drawingml/2006/main">
            <a:off x="11391900" y="3067050"/>
            <a:ext cx="6076950" cy="953"/>
          </a:xfrm>
          <a:custGeom xmlns:a="http://schemas.openxmlformats.org/drawingml/2006/main">
            <a:pathLst>
              <a:path w="6076950" h="953">
                <a:moveTo>
                  <a:pt x="0" y="0"/>
                </a:moveTo>
                <a:lnTo>
                  <a:pt x="6076950" y="0"/>
                </a:lnTo>
              </a:path>
            </a:pathLst>
          </a:custGeom>
          <a:noFill xmlns:a="http://schemas.openxmlformats.org/drawingml/2006/main"/>
          <a:ln xmlns:a="http://schemas.openxmlformats.org/drawingml/2006/main" w="10478">
            <a:solidFill>
              <a:srgbClr val="000000"/>
            </a:solidFill>
            <a:prstDash val="solid"/>
          </a:ln>
        </p:spPr>
      </p:sp>
      <p:sp>
        <p:nvSpPr>
          <p:cNvPr id="184" name="dp42-comparison / n171 / path">
            <a:extLst xmlns:a="http://schemas.openxmlformats.org/drawingml/2006/main">
              <a:ext uri="{FF2B5EF4-FFF2-40B4-BE49-F238E27FC236}">
                <a16:creationId xmlns:a16="http://schemas.microsoft.com/office/drawing/2014/main" id="{CD7E3D8A-9B20-423B-9E75-E1DB30072897}"/>
              </a:ext>
            </a:extLst>
          </p:cNvPr>
          <p:cNvSpPr>
            <a:spLocks xmlns:a="http://schemas.openxmlformats.org/drawingml/2006/main" noGrp="1"/>
          </p:cNvSpPr>
          <p:nvPr/>
        </p:nvSpPr>
        <p:spPr>
          <a:xfrm xmlns:a="http://schemas.openxmlformats.org/drawingml/2006/main">
            <a:off x="11391900" y="3238500"/>
            <a:ext cx="4038600" cy="953"/>
          </a:xfrm>
          <a:custGeom xmlns:a="http://schemas.openxmlformats.org/drawingml/2006/main">
            <a:pathLst>
              <a:path w="4038600" h="953">
                <a:moveTo>
                  <a:pt x="0" y="0"/>
                </a:moveTo>
                <a:lnTo>
                  <a:pt x="4038600" y="0"/>
                </a:lnTo>
              </a:path>
            </a:pathLst>
          </a:custGeom>
          <a:noFill xmlns:a="http://schemas.openxmlformats.org/drawingml/2006/main"/>
          <a:ln xmlns:a="http://schemas.openxmlformats.org/drawingml/2006/main" w="10478">
            <a:solidFill>
              <a:srgbClr val="000000"/>
            </a:solidFill>
            <a:prstDash val="solid"/>
          </a:ln>
        </p:spPr>
      </p:sp>
      <p:sp>
        <p:nvSpPr>
          <p:cNvPr id="185" name="dp42-comparison / n176 / path">
            <a:extLst xmlns:a="http://schemas.openxmlformats.org/drawingml/2006/main">
              <a:ext uri="{FF2B5EF4-FFF2-40B4-BE49-F238E27FC236}">
                <a16:creationId xmlns:a16="http://schemas.microsoft.com/office/drawing/2014/main" id="{80EB5227-0DCE-49EA-B8AB-A59FF74031A0}"/>
              </a:ext>
            </a:extLst>
          </p:cNvPr>
          <p:cNvSpPr>
            <a:spLocks xmlns:a="http://schemas.openxmlformats.org/drawingml/2006/main" noGrp="1"/>
          </p:cNvSpPr>
          <p:nvPr/>
        </p:nvSpPr>
        <p:spPr>
          <a:xfrm xmlns:a="http://schemas.openxmlformats.org/drawingml/2006/main">
            <a:off x="11391900" y="3409950"/>
            <a:ext cx="6076950" cy="953"/>
          </a:xfrm>
          <a:custGeom xmlns:a="http://schemas.openxmlformats.org/drawingml/2006/main">
            <a:pathLst>
              <a:path w="6076950" h="953">
                <a:moveTo>
                  <a:pt x="0" y="0"/>
                </a:moveTo>
                <a:lnTo>
                  <a:pt x="6076950" y="0"/>
                </a:lnTo>
              </a:path>
            </a:pathLst>
          </a:custGeom>
          <a:noFill xmlns:a="http://schemas.openxmlformats.org/drawingml/2006/main"/>
          <a:ln xmlns:a="http://schemas.openxmlformats.org/drawingml/2006/main" w="10478">
            <a:solidFill>
              <a:srgbClr val="000000"/>
            </a:solidFill>
            <a:prstDash val="solid"/>
          </a:ln>
        </p:spPr>
      </p:sp>
      <p:sp>
        <p:nvSpPr>
          <p:cNvPr id="186" name="dp42-comparison / n181 / path">
            <a:extLst xmlns:a="http://schemas.openxmlformats.org/drawingml/2006/main">
              <a:ext uri="{FF2B5EF4-FFF2-40B4-BE49-F238E27FC236}">
                <a16:creationId xmlns:a16="http://schemas.microsoft.com/office/drawing/2014/main" id="{487C5E23-53A4-4C18-B461-7BA5D727A86A}"/>
              </a:ext>
            </a:extLst>
          </p:cNvPr>
          <p:cNvSpPr>
            <a:spLocks xmlns:a="http://schemas.openxmlformats.org/drawingml/2006/main" noGrp="1"/>
          </p:cNvSpPr>
          <p:nvPr/>
        </p:nvSpPr>
        <p:spPr>
          <a:xfrm xmlns:a="http://schemas.openxmlformats.org/drawingml/2006/main">
            <a:off x="11391900" y="3581400"/>
            <a:ext cx="6076950" cy="953"/>
          </a:xfrm>
          <a:custGeom xmlns:a="http://schemas.openxmlformats.org/drawingml/2006/main">
            <a:pathLst>
              <a:path w="6076950" h="953">
                <a:moveTo>
                  <a:pt x="0" y="0"/>
                </a:moveTo>
                <a:lnTo>
                  <a:pt x="6076950" y="0"/>
                </a:lnTo>
              </a:path>
            </a:pathLst>
          </a:custGeom>
          <a:noFill xmlns:a="http://schemas.openxmlformats.org/drawingml/2006/main"/>
          <a:ln xmlns:a="http://schemas.openxmlformats.org/drawingml/2006/main" w="10478">
            <a:solidFill>
              <a:srgbClr val="000000"/>
            </a:solidFill>
            <a:prstDash val="solid"/>
          </a:ln>
        </p:spPr>
      </p:sp>
      <p:sp>
        <p:nvSpPr>
          <p:cNvPr id="187" name="dp42-comparison / n184">
            <a:extLst xmlns:a="http://schemas.openxmlformats.org/drawingml/2006/main">
              <a:ext uri="{FF2B5EF4-FFF2-40B4-BE49-F238E27FC236}">
                <a16:creationId xmlns:a16="http://schemas.microsoft.com/office/drawing/2014/main" id="{F3CA8069-27E1-485F-9A90-C406AC90A272}"/>
              </a:ext>
            </a:extLst>
          </p:cNvPr>
          <p:cNvSpPr>
            <a:spLocks xmlns:a="http://schemas.openxmlformats.org/drawingml/2006/main" noGrp="1"/>
          </p:cNvSpPr>
          <p:nvPr/>
        </p:nvSpPr>
        <p:spPr>
          <a:xfrm xmlns:a="http://schemas.openxmlformats.org/drawingml/2006/main">
            <a:off x="9858375" y="3638550"/>
            <a:ext cx="3238500" cy="2419350"/>
          </a:xfrm>
          <a:prstGeom xmlns:a="http://schemas.openxmlformats.org/drawingml/2006/main" prst="rect">
            <a:avLst/>
          </a:prstGeom>
          <a:solidFill xmlns:a="http://schemas.openxmlformats.org/drawingml/2006/main">
            <a:srgbClr val="FFFFFF"/>
          </a:solidFill>
          <a:ln xmlns:a="http://schemas.openxmlformats.org/drawingml/2006/main" w="24765">
            <a:solidFill>
              <a:srgbClr val="B8753F"/>
            </a:solidFill>
            <a:prstDash val="dash"/>
          </a:ln>
        </p:spPr>
      </p:sp>
      <p:sp>
        <p:nvSpPr>
          <p:cNvPr id="188" name="dp42-comparison / n185 / text 1">
            <a:extLst xmlns:a="http://schemas.openxmlformats.org/drawingml/2006/main">
              <a:ext uri="{FF2B5EF4-FFF2-40B4-BE49-F238E27FC236}">
                <a16:creationId xmlns:a16="http://schemas.microsoft.com/office/drawing/2014/main" id="{401775BD-F233-4D64-AE23-411B8D7C7FCF}"/>
              </a:ext>
            </a:extLst>
          </p:cNvPr>
          <p:cNvSpPr>
            <a:spLocks xmlns:a="http://schemas.openxmlformats.org/drawingml/2006/main" noGrp="1"/>
          </p:cNvSpPr>
          <p:nvPr/>
        </p:nvSpPr>
        <p:spPr>
          <a:xfrm xmlns:a="http://schemas.openxmlformats.org/drawingml/2006/main">
            <a:off x="9982200" y="3733800"/>
            <a:ext cx="2990850" cy="29003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1">
                <a:solidFill>
                  <a:srgbClr val="000000"/>
                </a:solidFill>
                <a:latin typeface="Apple SD Gothic Neo"/>
                <a:ea typeface="Apple SD Gothic Neo"/>
                <a:cs typeface="Apple SD Gothic Neo"/>
              </a:defRPr>
            </a:pPr>
            <a:r>
              <a:rPr sz="1575" b="1">
                <a:solidFill>
                  <a:srgbClr val="000000"/>
                </a:solidFill>
                <a:latin typeface="Apple SD Gothic Neo"/>
                <a:ea typeface="Apple SD Gothic Neo"/>
                <a:cs typeface="Apple SD Gothic Neo"/>
              </a:rPr>
              <a:t>대화 서비스 실행 경계</a:t>
            </a:r>
          </a:p>
        </p:txBody>
      </p:sp>
      <p:sp>
        <p:nvSpPr>
          <p:cNvPr id="189" name="dp42-comparison / n186">
            <a:extLst xmlns:a="http://schemas.openxmlformats.org/drawingml/2006/main">
              <a:ext uri="{FF2B5EF4-FFF2-40B4-BE49-F238E27FC236}">
                <a16:creationId xmlns:a16="http://schemas.microsoft.com/office/drawing/2014/main" id="{50FA3A40-E45D-49D1-A19B-F814A54628E7}"/>
              </a:ext>
            </a:extLst>
          </p:cNvPr>
          <p:cNvSpPr>
            <a:spLocks xmlns:a="http://schemas.openxmlformats.org/drawingml/2006/main" noGrp="1"/>
          </p:cNvSpPr>
          <p:nvPr/>
        </p:nvSpPr>
        <p:spPr>
          <a:xfrm xmlns:a="http://schemas.openxmlformats.org/drawingml/2006/main">
            <a:off x="14097000" y="3638550"/>
            <a:ext cx="3476625" cy="2419350"/>
          </a:xfrm>
          <a:prstGeom xmlns:a="http://schemas.openxmlformats.org/drawingml/2006/main" prst="rect">
            <a:avLst/>
          </a:prstGeom>
          <a:solidFill xmlns:a="http://schemas.openxmlformats.org/drawingml/2006/main">
            <a:srgbClr val="FFFFFF"/>
          </a:solidFill>
          <a:ln xmlns:a="http://schemas.openxmlformats.org/drawingml/2006/main" w="24765">
            <a:solidFill>
              <a:srgbClr val="B8753F"/>
            </a:solidFill>
            <a:prstDash val="dash"/>
          </a:ln>
        </p:spPr>
      </p:sp>
      <p:sp>
        <p:nvSpPr>
          <p:cNvPr id="190" name="dp42-comparison / n187 / text 1">
            <a:extLst xmlns:a="http://schemas.openxmlformats.org/drawingml/2006/main">
              <a:ext uri="{FF2B5EF4-FFF2-40B4-BE49-F238E27FC236}">
                <a16:creationId xmlns:a16="http://schemas.microsoft.com/office/drawing/2014/main" id="{9C406C49-C969-4A14-8BE5-77411E277B38}"/>
              </a:ext>
            </a:extLst>
          </p:cNvPr>
          <p:cNvSpPr>
            <a:spLocks xmlns:a="http://schemas.openxmlformats.org/drawingml/2006/main" noGrp="1"/>
          </p:cNvSpPr>
          <p:nvPr/>
        </p:nvSpPr>
        <p:spPr>
          <a:xfrm xmlns:a="http://schemas.openxmlformats.org/drawingml/2006/main">
            <a:off x="14220825" y="3733800"/>
            <a:ext cx="3228975" cy="29003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1">
                <a:solidFill>
                  <a:srgbClr val="000000"/>
                </a:solidFill>
                <a:latin typeface="Apple SD Gothic Neo"/>
                <a:ea typeface="Apple SD Gothic Neo"/>
                <a:cs typeface="Apple SD Gothic Neo"/>
              </a:defRPr>
            </a:pPr>
            <a:r>
              <a:rPr sz="1575" b="1">
                <a:solidFill>
                  <a:srgbClr val="000000"/>
                </a:solidFill>
                <a:latin typeface="Apple SD Gothic Neo"/>
                <a:ea typeface="Apple SD Gothic Neo"/>
                <a:cs typeface="Apple SD Gothic Neo"/>
              </a:rPr>
              <a:t>Task 서비스 실행 경계</a:t>
            </a:r>
          </a:p>
        </p:txBody>
      </p:sp>
      <p:sp>
        <p:nvSpPr>
          <p:cNvPr id="191" name="dp42-comparison / n188">
            <a:extLst xmlns:a="http://schemas.openxmlformats.org/drawingml/2006/main">
              <a:ext uri="{FF2B5EF4-FFF2-40B4-BE49-F238E27FC236}">
                <a16:creationId xmlns:a16="http://schemas.microsoft.com/office/drawing/2014/main" id="{7F53E264-593A-49EC-8D39-103B8E62357D}"/>
              </a:ext>
            </a:extLst>
          </p:cNvPr>
          <p:cNvSpPr>
            <a:spLocks xmlns:a="http://schemas.openxmlformats.org/drawingml/2006/main" noGrp="1"/>
          </p:cNvSpPr>
          <p:nvPr/>
        </p:nvSpPr>
        <p:spPr>
          <a:xfrm xmlns:a="http://schemas.openxmlformats.org/drawingml/2006/main">
            <a:off x="10001250" y="4048125"/>
            <a:ext cx="29527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192" name="dp42-comparison / n189 / text 1">
            <a:extLst xmlns:a="http://schemas.openxmlformats.org/drawingml/2006/main">
              <a:ext uri="{FF2B5EF4-FFF2-40B4-BE49-F238E27FC236}">
                <a16:creationId xmlns:a16="http://schemas.microsoft.com/office/drawing/2014/main" id="{F8A4A1F1-1C54-4CA9-BACF-FE44D7330B13}"/>
              </a:ext>
            </a:extLst>
          </p:cNvPr>
          <p:cNvSpPr>
            <a:spLocks xmlns:a="http://schemas.openxmlformats.org/drawingml/2006/main" noGrp="1"/>
          </p:cNvSpPr>
          <p:nvPr/>
        </p:nvSpPr>
        <p:spPr>
          <a:xfrm xmlns:a="http://schemas.openxmlformats.org/drawingml/2006/main">
            <a:off x="10125075" y="4143375"/>
            <a:ext cx="2705100" cy="29003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1">
                <a:solidFill>
                  <a:srgbClr val="000000"/>
                </a:solidFill>
                <a:latin typeface="Apple SD Gothic Neo"/>
                <a:ea typeface="Apple SD Gothic Neo"/>
                <a:cs typeface="Apple SD Gothic Neo"/>
              </a:defRPr>
            </a:pPr>
            <a:r>
              <a:rPr sz="1575" b="1">
                <a:solidFill>
                  <a:srgbClr val="000000"/>
                </a:solidFill>
                <a:latin typeface="Apple SD Gothic Neo"/>
                <a:ea typeface="Apple SD Gothic Neo"/>
                <a:cs typeface="Apple SD Gothic Neo"/>
              </a:rPr>
              <a:t>Request Controller</a:t>
            </a:r>
          </a:p>
        </p:txBody>
      </p:sp>
      <p:sp>
        <p:nvSpPr>
          <p:cNvPr id="193" name="dp42-comparison / n190">
            <a:extLst xmlns:a="http://schemas.openxmlformats.org/drawingml/2006/main">
              <a:ext uri="{FF2B5EF4-FFF2-40B4-BE49-F238E27FC236}">
                <a16:creationId xmlns:a16="http://schemas.microsoft.com/office/drawing/2014/main" id="{4075113A-9EFE-41B3-9419-71602425D26E}"/>
              </a:ext>
            </a:extLst>
          </p:cNvPr>
          <p:cNvSpPr>
            <a:spLocks xmlns:a="http://schemas.openxmlformats.org/drawingml/2006/main" noGrp="1"/>
          </p:cNvSpPr>
          <p:nvPr/>
        </p:nvSpPr>
        <p:spPr>
          <a:xfrm xmlns:a="http://schemas.openxmlformats.org/drawingml/2006/main">
            <a:off x="10096500" y="4562475"/>
            <a:ext cx="2762250" cy="238125"/>
          </a:xfrm>
          <a:prstGeom xmlns:a="http://schemas.openxmlformats.org/drawingml/2006/main" prst="can">
            <a:avLst>
              <a:gd name="adj" fmla="val 20000"/>
            </a:avLst>
          </a:prstGeom>
          <a:solidFill xmlns:a="http://schemas.openxmlformats.org/drawingml/2006/main">
            <a:srgbClr val="FFFFFF"/>
          </a:solidFill>
          <a:ln xmlns:a="http://schemas.openxmlformats.org/drawingml/2006/main" w="9525">
            <a:solidFill>
              <a:srgbClr val="000000"/>
            </a:solidFill>
            <a:prstDash val="solid"/>
          </a:ln>
        </p:spPr>
      </p:sp>
      <p:sp>
        <p:nvSpPr>
          <p:cNvPr id="194" name="dp42-comparison / n191 / text 1">
            <a:extLst xmlns:a="http://schemas.openxmlformats.org/drawingml/2006/main">
              <a:ext uri="{FF2B5EF4-FFF2-40B4-BE49-F238E27FC236}">
                <a16:creationId xmlns:a16="http://schemas.microsoft.com/office/drawing/2014/main" id="{75F8C262-D315-492D-8930-D89A086FE637}"/>
              </a:ext>
            </a:extLst>
          </p:cNvPr>
          <p:cNvSpPr>
            <a:spLocks xmlns:a="http://schemas.openxmlformats.org/drawingml/2006/main" noGrp="1"/>
          </p:cNvSpPr>
          <p:nvPr/>
        </p:nvSpPr>
        <p:spPr>
          <a:xfrm xmlns:a="http://schemas.openxmlformats.org/drawingml/2006/main">
            <a:off x="10182225" y="4612958"/>
            <a:ext cx="259080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900" b="0">
                <a:solidFill>
                  <a:srgbClr val="18232E"/>
                </a:solidFill>
                <a:latin typeface="Apple SD Gothic Neo"/>
                <a:ea typeface="Apple SD Gothic Neo"/>
                <a:cs typeface="Apple SD Gothic Neo"/>
              </a:defRPr>
            </a:pPr>
            <a:r>
              <a:rPr sz="900" b="0">
                <a:solidFill>
                  <a:srgbClr val="18232E"/>
                </a:solidFill>
                <a:latin typeface="Apple SD Gothic Neo"/>
                <a:ea typeface="Apple SD Gothic Neo"/>
                <a:cs typeface="Apple SD Gothic Neo"/>
              </a:rPr>
              <a:t>Request Graph State</a:t>
            </a:r>
          </a:p>
        </p:txBody>
      </p:sp>
      <p:sp>
        <p:nvSpPr>
          <p:cNvPr id="195" name="dp42-comparison / n192">
            <a:extLst xmlns:a="http://schemas.openxmlformats.org/drawingml/2006/main">
              <a:ext uri="{FF2B5EF4-FFF2-40B4-BE49-F238E27FC236}">
                <a16:creationId xmlns:a16="http://schemas.microsoft.com/office/drawing/2014/main" id="{B8D5F83C-3324-4061-9762-98C919B56316}"/>
              </a:ext>
            </a:extLst>
          </p:cNvPr>
          <p:cNvSpPr>
            <a:spLocks xmlns:a="http://schemas.openxmlformats.org/drawingml/2006/main" noGrp="1"/>
          </p:cNvSpPr>
          <p:nvPr/>
        </p:nvSpPr>
        <p:spPr>
          <a:xfrm xmlns:a="http://schemas.openxmlformats.org/drawingml/2006/main">
            <a:off x="14239875" y="4048125"/>
            <a:ext cx="3190875" cy="111442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196" name="dp42-comparison / n193 / text 1">
            <a:extLst xmlns:a="http://schemas.openxmlformats.org/drawingml/2006/main">
              <a:ext uri="{FF2B5EF4-FFF2-40B4-BE49-F238E27FC236}">
                <a16:creationId xmlns:a16="http://schemas.microsoft.com/office/drawing/2014/main" id="{D4D2A682-CA34-4092-B5AD-08DF0C099C71}"/>
              </a:ext>
            </a:extLst>
          </p:cNvPr>
          <p:cNvSpPr>
            <a:spLocks xmlns:a="http://schemas.openxmlformats.org/drawingml/2006/main" noGrp="1"/>
          </p:cNvSpPr>
          <p:nvPr/>
        </p:nvSpPr>
        <p:spPr>
          <a:xfrm xmlns:a="http://schemas.openxmlformats.org/drawingml/2006/main">
            <a:off x="14363700" y="4143375"/>
            <a:ext cx="2943225" cy="29003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1">
                <a:solidFill>
                  <a:srgbClr val="000000"/>
                </a:solidFill>
                <a:latin typeface="Apple SD Gothic Neo"/>
                <a:ea typeface="Apple SD Gothic Neo"/>
                <a:cs typeface="Apple SD Gothic Neo"/>
              </a:defRPr>
            </a:pPr>
            <a:r>
              <a:rPr sz="1575" b="1">
                <a:solidFill>
                  <a:srgbClr val="000000"/>
                </a:solidFill>
                <a:latin typeface="Apple SD Gothic Neo"/>
                <a:ea typeface="Apple SD Gothic Neo"/>
                <a:cs typeface="Apple SD Gothic Neo"/>
              </a:rPr>
              <a:t>Task Manager</a:t>
            </a:r>
          </a:p>
        </p:txBody>
      </p:sp>
      <p:sp>
        <p:nvSpPr>
          <p:cNvPr id="197" name="dp42-comparison / n194">
            <a:extLst xmlns:a="http://schemas.openxmlformats.org/drawingml/2006/main">
              <a:ext uri="{FF2B5EF4-FFF2-40B4-BE49-F238E27FC236}">
                <a16:creationId xmlns:a16="http://schemas.microsoft.com/office/drawing/2014/main" id="{52BC6C5E-37B8-42D9-BA81-3231CF3DFB9C}"/>
              </a:ext>
            </a:extLst>
          </p:cNvPr>
          <p:cNvSpPr>
            <a:spLocks xmlns:a="http://schemas.openxmlformats.org/drawingml/2006/main" noGrp="1"/>
          </p:cNvSpPr>
          <p:nvPr/>
        </p:nvSpPr>
        <p:spPr>
          <a:xfrm xmlns:a="http://schemas.openxmlformats.org/drawingml/2006/main">
            <a:off x="14382750" y="4400550"/>
            <a:ext cx="2905125" cy="209550"/>
          </a:xfrm>
          <a:prstGeom xmlns:a="http://schemas.openxmlformats.org/drawingml/2006/main" prst="roundRect">
            <a:avLst>
              <a:gd name="adj" fmla="val 36364"/>
            </a:avLst>
          </a:prstGeom>
          <a:solidFill xmlns:a="http://schemas.openxmlformats.org/drawingml/2006/main">
            <a:srgbClr val="FFF0DD"/>
          </a:solidFill>
          <a:ln xmlns:a="http://schemas.openxmlformats.org/drawingml/2006/main" w="17145">
            <a:solidFill>
              <a:srgbClr val="B8753F"/>
            </a:solidFill>
            <a:prstDash val="solid"/>
          </a:ln>
        </p:spPr>
      </p:sp>
      <p:sp>
        <p:nvSpPr>
          <p:cNvPr id="198" name="dp42-comparison / n195 / text 1">
            <a:extLst xmlns:a="http://schemas.openxmlformats.org/drawingml/2006/main">
              <a:ext uri="{FF2B5EF4-FFF2-40B4-BE49-F238E27FC236}">
                <a16:creationId xmlns:a16="http://schemas.microsoft.com/office/drawing/2014/main" id="{E4E870B4-E62E-41DF-81D4-3DB3513B6700}"/>
              </a:ext>
            </a:extLst>
          </p:cNvPr>
          <p:cNvSpPr>
            <a:spLocks xmlns:a="http://schemas.openxmlformats.org/drawingml/2006/main" noGrp="1"/>
          </p:cNvSpPr>
          <p:nvPr/>
        </p:nvSpPr>
        <p:spPr>
          <a:xfrm xmlns:a="http://schemas.openxmlformats.org/drawingml/2006/main">
            <a:off x="14468475" y="4418648"/>
            <a:ext cx="2733675" cy="19335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050" b="1">
                <a:solidFill>
                  <a:srgbClr val="000000"/>
                </a:solidFill>
                <a:latin typeface="Apple SD Gothic Neo"/>
                <a:ea typeface="Apple SD Gothic Neo"/>
                <a:cs typeface="Apple SD Gothic Neo"/>
              </a:defRPr>
            </a:pPr>
            <a:r>
              <a:rPr sz="1050" b="1">
                <a:solidFill>
                  <a:srgbClr val="000000"/>
                </a:solidFill>
                <a:latin typeface="Apple SD Gothic Neo"/>
                <a:ea typeface="Apple SD Gothic Neo"/>
                <a:cs typeface="Apple SD Gothic Neo"/>
              </a:rPr>
              <a:t>업무 접수·전송 게이트</a:t>
            </a:r>
          </a:p>
        </p:txBody>
      </p:sp>
      <p:sp>
        <p:nvSpPr>
          <p:cNvPr id="199" name="dp42-comparison / n196">
            <a:extLst xmlns:a="http://schemas.openxmlformats.org/drawingml/2006/main">
              <a:ext uri="{FF2B5EF4-FFF2-40B4-BE49-F238E27FC236}">
                <a16:creationId xmlns:a16="http://schemas.microsoft.com/office/drawing/2014/main" id="{2CB98048-33CD-4B08-A32F-32C9F838A198}"/>
              </a:ext>
            </a:extLst>
          </p:cNvPr>
          <p:cNvSpPr>
            <a:spLocks xmlns:a="http://schemas.openxmlformats.org/drawingml/2006/main" noGrp="1"/>
          </p:cNvSpPr>
          <p:nvPr/>
        </p:nvSpPr>
        <p:spPr>
          <a:xfrm xmlns:a="http://schemas.openxmlformats.org/drawingml/2006/main">
            <a:off x="14335125" y="4743450"/>
            <a:ext cx="3000375" cy="257175"/>
          </a:xfrm>
          <a:prstGeom xmlns:a="http://schemas.openxmlformats.org/drawingml/2006/main" prst="can">
            <a:avLst>
              <a:gd name="adj" fmla="val 20000"/>
            </a:avLst>
          </a:prstGeom>
          <a:solidFill xmlns:a="http://schemas.openxmlformats.org/drawingml/2006/main">
            <a:srgbClr val="FFFFFF"/>
          </a:solidFill>
          <a:ln xmlns:a="http://schemas.openxmlformats.org/drawingml/2006/main" w="9525">
            <a:solidFill>
              <a:srgbClr val="000000"/>
            </a:solidFill>
            <a:prstDash val="solid"/>
          </a:ln>
        </p:spPr>
      </p:sp>
      <p:sp>
        <p:nvSpPr>
          <p:cNvPr id="200" name="dp42-comparison / n197 / text 1">
            <a:extLst xmlns:a="http://schemas.openxmlformats.org/drawingml/2006/main">
              <a:ext uri="{FF2B5EF4-FFF2-40B4-BE49-F238E27FC236}">
                <a16:creationId xmlns:a16="http://schemas.microsoft.com/office/drawing/2014/main" id="{EC0808DC-1029-4C29-A7CC-906033ADC8B6}"/>
              </a:ext>
            </a:extLst>
          </p:cNvPr>
          <p:cNvSpPr>
            <a:spLocks xmlns:a="http://schemas.openxmlformats.org/drawingml/2006/main" noGrp="1"/>
          </p:cNvSpPr>
          <p:nvPr/>
        </p:nvSpPr>
        <p:spPr>
          <a:xfrm xmlns:a="http://schemas.openxmlformats.org/drawingml/2006/main">
            <a:off x="14420850" y="4803458"/>
            <a:ext cx="2828925"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900" b="0">
                <a:solidFill>
                  <a:srgbClr val="18232E"/>
                </a:solidFill>
                <a:latin typeface="Apple SD Gothic Neo"/>
                <a:ea typeface="Apple SD Gothic Neo"/>
                <a:cs typeface="Apple SD Gothic Neo"/>
              </a:defRPr>
            </a:pPr>
            <a:r>
              <a:rPr sz="900" b="0">
                <a:solidFill>
                  <a:srgbClr val="18232E"/>
                </a:solidFill>
                <a:latin typeface="Apple SD Gothic Neo"/>
                <a:ea typeface="Apple SD Gothic Neo"/>
                <a:cs typeface="Apple SD Gothic Neo"/>
              </a:rPr>
              <a:t>Task Command State</a:t>
            </a:r>
          </a:p>
        </p:txBody>
      </p:sp>
      <p:sp>
        <p:nvSpPr>
          <p:cNvPr id="201" name="dp42-comparison / n198">
            <a:extLst xmlns:a="http://schemas.openxmlformats.org/drawingml/2006/main">
              <a:ext uri="{FF2B5EF4-FFF2-40B4-BE49-F238E27FC236}">
                <a16:creationId xmlns:a16="http://schemas.microsoft.com/office/drawing/2014/main" id="{540E076B-6EB2-464B-82D1-7017B2680EB8}"/>
              </a:ext>
            </a:extLst>
          </p:cNvPr>
          <p:cNvSpPr>
            <a:spLocks xmlns:a="http://schemas.openxmlformats.org/drawingml/2006/main" noGrp="1"/>
          </p:cNvSpPr>
          <p:nvPr/>
        </p:nvSpPr>
        <p:spPr>
          <a:xfrm xmlns:a="http://schemas.openxmlformats.org/drawingml/2006/main">
            <a:off x="10001250" y="5038725"/>
            <a:ext cx="2952750" cy="57150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202" name="dp42-comparison / n199 / text 1">
            <a:extLst xmlns:a="http://schemas.openxmlformats.org/drawingml/2006/main">
              <a:ext uri="{FF2B5EF4-FFF2-40B4-BE49-F238E27FC236}">
                <a16:creationId xmlns:a16="http://schemas.microsoft.com/office/drawing/2014/main" id="{FA5E0714-F9F7-495B-8054-0D8F59876185}"/>
              </a:ext>
            </a:extLst>
          </p:cNvPr>
          <p:cNvSpPr>
            <a:spLocks xmlns:a="http://schemas.openxmlformats.org/drawingml/2006/main" noGrp="1"/>
          </p:cNvSpPr>
          <p:nvPr/>
        </p:nvSpPr>
        <p:spPr>
          <a:xfrm xmlns:a="http://schemas.openxmlformats.org/drawingml/2006/main">
            <a:off x="10125075" y="5133975"/>
            <a:ext cx="2705100" cy="29003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1">
                <a:solidFill>
                  <a:srgbClr val="000000"/>
                </a:solidFill>
                <a:latin typeface="Apple SD Gothic Neo"/>
                <a:ea typeface="Apple SD Gothic Neo"/>
                <a:cs typeface="Apple SD Gothic Neo"/>
              </a:defRPr>
            </a:pPr>
            <a:r>
              <a:rPr sz="1575" b="1">
                <a:solidFill>
                  <a:srgbClr val="000000"/>
                </a:solidFill>
                <a:latin typeface="Apple SD Gothic Neo"/>
                <a:ea typeface="Apple SD Gothic Neo"/>
                <a:cs typeface="Apple SD Gothic Neo"/>
              </a:rPr>
              <a:t>Response Manager</a:t>
            </a:r>
          </a:p>
        </p:txBody>
      </p:sp>
      <p:sp>
        <p:nvSpPr>
          <p:cNvPr id="203" name="dp42-comparison / n200">
            <a:extLst xmlns:a="http://schemas.openxmlformats.org/drawingml/2006/main">
              <a:ext uri="{FF2B5EF4-FFF2-40B4-BE49-F238E27FC236}">
                <a16:creationId xmlns:a16="http://schemas.microsoft.com/office/drawing/2014/main" id="{A93D8297-AD41-4952-BCC2-FD193E2B1454}"/>
              </a:ext>
            </a:extLst>
          </p:cNvPr>
          <p:cNvSpPr>
            <a:spLocks xmlns:a="http://schemas.openxmlformats.org/drawingml/2006/main" noGrp="1"/>
          </p:cNvSpPr>
          <p:nvPr/>
        </p:nvSpPr>
        <p:spPr>
          <a:xfrm xmlns:a="http://schemas.openxmlformats.org/drawingml/2006/main">
            <a:off x="10096500" y="5343525"/>
            <a:ext cx="2762250" cy="247650"/>
          </a:xfrm>
          <a:prstGeom xmlns:a="http://schemas.openxmlformats.org/drawingml/2006/main" prst="can">
            <a:avLst>
              <a:gd name="adj" fmla="val 20000"/>
            </a:avLst>
          </a:prstGeom>
          <a:solidFill xmlns:a="http://schemas.openxmlformats.org/drawingml/2006/main">
            <a:srgbClr val="FFFFFF"/>
          </a:solidFill>
          <a:ln xmlns:a="http://schemas.openxmlformats.org/drawingml/2006/main" w="9525">
            <a:solidFill>
              <a:srgbClr val="000000"/>
            </a:solidFill>
            <a:prstDash val="solid"/>
          </a:ln>
        </p:spPr>
      </p:sp>
      <p:sp>
        <p:nvSpPr>
          <p:cNvPr id="204" name="dp42-comparison / n201 / text 1">
            <a:extLst xmlns:a="http://schemas.openxmlformats.org/drawingml/2006/main">
              <a:ext uri="{FF2B5EF4-FFF2-40B4-BE49-F238E27FC236}">
                <a16:creationId xmlns:a16="http://schemas.microsoft.com/office/drawing/2014/main" id="{E60A361E-5F7F-46AA-AFD9-1493307CFC50}"/>
              </a:ext>
            </a:extLst>
          </p:cNvPr>
          <p:cNvSpPr>
            <a:spLocks xmlns:a="http://schemas.openxmlformats.org/drawingml/2006/main" noGrp="1"/>
          </p:cNvSpPr>
          <p:nvPr/>
        </p:nvSpPr>
        <p:spPr>
          <a:xfrm xmlns:a="http://schemas.openxmlformats.org/drawingml/2006/main">
            <a:off x="10182225" y="5410200"/>
            <a:ext cx="25908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750" b="0">
                <a:solidFill>
                  <a:srgbClr val="18232E"/>
                </a:solidFill>
                <a:latin typeface="Apple SD Gothic Neo"/>
                <a:ea typeface="Apple SD Gothic Neo"/>
                <a:cs typeface="Apple SD Gothic Neo"/>
              </a:defRPr>
            </a:pPr>
            <a:r>
              <a:rPr sz="750" b="0">
                <a:solidFill>
                  <a:srgbClr val="18232E"/>
                </a:solidFill>
                <a:latin typeface="Apple SD Gothic Neo"/>
                <a:ea typeface="Apple SD Gothic Neo"/>
                <a:cs typeface="Apple SD Gothic Neo"/>
              </a:rPr>
              <a:t>Publication Ledger</a:t>
            </a:r>
          </a:p>
        </p:txBody>
      </p:sp>
      <p:sp>
        <p:nvSpPr>
          <p:cNvPr id="205" name="dp42-comparison / n202">
            <a:extLst xmlns:a="http://schemas.openxmlformats.org/drawingml/2006/main">
              <a:ext uri="{FF2B5EF4-FFF2-40B4-BE49-F238E27FC236}">
                <a16:creationId xmlns:a16="http://schemas.microsoft.com/office/drawing/2014/main" id="{0928AC53-430A-4CD1-AA14-7AC01FA80C48}"/>
              </a:ext>
            </a:extLst>
          </p:cNvPr>
          <p:cNvSpPr>
            <a:spLocks xmlns:a="http://schemas.openxmlformats.org/drawingml/2006/main" noGrp="1"/>
          </p:cNvSpPr>
          <p:nvPr/>
        </p:nvSpPr>
        <p:spPr>
          <a:xfrm xmlns:a="http://schemas.openxmlformats.org/drawingml/2006/main">
            <a:off x="14239875" y="5267325"/>
            <a:ext cx="3190875" cy="28575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206" name="dp42-comparison / n203 / text 1">
            <a:extLst xmlns:a="http://schemas.openxmlformats.org/drawingml/2006/main">
              <a:ext uri="{FF2B5EF4-FFF2-40B4-BE49-F238E27FC236}">
                <a16:creationId xmlns:a16="http://schemas.microsoft.com/office/drawing/2014/main" id="{CFF5F456-E691-41FA-AD22-B9EEB927139B}"/>
              </a:ext>
            </a:extLst>
          </p:cNvPr>
          <p:cNvSpPr>
            <a:spLocks xmlns:a="http://schemas.openxmlformats.org/drawingml/2006/main" noGrp="1"/>
          </p:cNvSpPr>
          <p:nvPr/>
        </p:nvSpPr>
        <p:spPr>
          <a:xfrm xmlns:a="http://schemas.openxmlformats.org/drawingml/2006/main">
            <a:off x="14325600" y="5298758"/>
            <a:ext cx="3019425" cy="24860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350" b="1">
                <a:solidFill>
                  <a:srgbClr val="000000"/>
                </a:solidFill>
                <a:latin typeface="Apple SD Gothic Neo"/>
                <a:ea typeface="Apple SD Gothic Neo"/>
                <a:cs typeface="Apple SD Gothic Neo"/>
              </a:defRPr>
            </a:pPr>
            <a:r>
              <a:rPr sz="1350" b="1">
                <a:solidFill>
                  <a:srgbClr val="000000"/>
                </a:solidFill>
                <a:latin typeface="Apple SD Gothic Neo"/>
                <a:ea typeface="Apple SD Gothic Neo"/>
                <a:cs typeface="Apple SD Gothic Neo"/>
              </a:rPr>
              <a:t>Agent Gateway</a:t>
            </a:r>
          </a:p>
        </p:txBody>
      </p:sp>
      <p:sp>
        <p:nvSpPr>
          <p:cNvPr id="207" name="dp42-comparison / n206 / path">
            <a:extLst xmlns:a="http://schemas.openxmlformats.org/drawingml/2006/main">
              <a:ext uri="{FF2B5EF4-FFF2-40B4-BE49-F238E27FC236}">
                <a16:creationId xmlns:a16="http://schemas.microsoft.com/office/drawing/2014/main" id="{AF08AB65-07AE-44EE-BFD5-B1BDED566DCE}"/>
              </a:ext>
            </a:extLst>
          </p:cNvPr>
          <p:cNvSpPr>
            <a:spLocks xmlns:a="http://schemas.openxmlformats.org/drawingml/2006/main" noGrp="1"/>
          </p:cNvSpPr>
          <p:nvPr/>
        </p:nvSpPr>
        <p:spPr>
          <a:xfrm xmlns:a="http://schemas.openxmlformats.org/drawingml/2006/main">
            <a:off x="9858375" y="2562225"/>
            <a:ext cx="142875" cy="1638300"/>
          </a:xfrm>
          <a:custGeom xmlns:a="http://schemas.openxmlformats.org/drawingml/2006/main">
            <a:pathLst>
              <a:path w="142875" h="1638300">
                <a:moveTo>
                  <a:pt x="95250" y="0"/>
                </a:moveTo>
                <a:lnTo>
                  <a:pt x="0" y="0"/>
                </a:lnTo>
                <a:lnTo>
                  <a:pt x="0" y="1638300"/>
                </a:lnTo>
                <a:lnTo>
                  <a:pt x="142875" y="1638300"/>
                </a:lnTo>
              </a:path>
            </a:pathLst>
          </a:custGeom>
          <a:noFill xmlns:a="http://schemas.openxmlformats.org/drawingml/2006/main"/>
          <a:ln xmlns:a="http://schemas.openxmlformats.org/drawingml/2006/main" w="10478">
            <a:solidFill>
              <a:srgbClr val="000000"/>
            </a:solidFill>
            <a:prstDash val="solid"/>
          </a:ln>
        </p:spPr>
      </p:sp>
      <p:sp>
        <p:nvSpPr>
          <p:cNvPr id="208" name="dp42-comparison / n206 / arrow">
            <a:extLst xmlns:a="http://schemas.openxmlformats.org/drawingml/2006/main">
              <a:ext uri="{FF2B5EF4-FFF2-40B4-BE49-F238E27FC236}">
                <a16:creationId xmlns:a16="http://schemas.microsoft.com/office/drawing/2014/main" id="{A4609060-6A84-4FC9-AF03-F052E0336BC4}"/>
              </a:ext>
            </a:extLst>
          </p:cNvPr>
          <p:cNvSpPr>
            <a:spLocks xmlns:a="http://schemas.openxmlformats.org/drawingml/2006/main" noGrp="1"/>
          </p:cNvSpPr>
          <p:nvPr/>
        </p:nvSpPr>
        <p:spPr>
          <a:xfrm xmlns:a="http://schemas.openxmlformats.org/drawingml/2006/main">
            <a:off x="9934194" y="4166997"/>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000000"/>
            </a:solidFill>
            <a:prstDash val="solid"/>
          </a:ln>
        </p:spPr>
      </p:sp>
      <p:sp>
        <p:nvSpPr>
          <p:cNvPr id="209" name="dp42-comparison / n207">
            <a:extLst xmlns:a="http://schemas.openxmlformats.org/drawingml/2006/main">
              <a:ext uri="{FF2B5EF4-FFF2-40B4-BE49-F238E27FC236}">
                <a16:creationId xmlns:a16="http://schemas.microsoft.com/office/drawing/2014/main" id="{7D566722-877D-4C0D-BBB2-40FF6769F96E}"/>
              </a:ext>
            </a:extLst>
          </p:cNvPr>
          <p:cNvSpPr>
            <a:spLocks xmlns:a="http://schemas.openxmlformats.org/drawingml/2006/main" noGrp="1"/>
          </p:cNvSpPr>
          <p:nvPr/>
        </p:nvSpPr>
        <p:spPr>
          <a:xfrm xmlns:a="http://schemas.openxmlformats.org/drawingml/2006/main">
            <a:off x="10001250" y="5667375"/>
            <a:ext cx="2952750" cy="29527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210" name="dp42-comparison / n208 / text 1">
            <a:extLst xmlns:a="http://schemas.openxmlformats.org/drawingml/2006/main">
              <a:ext uri="{FF2B5EF4-FFF2-40B4-BE49-F238E27FC236}">
                <a16:creationId xmlns:a16="http://schemas.microsoft.com/office/drawing/2014/main" id="{E4CAF489-6102-4EBF-88C8-906CC8E1259C}"/>
              </a:ext>
            </a:extLst>
          </p:cNvPr>
          <p:cNvSpPr>
            <a:spLocks xmlns:a="http://schemas.openxmlformats.org/drawingml/2006/main" noGrp="1"/>
          </p:cNvSpPr>
          <p:nvPr/>
        </p:nvSpPr>
        <p:spPr>
          <a:xfrm xmlns:a="http://schemas.openxmlformats.org/drawingml/2006/main">
            <a:off x="10086975" y="5703570"/>
            <a:ext cx="2781300" cy="24860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350" b="1">
                <a:solidFill>
                  <a:srgbClr val="000000"/>
                </a:solidFill>
                <a:latin typeface="Apple SD Gothic Neo"/>
                <a:ea typeface="Apple SD Gothic Neo"/>
                <a:cs typeface="Apple SD Gothic Neo"/>
              </a:defRPr>
            </a:pPr>
            <a:r>
              <a:rPr sz="1350" b="1">
                <a:solidFill>
                  <a:srgbClr val="000000"/>
                </a:solidFill>
                <a:latin typeface="Apple SD Gothic Neo"/>
                <a:ea typeface="Apple SD Gothic Neo"/>
                <a:cs typeface="Apple SD Gothic Neo"/>
              </a:rPr>
              <a:t>State Store</a:t>
            </a:r>
          </a:p>
        </p:txBody>
      </p:sp>
      <p:sp>
        <p:nvSpPr>
          <p:cNvPr id="211" name="dp42-comparison / n209">
            <a:extLst xmlns:a="http://schemas.openxmlformats.org/drawingml/2006/main">
              <a:ext uri="{FF2B5EF4-FFF2-40B4-BE49-F238E27FC236}">
                <a16:creationId xmlns:a16="http://schemas.microsoft.com/office/drawing/2014/main" id="{85DBFEDD-93F2-4B3F-A28B-17E51C08DA4C}"/>
              </a:ext>
            </a:extLst>
          </p:cNvPr>
          <p:cNvSpPr>
            <a:spLocks xmlns:a="http://schemas.openxmlformats.org/drawingml/2006/main" noGrp="1"/>
          </p:cNvSpPr>
          <p:nvPr/>
        </p:nvSpPr>
        <p:spPr>
          <a:xfrm xmlns:a="http://schemas.openxmlformats.org/drawingml/2006/main">
            <a:off x="14239875" y="5667375"/>
            <a:ext cx="3190875" cy="29527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212" name="dp42-comparison / n210 / text 1">
            <a:extLst xmlns:a="http://schemas.openxmlformats.org/drawingml/2006/main">
              <a:ext uri="{FF2B5EF4-FFF2-40B4-BE49-F238E27FC236}">
                <a16:creationId xmlns:a16="http://schemas.microsoft.com/office/drawing/2014/main" id="{3C542E98-DCB7-49B0-9E7A-FEAACB14205F}"/>
              </a:ext>
            </a:extLst>
          </p:cNvPr>
          <p:cNvSpPr>
            <a:spLocks xmlns:a="http://schemas.openxmlformats.org/drawingml/2006/main" noGrp="1"/>
          </p:cNvSpPr>
          <p:nvPr/>
        </p:nvSpPr>
        <p:spPr>
          <a:xfrm xmlns:a="http://schemas.openxmlformats.org/drawingml/2006/main">
            <a:off x="14325600" y="5703570"/>
            <a:ext cx="3019425" cy="24860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350" b="1">
                <a:solidFill>
                  <a:srgbClr val="000000"/>
                </a:solidFill>
                <a:latin typeface="Apple SD Gothic Neo"/>
                <a:ea typeface="Apple SD Gothic Neo"/>
                <a:cs typeface="Apple SD Gothic Neo"/>
              </a:defRPr>
            </a:pPr>
            <a:r>
              <a:rPr sz="1350" b="1">
                <a:solidFill>
                  <a:srgbClr val="000000"/>
                </a:solidFill>
                <a:latin typeface="Apple SD Gothic Neo"/>
                <a:ea typeface="Apple SD Gothic Neo"/>
                <a:cs typeface="Apple SD Gothic Neo"/>
              </a:rPr>
              <a:t>State Store</a:t>
            </a:r>
          </a:p>
        </p:txBody>
      </p:sp>
      <p:sp>
        <p:nvSpPr>
          <p:cNvPr id="213" name="dp42-comparison / n211 / path">
            <a:extLst xmlns:a="http://schemas.openxmlformats.org/drawingml/2006/main">
              <a:ext uri="{FF2B5EF4-FFF2-40B4-BE49-F238E27FC236}">
                <a16:creationId xmlns:a16="http://schemas.microsoft.com/office/drawing/2014/main" id="{F49FC785-1599-4A6C-B5B8-7E800CD245C7}"/>
              </a:ext>
            </a:extLst>
          </p:cNvPr>
          <p:cNvSpPr>
            <a:spLocks xmlns:a="http://schemas.openxmlformats.org/drawingml/2006/main" noGrp="1"/>
          </p:cNvSpPr>
          <p:nvPr/>
        </p:nvSpPr>
        <p:spPr>
          <a:xfrm xmlns:a="http://schemas.openxmlformats.org/drawingml/2006/main">
            <a:off x="12954000" y="4200525"/>
            <a:ext cx="1285875" cy="953"/>
          </a:xfrm>
          <a:custGeom xmlns:a="http://schemas.openxmlformats.org/drawingml/2006/main">
            <a:pathLst>
              <a:path w="1285875" h="953">
                <a:moveTo>
                  <a:pt x="0" y="0"/>
                </a:moveTo>
                <a:lnTo>
                  <a:pt x="1285875" y="0"/>
                </a:lnTo>
              </a:path>
            </a:pathLst>
          </a:custGeom>
          <a:noFill xmlns:a="http://schemas.openxmlformats.org/drawingml/2006/main"/>
          <a:ln xmlns:a="http://schemas.openxmlformats.org/drawingml/2006/main" w="10478">
            <a:solidFill>
              <a:srgbClr val="000000"/>
            </a:solidFill>
            <a:prstDash val="solid"/>
          </a:ln>
        </p:spPr>
      </p:sp>
      <p:sp>
        <p:nvSpPr>
          <p:cNvPr id="214" name="dp42-comparison / n211 / arrow">
            <a:extLst xmlns:a="http://schemas.openxmlformats.org/drawingml/2006/main">
              <a:ext uri="{FF2B5EF4-FFF2-40B4-BE49-F238E27FC236}">
                <a16:creationId xmlns:a16="http://schemas.microsoft.com/office/drawing/2014/main" id="{539E4AFC-86D2-48FE-BF3D-A637A6DA900A}"/>
              </a:ext>
            </a:extLst>
          </p:cNvPr>
          <p:cNvSpPr>
            <a:spLocks xmlns:a="http://schemas.openxmlformats.org/drawingml/2006/main" noGrp="1"/>
          </p:cNvSpPr>
          <p:nvPr/>
        </p:nvSpPr>
        <p:spPr>
          <a:xfrm xmlns:a="http://schemas.openxmlformats.org/drawingml/2006/main">
            <a:off x="14172819" y="4166997"/>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000000"/>
            </a:solidFill>
            <a:prstDash val="solid"/>
          </a:ln>
        </p:spPr>
      </p:sp>
      <p:sp>
        <p:nvSpPr>
          <p:cNvPr id="215" name="dp42-comparison / n214 / path">
            <a:extLst xmlns:a="http://schemas.openxmlformats.org/drawingml/2006/main">
              <a:ext uri="{FF2B5EF4-FFF2-40B4-BE49-F238E27FC236}">
                <a16:creationId xmlns:a16="http://schemas.microsoft.com/office/drawing/2014/main" id="{8561341E-4895-4A48-91FD-A69820C17257}"/>
              </a:ext>
            </a:extLst>
          </p:cNvPr>
          <p:cNvSpPr>
            <a:spLocks xmlns:a="http://schemas.openxmlformats.org/drawingml/2006/main" noGrp="1"/>
          </p:cNvSpPr>
          <p:nvPr/>
        </p:nvSpPr>
        <p:spPr>
          <a:xfrm xmlns:a="http://schemas.openxmlformats.org/drawingml/2006/main">
            <a:off x="12954000" y="4371975"/>
            <a:ext cx="1285875" cy="571500"/>
          </a:xfrm>
          <a:custGeom xmlns:a="http://schemas.openxmlformats.org/drawingml/2006/main">
            <a:pathLst>
              <a:path w="1285875" h="571500">
                <a:moveTo>
                  <a:pt x="1285875" y="0"/>
                </a:moveTo>
                <a:lnTo>
                  <a:pt x="1181100" y="0"/>
                </a:lnTo>
                <a:lnTo>
                  <a:pt x="1181100" y="571500"/>
                </a:lnTo>
                <a:lnTo>
                  <a:pt x="123825" y="571500"/>
                </a:lnTo>
                <a:lnTo>
                  <a:pt x="123825" y="0"/>
                </a:lnTo>
                <a:lnTo>
                  <a:pt x="0" y="0"/>
                </a:lnTo>
              </a:path>
            </a:pathLst>
          </a:custGeom>
          <a:noFill xmlns:a="http://schemas.openxmlformats.org/drawingml/2006/main"/>
          <a:ln xmlns:a="http://schemas.openxmlformats.org/drawingml/2006/main" w="10478">
            <a:solidFill>
              <a:srgbClr val="000000"/>
            </a:solidFill>
            <a:prstDash val="dash"/>
          </a:ln>
        </p:spPr>
      </p:sp>
      <p:sp>
        <p:nvSpPr>
          <p:cNvPr id="216" name="dp42-comparison / n214 / arrow">
            <a:extLst xmlns:a="http://schemas.openxmlformats.org/drawingml/2006/main">
              <a:ext uri="{FF2B5EF4-FFF2-40B4-BE49-F238E27FC236}">
                <a16:creationId xmlns:a16="http://schemas.microsoft.com/office/drawing/2014/main" id="{93444207-FA70-4691-AB00-F5D481F8E902}"/>
              </a:ext>
            </a:extLst>
          </p:cNvPr>
          <p:cNvSpPr>
            <a:spLocks xmlns:a="http://schemas.openxmlformats.org/drawingml/2006/main" noGrp="1"/>
          </p:cNvSpPr>
          <p:nvPr/>
        </p:nvSpPr>
        <p:spPr>
          <a:xfrm xmlns:a="http://schemas.openxmlformats.org/drawingml/2006/main">
            <a:off x="12954000" y="4338447"/>
            <a:ext cx="67056" cy="67056"/>
          </a:xfrm>
          <a:custGeom xmlns:a="http://schemas.openxmlformats.org/drawingml/2006/main">
            <a:pathLst>
              <a:path w="67056" h="67056">
                <a:moveTo>
                  <a:pt x="67056" y="0"/>
                </a:moveTo>
                <a:lnTo>
                  <a:pt x="0" y="33528"/>
                </a:lnTo>
                <a:lnTo>
                  <a:pt x="67056" y="67056"/>
                </a:lnTo>
              </a:path>
            </a:pathLst>
          </a:custGeom>
          <a:noFill xmlns:a="http://schemas.openxmlformats.org/drawingml/2006/main"/>
          <a:ln xmlns:a="http://schemas.openxmlformats.org/drawingml/2006/main" w="13411">
            <a:solidFill>
              <a:srgbClr val="000000"/>
            </a:solidFill>
            <a:prstDash val="solid"/>
          </a:ln>
        </p:spPr>
      </p:sp>
      <p:sp>
        <p:nvSpPr>
          <p:cNvPr id="217" name="dp42-comparison / n217 / path">
            <a:extLst xmlns:a="http://schemas.openxmlformats.org/drawingml/2006/main">
              <a:ext uri="{FF2B5EF4-FFF2-40B4-BE49-F238E27FC236}">
                <a16:creationId xmlns:a16="http://schemas.microsoft.com/office/drawing/2014/main" id="{881DEB9D-4D2B-4040-8811-0F6A71083533}"/>
              </a:ext>
            </a:extLst>
          </p:cNvPr>
          <p:cNvSpPr>
            <a:spLocks xmlns:a="http://schemas.openxmlformats.org/drawingml/2006/main" noGrp="1"/>
          </p:cNvSpPr>
          <p:nvPr/>
        </p:nvSpPr>
        <p:spPr>
          <a:xfrm xmlns:a="http://schemas.openxmlformats.org/drawingml/2006/main">
            <a:off x="11477625" y="4295775"/>
            <a:ext cx="1552575" cy="1371600"/>
          </a:xfrm>
          <a:custGeom xmlns:a="http://schemas.openxmlformats.org/drawingml/2006/main">
            <a:pathLst>
              <a:path w="1552575" h="1371600">
                <a:moveTo>
                  <a:pt x="1476375" y="0"/>
                </a:moveTo>
                <a:lnTo>
                  <a:pt x="1552575" y="0"/>
                </a:lnTo>
                <a:lnTo>
                  <a:pt x="1552575" y="1314450"/>
                </a:lnTo>
                <a:lnTo>
                  <a:pt x="0" y="1314450"/>
                </a:lnTo>
                <a:lnTo>
                  <a:pt x="0" y="1371600"/>
                </a:lnTo>
              </a:path>
            </a:pathLst>
          </a:custGeom>
          <a:noFill xmlns:a="http://schemas.openxmlformats.org/drawingml/2006/main"/>
          <a:ln xmlns:a="http://schemas.openxmlformats.org/drawingml/2006/main" w="10478">
            <a:solidFill>
              <a:srgbClr val="000000"/>
            </a:solidFill>
            <a:prstDash val="solid"/>
          </a:ln>
        </p:spPr>
      </p:sp>
      <p:sp>
        <p:nvSpPr>
          <p:cNvPr id="218" name="dp42-comparison / n217 / arrow">
            <a:extLst xmlns:a="http://schemas.openxmlformats.org/drawingml/2006/main">
              <a:ext uri="{FF2B5EF4-FFF2-40B4-BE49-F238E27FC236}">
                <a16:creationId xmlns:a16="http://schemas.microsoft.com/office/drawing/2014/main" id="{BBE8EFF0-23C8-4955-9A47-861D57374246}"/>
              </a:ext>
            </a:extLst>
          </p:cNvPr>
          <p:cNvSpPr>
            <a:spLocks xmlns:a="http://schemas.openxmlformats.org/drawingml/2006/main" noGrp="1"/>
          </p:cNvSpPr>
          <p:nvPr/>
        </p:nvSpPr>
        <p:spPr>
          <a:xfrm xmlns:a="http://schemas.openxmlformats.org/drawingml/2006/main">
            <a:off x="11444097" y="5600319"/>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000000"/>
            </a:solidFill>
            <a:prstDash val="solid"/>
          </a:ln>
        </p:spPr>
      </p:sp>
      <p:sp>
        <p:nvSpPr>
          <p:cNvPr id="219" name="dp42-comparison / n218 / path">
            <a:extLst xmlns:a="http://schemas.openxmlformats.org/drawingml/2006/main">
              <a:ext uri="{FF2B5EF4-FFF2-40B4-BE49-F238E27FC236}">
                <a16:creationId xmlns:a16="http://schemas.microsoft.com/office/drawing/2014/main" id="{CE430AF3-8CA9-4734-8665-4D6C7FB32772}"/>
              </a:ext>
            </a:extLst>
          </p:cNvPr>
          <p:cNvSpPr>
            <a:spLocks xmlns:a="http://schemas.openxmlformats.org/drawingml/2006/main" noGrp="1"/>
          </p:cNvSpPr>
          <p:nvPr/>
        </p:nvSpPr>
        <p:spPr>
          <a:xfrm xmlns:a="http://schemas.openxmlformats.org/drawingml/2006/main">
            <a:off x="15835313" y="4295775"/>
            <a:ext cx="1652588" cy="1371600"/>
          </a:xfrm>
          <a:custGeom xmlns:a="http://schemas.openxmlformats.org/drawingml/2006/main">
            <a:pathLst>
              <a:path w="1652588" h="1371600">
                <a:moveTo>
                  <a:pt x="1595438" y="0"/>
                </a:moveTo>
                <a:lnTo>
                  <a:pt x="1652588" y="0"/>
                </a:lnTo>
                <a:lnTo>
                  <a:pt x="1652588" y="1314450"/>
                </a:lnTo>
                <a:lnTo>
                  <a:pt x="0" y="1314450"/>
                </a:lnTo>
                <a:lnTo>
                  <a:pt x="0" y="1371600"/>
                </a:lnTo>
              </a:path>
            </a:pathLst>
          </a:custGeom>
          <a:noFill xmlns:a="http://schemas.openxmlformats.org/drawingml/2006/main"/>
          <a:ln xmlns:a="http://schemas.openxmlformats.org/drawingml/2006/main" w="10478">
            <a:solidFill>
              <a:srgbClr val="000000"/>
            </a:solidFill>
            <a:prstDash val="solid"/>
          </a:ln>
        </p:spPr>
      </p:sp>
      <p:sp>
        <p:nvSpPr>
          <p:cNvPr id="220" name="dp42-comparison / n218 / arrow">
            <a:extLst xmlns:a="http://schemas.openxmlformats.org/drawingml/2006/main">
              <a:ext uri="{FF2B5EF4-FFF2-40B4-BE49-F238E27FC236}">
                <a16:creationId xmlns:a16="http://schemas.microsoft.com/office/drawing/2014/main" id="{2C0A29BA-DEA6-475E-BA70-D8DAC9588FDC}"/>
              </a:ext>
            </a:extLst>
          </p:cNvPr>
          <p:cNvSpPr>
            <a:spLocks xmlns:a="http://schemas.openxmlformats.org/drawingml/2006/main" noGrp="1"/>
          </p:cNvSpPr>
          <p:nvPr/>
        </p:nvSpPr>
        <p:spPr>
          <a:xfrm xmlns:a="http://schemas.openxmlformats.org/drawingml/2006/main">
            <a:off x="15801785" y="5600319"/>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000000"/>
            </a:solidFill>
            <a:prstDash val="solid"/>
          </a:ln>
        </p:spPr>
      </p:sp>
      <p:sp>
        <p:nvSpPr>
          <p:cNvPr id="221" name="dp42-comparison / n223 / path">
            <a:extLst xmlns:a="http://schemas.openxmlformats.org/drawingml/2006/main">
              <a:ext uri="{FF2B5EF4-FFF2-40B4-BE49-F238E27FC236}">
                <a16:creationId xmlns:a16="http://schemas.microsoft.com/office/drawing/2014/main" id="{7DE23A82-4709-44BA-AC69-8547E192B895}"/>
              </a:ext>
            </a:extLst>
          </p:cNvPr>
          <p:cNvSpPr>
            <a:spLocks xmlns:a="http://schemas.openxmlformats.org/drawingml/2006/main" noGrp="1"/>
          </p:cNvSpPr>
          <p:nvPr/>
        </p:nvSpPr>
        <p:spPr>
          <a:xfrm xmlns:a="http://schemas.openxmlformats.org/drawingml/2006/main">
            <a:off x="15835313" y="4505325"/>
            <a:ext cx="1538288" cy="762000"/>
          </a:xfrm>
          <a:custGeom xmlns:a="http://schemas.openxmlformats.org/drawingml/2006/main">
            <a:pathLst>
              <a:path w="1538288" h="762000">
                <a:moveTo>
                  <a:pt x="1452563" y="0"/>
                </a:moveTo>
                <a:lnTo>
                  <a:pt x="1538288" y="0"/>
                </a:lnTo>
                <a:lnTo>
                  <a:pt x="1538288" y="704850"/>
                </a:lnTo>
                <a:lnTo>
                  <a:pt x="0" y="704850"/>
                </a:lnTo>
                <a:lnTo>
                  <a:pt x="0" y="762000"/>
                </a:lnTo>
              </a:path>
            </a:pathLst>
          </a:custGeom>
          <a:noFill xmlns:a="http://schemas.openxmlformats.org/drawingml/2006/main"/>
          <a:ln xmlns:a="http://schemas.openxmlformats.org/drawingml/2006/main" w="10478">
            <a:solidFill>
              <a:srgbClr val="000000"/>
            </a:solidFill>
            <a:prstDash val="solid"/>
          </a:ln>
        </p:spPr>
      </p:sp>
      <p:sp>
        <p:nvSpPr>
          <p:cNvPr id="222" name="dp42-comparison / n223 / arrow">
            <a:extLst xmlns:a="http://schemas.openxmlformats.org/drawingml/2006/main">
              <a:ext uri="{FF2B5EF4-FFF2-40B4-BE49-F238E27FC236}">
                <a16:creationId xmlns:a16="http://schemas.microsoft.com/office/drawing/2014/main" id="{08CEA6BF-4E8D-4FE5-8D9D-80989758EE25}"/>
              </a:ext>
            </a:extLst>
          </p:cNvPr>
          <p:cNvSpPr>
            <a:spLocks xmlns:a="http://schemas.openxmlformats.org/drawingml/2006/main" noGrp="1"/>
          </p:cNvSpPr>
          <p:nvPr/>
        </p:nvSpPr>
        <p:spPr>
          <a:xfrm xmlns:a="http://schemas.openxmlformats.org/drawingml/2006/main">
            <a:off x="15801785" y="5200269"/>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000000"/>
            </a:solidFill>
            <a:prstDash val="solid"/>
          </a:ln>
        </p:spPr>
      </p:sp>
      <p:sp>
        <p:nvSpPr>
          <p:cNvPr id="223" name="dp42-comparison / n230 / path">
            <a:extLst xmlns:a="http://schemas.openxmlformats.org/drawingml/2006/main">
              <a:ext uri="{FF2B5EF4-FFF2-40B4-BE49-F238E27FC236}">
                <a16:creationId xmlns:a16="http://schemas.microsoft.com/office/drawing/2014/main" id="{5013C6DC-ED9E-4D89-8287-4C75F8BE8B52}"/>
              </a:ext>
            </a:extLst>
          </p:cNvPr>
          <p:cNvSpPr>
            <a:spLocks xmlns:a="http://schemas.openxmlformats.org/drawingml/2006/main" noGrp="1"/>
          </p:cNvSpPr>
          <p:nvPr/>
        </p:nvSpPr>
        <p:spPr>
          <a:xfrm xmlns:a="http://schemas.openxmlformats.org/drawingml/2006/main">
            <a:off x="12239625" y="6548438"/>
            <a:ext cx="428625" cy="953"/>
          </a:xfrm>
          <a:custGeom xmlns:a="http://schemas.openxmlformats.org/drawingml/2006/main">
            <a:pathLst>
              <a:path w="428625" h="953">
                <a:moveTo>
                  <a:pt x="0" y="0"/>
                </a:moveTo>
                <a:lnTo>
                  <a:pt x="428625" y="0"/>
                </a:lnTo>
              </a:path>
            </a:pathLst>
          </a:custGeom>
          <a:noFill xmlns:a="http://schemas.openxmlformats.org/drawingml/2006/main"/>
          <a:ln xmlns:a="http://schemas.openxmlformats.org/drawingml/2006/main" w="10478">
            <a:solidFill>
              <a:srgbClr val="B8753F"/>
            </a:solidFill>
            <a:prstDash val="solid"/>
          </a:ln>
        </p:spPr>
      </p:sp>
      <p:sp>
        <p:nvSpPr>
          <p:cNvPr id="224" name="dp42-comparison / n230 / arrow">
            <a:extLst xmlns:a="http://schemas.openxmlformats.org/drawingml/2006/main">
              <a:ext uri="{FF2B5EF4-FFF2-40B4-BE49-F238E27FC236}">
                <a16:creationId xmlns:a16="http://schemas.microsoft.com/office/drawing/2014/main" id="{A9A34A0C-C2E4-4803-9DB4-D631D473F435}"/>
              </a:ext>
            </a:extLst>
          </p:cNvPr>
          <p:cNvSpPr>
            <a:spLocks xmlns:a="http://schemas.openxmlformats.org/drawingml/2006/main" noGrp="1"/>
          </p:cNvSpPr>
          <p:nvPr/>
        </p:nvSpPr>
        <p:spPr>
          <a:xfrm xmlns:a="http://schemas.openxmlformats.org/drawingml/2006/main">
            <a:off x="12601194" y="6514910"/>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B8753F"/>
            </a:solidFill>
            <a:prstDash val="solid"/>
          </a:ln>
        </p:spPr>
      </p:sp>
      <p:sp>
        <p:nvSpPr>
          <p:cNvPr id="225" name="dp42-comparison / n231 / path">
            <a:extLst xmlns:a="http://schemas.openxmlformats.org/drawingml/2006/main">
              <a:ext uri="{FF2B5EF4-FFF2-40B4-BE49-F238E27FC236}">
                <a16:creationId xmlns:a16="http://schemas.microsoft.com/office/drawing/2014/main" id="{940597B1-52B6-4B97-B093-710EDE7D327A}"/>
              </a:ext>
            </a:extLst>
          </p:cNvPr>
          <p:cNvSpPr>
            <a:spLocks xmlns:a="http://schemas.openxmlformats.org/drawingml/2006/main" noGrp="1"/>
          </p:cNvSpPr>
          <p:nvPr/>
        </p:nvSpPr>
        <p:spPr>
          <a:xfrm xmlns:a="http://schemas.openxmlformats.org/drawingml/2006/main">
            <a:off x="14954250" y="6548438"/>
            <a:ext cx="333375" cy="953"/>
          </a:xfrm>
          <a:custGeom xmlns:a="http://schemas.openxmlformats.org/drawingml/2006/main">
            <a:pathLst>
              <a:path w="333375" h="953">
                <a:moveTo>
                  <a:pt x="0" y="0"/>
                </a:moveTo>
                <a:lnTo>
                  <a:pt x="333375" y="0"/>
                </a:lnTo>
              </a:path>
            </a:pathLst>
          </a:custGeom>
          <a:noFill xmlns:a="http://schemas.openxmlformats.org/drawingml/2006/main"/>
          <a:ln xmlns:a="http://schemas.openxmlformats.org/drawingml/2006/main" w="10478">
            <a:solidFill>
              <a:srgbClr val="B8753F"/>
            </a:solidFill>
            <a:prstDash val="solid"/>
          </a:ln>
        </p:spPr>
      </p:sp>
      <p:sp>
        <p:nvSpPr>
          <p:cNvPr id="226" name="dp42-comparison / n231 / arrow">
            <a:extLst xmlns:a="http://schemas.openxmlformats.org/drawingml/2006/main">
              <a:ext uri="{FF2B5EF4-FFF2-40B4-BE49-F238E27FC236}">
                <a16:creationId xmlns:a16="http://schemas.microsoft.com/office/drawing/2014/main" id="{6A3D94FC-A7D1-4911-9833-AEB8E59A63D1}"/>
              </a:ext>
            </a:extLst>
          </p:cNvPr>
          <p:cNvSpPr>
            <a:spLocks xmlns:a="http://schemas.openxmlformats.org/drawingml/2006/main" noGrp="1"/>
          </p:cNvSpPr>
          <p:nvPr/>
        </p:nvSpPr>
        <p:spPr>
          <a:xfrm xmlns:a="http://schemas.openxmlformats.org/drawingml/2006/main">
            <a:off x="15220569" y="6514910"/>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B8753F"/>
            </a:solidFill>
            <a:prstDash val="solid"/>
          </a:ln>
        </p:spPr>
      </p:sp>
      <p:sp>
        <p:nvSpPr>
          <p:cNvPr id="227" name="dp42-comparison / n232 / path">
            <a:extLst xmlns:a="http://schemas.openxmlformats.org/drawingml/2006/main">
              <a:ext uri="{FF2B5EF4-FFF2-40B4-BE49-F238E27FC236}">
                <a16:creationId xmlns:a16="http://schemas.microsoft.com/office/drawing/2014/main" id="{13B46629-4D3E-4F74-A6BF-458A95B58D74}"/>
              </a:ext>
            </a:extLst>
          </p:cNvPr>
          <p:cNvSpPr>
            <a:spLocks xmlns:a="http://schemas.openxmlformats.org/drawingml/2006/main" noGrp="1"/>
          </p:cNvSpPr>
          <p:nvPr/>
        </p:nvSpPr>
        <p:spPr>
          <a:xfrm xmlns:a="http://schemas.openxmlformats.org/drawingml/2006/main">
            <a:off x="9858375" y="6924675"/>
            <a:ext cx="7715250" cy="953"/>
          </a:xfrm>
          <a:custGeom xmlns:a="http://schemas.openxmlformats.org/drawingml/2006/main">
            <a:pathLst>
              <a:path w="7715250" h="953">
                <a:moveTo>
                  <a:pt x="0" y="0"/>
                </a:moveTo>
                <a:lnTo>
                  <a:pt x="7715250" y="0"/>
                </a:lnTo>
              </a:path>
            </a:pathLst>
          </a:custGeom>
          <a:noFill xmlns:a="http://schemas.openxmlformats.org/drawingml/2006/main"/>
          <a:ln xmlns:a="http://schemas.openxmlformats.org/drawingml/2006/main" w="10478">
            <a:solidFill>
              <a:srgbClr val="000000"/>
            </a:solidFill>
            <a:prstDash val="solid"/>
          </a:ln>
        </p:spPr>
      </p:sp>
      <p:sp>
        <p:nvSpPr>
          <p:cNvPr id="228" name="dp42-comparison / n235">
            <a:extLst xmlns:a="http://schemas.openxmlformats.org/drawingml/2006/main">
              <a:ext uri="{FF2B5EF4-FFF2-40B4-BE49-F238E27FC236}">
                <a16:creationId xmlns:a16="http://schemas.microsoft.com/office/drawing/2014/main" id="{C0F16E0F-15C8-4A3B-A91C-6BA12131F2E2}"/>
              </a:ext>
            </a:extLst>
          </p:cNvPr>
          <p:cNvSpPr>
            <a:spLocks xmlns:a="http://schemas.openxmlformats.org/drawingml/2006/main" noGrp="1"/>
          </p:cNvSpPr>
          <p:nvPr/>
        </p:nvSpPr>
        <p:spPr>
          <a:xfrm xmlns:a="http://schemas.openxmlformats.org/drawingml/2006/main">
            <a:off x="9953625" y="7191375"/>
            <a:ext cx="2238375" cy="25717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229" name="dp42-comparison / n236 / text 1">
            <a:extLst xmlns:a="http://schemas.openxmlformats.org/drawingml/2006/main">
              <a:ext uri="{FF2B5EF4-FFF2-40B4-BE49-F238E27FC236}">
                <a16:creationId xmlns:a16="http://schemas.microsoft.com/office/drawing/2014/main" id="{0C4CEB18-67CD-426D-93D0-96C0AEC008C0}"/>
              </a:ext>
            </a:extLst>
          </p:cNvPr>
          <p:cNvSpPr>
            <a:spLocks xmlns:a="http://schemas.openxmlformats.org/drawingml/2006/main" noGrp="1"/>
          </p:cNvSpPr>
          <p:nvPr/>
        </p:nvSpPr>
        <p:spPr>
          <a:xfrm xmlns:a="http://schemas.openxmlformats.org/drawingml/2006/main">
            <a:off x="10039350" y="7227094"/>
            <a:ext cx="2066925"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25" b="1">
                <a:solidFill>
                  <a:srgbClr val="000000"/>
                </a:solidFill>
                <a:latin typeface="Apple SD Gothic Neo"/>
                <a:ea typeface="Apple SD Gothic Neo"/>
                <a:cs typeface="Apple SD Gothic Neo"/>
              </a:defRPr>
            </a:pPr>
            <a:r>
              <a:rPr sz="1125" b="1">
                <a:solidFill>
                  <a:srgbClr val="000000"/>
                </a:solidFill>
                <a:latin typeface="Apple SD Gothic Neo"/>
                <a:ea typeface="Apple SD Gothic Neo"/>
                <a:cs typeface="Apple SD Gothic Neo"/>
              </a:rPr>
              <a:t>대화: 의도 저장</a:t>
            </a:r>
          </a:p>
        </p:txBody>
      </p:sp>
      <p:sp>
        <p:nvSpPr>
          <p:cNvPr id="230" name="dp42-comparison / n237">
            <a:extLst xmlns:a="http://schemas.openxmlformats.org/drawingml/2006/main">
              <a:ext uri="{FF2B5EF4-FFF2-40B4-BE49-F238E27FC236}">
                <a16:creationId xmlns:a16="http://schemas.microsoft.com/office/drawing/2014/main" id="{2F7C3F65-886C-43D1-A38D-BC85ED9FD843}"/>
              </a:ext>
            </a:extLst>
          </p:cNvPr>
          <p:cNvSpPr>
            <a:spLocks xmlns:a="http://schemas.openxmlformats.org/drawingml/2006/main" noGrp="1"/>
          </p:cNvSpPr>
          <p:nvPr/>
        </p:nvSpPr>
        <p:spPr>
          <a:xfrm xmlns:a="http://schemas.openxmlformats.org/drawingml/2006/main">
            <a:off x="12620625" y="7191375"/>
            <a:ext cx="2238375" cy="25717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231" name="dp42-comparison / n238 / text 1">
            <a:extLst xmlns:a="http://schemas.openxmlformats.org/drawingml/2006/main">
              <a:ext uri="{FF2B5EF4-FFF2-40B4-BE49-F238E27FC236}">
                <a16:creationId xmlns:a16="http://schemas.microsoft.com/office/drawing/2014/main" id="{746C78D1-69E5-4981-8BED-B0C6E04C607E}"/>
              </a:ext>
            </a:extLst>
          </p:cNvPr>
          <p:cNvSpPr>
            <a:spLocks xmlns:a="http://schemas.openxmlformats.org/drawingml/2006/main" noGrp="1"/>
          </p:cNvSpPr>
          <p:nvPr/>
        </p:nvSpPr>
        <p:spPr>
          <a:xfrm xmlns:a="http://schemas.openxmlformats.org/drawingml/2006/main">
            <a:off x="12706350" y="7227094"/>
            <a:ext cx="2066925"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25" b="1">
                <a:solidFill>
                  <a:srgbClr val="000000"/>
                </a:solidFill>
                <a:latin typeface="Apple SD Gothic Neo"/>
                <a:ea typeface="Apple SD Gothic Neo"/>
                <a:cs typeface="Apple SD Gothic Neo"/>
              </a:defRPr>
            </a:pPr>
            <a:r>
              <a:rPr sz="1125" b="1">
                <a:solidFill>
                  <a:srgbClr val="000000"/>
                </a:solidFill>
                <a:latin typeface="Apple SD Gothic Neo"/>
                <a:ea typeface="Apple SD Gothic Neo"/>
                <a:cs typeface="Apple SD Gothic Neo"/>
              </a:rPr>
              <a:t>Task: 접수 상태 확정</a:t>
            </a:r>
          </a:p>
        </p:txBody>
      </p:sp>
      <p:sp>
        <p:nvSpPr>
          <p:cNvPr id="232" name="dp42-comparison / n239 / path">
            <a:extLst xmlns:a="http://schemas.openxmlformats.org/drawingml/2006/main">
              <a:ext uri="{FF2B5EF4-FFF2-40B4-BE49-F238E27FC236}">
                <a16:creationId xmlns:a16="http://schemas.microsoft.com/office/drawing/2014/main" id="{6028A230-CC4A-4EB9-B7D4-13D42A98D5BA}"/>
              </a:ext>
            </a:extLst>
          </p:cNvPr>
          <p:cNvSpPr>
            <a:spLocks xmlns:a="http://schemas.openxmlformats.org/drawingml/2006/main" noGrp="1"/>
          </p:cNvSpPr>
          <p:nvPr/>
        </p:nvSpPr>
        <p:spPr>
          <a:xfrm xmlns:a="http://schemas.openxmlformats.org/drawingml/2006/main">
            <a:off x="12192000" y="7319963"/>
            <a:ext cx="428625" cy="953"/>
          </a:xfrm>
          <a:custGeom xmlns:a="http://schemas.openxmlformats.org/drawingml/2006/main">
            <a:pathLst>
              <a:path w="428625" h="953">
                <a:moveTo>
                  <a:pt x="0" y="0"/>
                </a:moveTo>
                <a:lnTo>
                  <a:pt x="428625" y="0"/>
                </a:lnTo>
              </a:path>
            </a:pathLst>
          </a:custGeom>
          <a:noFill xmlns:a="http://schemas.openxmlformats.org/drawingml/2006/main"/>
          <a:ln xmlns:a="http://schemas.openxmlformats.org/drawingml/2006/main" w="10478">
            <a:solidFill>
              <a:srgbClr val="B8753F"/>
            </a:solidFill>
            <a:prstDash val="solid"/>
          </a:ln>
        </p:spPr>
      </p:sp>
      <p:sp>
        <p:nvSpPr>
          <p:cNvPr id="233" name="dp42-comparison / n239 / arrow">
            <a:extLst xmlns:a="http://schemas.openxmlformats.org/drawingml/2006/main">
              <a:ext uri="{FF2B5EF4-FFF2-40B4-BE49-F238E27FC236}">
                <a16:creationId xmlns:a16="http://schemas.microsoft.com/office/drawing/2014/main" id="{5A7BC74B-458D-4402-BF8C-6CAE85057874}"/>
              </a:ext>
            </a:extLst>
          </p:cNvPr>
          <p:cNvSpPr>
            <a:spLocks xmlns:a="http://schemas.openxmlformats.org/drawingml/2006/main" noGrp="1"/>
          </p:cNvSpPr>
          <p:nvPr/>
        </p:nvSpPr>
        <p:spPr>
          <a:xfrm xmlns:a="http://schemas.openxmlformats.org/drawingml/2006/main">
            <a:off x="12553569" y="7286435"/>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B8753F"/>
            </a:solidFill>
            <a:prstDash val="solid"/>
          </a:ln>
        </p:spPr>
      </p:sp>
      <p:sp>
        <p:nvSpPr>
          <p:cNvPr id="234" name="dp42-comparison / n240">
            <a:extLst xmlns:a="http://schemas.openxmlformats.org/drawingml/2006/main">
              <a:ext uri="{FF2B5EF4-FFF2-40B4-BE49-F238E27FC236}">
                <a16:creationId xmlns:a16="http://schemas.microsoft.com/office/drawing/2014/main" id="{FB899F93-0BAC-4C76-8A8B-D2141E6EEFA6}"/>
              </a:ext>
            </a:extLst>
          </p:cNvPr>
          <p:cNvSpPr>
            <a:spLocks xmlns:a="http://schemas.openxmlformats.org/drawingml/2006/main" noGrp="1"/>
          </p:cNvSpPr>
          <p:nvPr/>
        </p:nvSpPr>
        <p:spPr>
          <a:xfrm xmlns:a="http://schemas.openxmlformats.org/drawingml/2006/main">
            <a:off x="15287625" y="7191375"/>
            <a:ext cx="2190750" cy="25717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235" name="dp42-comparison / n241 / text 1">
            <a:extLst xmlns:a="http://schemas.openxmlformats.org/drawingml/2006/main">
              <a:ext uri="{FF2B5EF4-FFF2-40B4-BE49-F238E27FC236}">
                <a16:creationId xmlns:a16="http://schemas.microsoft.com/office/drawing/2014/main" id="{6CF77BF0-1A3D-4651-AFB0-9CF1236EC9DB}"/>
              </a:ext>
            </a:extLst>
          </p:cNvPr>
          <p:cNvSpPr>
            <a:spLocks xmlns:a="http://schemas.openxmlformats.org/drawingml/2006/main" noGrp="1"/>
          </p:cNvSpPr>
          <p:nvPr/>
        </p:nvSpPr>
        <p:spPr>
          <a:xfrm xmlns:a="http://schemas.openxmlformats.org/drawingml/2006/main">
            <a:off x="15373350" y="7227094"/>
            <a:ext cx="2019300"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25" b="1">
                <a:solidFill>
                  <a:srgbClr val="000000"/>
                </a:solidFill>
                <a:latin typeface="Apple SD Gothic Neo"/>
                <a:ea typeface="Apple SD Gothic Neo"/>
                <a:cs typeface="Apple SD Gothic Neo"/>
              </a:defRPr>
            </a:pPr>
            <a:r>
              <a:rPr sz="1125" b="1">
                <a:solidFill>
                  <a:srgbClr val="000000"/>
                </a:solidFill>
                <a:latin typeface="Apple SD Gothic Neo"/>
                <a:ea typeface="Apple SD Gothic Neo"/>
                <a:cs typeface="Apple SD Gothic Neo"/>
              </a:rPr>
              <a:t>대화: 접수 receipt 반영</a:t>
            </a:r>
          </a:p>
        </p:txBody>
      </p:sp>
      <p:sp>
        <p:nvSpPr>
          <p:cNvPr id="236" name="dp42-comparison / n242 / path">
            <a:extLst xmlns:a="http://schemas.openxmlformats.org/drawingml/2006/main">
              <a:ext uri="{FF2B5EF4-FFF2-40B4-BE49-F238E27FC236}">
                <a16:creationId xmlns:a16="http://schemas.microsoft.com/office/drawing/2014/main" id="{42702C04-6723-41E6-A386-7BD3414BB257}"/>
              </a:ext>
            </a:extLst>
          </p:cNvPr>
          <p:cNvSpPr>
            <a:spLocks xmlns:a="http://schemas.openxmlformats.org/drawingml/2006/main" noGrp="1"/>
          </p:cNvSpPr>
          <p:nvPr/>
        </p:nvSpPr>
        <p:spPr>
          <a:xfrm xmlns:a="http://schemas.openxmlformats.org/drawingml/2006/main">
            <a:off x="14859000" y="7319963"/>
            <a:ext cx="428625" cy="953"/>
          </a:xfrm>
          <a:custGeom xmlns:a="http://schemas.openxmlformats.org/drawingml/2006/main">
            <a:pathLst>
              <a:path w="428625" h="953">
                <a:moveTo>
                  <a:pt x="0" y="0"/>
                </a:moveTo>
                <a:lnTo>
                  <a:pt x="428625" y="0"/>
                </a:lnTo>
              </a:path>
            </a:pathLst>
          </a:custGeom>
          <a:noFill xmlns:a="http://schemas.openxmlformats.org/drawingml/2006/main"/>
          <a:ln xmlns:a="http://schemas.openxmlformats.org/drawingml/2006/main" w="10478">
            <a:solidFill>
              <a:srgbClr val="B8753F"/>
            </a:solidFill>
            <a:prstDash val="solid"/>
          </a:ln>
        </p:spPr>
      </p:sp>
      <p:sp>
        <p:nvSpPr>
          <p:cNvPr id="237" name="dp42-comparison / n242 / arrow">
            <a:extLst xmlns:a="http://schemas.openxmlformats.org/drawingml/2006/main">
              <a:ext uri="{FF2B5EF4-FFF2-40B4-BE49-F238E27FC236}">
                <a16:creationId xmlns:a16="http://schemas.microsoft.com/office/drawing/2014/main" id="{3AE55B6B-F115-4960-995C-0DCDCA697916}"/>
              </a:ext>
            </a:extLst>
          </p:cNvPr>
          <p:cNvSpPr>
            <a:spLocks xmlns:a="http://schemas.openxmlformats.org/drawingml/2006/main" noGrp="1"/>
          </p:cNvSpPr>
          <p:nvPr/>
        </p:nvSpPr>
        <p:spPr>
          <a:xfrm xmlns:a="http://schemas.openxmlformats.org/drawingml/2006/main">
            <a:off x="15220569" y="7286435"/>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B8753F"/>
            </a:solidFill>
            <a:prstDash val="solid"/>
          </a:ln>
        </p:spPr>
      </p:sp>
      <p:sp>
        <p:nvSpPr>
          <p:cNvPr id="238" name="dp42-comparison / n159">
            <a:extLst xmlns:a="http://schemas.openxmlformats.org/drawingml/2006/main">
              <a:ext uri="{FF2B5EF4-FFF2-40B4-BE49-F238E27FC236}">
                <a16:creationId xmlns:a16="http://schemas.microsoft.com/office/drawing/2014/main" id="{8D797E00-C43D-4E5A-A97F-93A4AB0CDE2D}"/>
              </a:ext>
            </a:extLst>
          </p:cNvPr>
          <p:cNvSpPr>
            <a:spLocks xmlns:a="http://schemas.openxmlformats.org/drawingml/2006/main" noGrp="1"/>
          </p:cNvSpPr>
          <p:nvPr/>
        </p:nvSpPr>
        <p:spPr>
          <a:xfrm xmlns:a="http://schemas.openxmlformats.org/drawingml/2006/main">
            <a:off x="12858750" y="2409825"/>
            <a:ext cx="4667250" cy="304800"/>
          </a:xfrm>
          <a:custGeom xmlns:a="http://schemas.openxmlformats.org/drawingml/2006/main">
            <a:pathLst>
              <a:path w="4667250" h="304800">
                <a:moveTo>
                  <a:pt x="0" y="0"/>
                </a:moveTo>
                <a:lnTo>
                  <a:pt x="4495800" y="0"/>
                </a:lnTo>
                <a:lnTo>
                  <a:pt x="4667250" y="171450"/>
                </a:lnTo>
                <a:lnTo>
                  <a:pt x="4667250" y="304800"/>
                </a:lnTo>
                <a:lnTo>
                  <a:pt x="0" y="304800"/>
                </a:lnTo>
                <a:close/>
              </a:path>
            </a:pathLst>
          </a:custGeom>
          <a:solidFill xmlns:a="http://schemas.openxmlformats.org/drawingml/2006/main">
            <a:srgbClr val="FFFFFF"/>
          </a:solidFill>
          <a:ln xmlns:a="http://schemas.openxmlformats.org/drawingml/2006/main" w="9525">
            <a:solidFill>
              <a:srgbClr val="000000"/>
            </a:solidFill>
            <a:prstDash val="solid"/>
          </a:ln>
        </p:spPr>
      </p:sp>
      <p:sp>
        <p:nvSpPr>
          <p:cNvPr id="239" name="dp42-comparison / n159 / fold">
            <a:extLst xmlns:a="http://schemas.openxmlformats.org/drawingml/2006/main">
              <a:ext uri="{FF2B5EF4-FFF2-40B4-BE49-F238E27FC236}">
                <a16:creationId xmlns:a16="http://schemas.microsoft.com/office/drawing/2014/main" id="{AB361FB9-3102-497F-9DE3-D192D123A03F}"/>
              </a:ext>
            </a:extLst>
          </p:cNvPr>
          <p:cNvSpPr>
            <a:spLocks xmlns:a="http://schemas.openxmlformats.org/drawingml/2006/main" noGrp="1"/>
          </p:cNvSpPr>
          <p:nvPr/>
        </p:nvSpPr>
        <p:spPr>
          <a:xfrm xmlns:a="http://schemas.openxmlformats.org/drawingml/2006/main">
            <a:off x="17354550" y="2409825"/>
            <a:ext cx="171450" cy="171450"/>
          </a:xfrm>
          <a:custGeom xmlns:a="http://schemas.openxmlformats.org/drawingml/2006/main">
            <a:pathLst>
              <a:path w="171450" h="171450">
                <a:moveTo>
                  <a:pt x="0" y="0"/>
                </a:moveTo>
                <a:lnTo>
                  <a:pt x="0" y="171450"/>
                </a:lnTo>
                <a:lnTo>
                  <a:pt x="171450" y="171450"/>
                </a:lnTo>
              </a:path>
            </a:pathLst>
          </a:custGeom>
          <a:noFill xmlns:a="http://schemas.openxmlformats.org/drawingml/2006/main"/>
          <a:ln xmlns:a="http://schemas.openxmlformats.org/drawingml/2006/main" w="9525">
            <a:solidFill>
              <a:srgbClr val="000000"/>
            </a:solidFill>
            <a:prstDash val="solid"/>
          </a:ln>
        </p:spPr>
      </p:sp>
      <p:sp>
        <p:nvSpPr>
          <p:cNvPr id="240" name="dp42-comparison / n160 / text 1">
            <a:extLst xmlns:a="http://schemas.openxmlformats.org/drawingml/2006/main">
              <a:ext uri="{FF2B5EF4-FFF2-40B4-BE49-F238E27FC236}">
                <a16:creationId xmlns:a16="http://schemas.microsoft.com/office/drawing/2014/main" id="{89524F62-BFC2-427E-AB5E-1E178C99C3BD}"/>
              </a:ext>
            </a:extLst>
          </p:cNvPr>
          <p:cNvSpPr>
            <a:spLocks xmlns:a="http://schemas.openxmlformats.org/drawingml/2006/main" noGrp="1"/>
          </p:cNvSpPr>
          <p:nvPr/>
        </p:nvSpPr>
        <p:spPr>
          <a:xfrm xmlns:a="http://schemas.openxmlformats.org/drawingml/2006/main">
            <a:off x="12954000" y="2466975"/>
            <a:ext cx="4400550"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0">
                <a:solidFill>
                  <a:srgbClr val="000000"/>
                </a:solidFill>
                <a:latin typeface="Apple SD Gothic Neo"/>
                <a:ea typeface="Apple SD Gothic Neo"/>
                <a:cs typeface="Apple SD Gothic Neo"/>
              </a:defRPr>
            </a:pPr>
            <a:r>
              <a:rPr sz="1125" b="0">
                <a:solidFill>
                  <a:srgbClr val="000000"/>
                </a:solidFill>
                <a:latin typeface="Apple SD Gothic Neo"/>
                <a:ea typeface="Apple SD Gothic Neo"/>
                <a:cs typeface="Apple SD Gothic Neo"/>
              </a:rPr>
              <a:t>Input1: “응, 상반기로 해줘”</a:t>
            </a:r>
          </a:p>
        </p:txBody>
      </p:sp>
      <p:sp>
        <p:nvSpPr>
          <p:cNvPr id="241" name="dp42-comparison / n162">
            <a:extLst xmlns:a="http://schemas.openxmlformats.org/drawingml/2006/main">
              <a:ext uri="{FF2B5EF4-FFF2-40B4-BE49-F238E27FC236}">
                <a16:creationId xmlns:a16="http://schemas.microsoft.com/office/drawing/2014/main" id="{1B2C0295-19A9-43B7-A82F-69D0467BC34B}"/>
              </a:ext>
            </a:extLst>
          </p:cNvPr>
          <p:cNvSpPr>
            <a:spLocks xmlns:a="http://schemas.openxmlformats.org/drawingml/2006/main" noGrp="1"/>
          </p:cNvSpPr>
          <p:nvPr/>
        </p:nvSpPr>
        <p:spPr>
          <a:xfrm xmlns:a="http://schemas.openxmlformats.org/drawingml/2006/main">
            <a:off x="9934575" y="2743200"/>
            <a:ext cx="4335780" cy="16764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42" name="dp42-comparison / n163 / text 1">
            <a:extLst xmlns:a="http://schemas.openxmlformats.org/drawingml/2006/main">
              <a:ext uri="{FF2B5EF4-FFF2-40B4-BE49-F238E27FC236}">
                <a16:creationId xmlns:a16="http://schemas.microsoft.com/office/drawing/2014/main" id="{81DA7577-673D-466F-B0B8-7393942574AC}"/>
              </a:ext>
            </a:extLst>
          </p:cNvPr>
          <p:cNvSpPr>
            <a:spLocks xmlns:a="http://schemas.openxmlformats.org/drawingml/2006/main" noGrp="1"/>
          </p:cNvSpPr>
          <p:nvPr/>
        </p:nvSpPr>
        <p:spPr>
          <a:xfrm xmlns:a="http://schemas.openxmlformats.org/drawingml/2006/main">
            <a:off x="9953625" y="2752725"/>
            <a:ext cx="7524750" cy="17954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75" b="0">
                <a:solidFill>
                  <a:srgbClr val="000000"/>
                </a:solidFill>
                <a:latin typeface="Apple SD Gothic Neo"/>
                <a:ea typeface="Apple SD Gothic Neo"/>
                <a:cs typeface="Apple SD Gothic Neo"/>
              </a:defRPr>
            </a:pPr>
            <a:r>
              <a:rPr sz="975" b="0">
                <a:solidFill>
                  <a:srgbClr val="000000"/>
                </a:solidFill>
                <a:latin typeface="Apple SD Gothic Neo"/>
                <a:ea typeface="Apple SD Gothic Neo"/>
                <a:cs typeface="Apple SD Gothic Neo"/>
              </a:rPr>
              <a:t>공통 장면: 보고서 기간 질문 Question1을 Publication1로 실제 제시</a:t>
            </a:r>
          </a:p>
        </p:txBody>
      </p:sp>
      <p:sp>
        <p:nvSpPr>
          <p:cNvPr id="243" name="dp42-comparison / n164">
            <a:extLst xmlns:a="http://schemas.openxmlformats.org/drawingml/2006/main">
              <a:ext uri="{FF2B5EF4-FFF2-40B4-BE49-F238E27FC236}">
                <a16:creationId xmlns:a16="http://schemas.microsoft.com/office/drawing/2014/main" id="{1DB20C02-3AE8-441F-9884-FED47ED1EF53}"/>
              </a:ext>
            </a:extLst>
          </p:cNvPr>
          <p:cNvSpPr>
            <a:spLocks xmlns:a="http://schemas.openxmlformats.org/drawingml/2006/main" noGrp="1"/>
          </p:cNvSpPr>
          <p:nvPr/>
        </p:nvSpPr>
        <p:spPr>
          <a:xfrm xmlns:a="http://schemas.openxmlformats.org/drawingml/2006/main">
            <a:off x="9934575" y="2933700"/>
            <a:ext cx="938022" cy="15621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44" name="dp42-comparison / n165 / text 1">
            <a:extLst xmlns:a="http://schemas.openxmlformats.org/drawingml/2006/main">
              <a:ext uri="{FF2B5EF4-FFF2-40B4-BE49-F238E27FC236}">
                <a16:creationId xmlns:a16="http://schemas.microsoft.com/office/drawing/2014/main" id="{D74D3D00-5AAE-445A-939C-3A4C37F0AABB}"/>
              </a:ext>
            </a:extLst>
          </p:cNvPr>
          <p:cNvSpPr>
            <a:spLocks xmlns:a="http://schemas.openxmlformats.org/drawingml/2006/main" noGrp="1"/>
          </p:cNvSpPr>
          <p:nvPr/>
        </p:nvSpPr>
        <p:spPr>
          <a:xfrm xmlns:a="http://schemas.openxmlformats.org/drawingml/2006/main">
            <a:off x="9953625" y="2943225"/>
            <a:ext cx="1381125"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Conversation1</a:t>
            </a:r>
          </a:p>
        </p:txBody>
      </p:sp>
      <p:sp>
        <p:nvSpPr>
          <p:cNvPr id="245" name="dp42-comparison / n167">
            <a:extLst xmlns:a="http://schemas.openxmlformats.org/drawingml/2006/main">
              <a:ext uri="{FF2B5EF4-FFF2-40B4-BE49-F238E27FC236}">
                <a16:creationId xmlns:a16="http://schemas.microsoft.com/office/drawing/2014/main" id="{EFE38508-A770-4D5B-80F2-7FB7DF7CD3A3}"/>
              </a:ext>
            </a:extLst>
          </p:cNvPr>
          <p:cNvSpPr>
            <a:spLocks xmlns:a="http://schemas.openxmlformats.org/drawingml/2006/main" noGrp="1"/>
          </p:cNvSpPr>
          <p:nvPr/>
        </p:nvSpPr>
        <p:spPr>
          <a:xfrm xmlns:a="http://schemas.openxmlformats.org/drawingml/2006/main">
            <a:off x="11458575" y="2924175"/>
            <a:ext cx="826389" cy="14478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46" name="dp42-comparison / n168 / text 1">
            <a:extLst xmlns:a="http://schemas.openxmlformats.org/drawingml/2006/main">
              <a:ext uri="{FF2B5EF4-FFF2-40B4-BE49-F238E27FC236}">
                <a16:creationId xmlns:a16="http://schemas.microsoft.com/office/drawing/2014/main" id="{E03EFC15-655C-4C39-A607-4B2AED5BC7A1}"/>
              </a:ext>
            </a:extLst>
          </p:cNvPr>
          <p:cNvSpPr>
            <a:spLocks xmlns:a="http://schemas.openxmlformats.org/drawingml/2006/main" noGrp="1"/>
          </p:cNvSpPr>
          <p:nvPr/>
        </p:nvSpPr>
        <p:spPr>
          <a:xfrm xmlns:a="http://schemas.openxmlformats.org/drawingml/2006/main">
            <a:off x="11477625" y="2933700"/>
            <a:ext cx="5953125"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대화 연결 유지</a:t>
            </a:r>
          </a:p>
        </p:txBody>
      </p:sp>
      <p:sp>
        <p:nvSpPr>
          <p:cNvPr id="247" name="dp42-comparison / n169">
            <a:extLst xmlns:a="http://schemas.openxmlformats.org/drawingml/2006/main">
              <a:ext uri="{FF2B5EF4-FFF2-40B4-BE49-F238E27FC236}">
                <a16:creationId xmlns:a16="http://schemas.microsoft.com/office/drawing/2014/main" id="{E739FDA5-107E-4BEE-9FC1-F585DBD56DBA}"/>
              </a:ext>
            </a:extLst>
          </p:cNvPr>
          <p:cNvSpPr>
            <a:spLocks xmlns:a="http://schemas.openxmlformats.org/drawingml/2006/main" noGrp="1"/>
          </p:cNvSpPr>
          <p:nvPr/>
        </p:nvSpPr>
        <p:spPr>
          <a:xfrm xmlns:a="http://schemas.openxmlformats.org/drawingml/2006/main">
            <a:off x="9934575" y="3105150"/>
            <a:ext cx="606552" cy="15621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48" name="dp42-comparison / n170 / text 1">
            <a:extLst xmlns:a="http://schemas.openxmlformats.org/drawingml/2006/main">
              <a:ext uri="{FF2B5EF4-FFF2-40B4-BE49-F238E27FC236}">
                <a16:creationId xmlns:a16="http://schemas.microsoft.com/office/drawing/2014/main" id="{3CEC3175-1E59-4EC1-97CF-D3330E2B87FC}"/>
              </a:ext>
            </a:extLst>
          </p:cNvPr>
          <p:cNvSpPr>
            <a:spLocks xmlns:a="http://schemas.openxmlformats.org/drawingml/2006/main" noGrp="1"/>
          </p:cNvSpPr>
          <p:nvPr/>
        </p:nvSpPr>
        <p:spPr>
          <a:xfrm xmlns:a="http://schemas.openxmlformats.org/drawingml/2006/main">
            <a:off x="9953625" y="3114675"/>
            <a:ext cx="1381125"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Request1</a:t>
            </a:r>
          </a:p>
        </p:txBody>
      </p:sp>
      <p:sp>
        <p:nvSpPr>
          <p:cNvPr id="249" name="dp42-comparison / n172">
            <a:extLst xmlns:a="http://schemas.openxmlformats.org/drawingml/2006/main">
              <a:ext uri="{FF2B5EF4-FFF2-40B4-BE49-F238E27FC236}">
                <a16:creationId xmlns:a16="http://schemas.microsoft.com/office/drawing/2014/main" id="{8740FCA0-CC5D-4FD3-AADC-104C6E7D7326}"/>
              </a:ext>
            </a:extLst>
          </p:cNvPr>
          <p:cNvSpPr>
            <a:spLocks xmlns:a="http://schemas.openxmlformats.org/drawingml/2006/main" noGrp="1"/>
          </p:cNvSpPr>
          <p:nvPr/>
        </p:nvSpPr>
        <p:spPr>
          <a:xfrm xmlns:a="http://schemas.openxmlformats.org/drawingml/2006/main">
            <a:off x="11458575" y="3095625"/>
            <a:ext cx="2177987" cy="14478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50" name="dp42-comparison / n173 / text 1">
            <a:extLst xmlns:a="http://schemas.openxmlformats.org/drawingml/2006/main">
              <a:ext uri="{FF2B5EF4-FFF2-40B4-BE49-F238E27FC236}">
                <a16:creationId xmlns:a16="http://schemas.microsoft.com/office/drawing/2014/main" id="{8F836599-B412-4994-8172-908001C10C2E}"/>
              </a:ext>
            </a:extLst>
          </p:cNvPr>
          <p:cNvSpPr>
            <a:spLocks xmlns:a="http://schemas.openxmlformats.org/drawingml/2006/main" noGrp="1"/>
          </p:cNvSpPr>
          <p:nvPr/>
        </p:nvSpPr>
        <p:spPr>
          <a:xfrm xmlns:a="http://schemas.openxmlformats.org/drawingml/2006/main">
            <a:off x="11477625" y="3105150"/>
            <a:ext cx="5953125"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이번 답변의 외부 접수 확인 후 처리 종료</a:t>
            </a:r>
          </a:p>
        </p:txBody>
      </p:sp>
      <p:sp>
        <p:nvSpPr>
          <p:cNvPr id="251" name="dp42-comparison / n174">
            <a:extLst xmlns:a="http://schemas.openxmlformats.org/drawingml/2006/main">
              <a:ext uri="{FF2B5EF4-FFF2-40B4-BE49-F238E27FC236}">
                <a16:creationId xmlns:a16="http://schemas.microsoft.com/office/drawing/2014/main" id="{C35BBD0B-D1E5-4089-862D-E8AF40C2626D}"/>
              </a:ext>
            </a:extLst>
          </p:cNvPr>
          <p:cNvSpPr>
            <a:spLocks xmlns:a="http://schemas.openxmlformats.org/drawingml/2006/main" noGrp="1"/>
          </p:cNvSpPr>
          <p:nvPr/>
        </p:nvSpPr>
        <p:spPr>
          <a:xfrm xmlns:a="http://schemas.openxmlformats.org/drawingml/2006/main">
            <a:off x="9934575" y="3276600"/>
            <a:ext cx="407670" cy="15621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52" name="dp42-comparison / n175 / text 1">
            <a:extLst xmlns:a="http://schemas.openxmlformats.org/drawingml/2006/main">
              <a:ext uri="{FF2B5EF4-FFF2-40B4-BE49-F238E27FC236}">
                <a16:creationId xmlns:a16="http://schemas.microsoft.com/office/drawing/2014/main" id="{FD299639-9BC6-446B-8B5A-C8C5F8B2A28C}"/>
              </a:ext>
            </a:extLst>
          </p:cNvPr>
          <p:cNvSpPr>
            <a:spLocks xmlns:a="http://schemas.openxmlformats.org/drawingml/2006/main" noGrp="1"/>
          </p:cNvSpPr>
          <p:nvPr/>
        </p:nvSpPr>
        <p:spPr>
          <a:xfrm xmlns:a="http://schemas.openxmlformats.org/drawingml/2006/main">
            <a:off x="9953625" y="3286125"/>
            <a:ext cx="1381125"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Task1</a:t>
            </a:r>
          </a:p>
        </p:txBody>
      </p:sp>
      <p:sp>
        <p:nvSpPr>
          <p:cNvPr id="253" name="dp42-comparison / n177">
            <a:extLst xmlns:a="http://schemas.openxmlformats.org/drawingml/2006/main">
              <a:ext uri="{FF2B5EF4-FFF2-40B4-BE49-F238E27FC236}">
                <a16:creationId xmlns:a16="http://schemas.microsoft.com/office/drawing/2014/main" id="{598E526E-ED85-4744-8771-8DB8D4BC3758}"/>
              </a:ext>
            </a:extLst>
          </p:cNvPr>
          <p:cNvSpPr>
            <a:spLocks xmlns:a="http://schemas.openxmlformats.org/drawingml/2006/main" noGrp="1"/>
          </p:cNvSpPr>
          <p:nvPr/>
        </p:nvSpPr>
        <p:spPr>
          <a:xfrm xmlns:a="http://schemas.openxmlformats.org/drawingml/2006/main">
            <a:off x="11458575" y="3267075"/>
            <a:ext cx="2106740" cy="14478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54" name="dp42-comparison / n178 / text 1">
            <a:extLst xmlns:a="http://schemas.openxmlformats.org/drawingml/2006/main">
              <a:ext uri="{FF2B5EF4-FFF2-40B4-BE49-F238E27FC236}">
                <a16:creationId xmlns:a16="http://schemas.microsoft.com/office/drawing/2014/main" id="{0E7D188B-9C37-4749-81C0-C4DABA81BCAE}"/>
              </a:ext>
            </a:extLst>
          </p:cNvPr>
          <p:cNvSpPr>
            <a:spLocks xmlns:a="http://schemas.openxmlformats.org/drawingml/2006/main" noGrp="1"/>
          </p:cNvSpPr>
          <p:nvPr/>
        </p:nvSpPr>
        <p:spPr>
          <a:xfrm xmlns:a="http://schemas.openxmlformats.org/drawingml/2006/main">
            <a:off x="11477625" y="3276600"/>
            <a:ext cx="5953125"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보고서 Task는 계속 / 대화와 별도 수명</a:t>
            </a:r>
          </a:p>
        </p:txBody>
      </p:sp>
      <p:sp>
        <p:nvSpPr>
          <p:cNvPr id="255" name="dp42-comparison / n179">
            <a:extLst xmlns:a="http://schemas.openxmlformats.org/drawingml/2006/main">
              <a:ext uri="{FF2B5EF4-FFF2-40B4-BE49-F238E27FC236}">
                <a16:creationId xmlns:a16="http://schemas.microsoft.com/office/drawing/2014/main" id="{E4C09B0E-0269-4999-A521-798E4E627C84}"/>
              </a:ext>
            </a:extLst>
          </p:cNvPr>
          <p:cNvSpPr>
            <a:spLocks xmlns:a="http://schemas.openxmlformats.org/drawingml/2006/main" noGrp="1"/>
          </p:cNvSpPr>
          <p:nvPr/>
        </p:nvSpPr>
        <p:spPr>
          <a:xfrm xmlns:a="http://schemas.openxmlformats.org/drawingml/2006/main">
            <a:off x="9934575" y="3448050"/>
            <a:ext cx="739140" cy="15621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56" name="dp42-comparison / n180 / text 1">
            <a:extLst xmlns:a="http://schemas.openxmlformats.org/drawingml/2006/main">
              <a:ext uri="{FF2B5EF4-FFF2-40B4-BE49-F238E27FC236}">
                <a16:creationId xmlns:a16="http://schemas.microsoft.com/office/drawing/2014/main" id="{68923874-9419-4B96-86AE-EBDBDF8FD495}"/>
              </a:ext>
            </a:extLst>
          </p:cNvPr>
          <p:cNvSpPr>
            <a:spLocks xmlns:a="http://schemas.openxmlformats.org/drawingml/2006/main" noGrp="1"/>
          </p:cNvSpPr>
          <p:nvPr/>
        </p:nvSpPr>
        <p:spPr>
          <a:xfrm xmlns:a="http://schemas.openxmlformats.org/drawingml/2006/main">
            <a:off x="9953625" y="3457575"/>
            <a:ext cx="1381125"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Execution1</a:t>
            </a:r>
          </a:p>
        </p:txBody>
      </p:sp>
      <p:sp>
        <p:nvSpPr>
          <p:cNvPr id="257" name="dp42-comparison / n182">
            <a:extLst xmlns:a="http://schemas.openxmlformats.org/drawingml/2006/main">
              <a:ext uri="{FF2B5EF4-FFF2-40B4-BE49-F238E27FC236}">
                <a16:creationId xmlns:a16="http://schemas.microsoft.com/office/drawing/2014/main" id="{6288FB48-88CA-4DCE-A2F5-D136C57D644A}"/>
              </a:ext>
            </a:extLst>
          </p:cNvPr>
          <p:cNvSpPr>
            <a:spLocks xmlns:a="http://schemas.openxmlformats.org/drawingml/2006/main" noGrp="1"/>
          </p:cNvSpPr>
          <p:nvPr/>
        </p:nvSpPr>
        <p:spPr>
          <a:xfrm xmlns:a="http://schemas.openxmlformats.org/drawingml/2006/main">
            <a:off x="11458575" y="3438525"/>
            <a:ext cx="2339340" cy="14478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58" name="dp42-comparison / n183 / text 1">
            <a:extLst xmlns:a="http://schemas.openxmlformats.org/drawingml/2006/main">
              <a:ext uri="{FF2B5EF4-FFF2-40B4-BE49-F238E27FC236}">
                <a16:creationId xmlns:a16="http://schemas.microsoft.com/office/drawing/2014/main" id="{C8ACB1B6-F290-4AF3-85B6-DA75961410AB}"/>
              </a:ext>
            </a:extLst>
          </p:cNvPr>
          <p:cNvSpPr>
            <a:spLocks xmlns:a="http://schemas.openxmlformats.org/drawingml/2006/main" noGrp="1"/>
          </p:cNvSpPr>
          <p:nvPr/>
        </p:nvSpPr>
        <p:spPr>
          <a:xfrm xmlns:a="http://schemas.openxmlformats.org/drawingml/2006/main">
            <a:off x="11477625" y="3448050"/>
            <a:ext cx="5953125"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Downstream Agent의 실제 실행은 별도 수명</a:t>
            </a:r>
          </a:p>
        </p:txBody>
      </p:sp>
      <p:sp>
        <p:nvSpPr>
          <p:cNvPr id="259" name="dp42-comparison / n204">
            <a:extLst xmlns:a="http://schemas.openxmlformats.org/drawingml/2006/main">
              <a:ext uri="{FF2B5EF4-FFF2-40B4-BE49-F238E27FC236}">
                <a16:creationId xmlns:a16="http://schemas.microsoft.com/office/drawing/2014/main" id="{8D8B1B47-34B5-4386-A50D-7EBC561922D5}"/>
              </a:ext>
            </a:extLst>
          </p:cNvPr>
          <p:cNvSpPr>
            <a:spLocks xmlns:a="http://schemas.openxmlformats.org/drawingml/2006/main" noGrp="1"/>
          </p:cNvSpPr>
          <p:nvPr/>
        </p:nvSpPr>
        <p:spPr>
          <a:xfrm xmlns:a="http://schemas.openxmlformats.org/drawingml/2006/main">
            <a:off x="14373225" y="5029200"/>
            <a:ext cx="2190560" cy="14478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60" name="dp42-comparison / n205 / text 1">
            <a:extLst xmlns:a="http://schemas.openxmlformats.org/drawingml/2006/main">
              <a:ext uri="{FF2B5EF4-FFF2-40B4-BE49-F238E27FC236}">
                <a16:creationId xmlns:a16="http://schemas.microsoft.com/office/drawing/2014/main" id="{9C2A022D-798D-4D21-867C-64B15A0092E0}"/>
              </a:ext>
            </a:extLst>
          </p:cNvPr>
          <p:cNvSpPr>
            <a:spLocks xmlns:a="http://schemas.openxmlformats.org/drawingml/2006/main" noGrp="1"/>
          </p:cNvSpPr>
          <p:nvPr/>
        </p:nvSpPr>
        <p:spPr>
          <a:xfrm xmlns:a="http://schemas.openxmlformats.org/drawingml/2006/main">
            <a:off x="14392275" y="5038725"/>
            <a:ext cx="2952750"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Task1: 보고서 / Command1: 상반기 답변</a:t>
            </a:r>
          </a:p>
        </p:txBody>
      </p:sp>
      <p:sp>
        <p:nvSpPr>
          <p:cNvPr id="261" name="dp42-comparison / n212">
            <a:extLst xmlns:a="http://schemas.openxmlformats.org/drawingml/2006/main">
              <a:ext uri="{FF2B5EF4-FFF2-40B4-BE49-F238E27FC236}">
                <a16:creationId xmlns:a16="http://schemas.microsoft.com/office/drawing/2014/main" id="{412B7729-DD55-4D27-B2EA-1C4861F78DAD}"/>
              </a:ext>
            </a:extLst>
          </p:cNvPr>
          <p:cNvSpPr>
            <a:spLocks xmlns:a="http://schemas.openxmlformats.org/drawingml/2006/main" noGrp="1"/>
          </p:cNvSpPr>
          <p:nvPr/>
        </p:nvSpPr>
        <p:spPr>
          <a:xfrm xmlns:a="http://schemas.openxmlformats.org/drawingml/2006/main">
            <a:off x="13106400" y="4000500"/>
            <a:ext cx="628650" cy="1333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62" name="dp42-comparison / n213 / text 1">
            <a:extLst xmlns:a="http://schemas.openxmlformats.org/drawingml/2006/main">
              <a:ext uri="{FF2B5EF4-FFF2-40B4-BE49-F238E27FC236}">
                <a16:creationId xmlns:a16="http://schemas.microsoft.com/office/drawing/2014/main" id="{58DDFCD0-ED96-4464-B414-DA8C028DE8FE}"/>
              </a:ext>
            </a:extLst>
          </p:cNvPr>
          <p:cNvSpPr>
            <a:spLocks xmlns:a="http://schemas.openxmlformats.org/drawingml/2006/main" noGrp="1"/>
          </p:cNvSpPr>
          <p:nvPr/>
        </p:nvSpPr>
        <p:spPr>
          <a:xfrm xmlns:a="http://schemas.openxmlformats.org/drawingml/2006/main">
            <a:off x="13125450" y="4010025"/>
            <a:ext cx="104775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Command1 →</a:t>
            </a:r>
          </a:p>
        </p:txBody>
      </p:sp>
      <p:sp>
        <p:nvSpPr>
          <p:cNvPr id="263" name="dp42-comparison / n215">
            <a:extLst xmlns:a="http://schemas.openxmlformats.org/drawingml/2006/main">
              <a:ext uri="{FF2B5EF4-FFF2-40B4-BE49-F238E27FC236}">
                <a16:creationId xmlns:a16="http://schemas.microsoft.com/office/drawing/2014/main" id="{FB0D8F66-7122-48C8-92A5-0274B3A64606}"/>
              </a:ext>
            </a:extLst>
          </p:cNvPr>
          <p:cNvSpPr>
            <a:spLocks xmlns:a="http://schemas.openxmlformats.org/drawingml/2006/main" noGrp="1"/>
          </p:cNvSpPr>
          <p:nvPr/>
        </p:nvSpPr>
        <p:spPr>
          <a:xfrm xmlns:a="http://schemas.openxmlformats.org/drawingml/2006/main">
            <a:off x="13115925" y="4581525"/>
            <a:ext cx="622935" cy="1333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64" name="dp42-comparison / n216 / text 1">
            <a:extLst xmlns:a="http://schemas.openxmlformats.org/drawingml/2006/main">
              <a:ext uri="{FF2B5EF4-FFF2-40B4-BE49-F238E27FC236}">
                <a16:creationId xmlns:a16="http://schemas.microsoft.com/office/drawing/2014/main" id="{6D86F833-996E-46E6-8CDA-490FED8F511C}"/>
              </a:ext>
            </a:extLst>
          </p:cNvPr>
          <p:cNvSpPr>
            <a:spLocks xmlns:a="http://schemas.openxmlformats.org/drawingml/2006/main" noGrp="1"/>
          </p:cNvSpPr>
          <p:nvPr/>
        </p:nvSpPr>
        <p:spPr>
          <a:xfrm xmlns:a="http://schemas.openxmlformats.org/drawingml/2006/main">
            <a:off x="13134975" y="4591050"/>
            <a:ext cx="97155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 접수 결과</a:t>
            </a:r>
          </a:p>
        </p:txBody>
      </p:sp>
      <p:sp>
        <p:nvSpPr>
          <p:cNvPr id="265" name="dp42-comparison / n219">
            <a:extLst xmlns:a="http://schemas.openxmlformats.org/drawingml/2006/main">
              <a:ext uri="{FF2B5EF4-FFF2-40B4-BE49-F238E27FC236}">
                <a16:creationId xmlns:a16="http://schemas.microsoft.com/office/drawing/2014/main" id="{D18EB63D-23FB-483C-9B10-0213AC418F74}"/>
              </a:ext>
            </a:extLst>
          </p:cNvPr>
          <p:cNvSpPr>
            <a:spLocks xmlns:a="http://schemas.openxmlformats.org/drawingml/2006/main" noGrp="1"/>
          </p:cNvSpPr>
          <p:nvPr/>
        </p:nvSpPr>
        <p:spPr>
          <a:xfrm xmlns:a="http://schemas.openxmlformats.org/drawingml/2006/main">
            <a:off x="10039350" y="5962650"/>
            <a:ext cx="1863090" cy="1333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66" name="dp42-comparison / n220 / text 1">
            <a:extLst xmlns:a="http://schemas.openxmlformats.org/drawingml/2006/main">
              <a:ext uri="{FF2B5EF4-FFF2-40B4-BE49-F238E27FC236}">
                <a16:creationId xmlns:a16="http://schemas.microsoft.com/office/drawing/2014/main" id="{795FE7C5-4DBE-45F9-BDCE-9F2CBCE666E9}"/>
              </a:ext>
            </a:extLst>
          </p:cNvPr>
          <p:cNvSpPr>
            <a:spLocks xmlns:a="http://schemas.openxmlformats.org/drawingml/2006/main" noGrp="1"/>
          </p:cNvSpPr>
          <p:nvPr/>
        </p:nvSpPr>
        <p:spPr>
          <a:xfrm xmlns:a="http://schemas.openxmlformats.org/drawingml/2006/main">
            <a:off x="10058400" y="5972175"/>
            <a:ext cx="2847975"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대화 원본 / 독립 local transaction</a:t>
            </a:r>
          </a:p>
        </p:txBody>
      </p:sp>
      <p:sp>
        <p:nvSpPr>
          <p:cNvPr id="267" name="dp42-comparison / n221">
            <a:extLst xmlns:a="http://schemas.openxmlformats.org/drawingml/2006/main">
              <a:ext uri="{FF2B5EF4-FFF2-40B4-BE49-F238E27FC236}">
                <a16:creationId xmlns:a16="http://schemas.microsoft.com/office/drawing/2014/main" id="{833E6790-CC43-4C47-AD8A-AEBF7FFCF800}"/>
              </a:ext>
            </a:extLst>
          </p:cNvPr>
          <p:cNvSpPr>
            <a:spLocks xmlns:a="http://schemas.openxmlformats.org/drawingml/2006/main" noGrp="1"/>
          </p:cNvSpPr>
          <p:nvPr/>
        </p:nvSpPr>
        <p:spPr>
          <a:xfrm xmlns:a="http://schemas.openxmlformats.org/drawingml/2006/main">
            <a:off x="14277975" y="5962650"/>
            <a:ext cx="1893570" cy="1333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68" name="dp42-comparison / n222 / text 1">
            <a:extLst xmlns:a="http://schemas.openxmlformats.org/drawingml/2006/main">
              <a:ext uri="{FF2B5EF4-FFF2-40B4-BE49-F238E27FC236}">
                <a16:creationId xmlns:a16="http://schemas.microsoft.com/office/drawing/2014/main" id="{E5AB5929-5322-487D-9087-29E0FCF438AC}"/>
              </a:ext>
            </a:extLst>
          </p:cNvPr>
          <p:cNvSpPr>
            <a:spLocks xmlns:a="http://schemas.openxmlformats.org/drawingml/2006/main" noGrp="1"/>
          </p:cNvSpPr>
          <p:nvPr/>
        </p:nvSpPr>
        <p:spPr>
          <a:xfrm xmlns:a="http://schemas.openxmlformats.org/drawingml/2006/main">
            <a:off x="14297025" y="5972175"/>
            <a:ext cx="3114675"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Task 원본 / 독립 local transaction</a:t>
            </a:r>
          </a:p>
        </p:txBody>
      </p:sp>
      <p:sp>
        <p:nvSpPr>
          <p:cNvPr id="269" name="dp42-comparison / n224">
            <a:extLst xmlns:a="http://schemas.openxmlformats.org/drawingml/2006/main">
              <a:ext uri="{FF2B5EF4-FFF2-40B4-BE49-F238E27FC236}">
                <a16:creationId xmlns:a16="http://schemas.microsoft.com/office/drawing/2014/main" id="{00F84D95-9A85-41BB-8337-E0E2C3313BFB}"/>
              </a:ext>
            </a:extLst>
          </p:cNvPr>
          <p:cNvSpPr>
            <a:spLocks xmlns:a="http://schemas.openxmlformats.org/drawingml/2006/main" noGrp="1"/>
          </p:cNvSpPr>
          <p:nvPr/>
        </p:nvSpPr>
        <p:spPr>
          <a:xfrm xmlns:a="http://schemas.openxmlformats.org/drawingml/2006/main">
            <a:off x="9953625" y="6191250"/>
            <a:ext cx="2286000" cy="714375"/>
          </a:xfrm>
          <a:custGeom xmlns:a="http://schemas.openxmlformats.org/drawingml/2006/main">
            <a:pathLst>
              <a:path w="2286000" h="714375">
                <a:moveTo>
                  <a:pt x="0" y="0"/>
                </a:moveTo>
                <a:lnTo>
                  <a:pt x="2114550" y="0"/>
                </a:lnTo>
                <a:lnTo>
                  <a:pt x="2286000" y="171450"/>
                </a:lnTo>
                <a:lnTo>
                  <a:pt x="2286000" y="714375"/>
                </a:lnTo>
                <a:lnTo>
                  <a:pt x="0" y="714375"/>
                </a:lnTo>
                <a:close/>
              </a:path>
            </a:pathLst>
          </a:custGeom>
          <a:solidFill xmlns:a="http://schemas.openxmlformats.org/drawingml/2006/main">
            <a:srgbClr val="FFFFFF"/>
          </a:solidFill>
          <a:ln xmlns:a="http://schemas.openxmlformats.org/drawingml/2006/main" w="9525">
            <a:solidFill>
              <a:srgbClr val="000000"/>
            </a:solidFill>
            <a:prstDash val="solid"/>
          </a:ln>
        </p:spPr>
      </p:sp>
      <p:sp>
        <p:nvSpPr>
          <p:cNvPr id="270" name="dp42-comparison / n224 / fold">
            <a:extLst xmlns:a="http://schemas.openxmlformats.org/drawingml/2006/main">
              <a:ext uri="{FF2B5EF4-FFF2-40B4-BE49-F238E27FC236}">
                <a16:creationId xmlns:a16="http://schemas.microsoft.com/office/drawing/2014/main" id="{9F1AFFC1-108D-4438-AFC3-C6B860A39395}"/>
              </a:ext>
            </a:extLst>
          </p:cNvPr>
          <p:cNvSpPr>
            <a:spLocks xmlns:a="http://schemas.openxmlformats.org/drawingml/2006/main" noGrp="1"/>
          </p:cNvSpPr>
          <p:nvPr/>
        </p:nvSpPr>
        <p:spPr>
          <a:xfrm xmlns:a="http://schemas.openxmlformats.org/drawingml/2006/main">
            <a:off x="12068175" y="6191250"/>
            <a:ext cx="171450" cy="171450"/>
          </a:xfrm>
          <a:custGeom xmlns:a="http://schemas.openxmlformats.org/drawingml/2006/main">
            <a:pathLst>
              <a:path w="171450" h="171450">
                <a:moveTo>
                  <a:pt x="0" y="0"/>
                </a:moveTo>
                <a:lnTo>
                  <a:pt x="0" y="171450"/>
                </a:lnTo>
                <a:lnTo>
                  <a:pt x="171450" y="171450"/>
                </a:lnTo>
              </a:path>
            </a:pathLst>
          </a:custGeom>
          <a:noFill xmlns:a="http://schemas.openxmlformats.org/drawingml/2006/main"/>
          <a:ln xmlns:a="http://schemas.openxmlformats.org/drawingml/2006/main" w="9525">
            <a:solidFill>
              <a:srgbClr val="000000"/>
            </a:solidFill>
            <a:prstDash val="solid"/>
          </a:ln>
        </p:spPr>
      </p:sp>
      <p:sp>
        <p:nvSpPr>
          <p:cNvPr id="271" name="dp42-comparison / n225 / text 1">
            <a:extLst xmlns:a="http://schemas.openxmlformats.org/drawingml/2006/main">
              <a:ext uri="{FF2B5EF4-FFF2-40B4-BE49-F238E27FC236}">
                <a16:creationId xmlns:a16="http://schemas.microsoft.com/office/drawing/2014/main" id="{328B5138-F578-470D-94A8-3EA98A5763E6}"/>
              </a:ext>
            </a:extLst>
          </p:cNvPr>
          <p:cNvSpPr>
            <a:spLocks xmlns:a="http://schemas.openxmlformats.org/drawingml/2006/main" noGrp="1"/>
          </p:cNvSpPr>
          <p:nvPr/>
        </p:nvSpPr>
        <p:spPr>
          <a:xfrm xmlns:a="http://schemas.openxmlformats.org/drawingml/2006/main">
            <a:off x="10048875" y="6248400"/>
            <a:ext cx="2019300" cy="14501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88" b="0">
                <a:solidFill>
                  <a:srgbClr val="000000"/>
                </a:solidFill>
                <a:latin typeface="Apple SD Gothic Neo"/>
                <a:ea typeface="Apple SD Gothic Neo"/>
                <a:cs typeface="Apple SD Gothic Neo"/>
              </a:defRPr>
            </a:pPr>
            <a:r>
              <a:rPr sz="788" b="0">
                <a:solidFill>
                  <a:srgbClr val="000000"/>
                </a:solidFill>
                <a:latin typeface="Apple SD Gothic Neo"/>
                <a:ea typeface="Apple SD Gothic Neo"/>
                <a:cs typeface="Apple SD Gothic Neo"/>
              </a:rPr>
              <a:t>① 대화 저장 / 접수 대기</a:t>
            </a:r>
          </a:p>
        </p:txBody>
      </p:sp>
      <p:sp>
        <p:nvSpPr>
          <p:cNvPr id="272" name="dp42-comparison / n225 / text 2">
            <a:extLst xmlns:a="http://schemas.openxmlformats.org/drawingml/2006/main">
              <a:ext uri="{FF2B5EF4-FFF2-40B4-BE49-F238E27FC236}">
                <a16:creationId xmlns:a16="http://schemas.microsoft.com/office/drawing/2014/main" id="{D7E2CA60-ACE8-4B38-A97B-12E2E7C3624C}"/>
              </a:ext>
            </a:extLst>
          </p:cNvPr>
          <p:cNvSpPr>
            <a:spLocks xmlns:a="http://schemas.openxmlformats.org/drawingml/2006/main" noGrp="1"/>
          </p:cNvSpPr>
          <p:nvPr/>
        </p:nvSpPr>
        <p:spPr>
          <a:xfrm xmlns:a="http://schemas.openxmlformats.org/drawingml/2006/main">
            <a:off x="10048875" y="6368415"/>
            <a:ext cx="2019300" cy="14501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88" b="0">
                <a:solidFill>
                  <a:srgbClr val="000000"/>
                </a:solidFill>
                <a:latin typeface="Apple SD Gothic Neo"/>
                <a:ea typeface="Apple SD Gothic Neo"/>
                <a:cs typeface="Apple SD Gothic Neo"/>
              </a:defRPr>
            </a:pPr>
            <a:r>
              <a:rPr sz="788" b="0">
                <a:solidFill>
                  <a:srgbClr val="000000"/>
                </a:solidFill>
                <a:latin typeface="Apple SD Gothic Neo"/>
                <a:ea typeface="Apple SD Gothic Neo"/>
                <a:cs typeface="Apple SD Gothic Neo"/>
              </a:rPr>
              <a:t>command_id:Command1 / request_id:Request1</a:t>
            </a:r>
          </a:p>
        </p:txBody>
      </p:sp>
      <p:sp>
        <p:nvSpPr>
          <p:cNvPr id="273" name="dp42-comparison / n225 / text 3">
            <a:extLst xmlns:a="http://schemas.openxmlformats.org/drawingml/2006/main">
              <a:ext uri="{FF2B5EF4-FFF2-40B4-BE49-F238E27FC236}">
                <a16:creationId xmlns:a16="http://schemas.microsoft.com/office/drawing/2014/main" id="{5518B2EC-EC94-4A45-A61F-EB53350630C0}"/>
              </a:ext>
            </a:extLst>
          </p:cNvPr>
          <p:cNvSpPr>
            <a:spLocks xmlns:a="http://schemas.openxmlformats.org/drawingml/2006/main" noGrp="1"/>
          </p:cNvSpPr>
          <p:nvPr/>
        </p:nvSpPr>
        <p:spPr>
          <a:xfrm xmlns:a="http://schemas.openxmlformats.org/drawingml/2006/main">
            <a:off x="10048875" y="6488430"/>
            <a:ext cx="2019300" cy="14501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88" b="0">
                <a:solidFill>
                  <a:srgbClr val="000000"/>
                </a:solidFill>
                <a:latin typeface="Apple SD Gothic Neo"/>
                <a:ea typeface="Apple SD Gothic Neo"/>
                <a:cs typeface="Apple SD Gothic Neo"/>
              </a:defRPr>
            </a:pPr>
            <a:r>
              <a:rPr sz="788" b="0">
                <a:solidFill>
                  <a:srgbClr val="000000"/>
                </a:solidFill>
                <a:latin typeface="Apple SD Gothic Neo"/>
                <a:ea typeface="Apple SD Gothic Neo"/>
                <a:cs typeface="Apple SD Gothic Neo"/>
              </a:rPr>
              <a:t>task_id:Task1 / question_id:Question1</a:t>
            </a:r>
          </a:p>
        </p:txBody>
      </p:sp>
      <p:sp>
        <p:nvSpPr>
          <p:cNvPr id="274" name="dp42-comparison / n225 / text 4">
            <a:extLst xmlns:a="http://schemas.openxmlformats.org/drawingml/2006/main">
              <a:ext uri="{FF2B5EF4-FFF2-40B4-BE49-F238E27FC236}">
                <a16:creationId xmlns:a16="http://schemas.microsoft.com/office/drawing/2014/main" id="{2D788F36-A9C2-403D-8A35-FB0406F1405D}"/>
              </a:ext>
            </a:extLst>
          </p:cNvPr>
          <p:cNvSpPr>
            <a:spLocks xmlns:a="http://schemas.openxmlformats.org/drawingml/2006/main" noGrp="1"/>
          </p:cNvSpPr>
          <p:nvPr/>
        </p:nvSpPr>
        <p:spPr>
          <a:xfrm xmlns:a="http://schemas.openxmlformats.org/drawingml/2006/main">
            <a:off x="10048875" y="6608445"/>
            <a:ext cx="2019300" cy="14501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88" b="0">
                <a:solidFill>
                  <a:srgbClr val="000000"/>
                </a:solidFill>
                <a:latin typeface="Apple SD Gothic Neo"/>
                <a:ea typeface="Apple SD Gothic Neo"/>
                <a:cs typeface="Apple SD Gothic Neo"/>
              </a:defRPr>
            </a:pPr>
            <a:r>
              <a:rPr sz="788" b="0">
                <a:solidFill>
                  <a:srgbClr val="000000"/>
                </a:solidFill>
                <a:latin typeface="Apple SD Gothic Neo"/>
                <a:ea typeface="Apple SD Gothic Neo"/>
                <a:cs typeface="Apple SD Gothic Neo"/>
              </a:rPr>
              <a:t>payload.answer:상반기</a:t>
            </a:r>
          </a:p>
        </p:txBody>
      </p:sp>
      <p:sp>
        <p:nvSpPr>
          <p:cNvPr id="275" name="dp42-comparison / n225 / text 5">
            <a:extLst xmlns:a="http://schemas.openxmlformats.org/drawingml/2006/main">
              <a:ext uri="{FF2B5EF4-FFF2-40B4-BE49-F238E27FC236}">
                <a16:creationId xmlns:a16="http://schemas.microsoft.com/office/drawing/2014/main" id="{A04ACE16-E8C5-415D-BCD7-2461886AF2A1}"/>
              </a:ext>
            </a:extLst>
          </p:cNvPr>
          <p:cNvSpPr>
            <a:spLocks xmlns:a="http://schemas.openxmlformats.org/drawingml/2006/main" noGrp="1"/>
          </p:cNvSpPr>
          <p:nvPr/>
        </p:nvSpPr>
        <p:spPr>
          <a:xfrm xmlns:a="http://schemas.openxmlformats.org/drawingml/2006/main">
            <a:off x="10048875" y="6728460"/>
            <a:ext cx="2019300" cy="14501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88" b="0">
                <a:solidFill>
                  <a:srgbClr val="000000"/>
                </a:solidFill>
                <a:latin typeface="Apple SD Gothic Neo"/>
                <a:ea typeface="Apple SD Gothic Neo"/>
                <a:cs typeface="Apple SD Gothic Neo"/>
              </a:defRPr>
            </a:pPr>
            <a:r>
              <a:rPr sz="788" b="0">
                <a:solidFill>
                  <a:srgbClr val="000000"/>
                </a:solidFill>
                <a:latin typeface="Apple SD Gothic Neo"/>
                <a:ea typeface="Apple SD Gothic Neo"/>
                <a:cs typeface="Apple SD Gothic Neo"/>
              </a:rPr>
              <a:t>expected_question_revision:7</a:t>
            </a:r>
          </a:p>
        </p:txBody>
      </p:sp>
      <p:sp>
        <p:nvSpPr>
          <p:cNvPr id="276" name="dp42-comparison / n226">
            <a:extLst xmlns:a="http://schemas.openxmlformats.org/drawingml/2006/main">
              <a:ext uri="{FF2B5EF4-FFF2-40B4-BE49-F238E27FC236}">
                <a16:creationId xmlns:a16="http://schemas.microsoft.com/office/drawing/2014/main" id="{D512F4E7-262F-4C72-A063-37B41111BEB5}"/>
              </a:ext>
            </a:extLst>
          </p:cNvPr>
          <p:cNvSpPr>
            <a:spLocks xmlns:a="http://schemas.openxmlformats.org/drawingml/2006/main" noGrp="1"/>
          </p:cNvSpPr>
          <p:nvPr/>
        </p:nvSpPr>
        <p:spPr>
          <a:xfrm xmlns:a="http://schemas.openxmlformats.org/drawingml/2006/main">
            <a:off x="12668250" y="6191250"/>
            <a:ext cx="2286000" cy="714375"/>
          </a:xfrm>
          <a:custGeom xmlns:a="http://schemas.openxmlformats.org/drawingml/2006/main">
            <a:pathLst>
              <a:path w="2286000" h="714375">
                <a:moveTo>
                  <a:pt x="0" y="0"/>
                </a:moveTo>
                <a:lnTo>
                  <a:pt x="2114550" y="0"/>
                </a:lnTo>
                <a:lnTo>
                  <a:pt x="2286000" y="171450"/>
                </a:lnTo>
                <a:lnTo>
                  <a:pt x="2286000" y="714375"/>
                </a:lnTo>
                <a:lnTo>
                  <a:pt x="0" y="714375"/>
                </a:lnTo>
                <a:close/>
              </a:path>
            </a:pathLst>
          </a:custGeom>
          <a:solidFill xmlns:a="http://schemas.openxmlformats.org/drawingml/2006/main">
            <a:srgbClr val="FFFFFF"/>
          </a:solidFill>
          <a:ln xmlns:a="http://schemas.openxmlformats.org/drawingml/2006/main" w="9525">
            <a:solidFill>
              <a:srgbClr val="000000"/>
            </a:solidFill>
            <a:prstDash val="solid"/>
          </a:ln>
        </p:spPr>
      </p:sp>
      <p:sp>
        <p:nvSpPr>
          <p:cNvPr id="277" name="dp42-comparison / n226 / fold">
            <a:extLst xmlns:a="http://schemas.openxmlformats.org/drawingml/2006/main">
              <a:ext uri="{FF2B5EF4-FFF2-40B4-BE49-F238E27FC236}">
                <a16:creationId xmlns:a16="http://schemas.microsoft.com/office/drawing/2014/main" id="{0624FABC-DA4E-49EF-B034-03B1FF43291A}"/>
              </a:ext>
            </a:extLst>
          </p:cNvPr>
          <p:cNvSpPr>
            <a:spLocks xmlns:a="http://schemas.openxmlformats.org/drawingml/2006/main" noGrp="1"/>
          </p:cNvSpPr>
          <p:nvPr/>
        </p:nvSpPr>
        <p:spPr>
          <a:xfrm xmlns:a="http://schemas.openxmlformats.org/drawingml/2006/main">
            <a:off x="14782800" y="6191250"/>
            <a:ext cx="171450" cy="171450"/>
          </a:xfrm>
          <a:custGeom xmlns:a="http://schemas.openxmlformats.org/drawingml/2006/main">
            <a:pathLst>
              <a:path w="171450" h="171450">
                <a:moveTo>
                  <a:pt x="0" y="0"/>
                </a:moveTo>
                <a:lnTo>
                  <a:pt x="0" y="171450"/>
                </a:lnTo>
                <a:lnTo>
                  <a:pt x="171450" y="171450"/>
                </a:lnTo>
              </a:path>
            </a:pathLst>
          </a:custGeom>
          <a:noFill xmlns:a="http://schemas.openxmlformats.org/drawingml/2006/main"/>
          <a:ln xmlns:a="http://schemas.openxmlformats.org/drawingml/2006/main" w="9525">
            <a:solidFill>
              <a:srgbClr val="000000"/>
            </a:solidFill>
            <a:prstDash val="solid"/>
          </a:ln>
        </p:spPr>
      </p:sp>
      <p:sp>
        <p:nvSpPr>
          <p:cNvPr id="278" name="dp42-comparison / n227 / text 1">
            <a:extLst xmlns:a="http://schemas.openxmlformats.org/drawingml/2006/main">
              <a:ext uri="{FF2B5EF4-FFF2-40B4-BE49-F238E27FC236}">
                <a16:creationId xmlns:a16="http://schemas.microsoft.com/office/drawing/2014/main" id="{F1D818C9-6AB7-44B9-96B3-8304F4D88A0A}"/>
              </a:ext>
            </a:extLst>
          </p:cNvPr>
          <p:cNvSpPr>
            <a:spLocks xmlns:a="http://schemas.openxmlformats.org/drawingml/2006/main" noGrp="1"/>
          </p:cNvSpPr>
          <p:nvPr/>
        </p:nvSpPr>
        <p:spPr>
          <a:xfrm xmlns:a="http://schemas.openxmlformats.org/drawingml/2006/main">
            <a:off x="12763500" y="6248400"/>
            <a:ext cx="2019300"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② Task 상태 확정 / 내부 접수</a:t>
            </a:r>
          </a:p>
        </p:txBody>
      </p:sp>
      <p:sp>
        <p:nvSpPr>
          <p:cNvPr id="279" name="dp42-comparison / n227 / text 2">
            <a:extLst xmlns:a="http://schemas.openxmlformats.org/drawingml/2006/main">
              <a:ext uri="{FF2B5EF4-FFF2-40B4-BE49-F238E27FC236}">
                <a16:creationId xmlns:a16="http://schemas.microsoft.com/office/drawing/2014/main" id="{FEA3AFA9-8F14-4BAD-A412-067A6209EA1F}"/>
              </a:ext>
            </a:extLst>
          </p:cNvPr>
          <p:cNvSpPr>
            <a:spLocks xmlns:a="http://schemas.openxmlformats.org/drawingml/2006/main" noGrp="1"/>
          </p:cNvSpPr>
          <p:nvPr/>
        </p:nvSpPr>
        <p:spPr>
          <a:xfrm xmlns:a="http://schemas.openxmlformats.org/drawingml/2006/main">
            <a:off x="12763500" y="6374130"/>
            <a:ext cx="2019300"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Question1: ANSWERED</a:t>
            </a:r>
          </a:p>
        </p:txBody>
      </p:sp>
      <p:sp>
        <p:nvSpPr>
          <p:cNvPr id="280" name="dp42-comparison / n227 / text 3">
            <a:extLst xmlns:a="http://schemas.openxmlformats.org/drawingml/2006/main">
              <a:ext uri="{FF2B5EF4-FFF2-40B4-BE49-F238E27FC236}">
                <a16:creationId xmlns:a16="http://schemas.microsoft.com/office/drawing/2014/main" id="{3BCECF84-58FD-4AD6-870F-375168F99C80}"/>
              </a:ext>
            </a:extLst>
          </p:cNvPr>
          <p:cNvSpPr>
            <a:spLocks xmlns:a="http://schemas.openxmlformats.org/drawingml/2006/main" noGrp="1"/>
          </p:cNvSpPr>
          <p:nvPr/>
        </p:nvSpPr>
        <p:spPr>
          <a:xfrm xmlns:a="http://schemas.openxmlformats.org/drawingml/2006/main">
            <a:off x="12763500" y="6499860"/>
            <a:ext cx="2019300"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Command1: PENDING</a:t>
            </a:r>
          </a:p>
        </p:txBody>
      </p:sp>
      <p:sp>
        <p:nvSpPr>
          <p:cNvPr id="281" name="dp42-comparison / n227 / text 4">
            <a:extLst xmlns:a="http://schemas.openxmlformats.org/drawingml/2006/main">
              <a:ext uri="{FF2B5EF4-FFF2-40B4-BE49-F238E27FC236}">
                <a16:creationId xmlns:a16="http://schemas.microsoft.com/office/drawing/2014/main" id="{4A5BE90F-05D3-410A-85BC-10965A57DC5A}"/>
              </a:ext>
            </a:extLst>
          </p:cNvPr>
          <p:cNvSpPr>
            <a:spLocks xmlns:a="http://schemas.openxmlformats.org/drawingml/2006/main" noGrp="1"/>
          </p:cNvSpPr>
          <p:nvPr/>
        </p:nvSpPr>
        <p:spPr>
          <a:xfrm xmlns:a="http://schemas.openxmlformats.org/drawingml/2006/main">
            <a:off x="12763500" y="6625590"/>
            <a:ext cx="2019300"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acceptance_status:ACCEPTED</a:t>
            </a:r>
          </a:p>
        </p:txBody>
      </p:sp>
      <p:sp>
        <p:nvSpPr>
          <p:cNvPr id="282" name="dp42-comparison / n227 / text 5">
            <a:extLst xmlns:a="http://schemas.openxmlformats.org/drawingml/2006/main">
              <a:ext uri="{FF2B5EF4-FFF2-40B4-BE49-F238E27FC236}">
                <a16:creationId xmlns:a16="http://schemas.microsoft.com/office/drawing/2014/main" id="{979139F4-BB3C-4352-BB4E-A64E54C1ADA7}"/>
              </a:ext>
            </a:extLst>
          </p:cNvPr>
          <p:cNvSpPr>
            <a:spLocks xmlns:a="http://schemas.openxmlformats.org/drawingml/2006/main" noGrp="1"/>
          </p:cNvSpPr>
          <p:nvPr/>
        </p:nvSpPr>
        <p:spPr>
          <a:xfrm xmlns:a="http://schemas.openxmlformats.org/drawingml/2006/main">
            <a:off x="12763500" y="6751320"/>
            <a:ext cx="2019300"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확정 접수 결과도 함께 저장</a:t>
            </a:r>
          </a:p>
        </p:txBody>
      </p:sp>
      <p:sp>
        <p:nvSpPr>
          <p:cNvPr id="283" name="dp42-comparison / n228">
            <a:extLst xmlns:a="http://schemas.openxmlformats.org/drawingml/2006/main">
              <a:ext uri="{FF2B5EF4-FFF2-40B4-BE49-F238E27FC236}">
                <a16:creationId xmlns:a16="http://schemas.microsoft.com/office/drawing/2014/main" id="{160875C4-2B5E-4DE6-BF41-FD3159DADBB0}"/>
              </a:ext>
            </a:extLst>
          </p:cNvPr>
          <p:cNvSpPr>
            <a:spLocks xmlns:a="http://schemas.openxmlformats.org/drawingml/2006/main" noGrp="1"/>
          </p:cNvSpPr>
          <p:nvPr/>
        </p:nvSpPr>
        <p:spPr>
          <a:xfrm xmlns:a="http://schemas.openxmlformats.org/drawingml/2006/main">
            <a:off x="15287625" y="6191250"/>
            <a:ext cx="2190750" cy="714375"/>
          </a:xfrm>
          <a:custGeom xmlns:a="http://schemas.openxmlformats.org/drawingml/2006/main">
            <a:pathLst>
              <a:path w="2190750" h="714375">
                <a:moveTo>
                  <a:pt x="0" y="0"/>
                </a:moveTo>
                <a:lnTo>
                  <a:pt x="2019300" y="0"/>
                </a:lnTo>
                <a:lnTo>
                  <a:pt x="2190750" y="171450"/>
                </a:lnTo>
                <a:lnTo>
                  <a:pt x="2190750" y="714375"/>
                </a:lnTo>
                <a:lnTo>
                  <a:pt x="0" y="714375"/>
                </a:lnTo>
                <a:close/>
              </a:path>
            </a:pathLst>
          </a:custGeom>
          <a:solidFill xmlns:a="http://schemas.openxmlformats.org/drawingml/2006/main">
            <a:srgbClr val="FFFFFF"/>
          </a:solidFill>
          <a:ln xmlns:a="http://schemas.openxmlformats.org/drawingml/2006/main" w="9525">
            <a:solidFill>
              <a:srgbClr val="000000"/>
            </a:solidFill>
            <a:prstDash val="solid"/>
          </a:ln>
        </p:spPr>
      </p:sp>
      <p:sp>
        <p:nvSpPr>
          <p:cNvPr id="284" name="dp42-comparison / n228 / fold">
            <a:extLst xmlns:a="http://schemas.openxmlformats.org/drawingml/2006/main">
              <a:ext uri="{FF2B5EF4-FFF2-40B4-BE49-F238E27FC236}">
                <a16:creationId xmlns:a16="http://schemas.microsoft.com/office/drawing/2014/main" id="{3DD79152-E014-49B7-9748-F249166A35BF}"/>
              </a:ext>
            </a:extLst>
          </p:cNvPr>
          <p:cNvSpPr>
            <a:spLocks xmlns:a="http://schemas.openxmlformats.org/drawingml/2006/main" noGrp="1"/>
          </p:cNvSpPr>
          <p:nvPr/>
        </p:nvSpPr>
        <p:spPr>
          <a:xfrm xmlns:a="http://schemas.openxmlformats.org/drawingml/2006/main">
            <a:off x="17306925" y="6191250"/>
            <a:ext cx="171450" cy="171450"/>
          </a:xfrm>
          <a:custGeom xmlns:a="http://schemas.openxmlformats.org/drawingml/2006/main">
            <a:pathLst>
              <a:path w="171450" h="171450">
                <a:moveTo>
                  <a:pt x="0" y="0"/>
                </a:moveTo>
                <a:lnTo>
                  <a:pt x="0" y="171450"/>
                </a:lnTo>
                <a:lnTo>
                  <a:pt x="171450" y="171450"/>
                </a:lnTo>
              </a:path>
            </a:pathLst>
          </a:custGeom>
          <a:noFill xmlns:a="http://schemas.openxmlformats.org/drawingml/2006/main"/>
          <a:ln xmlns:a="http://schemas.openxmlformats.org/drawingml/2006/main" w="9525">
            <a:solidFill>
              <a:srgbClr val="000000"/>
            </a:solidFill>
            <a:prstDash val="solid"/>
          </a:ln>
        </p:spPr>
      </p:sp>
      <p:sp>
        <p:nvSpPr>
          <p:cNvPr id="285" name="dp42-comparison / n229 / text 1">
            <a:extLst xmlns:a="http://schemas.openxmlformats.org/drawingml/2006/main">
              <a:ext uri="{FF2B5EF4-FFF2-40B4-BE49-F238E27FC236}">
                <a16:creationId xmlns:a16="http://schemas.microsoft.com/office/drawing/2014/main" id="{0245FE25-D17B-40BD-9075-8938103B4DC6}"/>
              </a:ext>
            </a:extLst>
          </p:cNvPr>
          <p:cNvSpPr>
            <a:spLocks xmlns:a="http://schemas.openxmlformats.org/drawingml/2006/main" noGrp="1"/>
          </p:cNvSpPr>
          <p:nvPr/>
        </p:nvSpPr>
        <p:spPr>
          <a:xfrm xmlns:a="http://schemas.openxmlformats.org/drawingml/2006/main">
            <a:off x="15382875" y="6248400"/>
            <a:ext cx="1924050" cy="14501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88" b="0">
                <a:solidFill>
                  <a:srgbClr val="000000"/>
                </a:solidFill>
                <a:latin typeface="Apple SD Gothic Neo"/>
                <a:ea typeface="Apple SD Gothic Neo"/>
                <a:cs typeface="Apple SD Gothic Neo"/>
              </a:defRPr>
            </a:pPr>
            <a:r>
              <a:rPr sz="788" b="0">
                <a:solidFill>
                  <a:srgbClr val="000000"/>
                </a:solidFill>
                <a:latin typeface="Apple SD Gothic Neo"/>
                <a:ea typeface="Apple SD Gothic Neo"/>
                <a:cs typeface="Apple SD Gothic Neo"/>
              </a:rPr>
              <a:t>③ 대화에 접수 결과 반영</a:t>
            </a:r>
          </a:p>
        </p:txBody>
      </p:sp>
      <p:sp>
        <p:nvSpPr>
          <p:cNvPr id="286" name="dp42-comparison / n229 / text 2">
            <a:extLst xmlns:a="http://schemas.openxmlformats.org/drawingml/2006/main">
              <a:ext uri="{FF2B5EF4-FFF2-40B4-BE49-F238E27FC236}">
                <a16:creationId xmlns:a16="http://schemas.microsoft.com/office/drawing/2014/main" id="{B526FC67-2EE3-4580-A590-07A42A296084}"/>
              </a:ext>
            </a:extLst>
          </p:cNvPr>
          <p:cNvSpPr>
            <a:spLocks xmlns:a="http://schemas.openxmlformats.org/drawingml/2006/main" noGrp="1"/>
          </p:cNvSpPr>
          <p:nvPr/>
        </p:nvSpPr>
        <p:spPr>
          <a:xfrm xmlns:a="http://schemas.openxmlformats.org/drawingml/2006/main">
            <a:off x="15382875" y="6368415"/>
            <a:ext cx="1924050" cy="14501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88" b="0">
                <a:solidFill>
                  <a:srgbClr val="000000"/>
                </a:solidFill>
                <a:latin typeface="Apple SD Gothic Neo"/>
                <a:ea typeface="Apple SD Gothic Neo"/>
                <a:cs typeface="Apple SD Gothic Neo"/>
              </a:defRPr>
            </a:pPr>
            <a:r>
              <a:rPr sz="788" b="0">
                <a:solidFill>
                  <a:srgbClr val="000000"/>
                </a:solidFill>
                <a:latin typeface="Apple SD Gothic Neo"/>
                <a:ea typeface="Apple SD Gothic Neo"/>
                <a:cs typeface="Apple SD Gothic Neo"/>
              </a:rPr>
              <a:t>AcceptanceReceipt (필드 축약)</a:t>
            </a:r>
          </a:p>
        </p:txBody>
      </p:sp>
      <p:sp>
        <p:nvSpPr>
          <p:cNvPr id="287" name="dp42-comparison / n229 / text 3">
            <a:extLst xmlns:a="http://schemas.openxmlformats.org/drawingml/2006/main">
              <a:ext uri="{FF2B5EF4-FFF2-40B4-BE49-F238E27FC236}">
                <a16:creationId xmlns:a16="http://schemas.microsoft.com/office/drawing/2014/main" id="{F3C767A6-1398-409E-BB86-65A3BF0F4CB8}"/>
              </a:ext>
            </a:extLst>
          </p:cNvPr>
          <p:cNvSpPr>
            <a:spLocks xmlns:a="http://schemas.openxmlformats.org/drawingml/2006/main" noGrp="1"/>
          </p:cNvSpPr>
          <p:nvPr/>
        </p:nvSpPr>
        <p:spPr>
          <a:xfrm xmlns:a="http://schemas.openxmlformats.org/drawingml/2006/main">
            <a:off x="15382875" y="6488430"/>
            <a:ext cx="1924050" cy="14501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88" b="0">
                <a:solidFill>
                  <a:srgbClr val="000000"/>
                </a:solidFill>
                <a:latin typeface="Apple SD Gothic Neo"/>
                <a:ea typeface="Apple SD Gothic Neo"/>
                <a:cs typeface="Apple SD Gothic Neo"/>
              </a:defRPr>
            </a:pPr>
            <a:r>
              <a:rPr sz="788" b="0">
                <a:solidFill>
                  <a:srgbClr val="000000"/>
                </a:solidFill>
                <a:latin typeface="Apple SD Gothic Neo"/>
                <a:ea typeface="Apple SD Gothic Neo"/>
                <a:cs typeface="Apple SD Gothic Neo"/>
              </a:rPr>
              <a:t>command_id:Command1</a:t>
            </a:r>
          </a:p>
        </p:txBody>
      </p:sp>
      <p:sp>
        <p:nvSpPr>
          <p:cNvPr id="288" name="dp42-comparison / n229 / text 4">
            <a:extLst xmlns:a="http://schemas.openxmlformats.org/drawingml/2006/main">
              <a:ext uri="{FF2B5EF4-FFF2-40B4-BE49-F238E27FC236}">
                <a16:creationId xmlns:a16="http://schemas.microsoft.com/office/drawing/2014/main" id="{CB2BCF14-1B1C-40BA-B74C-E0AC749C631C}"/>
              </a:ext>
            </a:extLst>
          </p:cNvPr>
          <p:cNvSpPr>
            <a:spLocks xmlns:a="http://schemas.openxmlformats.org/drawingml/2006/main" noGrp="1"/>
          </p:cNvSpPr>
          <p:nvPr/>
        </p:nvSpPr>
        <p:spPr>
          <a:xfrm xmlns:a="http://schemas.openxmlformats.org/drawingml/2006/main">
            <a:off x="15382875" y="6608445"/>
            <a:ext cx="1924050" cy="14501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88" b="0">
                <a:solidFill>
                  <a:srgbClr val="000000"/>
                </a:solidFill>
                <a:latin typeface="Apple SD Gothic Neo"/>
                <a:ea typeface="Apple SD Gothic Neo"/>
                <a:cs typeface="Apple SD Gothic Neo"/>
              </a:defRPr>
            </a:pPr>
            <a:r>
              <a:rPr sz="788" b="0">
                <a:solidFill>
                  <a:srgbClr val="000000"/>
                </a:solidFill>
                <a:latin typeface="Apple SD Gothic Neo"/>
                <a:ea typeface="Apple SD Gothic Neo"/>
                <a:cs typeface="Apple SD Gothic Neo"/>
              </a:rPr>
              <a:t>acceptance_status:ACCEPTED</a:t>
            </a:r>
          </a:p>
        </p:txBody>
      </p:sp>
      <p:sp>
        <p:nvSpPr>
          <p:cNvPr id="289" name="dp42-comparison / n229 / text 5">
            <a:extLst xmlns:a="http://schemas.openxmlformats.org/drawingml/2006/main">
              <a:ext uri="{FF2B5EF4-FFF2-40B4-BE49-F238E27FC236}">
                <a16:creationId xmlns:a16="http://schemas.microsoft.com/office/drawing/2014/main" id="{FC691C27-9B94-4116-B849-7C9D7A3BA588}"/>
              </a:ext>
            </a:extLst>
          </p:cNvPr>
          <p:cNvSpPr>
            <a:spLocks xmlns:a="http://schemas.openxmlformats.org/drawingml/2006/main" noGrp="1"/>
          </p:cNvSpPr>
          <p:nvPr/>
        </p:nvSpPr>
        <p:spPr>
          <a:xfrm xmlns:a="http://schemas.openxmlformats.org/drawingml/2006/main">
            <a:off x="15382875" y="6728460"/>
            <a:ext cx="1924050" cy="14501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88" b="0">
                <a:solidFill>
                  <a:srgbClr val="000000"/>
                </a:solidFill>
                <a:latin typeface="Apple SD Gothic Neo"/>
                <a:ea typeface="Apple SD Gothic Neo"/>
                <a:cs typeface="Apple SD Gothic Neo"/>
              </a:defRPr>
            </a:pPr>
            <a:r>
              <a:rPr sz="788" b="0">
                <a:solidFill>
                  <a:srgbClr val="000000"/>
                </a:solidFill>
                <a:latin typeface="Apple SD Gothic Neo"/>
                <a:ea typeface="Apple SD Gothic Neo"/>
                <a:cs typeface="Apple SD Gothic Neo"/>
              </a:rPr>
              <a:t>같은 Command1의 내부 접수 확인</a:t>
            </a:r>
          </a:p>
        </p:txBody>
      </p:sp>
      <p:sp>
        <p:nvSpPr>
          <p:cNvPr id="290" name="dp42-comparison / n233">
            <a:extLst xmlns:a="http://schemas.openxmlformats.org/drawingml/2006/main">
              <a:ext uri="{FF2B5EF4-FFF2-40B4-BE49-F238E27FC236}">
                <a16:creationId xmlns:a16="http://schemas.microsoft.com/office/drawing/2014/main" id="{125C370E-443E-40E9-A039-1D16D4E12559}"/>
              </a:ext>
            </a:extLst>
          </p:cNvPr>
          <p:cNvSpPr>
            <a:spLocks xmlns:a="http://schemas.openxmlformats.org/drawingml/2006/main" noGrp="1"/>
          </p:cNvSpPr>
          <p:nvPr/>
        </p:nvSpPr>
        <p:spPr>
          <a:xfrm xmlns:a="http://schemas.openxmlformats.org/drawingml/2006/main">
            <a:off x="9934575" y="6953250"/>
            <a:ext cx="2961894" cy="17907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91" name="dp42-comparison / n234 / text 1">
            <a:extLst xmlns:a="http://schemas.openxmlformats.org/drawingml/2006/main">
              <a:ext uri="{FF2B5EF4-FFF2-40B4-BE49-F238E27FC236}">
                <a16:creationId xmlns:a16="http://schemas.microsoft.com/office/drawing/2014/main" id="{B836CDEC-ED63-4970-96AE-EDB94645E68A}"/>
              </a:ext>
            </a:extLst>
          </p:cNvPr>
          <p:cNvSpPr>
            <a:spLocks xmlns:a="http://schemas.openxmlformats.org/drawingml/2006/main" noGrp="1"/>
          </p:cNvSpPr>
          <p:nvPr/>
        </p:nvSpPr>
        <p:spPr>
          <a:xfrm xmlns:a="http://schemas.openxmlformats.org/drawingml/2006/main">
            <a:off x="9953625" y="6962775"/>
            <a:ext cx="7524750" cy="19335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0">
                <a:solidFill>
                  <a:srgbClr val="000000"/>
                </a:solidFill>
                <a:latin typeface="Apple SD Gothic Neo"/>
                <a:ea typeface="Apple SD Gothic Neo"/>
                <a:cs typeface="Apple SD Gothic Neo"/>
              </a:defRPr>
            </a:pPr>
            <a:r>
              <a:rPr sz="1050" b="0">
                <a:solidFill>
                  <a:srgbClr val="000000"/>
                </a:solidFill>
                <a:latin typeface="Apple SD Gothic Neo"/>
                <a:ea typeface="Apple SD Gothic Neo"/>
                <a:cs typeface="Apple SD Gothic Neo"/>
              </a:rPr>
              <a:t>실행 순서도 / 같은 상반기 답변의 로컬 확정</a:t>
            </a:r>
          </a:p>
        </p:txBody>
      </p:sp>
      <p:sp>
        <p:nvSpPr>
          <p:cNvPr id="292" name="dp42-comparison / n243">
            <a:extLst xmlns:a="http://schemas.openxmlformats.org/drawingml/2006/main">
              <a:ext uri="{FF2B5EF4-FFF2-40B4-BE49-F238E27FC236}">
                <a16:creationId xmlns:a16="http://schemas.microsoft.com/office/drawing/2014/main" id="{76B14044-D1DD-42EC-B703-0DF0C2E5374C}"/>
              </a:ext>
            </a:extLst>
          </p:cNvPr>
          <p:cNvSpPr>
            <a:spLocks xmlns:a="http://schemas.openxmlformats.org/drawingml/2006/main" noGrp="1"/>
          </p:cNvSpPr>
          <p:nvPr/>
        </p:nvSpPr>
        <p:spPr>
          <a:xfrm xmlns:a="http://schemas.openxmlformats.org/drawingml/2006/main">
            <a:off x="9934575" y="7448550"/>
            <a:ext cx="4154805" cy="1143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93" name="dp42-comparison / n244 / text 1">
            <a:extLst xmlns:a="http://schemas.openxmlformats.org/drawingml/2006/main">
              <a:ext uri="{FF2B5EF4-FFF2-40B4-BE49-F238E27FC236}">
                <a16:creationId xmlns:a16="http://schemas.microsoft.com/office/drawing/2014/main" id="{5B79F549-317A-414B-B394-19278970A40A}"/>
              </a:ext>
            </a:extLst>
          </p:cNvPr>
          <p:cNvSpPr>
            <a:spLocks xmlns:a="http://schemas.openxmlformats.org/drawingml/2006/main" noGrp="1"/>
          </p:cNvSpPr>
          <p:nvPr/>
        </p:nvSpPr>
        <p:spPr>
          <a:xfrm xmlns:a="http://schemas.openxmlformats.org/drawingml/2006/main">
            <a:off x="9953625" y="7458075"/>
            <a:ext cx="752475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Task 접수 후 외부 전송 가능 / 대화 반영은 별도 / 접수 대기는 같은 Command1로 확인</a:t>
            </a:r>
          </a:p>
        </p:txBody>
      </p:sp>
    </p:spTree>
    <p:extLst>
      <p:ext uri="{BB962C8B-B14F-4D97-AF65-F5344CB8AC3E}">
        <p14:creationId xmlns:p14="http://schemas.microsoft.com/office/powerpoint/2010/main" val="1325589168"/>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7" name="dp43-comparison / n1">
            <a:extLst xmlns:a="http://schemas.openxmlformats.org/drawingml/2006/main">
              <a:ext uri="{FF2B5EF4-FFF2-40B4-BE49-F238E27FC236}">
                <a16:creationId xmlns:a16="http://schemas.microsoft.com/office/drawing/2014/main" id="{0075C268-810D-4F27-A3CE-BDC31A047C14}"/>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 name="dp43-comparison / n2 / text 1">
            <a:extLst xmlns:a="http://schemas.openxmlformats.org/drawingml/2006/main">
              <a:ext uri="{FF2B5EF4-FFF2-40B4-BE49-F238E27FC236}">
                <a16:creationId xmlns:a16="http://schemas.microsoft.com/office/drawing/2014/main" id="{91CA3B06-08D4-4740-BD44-EE082F4C19D3}"/>
              </a:ext>
            </a:extLst>
          </p:cNvPr>
          <p:cNvSpPr>
            <a:spLocks xmlns:a="http://schemas.openxmlformats.org/drawingml/2006/main" noGrp="1"/>
          </p:cNvSpPr>
          <p:nvPr/>
        </p:nvSpPr>
        <p:spPr>
          <a:xfrm xmlns:a="http://schemas.openxmlformats.org/drawingml/2006/main">
            <a:off x="381000" y="209550"/>
            <a:ext cx="12382500" cy="26241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425" b="1">
                <a:solidFill>
                  <a:srgbClr val="087E8B"/>
                </a:solidFill>
                <a:latin typeface="Apple SD Gothic Neo"/>
                <a:ea typeface="Apple SD Gothic Neo"/>
                <a:cs typeface="Apple SD Gothic Neo"/>
              </a:defRPr>
            </a:pPr>
            <a:r>
              <a:rPr sz="1425" b="1">
                <a:solidFill>
                  <a:srgbClr val="087E8B"/>
                </a:solidFill>
                <a:latin typeface="Apple SD Gothic Neo"/>
                <a:ea typeface="Apple SD Gothic Neo"/>
                <a:cs typeface="Apple SD Gothic Neo"/>
              </a:rPr>
              <a:t>VIA SOFTWARE ARCHITECTURE / DP 설계 비교</a:t>
            </a:r>
          </a:p>
        </p:txBody>
      </p:sp>
      <p:sp>
        <p:nvSpPr>
          <p:cNvPr id="3" name="dp43-comparison / n3 / text 1">
            <a:extLst xmlns:a="http://schemas.openxmlformats.org/drawingml/2006/main">
              <a:ext uri="{FF2B5EF4-FFF2-40B4-BE49-F238E27FC236}">
                <a16:creationId xmlns:a16="http://schemas.microsoft.com/office/drawing/2014/main" id="{88E64A05-E3EA-4ED5-A927-945BC3A9B5A1}"/>
              </a:ext>
            </a:extLst>
          </p:cNvPr>
          <p:cNvSpPr>
            <a:spLocks xmlns:a="http://schemas.openxmlformats.org/drawingml/2006/main" noGrp="1"/>
          </p:cNvSpPr>
          <p:nvPr/>
        </p:nvSpPr>
        <p:spPr>
          <a:xfrm xmlns:a="http://schemas.openxmlformats.org/drawingml/2006/main">
            <a:off x="13620750" y="209550"/>
            <a:ext cx="4286250" cy="26241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defRPr sz="1425" b="0">
                <a:solidFill>
                  <a:srgbClr val="5F6B77"/>
                </a:solidFill>
                <a:latin typeface="Apple SD Gothic Neo"/>
                <a:ea typeface="Apple SD Gothic Neo"/>
                <a:cs typeface="Apple SD Gothic Neo"/>
              </a:defRPr>
            </a:pPr>
            <a:r>
              <a:rPr sz="1425" b="0">
                <a:solidFill>
                  <a:srgbClr val="5F6B77"/>
                </a:solidFill>
                <a:latin typeface="Apple SD Gothic Neo"/>
                <a:ea typeface="Apple SD Gothic Neo"/>
                <a:cs typeface="Apple SD Gothic Neo"/>
              </a:rPr>
              <a:t>구조 비교 / 장단점 / QA Trade-off</a:t>
            </a:r>
          </a:p>
        </p:txBody>
      </p:sp>
      <p:sp>
        <p:nvSpPr>
          <p:cNvPr id="4" name="dp43-comparison / n4 / text 1">
            <a:extLst xmlns:a="http://schemas.openxmlformats.org/drawingml/2006/main">
              <a:ext uri="{FF2B5EF4-FFF2-40B4-BE49-F238E27FC236}">
                <a16:creationId xmlns:a16="http://schemas.microsoft.com/office/drawing/2014/main" id="{5AEE1B36-EB5D-4FC1-948C-27699B0D9206}"/>
              </a:ext>
            </a:extLst>
          </p:cNvPr>
          <p:cNvSpPr>
            <a:spLocks xmlns:a="http://schemas.openxmlformats.org/drawingml/2006/main" noGrp="1"/>
          </p:cNvSpPr>
          <p:nvPr/>
        </p:nvSpPr>
        <p:spPr>
          <a:xfrm xmlns:a="http://schemas.openxmlformats.org/drawingml/2006/main">
            <a:off x="381000" y="619125"/>
            <a:ext cx="17526000" cy="53863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2925" b="1">
                <a:solidFill>
                  <a:srgbClr val="18232E"/>
                </a:solidFill>
                <a:latin typeface="Apple SD Gothic Neo"/>
                <a:ea typeface="Apple SD Gothic Neo"/>
                <a:cs typeface="Apple SD Gothic Neo"/>
              </a:defRPr>
            </a:pPr>
            <a:r>
              <a:rPr sz="2925" b="1">
                <a:solidFill>
                  <a:srgbClr val="18232E"/>
                </a:solidFill>
                <a:latin typeface="Apple SD Gothic Neo"/>
                <a:ea typeface="Apple SD Gothic Neo"/>
                <a:cs typeface="Apple SD Gothic Neo"/>
              </a:rPr>
              <a:t>04-43. 기능 정확성을 위한 VIA Request 의미 판단 설계</a:t>
            </a:r>
          </a:p>
        </p:txBody>
      </p:sp>
      <p:sp>
        <p:nvSpPr>
          <p:cNvPr id="5" name="dp43-comparison / n5 / path">
            <a:extLst xmlns:a="http://schemas.openxmlformats.org/drawingml/2006/main">
              <a:ext uri="{FF2B5EF4-FFF2-40B4-BE49-F238E27FC236}">
                <a16:creationId xmlns:a16="http://schemas.microsoft.com/office/drawing/2014/main" id="{240370BE-5548-434A-9A52-B91D565A479C}"/>
              </a:ext>
            </a:extLst>
          </p:cNvPr>
          <p:cNvSpPr>
            <a:spLocks xmlns:a="http://schemas.openxmlformats.org/drawingml/2006/main" noGrp="1"/>
          </p:cNvSpPr>
          <p:nvPr/>
        </p:nvSpPr>
        <p:spPr>
          <a:xfrm xmlns:a="http://schemas.openxmlformats.org/drawingml/2006/main">
            <a:off x="381000" y="1152525"/>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9050">
            <a:solidFill>
              <a:srgbClr val="CDD6DE"/>
            </a:solidFill>
            <a:prstDash val="solid"/>
          </a:ln>
        </p:spPr>
      </p:sp>
      <p:sp>
        <p:nvSpPr>
          <p:cNvPr id="6" name="dp43-comparison / n6 / text 1">
            <a:extLst xmlns:a="http://schemas.openxmlformats.org/drawingml/2006/main">
              <a:ext uri="{FF2B5EF4-FFF2-40B4-BE49-F238E27FC236}">
                <a16:creationId xmlns:a16="http://schemas.microsoft.com/office/drawing/2014/main" id="{E816DEE9-FBCD-4B0A-8E5A-12B10517628D}"/>
              </a:ext>
            </a:extLst>
          </p:cNvPr>
          <p:cNvSpPr>
            <a:spLocks xmlns:a="http://schemas.openxmlformats.org/drawingml/2006/main" noGrp="1"/>
          </p:cNvSpPr>
          <p:nvPr/>
        </p:nvSpPr>
        <p:spPr>
          <a:xfrm xmlns:a="http://schemas.openxmlformats.org/drawingml/2006/main">
            <a:off x="381000" y="1352550"/>
            <a:ext cx="14573250" cy="31765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0">
                <a:solidFill>
                  <a:srgbClr val="18232E"/>
                </a:solidFill>
                <a:latin typeface="Apple SD Gothic Neo"/>
                <a:ea typeface="Apple SD Gothic Neo"/>
                <a:cs typeface="Apple SD Gothic Neo"/>
              </a:defRPr>
            </a:pPr>
            <a:r>
              <a:rPr sz="1725" b="0">
                <a:solidFill>
                  <a:srgbClr val="18232E"/>
                </a:solidFill>
                <a:latin typeface="Apple SD Gothic Neo"/>
                <a:ea typeface="Apple SD Gothic Neo"/>
                <a:cs typeface="Apple SD Gothic Neo"/>
              </a:rPr>
              <a:t>“보고서는 PDF로, 메일에는 결론을 넣어줘.” → “메일에는 결론 대신 표만 넣어줘.”</a:t>
            </a:r>
          </a:p>
        </p:txBody>
      </p:sp>
      <p:sp>
        <p:nvSpPr>
          <p:cNvPr id="7" name="dp43-comparison / n7 / text 1">
            <a:extLst xmlns:a="http://schemas.openxmlformats.org/drawingml/2006/main">
              <a:ext uri="{FF2B5EF4-FFF2-40B4-BE49-F238E27FC236}">
                <a16:creationId xmlns:a16="http://schemas.microsoft.com/office/drawing/2014/main" id="{39DD108A-76AC-4703-87EF-C74765BA9009}"/>
              </a:ext>
            </a:extLst>
          </p:cNvPr>
          <p:cNvSpPr>
            <a:spLocks xmlns:a="http://schemas.openxmlformats.org/drawingml/2006/main" noGrp="1"/>
          </p:cNvSpPr>
          <p:nvPr/>
        </p:nvSpPr>
        <p:spPr>
          <a:xfrm xmlns:a="http://schemas.openxmlformats.org/drawingml/2006/main">
            <a:off x="15144750" y="1381125"/>
            <a:ext cx="2762250" cy="26241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defRPr sz="1425" b="1">
                <a:solidFill>
                  <a:srgbClr val="B63732"/>
                </a:solidFill>
                <a:latin typeface="Apple SD Gothic Neo"/>
                <a:ea typeface="Apple SD Gothic Neo"/>
                <a:cs typeface="Apple SD Gothic Neo"/>
              </a:defRPr>
            </a:pPr>
            <a:r>
              <a:rPr sz="1425" b="1">
                <a:solidFill>
                  <a:srgbClr val="B63732"/>
                </a:solidFill>
                <a:latin typeface="Apple SD Gothic Neo"/>
                <a:ea typeface="Apple SD Gothic Neo"/>
                <a:cs typeface="Apple SD Gothic Neo"/>
              </a:rPr>
              <a:t>수치와 점수 / 예상 예시</a:t>
            </a:r>
          </a:p>
        </p:txBody>
      </p:sp>
      <p:sp>
        <p:nvSpPr>
          <p:cNvPr id="8" name="dp43-comparison / n8">
            <a:extLst xmlns:a="http://schemas.openxmlformats.org/drawingml/2006/main">
              <a:ext uri="{FF2B5EF4-FFF2-40B4-BE49-F238E27FC236}">
                <a16:creationId xmlns:a16="http://schemas.microsoft.com/office/drawing/2014/main" id="{C32C25CC-4884-4DA1-8BE3-2DB5D67D4EF1}"/>
              </a:ext>
            </a:extLst>
          </p:cNvPr>
          <p:cNvSpPr>
            <a:spLocks xmlns:a="http://schemas.openxmlformats.org/drawingml/2006/main" noGrp="1"/>
          </p:cNvSpPr>
          <p:nvPr/>
        </p:nvSpPr>
        <p:spPr>
          <a:xfrm xmlns:a="http://schemas.openxmlformats.org/drawingml/2006/main">
            <a:off x="381000" y="1790700"/>
            <a:ext cx="17526000" cy="523875"/>
          </a:xfrm>
          <a:prstGeom xmlns:a="http://schemas.openxmlformats.org/drawingml/2006/main" prst="rect">
            <a:avLst/>
          </a:prstGeom>
          <a:solidFill xmlns:a="http://schemas.openxmlformats.org/drawingml/2006/main">
            <a:srgbClr val="D5E7C7"/>
          </a:solidFill>
          <a:ln xmlns:a="http://schemas.openxmlformats.org/drawingml/2006/main" w="16193">
            <a:solidFill>
              <a:srgbClr val="CDD6DE"/>
            </a:solidFill>
            <a:prstDash val="solid"/>
          </a:ln>
        </p:spPr>
      </p:sp>
      <p:sp>
        <p:nvSpPr>
          <p:cNvPr id="9" name="dp43-comparison / n9 / text 1">
            <a:extLst xmlns:a="http://schemas.openxmlformats.org/drawingml/2006/main">
              <a:ext uri="{FF2B5EF4-FFF2-40B4-BE49-F238E27FC236}">
                <a16:creationId xmlns:a16="http://schemas.microsoft.com/office/drawing/2014/main" id="{EF5798E8-70F3-4FE5-A19F-277380053F09}"/>
              </a:ext>
            </a:extLst>
          </p:cNvPr>
          <p:cNvSpPr>
            <a:spLocks xmlns:a="http://schemas.openxmlformats.org/drawingml/2006/main" noGrp="1"/>
          </p:cNvSpPr>
          <p:nvPr/>
        </p:nvSpPr>
        <p:spPr>
          <a:xfrm xmlns:a="http://schemas.openxmlformats.org/drawingml/2006/main">
            <a:off x="390525" y="1952625"/>
            <a:ext cx="933450" cy="29003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575" b="1">
                <a:solidFill>
                  <a:srgbClr val="18232E"/>
                </a:solidFill>
                <a:latin typeface="Apple SD Gothic Neo"/>
                <a:ea typeface="Apple SD Gothic Neo"/>
                <a:cs typeface="Apple SD Gothic Neo"/>
              </a:defRPr>
            </a:pPr>
            <a:r>
              <a:rPr sz="1575" b="1">
                <a:solidFill>
                  <a:srgbClr val="18232E"/>
                </a:solidFill>
                <a:latin typeface="Apple SD Gothic Neo"/>
                <a:ea typeface="Apple SD Gothic Neo"/>
                <a:cs typeface="Apple SD Gothic Neo"/>
              </a:rPr>
              <a:t>설계안</a:t>
            </a:r>
          </a:p>
        </p:txBody>
      </p:sp>
      <p:sp>
        <p:nvSpPr>
          <p:cNvPr id="10" name="dp43-comparison / n10">
            <a:extLst xmlns:a="http://schemas.openxmlformats.org/drawingml/2006/main">
              <a:ext uri="{FF2B5EF4-FFF2-40B4-BE49-F238E27FC236}">
                <a16:creationId xmlns:a16="http://schemas.microsoft.com/office/drawing/2014/main" id="{2B57F289-81A9-4CED-82D4-347CF1B83AE8}"/>
              </a:ext>
            </a:extLst>
          </p:cNvPr>
          <p:cNvSpPr>
            <a:spLocks xmlns:a="http://schemas.openxmlformats.org/drawingml/2006/main" noGrp="1"/>
          </p:cNvSpPr>
          <p:nvPr/>
        </p:nvSpPr>
        <p:spPr>
          <a:xfrm xmlns:a="http://schemas.openxmlformats.org/drawingml/2006/main">
            <a:off x="381000" y="2314575"/>
            <a:ext cx="17526000" cy="5257800"/>
          </a:xfrm>
          <a:prstGeom xmlns:a="http://schemas.openxmlformats.org/drawingml/2006/main" prst="rect">
            <a:avLst/>
          </a:prstGeom>
          <a:solidFill xmlns:a="http://schemas.openxmlformats.org/drawingml/2006/main">
            <a:srgbClr val="FFFFFF"/>
          </a:solidFill>
          <a:ln xmlns:a="http://schemas.openxmlformats.org/drawingml/2006/main" w="16193">
            <a:solidFill>
              <a:srgbClr val="CDD6DE"/>
            </a:solidFill>
            <a:prstDash val="solid"/>
          </a:ln>
        </p:spPr>
      </p:sp>
      <p:sp>
        <p:nvSpPr>
          <p:cNvPr id="11" name="dp43-comparison / n11 / text 1">
            <a:extLst xmlns:a="http://schemas.openxmlformats.org/drawingml/2006/main">
              <a:ext uri="{FF2B5EF4-FFF2-40B4-BE49-F238E27FC236}">
                <a16:creationId xmlns:a16="http://schemas.microsoft.com/office/drawing/2014/main" id="{292DA80D-A95A-4C46-876C-2C6A3BFC88E7}"/>
              </a:ext>
            </a:extLst>
          </p:cNvPr>
          <p:cNvSpPr>
            <a:spLocks xmlns:a="http://schemas.openxmlformats.org/drawingml/2006/main" noGrp="1"/>
          </p:cNvSpPr>
          <p:nvPr/>
        </p:nvSpPr>
        <p:spPr>
          <a:xfrm xmlns:a="http://schemas.openxmlformats.org/drawingml/2006/main">
            <a:off x="390525" y="2476500"/>
            <a:ext cx="933450" cy="29003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575" b="1">
                <a:solidFill>
                  <a:srgbClr val="18232E"/>
                </a:solidFill>
                <a:latin typeface="Apple SD Gothic Neo"/>
                <a:ea typeface="Apple SD Gothic Neo"/>
                <a:cs typeface="Apple SD Gothic Neo"/>
              </a:defRPr>
            </a:pPr>
            <a:r>
              <a:rPr sz="1575" b="1">
                <a:solidFill>
                  <a:srgbClr val="18232E"/>
                </a:solidFill>
                <a:latin typeface="Apple SD Gothic Neo"/>
                <a:ea typeface="Apple SD Gothic Neo"/>
                <a:cs typeface="Apple SD Gothic Neo"/>
              </a:rPr>
              <a:t>구조</a:t>
            </a:r>
          </a:p>
        </p:txBody>
      </p:sp>
      <p:sp>
        <p:nvSpPr>
          <p:cNvPr id="12" name="dp43-comparison / n12">
            <a:extLst xmlns:a="http://schemas.openxmlformats.org/drawingml/2006/main">
              <a:ext uri="{FF2B5EF4-FFF2-40B4-BE49-F238E27FC236}">
                <a16:creationId xmlns:a16="http://schemas.microsoft.com/office/drawing/2014/main" id="{FCF8F664-2F09-4DD1-B238-E6E1F53E35F2}"/>
              </a:ext>
            </a:extLst>
          </p:cNvPr>
          <p:cNvSpPr>
            <a:spLocks xmlns:a="http://schemas.openxmlformats.org/drawingml/2006/main" noGrp="1"/>
          </p:cNvSpPr>
          <p:nvPr/>
        </p:nvSpPr>
        <p:spPr>
          <a:xfrm xmlns:a="http://schemas.openxmlformats.org/drawingml/2006/main">
            <a:off x="381000" y="7572375"/>
            <a:ext cx="17526000" cy="762000"/>
          </a:xfrm>
          <a:prstGeom xmlns:a="http://schemas.openxmlformats.org/drawingml/2006/main" prst="rect">
            <a:avLst/>
          </a:prstGeom>
          <a:solidFill xmlns:a="http://schemas.openxmlformats.org/drawingml/2006/main">
            <a:srgbClr val="FFFFFF"/>
          </a:solidFill>
          <a:ln xmlns:a="http://schemas.openxmlformats.org/drawingml/2006/main" w="16193">
            <a:solidFill>
              <a:srgbClr val="CDD6DE"/>
            </a:solidFill>
            <a:prstDash val="solid"/>
          </a:ln>
        </p:spPr>
      </p:sp>
      <p:sp>
        <p:nvSpPr>
          <p:cNvPr id="13" name="dp43-comparison / n13 / text 1">
            <a:extLst xmlns:a="http://schemas.openxmlformats.org/drawingml/2006/main">
              <a:ext uri="{FF2B5EF4-FFF2-40B4-BE49-F238E27FC236}">
                <a16:creationId xmlns:a16="http://schemas.microsoft.com/office/drawing/2014/main" id="{E2D0359F-5AF4-4E77-B750-289561EA6824}"/>
              </a:ext>
            </a:extLst>
          </p:cNvPr>
          <p:cNvSpPr>
            <a:spLocks xmlns:a="http://schemas.openxmlformats.org/drawingml/2006/main" noGrp="1"/>
          </p:cNvSpPr>
          <p:nvPr/>
        </p:nvSpPr>
        <p:spPr>
          <a:xfrm xmlns:a="http://schemas.openxmlformats.org/drawingml/2006/main">
            <a:off x="390525" y="7734300"/>
            <a:ext cx="933450" cy="29003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575" b="1">
                <a:solidFill>
                  <a:srgbClr val="18232E"/>
                </a:solidFill>
                <a:latin typeface="Apple SD Gothic Neo"/>
                <a:ea typeface="Apple SD Gothic Neo"/>
                <a:cs typeface="Apple SD Gothic Neo"/>
              </a:defRPr>
            </a:pPr>
            <a:r>
              <a:rPr sz="1575" b="1">
                <a:solidFill>
                  <a:srgbClr val="18232E"/>
                </a:solidFill>
                <a:latin typeface="Apple SD Gothic Neo"/>
                <a:ea typeface="Apple SD Gothic Neo"/>
                <a:cs typeface="Apple SD Gothic Neo"/>
              </a:rPr>
              <a:t>장점</a:t>
            </a:r>
          </a:p>
        </p:txBody>
      </p:sp>
      <p:sp>
        <p:nvSpPr>
          <p:cNvPr id="14" name="dp43-comparison / n14">
            <a:extLst xmlns:a="http://schemas.openxmlformats.org/drawingml/2006/main">
              <a:ext uri="{FF2B5EF4-FFF2-40B4-BE49-F238E27FC236}">
                <a16:creationId xmlns:a16="http://schemas.microsoft.com/office/drawing/2014/main" id="{E5FC3BC8-7E88-44CB-8E35-0C0691E91725}"/>
              </a:ext>
            </a:extLst>
          </p:cNvPr>
          <p:cNvSpPr>
            <a:spLocks xmlns:a="http://schemas.openxmlformats.org/drawingml/2006/main" noGrp="1"/>
          </p:cNvSpPr>
          <p:nvPr/>
        </p:nvSpPr>
        <p:spPr>
          <a:xfrm xmlns:a="http://schemas.openxmlformats.org/drawingml/2006/main">
            <a:off x="381000" y="8334375"/>
            <a:ext cx="17526000" cy="762000"/>
          </a:xfrm>
          <a:prstGeom xmlns:a="http://schemas.openxmlformats.org/drawingml/2006/main" prst="rect">
            <a:avLst/>
          </a:prstGeom>
          <a:solidFill xmlns:a="http://schemas.openxmlformats.org/drawingml/2006/main">
            <a:srgbClr val="FFFFFF"/>
          </a:solidFill>
          <a:ln xmlns:a="http://schemas.openxmlformats.org/drawingml/2006/main" w="16193">
            <a:solidFill>
              <a:srgbClr val="CDD6DE"/>
            </a:solidFill>
            <a:prstDash val="solid"/>
          </a:ln>
        </p:spPr>
      </p:sp>
      <p:sp>
        <p:nvSpPr>
          <p:cNvPr id="15" name="dp43-comparison / n15 / text 1">
            <a:extLst xmlns:a="http://schemas.openxmlformats.org/drawingml/2006/main">
              <a:ext uri="{FF2B5EF4-FFF2-40B4-BE49-F238E27FC236}">
                <a16:creationId xmlns:a16="http://schemas.microsoft.com/office/drawing/2014/main" id="{F8C6AED6-6126-4CB5-B233-693020480982}"/>
              </a:ext>
            </a:extLst>
          </p:cNvPr>
          <p:cNvSpPr>
            <a:spLocks xmlns:a="http://schemas.openxmlformats.org/drawingml/2006/main" noGrp="1"/>
          </p:cNvSpPr>
          <p:nvPr/>
        </p:nvSpPr>
        <p:spPr>
          <a:xfrm xmlns:a="http://schemas.openxmlformats.org/drawingml/2006/main">
            <a:off x="390525" y="8496300"/>
            <a:ext cx="933450" cy="29003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575" b="1">
                <a:solidFill>
                  <a:srgbClr val="18232E"/>
                </a:solidFill>
                <a:latin typeface="Apple SD Gothic Neo"/>
                <a:ea typeface="Apple SD Gothic Neo"/>
                <a:cs typeface="Apple SD Gothic Neo"/>
              </a:defRPr>
            </a:pPr>
            <a:r>
              <a:rPr sz="1575" b="1">
                <a:solidFill>
                  <a:srgbClr val="18232E"/>
                </a:solidFill>
                <a:latin typeface="Apple SD Gothic Neo"/>
                <a:ea typeface="Apple SD Gothic Neo"/>
                <a:cs typeface="Apple SD Gothic Neo"/>
              </a:rPr>
              <a:t>단점</a:t>
            </a:r>
          </a:p>
        </p:txBody>
      </p:sp>
      <p:sp>
        <p:nvSpPr>
          <p:cNvPr id="16" name="dp43-comparison / n16">
            <a:extLst xmlns:a="http://schemas.openxmlformats.org/drawingml/2006/main">
              <a:ext uri="{FF2B5EF4-FFF2-40B4-BE49-F238E27FC236}">
                <a16:creationId xmlns:a16="http://schemas.microsoft.com/office/drawing/2014/main" id="{F57EEEDB-4660-4AAC-9D02-95C264202AD9}"/>
              </a:ext>
            </a:extLst>
          </p:cNvPr>
          <p:cNvSpPr>
            <a:spLocks xmlns:a="http://schemas.openxmlformats.org/drawingml/2006/main" noGrp="1"/>
          </p:cNvSpPr>
          <p:nvPr/>
        </p:nvSpPr>
        <p:spPr>
          <a:xfrm xmlns:a="http://schemas.openxmlformats.org/drawingml/2006/main">
            <a:off x="381000" y="9096375"/>
            <a:ext cx="17526000" cy="904875"/>
          </a:xfrm>
          <a:prstGeom xmlns:a="http://schemas.openxmlformats.org/drawingml/2006/main" prst="rect">
            <a:avLst/>
          </a:prstGeom>
          <a:solidFill xmlns:a="http://schemas.openxmlformats.org/drawingml/2006/main">
            <a:srgbClr val="FFFFFF"/>
          </a:solidFill>
          <a:ln xmlns:a="http://schemas.openxmlformats.org/drawingml/2006/main" w="16193">
            <a:solidFill>
              <a:srgbClr val="CDD6DE"/>
            </a:solidFill>
            <a:prstDash val="solid"/>
          </a:ln>
        </p:spPr>
      </p:sp>
      <p:sp>
        <p:nvSpPr>
          <p:cNvPr id="17" name="dp43-comparison / n17 / text 1">
            <a:extLst xmlns:a="http://schemas.openxmlformats.org/drawingml/2006/main">
              <a:ext uri="{FF2B5EF4-FFF2-40B4-BE49-F238E27FC236}">
                <a16:creationId xmlns:a16="http://schemas.microsoft.com/office/drawing/2014/main" id="{0B686EEB-BECB-4F3B-96E9-176D7D6F7538}"/>
              </a:ext>
            </a:extLst>
          </p:cNvPr>
          <p:cNvSpPr>
            <a:spLocks xmlns:a="http://schemas.openxmlformats.org/drawingml/2006/main" noGrp="1"/>
          </p:cNvSpPr>
          <p:nvPr/>
        </p:nvSpPr>
        <p:spPr>
          <a:xfrm xmlns:a="http://schemas.openxmlformats.org/drawingml/2006/main">
            <a:off x="390525" y="9258300"/>
            <a:ext cx="933450" cy="29003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575" b="1">
                <a:solidFill>
                  <a:srgbClr val="18232E"/>
                </a:solidFill>
                <a:latin typeface="Apple SD Gothic Neo"/>
                <a:ea typeface="Apple SD Gothic Neo"/>
                <a:cs typeface="Apple SD Gothic Neo"/>
              </a:defRPr>
            </a:pPr>
            <a:r>
              <a:rPr sz="1575" b="1">
                <a:solidFill>
                  <a:srgbClr val="18232E"/>
                </a:solidFill>
                <a:latin typeface="Apple SD Gothic Neo"/>
                <a:ea typeface="Apple SD Gothic Neo"/>
                <a:cs typeface="Apple SD Gothic Neo"/>
              </a:rPr>
              <a:t>QA</a:t>
            </a:r>
          </a:p>
        </p:txBody>
      </p:sp>
      <p:sp>
        <p:nvSpPr>
          <p:cNvPr id="18" name="dp43-comparison / n17 / text 2">
            <a:extLst xmlns:a="http://schemas.openxmlformats.org/drawingml/2006/main">
              <a:ext uri="{FF2B5EF4-FFF2-40B4-BE49-F238E27FC236}">
                <a16:creationId xmlns:a16="http://schemas.microsoft.com/office/drawing/2014/main" id="{CCC6A9DB-7DEB-401A-9B27-E60961168704}"/>
              </a:ext>
            </a:extLst>
          </p:cNvPr>
          <p:cNvSpPr>
            <a:spLocks xmlns:a="http://schemas.openxmlformats.org/drawingml/2006/main" noGrp="1"/>
          </p:cNvSpPr>
          <p:nvPr/>
        </p:nvSpPr>
        <p:spPr>
          <a:xfrm xmlns:a="http://schemas.openxmlformats.org/drawingml/2006/main">
            <a:off x="390525" y="9505950"/>
            <a:ext cx="933450" cy="29003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575" b="1">
                <a:solidFill>
                  <a:srgbClr val="18232E"/>
                </a:solidFill>
                <a:latin typeface="Apple SD Gothic Neo"/>
                <a:ea typeface="Apple SD Gothic Neo"/>
                <a:cs typeface="Apple SD Gothic Neo"/>
              </a:defRPr>
            </a:pPr>
            <a:r>
              <a:rPr sz="1575" b="1">
                <a:solidFill>
                  <a:srgbClr val="18232E"/>
                </a:solidFill>
                <a:latin typeface="Apple SD Gothic Neo"/>
                <a:ea typeface="Apple SD Gothic Neo"/>
                <a:cs typeface="Apple SD Gothic Neo"/>
              </a:rPr>
              <a:t>Trade-off</a:t>
            </a:r>
          </a:p>
        </p:txBody>
      </p:sp>
      <p:sp>
        <p:nvSpPr>
          <p:cNvPr id="19" name="dp43-comparison / n18 / path">
            <a:extLst xmlns:a="http://schemas.openxmlformats.org/drawingml/2006/main">
              <a:ext uri="{FF2B5EF4-FFF2-40B4-BE49-F238E27FC236}">
                <a16:creationId xmlns:a16="http://schemas.microsoft.com/office/drawing/2014/main" id="{C1F74FD7-D0FF-4878-8D4C-E7428C7286B4}"/>
              </a:ext>
            </a:extLst>
          </p:cNvPr>
          <p:cNvSpPr>
            <a:spLocks xmlns:a="http://schemas.openxmlformats.org/drawingml/2006/main" noGrp="1"/>
          </p:cNvSpPr>
          <p:nvPr/>
        </p:nvSpPr>
        <p:spPr>
          <a:xfrm xmlns:a="http://schemas.openxmlformats.org/drawingml/2006/main">
            <a:off x="1333500" y="1790700"/>
            <a:ext cx="953" cy="8210550"/>
          </a:xfrm>
          <a:custGeom xmlns:a="http://schemas.openxmlformats.org/drawingml/2006/main">
            <a:pathLst>
              <a:path w="953" h="8210550">
                <a:moveTo>
                  <a:pt x="0" y="0"/>
                </a:moveTo>
                <a:lnTo>
                  <a:pt x="0" y="8210550"/>
                </a:lnTo>
              </a:path>
            </a:pathLst>
          </a:custGeom>
          <a:noFill xmlns:a="http://schemas.openxmlformats.org/drawingml/2006/main"/>
          <a:ln xmlns:a="http://schemas.openxmlformats.org/drawingml/2006/main" w="19050">
            <a:solidFill>
              <a:srgbClr val="CDD6DE"/>
            </a:solidFill>
            <a:prstDash val="solid"/>
          </a:ln>
        </p:spPr>
      </p:sp>
      <p:sp>
        <p:nvSpPr>
          <p:cNvPr id="20" name="dp43-comparison / n19 / path">
            <a:extLst xmlns:a="http://schemas.openxmlformats.org/drawingml/2006/main">
              <a:ext uri="{FF2B5EF4-FFF2-40B4-BE49-F238E27FC236}">
                <a16:creationId xmlns:a16="http://schemas.microsoft.com/office/drawing/2014/main" id="{79F6D12A-B01F-4781-B19A-8D30DD9CBB4C}"/>
              </a:ext>
            </a:extLst>
          </p:cNvPr>
          <p:cNvSpPr>
            <a:spLocks xmlns:a="http://schemas.openxmlformats.org/drawingml/2006/main" noGrp="1"/>
          </p:cNvSpPr>
          <p:nvPr/>
        </p:nvSpPr>
        <p:spPr>
          <a:xfrm xmlns:a="http://schemas.openxmlformats.org/drawingml/2006/main">
            <a:off x="9620250" y="1790700"/>
            <a:ext cx="953" cy="8210550"/>
          </a:xfrm>
          <a:custGeom xmlns:a="http://schemas.openxmlformats.org/drawingml/2006/main">
            <a:pathLst>
              <a:path w="953" h="8210550">
                <a:moveTo>
                  <a:pt x="0" y="0"/>
                </a:moveTo>
                <a:lnTo>
                  <a:pt x="0" y="8210550"/>
                </a:lnTo>
              </a:path>
            </a:pathLst>
          </a:custGeom>
          <a:noFill xmlns:a="http://schemas.openxmlformats.org/drawingml/2006/main"/>
          <a:ln xmlns:a="http://schemas.openxmlformats.org/drawingml/2006/main" w="19050">
            <a:solidFill>
              <a:srgbClr val="CDD6DE"/>
            </a:solidFill>
            <a:prstDash val="solid"/>
          </a:ln>
        </p:spPr>
      </p:sp>
      <p:sp>
        <p:nvSpPr>
          <p:cNvPr id="21" name="dp43-comparison / n20 / text 1">
            <a:extLst xmlns:a="http://schemas.openxmlformats.org/drawingml/2006/main">
              <a:ext uri="{FF2B5EF4-FFF2-40B4-BE49-F238E27FC236}">
                <a16:creationId xmlns:a16="http://schemas.microsoft.com/office/drawing/2014/main" id="{8B537292-B858-4487-B4D0-31CB9E9532ED}"/>
              </a:ext>
            </a:extLst>
          </p:cNvPr>
          <p:cNvSpPr>
            <a:spLocks xmlns:a="http://schemas.openxmlformats.org/drawingml/2006/main" noGrp="1"/>
          </p:cNvSpPr>
          <p:nvPr/>
        </p:nvSpPr>
        <p:spPr>
          <a:xfrm xmlns:a="http://schemas.openxmlformats.org/drawingml/2006/main">
            <a:off x="1485900" y="1933575"/>
            <a:ext cx="7981950" cy="3867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100" b="1">
                <a:solidFill>
                  <a:srgbClr val="18232E"/>
                </a:solidFill>
                <a:latin typeface="Apple SD Gothic Neo"/>
                <a:ea typeface="Apple SD Gothic Neo"/>
                <a:cs typeface="Apple SD Gothic Neo"/>
              </a:defRPr>
            </a:pPr>
            <a:r>
              <a:rPr sz="2100" b="1">
                <a:solidFill>
                  <a:srgbClr val="18232E"/>
                </a:solidFill>
                <a:latin typeface="Apple SD Gothic Neo"/>
                <a:ea typeface="Apple SD Gothic Neo"/>
                <a:cs typeface="Apple SD Gothic Neo"/>
              </a:rPr>
              <a:t>A 통합 의미 생산</a:t>
            </a:r>
          </a:p>
        </p:txBody>
      </p:sp>
      <p:sp>
        <p:nvSpPr>
          <p:cNvPr id="22" name="dp43-comparison / n21 / text 1">
            <a:extLst xmlns:a="http://schemas.openxmlformats.org/drawingml/2006/main">
              <a:ext uri="{FF2B5EF4-FFF2-40B4-BE49-F238E27FC236}">
                <a16:creationId xmlns:a16="http://schemas.microsoft.com/office/drawing/2014/main" id="{FF683370-F6AC-427E-8380-81458AFC2234}"/>
              </a:ext>
            </a:extLst>
          </p:cNvPr>
          <p:cNvSpPr>
            <a:spLocks xmlns:a="http://schemas.openxmlformats.org/drawingml/2006/main" noGrp="1"/>
          </p:cNvSpPr>
          <p:nvPr/>
        </p:nvSpPr>
        <p:spPr>
          <a:xfrm xmlns:a="http://schemas.openxmlformats.org/drawingml/2006/main">
            <a:off x="1504950" y="7696200"/>
            <a:ext cx="79629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18232E"/>
                </a:solidFill>
                <a:latin typeface="Apple SD Gothic Neo"/>
                <a:ea typeface="Apple SD Gothic Neo"/>
                <a:cs typeface="Apple SD Gothic Neo"/>
              </a:defRPr>
            </a:pPr>
            <a:r>
              <a:rPr sz="1500" b="0">
                <a:solidFill>
                  <a:srgbClr val="18232E"/>
                </a:solidFill>
                <a:latin typeface="Apple SD Gothic Neo"/>
                <a:ea typeface="Apple SD Gothic Neo"/>
                <a:cs typeface="Apple SD Gothic Neo"/>
              </a:rPr>
              <a:t>▪ 관련 의미의 공동 판단으로 정확 처리율 94% (기능 정확성 ↑)</a:t>
            </a:r>
          </a:p>
        </p:txBody>
      </p:sp>
      <p:sp>
        <p:nvSpPr>
          <p:cNvPr id="23" name="dp43-comparison / n22 / text 1">
            <a:extLst xmlns:a="http://schemas.openxmlformats.org/drawingml/2006/main">
              <a:ext uri="{FF2B5EF4-FFF2-40B4-BE49-F238E27FC236}">
                <a16:creationId xmlns:a16="http://schemas.microsoft.com/office/drawing/2014/main" id="{5508BDB6-7076-4A05-B98B-EE02F0D16684}"/>
              </a:ext>
            </a:extLst>
          </p:cNvPr>
          <p:cNvSpPr>
            <a:spLocks xmlns:a="http://schemas.openxmlformats.org/drawingml/2006/main" noGrp="1"/>
          </p:cNvSpPr>
          <p:nvPr/>
        </p:nvSpPr>
        <p:spPr>
          <a:xfrm xmlns:a="http://schemas.openxmlformats.org/drawingml/2006/main">
            <a:off x="1504950" y="7972425"/>
            <a:ext cx="79629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18232E"/>
                </a:solidFill>
                <a:latin typeface="Apple SD Gothic Neo"/>
                <a:ea typeface="Apple SD Gothic Neo"/>
                <a:cs typeface="Apple SD Gothic Neo"/>
              </a:defRPr>
            </a:pPr>
            <a:r>
              <a:rPr sz="1500" b="0">
                <a:solidFill>
                  <a:srgbClr val="18232E"/>
                </a:solidFill>
                <a:latin typeface="Apple SD Gothic Neo"/>
                <a:ea typeface="Apple SD Gothic Neo"/>
                <a:cs typeface="Apple SD Gothic Neo"/>
              </a:rPr>
              <a:t>▪ 부분 제안 간 교환 축소로 평균 VIA 처리시간 5.5 s (요청 완료 신속성 ↑)</a:t>
            </a:r>
          </a:p>
        </p:txBody>
      </p:sp>
      <p:sp>
        <p:nvSpPr>
          <p:cNvPr id="24" name="dp43-comparison / n23 / text 1">
            <a:extLst xmlns:a="http://schemas.openxmlformats.org/drawingml/2006/main">
              <a:ext uri="{FF2B5EF4-FFF2-40B4-BE49-F238E27FC236}">
                <a16:creationId xmlns:a16="http://schemas.microsoft.com/office/drawing/2014/main" id="{D3A4836B-CD09-4DB1-8975-4042FD2700B8}"/>
              </a:ext>
            </a:extLst>
          </p:cNvPr>
          <p:cNvSpPr>
            <a:spLocks xmlns:a="http://schemas.openxmlformats.org/drawingml/2006/main" noGrp="1"/>
          </p:cNvSpPr>
          <p:nvPr/>
        </p:nvSpPr>
        <p:spPr>
          <a:xfrm xmlns:a="http://schemas.openxmlformats.org/drawingml/2006/main">
            <a:off x="1504950" y="8458200"/>
            <a:ext cx="79629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18232E"/>
                </a:solidFill>
                <a:latin typeface="Apple SD Gothic Neo"/>
                <a:ea typeface="Apple SD Gothic Neo"/>
                <a:cs typeface="Apple SD Gothic Neo"/>
              </a:defRPr>
            </a:pPr>
            <a:r>
              <a:rPr sz="1500" b="0">
                <a:solidFill>
                  <a:srgbClr val="18232E"/>
                </a:solidFill>
                <a:latin typeface="Apple SD Gothic Neo"/>
                <a:ea typeface="Apple SD Gothic Neo"/>
                <a:cs typeface="Apple SD Gothic Neo"/>
              </a:rPr>
              <a:t>▪ 통합 의미 생산 계약의 변경 전파, 평균 4.0개 (변경 용이성 ↓)</a:t>
            </a:r>
          </a:p>
        </p:txBody>
      </p:sp>
      <p:sp>
        <p:nvSpPr>
          <p:cNvPr id="25" name="dp43-comparison / n24 / text 1">
            <a:extLst xmlns:a="http://schemas.openxmlformats.org/drawingml/2006/main">
              <a:ext uri="{FF2B5EF4-FFF2-40B4-BE49-F238E27FC236}">
                <a16:creationId xmlns:a16="http://schemas.microsoft.com/office/drawing/2014/main" id="{FBB3211D-E6AD-4B49-8B32-A2C984846FA4}"/>
              </a:ext>
            </a:extLst>
          </p:cNvPr>
          <p:cNvSpPr>
            <a:spLocks xmlns:a="http://schemas.openxmlformats.org/drawingml/2006/main" noGrp="1"/>
          </p:cNvSpPr>
          <p:nvPr/>
        </p:nvSpPr>
        <p:spPr>
          <a:xfrm xmlns:a="http://schemas.openxmlformats.org/drawingml/2006/main">
            <a:off x="1504950" y="9182100"/>
            <a:ext cx="3190875"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18232E"/>
                </a:solidFill>
                <a:latin typeface="Apple SD Gothic Neo"/>
                <a:ea typeface="Apple SD Gothic Neo"/>
                <a:cs typeface="Apple SD Gothic Neo"/>
              </a:defRPr>
            </a:pPr>
            <a:r>
              <a:rPr sz="1500" b="0">
                <a:solidFill>
                  <a:srgbClr val="18232E"/>
                </a:solidFill>
                <a:latin typeface="Apple SD Gothic Neo"/>
                <a:ea typeface="Apple SD Gothic Neo"/>
                <a:cs typeface="Apple SD Gothic Neo"/>
              </a:rPr>
              <a:t>V-01 기능 정확성</a:t>
            </a:r>
          </a:p>
        </p:txBody>
      </p:sp>
      <p:sp>
        <p:nvSpPr>
          <p:cNvPr id="26" name="dp43-comparison / n25 / text 1">
            <a:extLst xmlns:a="http://schemas.openxmlformats.org/drawingml/2006/main">
              <a:ext uri="{FF2B5EF4-FFF2-40B4-BE49-F238E27FC236}">
                <a16:creationId xmlns:a16="http://schemas.microsoft.com/office/drawing/2014/main" id="{AD86E470-4838-48B4-8AE0-ED7567CDE385}"/>
              </a:ext>
            </a:extLst>
          </p:cNvPr>
          <p:cNvSpPr>
            <a:spLocks xmlns:a="http://schemas.openxmlformats.org/drawingml/2006/main" noGrp="1"/>
          </p:cNvSpPr>
          <p:nvPr/>
        </p:nvSpPr>
        <p:spPr>
          <a:xfrm xmlns:a="http://schemas.openxmlformats.org/drawingml/2006/main">
            <a:off x="4905375" y="9172575"/>
            <a:ext cx="1066800" cy="31765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0">
                <a:solidFill>
                  <a:srgbClr val="18232E"/>
                </a:solidFill>
                <a:latin typeface="Apple SD Gothic Neo"/>
                <a:ea typeface="Apple SD Gothic Neo"/>
                <a:cs typeface="Apple SD Gothic Neo"/>
              </a:defRPr>
            </a:pPr>
            <a:r>
              <a:rPr sz="1725" b="0">
                <a:solidFill>
                  <a:srgbClr val="18232E"/>
                </a:solidFill>
                <a:latin typeface="Apple SD Gothic Neo"/>
                <a:ea typeface="Apple SD Gothic Neo"/>
                <a:cs typeface="Apple SD Gothic Neo"/>
              </a:rPr>
              <a:t>●●●</a:t>
            </a:r>
          </a:p>
        </p:txBody>
      </p:sp>
      <p:sp>
        <p:nvSpPr>
          <p:cNvPr id="27" name="dp43-comparison / n26 / text 1">
            <a:extLst xmlns:a="http://schemas.openxmlformats.org/drawingml/2006/main">
              <a:ext uri="{FF2B5EF4-FFF2-40B4-BE49-F238E27FC236}">
                <a16:creationId xmlns:a16="http://schemas.microsoft.com/office/drawing/2014/main" id="{E9F529F0-1CB5-465F-B640-4ACBD90BBC9C}"/>
              </a:ext>
            </a:extLst>
          </p:cNvPr>
          <p:cNvSpPr>
            <a:spLocks xmlns:a="http://schemas.openxmlformats.org/drawingml/2006/main" noGrp="1"/>
          </p:cNvSpPr>
          <p:nvPr/>
        </p:nvSpPr>
        <p:spPr>
          <a:xfrm xmlns:a="http://schemas.openxmlformats.org/drawingml/2006/main">
            <a:off x="6124575" y="9182100"/>
            <a:ext cx="1333500" cy="29003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1">
                <a:solidFill>
                  <a:srgbClr val="18232E"/>
                </a:solidFill>
                <a:latin typeface="Apple SD Gothic Neo"/>
                <a:ea typeface="Apple SD Gothic Neo"/>
                <a:cs typeface="Apple SD Gothic Neo"/>
              </a:defRPr>
            </a:pPr>
            <a:r>
              <a:rPr sz="1575" b="1">
                <a:solidFill>
                  <a:srgbClr val="18232E"/>
                </a:solidFill>
                <a:latin typeface="Apple SD Gothic Neo"/>
                <a:ea typeface="Apple SD Gothic Neo"/>
                <a:cs typeface="Apple SD Gothic Neo"/>
              </a:rPr>
              <a:t>94%</a:t>
            </a:r>
          </a:p>
        </p:txBody>
      </p:sp>
      <p:sp>
        <p:nvSpPr>
          <p:cNvPr id="28" name="dp43-comparison / n27 / text 1">
            <a:extLst xmlns:a="http://schemas.openxmlformats.org/drawingml/2006/main">
              <a:ext uri="{FF2B5EF4-FFF2-40B4-BE49-F238E27FC236}">
                <a16:creationId xmlns:a16="http://schemas.microsoft.com/office/drawing/2014/main" id="{6962E327-C4F9-4024-9539-0AE893FB3638}"/>
              </a:ext>
            </a:extLst>
          </p:cNvPr>
          <p:cNvSpPr>
            <a:spLocks xmlns:a="http://schemas.openxmlformats.org/drawingml/2006/main" noGrp="1"/>
          </p:cNvSpPr>
          <p:nvPr/>
        </p:nvSpPr>
        <p:spPr>
          <a:xfrm xmlns:a="http://schemas.openxmlformats.org/drawingml/2006/main">
            <a:off x="7543800" y="9201150"/>
            <a:ext cx="1962150"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5F6B77"/>
                </a:solidFill>
                <a:latin typeface="Apple SD Gothic Neo"/>
                <a:ea typeface="Apple SD Gothic Neo"/>
                <a:cs typeface="Apple SD Gothic Neo"/>
              </a:defRPr>
            </a:pPr>
            <a:r>
              <a:rPr sz="1275" b="0">
                <a:solidFill>
                  <a:srgbClr val="5F6B77"/>
                </a:solidFill>
                <a:latin typeface="Apple SD Gothic Neo"/>
                <a:ea typeface="Apple SD Gothic Neo"/>
                <a:cs typeface="Apple SD Gothic Neo"/>
              </a:rPr>
              <a:t>정확 처리율 ↑</a:t>
            </a:r>
          </a:p>
        </p:txBody>
      </p:sp>
      <p:sp>
        <p:nvSpPr>
          <p:cNvPr id="29" name="dp43-comparison / n28 / text 1">
            <a:extLst xmlns:a="http://schemas.openxmlformats.org/drawingml/2006/main">
              <a:ext uri="{FF2B5EF4-FFF2-40B4-BE49-F238E27FC236}">
                <a16:creationId xmlns:a16="http://schemas.microsoft.com/office/drawing/2014/main" id="{D3B24DAD-A575-48CA-8AB7-86E7E4D5E3F2}"/>
              </a:ext>
            </a:extLst>
          </p:cNvPr>
          <p:cNvSpPr>
            <a:spLocks xmlns:a="http://schemas.openxmlformats.org/drawingml/2006/main" noGrp="1"/>
          </p:cNvSpPr>
          <p:nvPr/>
        </p:nvSpPr>
        <p:spPr>
          <a:xfrm xmlns:a="http://schemas.openxmlformats.org/drawingml/2006/main">
            <a:off x="1504950" y="9439275"/>
            <a:ext cx="3190875"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18232E"/>
                </a:solidFill>
                <a:latin typeface="Apple SD Gothic Neo"/>
                <a:ea typeface="Apple SD Gothic Neo"/>
                <a:cs typeface="Apple SD Gothic Neo"/>
              </a:defRPr>
            </a:pPr>
            <a:r>
              <a:rPr sz="1500" b="0">
                <a:solidFill>
                  <a:srgbClr val="18232E"/>
                </a:solidFill>
                <a:latin typeface="Apple SD Gothic Neo"/>
                <a:ea typeface="Apple SD Gothic Neo"/>
                <a:cs typeface="Apple SD Gothic Neo"/>
              </a:rPr>
              <a:t>V-05 요청 완료 신속성</a:t>
            </a:r>
          </a:p>
        </p:txBody>
      </p:sp>
      <p:sp>
        <p:nvSpPr>
          <p:cNvPr id="30" name="dp43-comparison / n29 / text 1">
            <a:extLst xmlns:a="http://schemas.openxmlformats.org/drawingml/2006/main">
              <a:ext uri="{FF2B5EF4-FFF2-40B4-BE49-F238E27FC236}">
                <a16:creationId xmlns:a16="http://schemas.microsoft.com/office/drawing/2014/main" id="{E84C7CF1-BA9D-4904-AEE5-412D53BA096A}"/>
              </a:ext>
            </a:extLst>
          </p:cNvPr>
          <p:cNvSpPr>
            <a:spLocks xmlns:a="http://schemas.openxmlformats.org/drawingml/2006/main" noGrp="1"/>
          </p:cNvSpPr>
          <p:nvPr/>
        </p:nvSpPr>
        <p:spPr>
          <a:xfrm xmlns:a="http://schemas.openxmlformats.org/drawingml/2006/main">
            <a:off x="4905375" y="9429750"/>
            <a:ext cx="1066800" cy="31765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0">
                <a:solidFill>
                  <a:srgbClr val="18232E"/>
                </a:solidFill>
                <a:latin typeface="Apple SD Gothic Neo"/>
                <a:ea typeface="Apple SD Gothic Neo"/>
                <a:cs typeface="Apple SD Gothic Neo"/>
              </a:defRPr>
            </a:pPr>
            <a:r>
              <a:rPr sz="1725" b="0">
                <a:solidFill>
                  <a:srgbClr val="18232E"/>
                </a:solidFill>
                <a:latin typeface="Apple SD Gothic Neo"/>
                <a:ea typeface="Apple SD Gothic Neo"/>
                <a:cs typeface="Apple SD Gothic Neo"/>
              </a:rPr>
              <a:t>●●●</a:t>
            </a:r>
          </a:p>
        </p:txBody>
      </p:sp>
      <p:sp>
        <p:nvSpPr>
          <p:cNvPr id="31" name="dp43-comparison / n30 / text 1">
            <a:extLst xmlns:a="http://schemas.openxmlformats.org/drawingml/2006/main">
              <a:ext uri="{FF2B5EF4-FFF2-40B4-BE49-F238E27FC236}">
                <a16:creationId xmlns:a16="http://schemas.microsoft.com/office/drawing/2014/main" id="{9D057175-04C8-4F7D-80F3-DD69ECE5C6C3}"/>
              </a:ext>
            </a:extLst>
          </p:cNvPr>
          <p:cNvSpPr>
            <a:spLocks xmlns:a="http://schemas.openxmlformats.org/drawingml/2006/main" noGrp="1"/>
          </p:cNvSpPr>
          <p:nvPr/>
        </p:nvSpPr>
        <p:spPr>
          <a:xfrm xmlns:a="http://schemas.openxmlformats.org/drawingml/2006/main">
            <a:off x="6124575" y="9439275"/>
            <a:ext cx="1333500" cy="29003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1">
                <a:solidFill>
                  <a:srgbClr val="18232E"/>
                </a:solidFill>
                <a:latin typeface="Apple SD Gothic Neo"/>
                <a:ea typeface="Apple SD Gothic Neo"/>
                <a:cs typeface="Apple SD Gothic Neo"/>
              </a:defRPr>
            </a:pPr>
            <a:r>
              <a:rPr sz="1575" b="1">
                <a:solidFill>
                  <a:srgbClr val="18232E"/>
                </a:solidFill>
                <a:latin typeface="Apple SD Gothic Neo"/>
                <a:ea typeface="Apple SD Gothic Neo"/>
                <a:cs typeface="Apple SD Gothic Neo"/>
              </a:rPr>
              <a:t>5.5 s</a:t>
            </a:r>
          </a:p>
        </p:txBody>
      </p:sp>
      <p:sp>
        <p:nvSpPr>
          <p:cNvPr id="32" name="dp43-comparison / n31 / text 1">
            <a:extLst xmlns:a="http://schemas.openxmlformats.org/drawingml/2006/main">
              <a:ext uri="{FF2B5EF4-FFF2-40B4-BE49-F238E27FC236}">
                <a16:creationId xmlns:a16="http://schemas.microsoft.com/office/drawing/2014/main" id="{FF08159F-B5BE-4837-BF57-73AE45D59A3F}"/>
              </a:ext>
            </a:extLst>
          </p:cNvPr>
          <p:cNvSpPr>
            <a:spLocks xmlns:a="http://schemas.openxmlformats.org/drawingml/2006/main" noGrp="1"/>
          </p:cNvSpPr>
          <p:nvPr/>
        </p:nvSpPr>
        <p:spPr>
          <a:xfrm xmlns:a="http://schemas.openxmlformats.org/drawingml/2006/main">
            <a:off x="7543800" y="9458325"/>
            <a:ext cx="1962150"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5F6B77"/>
                </a:solidFill>
                <a:latin typeface="Apple SD Gothic Neo"/>
                <a:ea typeface="Apple SD Gothic Neo"/>
                <a:cs typeface="Apple SD Gothic Neo"/>
              </a:defRPr>
            </a:pPr>
            <a:r>
              <a:rPr sz="1275" b="0">
                <a:solidFill>
                  <a:srgbClr val="5F6B77"/>
                </a:solidFill>
                <a:latin typeface="Apple SD Gothic Neo"/>
                <a:ea typeface="Apple SD Gothic Neo"/>
                <a:cs typeface="Apple SD Gothic Neo"/>
              </a:rPr>
              <a:t>평균 VIA 처리시간 ↓</a:t>
            </a:r>
          </a:p>
        </p:txBody>
      </p:sp>
      <p:sp>
        <p:nvSpPr>
          <p:cNvPr id="33" name="dp43-comparison / n32 / text 1">
            <a:extLst xmlns:a="http://schemas.openxmlformats.org/drawingml/2006/main">
              <a:ext uri="{FF2B5EF4-FFF2-40B4-BE49-F238E27FC236}">
                <a16:creationId xmlns:a16="http://schemas.microsoft.com/office/drawing/2014/main" id="{58FD4385-D67A-410A-BC1C-E7B84A39FDEB}"/>
              </a:ext>
            </a:extLst>
          </p:cNvPr>
          <p:cNvSpPr>
            <a:spLocks xmlns:a="http://schemas.openxmlformats.org/drawingml/2006/main" noGrp="1"/>
          </p:cNvSpPr>
          <p:nvPr/>
        </p:nvSpPr>
        <p:spPr>
          <a:xfrm xmlns:a="http://schemas.openxmlformats.org/drawingml/2006/main">
            <a:off x="1504950" y="9696450"/>
            <a:ext cx="3190875"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18232E"/>
                </a:solidFill>
                <a:latin typeface="Apple SD Gothic Neo"/>
                <a:ea typeface="Apple SD Gothic Neo"/>
                <a:cs typeface="Apple SD Gothic Neo"/>
              </a:defRPr>
            </a:pPr>
            <a:r>
              <a:rPr sz="1500" b="0">
                <a:solidFill>
                  <a:srgbClr val="18232E"/>
                </a:solidFill>
                <a:latin typeface="Apple SD Gothic Neo"/>
                <a:ea typeface="Apple SD Gothic Neo"/>
                <a:cs typeface="Apple SD Gothic Neo"/>
              </a:rPr>
              <a:t>V-08 변경 용이성</a:t>
            </a:r>
          </a:p>
        </p:txBody>
      </p:sp>
      <p:sp>
        <p:nvSpPr>
          <p:cNvPr id="34" name="dp43-comparison / n33 / text 1">
            <a:extLst xmlns:a="http://schemas.openxmlformats.org/drawingml/2006/main">
              <a:ext uri="{FF2B5EF4-FFF2-40B4-BE49-F238E27FC236}">
                <a16:creationId xmlns:a16="http://schemas.microsoft.com/office/drawing/2014/main" id="{CB30949B-C289-4FBF-9F32-B5CD7330D0B7}"/>
              </a:ext>
            </a:extLst>
          </p:cNvPr>
          <p:cNvSpPr>
            <a:spLocks xmlns:a="http://schemas.openxmlformats.org/drawingml/2006/main" noGrp="1"/>
          </p:cNvSpPr>
          <p:nvPr/>
        </p:nvSpPr>
        <p:spPr>
          <a:xfrm xmlns:a="http://schemas.openxmlformats.org/drawingml/2006/main">
            <a:off x="4905375" y="9686925"/>
            <a:ext cx="1066800" cy="31765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0">
                <a:solidFill>
                  <a:srgbClr val="18232E"/>
                </a:solidFill>
                <a:latin typeface="Apple SD Gothic Neo"/>
                <a:ea typeface="Apple SD Gothic Neo"/>
                <a:cs typeface="Apple SD Gothic Neo"/>
              </a:defRPr>
            </a:pPr>
            <a:r>
              <a:rPr sz="1725" b="0">
                <a:solidFill>
                  <a:srgbClr val="18232E"/>
                </a:solidFill>
                <a:latin typeface="Apple SD Gothic Neo"/>
                <a:ea typeface="Apple SD Gothic Neo"/>
                <a:cs typeface="Apple SD Gothic Neo"/>
              </a:rPr>
              <a:t>●○○</a:t>
            </a:r>
          </a:p>
        </p:txBody>
      </p:sp>
      <p:sp>
        <p:nvSpPr>
          <p:cNvPr id="35" name="dp43-comparison / n34 / text 1">
            <a:extLst xmlns:a="http://schemas.openxmlformats.org/drawingml/2006/main">
              <a:ext uri="{FF2B5EF4-FFF2-40B4-BE49-F238E27FC236}">
                <a16:creationId xmlns:a16="http://schemas.microsoft.com/office/drawing/2014/main" id="{CDB0035C-441D-47A2-AD36-91889992E8AF}"/>
              </a:ext>
            </a:extLst>
          </p:cNvPr>
          <p:cNvSpPr>
            <a:spLocks xmlns:a="http://schemas.openxmlformats.org/drawingml/2006/main" noGrp="1"/>
          </p:cNvSpPr>
          <p:nvPr/>
        </p:nvSpPr>
        <p:spPr>
          <a:xfrm xmlns:a="http://schemas.openxmlformats.org/drawingml/2006/main">
            <a:off x="6124575" y="9696450"/>
            <a:ext cx="1333500" cy="29003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1">
                <a:solidFill>
                  <a:srgbClr val="18232E"/>
                </a:solidFill>
                <a:latin typeface="Apple SD Gothic Neo"/>
                <a:ea typeface="Apple SD Gothic Neo"/>
                <a:cs typeface="Apple SD Gothic Neo"/>
              </a:defRPr>
            </a:pPr>
            <a:r>
              <a:rPr sz="1575" b="1">
                <a:solidFill>
                  <a:srgbClr val="18232E"/>
                </a:solidFill>
                <a:latin typeface="Apple SD Gothic Neo"/>
                <a:ea typeface="Apple SD Gothic Neo"/>
                <a:cs typeface="Apple SD Gothic Neo"/>
              </a:rPr>
              <a:t>4.0개</a:t>
            </a:r>
          </a:p>
        </p:txBody>
      </p:sp>
      <p:sp>
        <p:nvSpPr>
          <p:cNvPr id="36" name="dp43-comparison / n35 / text 1">
            <a:extLst xmlns:a="http://schemas.openxmlformats.org/drawingml/2006/main">
              <a:ext uri="{FF2B5EF4-FFF2-40B4-BE49-F238E27FC236}">
                <a16:creationId xmlns:a16="http://schemas.microsoft.com/office/drawing/2014/main" id="{25E14D77-E172-4FE3-93C8-385BB6B5B211}"/>
              </a:ext>
            </a:extLst>
          </p:cNvPr>
          <p:cNvSpPr>
            <a:spLocks xmlns:a="http://schemas.openxmlformats.org/drawingml/2006/main" noGrp="1"/>
          </p:cNvSpPr>
          <p:nvPr/>
        </p:nvSpPr>
        <p:spPr>
          <a:xfrm xmlns:a="http://schemas.openxmlformats.org/drawingml/2006/main">
            <a:off x="7543800" y="9715500"/>
            <a:ext cx="1962150"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5F6B77"/>
                </a:solidFill>
                <a:latin typeface="Apple SD Gothic Neo"/>
                <a:ea typeface="Apple SD Gothic Neo"/>
                <a:cs typeface="Apple SD Gothic Neo"/>
              </a:defRPr>
            </a:pPr>
            <a:r>
              <a:rPr sz="1275" b="0">
                <a:solidFill>
                  <a:srgbClr val="5F6B77"/>
                </a:solidFill>
                <a:latin typeface="Apple SD Gothic Neo"/>
                <a:ea typeface="Apple SD Gothic Neo"/>
                <a:cs typeface="Apple SD Gothic Neo"/>
              </a:rPr>
              <a:t>평균 변경 요소 수 ↓</a:t>
            </a:r>
          </a:p>
        </p:txBody>
      </p:sp>
      <p:sp>
        <p:nvSpPr>
          <p:cNvPr id="37" name="dp43-comparison / n36 / text 1">
            <a:extLst xmlns:a="http://schemas.openxmlformats.org/drawingml/2006/main">
              <a:ext uri="{FF2B5EF4-FFF2-40B4-BE49-F238E27FC236}">
                <a16:creationId xmlns:a16="http://schemas.microsoft.com/office/drawing/2014/main" id="{ADF054C0-872D-4F8C-A104-CC06881D6647}"/>
              </a:ext>
            </a:extLst>
          </p:cNvPr>
          <p:cNvSpPr>
            <a:spLocks xmlns:a="http://schemas.openxmlformats.org/drawingml/2006/main" noGrp="1"/>
          </p:cNvSpPr>
          <p:nvPr/>
        </p:nvSpPr>
        <p:spPr>
          <a:xfrm xmlns:a="http://schemas.openxmlformats.org/drawingml/2006/main">
            <a:off x="9772650" y="1933575"/>
            <a:ext cx="7981950" cy="3867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100" b="1">
                <a:solidFill>
                  <a:srgbClr val="18232E"/>
                </a:solidFill>
                <a:latin typeface="Apple SD Gothic Neo"/>
                <a:ea typeface="Apple SD Gothic Neo"/>
                <a:cs typeface="Apple SD Gothic Neo"/>
              </a:defRPr>
            </a:pPr>
            <a:r>
              <a:rPr sz="2100" b="1">
                <a:solidFill>
                  <a:srgbClr val="18232E"/>
                </a:solidFill>
                <a:latin typeface="Apple SD Gothic Neo"/>
                <a:ea typeface="Apple SD Gothic Neo"/>
                <a:cs typeface="Apple SD Gothic Neo"/>
              </a:rPr>
              <a:t>C 기능별 의미 생산과 코드 조정</a:t>
            </a:r>
          </a:p>
        </p:txBody>
      </p:sp>
      <p:sp>
        <p:nvSpPr>
          <p:cNvPr id="38" name="dp43-comparison / n37 / text 1">
            <a:extLst xmlns:a="http://schemas.openxmlformats.org/drawingml/2006/main">
              <a:ext uri="{FF2B5EF4-FFF2-40B4-BE49-F238E27FC236}">
                <a16:creationId xmlns:a16="http://schemas.microsoft.com/office/drawing/2014/main" id="{F6CD0C19-B743-49CE-BC4B-D4069BD4DCC4}"/>
              </a:ext>
            </a:extLst>
          </p:cNvPr>
          <p:cNvSpPr>
            <a:spLocks xmlns:a="http://schemas.openxmlformats.org/drawingml/2006/main" noGrp="1"/>
          </p:cNvSpPr>
          <p:nvPr/>
        </p:nvSpPr>
        <p:spPr>
          <a:xfrm xmlns:a="http://schemas.openxmlformats.org/drawingml/2006/main">
            <a:off x="9791700" y="7696200"/>
            <a:ext cx="79629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18232E"/>
                </a:solidFill>
                <a:latin typeface="Apple SD Gothic Neo"/>
                <a:ea typeface="Apple SD Gothic Neo"/>
                <a:cs typeface="Apple SD Gothic Neo"/>
              </a:defRPr>
            </a:pPr>
            <a:r>
              <a:rPr sz="1500" b="0">
                <a:solidFill>
                  <a:srgbClr val="18232E"/>
                </a:solidFill>
                <a:latin typeface="Apple SD Gothic Neo"/>
                <a:ea typeface="Apple SD Gothic Neo"/>
                <a:cs typeface="Apple SD Gothic Neo"/>
              </a:rPr>
              <a:t>▪ 특정 기능의 생산 책임 분리로 변경 평균 2.0개 (변경 용이성 ↑)</a:t>
            </a:r>
          </a:p>
        </p:txBody>
      </p:sp>
      <p:sp>
        <p:nvSpPr>
          <p:cNvPr id="39" name="dp43-comparison / n38 / text 1">
            <a:extLst xmlns:a="http://schemas.openxmlformats.org/drawingml/2006/main">
              <a:ext uri="{FF2B5EF4-FFF2-40B4-BE49-F238E27FC236}">
                <a16:creationId xmlns:a16="http://schemas.microsoft.com/office/drawing/2014/main" id="{BD9C6E5A-277C-46A4-8EF1-7C04DBFA1A67}"/>
              </a:ext>
            </a:extLst>
          </p:cNvPr>
          <p:cNvSpPr>
            <a:spLocks xmlns:a="http://schemas.openxmlformats.org/drawingml/2006/main" noGrp="1"/>
          </p:cNvSpPr>
          <p:nvPr/>
        </p:nvSpPr>
        <p:spPr>
          <a:xfrm xmlns:a="http://schemas.openxmlformats.org/drawingml/2006/main">
            <a:off x="9791700" y="8458200"/>
            <a:ext cx="79629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18232E"/>
                </a:solidFill>
                <a:latin typeface="Apple SD Gothic Neo"/>
                <a:ea typeface="Apple SD Gothic Neo"/>
                <a:cs typeface="Apple SD Gothic Neo"/>
              </a:defRPr>
            </a:pPr>
            <a:r>
              <a:rPr sz="1500" b="0">
                <a:solidFill>
                  <a:srgbClr val="18232E"/>
                </a:solidFill>
                <a:latin typeface="Apple SD Gothic Neo"/>
                <a:ea typeface="Apple SD Gothic Neo"/>
                <a:cs typeface="Apple SD Gothic Neo"/>
              </a:rPr>
              <a:t>▪ 부분 의미 불일치와 오류 전파로 정확 처리율 91% (기능 정확성 ↓)</a:t>
            </a:r>
          </a:p>
        </p:txBody>
      </p:sp>
      <p:sp>
        <p:nvSpPr>
          <p:cNvPr id="40" name="dp43-comparison / n39 / text 1">
            <a:extLst xmlns:a="http://schemas.openxmlformats.org/drawingml/2006/main">
              <a:ext uri="{FF2B5EF4-FFF2-40B4-BE49-F238E27FC236}">
                <a16:creationId xmlns:a16="http://schemas.microsoft.com/office/drawing/2014/main" id="{4F6E9DBE-D298-4195-AC07-F5F3F73BE1BD}"/>
              </a:ext>
            </a:extLst>
          </p:cNvPr>
          <p:cNvSpPr>
            <a:spLocks xmlns:a="http://schemas.openxmlformats.org/drawingml/2006/main" noGrp="1"/>
          </p:cNvSpPr>
          <p:nvPr/>
        </p:nvSpPr>
        <p:spPr>
          <a:xfrm xmlns:a="http://schemas.openxmlformats.org/drawingml/2006/main">
            <a:off x="9791700" y="8734425"/>
            <a:ext cx="79629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18232E"/>
                </a:solidFill>
                <a:latin typeface="Apple SD Gothic Neo"/>
                <a:ea typeface="Apple SD Gothic Neo"/>
                <a:cs typeface="Apple SD Gothic Neo"/>
              </a:defRPr>
            </a:pPr>
            <a:r>
              <a:rPr sz="1500" b="0">
                <a:solidFill>
                  <a:srgbClr val="18232E"/>
                </a:solidFill>
                <a:latin typeface="Apple SD Gothic Neo"/>
                <a:ea typeface="Apple SD Gothic Neo"/>
                <a:cs typeface="Apple SD Gothic Neo"/>
              </a:rPr>
              <a:t>▪ 제안 교환과 재판단으로 평균 VIA 처리시간 7.2 s (요청 완료 신속성 ↓)</a:t>
            </a:r>
          </a:p>
        </p:txBody>
      </p:sp>
      <p:sp>
        <p:nvSpPr>
          <p:cNvPr id="41" name="dp43-comparison / n40 / text 1">
            <a:extLst xmlns:a="http://schemas.openxmlformats.org/drawingml/2006/main">
              <a:ext uri="{FF2B5EF4-FFF2-40B4-BE49-F238E27FC236}">
                <a16:creationId xmlns:a16="http://schemas.microsoft.com/office/drawing/2014/main" id="{BB1A22BB-1BDD-426A-95C1-C100B3DBED97}"/>
              </a:ext>
            </a:extLst>
          </p:cNvPr>
          <p:cNvSpPr>
            <a:spLocks xmlns:a="http://schemas.openxmlformats.org/drawingml/2006/main" noGrp="1"/>
          </p:cNvSpPr>
          <p:nvPr/>
        </p:nvSpPr>
        <p:spPr>
          <a:xfrm xmlns:a="http://schemas.openxmlformats.org/drawingml/2006/main">
            <a:off x="9791700" y="9182100"/>
            <a:ext cx="3190875"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18232E"/>
                </a:solidFill>
                <a:latin typeface="Apple SD Gothic Neo"/>
                <a:ea typeface="Apple SD Gothic Neo"/>
                <a:cs typeface="Apple SD Gothic Neo"/>
              </a:defRPr>
            </a:pPr>
            <a:r>
              <a:rPr sz="1500" b="0">
                <a:solidFill>
                  <a:srgbClr val="18232E"/>
                </a:solidFill>
                <a:latin typeface="Apple SD Gothic Neo"/>
                <a:ea typeface="Apple SD Gothic Neo"/>
                <a:cs typeface="Apple SD Gothic Neo"/>
              </a:rPr>
              <a:t>V-01 기능 정확성</a:t>
            </a:r>
          </a:p>
        </p:txBody>
      </p:sp>
      <p:sp>
        <p:nvSpPr>
          <p:cNvPr id="42" name="dp43-comparison / n41 / text 1">
            <a:extLst xmlns:a="http://schemas.openxmlformats.org/drawingml/2006/main">
              <a:ext uri="{FF2B5EF4-FFF2-40B4-BE49-F238E27FC236}">
                <a16:creationId xmlns:a16="http://schemas.microsoft.com/office/drawing/2014/main" id="{F526641B-EC60-4162-93D1-B0BE2750D6FD}"/>
              </a:ext>
            </a:extLst>
          </p:cNvPr>
          <p:cNvSpPr>
            <a:spLocks xmlns:a="http://schemas.openxmlformats.org/drawingml/2006/main" noGrp="1"/>
          </p:cNvSpPr>
          <p:nvPr/>
        </p:nvSpPr>
        <p:spPr>
          <a:xfrm xmlns:a="http://schemas.openxmlformats.org/drawingml/2006/main">
            <a:off x="13192125" y="9172575"/>
            <a:ext cx="1066800" cy="31765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0">
                <a:solidFill>
                  <a:srgbClr val="18232E"/>
                </a:solidFill>
                <a:latin typeface="Apple SD Gothic Neo"/>
                <a:ea typeface="Apple SD Gothic Neo"/>
                <a:cs typeface="Apple SD Gothic Neo"/>
              </a:defRPr>
            </a:pPr>
            <a:r>
              <a:rPr sz="1725" b="0">
                <a:solidFill>
                  <a:srgbClr val="18232E"/>
                </a:solidFill>
                <a:latin typeface="Apple SD Gothic Neo"/>
                <a:ea typeface="Apple SD Gothic Neo"/>
                <a:cs typeface="Apple SD Gothic Neo"/>
              </a:rPr>
              <a:t>●●○</a:t>
            </a:r>
          </a:p>
        </p:txBody>
      </p:sp>
      <p:sp>
        <p:nvSpPr>
          <p:cNvPr id="43" name="dp43-comparison / n42 / text 1">
            <a:extLst xmlns:a="http://schemas.openxmlformats.org/drawingml/2006/main">
              <a:ext uri="{FF2B5EF4-FFF2-40B4-BE49-F238E27FC236}">
                <a16:creationId xmlns:a16="http://schemas.microsoft.com/office/drawing/2014/main" id="{DE865445-C919-4ADA-87EF-DE6CB4AEAA62}"/>
              </a:ext>
            </a:extLst>
          </p:cNvPr>
          <p:cNvSpPr>
            <a:spLocks xmlns:a="http://schemas.openxmlformats.org/drawingml/2006/main" noGrp="1"/>
          </p:cNvSpPr>
          <p:nvPr/>
        </p:nvSpPr>
        <p:spPr>
          <a:xfrm xmlns:a="http://schemas.openxmlformats.org/drawingml/2006/main">
            <a:off x="14411325" y="9182100"/>
            <a:ext cx="1333500" cy="29003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1">
                <a:solidFill>
                  <a:srgbClr val="18232E"/>
                </a:solidFill>
                <a:latin typeface="Apple SD Gothic Neo"/>
                <a:ea typeface="Apple SD Gothic Neo"/>
                <a:cs typeface="Apple SD Gothic Neo"/>
              </a:defRPr>
            </a:pPr>
            <a:r>
              <a:rPr sz="1575" b="1">
                <a:solidFill>
                  <a:srgbClr val="18232E"/>
                </a:solidFill>
                <a:latin typeface="Apple SD Gothic Neo"/>
                <a:ea typeface="Apple SD Gothic Neo"/>
                <a:cs typeface="Apple SD Gothic Neo"/>
              </a:rPr>
              <a:t>91%</a:t>
            </a:r>
          </a:p>
        </p:txBody>
      </p:sp>
      <p:sp>
        <p:nvSpPr>
          <p:cNvPr id="44" name="dp43-comparison / n43 / text 1">
            <a:extLst xmlns:a="http://schemas.openxmlformats.org/drawingml/2006/main">
              <a:ext uri="{FF2B5EF4-FFF2-40B4-BE49-F238E27FC236}">
                <a16:creationId xmlns:a16="http://schemas.microsoft.com/office/drawing/2014/main" id="{95E09A1D-9041-478D-A5BC-FD60F33657DC}"/>
              </a:ext>
            </a:extLst>
          </p:cNvPr>
          <p:cNvSpPr>
            <a:spLocks xmlns:a="http://schemas.openxmlformats.org/drawingml/2006/main" noGrp="1"/>
          </p:cNvSpPr>
          <p:nvPr/>
        </p:nvSpPr>
        <p:spPr>
          <a:xfrm xmlns:a="http://schemas.openxmlformats.org/drawingml/2006/main">
            <a:off x="15830550" y="9201150"/>
            <a:ext cx="1962150"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5F6B77"/>
                </a:solidFill>
                <a:latin typeface="Apple SD Gothic Neo"/>
                <a:ea typeface="Apple SD Gothic Neo"/>
                <a:cs typeface="Apple SD Gothic Neo"/>
              </a:defRPr>
            </a:pPr>
            <a:r>
              <a:rPr sz="1275" b="0">
                <a:solidFill>
                  <a:srgbClr val="5F6B77"/>
                </a:solidFill>
                <a:latin typeface="Apple SD Gothic Neo"/>
                <a:ea typeface="Apple SD Gothic Neo"/>
                <a:cs typeface="Apple SD Gothic Neo"/>
              </a:rPr>
              <a:t>정확 처리율 ↑</a:t>
            </a:r>
          </a:p>
        </p:txBody>
      </p:sp>
      <p:sp>
        <p:nvSpPr>
          <p:cNvPr id="45" name="dp43-comparison / n44 / text 1">
            <a:extLst xmlns:a="http://schemas.openxmlformats.org/drawingml/2006/main">
              <a:ext uri="{FF2B5EF4-FFF2-40B4-BE49-F238E27FC236}">
                <a16:creationId xmlns:a16="http://schemas.microsoft.com/office/drawing/2014/main" id="{22C3FC05-DFFD-406E-80E1-D8E5DE5609DE}"/>
              </a:ext>
            </a:extLst>
          </p:cNvPr>
          <p:cNvSpPr>
            <a:spLocks xmlns:a="http://schemas.openxmlformats.org/drawingml/2006/main" noGrp="1"/>
          </p:cNvSpPr>
          <p:nvPr/>
        </p:nvSpPr>
        <p:spPr>
          <a:xfrm xmlns:a="http://schemas.openxmlformats.org/drawingml/2006/main">
            <a:off x="9791700" y="9439275"/>
            <a:ext cx="3190875"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18232E"/>
                </a:solidFill>
                <a:latin typeface="Apple SD Gothic Neo"/>
                <a:ea typeface="Apple SD Gothic Neo"/>
                <a:cs typeface="Apple SD Gothic Neo"/>
              </a:defRPr>
            </a:pPr>
            <a:r>
              <a:rPr sz="1500" b="0">
                <a:solidFill>
                  <a:srgbClr val="18232E"/>
                </a:solidFill>
                <a:latin typeface="Apple SD Gothic Neo"/>
                <a:ea typeface="Apple SD Gothic Neo"/>
                <a:cs typeface="Apple SD Gothic Neo"/>
              </a:rPr>
              <a:t>V-05 요청 완료 신속성</a:t>
            </a:r>
          </a:p>
        </p:txBody>
      </p:sp>
      <p:sp>
        <p:nvSpPr>
          <p:cNvPr id="46" name="dp43-comparison / n45 / text 1">
            <a:extLst xmlns:a="http://schemas.openxmlformats.org/drawingml/2006/main">
              <a:ext uri="{FF2B5EF4-FFF2-40B4-BE49-F238E27FC236}">
                <a16:creationId xmlns:a16="http://schemas.microsoft.com/office/drawing/2014/main" id="{DD7F858D-1BE8-416B-B84D-CF105683BB8E}"/>
              </a:ext>
            </a:extLst>
          </p:cNvPr>
          <p:cNvSpPr>
            <a:spLocks xmlns:a="http://schemas.openxmlformats.org/drawingml/2006/main" noGrp="1"/>
          </p:cNvSpPr>
          <p:nvPr/>
        </p:nvSpPr>
        <p:spPr>
          <a:xfrm xmlns:a="http://schemas.openxmlformats.org/drawingml/2006/main">
            <a:off x="13192125" y="9429750"/>
            <a:ext cx="1066800" cy="31765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0">
                <a:solidFill>
                  <a:srgbClr val="18232E"/>
                </a:solidFill>
                <a:latin typeface="Apple SD Gothic Neo"/>
                <a:ea typeface="Apple SD Gothic Neo"/>
                <a:cs typeface="Apple SD Gothic Neo"/>
              </a:defRPr>
            </a:pPr>
            <a:r>
              <a:rPr sz="1725" b="0">
                <a:solidFill>
                  <a:srgbClr val="18232E"/>
                </a:solidFill>
                <a:latin typeface="Apple SD Gothic Neo"/>
                <a:ea typeface="Apple SD Gothic Neo"/>
                <a:cs typeface="Apple SD Gothic Neo"/>
              </a:rPr>
              <a:t>●●○</a:t>
            </a:r>
          </a:p>
        </p:txBody>
      </p:sp>
      <p:sp>
        <p:nvSpPr>
          <p:cNvPr id="47" name="dp43-comparison / n46 / text 1">
            <a:extLst xmlns:a="http://schemas.openxmlformats.org/drawingml/2006/main">
              <a:ext uri="{FF2B5EF4-FFF2-40B4-BE49-F238E27FC236}">
                <a16:creationId xmlns:a16="http://schemas.microsoft.com/office/drawing/2014/main" id="{1E4399A6-7B81-4720-9A35-F22767D73CBF}"/>
              </a:ext>
            </a:extLst>
          </p:cNvPr>
          <p:cNvSpPr>
            <a:spLocks xmlns:a="http://schemas.openxmlformats.org/drawingml/2006/main" noGrp="1"/>
          </p:cNvSpPr>
          <p:nvPr/>
        </p:nvSpPr>
        <p:spPr>
          <a:xfrm xmlns:a="http://schemas.openxmlformats.org/drawingml/2006/main">
            <a:off x="14411325" y="9439275"/>
            <a:ext cx="1333500" cy="29003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1">
                <a:solidFill>
                  <a:srgbClr val="18232E"/>
                </a:solidFill>
                <a:latin typeface="Apple SD Gothic Neo"/>
                <a:ea typeface="Apple SD Gothic Neo"/>
                <a:cs typeface="Apple SD Gothic Neo"/>
              </a:defRPr>
            </a:pPr>
            <a:r>
              <a:rPr sz="1575" b="1">
                <a:solidFill>
                  <a:srgbClr val="18232E"/>
                </a:solidFill>
                <a:latin typeface="Apple SD Gothic Neo"/>
                <a:ea typeface="Apple SD Gothic Neo"/>
                <a:cs typeface="Apple SD Gothic Neo"/>
              </a:rPr>
              <a:t>7.2 s</a:t>
            </a:r>
          </a:p>
        </p:txBody>
      </p:sp>
      <p:sp>
        <p:nvSpPr>
          <p:cNvPr id="48" name="dp43-comparison / n47 / text 1">
            <a:extLst xmlns:a="http://schemas.openxmlformats.org/drawingml/2006/main">
              <a:ext uri="{FF2B5EF4-FFF2-40B4-BE49-F238E27FC236}">
                <a16:creationId xmlns:a16="http://schemas.microsoft.com/office/drawing/2014/main" id="{5A5F511E-621F-4D0F-A04C-C4A517C94A75}"/>
              </a:ext>
            </a:extLst>
          </p:cNvPr>
          <p:cNvSpPr>
            <a:spLocks xmlns:a="http://schemas.openxmlformats.org/drawingml/2006/main" noGrp="1"/>
          </p:cNvSpPr>
          <p:nvPr/>
        </p:nvSpPr>
        <p:spPr>
          <a:xfrm xmlns:a="http://schemas.openxmlformats.org/drawingml/2006/main">
            <a:off x="15830550" y="9458325"/>
            <a:ext cx="1962150"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5F6B77"/>
                </a:solidFill>
                <a:latin typeface="Apple SD Gothic Neo"/>
                <a:ea typeface="Apple SD Gothic Neo"/>
                <a:cs typeface="Apple SD Gothic Neo"/>
              </a:defRPr>
            </a:pPr>
            <a:r>
              <a:rPr sz="1275" b="0">
                <a:solidFill>
                  <a:srgbClr val="5F6B77"/>
                </a:solidFill>
                <a:latin typeface="Apple SD Gothic Neo"/>
                <a:ea typeface="Apple SD Gothic Neo"/>
                <a:cs typeface="Apple SD Gothic Neo"/>
              </a:rPr>
              <a:t>평균 VIA 처리시간 ↓</a:t>
            </a:r>
          </a:p>
        </p:txBody>
      </p:sp>
      <p:sp>
        <p:nvSpPr>
          <p:cNvPr id="49" name="dp43-comparison / n48 / text 1">
            <a:extLst xmlns:a="http://schemas.openxmlformats.org/drawingml/2006/main">
              <a:ext uri="{FF2B5EF4-FFF2-40B4-BE49-F238E27FC236}">
                <a16:creationId xmlns:a16="http://schemas.microsoft.com/office/drawing/2014/main" id="{88C55308-3305-47E8-B6B7-A8965F66EBD1}"/>
              </a:ext>
            </a:extLst>
          </p:cNvPr>
          <p:cNvSpPr>
            <a:spLocks xmlns:a="http://schemas.openxmlformats.org/drawingml/2006/main" noGrp="1"/>
          </p:cNvSpPr>
          <p:nvPr/>
        </p:nvSpPr>
        <p:spPr>
          <a:xfrm xmlns:a="http://schemas.openxmlformats.org/drawingml/2006/main">
            <a:off x="9791700" y="9696450"/>
            <a:ext cx="3190875"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18232E"/>
                </a:solidFill>
                <a:latin typeface="Apple SD Gothic Neo"/>
                <a:ea typeface="Apple SD Gothic Neo"/>
                <a:cs typeface="Apple SD Gothic Neo"/>
              </a:defRPr>
            </a:pPr>
            <a:r>
              <a:rPr sz="1500" b="0">
                <a:solidFill>
                  <a:srgbClr val="18232E"/>
                </a:solidFill>
                <a:latin typeface="Apple SD Gothic Neo"/>
                <a:ea typeface="Apple SD Gothic Neo"/>
                <a:cs typeface="Apple SD Gothic Neo"/>
              </a:rPr>
              <a:t>V-08 변경 용이성</a:t>
            </a:r>
          </a:p>
        </p:txBody>
      </p:sp>
      <p:sp>
        <p:nvSpPr>
          <p:cNvPr id="50" name="dp43-comparison / n49 / text 1">
            <a:extLst xmlns:a="http://schemas.openxmlformats.org/drawingml/2006/main">
              <a:ext uri="{FF2B5EF4-FFF2-40B4-BE49-F238E27FC236}">
                <a16:creationId xmlns:a16="http://schemas.microsoft.com/office/drawing/2014/main" id="{ABD6DF43-43DE-4C27-BD49-E6F0EF77AE85}"/>
              </a:ext>
            </a:extLst>
          </p:cNvPr>
          <p:cNvSpPr>
            <a:spLocks xmlns:a="http://schemas.openxmlformats.org/drawingml/2006/main" noGrp="1"/>
          </p:cNvSpPr>
          <p:nvPr/>
        </p:nvSpPr>
        <p:spPr>
          <a:xfrm xmlns:a="http://schemas.openxmlformats.org/drawingml/2006/main">
            <a:off x="13192125" y="9686925"/>
            <a:ext cx="1066800" cy="31765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0">
                <a:solidFill>
                  <a:srgbClr val="18232E"/>
                </a:solidFill>
                <a:latin typeface="Apple SD Gothic Neo"/>
                <a:ea typeface="Apple SD Gothic Neo"/>
                <a:cs typeface="Apple SD Gothic Neo"/>
              </a:defRPr>
            </a:pPr>
            <a:r>
              <a:rPr sz="1725" b="0">
                <a:solidFill>
                  <a:srgbClr val="18232E"/>
                </a:solidFill>
                <a:latin typeface="Apple SD Gothic Neo"/>
                <a:ea typeface="Apple SD Gothic Neo"/>
                <a:cs typeface="Apple SD Gothic Neo"/>
              </a:rPr>
              <a:t>●●●</a:t>
            </a:r>
          </a:p>
        </p:txBody>
      </p:sp>
      <p:sp>
        <p:nvSpPr>
          <p:cNvPr id="51" name="dp43-comparison / n50 / text 1">
            <a:extLst xmlns:a="http://schemas.openxmlformats.org/drawingml/2006/main">
              <a:ext uri="{FF2B5EF4-FFF2-40B4-BE49-F238E27FC236}">
                <a16:creationId xmlns:a16="http://schemas.microsoft.com/office/drawing/2014/main" id="{724C1578-83EA-4463-882D-70BDED5FABAC}"/>
              </a:ext>
            </a:extLst>
          </p:cNvPr>
          <p:cNvSpPr>
            <a:spLocks xmlns:a="http://schemas.openxmlformats.org/drawingml/2006/main" noGrp="1"/>
          </p:cNvSpPr>
          <p:nvPr/>
        </p:nvSpPr>
        <p:spPr>
          <a:xfrm xmlns:a="http://schemas.openxmlformats.org/drawingml/2006/main">
            <a:off x="14411325" y="9696450"/>
            <a:ext cx="1333500" cy="29003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1">
                <a:solidFill>
                  <a:srgbClr val="18232E"/>
                </a:solidFill>
                <a:latin typeface="Apple SD Gothic Neo"/>
                <a:ea typeface="Apple SD Gothic Neo"/>
                <a:cs typeface="Apple SD Gothic Neo"/>
              </a:defRPr>
            </a:pPr>
            <a:r>
              <a:rPr sz="1575" b="1">
                <a:solidFill>
                  <a:srgbClr val="18232E"/>
                </a:solidFill>
                <a:latin typeface="Apple SD Gothic Neo"/>
                <a:ea typeface="Apple SD Gothic Neo"/>
                <a:cs typeface="Apple SD Gothic Neo"/>
              </a:rPr>
              <a:t>2.0개</a:t>
            </a:r>
          </a:p>
        </p:txBody>
      </p:sp>
      <p:sp>
        <p:nvSpPr>
          <p:cNvPr id="52" name="dp43-comparison / n51 / text 1">
            <a:extLst xmlns:a="http://schemas.openxmlformats.org/drawingml/2006/main">
              <a:ext uri="{FF2B5EF4-FFF2-40B4-BE49-F238E27FC236}">
                <a16:creationId xmlns:a16="http://schemas.microsoft.com/office/drawing/2014/main" id="{0DD24039-CAD3-4997-A81A-8630B9314FC8}"/>
              </a:ext>
            </a:extLst>
          </p:cNvPr>
          <p:cNvSpPr>
            <a:spLocks xmlns:a="http://schemas.openxmlformats.org/drawingml/2006/main" noGrp="1"/>
          </p:cNvSpPr>
          <p:nvPr/>
        </p:nvSpPr>
        <p:spPr>
          <a:xfrm xmlns:a="http://schemas.openxmlformats.org/drawingml/2006/main">
            <a:off x="15830550" y="9715500"/>
            <a:ext cx="1962150"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5F6B77"/>
                </a:solidFill>
                <a:latin typeface="Apple SD Gothic Neo"/>
                <a:ea typeface="Apple SD Gothic Neo"/>
                <a:cs typeface="Apple SD Gothic Neo"/>
              </a:defRPr>
            </a:pPr>
            <a:r>
              <a:rPr sz="1275" b="0">
                <a:solidFill>
                  <a:srgbClr val="5F6B77"/>
                </a:solidFill>
                <a:latin typeface="Apple SD Gothic Neo"/>
                <a:ea typeface="Apple SD Gothic Neo"/>
                <a:cs typeface="Apple SD Gothic Neo"/>
              </a:rPr>
              <a:t>평균 변경 요소 수 ↓</a:t>
            </a:r>
          </a:p>
        </p:txBody>
      </p:sp>
      <p:sp>
        <p:nvSpPr>
          <p:cNvPr id="53" name="dp43-comparison / n52 / text 1">
            <a:extLst xmlns:a="http://schemas.openxmlformats.org/drawingml/2006/main">
              <a:ext uri="{FF2B5EF4-FFF2-40B4-BE49-F238E27FC236}">
                <a16:creationId xmlns:a16="http://schemas.microsoft.com/office/drawing/2014/main" id="{7F1ED933-24E1-4C6C-943B-FBB10D296FF3}"/>
              </a:ext>
            </a:extLst>
          </p:cNvPr>
          <p:cNvSpPr>
            <a:spLocks xmlns:a="http://schemas.openxmlformats.org/drawingml/2006/main" noGrp="1"/>
          </p:cNvSpPr>
          <p:nvPr/>
        </p:nvSpPr>
        <p:spPr>
          <a:xfrm xmlns:a="http://schemas.openxmlformats.org/drawingml/2006/main">
            <a:off x="381000" y="10067925"/>
            <a:ext cx="14478000"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5F6B77"/>
                </a:solidFill>
                <a:latin typeface="Apple SD Gothic Neo"/>
                <a:ea typeface="Apple SD Gothic Neo"/>
                <a:cs typeface="Apple SD Gothic Neo"/>
              </a:defRPr>
            </a:pPr>
            <a:r>
              <a:rPr sz="1200" b="0">
                <a:solidFill>
                  <a:srgbClr val="5F6B77"/>
                </a:solidFill>
                <a:latin typeface="Apple SD Gothic Neo"/>
                <a:ea typeface="Apple SD Gothic Neo"/>
                <a:cs typeface="Apple SD Gothic Neo"/>
              </a:rPr>
              <a:t>비교 예시 조건: 교차 의미 정정 / 특정 지칭 기능의 독립 변경 / 동일한 공유 Omni</a:t>
            </a:r>
          </a:p>
        </p:txBody>
      </p:sp>
      <p:sp>
        <p:nvSpPr>
          <p:cNvPr id="54" name="dp43-comparison / n53 / text 1">
            <a:extLst xmlns:a="http://schemas.openxmlformats.org/drawingml/2006/main">
              <a:ext uri="{FF2B5EF4-FFF2-40B4-BE49-F238E27FC236}">
                <a16:creationId xmlns:a16="http://schemas.microsoft.com/office/drawing/2014/main" id="{CF8CA99C-B315-472E-87AB-652C9D258094}"/>
              </a:ext>
            </a:extLst>
          </p:cNvPr>
          <p:cNvSpPr>
            <a:spLocks xmlns:a="http://schemas.openxmlformats.org/drawingml/2006/main" noGrp="1"/>
          </p:cNvSpPr>
          <p:nvPr/>
        </p:nvSpPr>
        <p:spPr>
          <a:xfrm xmlns:a="http://schemas.openxmlformats.org/drawingml/2006/main">
            <a:off x="14906625" y="10067925"/>
            <a:ext cx="3000375"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defRPr sz="1200" b="0">
                <a:solidFill>
                  <a:srgbClr val="5F6B77"/>
                </a:solidFill>
                <a:latin typeface="Apple SD Gothic Neo"/>
                <a:ea typeface="Apple SD Gothic Neo"/>
                <a:cs typeface="Apple SD Gothic Neo"/>
              </a:defRPr>
            </a:pPr>
            <a:r>
              <a:rPr sz="1200" b="0">
                <a:solidFill>
                  <a:srgbClr val="5F6B77"/>
                </a:solidFill>
                <a:latin typeface="Apple SD Gothic Neo"/>
                <a:ea typeface="Apple SD Gothic Neo"/>
                <a:cs typeface="Apple SD Gothic Neo"/>
              </a:rPr>
              <a:t>● 많을수록 우수 / 미측정</a:t>
            </a:r>
          </a:p>
        </p:txBody>
      </p:sp>
      <p:sp>
        <p:nvSpPr>
          <p:cNvPr id="55" name="dp43-comparison / n54">
            <a:extLst xmlns:a="http://schemas.openxmlformats.org/drawingml/2006/main">
              <a:ext uri="{FF2B5EF4-FFF2-40B4-BE49-F238E27FC236}">
                <a16:creationId xmlns:a16="http://schemas.microsoft.com/office/drawing/2014/main" id="{3C97794D-5620-401A-A9B8-ED2EB570CC59}"/>
              </a:ext>
            </a:extLst>
          </p:cNvPr>
          <p:cNvSpPr>
            <a:spLocks xmlns:a="http://schemas.openxmlformats.org/drawingml/2006/main" noGrp="1"/>
          </p:cNvSpPr>
          <p:nvPr/>
        </p:nvSpPr>
        <p:spPr>
          <a:xfrm xmlns:a="http://schemas.openxmlformats.org/drawingml/2006/main">
            <a:off x="1571625" y="2676525"/>
            <a:ext cx="2333625" cy="361950"/>
          </a:xfrm>
          <a:prstGeom xmlns:a="http://schemas.openxmlformats.org/drawingml/2006/main" prst="rect">
            <a:avLst/>
          </a:prstGeom>
          <a:solidFill xmlns:a="http://schemas.openxmlformats.org/drawingml/2006/main">
            <a:srgbClr val="FFFFFF"/>
          </a:solidFill>
          <a:ln xmlns:a="http://schemas.openxmlformats.org/drawingml/2006/main" w="16193">
            <a:solidFill>
              <a:srgbClr val="18232E"/>
            </a:solidFill>
            <a:prstDash val="solid"/>
          </a:ln>
        </p:spPr>
      </p:sp>
      <p:sp>
        <p:nvSpPr>
          <p:cNvPr id="56" name="dp43-comparison / n55 / text 1">
            <a:extLst xmlns:a="http://schemas.openxmlformats.org/drawingml/2006/main">
              <a:ext uri="{FF2B5EF4-FFF2-40B4-BE49-F238E27FC236}">
                <a16:creationId xmlns:a16="http://schemas.microsoft.com/office/drawing/2014/main" id="{7F00A426-E09D-4B94-8ACF-42994BDC12CF}"/>
              </a:ext>
            </a:extLst>
          </p:cNvPr>
          <p:cNvSpPr>
            <a:spLocks xmlns:a="http://schemas.openxmlformats.org/drawingml/2006/main" noGrp="1"/>
          </p:cNvSpPr>
          <p:nvPr/>
        </p:nvSpPr>
        <p:spPr>
          <a:xfrm xmlns:a="http://schemas.openxmlformats.org/drawingml/2006/main">
            <a:off x="1657350" y="2746058"/>
            <a:ext cx="2162175" cy="24860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350" b="1">
                <a:solidFill>
                  <a:srgbClr val="18232E"/>
                </a:solidFill>
                <a:latin typeface="Apple SD Gothic Neo"/>
                <a:ea typeface="Apple SD Gothic Neo"/>
                <a:cs typeface="Apple SD Gothic Neo"/>
              </a:defRPr>
            </a:pPr>
            <a:r>
              <a:rPr sz="1350" b="1">
                <a:solidFill>
                  <a:srgbClr val="18232E"/>
                </a:solidFill>
                <a:latin typeface="Apple SD Gothic Neo"/>
                <a:ea typeface="Apple SD Gothic Neo"/>
                <a:cs typeface="Apple SD Gothic Neo"/>
              </a:rPr>
              <a:t>Interaction Manager</a:t>
            </a:r>
          </a:p>
        </p:txBody>
      </p:sp>
      <p:sp>
        <p:nvSpPr>
          <p:cNvPr id="57" name="dp43-comparison / n56">
            <a:extLst xmlns:a="http://schemas.openxmlformats.org/drawingml/2006/main">
              <a:ext uri="{FF2B5EF4-FFF2-40B4-BE49-F238E27FC236}">
                <a16:creationId xmlns:a16="http://schemas.microsoft.com/office/drawing/2014/main" id="{46982D15-BCFF-485F-85B8-767F350A2791}"/>
              </a:ext>
            </a:extLst>
          </p:cNvPr>
          <p:cNvSpPr>
            <a:spLocks xmlns:a="http://schemas.openxmlformats.org/drawingml/2006/main" noGrp="1"/>
          </p:cNvSpPr>
          <p:nvPr/>
        </p:nvSpPr>
        <p:spPr>
          <a:xfrm xmlns:a="http://schemas.openxmlformats.org/drawingml/2006/main">
            <a:off x="4543425" y="2676525"/>
            <a:ext cx="2190750" cy="361950"/>
          </a:xfrm>
          <a:prstGeom xmlns:a="http://schemas.openxmlformats.org/drawingml/2006/main" prst="rect">
            <a:avLst/>
          </a:prstGeom>
          <a:solidFill xmlns:a="http://schemas.openxmlformats.org/drawingml/2006/main">
            <a:srgbClr val="FFFFFF"/>
          </a:solidFill>
          <a:ln xmlns:a="http://schemas.openxmlformats.org/drawingml/2006/main" w="16193">
            <a:solidFill>
              <a:srgbClr val="18232E"/>
            </a:solidFill>
            <a:prstDash val="solid"/>
          </a:ln>
        </p:spPr>
      </p:sp>
      <p:sp>
        <p:nvSpPr>
          <p:cNvPr id="58" name="dp43-comparison / n57 / text 1">
            <a:extLst xmlns:a="http://schemas.openxmlformats.org/drawingml/2006/main">
              <a:ext uri="{FF2B5EF4-FFF2-40B4-BE49-F238E27FC236}">
                <a16:creationId xmlns:a16="http://schemas.microsoft.com/office/drawing/2014/main" id="{2F6FE5D1-13D7-4B73-AAD7-F78C2FEB8339}"/>
              </a:ext>
            </a:extLst>
          </p:cNvPr>
          <p:cNvSpPr>
            <a:spLocks xmlns:a="http://schemas.openxmlformats.org/drawingml/2006/main" noGrp="1"/>
          </p:cNvSpPr>
          <p:nvPr/>
        </p:nvSpPr>
        <p:spPr>
          <a:xfrm xmlns:a="http://schemas.openxmlformats.org/drawingml/2006/main">
            <a:off x="4629150" y="2746058"/>
            <a:ext cx="2019300" cy="24860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350" b="1">
                <a:solidFill>
                  <a:srgbClr val="18232E"/>
                </a:solidFill>
                <a:latin typeface="Apple SD Gothic Neo"/>
                <a:ea typeface="Apple SD Gothic Neo"/>
                <a:cs typeface="Apple SD Gothic Neo"/>
              </a:defRPr>
            </a:pPr>
            <a:r>
              <a:rPr sz="1350" b="1">
                <a:solidFill>
                  <a:srgbClr val="18232E"/>
                </a:solidFill>
                <a:latin typeface="Apple SD Gothic Neo"/>
                <a:ea typeface="Apple SD Gothic Neo"/>
                <a:cs typeface="Apple SD Gothic Neo"/>
              </a:rPr>
              <a:t>Request Controller</a:t>
            </a:r>
          </a:p>
        </p:txBody>
      </p:sp>
      <p:sp>
        <p:nvSpPr>
          <p:cNvPr id="59" name="dp43-comparison / n58">
            <a:extLst xmlns:a="http://schemas.openxmlformats.org/drawingml/2006/main">
              <a:ext uri="{FF2B5EF4-FFF2-40B4-BE49-F238E27FC236}">
                <a16:creationId xmlns:a16="http://schemas.microsoft.com/office/drawing/2014/main" id="{A829B05B-353F-48A3-845D-111B6A9177BB}"/>
              </a:ext>
            </a:extLst>
          </p:cNvPr>
          <p:cNvSpPr>
            <a:spLocks xmlns:a="http://schemas.openxmlformats.org/drawingml/2006/main" noGrp="1"/>
          </p:cNvSpPr>
          <p:nvPr/>
        </p:nvSpPr>
        <p:spPr>
          <a:xfrm xmlns:a="http://schemas.openxmlformats.org/drawingml/2006/main">
            <a:off x="7419975" y="2676525"/>
            <a:ext cx="1962150" cy="361950"/>
          </a:xfrm>
          <a:prstGeom xmlns:a="http://schemas.openxmlformats.org/drawingml/2006/main" prst="rect">
            <a:avLst/>
          </a:prstGeom>
          <a:solidFill xmlns:a="http://schemas.openxmlformats.org/drawingml/2006/main">
            <a:srgbClr val="FFFFFF"/>
          </a:solidFill>
          <a:ln xmlns:a="http://schemas.openxmlformats.org/drawingml/2006/main" w="16193">
            <a:solidFill>
              <a:srgbClr val="18232E"/>
            </a:solidFill>
            <a:prstDash val="solid"/>
          </a:ln>
        </p:spPr>
      </p:sp>
      <p:sp>
        <p:nvSpPr>
          <p:cNvPr id="60" name="dp43-comparison / n59 / text 1">
            <a:extLst xmlns:a="http://schemas.openxmlformats.org/drawingml/2006/main">
              <a:ext uri="{FF2B5EF4-FFF2-40B4-BE49-F238E27FC236}">
                <a16:creationId xmlns:a16="http://schemas.microsoft.com/office/drawing/2014/main" id="{54435350-D902-4E8D-9307-7E9D38476035}"/>
              </a:ext>
            </a:extLst>
          </p:cNvPr>
          <p:cNvSpPr>
            <a:spLocks xmlns:a="http://schemas.openxmlformats.org/drawingml/2006/main" noGrp="1"/>
          </p:cNvSpPr>
          <p:nvPr/>
        </p:nvSpPr>
        <p:spPr>
          <a:xfrm xmlns:a="http://schemas.openxmlformats.org/drawingml/2006/main">
            <a:off x="7505700" y="2746058"/>
            <a:ext cx="1790700" cy="24860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350" b="1">
                <a:solidFill>
                  <a:srgbClr val="18232E"/>
                </a:solidFill>
                <a:latin typeface="Apple SD Gothic Neo"/>
                <a:ea typeface="Apple SD Gothic Neo"/>
                <a:cs typeface="Apple SD Gothic Neo"/>
              </a:defRPr>
            </a:pPr>
            <a:r>
              <a:rPr sz="1350" b="1">
                <a:solidFill>
                  <a:srgbClr val="18232E"/>
                </a:solidFill>
                <a:latin typeface="Apple SD Gothic Neo"/>
                <a:ea typeface="Apple SD Gothic Neo"/>
                <a:cs typeface="Apple SD Gothic Neo"/>
              </a:rPr>
              <a:t>Model Access</a:t>
            </a:r>
          </a:p>
        </p:txBody>
      </p:sp>
      <p:sp>
        <p:nvSpPr>
          <p:cNvPr id="61" name="dp43-comparison / n64 / path">
            <a:extLst xmlns:a="http://schemas.openxmlformats.org/drawingml/2006/main">
              <a:ext uri="{FF2B5EF4-FFF2-40B4-BE49-F238E27FC236}">
                <a16:creationId xmlns:a16="http://schemas.microsoft.com/office/drawing/2014/main" id="{000C6B6E-F630-47DA-8E39-5F817E883ECF}"/>
              </a:ext>
            </a:extLst>
          </p:cNvPr>
          <p:cNvSpPr>
            <a:spLocks xmlns:a="http://schemas.openxmlformats.org/drawingml/2006/main" noGrp="1"/>
          </p:cNvSpPr>
          <p:nvPr/>
        </p:nvSpPr>
        <p:spPr>
          <a:xfrm xmlns:a="http://schemas.openxmlformats.org/drawingml/2006/main">
            <a:off x="3905250" y="2857500"/>
            <a:ext cx="638175" cy="953"/>
          </a:xfrm>
          <a:custGeom xmlns:a="http://schemas.openxmlformats.org/drawingml/2006/main">
            <a:pathLst>
              <a:path w="638175" h="953">
                <a:moveTo>
                  <a:pt x="0" y="0"/>
                </a:moveTo>
                <a:lnTo>
                  <a:pt x="638175" y="0"/>
                </a:lnTo>
              </a:path>
            </a:pathLst>
          </a:custGeom>
          <a:noFill xmlns:a="http://schemas.openxmlformats.org/drawingml/2006/main"/>
          <a:ln xmlns:a="http://schemas.openxmlformats.org/drawingml/2006/main" w="19050">
            <a:solidFill>
              <a:srgbClr val="2858A5"/>
            </a:solidFill>
            <a:prstDash val="solid"/>
          </a:ln>
        </p:spPr>
      </p:sp>
      <p:sp>
        <p:nvSpPr>
          <p:cNvPr id="62" name="dp43-comparison / n64 / arrow">
            <a:extLst xmlns:a="http://schemas.openxmlformats.org/drawingml/2006/main">
              <a:ext uri="{FF2B5EF4-FFF2-40B4-BE49-F238E27FC236}">
                <a16:creationId xmlns:a16="http://schemas.microsoft.com/office/drawing/2014/main" id="{2030E286-D796-402F-A98D-18AC99C260F5}"/>
              </a:ext>
            </a:extLst>
          </p:cNvPr>
          <p:cNvSpPr>
            <a:spLocks xmlns:a="http://schemas.openxmlformats.org/drawingml/2006/main" noGrp="1"/>
          </p:cNvSpPr>
          <p:nvPr/>
        </p:nvSpPr>
        <p:spPr>
          <a:xfrm xmlns:a="http://schemas.openxmlformats.org/drawingml/2006/main">
            <a:off x="4421505" y="2796540"/>
            <a:ext cx="121920" cy="121920"/>
          </a:xfrm>
          <a:custGeom xmlns:a="http://schemas.openxmlformats.org/drawingml/2006/main">
            <a:pathLst>
              <a:path w="121920" h="121920">
                <a:moveTo>
                  <a:pt x="0" y="121920"/>
                </a:moveTo>
                <a:lnTo>
                  <a:pt x="121920" y="60960"/>
                </a:lnTo>
                <a:lnTo>
                  <a:pt x="0" y="0"/>
                </a:lnTo>
              </a:path>
            </a:pathLst>
          </a:custGeom>
          <a:noFill xmlns:a="http://schemas.openxmlformats.org/drawingml/2006/main"/>
          <a:ln xmlns:a="http://schemas.openxmlformats.org/drawingml/2006/main" w="24384">
            <a:solidFill>
              <a:srgbClr val="2858A5"/>
            </a:solidFill>
            <a:prstDash val="solid"/>
          </a:ln>
        </p:spPr>
      </p:sp>
      <p:sp>
        <p:nvSpPr>
          <p:cNvPr id="63" name="dp43-comparison / n69">
            <a:extLst xmlns:a="http://schemas.openxmlformats.org/drawingml/2006/main">
              <a:ext uri="{FF2B5EF4-FFF2-40B4-BE49-F238E27FC236}">
                <a16:creationId xmlns:a16="http://schemas.microsoft.com/office/drawing/2014/main" id="{644D1C6C-C1DB-4AEE-A851-1E2F7934AA99}"/>
              </a:ext>
            </a:extLst>
          </p:cNvPr>
          <p:cNvSpPr>
            <a:spLocks xmlns:a="http://schemas.openxmlformats.org/drawingml/2006/main" noGrp="1"/>
          </p:cNvSpPr>
          <p:nvPr/>
        </p:nvSpPr>
        <p:spPr>
          <a:xfrm xmlns:a="http://schemas.openxmlformats.org/drawingml/2006/main">
            <a:off x="1562100" y="3409950"/>
            <a:ext cx="7820025" cy="2533650"/>
          </a:xfrm>
          <a:prstGeom xmlns:a="http://schemas.openxmlformats.org/drawingml/2006/main" prst="rect">
            <a:avLst/>
          </a:prstGeom>
          <a:solidFill xmlns:a="http://schemas.openxmlformats.org/drawingml/2006/main">
            <a:srgbClr val="FAFBFC"/>
          </a:solidFill>
          <a:ln xmlns:a="http://schemas.openxmlformats.org/drawingml/2006/main" w="16193">
            <a:solidFill>
              <a:srgbClr val="2858A5"/>
            </a:solidFill>
            <a:prstDash val="solid"/>
          </a:ln>
        </p:spPr>
      </p:sp>
      <p:sp>
        <p:nvSpPr>
          <p:cNvPr id="64" name="dp43-comparison / n70 / text 1">
            <a:extLst xmlns:a="http://schemas.openxmlformats.org/drawingml/2006/main">
              <a:ext uri="{FF2B5EF4-FFF2-40B4-BE49-F238E27FC236}">
                <a16:creationId xmlns:a16="http://schemas.microsoft.com/office/drawing/2014/main" id="{6B3F3CEB-8607-4131-A571-0CED5C39999D}"/>
              </a:ext>
            </a:extLst>
          </p:cNvPr>
          <p:cNvSpPr>
            <a:spLocks xmlns:a="http://schemas.openxmlformats.org/drawingml/2006/main" noGrp="1"/>
          </p:cNvSpPr>
          <p:nvPr/>
        </p:nvSpPr>
        <p:spPr>
          <a:xfrm xmlns:a="http://schemas.openxmlformats.org/drawingml/2006/main">
            <a:off x="1685925" y="3505200"/>
            <a:ext cx="7572375" cy="29003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1">
                <a:solidFill>
                  <a:srgbClr val="2858A5"/>
                </a:solidFill>
                <a:latin typeface="Apple SD Gothic Neo"/>
                <a:ea typeface="Apple SD Gothic Neo"/>
                <a:cs typeface="Apple SD Gothic Neo"/>
              </a:defRPr>
            </a:pPr>
            <a:r>
              <a:rPr sz="1575" b="1">
                <a:solidFill>
                  <a:srgbClr val="2858A5"/>
                </a:solidFill>
                <a:latin typeface="Apple SD Gothic Neo"/>
                <a:ea typeface="Apple SD Gothic Neo"/>
                <a:cs typeface="Apple SD Gothic Neo"/>
              </a:rPr>
              <a:t>Request Interpreter</a:t>
            </a:r>
          </a:p>
        </p:txBody>
      </p:sp>
      <p:sp>
        <p:nvSpPr>
          <p:cNvPr id="65" name="dp43-comparison / n71">
            <a:extLst xmlns:a="http://schemas.openxmlformats.org/drawingml/2006/main">
              <a:ext uri="{FF2B5EF4-FFF2-40B4-BE49-F238E27FC236}">
                <a16:creationId xmlns:a16="http://schemas.microsoft.com/office/drawing/2014/main" id="{5264F868-F6DE-4439-B46F-DF1430043344}"/>
              </a:ext>
            </a:extLst>
          </p:cNvPr>
          <p:cNvSpPr>
            <a:spLocks xmlns:a="http://schemas.openxmlformats.org/drawingml/2006/main" noGrp="1"/>
          </p:cNvSpPr>
          <p:nvPr/>
        </p:nvSpPr>
        <p:spPr>
          <a:xfrm xmlns:a="http://schemas.openxmlformats.org/drawingml/2006/main">
            <a:off x="2819400" y="3914775"/>
            <a:ext cx="5276850" cy="457200"/>
          </a:xfrm>
          <a:prstGeom xmlns:a="http://schemas.openxmlformats.org/drawingml/2006/main" prst="rect">
            <a:avLst/>
          </a:prstGeom>
          <a:solidFill xmlns:a="http://schemas.openxmlformats.org/drawingml/2006/main">
            <a:srgbClr val="FFFFFF"/>
          </a:solidFill>
          <a:ln xmlns:a="http://schemas.openxmlformats.org/drawingml/2006/main" w="16193">
            <a:solidFill>
              <a:srgbClr val="2858A5"/>
            </a:solidFill>
            <a:prstDash val="solid"/>
          </a:ln>
        </p:spPr>
      </p:sp>
      <p:sp>
        <p:nvSpPr>
          <p:cNvPr id="66" name="dp43-comparison / n72 / text 1">
            <a:extLst xmlns:a="http://schemas.openxmlformats.org/drawingml/2006/main">
              <a:ext uri="{FF2B5EF4-FFF2-40B4-BE49-F238E27FC236}">
                <a16:creationId xmlns:a16="http://schemas.microsoft.com/office/drawing/2014/main" id="{103A3F80-24CA-45EB-8D24-7CBFA7D1A3D8}"/>
              </a:ext>
            </a:extLst>
          </p:cNvPr>
          <p:cNvSpPr>
            <a:spLocks xmlns:a="http://schemas.openxmlformats.org/drawingml/2006/main" noGrp="1"/>
          </p:cNvSpPr>
          <p:nvPr/>
        </p:nvSpPr>
        <p:spPr>
          <a:xfrm xmlns:a="http://schemas.openxmlformats.org/drawingml/2006/main">
            <a:off x="2905125" y="4013359"/>
            <a:ext cx="5105400" cy="29003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575" b="1">
                <a:solidFill>
                  <a:srgbClr val="2858A5"/>
                </a:solidFill>
                <a:latin typeface="Apple SD Gothic Neo"/>
                <a:ea typeface="Apple SD Gothic Neo"/>
                <a:cs typeface="Apple SD Gothic Neo"/>
              </a:defRPr>
            </a:pPr>
            <a:r>
              <a:rPr sz="1575" b="1">
                <a:solidFill>
                  <a:srgbClr val="2858A5"/>
                </a:solidFill>
                <a:latin typeface="Apple SD Gothic Neo"/>
                <a:ea typeface="Apple SD Gothic Neo"/>
                <a:cs typeface="Apple SD Gothic Neo"/>
              </a:rPr>
              <a:t>Integrated Semantic Interpreter</a:t>
            </a:r>
          </a:p>
        </p:txBody>
      </p:sp>
      <p:sp>
        <p:nvSpPr>
          <p:cNvPr id="67" name="dp43-comparison / n73">
            <a:extLst xmlns:a="http://schemas.openxmlformats.org/drawingml/2006/main">
              <a:ext uri="{FF2B5EF4-FFF2-40B4-BE49-F238E27FC236}">
                <a16:creationId xmlns:a16="http://schemas.microsoft.com/office/drawing/2014/main" id="{3F0CEC2B-A3E1-4849-AC2A-BEA8BEBBBD38}"/>
              </a:ext>
            </a:extLst>
          </p:cNvPr>
          <p:cNvSpPr>
            <a:spLocks xmlns:a="http://schemas.openxmlformats.org/drawingml/2006/main" noGrp="1"/>
          </p:cNvSpPr>
          <p:nvPr/>
        </p:nvSpPr>
        <p:spPr>
          <a:xfrm xmlns:a="http://schemas.openxmlformats.org/drawingml/2006/main">
            <a:off x="3886200" y="5095875"/>
            <a:ext cx="3124200" cy="504825"/>
          </a:xfrm>
          <a:prstGeom xmlns:a="http://schemas.openxmlformats.org/drawingml/2006/main" prst="can">
            <a:avLst>
              <a:gd name="adj" fmla="val 20000"/>
            </a:avLst>
          </a:prstGeom>
          <a:solidFill xmlns:a="http://schemas.openxmlformats.org/drawingml/2006/main">
            <a:srgbClr val="FFF7DE"/>
          </a:solidFill>
          <a:ln xmlns:a="http://schemas.openxmlformats.org/drawingml/2006/main" w="16193">
            <a:solidFill>
              <a:srgbClr val="5F6B77"/>
            </a:solidFill>
            <a:prstDash val="solid"/>
          </a:ln>
        </p:spPr>
      </p:sp>
      <p:sp>
        <p:nvSpPr>
          <p:cNvPr id="68" name="dp43-comparison / n74 / text 1">
            <a:extLst xmlns:a="http://schemas.openxmlformats.org/drawingml/2006/main">
              <a:ext uri="{FF2B5EF4-FFF2-40B4-BE49-F238E27FC236}">
                <a16:creationId xmlns:a16="http://schemas.microsoft.com/office/drawing/2014/main" id="{7D22AD6E-1C4D-4030-9663-39FA2F4C9DEE}"/>
              </a:ext>
            </a:extLst>
          </p:cNvPr>
          <p:cNvSpPr>
            <a:spLocks xmlns:a="http://schemas.openxmlformats.org/drawingml/2006/main" noGrp="1"/>
          </p:cNvSpPr>
          <p:nvPr/>
        </p:nvSpPr>
        <p:spPr>
          <a:xfrm xmlns:a="http://schemas.openxmlformats.org/drawingml/2006/main">
            <a:off x="3971925" y="5257800"/>
            <a:ext cx="2952750" cy="24860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350" b="0">
                <a:solidFill>
                  <a:srgbClr val="18232E"/>
                </a:solidFill>
                <a:latin typeface="Apple SD Gothic Neo"/>
                <a:ea typeface="Apple SD Gothic Neo"/>
                <a:cs typeface="Apple SD Gothic Neo"/>
              </a:defRPr>
            </a:pPr>
            <a:r>
              <a:rPr sz="1350" b="0">
                <a:solidFill>
                  <a:srgbClr val="18232E"/>
                </a:solidFill>
                <a:latin typeface="Apple SD Gothic Neo"/>
                <a:ea typeface="Apple SD Gothic Neo"/>
                <a:cs typeface="Apple SD Gothic Neo"/>
              </a:rPr>
              <a:t>Interpretation Attempt State</a:t>
            </a:r>
          </a:p>
        </p:txBody>
      </p:sp>
      <p:sp>
        <p:nvSpPr>
          <p:cNvPr id="69" name="dp43-comparison / n75 / path">
            <a:extLst xmlns:a="http://schemas.openxmlformats.org/drawingml/2006/main">
              <a:ext uri="{FF2B5EF4-FFF2-40B4-BE49-F238E27FC236}">
                <a16:creationId xmlns:a16="http://schemas.microsoft.com/office/drawing/2014/main" id="{1E934BDC-1231-4C17-A07C-251795BCC023}"/>
              </a:ext>
            </a:extLst>
          </p:cNvPr>
          <p:cNvSpPr>
            <a:spLocks xmlns:a="http://schemas.openxmlformats.org/drawingml/2006/main" noGrp="1"/>
          </p:cNvSpPr>
          <p:nvPr/>
        </p:nvSpPr>
        <p:spPr>
          <a:xfrm xmlns:a="http://schemas.openxmlformats.org/drawingml/2006/main">
            <a:off x="5457825" y="3038475"/>
            <a:ext cx="1133475" cy="876300"/>
          </a:xfrm>
          <a:custGeom xmlns:a="http://schemas.openxmlformats.org/drawingml/2006/main">
            <a:pathLst>
              <a:path w="1133475" h="876300">
                <a:moveTo>
                  <a:pt x="1133475" y="0"/>
                </a:moveTo>
                <a:lnTo>
                  <a:pt x="1133475" y="266700"/>
                </a:lnTo>
                <a:lnTo>
                  <a:pt x="0" y="266700"/>
                </a:lnTo>
                <a:lnTo>
                  <a:pt x="0" y="876300"/>
                </a:lnTo>
              </a:path>
            </a:pathLst>
          </a:custGeom>
          <a:noFill xmlns:a="http://schemas.openxmlformats.org/drawingml/2006/main"/>
          <a:ln xmlns:a="http://schemas.openxmlformats.org/drawingml/2006/main" w="19050">
            <a:solidFill>
              <a:srgbClr val="2858A5"/>
            </a:solidFill>
            <a:prstDash val="solid"/>
          </a:ln>
        </p:spPr>
      </p:sp>
      <p:sp>
        <p:nvSpPr>
          <p:cNvPr id="70" name="dp43-comparison / n75 / arrow">
            <a:extLst xmlns:a="http://schemas.openxmlformats.org/drawingml/2006/main">
              <a:ext uri="{FF2B5EF4-FFF2-40B4-BE49-F238E27FC236}">
                <a16:creationId xmlns:a16="http://schemas.microsoft.com/office/drawing/2014/main" id="{E1AEE415-0185-44FD-B945-BA9528A58468}"/>
              </a:ext>
            </a:extLst>
          </p:cNvPr>
          <p:cNvSpPr>
            <a:spLocks xmlns:a="http://schemas.openxmlformats.org/drawingml/2006/main" noGrp="1"/>
          </p:cNvSpPr>
          <p:nvPr/>
        </p:nvSpPr>
        <p:spPr>
          <a:xfrm xmlns:a="http://schemas.openxmlformats.org/drawingml/2006/main">
            <a:off x="5396865" y="3792855"/>
            <a:ext cx="121920" cy="121920"/>
          </a:xfrm>
          <a:custGeom xmlns:a="http://schemas.openxmlformats.org/drawingml/2006/main">
            <a:pathLst>
              <a:path w="121920" h="121920">
                <a:moveTo>
                  <a:pt x="0" y="0"/>
                </a:moveTo>
                <a:lnTo>
                  <a:pt x="60960" y="121920"/>
                </a:lnTo>
                <a:lnTo>
                  <a:pt x="121920" y="0"/>
                </a:lnTo>
              </a:path>
            </a:pathLst>
          </a:custGeom>
          <a:noFill xmlns:a="http://schemas.openxmlformats.org/drawingml/2006/main"/>
          <a:ln xmlns:a="http://schemas.openxmlformats.org/drawingml/2006/main" w="24384">
            <a:solidFill>
              <a:srgbClr val="2858A5"/>
            </a:solidFill>
            <a:prstDash val="solid"/>
          </a:ln>
        </p:spPr>
      </p:sp>
      <p:sp>
        <p:nvSpPr>
          <p:cNvPr id="71" name="dp43-comparison / n80 / path">
            <a:extLst xmlns:a="http://schemas.openxmlformats.org/drawingml/2006/main">
              <a:ext uri="{FF2B5EF4-FFF2-40B4-BE49-F238E27FC236}">
                <a16:creationId xmlns:a16="http://schemas.microsoft.com/office/drawing/2014/main" id="{19B695F4-533D-4A50-AAA1-300D727CC424}"/>
              </a:ext>
            </a:extLst>
          </p:cNvPr>
          <p:cNvSpPr>
            <a:spLocks xmlns:a="http://schemas.openxmlformats.org/drawingml/2006/main" noGrp="1"/>
          </p:cNvSpPr>
          <p:nvPr/>
        </p:nvSpPr>
        <p:spPr>
          <a:xfrm xmlns:a="http://schemas.openxmlformats.org/drawingml/2006/main">
            <a:off x="5448300" y="4371975"/>
            <a:ext cx="9525" cy="723900"/>
          </a:xfrm>
          <a:custGeom xmlns:a="http://schemas.openxmlformats.org/drawingml/2006/main">
            <a:pathLst>
              <a:path w="9525" h="723900">
                <a:moveTo>
                  <a:pt x="9525" y="0"/>
                </a:moveTo>
                <a:lnTo>
                  <a:pt x="0" y="723900"/>
                </a:lnTo>
              </a:path>
            </a:pathLst>
          </a:custGeom>
          <a:noFill xmlns:a="http://schemas.openxmlformats.org/drawingml/2006/main"/>
          <a:ln xmlns:a="http://schemas.openxmlformats.org/drawingml/2006/main" w="19050">
            <a:solidFill>
              <a:srgbClr val="2858A5"/>
            </a:solidFill>
            <a:prstDash val="solid"/>
          </a:ln>
        </p:spPr>
      </p:sp>
      <p:sp>
        <p:nvSpPr>
          <p:cNvPr id="72" name="dp43-comparison / n80 / arrow">
            <a:extLst xmlns:a="http://schemas.openxmlformats.org/drawingml/2006/main">
              <a:ext uri="{FF2B5EF4-FFF2-40B4-BE49-F238E27FC236}">
                <a16:creationId xmlns:a16="http://schemas.microsoft.com/office/drawing/2014/main" id="{82E0378C-3425-4D9A-B391-ECA363551902}"/>
              </a:ext>
            </a:extLst>
          </p:cNvPr>
          <p:cNvSpPr>
            <a:spLocks xmlns:a="http://schemas.openxmlformats.org/drawingml/2006/main" noGrp="1"/>
          </p:cNvSpPr>
          <p:nvPr/>
        </p:nvSpPr>
        <p:spPr>
          <a:xfrm xmlns:a="http://schemas.openxmlformats.org/drawingml/2006/main">
            <a:off x="5388949" y="4973164"/>
            <a:ext cx="121909" cy="122711"/>
          </a:xfrm>
          <a:custGeom xmlns:a="http://schemas.openxmlformats.org/drawingml/2006/main">
            <a:pathLst>
              <a:path w="121909" h="122711">
                <a:moveTo>
                  <a:pt x="0" y="0"/>
                </a:moveTo>
                <a:lnTo>
                  <a:pt x="59351" y="122711"/>
                </a:lnTo>
                <a:lnTo>
                  <a:pt x="121909" y="1604"/>
                </a:lnTo>
              </a:path>
            </a:pathLst>
          </a:custGeom>
          <a:noFill xmlns:a="http://schemas.openxmlformats.org/drawingml/2006/main"/>
          <a:ln xmlns:a="http://schemas.openxmlformats.org/drawingml/2006/main" w="24384">
            <a:solidFill>
              <a:srgbClr val="2858A5"/>
            </a:solidFill>
            <a:prstDash val="solid"/>
          </a:ln>
        </p:spPr>
      </p:sp>
      <p:sp>
        <p:nvSpPr>
          <p:cNvPr id="73" name="dp43-comparison / n81 / path">
            <a:extLst xmlns:a="http://schemas.openxmlformats.org/drawingml/2006/main">
              <a:ext uri="{FF2B5EF4-FFF2-40B4-BE49-F238E27FC236}">
                <a16:creationId xmlns:a16="http://schemas.microsoft.com/office/drawing/2014/main" id="{2A4AC90E-26C0-497F-BE84-4B9C8A5DD85D}"/>
              </a:ext>
            </a:extLst>
          </p:cNvPr>
          <p:cNvSpPr>
            <a:spLocks xmlns:a="http://schemas.openxmlformats.org/drawingml/2006/main" noGrp="1"/>
          </p:cNvSpPr>
          <p:nvPr/>
        </p:nvSpPr>
        <p:spPr>
          <a:xfrm xmlns:a="http://schemas.openxmlformats.org/drawingml/2006/main">
            <a:off x="2619375" y="4143375"/>
            <a:ext cx="1266825" cy="1209675"/>
          </a:xfrm>
          <a:custGeom xmlns:a="http://schemas.openxmlformats.org/drawingml/2006/main">
            <a:pathLst>
              <a:path w="1266825" h="1209675">
                <a:moveTo>
                  <a:pt x="1266825" y="1204913"/>
                </a:moveTo>
                <a:lnTo>
                  <a:pt x="0" y="1209675"/>
                </a:lnTo>
                <a:lnTo>
                  <a:pt x="0" y="0"/>
                </a:lnTo>
                <a:lnTo>
                  <a:pt x="200025" y="0"/>
                </a:lnTo>
              </a:path>
            </a:pathLst>
          </a:custGeom>
          <a:noFill xmlns:a="http://schemas.openxmlformats.org/drawingml/2006/main"/>
          <a:ln xmlns:a="http://schemas.openxmlformats.org/drawingml/2006/main" w="19050">
            <a:solidFill>
              <a:srgbClr val="2858A5"/>
            </a:solidFill>
            <a:prstDash val="dash"/>
          </a:ln>
        </p:spPr>
      </p:sp>
      <p:sp>
        <p:nvSpPr>
          <p:cNvPr id="74" name="dp43-comparison / n81 / arrow">
            <a:extLst xmlns:a="http://schemas.openxmlformats.org/drawingml/2006/main">
              <a:ext uri="{FF2B5EF4-FFF2-40B4-BE49-F238E27FC236}">
                <a16:creationId xmlns:a16="http://schemas.microsoft.com/office/drawing/2014/main" id="{8CA130CC-22FA-45EF-A05C-CBBA67E660C6}"/>
              </a:ext>
            </a:extLst>
          </p:cNvPr>
          <p:cNvSpPr>
            <a:spLocks xmlns:a="http://schemas.openxmlformats.org/drawingml/2006/main" noGrp="1"/>
          </p:cNvSpPr>
          <p:nvPr/>
        </p:nvSpPr>
        <p:spPr>
          <a:xfrm xmlns:a="http://schemas.openxmlformats.org/drawingml/2006/main">
            <a:off x="2697480" y="4082415"/>
            <a:ext cx="121920" cy="121920"/>
          </a:xfrm>
          <a:custGeom xmlns:a="http://schemas.openxmlformats.org/drawingml/2006/main">
            <a:pathLst>
              <a:path w="121920" h="121920">
                <a:moveTo>
                  <a:pt x="0" y="121920"/>
                </a:moveTo>
                <a:lnTo>
                  <a:pt x="121920" y="60960"/>
                </a:lnTo>
                <a:lnTo>
                  <a:pt x="0" y="0"/>
                </a:lnTo>
              </a:path>
            </a:pathLst>
          </a:custGeom>
          <a:noFill xmlns:a="http://schemas.openxmlformats.org/drawingml/2006/main"/>
          <a:ln xmlns:a="http://schemas.openxmlformats.org/drawingml/2006/main" w="24384">
            <a:solidFill>
              <a:srgbClr val="2858A5"/>
            </a:solidFill>
            <a:prstDash val="solid"/>
          </a:ln>
        </p:spPr>
      </p:sp>
      <p:sp>
        <p:nvSpPr>
          <p:cNvPr id="75" name="dp43-comparison / n84 / path">
            <a:extLst xmlns:a="http://schemas.openxmlformats.org/drawingml/2006/main">
              <a:ext uri="{FF2B5EF4-FFF2-40B4-BE49-F238E27FC236}">
                <a16:creationId xmlns:a16="http://schemas.microsoft.com/office/drawing/2014/main" id="{1F72D3A5-1397-4FDE-A46E-4080034D0565}"/>
              </a:ext>
            </a:extLst>
          </p:cNvPr>
          <p:cNvSpPr>
            <a:spLocks xmlns:a="http://schemas.openxmlformats.org/drawingml/2006/main" noGrp="1"/>
          </p:cNvSpPr>
          <p:nvPr/>
        </p:nvSpPr>
        <p:spPr>
          <a:xfrm xmlns:a="http://schemas.openxmlformats.org/drawingml/2006/main">
            <a:off x="8096250" y="3038475"/>
            <a:ext cx="1114425" cy="1104900"/>
          </a:xfrm>
          <a:custGeom xmlns:a="http://schemas.openxmlformats.org/drawingml/2006/main">
            <a:pathLst>
              <a:path w="1114425" h="1104900">
                <a:moveTo>
                  <a:pt x="0" y="1104900"/>
                </a:moveTo>
                <a:lnTo>
                  <a:pt x="1114425" y="1104900"/>
                </a:lnTo>
                <a:lnTo>
                  <a:pt x="1114425" y="266700"/>
                </a:lnTo>
                <a:lnTo>
                  <a:pt x="304800" y="266700"/>
                </a:lnTo>
                <a:lnTo>
                  <a:pt x="304800" y="0"/>
                </a:lnTo>
              </a:path>
            </a:pathLst>
          </a:custGeom>
          <a:noFill xmlns:a="http://schemas.openxmlformats.org/drawingml/2006/main"/>
          <a:ln xmlns:a="http://schemas.openxmlformats.org/drawingml/2006/main" w="19050">
            <a:solidFill>
              <a:srgbClr val="5F6B77"/>
            </a:solidFill>
            <a:prstDash val="dash"/>
          </a:ln>
        </p:spPr>
      </p:sp>
      <p:sp>
        <p:nvSpPr>
          <p:cNvPr id="76" name="dp43-comparison / n84 / arrow">
            <a:extLst xmlns:a="http://schemas.openxmlformats.org/drawingml/2006/main">
              <a:ext uri="{FF2B5EF4-FFF2-40B4-BE49-F238E27FC236}">
                <a16:creationId xmlns:a16="http://schemas.microsoft.com/office/drawing/2014/main" id="{5AB307BF-73B9-4E3C-88B3-56BE91964B1B}"/>
              </a:ext>
            </a:extLst>
          </p:cNvPr>
          <p:cNvSpPr>
            <a:spLocks xmlns:a="http://schemas.openxmlformats.org/drawingml/2006/main" noGrp="1"/>
          </p:cNvSpPr>
          <p:nvPr/>
        </p:nvSpPr>
        <p:spPr>
          <a:xfrm xmlns:a="http://schemas.openxmlformats.org/drawingml/2006/main">
            <a:off x="8340090" y="3038475"/>
            <a:ext cx="121920" cy="121920"/>
          </a:xfrm>
          <a:custGeom xmlns:a="http://schemas.openxmlformats.org/drawingml/2006/main">
            <a:pathLst>
              <a:path w="121920" h="121920">
                <a:moveTo>
                  <a:pt x="121920" y="121920"/>
                </a:moveTo>
                <a:lnTo>
                  <a:pt x="60960" y="0"/>
                </a:lnTo>
                <a:lnTo>
                  <a:pt x="0" y="121920"/>
                </a:lnTo>
              </a:path>
            </a:pathLst>
          </a:custGeom>
          <a:noFill xmlns:a="http://schemas.openxmlformats.org/drawingml/2006/main"/>
          <a:ln xmlns:a="http://schemas.openxmlformats.org/drawingml/2006/main" w="24384">
            <a:solidFill>
              <a:srgbClr val="5F6B77"/>
            </a:solidFill>
            <a:prstDash val="solid"/>
          </a:ln>
        </p:spPr>
      </p:sp>
      <p:sp>
        <p:nvSpPr>
          <p:cNvPr id="77" name="dp43-comparison / n87">
            <a:extLst xmlns:a="http://schemas.openxmlformats.org/drawingml/2006/main">
              <a:ext uri="{FF2B5EF4-FFF2-40B4-BE49-F238E27FC236}">
                <a16:creationId xmlns:a16="http://schemas.microsoft.com/office/drawing/2014/main" id="{EE49C49F-E53C-440E-9748-F5704FA97679}"/>
              </a:ext>
            </a:extLst>
          </p:cNvPr>
          <p:cNvSpPr>
            <a:spLocks xmlns:a="http://schemas.openxmlformats.org/drawingml/2006/main" noGrp="1"/>
          </p:cNvSpPr>
          <p:nvPr/>
        </p:nvSpPr>
        <p:spPr>
          <a:xfrm xmlns:a="http://schemas.openxmlformats.org/drawingml/2006/main">
            <a:off x="1619250" y="6524625"/>
            <a:ext cx="2381250" cy="371475"/>
          </a:xfrm>
          <a:prstGeom xmlns:a="http://schemas.openxmlformats.org/drawingml/2006/main" prst="rect">
            <a:avLst/>
          </a:prstGeom>
          <a:solidFill xmlns:a="http://schemas.openxmlformats.org/drawingml/2006/main">
            <a:srgbClr val="FFFFFF"/>
          </a:solidFill>
          <a:ln xmlns:a="http://schemas.openxmlformats.org/drawingml/2006/main" w="16193">
            <a:solidFill>
              <a:srgbClr val="18232E"/>
            </a:solidFill>
            <a:prstDash val="solid"/>
          </a:ln>
        </p:spPr>
      </p:sp>
      <p:sp>
        <p:nvSpPr>
          <p:cNvPr id="78" name="dp43-comparison / n88 / text 1">
            <a:extLst xmlns:a="http://schemas.openxmlformats.org/drawingml/2006/main">
              <a:ext uri="{FF2B5EF4-FFF2-40B4-BE49-F238E27FC236}">
                <a16:creationId xmlns:a16="http://schemas.microsoft.com/office/drawing/2014/main" id="{536559CE-3676-49F5-BDEA-0BA01D5AEDB6}"/>
              </a:ext>
            </a:extLst>
          </p:cNvPr>
          <p:cNvSpPr>
            <a:spLocks xmlns:a="http://schemas.openxmlformats.org/drawingml/2006/main" noGrp="1"/>
          </p:cNvSpPr>
          <p:nvPr/>
        </p:nvSpPr>
        <p:spPr>
          <a:xfrm xmlns:a="http://schemas.openxmlformats.org/drawingml/2006/main">
            <a:off x="1704975" y="6598920"/>
            <a:ext cx="2209800" cy="24860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350" b="1">
                <a:solidFill>
                  <a:srgbClr val="18232E"/>
                </a:solidFill>
                <a:latin typeface="Apple SD Gothic Neo"/>
                <a:ea typeface="Apple SD Gothic Neo"/>
                <a:cs typeface="Apple SD Gothic Neo"/>
              </a:defRPr>
            </a:pPr>
            <a:r>
              <a:rPr sz="1350" b="1">
                <a:solidFill>
                  <a:srgbClr val="18232E"/>
                </a:solidFill>
                <a:latin typeface="Apple SD Gothic Neo"/>
                <a:ea typeface="Apple SD Gothic Neo"/>
                <a:cs typeface="Apple SD Gothic Neo"/>
              </a:rPr>
              <a:t>Request Controller</a:t>
            </a:r>
          </a:p>
        </p:txBody>
      </p:sp>
      <p:sp>
        <p:nvSpPr>
          <p:cNvPr id="79" name="dp43-comparison / n89">
            <a:extLst xmlns:a="http://schemas.openxmlformats.org/drawingml/2006/main">
              <a:ext uri="{FF2B5EF4-FFF2-40B4-BE49-F238E27FC236}">
                <a16:creationId xmlns:a16="http://schemas.microsoft.com/office/drawing/2014/main" id="{5BC538E5-267A-4930-B26F-1B744F069E4B}"/>
              </a:ext>
            </a:extLst>
          </p:cNvPr>
          <p:cNvSpPr>
            <a:spLocks xmlns:a="http://schemas.openxmlformats.org/drawingml/2006/main" noGrp="1"/>
          </p:cNvSpPr>
          <p:nvPr/>
        </p:nvSpPr>
        <p:spPr>
          <a:xfrm xmlns:a="http://schemas.openxmlformats.org/drawingml/2006/main">
            <a:off x="4619625" y="6505575"/>
            <a:ext cx="2190750" cy="409575"/>
          </a:xfrm>
          <a:prstGeom xmlns:a="http://schemas.openxmlformats.org/drawingml/2006/main" prst="can">
            <a:avLst>
              <a:gd name="adj" fmla="val 20000"/>
            </a:avLst>
          </a:prstGeom>
          <a:solidFill xmlns:a="http://schemas.openxmlformats.org/drawingml/2006/main">
            <a:srgbClr val="FFF7DE"/>
          </a:solidFill>
          <a:ln xmlns:a="http://schemas.openxmlformats.org/drawingml/2006/main" w="16193">
            <a:solidFill>
              <a:srgbClr val="5F6B77"/>
            </a:solidFill>
            <a:prstDash val="solid"/>
          </a:ln>
        </p:spPr>
      </p:sp>
      <p:sp>
        <p:nvSpPr>
          <p:cNvPr id="80" name="dp43-comparison / n90 / text 1">
            <a:extLst xmlns:a="http://schemas.openxmlformats.org/drawingml/2006/main">
              <a:ext uri="{FF2B5EF4-FFF2-40B4-BE49-F238E27FC236}">
                <a16:creationId xmlns:a16="http://schemas.microsoft.com/office/drawing/2014/main" id="{D28EF46A-5D65-4D58-95A6-6AD1D225434D}"/>
              </a:ext>
            </a:extLst>
          </p:cNvPr>
          <p:cNvSpPr>
            <a:spLocks xmlns:a="http://schemas.openxmlformats.org/drawingml/2006/main" noGrp="1"/>
          </p:cNvSpPr>
          <p:nvPr/>
        </p:nvSpPr>
        <p:spPr>
          <a:xfrm xmlns:a="http://schemas.openxmlformats.org/drawingml/2006/main">
            <a:off x="4705350" y="6667500"/>
            <a:ext cx="2019300"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75" b="0">
                <a:solidFill>
                  <a:srgbClr val="18232E"/>
                </a:solidFill>
                <a:latin typeface="Apple SD Gothic Neo"/>
                <a:ea typeface="Apple SD Gothic Neo"/>
                <a:cs typeface="Apple SD Gothic Neo"/>
              </a:defRPr>
            </a:pPr>
            <a:r>
              <a:rPr sz="1275" b="0">
                <a:solidFill>
                  <a:srgbClr val="18232E"/>
                </a:solidFill>
                <a:latin typeface="Apple SD Gothic Neo"/>
                <a:ea typeface="Apple SD Gothic Neo"/>
                <a:cs typeface="Apple SD Gothic Neo"/>
              </a:rPr>
              <a:t>State Store</a:t>
            </a:r>
          </a:p>
        </p:txBody>
      </p:sp>
      <p:sp>
        <p:nvSpPr>
          <p:cNvPr id="81" name="dp43-comparison / n91">
            <a:extLst xmlns:a="http://schemas.openxmlformats.org/drawingml/2006/main">
              <a:ext uri="{FF2B5EF4-FFF2-40B4-BE49-F238E27FC236}">
                <a16:creationId xmlns:a16="http://schemas.microsoft.com/office/drawing/2014/main" id="{34BB9D74-BAA4-4198-B691-99CEA4A4BF11}"/>
              </a:ext>
            </a:extLst>
          </p:cNvPr>
          <p:cNvSpPr>
            <a:spLocks xmlns:a="http://schemas.openxmlformats.org/drawingml/2006/main" noGrp="1"/>
          </p:cNvSpPr>
          <p:nvPr/>
        </p:nvSpPr>
        <p:spPr>
          <a:xfrm xmlns:a="http://schemas.openxmlformats.org/drawingml/2006/main">
            <a:off x="7381875" y="6524625"/>
            <a:ext cx="1981200" cy="371475"/>
          </a:xfrm>
          <a:prstGeom xmlns:a="http://schemas.openxmlformats.org/drawingml/2006/main" prst="rect">
            <a:avLst/>
          </a:prstGeom>
          <a:solidFill xmlns:a="http://schemas.openxmlformats.org/drawingml/2006/main">
            <a:srgbClr val="FFFFFF"/>
          </a:solidFill>
          <a:ln xmlns:a="http://schemas.openxmlformats.org/drawingml/2006/main" w="16193">
            <a:solidFill>
              <a:srgbClr val="18232E"/>
            </a:solidFill>
            <a:prstDash val="solid"/>
          </a:ln>
        </p:spPr>
      </p:sp>
      <p:sp>
        <p:nvSpPr>
          <p:cNvPr id="82" name="dp43-comparison / n92 / text 1">
            <a:extLst xmlns:a="http://schemas.openxmlformats.org/drawingml/2006/main">
              <a:ext uri="{FF2B5EF4-FFF2-40B4-BE49-F238E27FC236}">
                <a16:creationId xmlns:a16="http://schemas.microsoft.com/office/drawing/2014/main" id="{B1E747F9-C2B6-4CFB-A648-21D1864A315A}"/>
              </a:ext>
            </a:extLst>
          </p:cNvPr>
          <p:cNvSpPr>
            <a:spLocks xmlns:a="http://schemas.openxmlformats.org/drawingml/2006/main" noGrp="1"/>
          </p:cNvSpPr>
          <p:nvPr/>
        </p:nvSpPr>
        <p:spPr>
          <a:xfrm xmlns:a="http://schemas.openxmlformats.org/drawingml/2006/main">
            <a:off x="7467600" y="6598920"/>
            <a:ext cx="1809750" cy="24860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350" b="1">
                <a:solidFill>
                  <a:srgbClr val="18232E"/>
                </a:solidFill>
                <a:latin typeface="Apple SD Gothic Neo"/>
                <a:ea typeface="Apple SD Gothic Neo"/>
                <a:cs typeface="Apple SD Gothic Neo"/>
              </a:defRPr>
            </a:pPr>
            <a:r>
              <a:rPr sz="1350" b="1">
                <a:solidFill>
                  <a:srgbClr val="18232E"/>
                </a:solidFill>
                <a:latin typeface="Apple SD Gothic Neo"/>
                <a:ea typeface="Apple SD Gothic Neo"/>
                <a:cs typeface="Apple SD Gothic Neo"/>
              </a:rPr>
              <a:t>Policy Manager</a:t>
            </a:r>
          </a:p>
        </p:txBody>
      </p:sp>
      <p:sp>
        <p:nvSpPr>
          <p:cNvPr id="83" name="dp43-comparison / n93 / path">
            <a:extLst xmlns:a="http://schemas.openxmlformats.org/drawingml/2006/main">
              <a:ext uri="{FF2B5EF4-FFF2-40B4-BE49-F238E27FC236}">
                <a16:creationId xmlns:a16="http://schemas.microsoft.com/office/drawing/2014/main" id="{1AB4ACCF-EEDA-426F-A575-2DAA42AE6A24}"/>
              </a:ext>
            </a:extLst>
          </p:cNvPr>
          <p:cNvSpPr>
            <a:spLocks xmlns:a="http://schemas.openxmlformats.org/drawingml/2006/main" noGrp="1"/>
          </p:cNvSpPr>
          <p:nvPr/>
        </p:nvSpPr>
        <p:spPr>
          <a:xfrm xmlns:a="http://schemas.openxmlformats.org/drawingml/2006/main">
            <a:off x="2809875" y="5600700"/>
            <a:ext cx="2638425" cy="923925"/>
          </a:xfrm>
          <a:custGeom xmlns:a="http://schemas.openxmlformats.org/drawingml/2006/main">
            <a:pathLst>
              <a:path w="2638425" h="923925">
                <a:moveTo>
                  <a:pt x="2638425" y="0"/>
                </a:moveTo>
                <a:lnTo>
                  <a:pt x="2638425" y="857250"/>
                </a:lnTo>
                <a:lnTo>
                  <a:pt x="0" y="857250"/>
                </a:lnTo>
                <a:lnTo>
                  <a:pt x="0" y="923925"/>
                </a:lnTo>
              </a:path>
            </a:pathLst>
          </a:custGeom>
          <a:noFill xmlns:a="http://schemas.openxmlformats.org/drawingml/2006/main"/>
          <a:ln xmlns:a="http://schemas.openxmlformats.org/drawingml/2006/main" w="19050">
            <a:solidFill>
              <a:srgbClr val="2858A5"/>
            </a:solidFill>
            <a:prstDash val="solid"/>
          </a:ln>
        </p:spPr>
      </p:sp>
      <p:sp>
        <p:nvSpPr>
          <p:cNvPr id="84" name="dp43-comparison / n93 / arrow">
            <a:extLst xmlns:a="http://schemas.openxmlformats.org/drawingml/2006/main">
              <a:ext uri="{FF2B5EF4-FFF2-40B4-BE49-F238E27FC236}">
                <a16:creationId xmlns:a16="http://schemas.microsoft.com/office/drawing/2014/main" id="{35BB5314-B9A6-48AA-841A-40B2822B0867}"/>
              </a:ext>
            </a:extLst>
          </p:cNvPr>
          <p:cNvSpPr>
            <a:spLocks xmlns:a="http://schemas.openxmlformats.org/drawingml/2006/main" noGrp="1"/>
          </p:cNvSpPr>
          <p:nvPr/>
        </p:nvSpPr>
        <p:spPr>
          <a:xfrm xmlns:a="http://schemas.openxmlformats.org/drawingml/2006/main">
            <a:off x="2748915" y="6402705"/>
            <a:ext cx="121920" cy="121920"/>
          </a:xfrm>
          <a:custGeom xmlns:a="http://schemas.openxmlformats.org/drawingml/2006/main">
            <a:pathLst>
              <a:path w="121920" h="121920">
                <a:moveTo>
                  <a:pt x="0" y="0"/>
                </a:moveTo>
                <a:lnTo>
                  <a:pt x="60960" y="121920"/>
                </a:lnTo>
                <a:lnTo>
                  <a:pt x="121920" y="0"/>
                </a:lnTo>
              </a:path>
            </a:pathLst>
          </a:custGeom>
          <a:noFill xmlns:a="http://schemas.openxmlformats.org/drawingml/2006/main"/>
          <a:ln xmlns:a="http://schemas.openxmlformats.org/drawingml/2006/main" w="24384">
            <a:solidFill>
              <a:srgbClr val="2858A5"/>
            </a:solidFill>
            <a:prstDash val="solid"/>
          </a:ln>
        </p:spPr>
      </p:sp>
      <p:sp>
        <p:nvSpPr>
          <p:cNvPr id="85" name="dp43-comparison / n94 / path">
            <a:extLst xmlns:a="http://schemas.openxmlformats.org/drawingml/2006/main">
              <a:ext uri="{FF2B5EF4-FFF2-40B4-BE49-F238E27FC236}">
                <a16:creationId xmlns:a16="http://schemas.microsoft.com/office/drawing/2014/main" id="{21D90D00-089D-448F-A735-C20C5C8C8FF6}"/>
              </a:ext>
            </a:extLst>
          </p:cNvPr>
          <p:cNvSpPr>
            <a:spLocks xmlns:a="http://schemas.openxmlformats.org/drawingml/2006/main" noGrp="1"/>
          </p:cNvSpPr>
          <p:nvPr/>
        </p:nvSpPr>
        <p:spPr>
          <a:xfrm xmlns:a="http://schemas.openxmlformats.org/drawingml/2006/main">
            <a:off x="4000500" y="6448425"/>
            <a:ext cx="3381375" cy="261938"/>
          </a:xfrm>
          <a:custGeom xmlns:a="http://schemas.openxmlformats.org/drawingml/2006/main">
            <a:pathLst>
              <a:path w="3381375" h="261938">
                <a:moveTo>
                  <a:pt x="3381375" y="261938"/>
                </a:moveTo>
                <a:lnTo>
                  <a:pt x="3181350" y="257175"/>
                </a:lnTo>
                <a:lnTo>
                  <a:pt x="3181350" y="0"/>
                </a:lnTo>
                <a:lnTo>
                  <a:pt x="180975" y="0"/>
                </a:lnTo>
                <a:lnTo>
                  <a:pt x="180975" y="257175"/>
                </a:lnTo>
                <a:lnTo>
                  <a:pt x="0" y="261938"/>
                </a:lnTo>
              </a:path>
            </a:pathLst>
          </a:custGeom>
          <a:noFill xmlns:a="http://schemas.openxmlformats.org/drawingml/2006/main"/>
          <a:ln xmlns:a="http://schemas.openxmlformats.org/drawingml/2006/main" w="19050">
            <a:solidFill>
              <a:srgbClr val="5F6B77"/>
            </a:solidFill>
            <a:prstDash val="dash"/>
          </a:ln>
        </p:spPr>
      </p:sp>
      <p:sp>
        <p:nvSpPr>
          <p:cNvPr id="86" name="dp43-comparison / n94 / arrow">
            <a:extLst xmlns:a="http://schemas.openxmlformats.org/drawingml/2006/main">
              <a:ext uri="{FF2B5EF4-FFF2-40B4-BE49-F238E27FC236}">
                <a16:creationId xmlns:a16="http://schemas.microsoft.com/office/drawing/2014/main" id="{470A4922-7423-4FB9-8989-198E50B34851}"/>
              </a:ext>
            </a:extLst>
          </p:cNvPr>
          <p:cNvSpPr>
            <a:spLocks xmlns:a="http://schemas.openxmlformats.org/drawingml/2006/main" noGrp="1"/>
          </p:cNvSpPr>
          <p:nvPr/>
        </p:nvSpPr>
        <p:spPr>
          <a:xfrm xmlns:a="http://schemas.openxmlformats.org/drawingml/2006/main">
            <a:off x="4000500" y="6646216"/>
            <a:ext cx="123481" cy="121878"/>
          </a:xfrm>
          <a:custGeom xmlns:a="http://schemas.openxmlformats.org/drawingml/2006/main">
            <a:pathLst>
              <a:path w="123481" h="121878">
                <a:moveTo>
                  <a:pt x="120274" y="0"/>
                </a:moveTo>
                <a:lnTo>
                  <a:pt x="0" y="64146"/>
                </a:lnTo>
                <a:lnTo>
                  <a:pt x="123481" y="121878"/>
                </a:lnTo>
              </a:path>
            </a:pathLst>
          </a:custGeom>
          <a:noFill xmlns:a="http://schemas.openxmlformats.org/drawingml/2006/main"/>
          <a:ln xmlns:a="http://schemas.openxmlformats.org/drawingml/2006/main" w="24384">
            <a:solidFill>
              <a:srgbClr val="5F6B77"/>
            </a:solidFill>
            <a:prstDash val="solid"/>
          </a:ln>
        </p:spPr>
      </p:sp>
      <p:sp>
        <p:nvSpPr>
          <p:cNvPr id="87" name="dp43-comparison / n95 / path">
            <a:extLst xmlns:a="http://schemas.openxmlformats.org/drawingml/2006/main">
              <a:ext uri="{FF2B5EF4-FFF2-40B4-BE49-F238E27FC236}">
                <a16:creationId xmlns:a16="http://schemas.microsoft.com/office/drawing/2014/main" id="{A75C4D7D-EE13-46E7-A903-BFD9B15AADA9}"/>
              </a:ext>
            </a:extLst>
          </p:cNvPr>
          <p:cNvSpPr>
            <a:spLocks xmlns:a="http://schemas.openxmlformats.org/drawingml/2006/main" noGrp="1"/>
          </p:cNvSpPr>
          <p:nvPr/>
        </p:nvSpPr>
        <p:spPr>
          <a:xfrm xmlns:a="http://schemas.openxmlformats.org/drawingml/2006/main">
            <a:off x="4000500" y="6710363"/>
            <a:ext cx="619125" cy="953"/>
          </a:xfrm>
          <a:custGeom xmlns:a="http://schemas.openxmlformats.org/drawingml/2006/main">
            <a:pathLst>
              <a:path w="619125" h="953">
                <a:moveTo>
                  <a:pt x="0" y="0"/>
                </a:moveTo>
                <a:lnTo>
                  <a:pt x="619125" y="0"/>
                </a:lnTo>
              </a:path>
            </a:pathLst>
          </a:custGeom>
          <a:noFill xmlns:a="http://schemas.openxmlformats.org/drawingml/2006/main"/>
          <a:ln xmlns:a="http://schemas.openxmlformats.org/drawingml/2006/main" w="19050">
            <a:solidFill>
              <a:srgbClr val="2858A5"/>
            </a:solidFill>
            <a:prstDash val="solid"/>
          </a:ln>
        </p:spPr>
      </p:sp>
      <p:sp>
        <p:nvSpPr>
          <p:cNvPr id="88" name="dp43-comparison / n95 / arrow">
            <a:extLst xmlns:a="http://schemas.openxmlformats.org/drawingml/2006/main">
              <a:ext uri="{FF2B5EF4-FFF2-40B4-BE49-F238E27FC236}">
                <a16:creationId xmlns:a16="http://schemas.microsoft.com/office/drawing/2014/main" id="{CCAA76D0-C628-4ECB-821D-B76717EFA22C}"/>
              </a:ext>
            </a:extLst>
          </p:cNvPr>
          <p:cNvSpPr>
            <a:spLocks xmlns:a="http://schemas.openxmlformats.org/drawingml/2006/main" noGrp="1"/>
          </p:cNvSpPr>
          <p:nvPr/>
        </p:nvSpPr>
        <p:spPr>
          <a:xfrm xmlns:a="http://schemas.openxmlformats.org/drawingml/2006/main">
            <a:off x="4497705" y="6649403"/>
            <a:ext cx="121920" cy="121920"/>
          </a:xfrm>
          <a:custGeom xmlns:a="http://schemas.openxmlformats.org/drawingml/2006/main">
            <a:pathLst>
              <a:path w="121920" h="121920">
                <a:moveTo>
                  <a:pt x="0" y="121920"/>
                </a:moveTo>
                <a:lnTo>
                  <a:pt x="121920" y="60960"/>
                </a:lnTo>
                <a:lnTo>
                  <a:pt x="0" y="0"/>
                </a:lnTo>
              </a:path>
            </a:pathLst>
          </a:custGeom>
          <a:noFill xmlns:a="http://schemas.openxmlformats.org/drawingml/2006/main"/>
          <a:ln xmlns:a="http://schemas.openxmlformats.org/drawingml/2006/main" w="24384">
            <a:solidFill>
              <a:srgbClr val="2858A5"/>
            </a:solidFill>
            <a:prstDash val="solid"/>
          </a:ln>
        </p:spPr>
      </p:sp>
      <p:sp>
        <p:nvSpPr>
          <p:cNvPr id="89" name="dp43-comparison / n60">
            <a:extLst xmlns:a="http://schemas.openxmlformats.org/drawingml/2006/main">
              <a:ext uri="{FF2B5EF4-FFF2-40B4-BE49-F238E27FC236}">
                <a16:creationId xmlns:a16="http://schemas.microsoft.com/office/drawing/2014/main" id="{7E4A9164-723E-4210-B19B-47F82D596AEA}"/>
              </a:ext>
            </a:extLst>
          </p:cNvPr>
          <p:cNvSpPr>
            <a:spLocks xmlns:a="http://schemas.openxmlformats.org/drawingml/2006/main" noGrp="1"/>
          </p:cNvSpPr>
          <p:nvPr/>
        </p:nvSpPr>
        <p:spPr>
          <a:xfrm xmlns:a="http://schemas.openxmlformats.org/drawingml/2006/main">
            <a:off x="1581150" y="2400300"/>
            <a:ext cx="2534222" cy="21336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90" name="dp43-comparison / n61 / text 1">
            <a:extLst xmlns:a="http://schemas.openxmlformats.org/drawingml/2006/main">
              <a:ext uri="{FF2B5EF4-FFF2-40B4-BE49-F238E27FC236}">
                <a16:creationId xmlns:a16="http://schemas.microsoft.com/office/drawing/2014/main" id="{4ABF81C3-6608-4252-A36B-5D827C66A569}"/>
              </a:ext>
            </a:extLst>
          </p:cNvPr>
          <p:cNvSpPr>
            <a:spLocks xmlns:a="http://schemas.openxmlformats.org/drawingml/2006/main" noGrp="1"/>
          </p:cNvSpPr>
          <p:nvPr/>
        </p:nvSpPr>
        <p:spPr>
          <a:xfrm xmlns:a="http://schemas.openxmlformats.org/drawingml/2006/main">
            <a:off x="1600200" y="2409825"/>
            <a:ext cx="2667000"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5F6B77"/>
                </a:solidFill>
                <a:latin typeface="Apple SD Gothic Neo"/>
                <a:ea typeface="Apple SD Gothic Neo"/>
                <a:cs typeface="Apple SD Gothic Neo"/>
              </a:defRPr>
            </a:pPr>
            <a:r>
              <a:rPr sz="1275" b="0">
                <a:solidFill>
                  <a:srgbClr val="5F6B77"/>
                </a:solidFill>
                <a:latin typeface="Apple SD Gothic Neo"/>
                <a:ea typeface="Apple SD Gothic Neo"/>
                <a:cs typeface="Apple SD Gothic Neo"/>
              </a:rPr>
              <a:t>확정 User Turn / 새 Request</a:t>
            </a:r>
          </a:p>
        </p:txBody>
      </p:sp>
      <p:sp>
        <p:nvSpPr>
          <p:cNvPr id="91" name="dp43-comparison / n62">
            <a:extLst xmlns:a="http://schemas.openxmlformats.org/drawingml/2006/main">
              <a:ext uri="{FF2B5EF4-FFF2-40B4-BE49-F238E27FC236}">
                <a16:creationId xmlns:a16="http://schemas.microsoft.com/office/drawing/2014/main" id="{7B11CC2B-520C-4AE4-88B0-3FE3E004A147}"/>
              </a:ext>
            </a:extLst>
          </p:cNvPr>
          <p:cNvSpPr>
            <a:spLocks xmlns:a="http://schemas.openxmlformats.org/drawingml/2006/main" noGrp="1"/>
          </p:cNvSpPr>
          <p:nvPr/>
        </p:nvSpPr>
        <p:spPr>
          <a:xfrm xmlns:a="http://schemas.openxmlformats.org/drawingml/2006/main">
            <a:off x="7391400" y="3076575"/>
            <a:ext cx="2038350" cy="20193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92" name="dp43-comparison / n63 / text 1">
            <a:extLst xmlns:a="http://schemas.openxmlformats.org/drawingml/2006/main">
              <a:ext uri="{FF2B5EF4-FFF2-40B4-BE49-F238E27FC236}">
                <a16:creationId xmlns:a16="http://schemas.microsoft.com/office/drawing/2014/main" id="{12748C44-CF77-4B18-9090-A82A2213C728}"/>
              </a:ext>
            </a:extLst>
          </p:cNvPr>
          <p:cNvSpPr>
            <a:spLocks xmlns:a="http://schemas.openxmlformats.org/drawingml/2006/main" noGrp="1"/>
          </p:cNvSpPr>
          <p:nvPr/>
        </p:nvSpPr>
        <p:spPr>
          <a:xfrm xmlns:a="http://schemas.openxmlformats.org/drawingml/2006/main">
            <a:off x="7410450" y="3086100"/>
            <a:ext cx="2000250"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5F6B77"/>
                </a:solidFill>
                <a:latin typeface="Apple SD Gothic Neo"/>
                <a:ea typeface="Apple SD Gothic Neo"/>
                <a:cs typeface="Apple SD Gothic Neo"/>
              </a:defRPr>
            </a:pPr>
            <a:r>
              <a:rPr sz="1200" b="0">
                <a:solidFill>
                  <a:srgbClr val="5F6B77"/>
                </a:solidFill>
                <a:latin typeface="Apple SD Gothic Neo"/>
                <a:ea typeface="Apple SD Gothic Neo"/>
                <a:cs typeface="Apple SD Gothic Neo"/>
              </a:rPr>
              <a:t>공유 Omni 1벌 / 역할별 KV</a:t>
            </a:r>
          </a:p>
        </p:txBody>
      </p:sp>
      <p:sp>
        <p:nvSpPr>
          <p:cNvPr id="93" name="dp43-comparison / n65">
            <a:extLst xmlns:a="http://schemas.openxmlformats.org/drawingml/2006/main">
              <a:ext uri="{FF2B5EF4-FFF2-40B4-BE49-F238E27FC236}">
                <a16:creationId xmlns:a16="http://schemas.microsoft.com/office/drawing/2014/main" id="{B895C96A-8036-4329-B8E5-0264976A02CE}"/>
              </a:ext>
            </a:extLst>
          </p:cNvPr>
          <p:cNvSpPr>
            <a:spLocks xmlns:a="http://schemas.openxmlformats.org/drawingml/2006/main" noGrp="1"/>
          </p:cNvSpPr>
          <p:nvPr/>
        </p:nvSpPr>
        <p:spPr>
          <a:xfrm xmlns:a="http://schemas.openxmlformats.org/drawingml/2006/main">
            <a:off x="3952875" y="2438400"/>
            <a:ext cx="381000" cy="20193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94" name="dp43-comparison / n66 / text 1">
            <a:extLst xmlns:a="http://schemas.openxmlformats.org/drawingml/2006/main">
              <a:ext uri="{FF2B5EF4-FFF2-40B4-BE49-F238E27FC236}">
                <a16:creationId xmlns:a16="http://schemas.microsoft.com/office/drawing/2014/main" id="{1E1FE5E0-D7F6-483D-B81A-1FA8F25CE6FA}"/>
              </a:ext>
            </a:extLst>
          </p:cNvPr>
          <p:cNvSpPr>
            <a:spLocks xmlns:a="http://schemas.openxmlformats.org/drawingml/2006/main" noGrp="1"/>
          </p:cNvSpPr>
          <p:nvPr/>
        </p:nvSpPr>
        <p:spPr>
          <a:xfrm xmlns:a="http://schemas.openxmlformats.org/drawingml/2006/main">
            <a:off x="3971925" y="2447925"/>
            <a:ext cx="1238250"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5F6B77"/>
                </a:solidFill>
                <a:latin typeface="Apple SD Gothic Neo"/>
                <a:ea typeface="Apple SD Gothic Neo"/>
                <a:cs typeface="Apple SD Gothic Neo"/>
              </a:defRPr>
            </a:pPr>
            <a:r>
              <a:rPr sz="1200" b="0">
                <a:solidFill>
                  <a:srgbClr val="5F6B77"/>
                </a:solidFill>
                <a:latin typeface="Apple SD Gothic Neo"/>
                <a:ea typeface="Apple SD Gothic Neo"/>
                <a:cs typeface="Apple SD Gothic Neo"/>
              </a:rPr>
              <a:t>원문</a:t>
            </a:r>
          </a:p>
        </p:txBody>
      </p:sp>
      <p:sp>
        <p:nvSpPr>
          <p:cNvPr id="95" name="dp43-comparison / n67">
            <a:extLst xmlns:a="http://schemas.openxmlformats.org/drawingml/2006/main">
              <a:ext uri="{FF2B5EF4-FFF2-40B4-BE49-F238E27FC236}">
                <a16:creationId xmlns:a16="http://schemas.microsoft.com/office/drawing/2014/main" id="{17396DE5-3696-4B5D-AC10-C496F7D71200}"/>
              </a:ext>
            </a:extLst>
          </p:cNvPr>
          <p:cNvSpPr>
            <a:spLocks xmlns:a="http://schemas.openxmlformats.org/drawingml/2006/main" noGrp="1"/>
          </p:cNvSpPr>
          <p:nvPr/>
        </p:nvSpPr>
        <p:spPr>
          <a:xfrm xmlns:a="http://schemas.openxmlformats.org/drawingml/2006/main">
            <a:off x="1552575" y="3095625"/>
            <a:ext cx="4983480" cy="20193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96" name="dp43-comparison / n68 / text 1">
            <a:extLst xmlns:a="http://schemas.openxmlformats.org/drawingml/2006/main">
              <a:ext uri="{FF2B5EF4-FFF2-40B4-BE49-F238E27FC236}">
                <a16:creationId xmlns:a16="http://schemas.microsoft.com/office/drawing/2014/main" id="{C86564E5-1DFB-4FCA-8130-452B889B8DBD}"/>
              </a:ext>
            </a:extLst>
          </p:cNvPr>
          <p:cNvSpPr>
            <a:spLocks xmlns:a="http://schemas.openxmlformats.org/drawingml/2006/main" noGrp="1"/>
          </p:cNvSpPr>
          <p:nvPr/>
        </p:nvSpPr>
        <p:spPr>
          <a:xfrm xmlns:a="http://schemas.openxmlformats.org/drawingml/2006/main">
            <a:off x="1571625" y="3105150"/>
            <a:ext cx="5334000"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5F6B77"/>
                </a:solidFill>
                <a:latin typeface="Apple SD Gothic Neo"/>
                <a:ea typeface="Apple SD Gothic Neo"/>
                <a:cs typeface="Apple SD Gothic Neo"/>
              </a:defRPr>
            </a:pPr>
            <a:r>
              <a:rPr sz="1200" b="0">
                <a:solidFill>
                  <a:srgbClr val="5F6B77"/>
                </a:solidFill>
                <a:latin typeface="Apple SD Gothic Neo"/>
                <a:ea typeface="Apple SD Gothic Neo"/>
                <a:cs typeface="Apple SD Gothic Neo"/>
              </a:rPr>
              <a:t>공통 읽기: Context Manager 정보 / Task Manager의 Task 후보</a:t>
            </a:r>
          </a:p>
        </p:txBody>
      </p:sp>
      <p:sp>
        <p:nvSpPr>
          <p:cNvPr id="97" name="dp43-comparison / n76">
            <a:extLst xmlns:a="http://schemas.openxmlformats.org/drawingml/2006/main">
              <a:ext uri="{FF2B5EF4-FFF2-40B4-BE49-F238E27FC236}">
                <a16:creationId xmlns:a16="http://schemas.microsoft.com/office/drawing/2014/main" id="{9F3371B5-3BC1-416C-B22A-C84BF856CF32}"/>
              </a:ext>
            </a:extLst>
          </p:cNvPr>
          <p:cNvSpPr>
            <a:spLocks xmlns:a="http://schemas.openxmlformats.org/drawingml/2006/main" noGrp="1"/>
          </p:cNvSpPr>
          <p:nvPr/>
        </p:nvSpPr>
        <p:spPr>
          <a:xfrm xmlns:a="http://schemas.openxmlformats.org/drawingml/2006/main">
            <a:off x="1781175" y="4467225"/>
            <a:ext cx="4531805" cy="23622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98" name="dp43-comparison / n77 / text 1">
            <a:extLst xmlns:a="http://schemas.openxmlformats.org/drawingml/2006/main">
              <a:ext uri="{FF2B5EF4-FFF2-40B4-BE49-F238E27FC236}">
                <a16:creationId xmlns:a16="http://schemas.microsoft.com/office/drawing/2014/main" id="{5FDE1A81-4412-4C82-AE30-C3A7AC5DFFE9}"/>
              </a:ext>
            </a:extLst>
          </p:cNvPr>
          <p:cNvSpPr>
            <a:spLocks xmlns:a="http://schemas.openxmlformats.org/drawingml/2006/main" noGrp="1"/>
          </p:cNvSpPr>
          <p:nvPr/>
        </p:nvSpPr>
        <p:spPr>
          <a:xfrm xmlns:a="http://schemas.openxmlformats.org/drawingml/2006/main">
            <a:off x="1800225" y="4476750"/>
            <a:ext cx="7153275" cy="26241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425" b="0">
                <a:solidFill>
                  <a:srgbClr val="2858A5"/>
                </a:solidFill>
                <a:latin typeface="Apple SD Gothic Neo"/>
                <a:ea typeface="Apple SD Gothic Neo"/>
                <a:cs typeface="Apple SD Gothic Neo"/>
              </a:defRPr>
            </a:pPr>
            <a:r>
              <a:rPr sz="1425" b="0">
                <a:solidFill>
                  <a:srgbClr val="2858A5"/>
                </a:solidFill>
                <a:latin typeface="Apple SD Gothic Neo"/>
                <a:ea typeface="Apple SD Gothic Neo"/>
                <a:cs typeface="Apple SD Gothic Neo"/>
              </a:rPr>
              <a:t>F1 의도 / F2 Referent / F3 Task Association</a:t>
            </a:r>
          </a:p>
        </p:txBody>
      </p:sp>
      <p:sp>
        <p:nvSpPr>
          <p:cNvPr id="99" name="dp43-comparison / n78">
            <a:extLst xmlns:a="http://schemas.openxmlformats.org/drawingml/2006/main">
              <a:ext uri="{FF2B5EF4-FFF2-40B4-BE49-F238E27FC236}">
                <a16:creationId xmlns:a16="http://schemas.microsoft.com/office/drawing/2014/main" id="{A9003EEF-FA5A-488F-80E9-561795E6F417}"/>
              </a:ext>
            </a:extLst>
          </p:cNvPr>
          <p:cNvSpPr>
            <a:spLocks xmlns:a="http://schemas.openxmlformats.org/drawingml/2006/main" noGrp="1"/>
          </p:cNvSpPr>
          <p:nvPr/>
        </p:nvSpPr>
        <p:spPr>
          <a:xfrm xmlns:a="http://schemas.openxmlformats.org/drawingml/2006/main">
            <a:off x="1781175" y="4724400"/>
            <a:ext cx="4510088" cy="23622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00" name="dp43-comparison / n79 / text 1">
            <a:extLst xmlns:a="http://schemas.openxmlformats.org/drawingml/2006/main">
              <a:ext uri="{FF2B5EF4-FFF2-40B4-BE49-F238E27FC236}">
                <a16:creationId xmlns:a16="http://schemas.microsoft.com/office/drawing/2014/main" id="{71A9C78E-F945-4609-AA19-A61ED8CD960F}"/>
              </a:ext>
            </a:extLst>
          </p:cNvPr>
          <p:cNvSpPr>
            <a:spLocks xmlns:a="http://schemas.openxmlformats.org/drawingml/2006/main" noGrp="1"/>
          </p:cNvSpPr>
          <p:nvPr/>
        </p:nvSpPr>
        <p:spPr>
          <a:xfrm xmlns:a="http://schemas.openxmlformats.org/drawingml/2006/main">
            <a:off x="1800225" y="4733925"/>
            <a:ext cx="7153275" cy="26241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425" b="0">
                <a:solidFill>
                  <a:srgbClr val="2858A5"/>
                </a:solidFill>
                <a:latin typeface="Apple SD Gothic Neo"/>
                <a:ea typeface="Apple SD Gothic Neo"/>
                <a:cs typeface="Apple SD Gothic Neo"/>
              </a:defRPr>
            </a:pPr>
            <a:r>
              <a:rPr sz="1425" b="0">
                <a:solidFill>
                  <a:srgbClr val="2858A5"/>
                </a:solidFill>
                <a:latin typeface="Apple SD Gothic Neo"/>
                <a:ea typeface="Apple SD Gothic Neo"/>
                <a:cs typeface="Apple SD Gothic Neo"/>
              </a:rPr>
              <a:t>F4 Request 관계 / F5 정정 범위 / F6 처리 방향</a:t>
            </a:r>
          </a:p>
        </p:txBody>
      </p:sp>
      <p:sp>
        <p:nvSpPr>
          <p:cNvPr id="101" name="dp43-comparison / n82">
            <a:extLst xmlns:a="http://schemas.openxmlformats.org/drawingml/2006/main">
              <a:ext uri="{FF2B5EF4-FFF2-40B4-BE49-F238E27FC236}">
                <a16:creationId xmlns:a16="http://schemas.microsoft.com/office/drawing/2014/main" id="{D26DA344-90F4-48D3-8E7D-2F5E1B0BD5F1}"/>
              </a:ext>
            </a:extLst>
          </p:cNvPr>
          <p:cNvSpPr>
            <a:spLocks xmlns:a="http://schemas.openxmlformats.org/drawingml/2006/main" noGrp="1"/>
          </p:cNvSpPr>
          <p:nvPr/>
        </p:nvSpPr>
        <p:spPr>
          <a:xfrm xmlns:a="http://schemas.openxmlformats.org/drawingml/2006/main">
            <a:off x="1743075" y="5676900"/>
            <a:ext cx="4253865" cy="21336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02" name="dp43-comparison / n83 / text 1">
            <a:extLst xmlns:a="http://schemas.openxmlformats.org/drawingml/2006/main">
              <a:ext uri="{FF2B5EF4-FFF2-40B4-BE49-F238E27FC236}">
                <a16:creationId xmlns:a16="http://schemas.microsoft.com/office/drawing/2014/main" id="{8D38FB3F-0239-4561-B64F-C2FB40DEBCFE}"/>
              </a:ext>
            </a:extLst>
          </p:cNvPr>
          <p:cNvSpPr>
            <a:spLocks xmlns:a="http://schemas.openxmlformats.org/drawingml/2006/main" noGrp="1"/>
          </p:cNvSpPr>
          <p:nvPr/>
        </p:nvSpPr>
        <p:spPr>
          <a:xfrm xmlns:a="http://schemas.openxmlformats.org/drawingml/2006/main">
            <a:off x="1762125" y="5686425"/>
            <a:ext cx="7410450"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5F6B77"/>
                </a:solidFill>
                <a:latin typeface="Apple SD Gothic Neo"/>
                <a:ea typeface="Apple SD Gothic Neo"/>
                <a:cs typeface="Apple SD Gothic Neo"/>
              </a:defRPr>
            </a:pPr>
            <a:r>
              <a:rPr sz="1275" b="0">
                <a:solidFill>
                  <a:srgbClr val="5F6B77"/>
                </a:solidFill>
                <a:latin typeface="Apple SD Gothic Neo"/>
                <a:ea typeface="Apple SD Gothic Neo"/>
                <a:cs typeface="Apple SD Gothic Neo"/>
              </a:rPr>
              <a:t>이전 조건 유지와 부분 갱신 / 검색과 전문 보조 허용</a:t>
            </a:r>
          </a:p>
        </p:txBody>
      </p:sp>
      <p:sp>
        <p:nvSpPr>
          <p:cNvPr id="103" name="dp43-comparison / n85">
            <a:extLst xmlns:a="http://schemas.openxmlformats.org/drawingml/2006/main">
              <a:ext uri="{FF2B5EF4-FFF2-40B4-BE49-F238E27FC236}">
                <a16:creationId xmlns:a16="http://schemas.microsoft.com/office/drawing/2014/main" id="{EA38C8FE-76C2-4040-805E-5B50CB303354}"/>
              </a:ext>
            </a:extLst>
          </p:cNvPr>
          <p:cNvSpPr>
            <a:spLocks xmlns:a="http://schemas.openxmlformats.org/drawingml/2006/main" noGrp="1"/>
          </p:cNvSpPr>
          <p:nvPr/>
        </p:nvSpPr>
        <p:spPr>
          <a:xfrm xmlns:a="http://schemas.openxmlformats.org/drawingml/2006/main">
            <a:off x="1609725" y="6000750"/>
            <a:ext cx="6465760" cy="21336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04" name="dp43-comparison / n86 / text 1">
            <a:extLst xmlns:a="http://schemas.openxmlformats.org/drawingml/2006/main">
              <a:ext uri="{FF2B5EF4-FFF2-40B4-BE49-F238E27FC236}">
                <a16:creationId xmlns:a16="http://schemas.microsoft.com/office/drawing/2014/main" id="{56D58781-EADF-47AF-A05F-1BF307660A02}"/>
              </a:ext>
            </a:extLst>
          </p:cNvPr>
          <p:cNvSpPr>
            <a:spLocks xmlns:a="http://schemas.openxmlformats.org/drawingml/2006/main" noGrp="1"/>
          </p:cNvSpPr>
          <p:nvPr/>
        </p:nvSpPr>
        <p:spPr>
          <a:xfrm xmlns:a="http://schemas.openxmlformats.org/drawingml/2006/main">
            <a:off x="1628775" y="6010275"/>
            <a:ext cx="7715250"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2858A5"/>
                </a:solidFill>
                <a:latin typeface="Apple SD Gothic Neo"/>
                <a:ea typeface="Apple SD Gothic Neo"/>
                <a:cs typeface="Apple SD Gothic Neo"/>
              </a:defRPr>
            </a:pPr>
            <a:r>
              <a:rPr sz="1275" b="0">
                <a:solidFill>
                  <a:srgbClr val="2858A5"/>
                </a:solidFill>
                <a:latin typeface="Apple SD Gothic Neo"/>
                <a:ea typeface="Apple SD Gothic Neo"/>
                <a:cs typeface="Apple SD Gothic Neo"/>
              </a:rPr>
              <a:t>정정: F2와 F5 재판단 → F4 갱신 / Task Association은 입력 전제가 아닌 결과</a:t>
            </a:r>
          </a:p>
        </p:txBody>
      </p:sp>
      <p:sp>
        <p:nvSpPr>
          <p:cNvPr id="105" name="dp43-comparison / n96">
            <a:extLst xmlns:a="http://schemas.openxmlformats.org/drawingml/2006/main">
              <a:ext uri="{FF2B5EF4-FFF2-40B4-BE49-F238E27FC236}">
                <a16:creationId xmlns:a16="http://schemas.microsoft.com/office/drawing/2014/main" id="{22F9563D-ACBB-405A-B7D0-8D494AEF186D}"/>
              </a:ext>
            </a:extLst>
          </p:cNvPr>
          <p:cNvSpPr>
            <a:spLocks xmlns:a="http://schemas.openxmlformats.org/drawingml/2006/main" noGrp="1"/>
          </p:cNvSpPr>
          <p:nvPr/>
        </p:nvSpPr>
        <p:spPr>
          <a:xfrm xmlns:a="http://schemas.openxmlformats.org/drawingml/2006/main">
            <a:off x="4219575" y="6200775"/>
            <a:ext cx="3584448" cy="20193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06" name="dp43-comparison / n97 / text 1">
            <a:extLst xmlns:a="http://schemas.openxmlformats.org/drawingml/2006/main">
              <a:ext uri="{FF2B5EF4-FFF2-40B4-BE49-F238E27FC236}">
                <a16:creationId xmlns:a16="http://schemas.microsoft.com/office/drawing/2014/main" id="{C7956736-42CF-498F-ACE9-E69E48981BCC}"/>
              </a:ext>
            </a:extLst>
          </p:cNvPr>
          <p:cNvSpPr>
            <a:spLocks xmlns:a="http://schemas.openxmlformats.org/drawingml/2006/main" noGrp="1"/>
          </p:cNvSpPr>
          <p:nvPr/>
        </p:nvSpPr>
        <p:spPr>
          <a:xfrm xmlns:a="http://schemas.openxmlformats.org/drawingml/2006/main">
            <a:off x="4238625" y="6210300"/>
            <a:ext cx="5029200"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5F6B77"/>
                </a:solidFill>
                <a:latin typeface="Apple SD Gothic Neo"/>
                <a:ea typeface="Apple SD Gothic Neo"/>
                <a:cs typeface="Apple SD Gothic Neo"/>
              </a:defRPr>
            </a:pPr>
            <a:r>
              <a:rPr sz="1200" b="0">
                <a:solidFill>
                  <a:srgbClr val="5F6B77"/>
                </a:solidFill>
                <a:latin typeface="Apple SD Gothic Neo"/>
                <a:ea typeface="Apple SD Gothic Neo"/>
                <a:cs typeface="Apple SD Gothic Neo"/>
              </a:rPr>
              <a:t>현재 검사: 입력 / 정보 / Task / 질문 / 권한</a:t>
            </a:r>
          </a:p>
        </p:txBody>
      </p:sp>
      <p:sp>
        <p:nvSpPr>
          <p:cNvPr id="107" name="dp43-comparison / n98">
            <a:extLst xmlns:a="http://schemas.openxmlformats.org/drawingml/2006/main">
              <a:ext uri="{FF2B5EF4-FFF2-40B4-BE49-F238E27FC236}">
                <a16:creationId xmlns:a16="http://schemas.microsoft.com/office/drawing/2014/main" id="{1AF457BC-3967-49CF-B269-79631C028146}"/>
              </a:ext>
            </a:extLst>
          </p:cNvPr>
          <p:cNvSpPr>
            <a:spLocks xmlns:a="http://schemas.openxmlformats.org/drawingml/2006/main" noGrp="1"/>
          </p:cNvSpPr>
          <p:nvPr/>
        </p:nvSpPr>
        <p:spPr>
          <a:xfrm xmlns:a="http://schemas.openxmlformats.org/drawingml/2006/main">
            <a:off x="4695825" y="6981825"/>
            <a:ext cx="3221736" cy="20193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08" name="dp43-comparison / n99 / text 1">
            <a:extLst xmlns:a="http://schemas.openxmlformats.org/drawingml/2006/main">
              <a:ext uri="{FF2B5EF4-FFF2-40B4-BE49-F238E27FC236}">
                <a16:creationId xmlns:a16="http://schemas.microsoft.com/office/drawing/2014/main" id="{BB63BBCD-BB2B-43AC-8EC1-1028D2302C69}"/>
              </a:ext>
            </a:extLst>
          </p:cNvPr>
          <p:cNvSpPr>
            <a:spLocks xmlns:a="http://schemas.openxmlformats.org/drawingml/2006/main" noGrp="1"/>
          </p:cNvSpPr>
          <p:nvPr/>
        </p:nvSpPr>
        <p:spPr>
          <a:xfrm xmlns:a="http://schemas.openxmlformats.org/drawingml/2006/main">
            <a:off x="4714875" y="6991350"/>
            <a:ext cx="4400550"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5F6B77"/>
                </a:solidFill>
                <a:latin typeface="Apple SD Gothic Neo"/>
                <a:ea typeface="Apple SD Gothic Neo"/>
                <a:cs typeface="Apple SD Gothic Neo"/>
              </a:defRPr>
            </a:pPr>
            <a:r>
              <a:rPr sz="1200" b="0">
                <a:solidFill>
                  <a:srgbClr val="5F6B77"/>
                </a:solidFill>
                <a:latin typeface="Apple SD Gothic Neo"/>
                <a:ea typeface="Apple SD Gothic Neo"/>
                <a:cs typeface="Apple SD Gothic Neo"/>
              </a:rPr>
              <a:t>채택 의미와 질문 / 임시 해석 상태와 별도</a:t>
            </a:r>
          </a:p>
        </p:txBody>
      </p:sp>
      <p:sp>
        <p:nvSpPr>
          <p:cNvPr id="109" name="dp43-comparison / n100">
            <a:extLst xmlns:a="http://schemas.openxmlformats.org/drawingml/2006/main">
              <a:ext uri="{FF2B5EF4-FFF2-40B4-BE49-F238E27FC236}">
                <a16:creationId xmlns:a16="http://schemas.microsoft.com/office/drawing/2014/main" id="{0C0D80EB-03C2-44D0-A7BB-FED50B956965}"/>
              </a:ext>
            </a:extLst>
          </p:cNvPr>
          <p:cNvSpPr>
            <a:spLocks xmlns:a="http://schemas.openxmlformats.org/drawingml/2006/main" noGrp="1"/>
          </p:cNvSpPr>
          <p:nvPr/>
        </p:nvSpPr>
        <p:spPr>
          <a:xfrm xmlns:a="http://schemas.openxmlformats.org/drawingml/2006/main">
            <a:off x="1600200" y="7200900"/>
            <a:ext cx="7323963" cy="21336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10" name="dp43-comparison / n101 / text 1">
            <a:extLst xmlns:a="http://schemas.openxmlformats.org/drawingml/2006/main">
              <a:ext uri="{FF2B5EF4-FFF2-40B4-BE49-F238E27FC236}">
                <a16:creationId xmlns:a16="http://schemas.microsoft.com/office/drawing/2014/main" id="{8BB02F71-773D-4F69-AB67-026940B036A8}"/>
              </a:ext>
            </a:extLst>
          </p:cNvPr>
          <p:cNvSpPr>
            <a:spLocks xmlns:a="http://schemas.openxmlformats.org/drawingml/2006/main" noGrp="1"/>
          </p:cNvSpPr>
          <p:nvPr/>
        </p:nvSpPr>
        <p:spPr>
          <a:xfrm xmlns:a="http://schemas.openxmlformats.org/drawingml/2006/main">
            <a:off x="1619250" y="7210425"/>
            <a:ext cx="7696200"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5F6B77"/>
                </a:solidFill>
                <a:latin typeface="Apple SD Gothic Neo"/>
                <a:ea typeface="Apple SD Gothic Neo"/>
                <a:cs typeface="Apple SD Gothic Neo"/>
              </a:defRPr>
            </a:pPr>
            <a:r>
              <a:rPr sz="1275" b="0">
                <a:solidFill>
                  <a:srgbClr val="5F6B77"/>
                </a:solidFill>
                <a:latin typeface="Apple SD Gothic Neo"/>
                <a:ea typeface="Apple SD Gothic Neo"/>
                <a:cs typeface="Apple SD Gothic Neo"/>
              </a:rPr>
              <a:t>채택 후: Response Manager → Interaction Manager / Task Manager → Agent Gateway</a:t>
            </a:r>
          </a:p>
        </p:txBody>
      </p:sp>
      <p:sp>
        <p:nvSpPr>
          <p:cNvPr id="111" name="dp43-comparison / n102">
            <a:extLst xmlns:a="http://schemas.openxmlformats.org/drawingml/2006/main">
              <a:ext uri="{FF2B5EF4-FFF2-40B4-BE49-F238E27FC236}">
                <a16:creationId xmlns:a16="http://schemas.microsoft.com/office/drawing/2014/main" id="{1FD4BB5A-3DD7-41A0-8408-8DF675F3DDC0}"/>
              </a:ext>
            </a:extLst>
          </p:cNvPr>
          <p:cNvSpPr>
            <a:spLocks xmlns:a="http://schemas.openxmlformats.org/drawingml/2006/main" noGrp="1"/>
          </p:cNvSpPr>
          <p:nvPr/>
        </p:nvSpPr>
        <p:spPr>
          <a:xfrm xmlns:a="http://schemas.openxmlformats.org/drawingml/2006/main">
            <a:off x="1600200" y="7391400"/>
            <a:ext cx="6056376" cy="1714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12" name="dp43-comparison / n103 / text 1">
            <a:extLst xmlns:a="http://schemas.openxmlformats.org/drawingml/2006/main">
              <a:ext uri="{FF2B5EF4-FFF2-40B4-BE49-F238E27FC236}">
                <a16:creationId xmlns:a16="http://schemas.microsoft.com/office/drawing/2014/main" id="{D7F8AFF6-30F3-43BB-9220-5DEC139406A9}"/>
              </a:ext>
            </a:extLst>
          </p:cNvPr>
          <p:cNvSpPr>
            <a:spLocks xmlns:a="http://schemas.openxmlformats.org/drawingml/2006/main" noGrp="1"/>
          </p:cNvSpPr>
          <p:nvPr/>
        </p:nvSpPr>
        <p:spPr>
          <a:xfrm xmlns:a="http://schemas.openxmlformats.org/drawingml/2006/main">
            <a:off x="1619250" y="7400925"/>
            <a:ext cx="7696200"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5F6B77"/>
                </a:solidFill>
                <a:latin typeface="Apple SD Gothic Neo"/>
                <a:ea typeface="Apple SD Gothic Neo"/>
                <a:cs typeface="Apple SD Gothic Neo"/>
              </a:defRPr>
            </a:pPr>
            <a:r>
              <a:rPr sz="1200" b="0">
                <a:solidFill>
                  <a:srgbClr val="5F6B77"/>
                </a:solidFill>
                <a:latin typeface="Apple SD Gothic Neo"/>
                <a:ea typeface="Apple SD Gothic Neo"/>
                <a:cs typeface="Apple SD Gothic Neo"/>
              </a:rPr>
              <a:t>확인 질문의 실제 전달과 새 답변 / Downstream Agent 접수와 결과의 별도 확인</a:t>
            </a:r>
          </a:p>
        </p:txBody>
      </p:sp>
      <p:sp>
        <p:nvSpPr>
          <p:cNvPr id="113" name="dp43-comparison / n104">
            <a:extLst xmlns:a="http://schemas.openxmlformats.org/drawingml/2006/main">
              <a:ext uri="{FF2B5EF4-FFF2-40B4-BE49-F238E27FC236}">
                <a16:creationId xmlns:a16="http://schemas.microsoft.com/office/drawing/2014/main" id="{215A8B3B-40DB-43FA-8B44-E35125E043ED}"/>
              </a:ext>
            </a:extLst>
          </p:cNvPr>
          <p:cNvSpPr>
            <a:spLocks xmlns:a="http://schemas.openxmlformats.org/drawingml/2006/main" noGrp="1"/>
          </p:cNvSpPr>
          <p:nvPr/>
        </p:nvSpPr>
        <p:spPr>
          <a:xfrm xmlns:a="http://schemas.openxmlformats.org/drawingml/2006/main">
            <a:off x="9858375" y="2676525"/>
            <a:ext cx="2333625" cy="361950"/>
          </a:xfrm>
          <a:prstGeom xmlns:a="http://schemas.openxmlformats.org/drawingml/2006/main" prst="rect">
            <a:avLst/>
          </a:prstGeom>
          <a:solidFill xmlns:a="http://schemas.openxmlformats.org/drawingml/2006/main">
            <a:srgbClr val="FFFFFF"/>
          </a:solidFill>
          <a:ln xmlns:a="http://schemas.openxmlformats.org/drawingml/2006/main" w="16193">
            <a:solidFill>
              <a:srgbClr val="18232E"/>
            </a:solidFill>
            <a:prstDash val="solid"/>
          </a:ln>
        </p:spPr>
      </p:sp>
      <p:sp>
        <p:nvSpPr>
          <p:cNvPr id="114" name="dp43-comparison / n105 / text 1">
            <a:extLst xmlns:a="http://schemas.openxmlformats.org/drawingml/2006/main">
              <a:ext uri="{FF2B5EF4-FFF2-40B4-BE49-F238E27FC236}">
                <a16:creationId xmlns:a16="http://schemas.microsoft.com/office/drawing/2014/main" id="{06DB9877-2ED7-4F88-B778-1A4263587C42}"/>
              </a:ext>
            </a:extLst>
          </p:cNvPr>
          <p:cNvSpPr>
            <a:spLocks xmlns:a="http://schemas.openxmlformats.org/drawingml/2006/main" noGrp="1"/>
          </p:cNvSpPr>
          <p:nvPr/>
        </p:nvSpPr>
        <p:spPr>
          <a:xfrm xmlns:a="http://schemas.openxmlformats.org/drawingml/2006/main">
            <a:off x="9944100" y="2746058"/>
            <a:ext cx="2162175" cy="24860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350" b="1">
                <a:solidFill>
                  <a:srgbClr val="18232E"/>
                </a:solidFill>
                <a:latin typeface="Apple SD Gothic Neo"/>
                <a:ea typeface="Apple SD Gothic Neo"/>
                <a:cs typeface="Apple SD Gothic Neo"/>
              </a:defRPr>
            </a:pPr>
            <a:r>
              <a:rPr sz="1350" b="1">
                <a:solidFill>
                  <a:srgbClr val="18232E"/>
                </a:solidFill>
                <a:latin typeface="Apple SD Gothic Neo"/>
                <a:ea typeface="Apple SD Gothic Neo"/>
                <a:cs typeface="Apple SD Gothic Neo"/>
              </a:rPr>
              <a:t>Interaction Manager</a:t>
            </a:r>
          </a:p>
        </p:txBody>
      </p:sp>
      <p:sp>
        <p:nvSpPr>
          <p:cNvPr id="115" name="dp43-comparison / n106">
            <a:extLst xmlns:a="http://schemas.openxmlformats.org/drawingml/2006/main">
              <a:ext uri="{FF2B5EF4-FFF2-40B4-BE49-F238E27FC236}">
                <a16:creationId xmlns:a16="http://schemas.microsoft.com/office/drawing/2014/main" id="{2DC8EFDD-EB76-4245-BB7C-E23A0C92B4CC}"/>
              </a:ext>
            </a:extLst>
          </p:cNvPr>
          <p:cNvSpPr>
            <a:spLocks xmlns:a="http://schemas.openxmlformats.org/drawingml/2006/main" noGrp="1"/>
          </p:cNvSpPr>
          <p:nvPr/>
        </p:nvSpPr>
        <p:spPr>
          <a:xfrm xmlns:a="http://schemas.openxmlformats.org/drawingml/2006/main">
            <a:off x="12830175" y="2676525"/>
            <a:ext cx="2190750" cy="361950"/>
          </a:xfrm>
          <a:prstGeom xmlns:a="http://schemas.openxmlformats.org/drawingml/2006/main" prst="rect">
            <a:avLst/>
          </a:prstGeom>
          <a:solidFill xmlns:a="http://schemas.openxmlformats.org/drawingml/2006/main">
            <a:srgbClr val="FFFFFF"/>
          </a:solidFill>
          <a:ln xmlns:a="http://schemas.openxmlformats.org/drawingml/2006/main" w="16193">
            <a:solidFill>
              <a:srgbClr val="18232E"/>
            </a:solidFill>
            <a:prstDash val="solid"/>
          </a:ln>
        </p:spPr>
      </p:sp>
      <p:sp>
        <p:nvSpPr>
          <p:cNvPr id="116" name="dp43-comparison / n107 / text 1">
            <a:extLst xmlns:a="http://schemas.openxmlformats.org/drawingml/2006/main">
              <a:ext uri="{FF2B5EF4-FFF2-40B4-BE49-F238E27FC236}">
                <a16:creationId xmlns:a16="http://schemas.microsoft.com/office/drawing/2014/main" id="{F25DC276-1D73-4009-98C1-8143CD3F6BB5}"/>
              </a:ext>
            </a:extLst>
          </p:cNvPr>
          <p:cNvSpPr>
            <a:spLocks xmlns:a="http://schemas.openxmlformats.org/drawingml/2006/main" noGrp="1"/>
          </p:cNvSpPr>
          <p:nvPr/>
        </p:nvSpPr>
        <p:spPr>
          <a:xfrm xmlns:a="http://schemas.openxmlformats.org/drawingml/2006/main">
            <a:off x="12915900" y="2746058"/>
            <a:ext cx="2019300" cy="24860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350" b="1">
                <a:solidFill>
                  <a:srgbClr val="18232E"/>
                </a:solidFill>
                <a:latin typeface="Apple SD Gothic Neo"/>
                <a:ea typeface="Apple SD Gothic Neo"/>
                <a:cs typeface="Apple SD Gothic Neo"/>
              </a:defRPr>
            </a:pPr>
            <a:r>
              <a:rPr sz="1350" b="1">
                <a:solidFill>
                  <a:srgbClr val="18232E"/>
                </a:solidFill>
                <a:latin typeface="Apple SD Gothic Neo"/>
                <a:ea typeface="Apple SD Gothic Neo"/>
                <a:cs typeface="Apple SD Gothic Neo"/>
              </a:rPr>
              <a:t>Request Controller</a:t>
            </a:r>
          </a:p>
        </p:txBody>
      </p:sp>
      <p:sp>
        <p:nvSpPr>
          <p:cNvPr id="117" name="dp43-comparison / n108">
            <a:extLst xmlns:a="http://schemas.openxmlformats.org/drawingml/2006/main">
              <a:ext uri="{FF2B5EF4-FFF2-40B4-BE49-F238E27FC236}">
                <a16:creationId xmlns:a16="http://schemas.microsoft.com/office/drawing/2014/main" id="{169EB823-AEC7-42A8-8364-127A5F9FA0EC}"/>
              </a:ext>
            </a:extLst>
          </p:cNvPr>
          <p:cNvSpPr>
            <a:spLocks xmlns:a="http://schemas.openxmlformats.org/drawingml/2006/main" noGrp="1"/>
          </p:cNvSpPr>
          <p:nvPr/>
        </p:nvSpPr>
        <p:spPr>
          <a:xfrm xmlns:a="http://schemas.openxmlformats.org/drawingml/2006/main">
            <a:off x="15706725" y="2676525"/>
            <a:ext cx="1962150" cy="361950"/>
          </a:xfrm>
          <a:prstGeom xmlns:a="http://schemas.openxmlformats.org/drawingml/2006/main" prst="rect">
            <a:avLst/>
          </a:prstGeom>
          <a:solidFill xmlns:a="http://schemas.openxmlformats.org/drawingml/2006/main">
            <a:srgbClr val="FFFFFF"/>
          </a:solidFill>
          <a:ln xmlns:a="http://schemas.openxmlformats.org/drawingml/2006/main" w="16193">
            <a:solidFill>
              <a:srgbClr val="18232E"/>
            </a:solidFill>
            <a:prstDash val="solid"/>
          </a:ln>
        </p:spPr>
      </p:sp>
      <p:sp>
        <p:nvSpPr>
          <p:cNvPr id="118" name="dp43-comparison / n109 / text 1">
            <a:extLst xmlns:a="http://schemas.openxmlformats.org/drawingml/2006/main">
              <a:ext uri="{FF2B5EF4-FFF2-40B4-BE49-F238E27FC236}">
                <a16:creationId xmlns:a16="http://schemas.microsoft.com/office/drawing/2014/main" id="{A8324F08-C715-40B4-B581-5C4E5F17C8E4}"/>
              </a:ext>
            </a:extLst>
          </p:cNvPr>
          <p:cNvSpPr>
            <a:spLocks xmlns:a="http://schemas.openxmlformats.org/drawingml/2006/main" noGrp="1"/>
          </p:cNvSpPr>
          <p:nvPr/>
        </p:nvSpPr>
        <p:spPr>
          <a:xfrm xmlns:a="http://schemas.openxmlformats.org/drawingml/2006/main">
            <a:off x="15792450" y="2746058"/>
            <a:ext cx="1790700" cy="24860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350" b="1">
                <a:solidFill>
                  <a:srgbClr val="18232E"/>
                </a:solidFill>
                <a:latin typeface="Apple SD Gothic Neo"/>
                <a:ea typeface="Apple SD Gothic Neo"/>
                <a:cs typeface="Apple SD Gothic Neo"/>
              </a:defRPr>
            </a:pPr>
            <a:r>
              <a:rPr sz="1350" b="1">
                <a:solidFill>
                  <a:srgbClr val="18232E"/>
                </a:solidFill>
                <a:latin typeface="Apple SD Gothic Neo"/>
                <a:ea typeface="Apple SD Gothic Neo"/>
                <a:cs typeface="Apple SD Gothic Neo"/>
              </a:rPr>
              <a:t>Model Access</a:t>
            </a:r>
          </a:p>
        </p:txBody>
      </p:sp>
      <p:sp>
        <p:nvSpPr>
          <p:cNvPr id="119" name="dp43-comparison / n114 / path">
            <a:extLst xmlns:a="http://schemas.openxmlformats.org/drawingml/2006/main">
              <a:ext uri="{FF2B5EF4-FFF2-40B4-BE49-F238E27FC236}">
                <a16:creationId xmlns:a16="http://schemas.microsoft.com/office/drawing/2014/main" id="{66F2E119-6512-42BF-A164-7454E6BEAD71}"/>
              </a:ext>
            </a:extLst>
          </p:cNvPr>
          <p:cNvSpPr>
            <a:spLocks xmlns:a="http://schemas.openxmlformats.org/drawingml/2006/main" noGrp="1"/>
          </p:cNvSpPr>
          <p:nvPr/>
        </p:nvSpPr>
        <p:spPr>
          <a:xfrm xmlns:a="http://schemas.openxmlformats.org/drawingml/2006/main">
            <a:off x="12192000" y="2857500"/>
            <a:ext cx="638175" cy="953"/>
          </a:xfrm>
          <a:custGeom xmlns:a="http://schemas.openxmlformats.org/drawingml/2006/main">
            <a:pathLst>
              <a:path w="638175" h="953">
                <a:moveTo>
                  <a:pt x="0" y="0"/>
                </a:moveTo>
                <a:lnTo>
                  <a:pt x="638175" y="0"/>
                </a:lnTo>
              </a:path>
            </a:pathLst>
          </a:custGeom>
          <a:noFill xmlns:a="http://schemas.openxmlformats.org/drawingml/2006/main"/>
          <a:ln xmlns:a="http://schemas.openxmlformats.org/drawingml/2006/main" w="19050">
            <a:solidFill>
              <a:srgbClr val="7155A4"/>
            </a:solidFill>
            <a:prstDash val="solid"/>
          </a:ln>
        </p:spPr>
      </p:sp>
      <p:sp>
        <p:nvSpPr>
          <p:cNvPr id="120" name="dp43-comparison / n114 / arrow">
            <a:extLst xmlns:a="http://schemas.openxmlformats.org/drawingml/2006/main">
              <a:ext uri="{FF2B5EF4-FFF2-40B4-BE49-F238E27FC236}">
                <a16:creationId xmlns:a16="http://schemas.microsoft.com/office/drawing/2014/main" id="{76AD0B05-1C19-41DA-A5F7-83F47C862E0E}"/>
              </a:ext>
            </a:extLst>
          </p:cNvPr>
          <p:cNvSpPr>
            <a:spLocks xmlns:a="http://schemas.openxmlformats.org/drawingml/2006/main" noGrp="1"/>
          </p:cNvSpPr>
          <p:nvPr/>
        </p:nvSpPr>
        <p:spPr>
          <a:xfrm xmlns:a="http://schemas.openxmlformats.org/drawingml/2006/main">
            <a:off x="12708255" y="2796540"/>
            <a:ext cx="121920" cy="121920"/>
          </a:xfrm>
          <a:custGeom xmlns:a="http://schemas.openxmlformats.org/drawingml/2006/main">
            <a:pathLst>
              <a:path w="121920" h="121920">
                <a:moveTo>
                  <a:pt x="0" y="121920"/>
                </a:moveTo>
                <a:lnTo>
                  <a:pt x="121920" y="60960"/>
                </a:lnTo>
                <a:lnTo>
                  <a:pt x="0" y="0"/>
                </a:lnTo>
              </a:path>
            </a:pathLst>
          </a:custGeom>
          <a:noFill xmlns:a="http://schemas.openxmlformats.org/drawingml/2006/main"/>
          <a:ln xmlns:a="http://schemas.openxmlformats.org/drawingml/2006/main" w="24384">
            <a:solidFill>
              <a:srgbClr val="7155A4"/>
            </a:solidFill>
            <a:prstDash val="solid"/>
          </a:ln>
        </p:spPr>
      </p:sp>
      <p:sp>
        <p:nvSpPr>
          <p:cNvPr id="121" name="dp43-comparison / n119">
            <a:extLst xmlns:a="http://schemas.openxmlformats.org/drawingml/2006/main">
              <a:ext uri="{FF2B5EF4-FFF2-40B4-BE49-F238E27FC236}">
                <a16:creationId xmlns:a16="http://schemas.microsoft.com/office/drawing/2014/main" id="{DD2E403A-3FD8-4B7F-A752-7356D0DC7A8B}"/>
              </a:ext>
            </a:extLst>
          </p:cNvPr>
          <p:cNvSpPr>
            <a:spLocks xmlns:a="http://schemas.openxmlformats.org/drawingml/2006/main" noGrp="1"/>
          </p:cNvSpPr>
          <p:nvPr/>
        </p:nvSpPr>
        <p:spPr>
          <a:xfrm xmlns:a="http://schemas.openxmlformats.org/drawingml/2006/main">
            <a:off x="9848850" y="3409950"/>
            <a:ext cx="7820025" cy="2533650"/>
          </a:xfrm>
          <a:prstGeom xmlns:a="http://schemas.openxmlformats.org/drawingml/2006/main" prst="rect">
            <a:avLst/>
          </a:prstGeom>
          <a:solidFill xmlns:a="http://schemas.openxmlformats.org/drawingml/2006/main">
            <a:srgbClr val="FAFBFC"/>
          </a:solidFill>
          <a:ln xmlns:a="http://schemas.openxmlformats.org/drawingml/2006/main" w="16193">
            <a:solidFill>
              <a:srgbClr val="7155A4"/>
            </a:solidFill>
            <a:prstDash val="solid"/>
          </a:ln>
        </p:spPr>
      </p:sp>
      <p:sp>
        <p:nvSpPr>
          <p:cNvPr id="122" name="dp43-comparison / n120 / text 1">
            <a:extLst xmlns:a="http://schemas.openxmlformats.org/drawingml/2006/main">
              <a:ext uri="{FF2B5EF4-FFF2-40B4-BE49-F238E27FC236}">
                <a16:creationId xmlns:a16="http://schemas.microsoft.com/office/drawing/2014/main" id="{329974EB-3515-4E95-AF2F-C83B16150523}"/>
              </a:ext>
            </a:extLst>
          </p:cNvPr>
          <p:cNvSpPr>
            <a:spLocks xmlns:a="http://schemas.openxmlformats.org/drawingml/2006/main" noGrp="1"/>
          </p:cNvSpPr>
          <p:nvPr/>
        </p:nvSpPr>
        <p:spPr>
          <a:xfrm xmlns:a="http://schemas.openxmlformats.org/drawingml/2006/main">
            <a:off x="9972675" y="3505200"/>
            <a:ext cx="7572375" cy="29003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1">
                <a:solidFill>
                  <a:srgbClr val="7155A4"/>
                </a:solidFill>
                <a:latin typeface="Apple SD Gothic Neo"/>
                <a:ea typeface="Apple SD Gothic Neo"/>
                <a:cs typeface="Apple SD Gothic Neo"/>
              </a:defRPr>
            </a:pPr>
            <a:r>
              <a:rPr sz="1575" b="1">
                <a:solidFill>
                  <a:srgbClr val="7155A4"/>
                </a:solidFill>
                <a:latin typeface="Apple SD Gothic Neo"/>
                <a:ea typeface="Apple SD Gothic Neo"/>
                <a:cs typeface="Apple SD Gothic Neo"/>
              </a:rPr>
              <a:t>Request Interpreter</a:t>
            </a:r>
          </a:p>
        </p:txBody>
      </p:sp>
      <p:sp>
        <p:nvSpPr>
          <p:cNvPr id="123" name="dp43-comparison / n121">
            <a:extLst xmlns:a="http://schemas.openxmlformats.org/drawingml/2006/main">
              <a:ext uri="{FF2B5EF4-FFF2-40B4-BE49-F238E27FC236}">
                <a16:creationId xmlns:a16="http://schemas.microsoft.com/office/drawing/2014/main" id="{A8332914-BB48-49C4-9E28-98608B2FD1EB}"/>
              </a:ext>
            </a:extLst>
          </p:cNvPr>
          <p:cNvSpPr>
            <a:spLocks xmlns:a="http://schemas.openxmlformats.org/drawingml/2006/main" noGrp="1"/>
          </p:cNvSpPr>
          <p:nvPr/>
        </p:nvSpPr>
        <p:spPr>
          <a:xfrm xmlns:a="http://schemas.openxmlformats.org/drawingml/2006/main">
            <a:off x="12630150" y="3867150"/>
            <a:ext cx="2286000" cy="1419225"/>
          </a:xfrm>
          <a:prstGeom xmlns:a="http://schemas.openxmlformats.org/drawingml/2006/main" prst="rect">
            <a:avLst/>
          </a:prstGeom>
          <a:solidFill xmlns:a="http://schemas.openxmlformats.org/drawingml/2006/main">
            <a:srgbClr val="FFFFFF"/>
          </a:solidFill>
          <a:ln xmlns:a="http://schemas.openxmlformats.org/drawingml/2006/main" w="16193">
            <a:solidFill>
              <a:srgbClr val="18232E"/>
            </a:solidFill>
            <a:prstDash val="solid"/>
          </a:ln>
        </p:spPr>
      </p:sp>
      <p:sp>
        <p:nvSpPr>
          <p:cNvPr id="124" name="dp43-comparison / n122 / text 1">
            <a:extLst xmlns:a="http://schemas.openxmlformats.org/drawingml/2006/main">
              <a:ext uri="{FF2B5EF4-FFF2-40B4-BE49-F238E27FC236}">
                <a16:creationId xmlns:a16="http://schemas.microsoft.com/office/drawing/2014/main" id="{D2E970DE-2B98-4DA4-BA02-9443F6E4EF53}"/>
              </a:ext>
            </a:extLst>
          </p:cNvPr>
          <p:cNvSpPr>
            <a:spLocks xmlns:a="http://schemas.openxmlformats.org/drawingml/2006/main" noGrp="1"/>
          </p:cNvSpPr>
          <p:nvPr/>
        </p:nvSpPr>
        <p:spPr>
          <a:xfrm xmlns:a="http://schemas.openxmlformats.org/drawingml/2006/main">
            <a:off x="12715875" y="4329113"/>
            <a:ext cx="211455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500" b="1">
                <a:solidFill>
                  <a:srgbClr val="18232E"/>
                </a:solidFill>
                <a:latin typeface="Apple SD Gothic Neo"/>
                <a:ea typeface="Apple SD Gothic Neo"/>
                <a:cs typeface="Apple SD Gothic Neo"/>
              </a:defRPr>
            </a:pPr>
            <a:r>
              <a:rPr sz="1500" b="1">
                <a:solidFill>
                  <a:srgbClr val="18232E"/>
                </a:solidFill>
                <a:latin typeface="Apple SD Gothic Neo"/>
                <a:ea typeface="Apple SD Gothic Neo"/>
                <a:cs typeface="Apple SD Gothic Neo"/>
              </a:rPr>
              <a:t>Interpretation</a:t>
            </a:r>
          </a:p>
        </p:txBody>
      </p:sp>
      <p:sp>
        <p:nvSpPr>
          <p:cNvPr id="125" name="dp43-comparison / n122 / text 2">
            <a:extLst xmlns:a="http://schemas.openxmlformats.org/drawingml/2006/main">
              <a:ext uri="{FF2B5EF4-FFF2-40B4-BE49-F238E27FC236}">
                <a16:creationId xmlns:a16="http://schemas.microsoft.com/office/drawing/2014/main" id="{C4D26135-6B41-40FE-96B2-7FD5074CD6CD}"/>
              </a:ext>
            </a:extLst>
          </p:cNvPr>
          <p:cNvSpPr>
            <a:spLocks xmlns:a="http://schemas.openxmlformats.org/drawingml/2006/main" noGrp="1"/>
          </p:cNvSpPr>
          <p:nvPr/>
        </p:nvSpPr>
        <p:spPr>
          <a:xfrm xmlns:a="http://schemas.openxmlformats.org/drawingml/2006/main">
            <a:off x="12715875" y="4576763"/>
            <a:ext cx="211455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500" b="1">
                <a:solidFill>
                  <a:srgbClr val="18232E"/>
                </a:solidFill>
                <a:latin typeface="Apple SD Gothic Neo"/>
                <a:ea typeface="Apple SD Gothic Neo"/>
                <a:cs typeface="Apple SD Gothic Neo"/>
              </a:defRPr>
            </a:pPr>
            <a:r>
              <a:rPr sz="1500" b="1">
                <a:solidFill>
                  <a:srgbClr val="18232E"/>
                </a:solidFill>
                <a:latin typeface="Apple SD Gothic Neo"/>
                <a:ea typeface="Apple SD Gothic Neo"/>
                <a:cs typeface="Apple SD Gothic Neo"/>
              </a:rPr>
              <a:t>Coordinator</a:t>
            </a:r>
          </a:p>
        </p:txBody>
      </p:sp>
      <p:sp>
        <p:nvSpPr>
          <p:cNvPr id="126" name="dp43-comparison / n123">
            <a:extLst xmlns:a="http://schemas.openxmlformats.org/drawingml/2006/main">
              <a:ext uri="{FF2B5EF4-FFF2-40B4-BE49-F238E27FC236}">
                <a16:creationId xmlns:a16="http://schemas.microsoft.com/office/drawing/2014/main" id="{EAFAA26C-3B45-4BC2-8986-4A0690A16C54}"/>
              </a:ext>
            </a:extLst>
          </p:cNvPr>
          <p:cNvSpPr>
            <a:spLocks xmlns:a="http://schemas.openxmlformats.org/drawingml/2006/main" noGrp="1"/>
          </p:cNvSpPr>
          <p:nvPr/>
        </p:nvSpPr>
        <p:spPr>
          <a:xfrm xmlns:a="http://schemas.openxmlformats.org/drawingml/2006/main">
            <a:off x="12630150" y="5400675"/>
            <a:ext cx="2286000" cy="409575"/>
          </a:xfrm>
          <a:prstGeom xmlns:a="http://schemas.openxmlformats.org/drawingml/2006/main" prst="can">
            <a:avLst>
              <a:gd name="adj" fmla="val 20000"/>
            </a:avLst>
          </a:prstGeom>
          <a:solidFill xmlns:a="http://schemas.openxmlformats.org/drawingml/2006/main">
            <a:srgbClr val="FFF7DE"/>
          </a:solidFill>
          <a:ln xmlns:a="http://schemas.openxmlformats.org/drawingml/2006/main" w="16193">
            <a:solidFill>
              <a:srgbClr val="5F6B77"/>
            </a:solidFill>
            <a:prstDash val="solid"/>
          </a:ln>
        </p:spPr>
      </p:sp>
      <p:sp>
        <p:nvSpPr>
          <p:cNvPr id="127" name="dp43-comparison / n124 / text 1">
            <a:extLst xmlns:a="http://schemas.openxmlformats.org/drawingml/2006/main">
              <a:ext uri="{FF2B5EF4-FFF2-40B4-BE49-F238E27FC236}">
                <a16:creationId xmlns:a16="http://schemas.microsoft.com/office/drawing/2014/main" id="{F473E544-B287-47FE-98DB-DC1EE1E6C2A3}"/>
              </a:ext>
            </a:extLst>
          </p:cNvPr>
          <p:cNvSpPr>
            <a:spLocks xmlns:a="http://schemas.openxmlformats.org/drawingml/2006/main" noGrp="1"/>
          </p:cNvSpPr>
          <p:nvPr/>
        </p:nvSpPr>
        <p:spPr>
          <a:xfrm xmlns:a="http://schemas.openxmlformats.org/drawingml/2006/main">
            <a:off x="12715875" y="5562600"/>
            <a:ext cx="2114550"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25" b="0">
                <a:solidFill>
                  <a:srgbClr val="18232E"/>
                </a:solidFill>
                <a:latin typeface="Apple SD Gothic Neo"/>
                <a:ea typeface="Apple SD Gothic Neo"/>
                <a:cs typeface="Apple SD Gothic Neo"/>
              </a:defRPr>
            </a:pPr>
            <a:r>
              <a:rPr sz="1125" b="0">
                <a:solidFill>
                  <a:srgbClr val="18232E"/>
                </a:solidFill>
                <a:latin typeface="Apple SD Gothic Neo"/>
                <a:ea typeface="Apple SD Gothic Neo"/>
                <a:cs typeface="Apple SD Gothic Neo"/>
              </a:rPr>
              <a:t>Partial Interpretation Ledger</a:t>
            </a:r>
          </a:p>
        </p:txBody>
      </p:sp>
      <p:sp>
        <p:nvSpPr>
          <p:cNvPr id="128" name="dp43-comparison / n125">
            <a:extLst xmlns:a="http://schemas.openxmlformats.org/drawingml/2006/main">
              <a:ext uri="{FF2B5EF4-FFF2-40B4-BE49-F238E27FC236}">
                <a16:creationId xmlns:a16="http://schemas.microsoft.com/office/drawing/2014/main" id="{2C913E5D-92E8-4E19-A681-0908B1047DC1}"/>
              </a:ext>
            </a:extLst>
          </p:cNvPr>
          <p:cNvSpPr>
            <a:spLocks xmlns:a="http://schemas.openxmlformats.org/drawingml/2006/main" noGrp="1"/>
          </p:cNvSpPr>
          <p:nvPr/>
        </p:nvSpPr>
        <p:spPr>
          <a:xfrm xmlns:a="http://schemas.openxmlformats.org/drawingml/2006/main">
            <a:off x="10039350" y="3867150"/>
            <a:ext cx="2247900" cy="409575"/>
          </a:xfrm>
          <a:prstGeom xmlns:a="http://schemas.openxmlformats.org/drawingml/2006/main" prst="rect">
            <a:avLst/>
          </a:prstGeom>
          <a:solidFill xmlns:a="http://schemas.openxmlformats.org/drawingml/2006/main">
            <a:srgbClr val="FFFFFF"/>
          </a:solidFill>
          <a:ln xmlns:a="http://schemas.openxmlformats.org/drawingml/2006/main" w="16193">
            <a:solidFill>
              <a:srgbClr val="7155A4"/>
            </a:solidFill>
            <a:prstDash val="solid"/>
          </a:ln>
        </p:spPr>
      </p:sp>
      <p:sp>
        <p:nvSpPr>
          <p:cNvPr id="129" name="dp43-comparison / n126 / text 1">
            <a:extLst xmlns:a="http://schemas.openxmlformats.org/drawingml/2006/main">
              <a:ext uri="{FF2B5EF4-FFF2-40B4-BE49-F238E27FC236}">
                <a16:creationId xmlns:a16="http://schemas.microsoft.com/office/drawing/2014/main" id="{E82E9CBE-B7C7-4446-A052-3DAE61FAC17A}"/>
              </a:ext>
            </a:extLst>
          </p:cNvPr>
          <p:cNvSpPr>
            <a:spLocks xmlns:a="http://schemas.openxmlformats.org/drawingml/2006/main" noGrp="1"/>
          </p:cNvSpPr>
          <p:nvPr/>
        </p:nvSpPr>
        <p:spPr>
          <a:xfrm xmlns:a="http://schemas.openxmlformats.org/drawingml/2006/main">
            <a:off x="10125075" y="3861435"/>
            <a:ext cx="2076450"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75" b="1">
                <a:solidFill>
                  <a:srgbClr val="7155A4"/>
                </a:solidFill>
                <a:latin typeface="Apple SD Gothic Neo"/>
                <a:ea typeface="Apple SD Gothic Neo"/>
                <a:cs typeface="Apple SD Gothic Neo"/>
              </a:defRPr>
            </a:pPr>
            <a:r>
              <a:rPr sz="1275" b="1">
                <a:solidFill>
                  <a:srgbClr val="7155A4"/>
                </a:solidFill>
                <a:latin typeface="Apple SD Gothic Neo"/>
                <a:ea typeface="Apple SD Gothic Neo"/>
                <a:cs typeface="Apple SD Gothic Neo"/>
              </a:rPr>
              <a:t>Request Intent</a:t>
            </a:r>
          </a:p>
        </p:txBody>
      </p:sp>
      <p:sp>
        <p:nvSpPr>
          <p:cNvPr id="130" name="dp43-comparison / n126 / text 2">
            <a:extLst xmlns:a="http://schemas.openxmlformats.org/drawingml/2006/main">
              <a:ext uri="{FF2B5EF4-FFF2-40B4-BE49-F238E27FC236}">
                <a16:creationId xmlns:a16="http://schemas.microsoft.com/office/drawing/2014/main" id="{6483C610-3D0C-46F3-9C01-946DC037CE84}"/>
              </a:ext>
            </a:extLst>
          </p:cNvPr>
          <p:cNvSpPr>
            <a:spLocks xmlns:a="http://schemas.openxmlformats.org/drawingml/2006/main" noGrp="1"/>
          </p:cNvSpPr>
          <p:nvPr/>
        </p:nvSpPr>
        <p:spPr>
          <a:xfrm xmlns:a="http://schemas.openxmlformats.org/drawingml/2006/main">
            <a:off x="10125075" y="4071938"/>
            <a:ext cx="2076450"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75" b="1">
                <a:solidFill>
                  <a:srgbClr val="7155A4"/>
                </a:solidFill>
                <a:latin typeface="Apple SD Gothic Neo"/>
                <a:ea typeface="Apple SD Gothic Neo"/>
                <a:cs typeface="Apple SD Gothic Neo"/>
              </a:defRPr>
            </a:pPr>
            <a:r>
              <a:rPr sz="1275" b="1">
                <a:solidFill>
                  <a:srgbClr val="7155A4"/>
                </a:solidFill>
                <a:latin typeface="Apple SD Gothic Neo"/>
                <a:ea typeface="Apple SD Gothic Neo"/>
                <a:cs typeface="Apple SD Gothic Neo"/>
              </a:rPr>
              <a:t>Interpreter</a:t>
            </a:r>
          </a:p>
        </p:txBody>
      </p:sp>
      <p:sp>
        <p:nvSpPr>
          <p:cNvPr id="131" name="dp43-comparison / n129 / path">
            <a:extLst xmlns:a="http://schemas.openxmlformats.org/drawingml/2006/main">
              <a:ext uri="{FF2B5EF4-FFF2-40B4-BE49-F238E27FC236}">
                <a16:creationId xmlns:a16="http://schemas.microsoft.com/office/drawing/2014/main" id="{E0A6BAE6-B8BC-46E4-A557-CFC1ABF1E1FC}"/>
              </a:ext>
            </a:extLst>
          </p:cNvPr>
          <p:cNvSpPr>
            <a:spLocks xmlns:a="http://schemas.openxmlformats.org/drawingml/2006/main" noGrp="1"/>
          </p:cNvSpPr>
          <p:nvPr/>
        </p:nvSpPr>
        <p:spPr>
          <a:xfrm xmlns:a="http://schemas.openxmlformats.org/drawingml/2006/main">
            <a:off x="12287250" y="3986213"/>
            <a:ext cx="342900" cy="19050"/>
          </a:xfrm>
          <a:custGeom xmlns:a="http://schemas.openxmlformats.org/drawingml/2006/main">
            <a:pathLst>
              <a:path w="342900" h="19050">
                <a:moveTo>
                  <a:pt x="0" y="0"/>
                </a:moveTo>
                <a:lnTo>
                  <a:pt x="342900" y="19050"/>
                </a:lnTo>
              </a:path>
            </a:pathLst>
          </a:custGeom>
          <a:noFill xmlns:a="http://schemas.openxmlformats.org/drawingml/2006/main"/>
          <a:ln xmlns:a="http://schemas.openxmlformats.org/drawingml/2006/main" w="19050">
            <a:solidFill>
              <a:srgbClr val="7155A4"/>
            </a:solidFill>
            <a:prstDash val="solid"/>
          </a:ln>
        </p:spPr>
      </p:sp>
      <p:sp>
        <p:nvSpPr>
          <p:cNvPr id="132" name="dp43-comparison / n129 / arrow">
            <a:extLst xmlns:a="http://schemas.openxmlformats.org/drawingml/2006/main">
              <a:ext uri="{FF2B5EF4-FFF2-40B4-BE49-F238E27FC236}">
                <a16:creationId xmlns:a16="http://schemas.microsoft.com/office/drawing/2014/main" id="{45202B50-CF6B-443F-89AD-E1544A3D2899}"/>
              </a:ext>
            </a:extLst>
          </p:cNvPr>
          <p:cNvSpPr>
            <a:spLocks xmlns:a="http://schemas.openxmlformats.org/drawingml/2006/main" noGrp="1"/>
          </p:cNvSpPr>
          <p:nvPr/>
        </p:nvSpPr>
        <p:spPr>
          <a:xfrm xmlns:a="http://schemas.openxmlformats.org/drawingml/2006/main">
            <a:off x="12505036" y="3937633"/>
            <a:ext cx="125114" cy="121732"/>
          </a:xfrm>
          <a:custGeom xmlns:a="http://schemas.openxmlformats.org/drawingml/2006/main">
            <a:pathLst>
              <a:path w="125114" h="121732">
                <a:moveTo>
                  <a:pt x="0" y="121732"/>
                </a:moveTo>
                <a:lnTo>
                  <a:pt x="125114" y="67629"/>
                </a:lnTo>
                <a:lnTo>
                  <a:pt x="6763" y="0"/>
                </a:lnTo>
              </a:path>
            </a:pathLst>
          </a:custGeom>
          <a:noFill xmlns:a="http://schemas.openxmlformats.org/drawingml/2006/main"/>
          <a:ln xmlns:a="http://schemas.openxmlformats.org/drawingml/2006/main" w="24384">
            <a:solidFill>
              <a:srgbClr val="7155A4"/>
            </a:solidFill>
            <a:prstDash val="solid"/>
          </a:ln>
        </p:spPr>
      </p:sp>
      <p:sp>
        <p:nvSpPr>
          <p:cNvPr id="133" name="dp43-comparison / n130 / path">
            <a:extLst xmlns:a="http://schemas.openxmlformats.org/drawingml/2006/main">
              <a:ext uri="{FF2B5EF4-FFF2-40B4-BE49-F238E27FC236}">
                <a16:creationId xmlns:a16="http://schemas.microsoft.com/office/drawing/2014/main" id="{B83BD571-D57D-4B7E-B281-607B85763A49}"/>
              </a:ext>
            </a:extLst>
          </p:cNvPr>
          <p:cNvSpPr>
            <a:spLocks xmlns:a="http://schemas.openxmlformats.org/drawingml/2006/main" noGrp="1"/>
          </p:cNvSpPr>
          <p:nvPr/>
        </p:nvSpPr>
        <p:spPr>
          <a:xfrm xmlns:a="http://schemas.openxmlformats.org/drawingml/2006/main">
            <a:off x="12287250" y="4157663"/>
            <a:ext cx="342900" cy="19050"/>
          </a:xfrm>
          <a:custGeom xmlns:a="http://schemas.openxmlformats.org/drawingml/2006/main">
            <a:pathLst>
              <a:path w="342900" h="19050">
                <a:moveTo>
                  <a:pt x="342900" y="19050"/>
                </a:moveTo>
                <a:lnTo>
                  <a:pt x="0" y="0"/>
                </a:lnTo>
              </a:path>
            </a:pathLst>
          </a:custGeom>
          <a:noFill xmlns:a="http://schemas.openxmlformats.org/drawingml/2006/main"/>
          <a:ln xmlns:a="http://schemas.openxmlformats.org/drawingml/2006/main" w="19050">
            <a:solidFill>
              <a:srgbClr val="7155A4"/>
            </a:solidFill>
            <a:prstDash val="dash"/>
          </a:ln>
        </p:spPr>
      </p:sp>
      <p:sp>
        <p:nvSpPr>
          <p:cNvPr id="134" name="dp43-comparison / n130 / arrow">
            <a:extLst xmlns:a="http://schemas.openxmlformats.org/drawingml/2006/main">
              <a:ext uri="{FF2B5EF4-FFF2-40B4-BE49-F238E27FC236}">
                <a16:creationId xmlns:a16="http://schemas.microsoft.com/office/drawing/2014/main" id="{56905014-F918-4482-857F-67AB2E889C44}"/>
              </a:ext>
            </a:extLst>
          </p:cNvPr>
          <p:cNvSpPr>
            <a:spLocks xmlns:a="http://schemas.openxmlformats.org/drawingml/2006/main" noGrp="1"/>
          </p:cNvSpPr>
          <p:nvPr/>
        </p:nvSpPr>
        <p:spPr>
          <a:xfrm xmlns:a="http://schemas.openxmlformats.org/drawingml/2006/main">
            <a:off x="12287250" y="4103559"/>
            <a:ext cx="125114" cy="121732"/>
          </a:xfrm>
          <a:custGeom xmlns:a="http://schemas.openxmlformats.org/drawingml/2006/main">
            <a:pathLst>
              <a:path w="125114" h="121732">
                <a:moveTo>
                  <a:pt x="125114" y="0"/>
                </a:moveTo>
                <a:lnTo>
                  <a:pt x="0" y="54103"/>
                </a:lnTo>
                <a:lnTo>
                  <a:pt x="118351" y="121732"/>
                </a:lnTo>
              </a:path>
            </a:pathLst>
          </a:custGeom>
          <a:noFill xmlns:a="http://schemas.openxmlformats.org/drawingml/2006/main"/>
          <a:ln xmlns:a="http://schemas.openxmlformats.org/drawingml/2006/main" w="24384">
            <a:solidFill>
              <a:srgbClr val="7155A4"/>
            </a:solidFill>
            <a:prstDash val="solid"/>
          </a:ln>
        </p:spPr>
      </p:sp>
      <p:sp>
        <p:nvSpPr>
          <p:cNvPr id="135" name="dp43-comparison / n131">
            <a:extLst xmlns:a="http://schemas.openxmlformats.org/drawingml/2006/main">
              <a:ext uri="{FF2B5EF4-FFF2-40B4-BE49-F238E27FC236}">
                <a16:creationId xmlns:a16="http://schemas.microsoft.com/office/drawing/2014/main" id="{17E662B1-53C7-42C4-9BCE-7599A24D29C7}"/>
              </a:ext>
            </a:extLst>
          </p:cNvPr>
          <p:cNvSpPr>
            <a:spLocks xmlns:a="http://schemas.openxmlformats.org/drawingml/2006/main" noGrp="1"/>
          </p:cNvSpPr>
          <p:nvPr/>
        </p:nvSpPr>
        <p:spPr>
          <a:xfrm xmlns:a="http://schemas.openxmlformats.org/drawingml/2006/main">
            <a:off x="10039350" y="4524375"/>
            <a:ext cx="2247900" cy="409575"/>
          </a:xfrm>
          <a:prstGeom xmlns:a="http://schemas.openxmlformats.org/drawingml/2006/main" prst="rect">
            <a:avLst/>
          </a:prstGeom>
          <a:solidFill xmlns:a="http://schemas.openxmlformats.org/drawingml/2006/main">
            <a:srgbClr val="FFFFFF"/>
          </a:solidFill>
          <a:ln xmlns:a="http://schemas.openxmlformats.org/drawingml/2006/main" w="16193">
            <a:solidFill>
              <a:srgbClr val="7155A4"/>
            </a:solidFill>
            <a:prstDash val="solid"/>
          </a:ln>
        </p:spPr>
      </p:sp>
      <p:sp>
        <p:nvSpPr>
          <p:cNvPr id="136" name="dp43-comparison / n132 / text 1">
            <a:extLst xmlns:a="http://schemas.openxmlformats.org/drawingml/2006/main">
              <a:ext uri="{FF2B5EF4-FFF2-40B4-BE49-F238E27FC236}">
                <a16:creationId xmlns:a16="http://schemas.microsoft.com/office/drawing/2014/main" id="{953929E6-D12E-4F92-AD74-17D11CA3065E}"/>
              </a:ext>
            </a:extLst>
          </p:cNvPr>
          <p:cNvSpPr>
            <a:spLocks xmlns:a="http://schemas.openxmlformats.org/drawingml/2006/main" noGrp="1"/>
          </p:cNvSpPr>
          <p:nvPr/>
        </p:nvSpPr>
        <p:spPr>
          <a:xfrm xmlns:a="http://schemas.openxmlformats.org/drawingml/2006/main">
            <a:off x="10125075" y="4623911"/>
            <a:ext cx="2076450"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75" b="1">
                <a:solidFill>
                  <a:srgbClr val="7155A4"/>
                </a:solidFill>
                <a:latin typeface="Apple SD Gothic Neo"/>
                <a:ea typeface="Apple SD Gothic Neo"/>
                <a:cs typeface="Apple SD Gothic Neo"/>
              </a:defRPr>
            </a:pPr>
            <a:r>
              <a:rPr sz="1275" b="1">
                <a:solidFill>
                  <a:srgbClr val="7155A4"/>
                </a:solidFill>
                <a:latin typeface="Apple SD Gothic Neo"/>
                <a:ea typeface="Apple SD Gothic Neo"/>
                <a:cs typeface="Apple SD Gothic Neo"/>
              </a:rPr>
              <a:t>Referent Resolver</a:t>
            </a:r>
          </a:p>
        </p:txBody>
      </p:sp>
      <p:sp>
        <p:nvSpPr>
          <p:cNvPr id="137" name="dp43-comparison / n135 / path">
            <a:extLst xmlns:a="http://schemas.openxmlformats.org/drawingml/2006/main">
              <a:ext uri="{FF2B5EF4-FFF2-40B4-BE49-F238E27FC236}">
                <a16:creationId xmlns:a16="http://schemas.microsoft.com/office/drawing/2014/main" id="{CA9445B1-FCC0-4CCD-9B6C-82546654946D}"/>
              </a:ext>
            </a:extLst>
          </p:cNvPr>
          <p:cNvSpPr>
            <a:spLocks xmlns:a="http://schemas.openxmlformats.org/drawingml/2006/main" noGrp="1"/>
          </p:cNvSpPr>
          <p:nvPr/>
        </p:nvSpPr>
        <p:spPr>
          <a:xfrm xmlns:a="http://schemas.openxmlformats.org/drawingml/2006/main">
            <a:off x="12287250" y="4491038"/>
            <a:ext cx="342900" cy="152400"/>
          </a:xfrm>
          <a:custGeom xmlns:a="http://schemas.openxmlformats.org/drawingml/2006/main">
            <a:pathLst>
              <a:path w="342900" h="152400">
                <a:moveTo>
                  <a:pt x="0" y="152400"/>
                </a:moveTo>
                <a:lnTo>
                  <a:pt x="342900" y="0"/>
                </a:lnTo>
              </a:path>
            </a:pathLst>
          </a:custGeom>
          <a:noFill xmlns:a="http://schemas.openxmlformats.org/drawingml/2006/main"/>
          <a:ln xmlns:a="http://schemas.openxmlformats.org/drawingml/2006/main" w="19050">
            <a:solidFill>
              <a:srgbClr val="7155A4"/>
            </a:solidFill>
            <a:prstDash val="solid"/>
          </a:ln>
        </p:spPr>
      </p:sp>
      <p:sp>
        <p:nvSpPr>
          <p:cNvPr id="138" name="dp43-comparison / n135 / arrow">
            <a:extLst xmlns:a="http://schemas.openxmlformats.org/drawingml/2006/main">
              <a:ext uri="{FF2B5EF4-FFF2-40B4-BE49-F238E27FC236}">
                <a16:creationId xmlns:a16="http://schemas.microsoft.com/office/drawing/2014/main" id="{999934D8-3846-4B3B-B21C-8F2382F92F15}"/>
              </a:ext>
            </a:extLst>
          </p:cNvPr>
          <p:cNvSpPr>
            <a:spLocks xmlns:a="http://schemas.openxmlformats.org/drawingml/2006/main" noGrp="1"/>
          </p:cNvSpPr>
          <p:nvPr/>
        </p:nvSpPr>
        <p:spPr>
          <a:xfrm xmlns:a="http://schemas.openxmlformats.org/drawingml/2006/main">
            <a:off x="12493980" y="4484848"/>
            <a:ext cx="136170" cy="111412"/>
          </a:xfrm>
          <a:custGeom xmlns:a="http://schemas.openxmlformats.org/drawingml/2006/main">
            <a:pathLst>
              <a:path w="136170" h="111412">
                <a:moveTo>
                  <a:pt x="49516" y="111412"/>
                </a:moveTo>
                <a:lnTo>
                  <a:pt x="136170" y="6190"/>
                </a:lnTo>
                <a:lnTo>
                  <a:pt x="0" y="0"/>
                </a:lnTo>
              </a:path>
            </a:pathLst>
          </a:custGeom>
          <a:noFill xmlns:a="http://schemas.openxmlformats.org/drawingml/2006/main"/>
          <a:ln xmlns:a="http://schemas.openxmlformats.org/drawingml/2006/main" w="24384">
            <a:solidFill>
              <a:srgbClr val="7155A4"/>
            </a:solidFill>
            <a:prstDash val="solid"/>
          </a:ln>
        </p:spPr>
      </p:sp>
      <p:sp>
        <p:nvSpPr>
          <p:cNvPr id="139" name="dp43-comparison / n136 / path">
            <a:extLst xmlns:a="http://schemas.openxmlformats.org/drawingml/2006/main">
              <a:ext uri="{FF2B5EF4-FFF2-40B4-BE49-F238E27FC236}">
                <a16:creationId xmlns:a16="http://schemas.microsoft.com/office/drawing/2014/main" id="{ED5972CE-4481-4A0B-85EC-F6E6C73BCD7F}"/>
              </a:ext>
            </a:extLst>
          </p:cNvPr>
          <p:cNvSpPr>
            <a:spLocks xmlns:a="http://schemas.openxmlformats.org/drawingml/2006/main" noGrp="1"/>
          </p:cNvSpPr>
          <p:nvPr/>
        </p:nvSpPr>
        <p:spPr>
          <a:xfrm xmlns:a="http://schemas.openxmlformats.org/drawingml/2006/main">
            <a:off x="12287250" y="4662488"/>
            <a:ext cx="342900" cy="152400"/>
          </a:xfrm>
          <a:custGeom xmlns:a="http://schemas.openxmlformats.org/drawingml/2006/main">
            <a:pathLst>
              <a:path w="342900" h="152400">
                <a:moveTo>
                  <a:pt x="342900" y="0"/>
                </a:moveTo>
                <a:lnTo>
                  <a:pt x="0" y="152400"/>
                </a:lnTo>
              </a:path>
            </a:pathLst>
          </a:custGeom>
          <a:noFill xmlns:a="http://schemas.openxmlformats.org/drawingml/2006/main"/>
          <a:ln xmlns:a="http://schemas.openxmlformats.org/drawingml/2006/main" w="19050">
            <a:solidFill>
              <a:srgbClr val="7155A4"/>
            </a:solidFill>
            <a:prstDash val="dash"/>
          </a:ln>
        </p:spPr>
      </p:sp>
      <p:sp>
        <p:nvSpPr>
          <p:cNvPr id="140" name="dp43-comparison / n136 / arrow">
            <a:extLst xmlns:a="http://schemas.openxmlformats.org/drawingml/2006/main">
              <a:ext uri="{FF2B5EF4-FFF2-40B4-BE49-F238E27FC236}">
                <a16:creationId xmlns:a16="http://schemas.microsoft.com/office/drawing/2014/main" id="{13DAE296-E8ED-493C-BA40-CA7B8F22FC4C}"/>
              </a:ext>
            </a:extLst>
          </p:cNvPr>
          <p:cNvSpPr>
            <a:spLocks xmlns:a="http://schemas.openxmlformats.org/drawingml/2006/main" noGrp="1"/>
          </p:cNvSpPr>
          <p:nvPr/>
        </p:nvSpPr>
        <p:spPr>
          <a:xfrm xmlns:a="http://schemas.openxmlformats.org/drawingml/2006/main">
            <a:off x="12287250" y="4709665"/>
            <a:ext cx="136170" cy="111412"/>
          </a:xfrm>
          <a:custGeom xmlns:a="http://schemas.openxmlformats.org/drawingml/2006/main">
            <a:pathLst>
              <a:path w="136170" h="111412">
                <a:moveTo>
                  <a:pt x="86654" y="0"/>
                </a:moveTo>
                <a:lnTo>
                  <a:pt x="0" y="105222"/>
                </a:lnTo>
                <a:lnTo>
                  <a:pt x="136170" y="111412"/>
                </a:lnTo>
              </a:path>
            </a:pathLst>
          </a:custGeom>
          <a:noFill xmlns:a="http://schemas.openxmlformats.org/drawingml/2006/main"/>
          <a:ln xmlns:a="http://schemas.openxmlformats.org/drawingml/2006/main" w="24384">
            <a:solidFill>
              <a:srgbClr val="7155A4"/>
            </a:solidFill>
            <a:prstDash val="solid"/>
          </a:ln>
        </p:spPr>
      </p:sp>
      <p:sp>
        <p:nvSpPr>
          <p:cNvPr id="141" name="dp43-comparison / n137">
            <a:extLst xmlns:a="http://schemas.openxmlformats.org/drawingml/2006/main">
              <a:ext uri="{FF2B5EF4-FFF2-40B4-BE49-F238E27FC236}">
                <a16:creationId xmlns:a16="http://schemas.microsoft.com/office/drawing/2014/main" id="{E0F5E4FA-9C3A-447F-97C4-55CF3D3CEE34}"/>
              </a:ext>
            </a:extLst>
          </p:cNvPr>
          <p:cNvSpPr>
            <a:spLocks xmlns:a="http://schemas.openxmlformats.org/drawingml/2006/main" noGrp="1"/>
          </p:cNvSpPr>
          <p:nvPr/>
        </p:nvSpPr>
        <p:spPr>
          <a:xfrm xmlns:a="http://schemas.openxmlformats.org/drawingml/2006/main">
            <a:off x="10039350" y="5181600"/>
            <a:ext cx="2247900" cy="409575"/>
          </a:xfrm>
          <a:prstGeom xmlns:a="http://schemas.openxmlformats.org/drawingml/2006/main" prst="rect">
            <a:avLst/>
          </a:prstGeom>
          <a:solidFill xmlns:a="http://schemas.openxmlformats.org/drawingml/2006/main">
            <a:srgbClr val="FFFFFF"/>
          </a:solidFill>
          <a:ln xmlns:a="http://schemas.openxmlformats.org/drawingml/2006/main" w="16193">
            <a:solidFill>
              <a:srgbClr val="7155A4"/>
            </a:solidFill>
            <a:prstDash val="solid"/>
          </a:ln>
        </p:spPr>
      </p:sp>
      <p:sp>
        <p:nvSpPr>
          <p:cNvPr id="142" name="dp43-comparison / n138 / text 1">
            <a:extLst xmlns:a="http://schemas.openxmlformats.org/drawingml/2006/main">
              <a:ext uri="{FF2B5EF4-FFF2-40B4-BE49-F238E27FC236}">
                <a16:creationId xmlns:a16="http://schemas.microsoft.com/office/drawing/2014/main" id="{2B6C306D-E2FF-4B85-9289-6E9EF6544EC7}"/>
              </a:ext>
            </a:extLst>
          </p:cNvPr>
          <p:cNvSpPr>
            <a:spLocks xmlns:a="http://schemas.openxmlformats.org/drawingml/2006/main" noGrp="1"/>
          </p:cNvSpPr>
          <p:nvPr/>
        </p:nvSpPr>
        <p:spPr>
          <a:xfrm xmlns:a="http://schemas.openxmlformats.org/drawingml/2006/main">
            <a:off x="10125075" y="5175885"/>
            <a:ext cx="2076450"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75" b="1">
                <a:solidFill>
                  <a:srgbClr val="7155A4"/>
                </a:solidFill>
                <a:latin typeface="Apple SD Gothic Neo"/>
                <a:ea typeface="Apple SD Gothic Neo"/>
                <a:cs typeface="Apple SD Gothic Neo"/>
              </a:defRPr>
            </a:pPr>
            <a:r>
              <a:rPr sz="1275" b="1">
                <a:solidFill>
                  <a:srgbClr val="7155A4"/>
                </a:solidFill>
                <a:latin typeface="Apple SD Gothic Neo"/>
                <a:ea typeface="Apple SD Gothic Neo"/>
                <a:cs typeface="Apple SD Gothic Neo"/>
              </a:rPr>
              <a:t>Request Association</a:t>
            </a:r>
          </a:p>
        </p:txBody>
      </p:sp>
      <p:sp>
        <p:nvSpPr>
          <p:cNvPr id="143" name="dp43-comparison / n138 / text 2">
            <a:extLst xmlns:a="http://schemas.openxmlformats.org/drawingml/2006/main">
              <a:ext uri="{FF2B5EF4-FFF2-40B4-BE49-F238E27FC236}">
                <a16:creationId xmlns:a16="http://schemas.microsoft.com/office/drawing/2014/main" id="{0399E2FD-D5DE-4CC2-882A-0228B1EC789A}"/>
              </a:ext>
            </a:extLst>
          </p:cNvPr>
          <p:cNvSpPr>
            <a:spLocks xmlns:a="http://schemas.openxmlformats.org/drawingml/2006/main" noGrp="1"/>
          </p:cNvSpPr>
          <p:nvPr/>
        </p:nvSpPr>
        <p:spPr>
          <a:xfrm xmlns:a="http://schemas.openxmlformats.org/drawingml/2006/main">
            <a:off x="10125075" y="5386388"/>
            <a:ext cx="2076450"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75" b="1">
                <a:solidFill>
                  <a:srgbClr val="7155A4"/>
                </a:solidFill>
                <a:latin typeface="Apple SD Gothic Neo"/>
                <a:ea typeface="Apple SD Gothic Neo"/>
                <a:cs typeface="Apple SD Gothic Neo"/>
              </a:defRPr>
            </a:pPr>
            <a:r>
              <a:rPr sz="1275" b="1">
                <a:solidFill>
                  <a:srgbClr val="7155A4"/>
                </a:solidFill>
                <a:latin typeface="Apple SD Gothic Neo"/>
                <a:ea typeface="Apple SD Gothic Neo"/>
                <a:cs typeface="Apple SD Gothic Neo"/>
              </a:rPr>
              <a:t>Resolver</a:t>
            </a:r>
          </a:p>
        </p:txBody>
      </p:sp>
      <p:sp>
        <p:nvSpPr>
          <p:cNvPr id="144" name="dp43-comparison / n141 / path">
            <a:extLst xmlns:a="http://schemas.openxmlformats.org/drawingml/2006/main">
              <a:ext uri="{FF2B5EF4-FFF2-40B4-BE49-F238E27FC236}">
                <a16:creationId xmlns:a16="http://schemas.microsoft.com/office/drawing/2014/main" id="{492A2DE0-522D-41B3-AF4A-117923B64A78}"/>
              </a:ext>
            </a:extLst>
          </p:cNvPr>
          <p:cNvSpPr>
            <a:spLocks xmlns:a="http://schemas.openxmlformats.org/drawingml/2006/main" noGrp="1"/>
          </p:cNvSpPr>
          <p:nvPr/>
        </p:nvSpPr>
        <p:spPr>
          <a:xfrm xmlns:a="http://schemas.openxmlformats.org/drawingml/2006/main">
            <a:off x="12287250" y="4976813"/>
            <a:ext cx="342900" cy="323850"/>
          </a:xfrm>
          <a:custGeom xmlns:a="http://schemas.openxmlformats.org/drawingml/2006/main">
            <a:pathLst>
              <a:path w="342900" h="323850">
                <a:moveTo>
                  <a:pt x="0" y="323850"/>
                </a:moveTo>
                <a:lnTo>
                  <a:pt x="342900" y="0"/>
                </a:lnTo>
              </a:path>
            </a:pathLst>
          </a:custGeom>
          <a:noFill xmlns:a="http://schemas.openxmlformats.org/drawingml/2006/main"/>
          <a:ln xmlns:a="http://schemas.openxmlformats.org/drawingml/2006/main" w="19050">
            <a:solidFill>
              <a:srgbClr val="7155A4"/>
            </a:solidFill>
            <a:prstDash val="solid"/>
          </a:ln>
        </p:spPr>
      </p:sp>
      <p:sp>
        <p:nvSpPr>
          <p:cNvPr id="145" name="dp43-comparison / n141 / arrow">
            <a:extLst xmlns:a="http://schemas.openxmlformats.org/drawingml/2006/main">
              <a:ext uri="{FF2B5EF4-FFF2-40B4-BE49-F238E27FC236}">
                <a16:creationId xmlns:a16="http://schemas.microsoft.com/office/drawing/2014/main" id="{EDD51943-EA90-4EF9-ACAD-100733EF75CF}"/>
              </a:ext>
            </a:extLst>
          </p:cNvPr>
          <p:cNvSpPr>
            <a:spLocks xmlns:a="http://schemas.openxmlformats.org/drawingml/2006/main" noGrp="1"/>
          </p:cNvSpPr>
          <p:nvPr/>
        </p:nvSpPr>
        <p:spPr>
          <a:xfrm xmlns:a="http://schemas.openxmlformats.org/drawingml/2006/main">
            <a:off x="12499656" y="4976813"/>
            <a:ext cx="130494" cy="128032"/>
          </a:xfrm>
          <a:custGeom xmlns:a="http://schemas.openxmlformats.org/drawingml/2006/main">
            <a:pathLst>
              <a:path w="130494" h="128032">
                <a:moveTo>
                  <a:pt x="83713" y="128032"/>
                </a:moveTo>
                <a:lnTo>
                  <a:pt x="130494" y="0"/>
                </a:lnTo>
                <a:lnTo>
                  <a:pt x="0" y="39394"/>
                </a:lnTo>
              </a:path>
            </a:pathLst>
          </a:custGeom>
          <a:noFill xmlns:a="http://schemas.openxmlformats.org/drawingml/2006/main"/>
          <a:ln xmlns:a="http://schemas.openxmlformats.org/drawingml/2006/main" w="24384">
            <a:solidFill>
              <a:srgbClr val="7155A4"/>
            </a:solidFill>
            <a:prstDash val="solid"/>
          </a:ln>
        </p:spPr>
      </p:sp>
      <p:sp>
        <p:nvSpPr>
          <p:cNvPr id="146" name="dp43-comparison / n142 / path">
            <a:extLst xmlns:a="http://schemas.openxmlformats.org/drawingml/2006/main">
              <a:ext uri="{FF2B5EF4-FFF2-40B4-BE49-F238E27FC236}">
                <a16:creationId xmlns:a16="http://schemas.microsoft.com/office/drawing/2014/main" id="{6FBCFB45-2771-4A10-9898-583E37F0D731}"/>
              </a:ext>
            </a:extLst>
          </p:cNvPr>
          <p:cNvSpPr>
            <a:spLocks xmlns:a="http://schemas.openxmlformats.org/drawingml/2006/main" noGrp="1"/>
          </p:cNvSpPr>
          <p:nvPr/>
        </p:nvSpPr>
        <p:spPr>
          <a:xfrm xmlns:a="http://schemas.openxmlformats.org/drawingml/2006/main">
            <a:off x="12287250" y="5148263"/>
            <a:ext cx="342900" cy="323850"/>
          </a:xfrm>
          <a:custGeom xmlns:a="http://schemas.openxmlformats.org/drawingml/2006/main">
            <a:pathLst>
              <a:path w="342900" h="323850">
                <a:moveTo>
                  <a:pt x="342900" y="0"/>
                </a:moveTo>
                <a:lnTo>
                  <a:pt x="0" y="323850"/>
                </a:lnTo>
              </a:path>
            </a:pathLst>
          </a:custGeom>
          <a:noFill xmlns:a="http://schemas.openxmlformats.org/drawingml/2006/main"/>
          <a:ln xmlns:a="http://schemas.openxmlformats.org/drawingml/2006/main" w="19050">
            <a:solidFill>
              <a:srgbClr val="7155A4"/>
            </a:solidFill>
            <a:prstDash val="dash"/>
          </a:ln>
        </p:spPr>
      </p:sp>
      <p:sp>
        <p:nvSpPr>
          <p:cNvPr id="147" name="dp43-comparison / n142 / arrow">
            <a:extLst xmlns:a="http://schemas.openxmlformats.org/drawingml/2006/main">
              <a:ext uri="{FF2B5EF4-FFF2-40B4-BE49-F238E27FC236}">
                <a16:creationId xmlns:a16="http://schemas.microsoft.com/office/drawing/2014/main" id="{154F2166-4BAE-4951-8839-86C83619B4C6}"/>
              </a:ext>
            </a:extLst>
          </p:cNvPr>
          <p:cNvSpPr>
            <a:spLocks xmlns:a="http://schemas.openxmlformats.org/drawingml/2006/main" noGrp="1"/>
          </p:cNvSpPr>
          <p:nvPr/>
        </p:nvSpPr>
        <p:spPr>
          <a:xfrm xmlns:a="http://schemas.openxmlformats.org/drawingml/2006/main">
            <a:off x="12287250" y="5344081"/>
            <a:ext cx="130494" cy="128032"/>
          </a:xfrm>
          <a:custGeom xmlns:a="http://schemas.openxmlformats.org/drawingml/2006/main">
            <a:pathLst>
              <a:path w="130494" h="128032">
                <a:moveTo>
                  <a:pt x="46781" y="0"/>
                </a:moveTo>
                <a:lnTo>
                  <a:pt x="0" y="128032"/>
                </a:lnTo>
                <a:lnTo>
                  <a:pt x="130494" y="88637"/>
                </a:lnTo>
              </a:path>
            </a:pathLst>
          </a:custGeom>
          <a:noFill xmlns:a="http://schemas.openxmlformats.org/drawingml/2006/main"/>
          <a:ln xmlns:a="http://schemas.openxmlformats.org/drawingml/2006/main" w="24384">
            <a:solidFill>
              <a:srgbClr val="7155A4"/>
            </a:solidFill>
            <a:prstDash val="solid"/>
          </a:ln>
        </p:spPr>
      </p:sp>
      <p:sp>
        <p:nvSpPr>
          <p:cNvPr id="148" name="dp43-comparison / n143">
            <a:extLst xmlns:a="http://schemas.openxmlformats.org/drawingml/2006/main">
              <a:ext uri="{FF2B5EF4-FFF2-40B4-BE49-F238E27FC236}">
                <a16:creationId xmlns:a16="http://schemas.microsoft.com/office/drawing/2014/main" id="{84235983-5D9F-42DE-AFC5-6A7A70F014CB}"/>
              </a:ext>
            </a:extLst>
          </p:cNvPr>
          <p:cNvSpPr>
            <a:spLocks xmlns:a="http://schemas.openxmlformats.org/drawingml/2006/main" noGrp="1"/>
          </p:cNvSpPr>
          <p:nvPr/>
        </p:nvSpPr>
        <p:spPr>
          <a:xfrm xmlns:a="http://schemas.openxmlformats.org/drawingml/2006/main">
            <a:off x="15240000" y="3867150"/>
            <a:ext cx="2247900" cy="409575"/>
          </a:xfrm>
          <a:prstGeom xmlns:a="http://schemas.openxmlformats.org/drawingml/2006/main" prst="rect">
            <a:avLst/>
          </a:prstGeom>
          <a:solidFill xmlns:a="http://schemas.openxmlformats.org/drawingml/2006/main">
            <a:srgbClr val="FFFFFF"/>
          </a:solidFill>
          <a:ln xmlns:a="http://schemas.openxmlformats.org/drawingml/2006/main" w="16193">
            <a:solidFill>
              <a:srgbClr val="7155A4"/>
            </a:solidFill>
            <a:prstDash val="solid"/>
          </a:ln>
        </p:spPr>
      </p:sp>
      <p:sp>
        <p:nvSpPr>
          <p:cNvPr id="149" name="dp43-comparison / n144 / text 1">
            <a:extLst xmlns:a="http://schemas.openxmlformats.org/drawingml/2006/main">
              <a:ext uri="{FF2B5EF4-FFF2-40B4-BE49-F238E27FC236}">
                <a16:creationId xmlns:a16="http://schemas.microsoft.com/office/drawing/2014/main" id="{11C81CC0-5348-44D2-9E7C-26A61678F843}"/>
              </a:ext>
            </a:extLst>
          </p:cNvPr>
          <p:cNvSpPr>
            <a:spLocks xmlns:a="http://schemas.openxmlformats.org/drawingml/2006/main" noGrp="1"/>
          </p:cNvSpPr>
          <p:nvPr/>
        </p:nvSpPr>
        <p:spPr>
          <a:xfrm xmlns:a="http://schemas.openxmlformats.org/drawingml/2006/main">
            <a:off x="15325725" y="3861435"/>
            <a:ext cx="2076450"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75" b="1">
                <a:solidFill>
                  <a:srgbClr val="7155A4"/>
                </a:solidFill>
                <a:latin typeface="Apple SD Gothic Neo"/>
                <a:ea typeface="Apple SD Gothic Neo"/>
                <a:cs typeface="Apple SD Gothic Neo"/>
              </a:defRPr>
            </a:pPr>
            <a:r>
              <a:rPr sz="1275" b="1">
                <a:solidFill>
                  <a:srgbClr val="7155A4"/>
                </a:solidFill>
                <a:latin typeface="Apple SD Gothic Neo"/>
                <a:ea typeface="Apple SD Gothic Neo"/>
                <a:cs typeface="Apple SD Gothic Neo"/>
              </a:rPr>
              <a:t>Request Relation</a:t>
            </a:r>
          </a:p>
        </p:txBody>
      </p:sp>
      <p:sp>
        <p:nvSpPr>
          <p:cNvPr id="150" name="dp43-comparison / n144 / text 2">
            <a:extLst xmlns:a="http://schemas.openxmlformats.org/drawingml/2006/main">
              <a:ext uri="{FF2B5EF4-FFF2-40B4-BE49-F238E27FC236}">
                <a16:creationId xmlns:a16="http://schemas.microsoft.com/office/drawing/2014/main" id="{6F94EAA9-3FA0-42CA-A26F-77E51EAC1A52}"/>
              </a:ext>
            </a:extLst>
          </p:cNvPr>
          <p:cNvSpPr>
            <a:spLocks xmlns:a="http://schemas.openxmlformats.org/drawingml/2006/main" noGrp="1"/>
          </p:cNvSpPr>
          <p:nvPr/>
        </p:nvSpPr>
        <p:spPr>
          <a:xfrm xmlns:a="http://schemas.openxmlformats.org/drawingml/2006/main">
            <a:off x="15325725" y="4071938"/>
            <a:ext cx="2076450"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75" b="1">
                <a:solidFill>
                  <a:srgbClr val="7155A4"/>
                </a:solidFill>
                <a:latin typeface="Apple SD Gothic Neo"/>
                <a:ea typeface="Apple SD Gothic Neo"/>
                <a:cs typeface="Apple SD Gothic Neo"/>
              </a:defRPr>
            </a:pPr>
            <a:r>
              <a:rPr sz="1275" b="1">
                <a:solidFill>
                  <a:srgbClr val="7155A4"/>
                </a:solidFill>
                <a:latin typeface="Apple SD Gothic Neo"/>
                <a:ea typeface="Apple SD Gothic Neo"/>
                <a:cs typeface="Apple SD Gothic Neo"/>
              </a:rPr>
              <a:t>Interpreter</a:t>
            </a:r>
          </a:p>
        </p:txBody>
      </p:sp>
      <p:sp>
        <p:nvSpPr>
          <p:cNvPr id="151" name="dp43-comparison / n147 / path">
            <a:extLst xmlns:a="http://schemas.openxmlformats.org/drawingml/2006/main">
              <a:ext uri="{FF2B5EF4-FFF2-40B4-BE49-F238E27FC236}">
                <a16:creationId xmlns:a16="http://schemas.microsoft.com/office/drawing/2014/main" id="{6FE777BB-8531-4D1A-8EDC-1113D5B606F7}"/>
              </a:ext>
            </a:extLst>
          </p:cNvPr>
          <p:cNvSpPr>
            <a:spLocks xmlns:a="http://schemas.openxmlformats.org/drawingml/2006/main" noGrp="1"/>
          </p:cNvSpPr>
          <p:nvPr/>
        </p:nvSpPr>
        <p:spPr>
          <a:xfrm xmlns:a="http://schemas.openxmlformats.org/drawingml/2006/main">
            <a:off x="14916150" y="3986213"/>
            <a:ext cx="323850" cy="19050"/>
          </a:xfrm>
          <a:custGeom xmlns:a="http://schemas.openxmlformats.org/drawingml/2006/main">
            <a:pathLst>
              <a:path w="323850" h="19050">
                <a:moveTo>
                  <a:pt x="323850" y="0"/>
                </a:moveTo>
                <a:lnTo>
                  <a:pt x="0" y="19050"/>
                </a:lnTo>
              </a:path>
            </a:pathLst>
          </a:custGeom>
          <a:noFill xmlns:a="http://schemas.openxmlformats.org/drawingml/2006/main"/>
          <a:ln xmlns:a="http://schemas.openxmlformats.org/drawingml/2006/main" w="19050">
            <a:solidFill>
              <a:srgbClr val="7155A4"/>
            </a:solidFill>
            <a:prstDash val="solid"/>
          </a:ln>
        </p:spPr>
      </p:sp>
      <p:sp>
        <p:nvSpPr>
          <p:cNvPr id="152" name="dp43-comparison / n147 / arrow">
            <a:extLst xmlns:a="http://schemas.openxmlformats.org/drawingml/2006/main">
              <a:ext uri="{FF2B5EF4-FFF2-40B4-BE49-F238E27FC236}">
                <a16:creationId xmlns:a16="http://schemas.microsoft.com/office/drawing/2014/main" id="{B23877C4-DE2F-4918-9F79-6C826F7E4EE1}"/>
              </a:ext>
            </a:extLst>
          </p:cNvPr>
          <p:cNvSpPr>
            <a:spLocks xmlns:a="http://schemas.openxmlformats.org/drawingml/2006/main" noGrp="1"/>
          </p:cNvSpPr>
          <p:nvPr/>
        </p:nvSpPr>
        <p:spPr>
          <a:xfrm xmlns:a="http://schemas.openxmlformats.org/drawingml/2006/main">
            <a:off x="14916150" y="3937248"/>
            <a:ext cx="125289" cy="121710"/>
          </a:xfrm>
          <a:custGeom xmlns:a="http://schemas.openxmlformats.org/drawingml/2006/main">
            <a:pathLst>
              <a:path w="125289" h="121710">
                <a:moveTo>
                  <a:pt x="118130" y="0"/>
                </a:moveTo>
                <a:lnTo>
                  <a:pt x="0" y="68014"/>
                </a:lnTo>
                <a:lnTo>
                  <a:pt x="125289" y="121710"/>
                </a:lnTo>
              </a:path>
            </a:pathLst>
          </a:custGeom>
          <a:noFill xmlns:a="http://schemas.openxmlformats.org/drawingml/2006/main"/>
          <a:ln xmlns:a="http://schemas.openxmlformats.org/drawingml/2006/main" w="24384">
            <a:solidFill>
              <a:srgbClr val="7155A4"/>
            </a:solidFill>
            <a:prstDash val="solid"/>
          </a:ln>
        </p:spPr>
      </p:sp>
      <p:sp>
        <p:nvSpPr>
          <p:cNvPr id="153" name="dp43-comparison / n148 / path">
            <a:extLst xmlns:a="http://schemas.openxmlformats.org/drawingml/2006/main">
              <a:ext uri="{FF2B5EF4-FFF2-40B4-BE49-F238E27FC236}">
                <a16:creationId xmlns:a16="http://schemas.microsoft.com/office/drawing/2014/main" id="{314F83E9-CB6E-4A0C-B6D7-48BFB9226181}"/>
              </a:ext>
            </a:extLst>
          </p:cNvPr>
          <p:cNvSpPr>
            <a:spLocks xmlns:a="http://schemas.openxmlformats.org/drawingml/2006/main" noGrp="1"/>
          </p:cNvSpPr>
          <p:nvPr/>
        </p:nvSpPr>
        <p:spPr>
          <a:xfrm xmlns:a="http://schemas.openxmlformats.org/drawingml/2006/main">
            <a:off x="14916150" y="4157663"/>
            <a:ext cx="323850" cy="19050"/>
          </a:xfrm>
          <a:custGeom xmlns:a="http://schemas.openxmlformats.org/drawingml/2006/main">
            <a:pathLst>
              <a:path w="323850" h="19050">
                <a:moveTo>
                  <a:pt x="0" y="19050"/>
                </a:moveTo>
                <a:lnTo>
                  <a:pt x="323850" y="0"/>
                </a:lnTo>
              </a:path>
            </a:pathLst>
          </a:custGeom>
          <a:noFill xmlns:a="http://schemas.openxmlformats.org/drawingml/2006/main"/>
          <a:ln xmlns:a="http://schemas.openxmlformats.org/drawingml/2006/main" w="19050">
            <a:solidFill>
              <a:srgbClr val="7155A4"/>
            </a:solidFill>
            <a:prstDash val="dash"/>
          </a:ln>
        </p:spPr>
      </p:sp>
      <p:sp>
        <p:nvSpPr>
          <p:cNvPr id="154" name="dp43-comparison / n148 / arrow">
            <a:extLst xmlns:a="http://schemas.openxmlformats.org/drawingml/2006/main">
              <a:ext uri="{FF2B5EF4-FFF2-40B4-BE49-F238E27FC236}">
                <a16:creationId xmlns:a16="http://schemas.microsoft.com/office/drawing/2014/main" id="{4B3580C8-876B-4272-B9E9-EA57D9A4F779}"/>
              </a:ext>
            </a:extLst>
          </p:cNvPr>
          <p:cNvSpPr>
            <a:spLocks xmlns:a="http://schemas.openxmlformats.org/drawingml/2006/main" noGrp="1"/>
          </p:cNvSpPr>
          <p:nvPr/>
        </p:nvSpPr>
        <p:spPr>
          <a:xfrm xmlns:a="http://schemas.openxmlformats.org/drawingml/2006/main">
            <a:off x="15114711" y="4103967"/>
            <a:ext cx="125289" cy="121710"/>
          </a:xfrm>
          <a:custGeom xmlns:a="http://schemas.openxmlformats.org/drawingml/2006/main">
            <a:pathLst>
              <a:path w="125289" h="121710">
                <a:moveTo>
                  <a:pt x="7159" y="121710"/>
                </a:moveTo>
                <a:lnTo>
                  <a:pt x="125289" y="53695"/>
                </a:lnTo>
                <a:lnTo>
                  <a:pt x="0" y="0"/>
                </a:lnTo>
              </a:path>
            </a:pathLst>
          </a:custGeom>
          <a:noFill xmlns:a="http://schemas.openxmlformats.org/drawingml/2006/main"/>
          <a:ln xmlns:a="http://schemas.openxmlformats.org/drawingml/2006/main" w="24384">
            <a:solidFill>
              <a:srgbClr val="7155A4"/>
            </a:solidFill>
            <a:prstDash val="solid"/>
          </a:ln>
        </p:spPr>
      </p:sp>
      <p:sp>
        <p:nvSpPr>
          <p:cNvPr id="155" name="dp43-comparison / n149">
            <a:extLst xmlns:a="http://schemas.openxmlformats.org/drawingml/2006/main">
              <a:ext uri="{FF2B5EF4-FFF2-40B4-BE49-F238E27FC236}">
                <a16:creationId xmlns:a16="http://schemas.microsoft.com/office/drawing/2014/main" id="{A3AAFD48-2911-4B42-9989-49C0A0AAC464}"/>
              </a:ext>
            </a:extLst>
          </p:cNvPr>
          <p:cNvSpPr>
            <a:spLocks xmlns:a="http://schemas.openxmlformats.org/drawingml/2006/main" noGrp="1"/>
          </p:cNvSpPr>
          <p:nvPr/>
        </p:nvSpPr>
        <p:spPr>
          <a:xfrm xmlns:a="http://schemas.openxmlformats.org/drawingml/2006/main">
            <a:off x="15240000" y="4524375"/>
            <a:ext cx="2247900" cy="409575"/>
          </a:xfrm>
          <a:prstGeom xmlns:a="http://schemas.openxmlformats.org/drawingml/2006/main" prst="rect">
            <a:avLst/>
          </a:prstGeom>
          <a:solidFill xmlns:a="http://schemas.openxmlformats.org/drawingml/2006/main">
            <a:srgbClr val="FFFFFF"/>
          </a:solidFill>
          <a:ln xmlns:a="http://schemas.openxmlformats.org/drawingml/2006/main" w="16193">
            <a:solidFill>
              <a:srgbClr val="7155A4"/>
            </a:solidFill>
            <a:prstDash val="solid"/>
          </a:ln>
        </p:spPr>
      </p:sp>
      <p:sp>
        <p:nvSpPr>
          <p:cNvPr id="156" name="dp43-comparison / n150 / text 1">
            <a:extLst xmlns:a="http://schemas.openxmlformats.org/drawingml/2006/main">
              <a:ext uri="{FF2B5EF4-FFF2-40B4-BE49-F238E27FC236}">
                <a16:creationId xmlns:a16="http://schemas.microsoft.com/office/drawing/2014/main" id="{CF627577-D441-4DE3-99B1-D5CE1EAC720E}"/>
              </a:ext>
            </a:extLst>
          </p:cNvPr>
          <p:cNvSpPr>
            <a:spLocks xmlns:a="http://schemas.openxmlformats.org/drawingml/2006/main" noGrp="1"/>
          </p:cNvSpPr>
          <p:nvPr/>
        </p:nvSpPr>
        <p:spPr>
          <a:xfrm xmlns:a="http://schemas.openxmlformats.org/drawingml/2006/main">
            <a:off x="15325725" y="4518660"/>
            <a:ext cx="2076450"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75" b="1">
                <a:solidFill>
                  <a:srgbClr val="7155A4"/>
                </a:solidFill>
                <a:latin typeface="Apple SD Gothic Neo"/>
                <a:ea typeface="Apple SD Gothic Neo"/>
                <a:cs typeface="Apple SD Gothic Neo"/>
              </a:defRPr>
            </a:pPr>
            <a:r>
              <a:rPr sz="1275" b="1">
                <a:solidFill>
                  <a:srgbClr val="7155A4"/>
                </a:solidFill>
                <a:latin typeface="Apple SD Gothic Neo"/>
                <a:ea typeface="Apple SD Gothic Neo"/>
                <a:cs typeface="Apple SD Gothic Neo"/>
              </a:rPr>
              <a:t>Request Revision</a:t>
            </a:r>
          </a:p>
        </p:txBody>
      </p:sp>
      <p:sp>
        <p:nvSpPr>
          <p:cNvPr id="157" name="dp43-comparison / n150 / text 2">
            <a:extLst xmlns:a="http://schemas.openxmlformats.org/drawingml/2006/main">
              <a:ext uri="{FF2B5EF4-FFF2-40B4-BE49-F238E27FC236}">
                <a16:creationId xmlns:a16="http://schemas.microsoft.com/office/drawing/2014/main" id="{AD0FD768-8DEC-42E5-9520-8B358D21A693}"/>
              </a:ext>
            </a:extLst>
          </p:cNvPr>
          <p:cNvSpPr>
            <a:spLocks xmlns:a="http://schemas.openxmlformats.org/drawingml/2006/main" noGrp="1"/>
          </p:cNvSpPr>
          <p:nvPr/>
        </p:nvSpPr>
        <p:spPr>
          <a:xfrm xmlns:a="http://schemas.openxmlformats.org/drawingml/2006/main">
            <a:off x="15325725" y="4729163"/>
            <a:ext cx="2076450"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75" b="1">
                <a:solidFill>
                  <a:srgbClr val="7155A4"/>
                </a:solidFill>
                <a:latin typeface="Apple SD Gothic Neo"/>
                <a:ea typeface="Apple SD Gothic Neo"/>
                <a:cs typeface="Apple SD Gothic Neo"/>
              </a:defRPr>
            </a:pPr>
            <a:r>
              <a:rPr sz="1275" b="1">
                <a:solidFill>
                  <a:srgbClr val="7155A4"/>
                </a:solidFill>
                <a:latin typeface="Apple SD Gothic Neo"/>
                <a:ea typeface="Apple SD Gothic Neo"/>
                <a:cs typeface="Apple SD Gothic Neo"/>
              </a:rPr>
              <a:t>Interpreter</a:t>
            </a:r>
          </a:p>
        </p:txBody>
      </p:sp>
      <p:sp>
        <p:nvSpPr>
          <p:cNvPr id="158" name="dp43-comparison / n153 / path">
            <a:extLst xmlns:a="http://schemas.openxmlformats.org/drawingml/2006/main">
              <a:ext uri="{FF2B5EF4-FFF2-40B4-BE49-F238E27FC236}">
                <a16:creationId xmlns:a16="http://schemas.microsoft.com/office/drawing/2014/main" id="{8DA43258-4CFE-47A0-930C-36B3A4DF1DB2}"/>
              </a:ext>
            </a:extLst>
          </p:cNvPr>
          <p:cNvSpPr>
            <a:spLocks xmlns:a="http://schemas.openxmlformats.org/drawingml/2006/main" noGrp="1"/>
          </p:cNvSpPr>
          <p:nvPr/>
        </p:nvSpPr>
        <p:spPr>
          <a:xfrm xmlns:a="http://schemas.openxmlformats.org/drawingml/2006/main">
            <a:off x="14916150" y="4491038"/>
            <a:ext cx="323850" cy="152400"/>
          </a:xfrm>
          <a:custGeom xmlns:a="http://schemas.openxmlformats.org/drawingml/2006/main">
            <a:pathLst>
              <a:path w="323850" h="152400">
                <a:moveTo>
                  <a:pt x="323850" y="152400"/>
                </a:moveTo>
                <a:lnTo>
                  <a:pt x="0" y="0"/>
                </a:lnTo>
              </a:path>
            </a:pathLst>
          </a:custGeom>
          <a:noFill xmlns:a="http://schemas.openxmlformats.org/drawingml/2006/main"/>
          <a:ln xmlns:a="http://schemas.openxmlformats.org/drawingml/2006/main" w="19050">
            <a:solidFill>
              <a:srgbClr val="7155A4"/>
            </a:solidFill>
            <a:prstDash val="solid"/>
          </a:ln>
        </p:spPr>
      </p:sp>
      <p:sp>
        <p:nvSpPr>
          <p:cNvPr id="159" name="dp43-comparison / n153 / arrow">
            <a:extLst xmlns:a="http://schemas.openxmlformats.org/drawingml/2006/main">
              <a:ext uri="{FF2B5EF4-FFF2-40B4-BE49-F238E27FC236}">
                <a16:creationId xmlns:a16="http://schemas.microsoft.com/office/drawing/2014/main" id="{2D2C9E76-6D53-4A48-BA7F-2B57B1EE5017}"/>
              </a:ext>
            </a:extLst>
          </p:cNvPr>
          <p:cNvSpPr>
            <a:spLocks xmlns:a="http://schemas.openxmlformats.org/drawingml/2006/main" noGrp="1"/>
          </p:cNvSpPr>
          <p:nvPr/>
        </p:nvSpPr>
        <p:spPr>
          <a:xfrm xmlns:a="http://schemas.openxmlformats.org/drawingml/2006/main">
            <a:off x="14916150" y="4487793"/>
            <a:ext cx="136272" cy="110315"/>
          </a:xfrm>
          <a:custGeom xmlns:a="http://schemas.openxmlformats.org/drawingml/2006/main">
            <a:pathLst>
              <a:path w="136272" h="110315">
                <a:moveTo>
                  <a:pt x="136272" y="0"/>
                </a:moveTo>
                <a:lnTo>
                  <a:pt x="0" y="3245"/>
                </a:lnTo>
                <a:lnTo>
                  <a:pt x="84359" y="110315"/>
                </a:lnTo>
              </a:path>
            </a:pathLst>
          </a:custGeom>
          <a:noFill xmlns:a="http://schemas.openxmlformats.org/drawingml/2006/main"/>
          <a:ln xmlns:a="http://schemas.openxmlformats.org/drawingml/2006/main" w="24384">
            <a:solidFill>
              <a:srgbClr val="7155A4"/>
            </a:solidFill>
            <a:prstDash val="solid"/>
          </a:ln>
        </p:spPr>
      </p:sp>
      <p:sp>
        <p:nvSpPr>
          <p:cNvPr id="160" name="dp43-comparison / n154 / path">
            <a:extLst xmlns:a="http://schemas.openxmlformats.org/drawingml/2006/main">
              <a:ext uri="{FF2B5EF4-FFF2-40B4-BE49-F238E27FC236}">
                <a16:creationId xmlns:a16="http://schemas.microsoft.com/office/drawing/2014/main" id="{46FDEF72-0CCD-4D98-981E-BFC43999C9D8}"/>
              </a:ext>
            </a:extLst>
          </p:cNvPr>
          <p:cNvSpPr>
            <a:spLocks xmlns:a="http://schemas.openxmlformats.org/drawingml/2006/main" noGrp="1"/>
          </p:cNvSpPr>
          <p:nvPr/>
        </p:nvSpPr>
        <p:spPr>
          <a:xfrm xmlns:a="http://schemas.openxmlformats.org/drawingml/2006/main">
            <a:off x="14916150" y="4662488"/>
            <a:ext cx="323850" cy="152400"/>
          </a:xfrm>
          <a:custGeom xmlns:a="http://schemas.openxmlformats.org/drawingml/2006/main">
            <a:pathLst>
              <a:path w="323850" h="152400">
                <a:moveTo>
                  <a:pt x="0" y="0"/>
                </a:moveTo>
                <a:lnTo>
                  <a:pt x="323850" y="152400"/>
                </a:lnTo>
              </a:path>
            </a:pathLst>
          </a:custGeom>
          <a:noFill xmlns:a="http://schemas.openxmlformats.org/drawingml/2006/main"/>
          <a:ln xmlns:a="http://schemas.openxmlformats.org/drawingml/2006/main" w="19050">
            <a:solidFill>
              <a:srgbClr val="7155A4"/>
            </a:solidFill>
            <a:prstDash val="dash"/>
          </a:ln>
        </p:spPr>
      </p:sp>
      <p:sp>
        <p:nvSpPr>
          <p:cNvPr id="161" name="dp43-comparison / n154 / arrow">
            <a:extLst xmlns:a="http://schemas.openxmlformats.org/drawingml/2006/main">
              <a:ext uri="{FF2B5EF4-FFF2-40B4-BE49-F238E27FC236}">
                <a16:creationId xmlns:a16="http://schemas.microsoft.com/office/drawing/2014/main" id="{526A6EB2-317A-4C28-81C0-59B0A35180FF}"/>
              </a:ext>
            </a:extLst>
          </p:cNvPr>
          <p:cNvSpPr>
            <a:spLocks xmlns:a="http://schemas.openxmlformats.org/drawingml/2006/main" noGrp="1"/>
          </p:cNvSpPr>
          <p:nvPr/>
        </p:nvSpPr>
        <p:spPr>
          <a:xfrm xmlns:a="http://schemas.openxmlformats.org/drawingml/2006/main">
            <a:off x="15103728" y="4707817"/>
            <a:ext cx="136272" cy="110315"/>
          </a:xfrm>
          <a:custGeom xmlns:a="http://schemas.openxmlformats.org/drawingml/2006/main">
            <a:pathLst>
              <a:path w="136272" h="110315">
                <a:moveTo>
                  <a:pt x="0" y="110315"/>
                </a:moveTo>
                <a:lnTo>
                  <a:pt x="136272" y="107071"/>
                </a:lnTo>
                <a:lnTo>
                  <a:pt x="51913" y="0"/>
                </a:lnTo>
              </a:path>
            </a:pathLst>
          </a:custGeom>
          <a:noFill xmlns:a="http://schemas.openxmlformats.org/drawingml/2006/main"/>
          <a:ln xmlns:a="http://schemas.openxmlformats.org/drawingml/2006/main" w="24384">
            <a:solidFill>
              <a:srgbClr val="7155A4"/>
            </a:solidFill>
            <a:prstDash val="solid"/>
          </a:ln>
        </p:spPr>
      </p:sp>
      <p:sp>
        <p:nvSpPr>
          <p:cNvPr id="162" name="dp43-comparison / n155">
            <a:extLst xmlns:a="http://schemas.openxmlformats.org/drawingml/2006/main">
              <a:ext uri="{FF2B5EF4-FFF2-40B4-BE49-F238E27FC236}">
                <a16:creationId xmlns:a16="http://schemas.microsoft.com/office/drawing/2014/main" id="{C31BBDF9-24E4-4858-870A-7833EAE7FAD3}"/>
              </a:ext>
            </a:extLst>
          </p:cNvPr>
          <p:cNvSpPr>
            <a:spLocks xmlns:a="http://schemas.openxmlformats.org/drawingml/2006/main" noGrp="1"/>
          </p:cNvSpPr>
          <p:nvPr/>
        </p:nvSpPr>
        <p:spPr>
          <a:xfrm xmlns:a="http://schemas.openxmlformats.org/drawingml/2006/main">
            <a:off x="15240000" y="5181600"/>
            <a:ext cx="2247900" cy="409575"/>
          </a:xfrm>
          <a:prstGeom xmlns:a="http://schemas.openxmlformats.org/drawingml/2006/main" prst="rect">
            <a:avLst/>
          </a:prstGeom>
          <a:solidFill xmlns:a="http://schemas.openxmlformats.org/drawingml/2006/main">
            <a:srgbClr val="FFFFFF"/>
          </a:solidFill>
          <a:ln xmlns:a="http://schemas.openxmlformats.org/drawingml/2006/main" w="16193">
            <a:solidFill>
              <a:srgbClr val="7155A4"/>
            </a:solidFill>
            <a:prstDash val="solid"/>
          </a:ln>
        </p:spPr>
      </p:sp>
      <p:sp>
        <p:nvSpPr>
          <p:cNvPr id="163" name="dp43-comparison / n156 / text 1">
            <a:extLst xmlns:a="http://schemas.openxmlformats.org/drawingml/2006/main">
              <a:ext uri="{FF2B5EF4-FFF2-40B4-BE49-F238E27FC236}">
                <a16:creationId xmlns:a16="http://schemas.microsoft.com/office/drawing/2014/main" id="{ACFC4796-7308-40C5-BE8E-687FFD9CA5F3}"/>
              </a:ext>
            </a:extLst>
          </p:cNvPr>
          <p:cNvSpPr>
            <a:spLocks xmlns:a="http://schemas.openxmlformats.org/drawingml/2006/main" noGrp="1"/>
          </p:cNvSpPr>
          <p:nvPr/>
        </p:nvSpPr>
        <p:spPr>
          <a:xfrm xmlns:a="http://schemas.openxmlformats.org/drawingml/2006/main">
            <a:off x="15325725" y="5175885"/>
            <a:ext cx="2076450"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75" b="1">
                <a:solidFill>
                  <a:srgbClr val="7155A4"/>
                </a:solidFill>
                <a:latin typeface="Apple SD Gothic Neo"/>
                <a:ea typeface="Apple SD Gothic Neo"/>
                <a:cs typeface="Apple SD Gothic Neo"/>
              </a:defRPr>
            </a:pPr>
            <a:r>
              <a:rPr sz="1275" b="1">
                <a:solidFill>
                  <a:srgbClr val="7155A4"/>
                </a:solidFill>
                <a:latin typeface="Apple SD Gothic Neo"/>
                <a:ea typeface="Apple SD Gothic Neo"/>
                <a:cs typeface="Apple SD Gothic Neo"/>
              </a:rPr>
              <a:t>Request Handling</a:t>
            </a:r>
          </a:p>
        </p:txBody>
      </p:sp>
      <p:sp>
        <p:nvSpPr>
          <p:cNvPr id="164" name="dp43-comparison / n156 / text 2">
            <a:extLst xmlns:a="http://schemas.openxmlformats.org/drawingml/2006/main">
              <a:ext uri="{FF2B5EF4-FFF2-40B4-BE49-F238E27FC236}">
                <a16:creationId xmlns:a16="http://schemas.microsoft.com/office/drawing/2014/main" id="{4EC18EB6-9CDD-4219-9440-D96840B5FFF1}"/>
              </a:ext>
            </a:extLst>
          </p:cNvPr>
          <p:cNvSpPr>
            <a:spLocks xmlns:a="http://schemas.openxmlformats.org/drawingml/2006/main" noGrp="1"/>
          </p:cNvSpPr>
          <p:nvPr/>
        </p:nvSpPr>
        <p:spPr>
          <a:xfrm xmlns:a="http://schemas.openxmlformats.org/drawingml/2006/main">
            <a:off x="15325725" y="5386388"/>
            <a:ext cx="2076450"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75" b="1">
                <a:solidFill>
                  <a:srgbClr val="7155A4"/>
                </a:solidFill>
                <a:latin typeface="Apple SD Gothic Neo"/>
                <a:ea typeface="Apple SD Gothic Neo"/>
                <a:cs typeface="Apple SD Gothic Neo"/>
              </a:defRPr>
            </a:pPr>
            <a:r>
              <a:rPr sz="1275" b="1">
                <a:solidFill>
                  <a:srgbClr val="7155A4"/>
                </a:solidFill>
                <a:latin typeface="Apple SD Gothic Neo"/>
                <a:ea typeface="Apple SD Gothic Neo"/>
                <a:cs typeface="Apple SD Gothic Neo"/>
              </a:rPr>
              <a:t>Interpreter</a:t>
            </a:r>
          </a:p>
        </p:txBody>
      </p:sp>
      <p:sp>
        <p:nvSpPr>
          <p:cNvPr id="165" name="dp43-comparison / n159 / path">
            <a:extLst xmlns:a="http://schemas.openxmlformats.org/drawingml/2006/main">
              <a:ext uri="{FF2B5EF4-FFF2-40B4-BE49-F238E27FC236}">
                <a16:creationId xmlns:a16="http://schemas.microsoft.com/office/drawing/2014/main" id="{1F3A913D-2B38-4578-B0FF-98940C7CBD7D}"/>
              </a:ext>
            </a:extLst>
          </p:cNvPr>
          <p:cNvSpPr>
            <a:spLocks xmlns:a="http://schemas.openxmlformats.org/drawingml/2006/main" noGrp="1"/>
          </p:cNvSpPr>
          <p:nvPr/>
        </p:nvSpPr>
        <p:spPr>
          <a:xfrm xmlns:a="http://schemas.openxmlformats.org/drawingml/2006/main">
            <a:off x="14916150" y="4976813"/>
            <a:ext cx="323850" cy="323850"/>
          </a:xfrm>
          <a:custGeom xmlns:a="http://schemas.openxmlformats.org/drawingml/2006/main">
            <a:pathLst>
              <a:path w="323850" h="323850">
                <a:moveTo>
                  <a:pt x="323850" y="323850"/>
                </a:moveTo>
                <a:lnTo>
                  <a:pt x="0" y="0"/>
                </a:lnTo>
              </a:path>
            </a:pathLst>
          </a:custGeom>
          <a:noFill xmlns:a="http://schemas.openxmlformats.org/drawingml/2006/main"/>
          <a:ln xmlns:a="http://schemas.openxmlformats.org/drawingml/2006/main" w="19050">
            <a:solidFill>
              <a:srgbClr val="7155A4"/>
            </a:solidFill>
            <a:prstDash val="solid"/>
          </a:ln>
        </p:spPr>
      </p:sp>
      <p:sp>
        <p:nvSpPr>
          <p:cNvPr id="166" name="dp43-comparison / n159 / arrow">
            <a:extLst xmlns:a="http://schemas.openxmlformats.org/drawingml/2006/main">
              <a:ext uri="{FF2B5EF4-FFF2-40B4-BE49-F238E27FC236}">
                <a16:creationId xmlns:a16="http://schemas.microsoft.com/office/drawing/2014/main" id="{9454ECD9-5429-4787-B11E-0D1FBB1BC268}"/>
              </a:ext>
            </a:extLst>
          </p:cNvPr>
          <p:cNvSpPr>
            <a:spLocks xmlns:a="http://schemas.openxmlformats.org/drawingml/2006/main" noGrp="1"/>
          </p:cNvSpPr>
          <p:nvPr/>
        </p:nvSpPr>
        <p:spPr>
          <a:xfrm xmlns:a="http://schemas.openxmlformats.org/drawingml/2006/main">
            <a:off x="14916150" y="4976813"/>
            <a:ext cx="129316" cy="129316"/>
          </a:xfrm>
          <a:custGeom xmlns:a="http://schemas.openxmlformats.org/drawingml/2006/main">
            <a:pathLst>
              <a:path w="129316" h="129316">
                <a:moveTo>
                  <a:pt x="129316" y="43105"/>
                </a:moveTo>
                <a:lnTo>
                  <a:pt x="0" y="0"/>
                </a:lnTo>
                <a:lnTo>
                  <a:pt x="43105" y="129316"/>
                </a:lnTo>
              </a:path>
            </a:pathLst>
          </a:custGeom>
          <a:noFill xmlns:a="http://schemas.openxmlformats.org/drawingml/2006/main"/>
          <a:ln xmlns:a="http://schemas.openxmlformats.org/drawingml/2006/main" w="24384">
            <a:solidFill>
              <a:srgbClr val="7155A4"/>
            </a:solidFill>
            <a:prstDash val="solid"/>
          </a:ln>
        </p:spPr>
      </p:sp>
      <p:sp>
        <p:nvSpPr>
          <p:cNvPr id="167" name="dp43-comparison / n160 / path">
            <a:extLst xmlns:a="http://schemas.openxmlformats.org/drawingml/2006/main">
              <a:ext uri="{FF2B5EF4-FFF2-40B4-BE49-F238E27FC236}">
                <a16:creationId xmlns:a16="http://schemas.microsoft.com/office/drawing/2014/main" id="{532F0AD1-053E-403D-8CC7-054108F56CB9}"/>
              </a:ext>
            </a:extLst>
          </p:cNvPr>
          <p:cNvSpPr>
            <a:spLocks xmlns:a="http://schemas.openxmlformats.org/drawingml/2006/main" noGrp="1"/>
          </p:cNvSpPr>
          <p:nvPr/>
        </p:nvSpPr>
        <p:spPr>
          <a:xfrm xmlns:a="http://schemas.openxmlformats.org/drawingml/2006/main">
            <a:off x="14916150" y="5148263"/>
            <a:ext cx="323850" cy="323850"/>
          </a:xfrm>
          <a:custGeom xmlns:a="http://schemas.openxmlformats.org/drawingml/2006/main">
            <a:pathLst>
              <a:path w="323850" h="323850">
                <a:moveTo>
                  <a:pt x="0" y="0"/>
                </a:moveTo>
                <a:lnTo>
                  <a:pt x="323850" y="323850"/>
                </a:lnTo>
              </a:path>
            </a:pathLst>
          </a:custGeom>
          <a:noFill xmlns:a="http://schemas.openxmlformats.org/drawingml/2006/main"/>
          <a:ln xmlns:a="http://schemas.openxmlformats.org/drawingml/2006/main" w="19050">
            <a:solidFill>
              <a:srgbClr val="7155A4"/>
            </a:solidFill>
            <a:prstDash val="dash"/>
          </a:ln>
        </p:spPr>
      </p:sp>
      <p:sp>
        <p:nvSpPr>
          <p:cNvPr id="168" name="dp43-comparison / n160 / arrow">
            <a:extLst xmlns:a="http://schemas.openxmlformats.org/drawingml/2006/main">
              <a:ext uri="{FF2B5EF4-FFF2-40B4-BE49-F238E27FC236}">
                <a16:creationId xmlns:a16="http://schemas.microsoft.com/office/drawing/2014/main" id="{1C7E9FA0-176E-4AA3-9821-B45861360006}"/>
              </a:ext>
            </a:extLst>
          </p:cNvPr>
          <p:cNvSpPr>
            <a:spLocks xmlns:a="http://schemas.openxmlformats.org/drawingml/2006/main" noGrp="1"/>
          </p:cNvSpPr>
          <p:nvPr/>
        </p:nvSpPr>
        <p:spPr>
          <a:xfrm xmlns:a="http://schemas.openxmlformats.org/drawingml/2006/main">
            <a:off x="15110684" y="5342797"/>
            <a:ext cx="129316" cy="129316"/>
          </a:xfrm>
          <a:custGeom xmlns:a="http://schemas.openxmlformats.org/drawingml/2006/main">
            <a:pathLst>
              <a:path w="129316" h="129316">
                <a:moveTo>
                  <a:pt x="0" y="86210"/>
                </a:moveTo>
                <a:lnTo>
                  <a:pt x="129316" y="129316"/>
                </a:lnTo>
                <a:lnTo>
                  <a:pt x="86210" y="0"/>
                </a:lnTo>
              </a:path>
            </a:pathLst>
          </a:custGeom>
          <a:noFill xmlns:a="http://schemas.openxmlformats.org/drawingml/2006/main"/>
          <a:ln xmlns:a="http://schemas.openxmlformats.org/drawingml/2006/main" w="24384">
            <a:solidFill>
              <a:srgbClr val="7155A4"/>
            </a:solidFill>
            <a:prstDash val="solid"/>
          </a:ln>
        </p:spPr>
      </p:sp>
      <p:sp>
        <p:nvSpPr>
          <p:cNvPr id="169" name="dp43-comparison / n161 / path">
            <a:extLst xmlns:a="http://schemas.openxmlformats.org/drawingml/2006/main">
              <a:ext uri="{FF2B5EF4-FFF2-40B4-BE49-F238E27FC236}">
                <a16:creationId xmlns:a16="http://schemas.microsoft.com/office/drawing/2014/main" id="{11832A7D-B16C-4CA7-BBFE-5F7461130723}"/>
              </a:ext>
            </a:extLst>
          </p:cNvPr>
          <p:cNvSpPr>
            <a:spLocks xmlns:a="http://schemas.openxmlformats.org/drawingml/2006/main" noGrp="1"/>
          </p:cNvSpPr>
          <p:nvPr/>
        </p:nvSpPr>
        <p:spPr>
          <a:xfrm xmlns:a="http://schemas.openxmlformats.org/drawingml/2006/main">
            <a:off x="13773150" y="3038475"/>
            <a:ext cx="1247775" cy="828675"/>
          </a:xfrm>
          <a:custGeom xmlns:a="http://schemas.openxmlformats.org/drawingml/2006/main">
            <a:pathLst>
              <a:path w="1247775" h="828675">
                <a:moveTo>
                  <a:pt x="1104900" y="0"/>
                </a:moveTo>
                <a:lnTo>
                  <a:pt x="1104900" y="266700"/>
                </a:lnTo>
                <a:lnTo>
                  <a:pt x="1247775" y="266700"/>
                </a:lnTo>
                <a:lnTo>
                  <a:pt x="1247775" y="781050"/>
                </a:lnTo>
                <a:lnTo>
                  <a:pt x="0" y="781050"/>
                </a:lnTo>
                <a:lnTo>
                  <a:pt x="0" y="828675"/>
                </a:lnTo>
              </a:path>
            </a:pathLst>
          </a:custGeom>
          <a:noFill xmlns:a="http://schemas.openxmlformats.org/drawingml/2006/main"/>
          <a:ln xmlns:a="http://schemas.openxmlformats.org/drawingml/2006/main" w="19050">
            <a:solidFill>
              <a:srgbClr val="7155A4"/>
            </a:solidFill>
            <a:prstDash val="solid"/>
          </a:ln>
        </p:spPr>
      </p:sp>
      <p:sp>
        <p:nvSpPr>
          <p:cNvPr id="170" name="dp43-comparison / n161 / arrow">
            <a:extLst xmlns:a="http://schemas.openxmlformats.org/drawingml/2006/main">
              <a:ext uri="{FF2B5EF4-FFF2-40B4-BE49-F238E27FC236}">
                <a16:creationId xmlns:a16="http://schemas.microsoft.com/office/drawing/2014/main" id="{BB394956-EA8B-4C59-80DE-4A36ABF02826}"/>
              </a:ext>
            </a:extLst>
          </p:cNvPr>
          <p:cNvSpPr>
            <a:spLocks xmlns:a="http://schemas.openxmlformats.org/drawingml/2006/main" noGrp="1"/>
          </p:cNvSpPr>
          <p:nvPr/>
        </p:nvSpPr>
        <p:spPr>
          <a:xfrm xmlns:a="http://schemas.openxmlformats.org/drawingml/2006/main">
            <a:off x="13712190" y="3745230"/>
            <a:ext cx="121920" cy="121920"/>
          </a:xfrm>
          <a:custGeom xmlns:a="http://schemas.openxmlformats.org/drawingml/2006/main">
            <a:pathLst>
              <a:path w="121920" h="121920">
                <a:moveTo>
                  <a:pt x="0" y="0"/>
                </a:moveTo>
                <a:lnTo>
                  <a:pt x="60960" y="121920"/>
                </a:lnTo>
                <a:lnTo>
                  <a:pt x="121920" y="0"/>
                </a:lnTo>
              </a:path>
            </a:pathLst>
          </a:custGeom>
          <a:noFill xmlns:a="http://schemas.openxmlformats.org/drawingml/2006/main"/>
          <a:ln xmlns:a="http://schemas.openxmlformats.org/drawingml/2006/main" w="24384">
            <a:solidFill>
              <a:srgbClr val="7155A4"/>
            </a:solidFill>
            <a:prstDash val="solid"/>
          </a:ln>
        </p:spPr>
      </p:sp>
      <p:sp>
        <p:nvSpPr>
          <p:cNvPr id="171" name="dp43-comparison / n162 / path">
            <a:extLst xmlns:a="http://schemas.openxmlformats.org/drawingml/2006/main">
              <a:ext uri="{FF2B5EF4-FFF2-40B4-BE49-F238E27FC236}">
                <a16:creationId xmlns:a16="http://schemas.microsoft.com/office/drawing/2014/main" id="{35CC6DA9-A9AF-46E2-9F47-F70C5A14B70C}"/>
              </a:ext>
            </a:extLst>
          </p:cNvPr>
          <p:cNvSpPr>
            <a:spLocks xmlns:a="http://schemas.openxmlformats.org/drawingml/2006/main" noGrp="1"/>
          </p:cNvSpPr>
          <p:nvPr/>
        </p:nvSpPr>
        <p:spPr>
          <a:xfrm xmlns:a="http://schemas.openxmlformats.org/drawingml/2006/main">
            <a:off x="13773150" y="5286375"/>
            <a:ext cx="953" cy="114300"/>
          </a:xfrm>
          <a:custGeom xmlns:a="http://schemas.openxmlformats.org/drawingml/2006/main">
            <a:pathLst>
              <a:path w="953" h="114300">
                <a:moveTo>
                  <a:pt x="0" y="0"/>
                </a:moveTo>
                <a:lnTo>
                  <a:pt x="0" y="114300"/>
                </a:lnTo>
              </a:path>
            </a:pathLst>
          </a:custGeom>
          <a:noFill xmlns:a="http://schemas.openxmlformats.org/drawingml/2006/main"/>
          <a:ln xmlns:a="http://schemas.openxmlformats.org/drawingml/2006/main" w="19050">
            <a:solidFill>
              <a:srgbClr val="7155A4"/>
            </a:solidFill>
            <a:prstDash val="solid"/>
          </a:ln>
        </p:spPr>
      </p:sp>
      <p:sp>
        <p:nvSpPr>
          <p:cNvPr id="172" name="dp43-comparison / n162 / arrow">
            <a:extLst xmlns:a="http://schemas.openxmlformats.org/drawingml/2006/main">
              <a:ext uri="{FF2B5EF4-FFF2-40B4-BE49-F238E27FC236}">
                <a16:creationId xmlns:a16="http://schemas.microsoft.com/office/drawing/2014/main" id="{46A6F153-F5A2-4583-899B-AADCD09D363E}"/>
              </a:ext>
            </a:extLst>
          </p:cNvPr>
          <p:cNvSpPr>
            <a:spLocks xmlns:a="http://schemas.openxmlformats.org/drawingml/2006/main" noGrp="1"/>
          </p:cNvSpPr>
          <p:nvPr/>
        </p:nvSpPr>
        <p:spPr>
          <a:xfrm xmlns:a="http://schemas.openxmlformats.org/drawingml/2006/main">
            <a:off x="13712190" y="5278755"/>
            <a:ext cx="121920" cy="121920"/>
          </a:xfrm>
          <a:custGeom xmlns:a="http://schemas.openxmlformats.org/drawingml/2006/main">
            <a:pathLst>
              <a:path w="121920" h="121920">
                <a:moveTo>
                  <a:pt x="0" y="0"/>
                </a:moveTo>
                <a:lnTo>
                  <a:pt x="60960" y="121920"/>
                </a:lnTo>
                <a:lnTo>
                  <a:pt x="121920" y="0"/>
                </a:lnTo>
              </a:path>
            </a:pathLst>
          </a:custGeom>
          <a:noFill xmlns:a="http://schemas.openxmlformats.org/drawingml/2006/main"/>
          <a:ln xmlns:a="http://schemas.openxmlformats.org/drawingml/2006/main" w="24384">
            <a:solidFill>
              <a:srgbClr val="7155A4"/>
            </a:solidFill>
            <a:prstDash val="solid"/>
          </a:ln>
        </p:spPr>
      </p:sp>
      <p:sp>
        <p:nvSpPr>
          <p:cNvPr id="173" name="dp43-comparison / n163 / path">
            <a:extLst xmlns:a="http://schemas.openxmlformats.org/drawingml/2006/main">
              <a:ext uri="{FF2B5EF4-FFF2-40B4-BE49-F238E27FC236}">
                <a16:creationId xmlns:a16="http://schemas.microsoft.com/office/drawing/2014/main" id="{FF8E0F4B-EE69-4E97-8DCB-D347C5497191}"/>
              </a:ext>
            </a:extLst>
          </p:cNvPr>
          <p:cNvSpPr>
            <a:spLocks xmlns:a="http://schemas.openxmlformats.org/drawingml/2006/main" noGrp="1"/>
          </p:cNvSpPr>
          <p:nvPr/>
        </p:nvSpPr>
        <p:spPr>
          <a:xfrm xmlns:a="http://schemas.openxmlformats.org/drawingml/2006/main">
            <a:off x="9944100" y="3038475"/>
            <a:ext cx="7791450" cy="742950"/>
          </a:xfrm>
          <a:custGeom xmlns:a="http://schemas.openxmlformats.org/drawingml/2006/main">
            <a:pathLst>
              <a:path w="7791450" h="742950">
                <a:moveTo>
                  <a:pt x="0" y="742950"/>
                </a:moveTo>
                <a:lnTo>
                  <a:pt x="7791450" y="742950"/>
                </a:lnTo>
                <a:lnTo>
                  <a:pt x="7791450" y="266700"/>
                </a:lnTo>
                <a:lnTo>
                  <a:pt x="6743700" y="266700"/>
                </a:lnTo>
                <a:lnTo>
                  <a:pt x="6743700" y="0"/>
                </a:lnTo>
              </a:path>
            </a:pathLst>
          </a:custGeom>
          <a:noFill xmlns:a="http://schemas.openxmlformats.org/drawingml/2006/main"/>
          <a:ln xmlns:a="http://schemas.openxmlformats.org/drawingml/2006/main" w="19050">
            <a:solidFill>
              <a:srgbClr val="5F6B77"/>
            </a:solidFill>
            <a:prstDash val="dash"/>
          </a:ln>
        </p:spPr>
      </p:sp>
      <p:sp>
        <p:nvSpPr>
          <p:cNvPr id="174" name="dp43-comparison / n163 / arrow">
            <a:extLst xmlns:a="http://schemas.openxmlformats.org/drawingml/2006/main">
              <a:ext uri="{FF2B5EF4-FFF2-40B4-BE49-F238E27FC236}">
                <a16:creationId xmlns:a16="http://schemas.microsoft.com/office/drawing/2014/main" id="{4E38E536-2F6C-46AB-921F-9BE270CD2BDD}"/>
              </a:ext>
            </a:extLst>
          </p:cNvPr>
          <p:cNvSpPr>
            <a:spLocks xmlns:a="http://schemas.openxmlformats.org/drawingml/2006/main" noGrp="1"/>
          </p:cNvSpPr>
          <p:nvPr/>
        </p:nvSpPr>
        <p:spPr>
          <a:xfrm xmlns:a="http://schemas.openxmlformats.org/drawingml/2006/main">
            <a:off x="16626840" y="3038475"/>
            <a:ext cx="121920" cy="121920"/>
          </a:xfrm>
          <a:custGeom xmlns:a="http://schemas.openxmlformats.org/drawingml/2006/main">
            <a:pathLst>
              <a:path w="121920" h="121920">
                <a:moveTo>
                  <a:pt x="121920" y="121920"/>
                </a:moveTo>
                <a:lnTo>
                  <a:pt x="60960" y="0"/>
                </a:lnTo>
                <a:lnTo>
                  <a:pt x="0" y="121920"/>
                </a:lnTo>
              </a:path>
            </a:pathLst>
          </a:custGeom>
          <a:noFill xmlns:a="http://schemas.openxmlformats.org/drawingml/2006/main"/>
          <a:ln xmlns:a="http://schemas.openxmlformats.org/drawingml/2006/main" w="24384">
            <a:solidFill>
              <a:srgbClr val="5F6B77"/>
            </a:solidFill>
            <a:prstDash val="solid"/>
          </a:ln>
        </p:spPr>
      </p:sp>
      <p:sp>
        <p:nvSpPr>
          <p:cNvPr id="175" name="dp43-comparison / n164 / path">
            <a:extLst xmlns:a="http://schemas.openxmlformats.org/drawingml/2006/main">
              <a:ext uri="{FF2B5EF4-FFF2-40B4-BE49-F238E27FC236}">
                <a16:creationId xmlns:a16="http://schemas.microsoft.com/office/drawing/2014/main" id="{D8F89FFC-2A95-4D82-8CA9-0967A01A9C1F}"/>
              </a:ext>
            </a:extLst>
          </p:cNvPr>
          <p:cNvSpPr>
            <a:spLocks xmlns:a="http://schemas.openxmlformats.org/drawingml/2006/main" noGrp="1"/>
          </p:cNvSpPr>
          <p:nvPr/>
        </p:nvSpPr>
        <p:spPr>
          <a:xfrm xmlns:a="http://schemas.openxmlformats.org/drawingml/2006/main">
            <a:off x="9944100" y="3781425"/>
            <a:ext cx="95250" cy="290513"/>
          </a:xfrm>
          <a:custGeom xmlns:a="http://schemas.openxmlformats.org/drawingml/2006/main">
            <a:pathLst>
              <a:path w="95250" h="290513">
                <a:moveTo>
                  <a:pt x="95250" y="290513"/>
                </a:moveTo>
                <a:lnTo>
                  <a:pt x="0" y="290513"/>
                </a:lnTo>
                <a:lnTo>
                  <a:pt x="0" y="0"/>
                </a:lnTo>
              </a:path>
            </a:pathLst>
          </a:custGeom>
          <a:noFill xmlns:a="http://schemas.openxmlformats.org/drawingml/2006/main"/>
          <a:ln xmlns:a="http://schemas.openxmlformats.org/drawingml/2006/main" w="19050">
            <a:solidFill>
              <a:srgbClr val="5F6B77"/>
            </a:solidFill>
            <a:prstDash val="dash"/>
          </a:ln>
        </p:spPr>
      </p:sp>
      <p:sp>
        <p:nvSpPr>
          <p:cNvPr id="176" name="dp43-comparison / n165 / path">
            <a:extLst xmlns:a="http://schemas.openxmlformats.org/drawingml/2006/main">
              <a:ext uri="{FF2B5EF4-FFF2-40B4-BE49-F238E27FC236}">
                <a16:creationId xmlns:a16="http://schemas.microsoft.com/office/drawing/2014/main" id="{DD8140C1-B48E-43FF-A552-1DA30502B245}"/>
              </a:ext>
            </a:extLst>
          </p:cNvPr>
          <p:cNvSpPr>
            <a:spLocks xmlns:a="http://schemas.openxmlformats.org/drawingml/2006/main" noGrp="1"/>
          </p:cNvSpPr>
          <p:nvPr/>
        </p:nvSpPr>
        <p:spPr>
          <a:xfrm xmlns:a="http://schemas.openxmlformats.org/drawingml/2006/main">
            <a:off x="9944100" y="3781425"/>
            <a:ext cx="95250" cy="947738"/>
          </a:xfrm>
          <a:custGeom xmlns:a="http://schemas.openxmlformats.org/drawingml/2006/main">
            <a:pathLst>
              <a:path w="95250" h="947738">
                <a:moveTo>
                  <a:pt x="95250" y="947738"/>
                </a:moveTo>
                <a:lnTo>
                  <a:pt x="0" y="947738"/>
                </a:lnTo>
                <a:lnTo>
                  <a:pt x="0" y="0"/>
                </a:lnTo>
              </a:path>
            </a:pathLst>
          </a:custGeom>
          <a:noFill xmlns:a="http://schemas.openxmlformats.org/drawingml/2006/main"/>
          <a:ln xmlns:a="http://schemas.openxmlformats.org/drawingml/2006/main" w="19050">
            <a:solidFill>
              <a:srgbClr val="5F6B77"/>
            </a:solidFill>
            <a:prstDash val="dash"/>
          </a:ln>
        </p:spPr>
      </p:sp>
      <p:sp>
        <p:nvSpPr>
          <p:cNvPr id="177" name="dp43-comparison / n166 / path">
            <a:extLst xmlns:a="http://schemas.openxmlformats.org/drawingml/2006/main">
              <a:ext uri="{FF2B5EF4-FFF2-40B4-BE49-F238E27FC236}">
                <a16:creationId xmlns:a16="http://schemas.microsoft.com/office/drawing/2014/main" id="{F4CEE623-C57E-4AF1-85A7-2930CF9C889F}"/>
              </a:ext>
            </a:extLst>
          </p:cNvPr>
          <p:cNvSpPr>
            <a:spLocks xmlns:a="http://schemas.openxmlformats.org/drawingml/2006/main" noGrp="1"/>
          </p:cNvSpPr>
          <p:nvPr/>
        </p:nvSpPr>
        <p:spPr>
          <a:xfrm xmlns:a="http://schemas.openxmlformats.org/drawingml/2006/main">
            <a:off x="9944100" y="3781425"/>
            <a:ext cx="95250" cy="1604963"/>
          </a:xfrm>
          <a:custGeom xmlns:a="http://schemas.openxmlformats.org/drawingml/2006/main">
            <a:pathLst>
              <a:path w="95250" h="1604963">
                <a:moveTo>
                  <a:pt x="95250" y="1604963"/>
                </a:moveTo>
                <a:lnTo>
                  <a:pt x="0" y="1604963"/>
                </a:lnTo>
                <a:lnTo>
                  <a:pt x="0" y="0"/>
                </a:lnTo>
              </a:path>
            </a:pathLst>
          </a:custGeom>
          <a:noFill xmlns:a="http://schemas.openxmlformats.org/drawingml/2006/main"/>
          <a:ln xmlns:a="http://schemas.openxmlformats.org/drawingml/2006/main" w="19050">
            <a:solidFill>
              <a:srgbClr val="5F6B77"/>
            </a:solidFill>
            <a:prstDash val="dash"/>
          </a:ln>
        </p:spPr>
      </p:sp>
      <p:sp>
        <p:nvSpPr>
          <p:cNvPr id="178" name="dp43-comparison / n167 / path">
            <a:extLst xmlns:a="http://schemas.openxmlformats.org/drawingml/2006/main">
              <a:ext uri="{FF2B5EF4-FFF2-40B4-BE49-F238E27FC236}">
                <a16:creationId xmlns:a16="http://schemas.microsoft.com/office/drawing/2014/main" id="{EC65135F-7E7B-4CAD-97A9-2705C9110C31}"/>
              </a:ext>
            </a:extLst>
          </p:cNvPr>
          <p:cNvSpPr>
            <a:spLocks xmlns:a="http://schemas.openxmlformats.org/drawingml/2006/main" noGrp="1"/>
          </p:cNvSpPr>
          <p:nvPr/>
        </p:nvSpPr>
        <p:spPr>
          <a:xfrm xmlns:a="http://schemas.openxmlformats.org/drawingml/2006/main">
            <a:off x="17487900" y="3781425"/>
            <a:ext cx="247650" cy="290513"/>
          </a:xfrm>
          <a:custGeom xmlns:a="http://schemas.openxmlformats.org/drawingml/2006/main">
            <a:pathLst>
              <a:path w="247650" h="290513">
                <a:moveTo>
                  <a:pt x="0" y="290513"/>
                </a:moveTo>
                <a:lnTo>
                  <a:pt x="247650" y="290513"/>
                </a:lnTo>
                <a:lnTo>
                  <a:pt x="247650" y="0"/>
                </a:lnTo>
              </a:path>
            </a:pathLst>
          </a:custGeom>
          <a:noFill xmlns:a="http://schemas.openxmlformats.org/drawingml/2006/main"/>
          <a:ln xmlns:a="http://schemas.openxmlformats.org/drawingml/2006/main" w="19050">
            <a:solidFill>
              <a:srgbClr val="5F6B77"/>
            </a:solidFill>
            <a:prstDash val="dash"/>
          </a:ln>
        </p:spPr>
      </p:sp>
      <p:sp>
        <p:nvSpPr>
          <p:cNvPr id="179" name="dp43-comparison / n168 / path">
            <a:extLst xmlns:a="http://schemas.openxmlformats.org/drawingml/2006/main">
              <a:ext uri="{FF2B5EF4-FFF2-40B4-BE49-F238E27FC236}">
                <a16:creationId xmlns:a16="http://schemas.microsoft.com/office/drawing/2014/main" id="{66D238D6-71A8-42B3-B24B-15377B1BB705}"/>
              </a:ext>
            </a:extLst>
          </p:cNvPr>
          <p:cNvSpPr>
            <a:spLocks xmlns:a="http://schemas.openxmlformats.org/drawingml/2006/main" noGrp="1"/>
          </p:cNvSpPr>
          <p:nvPr/>
        </p:nvSpPr>
        <p:spPr>
          <a:xfrm xmlns:a="http://schemas.openxmlformats.org/drawingml/2006/main">
            <a:off x="17487900" y="3781425"/>
            <a:ext cx="247650" cy="947738"/>
          </a:xfrm>
          <a:custGeom xmlns:a="http://schemas.openxmlformats.org/drawingml/2006/main">
            <a:pathLst>
              <a:path w="247650" h="947738">
                <a:moveTo>
                  <a:pt x="0" y="947738"/>
                </a:moveTo>
                <a:lnTo>
                  <a:pt x="247650" y="947738"/>
                </a:lnTo>
                <a:lnTo>
                  <a:pt x="247650" y="0"/>
                </a:lnTo>
              </a:path>
            </a:pathLst>
          </a:custGeom>
          <a:noFill xmlns:a="http://schemas.openxmlformats.org/drawingml/2006/main"/>
          <a:ln xmlns:a="http://schemas.openxmlformats.org/drawingml/2006/main" w="19050">
            <a:solidFill>
              <a:srgbClr val="5F6B77"/>
            </a:solidFill>
            <a:prstDash val="dash"/>
          </a:ln>
        </p:spPr>
      </p:sp>
      <p:sp>
        <p:nvSpPr>
          <p:cNvPr id="180" name="dp43-comparison / n169 / path">
            <a:extLst xmlns:a="http://schemas.openxmlformats.org/drawingml/2006/main">
              <a:ext uri="{FF2B5EF4-FFF2-40B4-BE49-F238E27FC236}">
                <a16:creationId xmlns:a16="http://schemas.microsoft.com/office/drawing/2014/main" id="{DF716265-7603-4D47-9892-897E682347FE}"/>
              </a:ext>
            </a:extLst>
          </p:cNvPr>
          <p:cNvSpPr>
            <a:spLocks xmlns:a="http://schemas.openxmlformats.org/drawingml/2006/main" noGrp="1"/>
          </p:cNvSpPr>
          <p:nvPr/>
        </p:nvSpPr>
        <p:spPr>
          <a:xfrm xmlns:a="http://schemas.openxmlformats.org/drawingml/2006/main">
            <a:off x="17487900" y="3781425"/>
            <a:ext cx="247650" cy="1604963"/>
          </a:xfrm>
          <a:custGeom xmlns:a="http://schemas.openxmlformats.org/drawingml/2006/main">
            <a:pathLst>
              <a:path w="247650" h="1604963">
                <a:moveTo>
                  <a:pt x="0" y="1604963"/>
                </a:moveTo>
                <a:lnTo>
                  <a:pt x="247650" y="1604963"/>
                </a:lnTo>
                <a:lnTo>
                  <a:pt x="247650" y="0"/>
                </a:lnTo>
              </a:path>
            </a:pathLst>
          </a:custGeom>
          <a:noFill xmlns:a="http://schemas.openxmlformats.org/drawingml/2006/main"/>
          <a:ln xmlns:a="http://schemas.openxmlformats.org/drawingml/2006/main" w="19050">
            <a:solidFill>
              <a:srgbClr val="5F6B77"/>
            </a:solidFill>
            <a:prstDash val="dash"/>
          </a:ln>
        </p:spPr>
      </p:sp>
      <p:sp>
        <p:nvSpPr>
          <p:cNvPr id="181" name="dp43-comparison / n176">
            <a:extLst xmlns:a="http://schemas.openxmlformats.org/drawingml/2006/main">
              <a:ext uri="{FF2B5EF4-FFF2-40B4-BE49-F238E27FC236}">
                <a16:creationId xmlns:a16="http://schemas.microsoft.com/office/drawing/2014/main" id="{EC9D7430-69A4-4329-BCFB-C90F0667AB0D}"/>
              </a:ext>
            </a:extLst>
          </p:cNvPr>
          <p:cNvSpPr>
            <a:spLocks xmlns:a="http://schemas.openxmlformats.org/drawingml/2006/main" noGrp="1"/>
          </p:cNvSpPr>
          <p:nvPr/>
        </p:nvSpPr>
        <p:spPr>
          <a:xfrm xmlns:a="http://schemas.openxmlformats.org/drawingml/2006/main">
            <a:off x="9906000" y="6524625"/>
            <a:ext cx="2381250" cy="371475"/>
          </a:xfrm>
          <a:prstGeom xmlns:a="http://schemas.openxmlformats.org/drawingml/2006/main" prst="rect">
            <a:avLst/>
          </a:prstGeom>
          <a:solidFill xmlns:a="http://schemas.openxmlformats.org/drawingml/2006/main">
            <a:srgbClr val="FFFFFF"/>
          </a:solidFill>
          <a:ln xmlns:a="http://schemas.openxmlformats.org/drawingml/2006/main" w="16193">
            <a:solidFill>
              <a:srgbClr val="18232E"/>
            </a:solidFill>
            <a:prstDash val="solid"/>
          </a:ln>
        </p:spPr>
      </p:sp>
      <p:sp>
        <p:nvSpPr>
          <p:cNvPr id="182" name="dp43-comparison / n177 / text 1">
            <a:extLst xmlns:a="http://schemas.openxmlformats.org/drawingml/2006/main">
              <a:ext uri="{FF2B5EF4-FFF2-40B4-BE49-F238E27FC236}">
                <a16:creationId xmlns:a16="http://schemas.microsoft.com/office/drawing/2014/main" id="{E84B7F46-1C71-463E-8520-B544E8BB5A5A}"/>
              </a:ext>
            </a:extLst>
          </p:cNvPr>
          <p:cNvSpPr>
            <a:spLocks xmlns:a="http://schemas.openxmlformats.org/drawingml/2006/main" noGrp="1"/>
          </p:cNvSpPr>
          <p:nvPr/>
        </p:nvSpPr>
        <p:spPr>
          <a:xfrm xmlns:a="http://schemas.openxmlformats.org/drawingml/2006/main">
            <a:off x="9991725" y="6598920"/>
            <a:ext cx="2209800" cy="24860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350" b="1">
                <a:solidFill>
                  <a:srgbClr val="18232E"/>
                </a:solidFill>
                <a:latin typeface="Apple SD Gothic Neo"/>
                <a:ea typeface="Apple SD Gothic Neo"/>
                <a:cs typeface="Apple SD Gothic Neo"/>
              </a:defRPr>
            </a:pPr>
            <a:r>
              <a:rPr sz="1350" b="1">
                <a:solidFill>
                  <a:srgbClr val="18232E"/>
                </a:solidFill>
                <a:latin typeface="Apple SD Gothic Neo"/>
                <a:ea typeface="Apple SD Gothic Neo"/>
                <a:cs typeface="Apple SD Gothic Neo"/>
              </a:rPr>
              <a:t>Request Controller</a:t>
            </a:r>
          </a:p>
        </p:txBody>
      </p:sp>
      <p:sp>
        <p:nvSpPr>
          <p:cNvPr id="183" name="dp43-comparison / n178">
            <a:extLst xmlns:a="http://schemas.openxmlformats.org/drawingml/2006/main">
              <a:ext uri="{FF2B5EF4-FFF2-40B4-BE49-F238E27FC236}">
                <a16:creationId xmlns:a16="http://schemas.microsoft.com/office/drawing/2014/main" id="{ADFA0084-9562-4C8B-BD10-A2C4F545F464}"/>
              </a:ext>
            </a:extLst>
          </p:cNvPr>
          <p:cNvSpPr>
            <a:spLocks xmlns:a="http://schemas.openxmlformats.org/drawingml/2006/main" noGrp="1"/>
          </p:cNvSpPr>
          <p:nvPr/>
        </p:nvSpPr>
        <p:spPr>
          <a:xfrm xmlns:a="http://schemas.openxmlformats.org/drawingml/2006/main">
            <a:off x="12906375" y="6505575"/>
            <a:ext cx="2190750" cy="409575"/>
          </a:xfrm>
          <a:prstGeom xmlns:a="http://schemas.openxmlformats.org/drawingml/2006/main" prst="can">
            <a:avLst>
              <a:gd name="adj" fmla="val 20000"/>
            </a:avLst>
          </a:prstGeom>
          <a:solidFill xmlns:a="http://schemas.openxmlformats.org/drawingml/2006/main">
            <a:srgbClr val="FFF7DE"/>
          </a:solidFill>
          <a:ln xmlns:a="http://schemas.openxmlformats.org/drawingml/2006/main" w="16193">
            <a:solidFill>
              <a:srgbClr val="5F6B77"/>
            </a:solidFill>
            <a:prstDash val="solid"/>
          </a:ln>
        </p:spPr>
      </p:sp>
      <p:sp>
        <p:nvSpPr>
          <p:cNvPr id="184" name="dp43-comparison / n179 / text 1">
            <a:extLst xmlns:a="http://schemas.openxmlformats.org/drawingml/2006/main">
              <a:ext uri="{FF2B5EF4-FFF2-40B4-BE49-F238E27FC236}">
                <a16:creationId xmlns:a16="http://schemas.microsoft.com/office/drawing/2014/main" id="{B7C94E47-186B-4CA6-9F89-F5EBA3DB11B8}"/>
              </a:ext>
            </a:extLst>
          </p:cNvPr>
          <p:cNvSpPr>
            <a:spLocks xmlns:a="http://schemas.openxmlformats.org/drawingml/2006/main" noGrp="1"/>
          </p:cNvSpPr>
          <p:nvPr/>
        </p:nvSpPr>
        <p:spPr>
          <a:xfrm xmlns:a="http://schemas.openxmlformats.org/drawingml/2006/main">
            <a:off x="12992100" y="6667500"/>
            <a:ext cx="2019300"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75" b="0">
                <a:solidFill>
                  <a:srgbClr val="18232E"/>
                </a:solidFill>
                <a:latin typeface="Apple SD Gothic Neo"/>
                <a:ea typeface="Apple SD Gothic Neo"/>
                <a:cs typeface="Apple SD Gothic Neo"/>
              </a:defRPr>
            </a:pPr>
            <a:r>
              <a:rPr sz="1275" b="0">
                <a:solidFill>
                  <a:srgbClr val="18232E"/>
                </a:solidFill>
                <a:latin typeface="Apple SD Gothic Neo"/>
                <a:ea typeface="Apple SD Gothic Neo"/>
                <a:cs typeface="Apple SD Gothic Neo"/>
              </a:rPr>
              <a:t>State Store</a:t>
            </a:r>
          </a:p>
        </p:txBody>
      </p:sp>
      <p:sp>
        <p:nvSpPr>
          <p:cNvPr id="185" name="dp43-comparison / n180">
            <a:extLst xmlns:a="http://schemas.openxmlformats.org/drawingml/2006/main">
              <a:ext uri="{FF2B5EF4-FFF2-40B4-BE49-F238E27FC236}">
                <a16:creationId xmlns:a16="http://schemas.microsoft.com/office/drawing/2014/main" id="{3586183D-34A0-4034-9394-BB7E79CEF0FC}"/>
              </a:ext>
            </a:extLst>
          </p:cNvPr>
          <p:cNvSpPr>
            <a:spLocks xmlns:a="http://schemas.openxmlformats.org/drawingml/2006/main" noGrp="1"/>
          </p:cNvSpPr>
          <p:nvPr/>
        </p:nvSpPr>
        <p:spPr>
          <a:xfrm xmlns:a="http://schemas.openxmlformats.org/drawingml/2006/main">
            <a:off x="15668625" y="6524625"/>
            <a:ext cx="1981200" cy="371475"/>
          </a:xfrm>
          <a:prstGeom xmlns:a="http://schemas.openxmlformats.org/drawingml/2006/main" prst="rect">
            <a:avLst/>
          </a:prstGeom>
          <a:solidFill xmlns:a="http://schemas.openxmlformats.org/drawingml/2006/main">
            <a:srgbClr val="FFFFFF"/>
          </a:solidFill>
          <a:ln xmlns:a="http://schemas.openxmlformats.org/drawingml/2006/main" w="16193">
            <a:solidFill>
              <a:srgbClr val="18232E"/>
            </a:solidFill>
            <a:prstDash val="solid"/>
          </a:ln>
        </p:spPr>
      </p:sp>
      <p:sp>
        <p:nvSpPr>
          <p:cNvPr id="186" name="dp43-comparison / n181 / text 1">
            <a:extLst xmlns:a="http://schemas.openxmlformats.org/drawingml/2006/main">
              <a:ext uri="{FF2B5EF4-FFF2-40B4-BE49-F238E27FC236}">
                <a16:creationId xmlns:a16="http://schemas.microsoft.com/office/drawing/2014/main" id="{258DBB81-A3B2-4749-8E29-3C8D6448F252}"/>
              </a:ext>
            </a:extLst>
          </p:cNvPr>
          <p:cNvSpPr>
            <a:spLocks xmlns:a="http://schemas.openxmlformats.org/drawingml/2006/main" noGrp="1"/>
          </p:cNvSpPr>
          <p:nvPr/>
        </p:nvSpPr>
        <p:spPr>
          <a:xfrm xmlns:a="http://schemas.openxmlformats.org/drawingml/2006/main">
            <a:off x="15754350" y="6598920"/>
            <a:ext cx="1809750" cy="24860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350" b="1">
                <a:solidFill>
                  <a:srgbClr val="18232E"/>
                </a:solidFill>
                <a:latin typeface="Apple SD Gothic Neo"/>
                <a:ea typeface="Apple SD Gothic Neo"/>
                <a:cs typeface="Apple SD Gothic Neo"/>
              </a:defRPr>
            </a:pPr>
            <a:r>
              <a:rPr sz="1350" b="1">
                <a:solidFill>
                  <a:srgbClr val="18232E"/>
                </a:solidFill>
                <a:latin typeface="Apple SD Gothic Neo"/>
                <a:ea typeface="Apple SD Gothic Neo"/>
                <a:cs typeface="Apple SD Gothic Neo"/>
              </a:rPr>
              <a:t>Policy Manager</a:t>
            </a:r>
          </a:p>
        </p:txBody>
      </p:sp>
      <p:sp>
        <p:nvSpPr>
          <p:cNvPr id="187" name="dp43-comparison / n182 / path">
            <a:extLst xmlns:a="http://schemas.openxmlformats.org/drawingml/2006/main">
              <a:ext uri="{FF2B5EF4-FFF2-40B4-BE49-F238E27FC236}">
                <a16:creationId xmlns:a16="http://schemas.microsoft.com/office/drawing/2014/main" id="{38369DCC-FCBE-4208-9C5E-E47DECABF961}"/>
              </a:ext>
            </a:extLst>
          </p:cNvPr>
          <p:cNvSpPr>
            <a:spLocks xmlns:a="http://schemas.openxmlformats.org/drawingml/2006/main" noGrp="1"/>
          </p:cNvSpPr>
          <p:nvPr/>
        </p:nvSpPr>
        <p:spPr>
          <a:xfrm xmlns:a="http://schemas.openxmlformats.org/drawingml/2006/main">
            <a:off x="11096625" y="5810250"/>
            <a:ext cx="2676525" cy="714375"/>
          </a:xfrm>
          <a:custGeom xmlns:a="http://schemas.openxmlformats.org/drawingml/2006/main">
            <a:pathLst>
              <a:path w="2676525" h="714375">
                <a:moveTo>
                  <a:pt x="2676525" y="0"/>
                </a:moveTo>
                <a:lnTo>
                  <a:pt x="2676525" y="647700"/>
                </a:lnTo>
                <a:lnTo>
                  <a:pt x="0" y="647700"/>
                </a:lnTo>
                <a:lnTo>
                  <a:pt x="0" y="714375"/>
                </a:lnTo>
              </a:path>
            </a:pathLst>
          </a:custGeom>
          <a:noFill xmlns:a="http://schemas.openxmlformats.org/drawingml/2006/main"/>
          <a:ln xmlns:a="http://schemas.openxmlformats.org/drawingml/2006/main" w="19050">
            <a:solidFill>
              <a:srgbClr val="7155A4"/>
            </a:solidFill>
            <a:prstDash val="solid"/>
          </a:ln>
        </p:spPr>
      </p:sp>
      <p:sp>
        <p:nvSpPr>
          <p:cNvPr id="188" name="dp43-comparison / n182 / arrow">
            <a:extLst xmlns:a="http://schemas.openxmlformats.org/drawingml/2006/main">
              <a:ext uri="{FF2B5EF4-FFF2-40B4-BE49-F238E27FC236}">
                <a16:creationId xmlns:a16="http://schemas.microsoft.com/office/drawing/2014/main" id="{A2140425-C394-45E7-9511-29D57771758D}"/>
              </a:ext>
            </a:extLst>
          </p:cNvPr>
          <p:cNvSpPr>
            <a:spLocks xmlns:a="http://schemas.openxmlformats.org/drawingml/2006/main" noGrp="1"/>
          </p:cNvSpPr>
          <p:nvPr/>
        </p:nvSpPr>
        <p:spPr>
          <a:xfrm xmlns:a="http://schemas.openxmlformats.org/drawingml/2006/main">
            <a:off x="11035665" y="6402705"/>
            <a:ext cx="121920" cy="121920"/>
          </a:xfrm>
          <a:custGeom xmlns:a="http://schemas.openxmlformats.org/drawingml/2006/main">
            <a:pathLst>
              <a:path w="121920" h="121920">
                <a:moveTo>
                  <a:pt x="0" y="0"/>
                </a:moveTo>
                <a:lnTo>
                  <a:pt x="60960" y="121920"/>
                </a:lnTo>
                <a:lnTo>
                  <a:pt x="121920" y="0"/>
                </a:lnTo>
              </a:path>
            </a:pathLst>
          </a:custGeom>
          <a:noFill xmlns:a="http://schemas.openxmlformats.org/drawingml/2006/main"/>
          <a:ln xmlns:a="http://schemas.openxmlformats.org/drawingml/2006/main" w="24384">
            <a:solidFill>
              <a:srgbClr val="7155A4"/>
            </a:solidFill>
            <a:prstDash val="solid"/>
          </a:ln>
        </p:spPr>
      </p:sp>
      <p:sp>
        <p:nvSpPr>
          <p:cNvPr id="189" name="dp43-comparison / n183 / path">
            <a:extLst xmlns:a="http://schemas.openxmlformats.org/drawingml/2006/main">
              <a:ext uri="{FF2B5EF4-FFF2-40B4-BE49-F238E27FC236}">
                <a16:creationId xmlns:a16="http://schemas.microsoft.com/office/drawing/2014/main" id="{AAB31991-86FC-42EA-8420-761CCC441FA6}"/>
              </a:ext>
            </a:extLst>
          </p:cNvPr>
          <p:cNvSpPr>
            <a:spLocks xmlns:a="http://schemas.openxmlformats.org/drawingml/2006/main" noGrp="1"/>
          </p:cNvSpPr>
          <p:nvPr/>
        </p:nvSpPr>
        <p:spPr>
          <a:xfrm xmlns:a="http://schemas.openxmlformats.org/drawingml/2006/main">
            <a:off x="12287250" y="6448425"/>
            <a:ext cx="3381375" cy="261938"/>
          </a:xfrm>
          <a:custGeom xmlns:a="http://schemas.openxmlformats.org/drawingml/2006/main">
            <a:pathLst>
              <a:path w="3381375" h="261938">
                <a:moveTo>
                  <a:pt x="3381375" y="261938"/>
                </a:moveTo>
                <a:lnTo>
                  <a:pt x="3181350" y="257175"/>
                </a:lnTo>
                <a:lnTo>
                  <a:pt x="3181350" y="0"/>
                </a:lnTo>
                <a:lnTo>
                  <a:pt x="180975" y="0"/>
                </a:lnTo>
                <a:lnTo>
                  <a:pt x="180975" y="257175"/>
                </a:lnTo>
                <a:lnTo>
                  <a:pt x="0" y="261938"/>
                </a:lnTo>
              </a:path>
            </a:pathLst>
          </a:custGeom>
          <a:noFill xmlns:a="http://schemas.openxmlformats.org/drawingml/2006/main"/>
          <a:ln xmlns:a="http://schemas.openxmlformats.org/drawingml/2006/main" w="19050">
            <a:solidFill>
              <a:srgbClr val="5F6B77"/>
            </a:solidFill>
            <a:prstDash val="dash"/>
          </a:ln>
        </p:spPr>
      </p:sp>
      <p:sp>
        <p:nvSpPr>
          <p:cNvPr id="190" name="dp43-comparison / n183 / arrow">
            <a:extLst xmlns:a="http://schemas.openxmlformats.org/drawingml/2006/main">
              <a:ext uri="{FF2B5EF4-FFF2-40B4-BE49-F238E27FC236}">
                <a16:creationId xmlns:a16="http://schemas.microsoft.com/office/drawing/2014/main" id="{3F9E69EB-2E8F-40DE-A6BB-EA5CFC00EAEC}"/>
              </a:ext>
            </a:extLst>
          </p:cNvPr>
          <p:cNvSpPr>
            <a:spLocks xmlns:a="http://schemas.openxmlformats.org/drawingml/2006/main" noGrp="1"/>
          </p:cNvSpPr>
          <p:nvPr/>
        </p:nvSpPr>
        <p:spPr>
          <a:xfrm xmlns:a="http://schemas.openxmlformats.org/drawingml/2006/main">
            <a:off x="12287250" y="6646216"/>
            <a:ext cx="123481" cy="121878"/>
          </a:xfrm>
          <a:custGeom xmlns:a="http://schemas.openxmlformats.org/drawingml/2006/main">
            <a:pathLst>
              <a:path w="123481" h="121878">
                <a:moveTo>
                  <a:pt x="120274" y="0"/>
                </a:moveTo>
                <a:lnTo>
                  <a:pt x="0" y="64146"/>
                </a:lnTo>
                <a:lnTo>
                  <a:pt x="123481" y="121878"/>
                </a:lnTo>
              </a:path>
            </a:pathLst>
          </a:custGeom>
          <a:noFill xmlns:a="http://schemas.openxmlformats.org/drawingml/2006/main"/>
          <a:ln xmlns:a="http://schemas.openxmlformats.org/drawingml/2006/main" w="24384">
            <a:solidFill>
              <a:srgbClr val="5F6B77"/>
            </a:solidFill>
            <a:prstDash val="solid"/>
          </a:ln>
        </p:spPr>
      </p:sp>
      <p:sp>
        <p:nvSpPr>
          <p:cNvPr id="191" name="dp43-comparison / n184 / path">
            <a:extLst xmlns:a="http://schemas.openxmlformats.org/drawingml/2006/main">
              <a:ext uri="{FF2B5EF4-FFF2-40B4-BE49-F238E27FC236}">
                <a16:creationId xmlns:a16="http://schemas.microsoft.com/office/drawing/2014/main" id="{CB0F4FFF-5222-4E6D-A1D4-7BD64F41AEDC}"/>
              </a:ext>
            </a:extLst>
          </p:cNvPr>
          <p:cNvSpPr>
            <a:spLocks xmlns:a="http://schemas.openxmlformats.org/drawingml/2006/main" noGrp="1"/>
          </p:cNvSpPr>
          <p:nvPr/>
        </p:nvSpPr>
        <p:spPr>
          <a:xfrm xmlns:a="http://schemas.openxmlformats.org/drawingml/2006/main">
            <a:off x="12287250" y="6710363"/>
            <a:ext cx="619125" cy="953"/>
          </a:xfrm>
          <a:custGeom xmlns:a="http://schemas.openxmlformats.org/drawingml/2006/main">
            <a:pathLst>
              <a:path w="619125" h="953">
                <a:moveTo>
                  <a:pt x="0" y="0"/>
                </a:moveTo>
                <a:lnTo>
                  <a:pt x="619125" y="0"/>
                </a:lnTo>
              </a:path>
            </a:pathLst>
          </a:custGeom>
          <a:noFill xmlns:a="http://schemas.openxmlformats.org/drawingml/2006/main"/>
          <a:ln xmlns:a="http://schemas.openxmlformats.org/drawingml/2006/main" w="19050">
            <a:solidFill>
              <a:srgbClr val="7155A4"/>
            </a:solidFill>
            <a:prstDash val="solid"/>
          </a:ln>
        </p:spPr>
      </p:sp>
      <p:sp>
        <p:nvSpPr>
          <p:cNvPr id="192" name="dp43-comparison / n184 / arrow">
            <a:extLst xmlns:a="http://schemas.openxmlformats.org/drawingml/2006/main">
              <a:ext uri="{FF2B5EF4-FFF2-40B4-BE49-F238E27FC236}">
                <a16:creationId xmlns:a16="http://schemas.microsoft.com/office/drawing/2014/main" id="{A3AEEAD9-ADC0-4F66-B92F-87840BA21BF5}"/>
              </a:ext>
            </a:extLst>
          </p:cNvPr>
          <p:cNvSpPr>
            <a:spLocks xmlns:a="http://schemas.openxmlformats.org/drawingml/2006/main" noGrp="1"/>
          </p:cNvSpPr>
          <p:nvPr/>
        </p:nvSpPr>
        <p:spPr>
          <a:xfrm xmlns:a="http://schemas.openxmlformats.org/drawingml/2006/main">
            <a:off x="12784455" y="6649403"/>
            <a:ext cx="121920" cy="121920"/>
          </a:xfrm>
          <a:custGeom xmlns:a="http://schemas.openxmlformats.org/drawingml/2006/main">
            <a:pathLst>
              <a:path w="121920" h="121920">
                <a:moveTo>
                  <a:pt x="0" y="121920"/>
                </a:moveTo>
                <a:lnTo>
                  <a:pt x="121920" y="60960"/>
                </a:lnTo>
                <a:lnTo>
                  <a:pt x="0" y="0"/>
                </a:lnTo>
              </a:path>
            </a:pathLst>
          </a:custGeom>
          <a:noFill xmlns:a="http://schemas.openxmlformats.org/drawingml/2006/main"/>
          <a:ln xmlns:a="http://schemas.openxmlformats.org/drawingml/2006/main" w="24384">
            <a:solidFill>
              <a:srgbClr val="7155A4"/>
            </a:solidFill>
            <a:prstDash val="solid"/>
          </a:ln>
        </p:spPr>
      </p:sp>
      <p:sp>
        <p:nvSpPr>
          <p:cNvPr id="193" name="dp43-comparison / n110">
            <a:extLst xmlns:a="http://schemas.openxmlformats.org/drawingml/2006/main">
              <a:ext uri="{FF2B5EF4-FFF2-40B4-BE49-F238E27FC236}">
                <a16:creationId xmlns:a16="http://schemas.microsoft.com/office/drawing/2014/main" id="{5BF7B637-95D8-42F2-8FC0-86AECCBFFF11}"/>
              </a:ext>
            </a:extLst>
          </p:cNvPr>
          <p:cNvSpPr>
            <a:spLocks xmlns:a="http://schemas.openxmlformats.org/drawingml/2006/main" noGrp="1"/>
          </p:cNvSpPr>
          <p:nvPr/>
        </p:nvSpPr>
        <p:spPr>
          <a:xfrm xmlns:a="http://schemas.openxmlformats.org/drawingml/2006/main">
            <a:off x="9867900" y="2400300"/>
            <a:ext cx="2534222" cy="21336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94" name="dp43-comparison / n111 / text 1">
            <a:extLst xmlns:a="http://schemas.openxmlformats.org/drawingml/2006/main">
              <a:ext uri="{FF2B5EF4-FFF2-40B4-BE49-F238E27FC236}">
                <a16:creationId xmlns:a16="http://schemas.microsoft.com/office/drawing/2014/main" id="{6179AFB0-002D-48BE-9B4A-01FC8A8C793A}"/>
              </a:ext>
            </a:extLst>
          </p:cNvPr>
          <p:cNvSpPr>
            <a:spLocks xmlns:a="http://schemas.openxmlformats.org/drawingml/2006/main" noGrp="1"/>
          </p:cNvSpPr>
          <p:nvPr/>
        </p:nvSpPr>
        <p:spPr>
          <a:xfrm xmlns:a="http://schemas.openxmlformats.org/drawingml/2006/main">
            <a:off x="9886950" y="2409825"/>
            <a:ext cx="2667000"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5F6B77"/>
                </a:solidFill>
                <a:latin typeface="Apple SD Gothic Neo"/>
                <a:ea typeface="Apple SD Gothic Neo"/>
                <a:cs typeface="Apple SD Gothic Neo"/>
              </a:defRPr>
            </a:pPr>
            <a:r>
              <a:rPr sz="1275" b="0">
                <a:solidFill>
                  <a:srgbClr val="5F6B77"/>
                </a:solidFill>
                <a:latin typeface="Apple SD Gothic Neo"/>
                <a:ea typeface="Apple SD Gothic Neo"/>
                <a:cs typeface="Apple SD Gothic Neo"/>
              </a:rPr>
              <a:t>확정 User Turn / 새 Request</a:t>
            </a:r>
          </a:p>
        </p:txBody>
      </p:sp>
      <p:sp>
        <p:nvSpPr>
          <p:cNvPr id="195" name="dp43-comparison / n112">
            <a:extLst xmlns:a="http://schemas.openxmlformats.org/drawingml/2006/main">
              <a:ext uri="{FF2B5EF4-FFF2-40B4-BE49-F238E27FC236}">
                <a16:creationId xmlns:a16="http://schemas.microsoft.com/office/drawing/2014/main" id="{C57F2B19-AD0D-48A8-A6B5-EFE442CBE710}"/>
              </a:ext>
            </a:extLst>
          </p:cNvPr>
          <p:cNvSpPr>
            <a:spLocks xmlns:a="http://schemas.openxmlformats.org/drawingml/2006/main" noGrp="1"/>
          </p:cNvSpPr>
          <p:nvPr/>
        </p:nvSpPr>
        <p:spPr>
          <a:xfrm xmlns:a="http://schemas.openxmlformats.org/drawingml/2006/main">
            <a:off x="15678150" y="3076575"/>
            <a:ext cx="2038350" cy="20193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96" name="dp43-comparison / n113 / text 1">
            <a:extLst xmlns:a="http://schemas.openxmlformats.org/drawingml/2006/main">
              <a:ext uri="{FF2B5EF4-FFF2-40B4-BE49-F238E27FC236}">
                <a16:creationId xmlns:a16="http://schemas.microsoft.com/office/drawing/2014/main" id="{BA9E2D10-AC9C-44CB-A7CC-1208AC9E4931}"/>
              </a:ext>
            </a:extLst>
          </p:cNvPr>
          <p:cNvSpPr>
            <a:spLocks xmlns:a="http://schemas.openxmlformats.org/drawingml/2006/main" noGrp="1"/>
          </p:cNvSpPr>
          <p:nvPr/>
        </p:nvSpPr>
        <p:spPr>
          <a:xfrm xmlns:a="http://schemas.openxmlformats.org/drawingml/2006/main">
            <a:off x="15697200" y="3086100"/>
            <a:ext cx="2000250"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5F6B77"/>
                </a:solidFill>
                <a:latin typeface="Apple SD Gothic Neo"/>
                <a:ea typeface="Apple SD Gothic Neo"/>
                <a:cs typeface="Apple SD Gothic Neo"/>
              </a:defRPr>
            </a:pPr>
            <a:r>
              <a:rPr sz="1200" b="0">
                <a:solidFill>
                  <a:srgbClr val="5F6B77"/>
                </a:solidFill>
                <a:latin typeface="Apple SD Gothic Neo"/>
                <a:ea typeface="Apple SD Gothic Neo"/>
                <a:cs typeface="Apple SD Gothic Neo"/>
              </a:rPr>
              <a:t>공유 Omni 1벌 / 역할별 KV</a:t>
            </a:r>
          </a:p>
        </p:txBody>
      </p:sp>
      <p:sp>
        <p:nvSpPr>
          <p:cNvPr id="197" name="dp43-comparison / n115">
            <a:extLst xmlns:a="http://schemas.openxmlformats.org/drawingml/2006/main">
              <a:ext uri="{FF2B5EF4-FFF2-40B4-BE49-F238E27FC236}">
                <a16:creationId xmlns:a16="http://schemas.microsoft.com/office/drawing/2014/main" id="{3DBA6E91-7D18-444A-9CCA-DA2E0D6B76CB}"/>
              </a:ext>
            </a:extLst>
          </p:cNvPr>
          <p:cNvSpPr>
            <a:spLocks xmlns:a="http://schemas.openxmlformats.org/drawingml/2006/main" noGrp="1"/>
          </p:cNvSpPr>
          <p:nvPr/>
        </p:nvSpPr>
        <p:spPr>
          <a:xfrm xmlns:a="http://schemas.openxmlformats.org/drawingml/2006/main">
            <a:off x="12239625" y="2438400"/>
            <a:ext cx="381000" cy="20193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98" name="dp43-comparison / n116 / text 1">
            <a:extLst xmlns:a="http://schemas.openxmlformats.org/drawingml/2006/main">
              <a:ext uri="{FF2B5EF4-FFF2-40B4-BE49-F238E27FC236}">
                <a16:creationId xmlns:a16="http://schemas.microsoft.com/office/drawing/2014/main" id="{563110E6-6997-4CB6-B6C3-8140043BD9BE}"/>
              </a:ext>
            </a:extLst>
          </p:cNvPr>
          <p:cNvSpPr>
            <a:spLocks xmlns:a="http://schemas.openxmlformats.org/drawingml/2006/main" noGrp="1"/>
          </p:cNvSpPr>
          <p:nvPr/>
        </p:nvSpPr>
        <p:spPr>
          <a:xfrm xmlns:a="http://schemas.openxmlformats.org/drawingml/2006/main">
            <a:off x="12258675" y="2447925"/>
            <a:ext cx="1238250"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5F6B77"/>
                </a:solidFill>
                <a:latin typeface="Apple SD Gothic Neo"/>
                <a:ea typeface="Apple SD Gothic Neo"/>
                <a:cs typeface="Apple SD Gothic Neo"/>
              </a:defRPr>
            </a:pPr>
            <a:r>
              <a:rPr sz="1200" b="0">
                <a:solidFill>
                  <a:srgbClr val="5F6B77"/>
                </a:solidFill>
                <a:latin typeface="Apple SD Gothic Neo"/>
                <a:ea typeface="Apple SD Gothic Neo"/>
                <a:cs typeface="Apple SD Gothic Neo"/>
              </a:rPr>
              <a:t>원문</a:t>
            </a:r>
          </a:p>
        </p:txBody>
      </p:sp>
      <p:sp>
        <p:nvSpPr>
          <p:cNvPr id="199" name="dp43-comparison / n117">
            <a:extLst xmlns:a="http://schemas.openxmlformats.org/drawingml/2006/main">
              <a:ext uri="{FF2B5EF4-FFF2-40B4-BE49-F238E27FC236}">
                <a16:creationId xmlns:a16="http://schemas.microsoft.com/office/drawing/2014/main" id="{5606C0E0-F464-441D-B4D3-A904A3859EF0}"/>
              </a:ext>
            </a:extLst>
          </p:cNvPr>
          <p:cNvSpPr>
            <a:spLocks xmlns:a="http://schemas.openxmlformats.org/drawingml/2006/main" noGrp="1"/>
          </p:cNvSpPr>
          <p:nvPr/>
        </p:nvSpPr>
        <p:spPr>
          <a:xfrm xmlns:a="http://schemas.openxmlformats.org/drawingml/2006/main">
            <a:off x="9839325" y="3095625"/>
            <a:ext cx="4983480" cy="20193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00" name="dp43-comparison / n118 / text 1">
            <a:extLst xmlns:a="http://schemas.openxmlformats.org/drawingml/2006/main">
              <a:ext uri="{FF2B5EF4-FFF2-40B4-BE49-F238E27FC236}">
                <a16:creationId xmlns:a16="http://schemas.microsoft.com/office/drawing/2014/main" id="{1DEB4651-D156-4202-BFDF-9146684FC341}"/>
              </a:ext>
            </a:extLst>
          </p:cNvPr>
          <p:cNvSpPr>
            <a:spLocks xmlns:a="http://schemas.openxmlformats.org/drawingml/2006/main" noGrp="1"/>
          </p:cNvSpPr>
          <p:nvPr/>
        </p:nvSpPr>
        <p:spPr>
          <a:xfrm xmlns:a="http://schemas.openxmlformats.org/drawingml/2006/main">
            <a:off x="9858375" y="3105150"/>
            <a:ext cx="5334000"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5F6B77"/>
                </a:solidFill>
                <a:latin typeface="Apple SD Gothic Neo"/>
                <a:ea typeface="Apple SD Gothic Neo"/>
                <a:cs typeface="Apple SD Gothic Neo"/>
              </a:defRPr>
            </a:pPr>
            <a:r>
              <a:rPr sz="1200" b="0">
                <a:solidFill>
                  <a:srgbClr val="5F6B77"/>
                </a:solidFill>
                <a:latin typeface="Apple SD Gothic Neo"/>
                <a:ea typeface="Apple SD Gothic Neo"/>
                <a:cs typeface="Apple SD Gothic Neo"/>
              </a:rPr>
              <a:t>공통 읽기: Context Manager 정보 / Task Manager의 Task 후보</a:t>
            </a:r>
          </a:p>
        </p:txBody>
      </p:sp>
      <p:sp>
        <p:nvSpPr>
          <p:cNvPr id="201" name="dp43-comparison / n127">
            <a:extLst xmlns:a="http://schemas.openxmlformats.org/drawingml/2006/main">
              <a:ext uri="{FF2B5EF4-FFF2-40B4-BE49-F238E27FC236}">
                <a16:creationId xmlns:a16="http://schemas.microsoft.com/office/drawing/2014/main" id="{0CB094A4-10E8-47BF-A91B-19FBA83AC19E}"/>
              </a:ext>
            </a:extLst>
          </p:cNvPr>
          <p:cNvSpPr>
            <a:spLocks xmlns:a="http://schemas.openxmlformats.org/drawingml/2006/main" noGrp="1"/>
          </p:cNvSpPr>
          <p:nvPr/>
        </p:nvSpPr>
        <p:spPr>
          <a:xfrm xmlns:a="http://schemas.openxmlformats.org/drawingml/2006/main">
            <a:off x="10020300" y="4286250"/>
            <a:ext cx="1490663" cy="1905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02" name="dp43-comparison / n128 / text 1">
            <a:extLst xmlns:a="http://schemas.openxmlformats.org/drawingml/2006/main">
              <a:ext uri="{FF2B5EF4-FFF2-40B4-BE49-F238E27FC236}">
                <a16:creationId xmlns:a16="http://schemas.microsoft.com/office/drawing/2014/main" id="{D8718DC4-A74F-4D96-B6AC-F6F4B5ACA7FE}"/>
              </a:ext>
            </a:extLst>
          </p:cNvPr>
          <p:cNvSpPr>
            <a:spLocks xmlns:a="http://schemas.openxmlformats.org/drawingml/2006/main" noGrp="1"/>
          </p:cNvSpPr>
          <p:nvPr/>
        </p:nvSpPr>
        <p:spPr>
          <a:xfrm xmlns:a="http://schemas.openxmlformats.org/drawingml/2006/main">
            <a:off x="10039350" y="4295775"/>
            <a:ext cx="2305050"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0">
                <a:solidFill>
                  <a:srgbClr val="7155A4"/>
                </a:solidFill>
                <a:latin typeface="Apple SD Gothic Neo"/>
                <a:ea typeface="Apple SD Gothic Neo"/>
                <a:cs typeface="Apple SD Gothic Neo"/>
              </a:defRPr>
            </a:pPr>
            <a:r>
              <a:rPr sz="1125" b="0">
                <a:solidFill>
                  <a:srgbClr val="7155A4"/>
                </a:solidFill>
                <a:latin typeface="Apple SD Gothic Neo"/>
                <a:ea typeface="Apple SD Gothic Neo"/>
                <a:cs typeface="Apple SD Gothic Neo"/>
              </a:rPr>
              <a:t>F1 목표와 완료 조건</a:t>
            </a:r>
          </a:p>
        </p:txBody>
      </p:sp>
      <p:sp>
        <p:nvSpPr>
          <p:cNvPr id="203" name="dp43-comparison / n133">
            <a:extLst xmlns:a="http://schemas.openxmlformats.org/drawingml/2006/main">
              <a:ext uri="{FF2B5EF4-FFF2-40B4-BE49-F238E27FC236}">
                <a16:creationId xmlns:a16="http://schemas.microsoft.com/office/drawing/2014/main" id="{0206A143-F489-4125-AC2E-3C9BCC52A3E0}"/>
              </a:ext>
            </a:extLst>
          </p:cNvPr>
          <p:cNvSpPr>
            <a:spLocks xmlns:a="http://schemas.openxmlformats.org/drawingml/2006/main" noGrp="1"/>
          </p:cNvSpPr>
          <p:nvPr/>
        </p:nvSpPr>
        <p:spPr>
          <a:xfrm xmlns:a="http://schemas.openxmlformats.org/drawingml/2006/main">
            <a:off x="10020300" y="4943475"/>
            <a:ext cx="1490663" cy="1905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04" name="dp43-comparison / n134 / text 1">
            <a:extLst xmlns:a="http://schemas.openxmlformats.org/drawingml/2006/main">
              <a:ext uri="{FF2B5EF4-FFF2-40B4-BE49-F238E27FC236}">
                <a16:creationId xmlns:a16="http://schemas.microsoft.com/office/drawing/2014/main" id="{4DE280D3-790B-47F4-A9A3-B622D8C9D313}"/>
              </a:ext>
            </a:extLst>
          </p:cNvPr>
          <p:cNvSpPr>
            <a:spLocks xmlns:a="http://schemas.openxmlformats.org/drawingml/2006/main" noGrp="1"/>
          </p:cNvSpPr>
          <p:nvPr/>
        </p:nvSpPr>
        <p:spPr>
          <a:xfrm xmlns:a="http://schemas.openxmlformats.org/drawingml/2006/main">
            <a:off x="10039350" y="4953000"/>
            <a:ext cx="2305050"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0">
                <a:solidFill>
                  <a:srgbClr val="7155A4"/>
                </a:solidFill>
                <a:latin typeface="Apple SD Gothic Neo"/>
                <a:ea typeface="Apple SD Gothic Neo"/>
                <a:cs typeface="Apple SD Gothic Neo"/>
              </a:defRPr>
            </a:pPr>
            <a:r>
              <a:rPr sz="1125" b="0">
                <a:solidFill>
                  <a:srgbClr val="7155A4"/>
                </a:solidFill>
                <a:latin typeface="Apple SD Gothic Neo"/>
                <a:ea typeface="Apple SD Gothic Neo"/>
                <a:cs typeface="Apple SD Gothic Neo"/>
              </a:rPr>
              <a:t>F2 표와 결론의 범위</a:t>
            </a:r>
          </a:p>
        </p:txBody>
      </p:sp>
      <p:sp>
        <p:nvSpPr>
          <p:cNvPr id="205" name="dp43-comparison / n139">
            <a:extLst xmlns:a="http://schemas.openxmlformats.org/drawingml/2006/main">
              <a:ext uri="{FF2B5EF4-FFF2-40B4-BE49-F238E27FC236}">
                <a16:creationId xmlns:a16="http://schemas.microsoft.com/office/drawing/2014/main" id="{1AE7C213-25E0-4BB3-AD1C-784CFCF2B032}"/>
              </a:ext>
            </a:extLst>
          </p:cNvPr>
          <p:cNvSpPr>
            <a:spLocks xmlns:a="http://schemas.openxmlformats.org/drawingml/2006/main" noGrp="1"/>
          </p:cNvSpPr>
          <p:nvPr/>
        </p:nvSpPr>
        <p:spPr>
          <a:xfrm xmlns:a="http://schemas.openxmlformats.org/drawingml/2006/main">
            <a:off x="10020300" y="5600700"/>
            <a:ext cx="2267903" cy="1905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06" name="dp43-comparison / n140 / text 1">
            <a:extLst xmlns:a="http://schemas.openxmlformats.org/drawingml/2006/main">
              <a:ext uri="{FF2B5EF4-FFF2-40B4-BE49-F238E27FC236}">
                <a16:creationId xmlns:a16="http://schemas.microsoft.com/office/drawing/2014/main" id="{994D3F8D-64A3-48BA-B9C8-C05F7D7DECC2}"/>
              </a:ext>
            </a:extLst>
          </p:cNvPr>
          <p:cNvSpPr>
            <a:spLocks xmlns:a="http://schemas.openxmlformats.org/drawingml/2006/main" noGrp="1"/>
          </p:cNvSpPr>
          <p:nvPr/>
        </p:nvSpPr>
        <p:spPr>
          <a:xfrm xmlns:a="http://schemas.openxmlformats.org/drawingml/2006/main">
            <a:off x="10039350" y="5610225"/>
            <a:ext cx="2305050"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0">
                <a:solidFill>
                  <a:srgbClr val="7155A4"/>
                </a:solidFill>
                <a:latin typeface="Apple SD Gothic Neo"/>
                <a:ea typeface="Apple SD Gothic Neo"/>
                <a:cs typeface="Apple SD Gothic Neo"/>
              </a:defRPr>
            </a:pPr>
            <a:r>
              <a:rPr sz="1125" b="0">
                <a:solidFill>
                  <a:srgbClr val="7155A4"/>
                </a:solidFill>
                <a:latin typeface="Apple SD Gothic Neo"/>
                <a:ea typeface="Apple SD Gothic Neo"/>
                <a:cs typeface="Apple SD Gothic Neo"/>
              </a:rPr>
              <a:t>F3 Conversation / Task 연결</a:t>
            </a:r>
          </a:p>
        </p:txBody>
      </p:sp>
      <p:sp>
        <p:nvSpPr>
          <p:cNvPr id="207" name="dp43-comparison / n145">
            <a:extLst xmlns:a="http://schemas.openxmlformats.org/drawingml/2006/main">
              <a:ext uri="{FF2B5EF4-FFF2-40B4-BE49-F238E27FC236}">
                <a16:creationId xmlns:a16="http://schemas.microsoft.com/office/drawing/2014/main" id="{29EE287A-1927-4DF4-BE2D-E749B8C17303}"/>
              </a:ext>
            </a:extLst>
          </p:cNvPr>
          <p:cNvSpPr>
            <a:spLocks xmlns:a="http://schemas.openxmlformats.org/drawingml/2006/main" noGrp="1"/>
          </p:cNvSpPr>
          <p:nvPr/>
        </p:nvSpPr>
        <p:spPr>
          <a:xfrm xmlns:a="http://schemas.openxmlformats.org/drawingml/2006/main">
            <a:off x="15220950" y="4286250"/>
            <a:ext cx="1490663" cy="1905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08" name="dp43-comparison / n146 / text 1">
            <a:extLst xmlns:a="http://schemas.openxmlformats.org/drawingml/2006/main">
              <a:ext uri="{FF2B5EF4-FFF2-40B4-BE49-F238E27FC236}">
                <a16:creationId xmlns:a16="http://schemas.microsoft.com/office/drawing/2014/main" id="{B9393457-BFAC-4599-9B88-B38755043672}"/>
              </a:ext>
            </a:extLst>
          </p:cNvPr>
          <p:cNvSpPr>
            <a:spLocks xmlns:a="http://schemas.openxmlformats.org/drawingml/2006/main" noGrp="1"/>
          </p:cNvSpPr>
          <p:nvPr/>
        </p:nvSpPr>
        <p:spPr>
          <a:xfrm xmlns:a="http://schemas.openxmlformats.org/drawingml/2006/main">
            <a:off x="15240000" y="4295775"/>
            <a:ext cx="2305050"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0">
                <a:solidFill>
                  <a:srgbClr val="7155A4"/>
                </a:solidFill>
                <a:latin typeface="Apple SD Gothic Neo"/>
                <a:ea typeface="Apple SD Gothic Neo"/>
                <a:cs typeface="Apple SD Gothic Neo"/>
              </a:defRPr>
            </a:pPr>
            <a:r>
              <a:rPr sz="1125" b="0">
                <a:solidFill>
                  <a:srgbClr val="7155A4"/>
                </a:solidFill>
                <a:latin typeface="Apple SD Gothic Neo"/>
                <a:ea typeface="Apple SD Gothic Neo"/>
                <a:cs typeface="Apple SD Gothic Neo"/>
              </a:rPr>
              <a:t>F4 조건과 의존 관계</a:t>
            </a:r>
          </a:p>
        </p:txBody>
      </p:sp>
      <p:sp>
        <p:nvSpPr>
          <p:cNvPr id="209" name="dp43-comparison / n151">
            <a:extLst xmlns:a="http://schemas.openxmlformats.org/drawingml/2006/main">
              <a:ext uri="{FF2B5EF4-FFF2-40B4-BE49-F238E27FC236}">
                <a16:creationId xmlns:a16="http://schemas.microsoft.com/office/drawing/2014/main" id="{DEB2D5B8-E61E-44C4-A450-102E248ACC7E}"/>
              </a:ext>
            </a:extLst>
          </p:cNvPr>
          <p:cNvSpPr>
            <a:spLocks xmlns:a="http://schemas.openxmlformats.org/drawingml/2006/main" noGrp="1"/>
          </p:cNvSpPr>
          <p:nvPr/>
        </p:nvSpPr>
        <p:spPr>
          <a:xfrm xmlns:a="http://schemas.openxmlformats.org/drawingml/2006/main">
            <a:off x="15220950" y="4943475"/>
            <a:ext cx="1702118" cy="1905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10" name="dp43-comparison / n152 / text 1">
            <a:extLst xmlns:a="http://schemas.openxmlformats.org/drawingml/2006/main">
              <a:ext uri="{FF2B5EF4-FFF2-40B4-BE49-F238E27FC236}">
                <a16:creationId xmlns:a16="http://schemas.microsoft.com/office/drawing/2014/main" id="{8EDC3C68-77C8-4464-A3C1-B0DBC13FF834}"/>
              </a:ext>
            </a:extLst>
          </p:cNvPr>
          <p:cNvSpPr>
            <a:spLocks xmlns:a="http://schemas.openxmlformats.org/drawingml/2006/main" noGrp="1"/>
          </p:cNvSpPr>
          <p:nvPr/>
        </p:nvSpPr>
        <p:spPr>
          <a:xfrm xmlns:a="http://schemas.openxmlformats.org/drawingml/2006/main">
            <a:off x="15240000" y="4953000"/>
            <a:ext cx="2305050"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0">
                <a:solidFill>
                  <a:srgbClr val="7155A4"/>
                </a:solidFill>
                <a:latin typeface="Apple SD Gothic Neo"/>
                <a:ea typeface="Apple SD Gothic Neo"/>
                <a:cs typeface="Apple SD Gothic Neo"/>
              </a:defRPr>
            </a:pPr>
            <a:r>
              <a:rPr sz="1125" b="0">
                <a:solidFill>
                  <a:srgbClr val="7155A4"/>
                </a:solidFill>
                <a:latin typeface="Apple SD Gothic Neo"/>
                <a:ea typeface="Apple SD Gothic Neo"/>
                <a:cs typeface="Apple SD Gothic Neo"/>
              </a:rPr>
              <a:t>F5 PDF 유지 / 결론→표</a:t>
            </a:r>
          </a:p>
        </p:txBody>
      </p:sp>
      <p:sp>
        <p:nvSpPr>
          <p:cNvPr id="211" name="dp43-comparison / n157">
            <a:extLst xmlns:a="http://schemas.openxmlformats.org/drawingml/2006/main">
              <a:ext uri="{FF2B5EF4-FFF2-40B4-BE49-F238E27FC236}">
                <a16:creationId xmlns:a16="http://schemas.microsoft.com/office/drawing/2014/main" id="{522AB7C5-99BD-42B7-AE47-9D8FE74467C9}"/>
              </a:ext>
            </a:extLst>
          </p:cNvPr>
          <p:cNvSpPr>
            <a:spLocks xmlns:a="http://schemas.openxmlformats.org/drawingml/2006/main" noGrp="1"/>
          </p:cNvSpPr>
          <p:nvPr/>
        </p:nvSpPr>
        <p:spPr>
          <a:xfrm xmlns:a="http://schemas.openxmlformats.org/drawingml/2006/main">
            <a:off x="15220950" y="5600700"/>
            <a:ext cx="2222183" cy="1905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12" name="dp43-comparison / n158 / text 1">
            <a:extLst xmlns:a="http://schemas.openxmlformats.org/drawingml/2006/main">
              <a:ext uri="{FF2B5EF4-FFF2-40B4-BE49-F238E27FC236}">
                <a16:creationId xmlns:a16="http://schemas.microsoft.com/office/drawing/2014/main" id="{274F2B68-E1C3-415F-8C9A-927B82CC46EB}"/>
              </a:ext>
            </a:extLst>
          </p:cNvPr>
          <p:cNvSpPr>
            <a:spLocks xmlns:a="http://schemas.openxmlformats.org/drawingml/2006/main" noGrp="1"/>
          </p:cNvSpPr>
          <p:nvPr/>
        </p:nvSpPr>
        <p:spPr>
          <a:xfrm xmlns:a="http://schemas.openxmlformats.org/drawingml/2006/main">
            <a:off x="15240000" y="5610225"/>
            <a:ext cx="2305050"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0">
                <a:solidFill>
                  <a:srgbClr val="7155A4"/>
                </a:solidFill>
                <a:latin typeface="Apple SD Gothic Neo"/>
                <a:ea typeface="Apple SD Gothic Neo"/>
                <a:cs typeface="Apple SD Gothic Neo"/>
              </a:defRPr>
            </a:pPr>
            <a:r>
              <a:rPr sz="1125" b="0">
                <a:solidFill>
                  <a:srgbClr val="7155A4"/>
                </a:solidFill>
                <a:latin typeface="Apple SD Gothic Neo"/>
                <a:ea typeface="Apple SD Gothic Neo"/>
                <a:cs typeface="Apple SD Gothic Neo"/>
              </a:rPr>
              <a:t>F6 Delegation / 질문 / 대기</a:t>
            </a:r>
          </a:p>
        </p:txBody>
      </p:sp>
      <p:sp>
        <p:nvSpPr>
          <p:cNvPr id="213" name="dp43-comparison / n170">
            <a:extLst xmlns:a="http://schemas.openxmlformats.org/drawingml/2006/main">
              <a:ext uri="{FF2B5EF4-FFF2-40B4-BE49-F238E27FC236}">
                <a16:creationId xmlns:a16="http://schemas.microsoft.com/office/drawing/2014/main" id="{1A7133C1-047A-4C74-A088-0077A31EE728}"/>
              </a:ext>
            </a:extLst>
          </p:cNvPr>
          <p:cNvSpPr>
            <a:spLocks xmlns:a="http://schemas.openxmlformats.org/drawingml/2006/main" noGrp="1"/>
          </p:cNvSpPr>
          <p:nvPr/>
        </p:nvSpPr>
        <p:spPr>
          <a:xfrm xmlns:a="http://schemas.openxmlformats.org/drawingml/2006/main">
            <a:off x="12563475" y="3514725"/>
            <a:ext cx="2642235" cy="1905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14" name="dp43-comparison / n171 / text 1">
            <a:extLst xmlns:a="http://schemas.openxmlformats.org/drawingml/2006/main">
              <a:ext uri="{FF2B5EF4-FFF2-40B4-BE49-F238E27FC236}">
                <a16:creationId xmlns:a16="http://schemas.microsoft.com/office/drawing/2014/main" id="{1DFD8BEC-2BFA-4EF1-8CB7-A75F2B6A96B7}"/>
              </a:ext>
            </a:extLst>
          </p:cNvPr>
          <p:cNvSpPr>
            <a:spLocks xmlns:a="http://schemas.openxmlformats.org/drawingml/2006/main" noGrp="1"/>
          </p:cNvSpPr>
          <p:nvPr/>
        </p:nvSpPr>
        <p:spPr>
          <a:xfrm xmlns:a="http://schemas.openxmlformats.org/drawingml/2006/main">
            <a:off x="12582525" y="3524250"/>
            <a:ext cx="4962525"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0">
                <a:solidFill>
                  <a:srgbClr val="5F6B77"/>
                </a:solidFill>
                <a:latin typeface="Apple SD Gothic Neo"/>
                <a:ea typeface="Apple SD Gothic Neo"/>
                <a:cs typeface="Apple SD Gothic Neo"/>
              </a:defRPr>
            </a:pPr>
            <a:r>
              <a:rPr sz="1125" b="0">
                <a:solidFill>
                  <a:srgbClr val="5F6B77"/>
                </a:solidFill>
                <a:latin typeface="Apple SD Gothic Neo"/>
                <a:ea typeface="Apple SD Gothic Neo"/>
                <a:cs typeface="Apple SD Gothic Neo"/>
              </a:rPr>
              <a:t>각 F1~F6 생산자의 모델 호출 / 반환</a:t>
            </a:r>
          </a:p>
        </p:txBody>
      </p:sp>
      <p:sp>
        <p:nvSpPr>
          <p:cNvPr id="215" name="dp43-comparison / n172">
            <a:extLst xmlns:a="http://schemas.openxmlformats.org/drawingml/2006/main">
              <a:ext uri="{FF2B5EF4-FFF2-40B4-BE49-F238E27FC236}">
                <a16:creationId xmlns:a16="http://schemas.microsoft.com/office/drawing/2014/main" id="{6EEA0E10-4BF6-46C9-BDA7-DAAAFBACC271}"/>
              </a:ext>
            </a:extLst>
          </p:cNvPr>
          <p:cNvSpPr>
            <a:spLocks xmlns:a="http://schemas.openxmlformats.org/drawingml/2006/main" noGrp="1"/>
          </p:cNvSpPr>
          <p:nvPr/>
        </p:nvSpPr>
        <p:spPr>
          <a:xfrm xmlns:a="http://schemas.openxmlformats.org/drawingml/2006/main">
            <a:off x="10020300" y="5810250"/>
            <a:ext cx="5462016" cy="20193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16" name="dp43-comparison / n173 / text 1">
            <a:extLst xmlns:a="http://schemas.openxmlformats.org/drawingml/2006/main">
              <a:ext uri="{FF2B5EF4-FFF2-40B4-BE49-F238E27FC236}">
                <a16:creationId xmlns:a16="http://schemas.microsoft.com/office/drawing/2014/main" id="{9AA1218F-3BD5-4205-B344-BB99DB380A58}"/>
              </a:ext>
            </a:extLst>
          </p:cNvPr>
          <p:cNvSpPr>
            <a:spLocks xmlns:a="http://schemas.openxmlformats.org/drawingml/2006/main" noGrp="1"/>
          </p:cNvSpPr>
          <p:nvPr/>
        </p:nvSpPr>
        <p:spPr>
          <a:xfrm xmlns:a="http://schemas.openxmlformats.org/drawingml/2006/main">
            <a:off x="10039350" y="5819775"/>
            <a:ext cx="7505700"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5F6B77"/>
                </a:solidFill>
                <a:latin typeface="Apple SD Gothic Neo"/>
                <a:ea typeface="Apple SD Gothic Neo"/>
                <a:cs typeface="Apple SD Gothic Neo"/>
              </a:defRPr>
            </a:pPr>
            <a:r>
              <a:rPr sz="1200" b="0">
                <a:solidFill>
                  <a:srgbClr val="5F6B77"/>
                </a:solidFill>
                <a:latin typeface="Apple SD Gothic Neo"/>
                <a:ea typeface="Apple SD Gothic Neo"/>
                <a:cs typeface="Apple SD Gothic Neo"/>
              </a:rPr>
              <a:t>실선 제안 / 점선 원생산자 재판단 / Coordinator의 의미 덮어쓰기 금지</a:t>
            </a:r>
          </a:p>
        </p:txBody>
      </p:sp>
      <p:sp>
        <p:nvSpPr>
          <p:cNvPr id="217" name="dp43-comparison / n174">
            <a:extLst xmlns:a="http://schemas.openxmlformats.org/drawingml/2006/main">
              <a:ext uri="{FF2B5EF4-FFF2-40B4-BE49-F238E27FC236}">
                <a16:creationId xmlns:a16="http://schemas.microsoft.com/office/drawing/2014/main" id="{EB4FE2E7-F0FA-4DDA-9890-93BF563973A1}"/>
              </a:ext>
            </a:extLst>
          </p:cNvPr>
          <p:cNvSpPr>
            <a:spLocks xmlns:a="http://schemas.openxmlformats.org/drawingml/2006/main" noGrp="1"/>
          </p:cNvSpPr>
          <p:nvPr/>
        </p:nvSpPr>
        <p:spPr>
          <a:xfrm xmlns:a="http://schemas.openxmlformats.org/drawingml/2006/main">
            <a:off x="9896475" y="6000750"/>
            <a:ext cx="6465760" cy="21336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18" name="dp43-comparison / n175 / text 1">
            <a:extLst xmlns:a="http://schemas.openxmlformats.org/drawingml/2006/main">
              <a:ext uri="{FF2B5EF4-FFF2-40B4-BE49-F238E27FC236}">
                <a16:creationId xmlns:a16="http://schemas.microsoft.com/office/drawing/2014/main" id="{33ED3341-4954-485D-B45F-E41D8D7A967A}"/>
              </a:ext>
            </a:extLst>
          </p:cNvPr>
          <p:cNvSpPr>
            <a:spLocks xmlns:a="http://schemas.openxmlformats.org/drawingml/2006/main" noGrp="1"/>
          </p:cNvSpPr>
          <p:nvPr/>
        </p:nvSpPr>
        <p:spPr>
          <a:xfrm xmlns:a="http://schemas.openxmlformats.org/drawingml/2006/main">
            <a:off x="9915525" y="6010275"/>
            <a:ext cx="7715250"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7155A4"/>
                </a:solidFill>
                <a:latin typeface="Apple SD Gothic Neo"/>
                <a:ea typeface="Apple SD Gothic Neo"/>
                <a:cs typeface="Apple SD Gothic Neo"/>
              </a:defRPr>
            </a:pPr>
            <a:r>
              <a:rPr sz="1275" b="0">
                <a:solidFill>
                  <a:srgbClr val="7155A4"/>
                </a:solidFill>
                <a:latin typeface="Apple SD Gothic Neo"/>
                <a:ea typeface="Apple SD Gothic Neo"/>
                <a:cs typeface="Apple SD Gothic Neo"/>
              </a:rPr>
              <a:t>정정: F2와 F5 재판단 → F4 갱신 / Task Association은 입력 전제가 아닌 결과</a:t>
            </a:r>
          </a:p>
        </p:txBody>
      </p:sp>
      <p:sp>
        <p:nvSpPr>
          <p:cNvPr id="219" name="dp43-comparison / n185">
            <a:extLst xmlns:a="http://schemas.openxmlformats.org/drawingml/2006/main">
              <a:ext uri="{FF2B5EF4-FFF2-40B4-BE49-F238E27FC236}">
                <a16:creationId xmlns:a16="http://schemas.microsoft.com/office/drawing/2014/main" id="{3B982A6B-7C0C-42B5-809C-47D78D15AC0C}"/>
              </a:ext>
            </a:extLst>
          </p:cNvPr>
          <p:cNvSpPr>
            <a:spLocks xmlns:a="http://schemas.openxmlformats.org/drawingml/2006/main" noGrp="1"/>
          </p:cNvSpPr>
          <p:nvPr/>
        </p:nvSpPr>
        <p:spPr>
          <a:xfrm xmlns:a="http://schemas.openxmlformats.org/drawingml/2006/main">
            <a:off x="12506325" y="6200775"/>
            <a:ext cx="3584448" cy="20193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20" name="dp43-comparison / n186 / text 1">
            <a:extLst xmlns:a="http://schemas.openxmlformats.org/drawingml/2006/main">
              <a:ext uri="{FF2B5EF4-FFF2-40B4-BE49-F238E27FC236}">
                <a16:creationId xmlns:a16="http://schemas.microsoft.com/office/drawing/2014/main" id="{47D3B0A5-C969-4FF1-90AE-1F1E2537C47D}"/>
              </a:ext>
            </a:extLst>
          </p:cNvPr>
          <p:cNvSpPr>
            <a:spLocks xmlns:a="http://schemas.openxmlformats.org/drawingml/2006/main" noGrp="1"/>
          </p:cNvSpPr>
          <p:nvPr/>
        </p:nvSpPr>
        <p:spPr>
          <a:xfrm xmlns:a="http://schemas.openxmlformats.org/drawingml/2006/main">
            <a:off x="12525375" y="6210300"/>
            <a:ext cx="5029200"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5F6B77"/>
                </a:solidFill>
                <a:latin typeface="Apple SD Gothic Neo"/>
                <a:ea typeface="Apple SD Gothic Neo"/>
                <a:cs typeface="Apple SD Gothic Neo"/>
              </a:defRPr>
            </a:pPr>
            <a:r>
              <a:rPr sz="1200" b="0">
                <a:solidFill>
                  <a:srgbClr val="5F6B77"/>
                </a:solidFill>
                <a:latin typeface="Apple SD Gothic Neo"/>
                <a:ea typeface="Apple SD Gothic Neo"/>
                <a:cs typeface="Apple SD Gothic Neo"/>
              </a:rPr>
              <a:t>현재 검사: 입력 / 정보 / Task / 질문 / 권한</a:t>
            </a:r>
          </a:p>
        </p:txBody>
      </p:sp>
      <p:sp>
        <p:nvSpPr>
          <p:cNvPr id="221" name="dp43-comparison / n187">
            <a:extLst xmlns:a="http://schemas.openxmlformats.org/drawingml/2006/main">
              <a:ext uri="{FF2B5EF4-FFF2-40B4-BE49-F238E27FC236}">
                <a16:creationId xmlns:a16="http://schemas.microsoft.com/office/drawing/2014/main" id="{73A08D40-A949-4080-9F23-8B3411ABD831}"/>
              </a:ext>
            </a:extLst>
          </p:cNvPr>
          <p:cNvSpPr>
            <a:spLocks xmlns:a="http://schemas.openxmlformats.org/drawingml/2006/main" noGrp="1"/>
          </p:cNvSpPr>
          <p:nvPr/>
        </p:nvSpPr>
        <p:spPr>
          <a:xfrm xmlns:a="http://schemas.openxmlformats.org/drawingml/2006/main">
            <a:off x="12982575" y="6981825"/>
            <a:ext cx="3221736" cy="20193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22" name="dp43-comparison / n188 / text 1">
            <a:extLst xmlns:a="http://schemas.openxmlformats.org/drawingml/2006/main">
              <a:ext uri="{FF2B5EF4-FFF2-40B4-BE49-F238E27FC236}">
                <a16:creationId xmlns:a16="http://schemas.microsoft.com/office/drawing/2014/main" id="{DE79E92F-7E9A-4F4C-A585-E47D39459491}"/>
              </a:ext>
            </a:extLst>
          </p:cNvPr>
          <p:cNvSpPr>
            <a:spLocks xmlns:a="http://schemas.openxmlformats.org/drawingml/2006/main" noGrp="1"/>
          </p:cNvSpPr>
          <p:nvPr/>
        </p:nvSpPr>
        <p:spPr>
          <a:xfrm xmlns:a="http://schemas.openxmlformats.org/drawingml/2006/main">
            <a:off x="13001625" y="6991350"/>
            <a:ext cx="4400550"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5F6B77"/>
                </a:solidFill>
                <a:latin typeface="Apple SD Gothic Neo"/>
                <a:ea typeface="Apple SD Gothic Neo"/>
                <a:cs typeface="Apple SD Gothic Neo"/>
              </a:defRPr>
            </a:pPr>
            <a:r>
              <a:rPr sz="1200" b="0">
                <a:solidFill>
                  <a:srgbClr val="5F6B77"/>
                </a:solidFill>
                <a:latin typeface="Apple SD Gothic Neo"/>
                <a:ea typeface="Apple SD Gothic Neo"/>
                <a:cs typeface="Apple SD Gothic Neo"/>
              </a:rPr>
              <a:t>채택 의미와 질문 / 임시 해석 상태와 별도</a:t>
            </a:r>
          </a:p>
        </p:txBody>
      </p:sp>
      <p:sp>
        <p:nvSpPr>
          <p:cNvPr id="223" name="dp43-comparison / n189">
            <a:extLst xmlns:a="http://schemas.openxmlformats.org/drawingml/2006/main">
              <a:ext uri="{FF2B5EF4-FFF2-40B4-BE49-F238E27FC236}">
                <a16:creationId xmlns:a16="http://schemas.microsoft.com/office/drawing/2014/main" id="{AD9C5857-4B7D-452B-A6C8-AD439C37F8B1}"/>
              </a:ext>
            </a:extLst>
          </p:cNvPr>
          <p:cNvSpPr>
            <a:spLocks xmlns:a="http://schemas.openxmlformats.org/drawingml/2006/main" noGrp="1"/>
          </p:cNvSpPr>
          <p:nvPr/>
        </p:nvSpPr>
        <p:spPr>
          <a:xfrm xmlns:a="http://schemas.openxmlformats.org/drawingml/2006/main">
            <a:off x="9886950" y="7200900"/>
            <a:ext cx="7323963" cy="21336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24" name="dp43-comparison / n190 / text 1">
            <a:extLst xmlns:a="http://schemas.openxmlformats.org/drawingml/2006/main">
              <a:ext uri="{FF2B5EF4-FFF2-40B4-BE49-F238E27FC236}">
                <a16:creationId xmlns:a16="http://schemas.microsoft.com/office/drawing/2014/main" id="{713AD57F-97FD-42F2-B02E-68334EBCBDAC}"/>
              </a:ext>
            </a:extLst>
          </p:cNvPr>
          <p:cNvSpPr>
            <a:spLocks xmlns:a="http://schemas.openxmlformats.org/drawingml/2006/main" noGrp="1"/>
          </p:cNvSpPr>
          <p:nvPr/>
        </p:nvSpPr>
        <p:spPr>
          <a:xfrm xmlns:a="http://schemas.openxmlformats.org/drawingml/2006/main">
            <a:off x="9906000" y="7210425"/>
            <a:ext cx="7696200"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5F6B77"/>
                </a:solidFill>
                <a:latin typeface="Apple SD Gothic Neo"/>
                <a:ea typeface="Apple SD Gothic Neo"/>
                <a:cs typeface="Apple SD Gothic Neo"/>
              </a:defRPr>
            </a:pPr>
            <a:r>
              <a:rPr sz="1275" b="0">
                <a:solidFill>
                  <a:srgbClr val="5F6B77"/>
                </a:solidFill>
                <a:latin typeface="Apple SD Gothic Neo"/>
                <a:ea typeface="Apple SD Gothic Neo"/>
                <a:cs typeface="Apple SD Gothic Neo"/>
              </a:rPr>
              <a:t>채택 후: Response Manager → Interaction Manager / Task Manager → Agent Gateway</a:t>
            </a:r>
          </a:p>
        </p:txBody>
      </p:sp>
      <p:sp>
        <p:nvSpPr>
          <p:cNvPr id="225" name="dp43-comparison / n191">
            <a:extLst xmlns:a="http://schemas.openxmlformats.org/drawingml/2006/main">
              <a:ext uri="{FF2B5EF4-FFF2-40B4-BE49-F238E27FC236}">
                <a16:creationId xmlns:a16="http://schemas.microsoft.com/office/drawing/2014/main" id="{CE6E102E-58A3-44F2-8425-F561801FDA27}"/>
              </a:ext>
            </a:extLst>
          </p:cNvPr>
          <p:cNvSpPr>
            <a:spLocks xmlns:a="http://schemas.openxmlformats.org/drawingml/2006/main" noGrp="1"/>
          </p:cNvSpPr>
          <p:nvPr/>
        </p:nvSpPr>
        <p:spPr>
          <a:xfrm xmlns:a="http://schemas.openxmlformats.org/drawingml/2006/main">
            <a:off x="9886950" y="7391400"/>
            <a:ext cx="6056376" cy="1714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26" name="dp43-comparison / n192 / text 1">
            <a:extLst xmlns:a="http://schemas.openxmlformats.org/drawingml/2006/main">
              <a:ext uri="{FF2B5EF4-FFF2-40B4-BE49-F238E27FC236}">
                <a16:creationId xmlns:a16="http://schemas.microsoft.com/office/drawing/2014/main" id="{E027D8D3-5B20-4614-B0FC-06E3A32DA0A5}"/>
              </a:ext>
            </a:extLst>
          </p:cNvPr>
          <p:cNvSpPr>
            <a:spLocks xmlns:a="http://schemas.openxmlformats.org/drawingml/2006/main" noGrp="1"/>
          </p:cNvSpPr>
          <p:nvPr/>
        </p:nvSpPr>
        <p:spPr>
          <a:xfrm xmlns:a="http://schemas.openxmlformats.org/drawingml/2006/main">
            <a:off x="9906000" y="7400925"/>
            <a:ext cx="7696200"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5F6B77"/>
                </a:solidFill>
                <a:latin typeface="Apple SD Gothic Neo"/>
                <a:ea typeface="Apple SD Gothic Neo"/>
                <a:cs typeface="Apple SD Gothic Neo"/>
              </a:defRPr>
            </a:pPr>
            <a:r>
              <a:rPr sz="1200" b="0">
                <a:solidFill>
                  <a:srgbClr val="5F6B77"/>
                </a:solidFill>
                <a:latin typeface="Apple SD Gothic Neo"/>
                <a:ea typeface="Apple SD Gothic Neo"/>
                <a:cs typeface="Apple SD Gothic Neo"/>
              </a:rPr>
              <a:t>확인 질문의 실제 전달과 새 답변 / Downstream Agent 접수와 결과의 별도 확인</a:t>
            </a:r>
          </a:p>
        </p:txBody>
      </p:sp>
    </p:spTree>
    <p:extLst>
      <p:ext uri="{BB962C8B-B14F-4D97-AF65-F5344CB8AC3E}">
        <p14:creationId xmlns:p14="http://schemas.microsoft.com/office/powerpoint/2010/main" val="7540074"/>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66" name="dp44-comparison / n1">
            <a:extLst xmlns:a="http://schemas.openxmlformats.org/drawingml/2006/main">
              <a:ext uri="{FF2B5EF4-FFF2-40B4-BE49-F238E27FC236}">
                <a16:creationId xmlns:a16="http://schemas.microsoft.com/office/drawing/2014/main" id="{E4F5CA26-392C-40B4-95F7-D0319E87ECC9}"/>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 name="dp44-comparison / n2 / text 1">
            <a:extLst xmlns:a="http://schemas.openxmlformats.org/drawingml/2006/main">
              <a:ext uri="{FF2B5EF4-FFF2-40B4-BE49-F238E27FC236}">
                <a16:creationId xmlns:a16="http://schemas.microsoft.com/office/drawing/2014/main" id="{05465280-1643-4661-A53C-8F00CED690E2}"/>
              </a:ext>
            </a:extLst>
          </p:cNvPr>
          <p:cNvSpPr>
            <a:spLocks xmlns:a="http://schemas.openxmlformats.org/drawingml/2006/main" noGrp="1"/>
          </p:cNvSpPr>
          <p:nvPr/>
        </p:nvSpPr>
        <p:spPr>
          <a:xfrm xmlns:a="http://schemas.openxmlformats.org/drawingml/2006/main">
            <a:off x="381000" y="209550"/>
            <a:ext cx="12382500" cy="26241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425" b="1">
                <a:solidFill>
                  <a:srgbClr val="087E8B"/>
                </a:solidFill>
                <a:latin typeface="Apple SD Gothic Neo"/>
                <a:ea typeface="Apple SD Gothic Neo"/>
                <a:cs typeface="Apple SD Gothic Neo"/>
              </a:defRPr>
            </a:pPr>
            <a:r>
              <a:rPr sz="1425" b="1">
                <a:solidFill>
                  <a:srgbClr val="087E8B"/>
                </a:solidFill>
                <a:latin typeface="Apple SD Gothic Neo"/>
                <a:ea typeface="Apple SD Gothic Neo"/>
                <a:cs typeface="Apple SD Gothic Neo"/>
              </a:rPr>
              <a:t>VIA SOFTWARE ARCHITECTURE / DP 설계 비교</a:t>
            </a:r>
          </a:p>
        </p:txBody>
      </p:sp>
      <p:sp>
        <p:nvSpPr>
          <p:cNvPr id="3" name="dp44-comparison / n3 / text 1">
            <a:extLst xmlns:a="http://schemas.openxmlformats.org/drawingml/2006/main">
              <a:ext uri="{FF2B5EF4-FFF2-40B4-BE49-F238E27FC236}">
                <a16:creationId xmlns:a16="http://schemas.microsoft.com/office/drawing/2014/main" id="{5C9BAC22-A50A-4313-98E4-15BD0A70428A}"/>
              </a:ext>
            </a:extLst>
          </p:cNvPr>
          <p:cNvSpPr>
            <a:spLocks xmlns:a="http://schemas.openxmlformats.org/drawingml/2006/main" noGrp="1"/>
          </p:cNvSpPr>
          <p:nvPr/>
        </p:nvSpPr>
        <p:spPr>
          <a:xfrm xmlns:a="http://schemas.openxmlformats.org/drawingml/2006/main">
            <a:off x="13620750" y="209550"/>
            <a:ext cx="4286250" cy="26241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defRPr sz="1425" b="0">
                <a:solidFill>
                  <a:srgbClr val="5F6B77"/>
                </a:solidFill>
                <a:latin typeface="Apple SD Gothic Neo"/>
                <a:ea typeface="Apple SD Gothic Neo"/>
                <a:cs typeface="Apple SD Gothic Neo"/>
              </a:defRPr>
            </a:pPr>
            <a:r>
              <a:rPr sz="1425" b="0">
                <a:solidFill>
                  <a:srgbClr val="5F6B77"/>
                </a:solidFill>
                <a:latin typeface="Apple SD Gothic Neo"/>
                <a:ea typeface="Apple SD Gothic Neo"/>
                <a:cs typeface="Apple SD Gothic Neo"/>
              </a:rPr>
              <a:t>구조 비교 / 장단점 / QA Trade-off</a:t>
            </a:r>
          </a:p>
        </p:txBody>
      </p:sp>
      <p:sp>
        <p:nvSpPr>
          <p:cNvPr id="4" name="dp44-comparison / n4 / text 1">
            <a:extLst xmlns:a="http://schemas.openxmlformats.org/drawingml/2006/main">
              <a:ext uri="{FF2B5EF4-FFF2-40B4-BE49-F238E27FC236}">
                <a16:creationId xmlns:a16="http://schemas.microsoft.com/office/drawing/2014/main" id="{4707BAE8-8722-4EB4-AFC8-9E3ECC5C241B}"/>
              </a:ext>
            </a:extLst>
          </p:cNvPr>
          <p:cNvSpPr>
            <a:spLocks xmlns:a="http://schemas.openxmlformats.org/drawingml/2006/main" noGrp="1"/>
          </p:cNvSpPr>
          <p:nvPr/>
        </p:nvSpPr>
        <p:spPr>
          <a:xfrm xmlns:a="http://schemas.openxmlformats.org/drawingml/2006/main">
            <a:off x="381000" y="619125"/>
            <a:ext cx="17526000" cy="53863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2925" b="1">
                <a:solidFill>
                  <a:srgbClr val="18232E"/>
                </a:solidFill>
                <a:latin typeface="Apple SD Gothic Neo"/>
                <a:ea typeface="Apple SD Gothic Neo"/>
                <a:cs typeface="Apple SD Gothic Neo"/>
              </a:defRPr>
            </a:pPr>
            <a:r>
              <a:rPr sz="2925" b="1">
                <a:solidFill>
                  <a:srgbClr val="18232E"/>
                </a:solidFill>
                <a:latin typeface="Apple SD Gothic Neo"/>
                <a:ea typeface="Apple SD Gothic Neo"/>
                <a:cs typeface="Apple SD Gothic Neo"/>
              </a:rPr>
              <a:t>04-44. VIA 지속 입력과 Task 알림의 후속 실행 구조</a:t>
            </a:r>
          </a:p>
        </p:txBody>
      </p:sp>
      <p:sp>
        <p:nvSpPr>
          <p:cNvPr id="5" name="dp44-comparison / n5 / path">
            <a:extLst xmlns:a="http://schemas.openxmlformats.org/drawingml/2006/main">
              <a:ext uri="{FF2B5EF4-FFF2-40B4-BE49-F238E27FC236}">
                <a16:creationId xmlns:a16="http://schemas.microsoft.com/office/drawing/2014/main" id="{30E73307-E85C-4180-8360-70A27416C2BB}"/>
              </a:ext>
            </a:extLst>
          </p:cNvPr>
          <p:cNvSpPr>
            <a:spLocks xmlns:a="http://schemas.openxmlformats.org/drawingml/2006/main" noGrp="1"/>
          </p:cNvSpPr>
          <p:nvPr/>
        </p:nvSpPr>
        <p:spPr>
          <a:xfrm xmlns:a="http://schemas.openxmlformats.org/drawingml/2006/main">
            <a:off x="381000" y="1152525"/>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9050">
            <a:solidFill>
              <a:srgbClr val="CDD6DE"/>
            </a:solidFill>
            <a:prstDash val="solid"/>
          </a:ln>
        </p:spPr>
      </p:sp>
      <p:sp>
        <p:nvSpPr>
          <p:cNvPr id="6" name="dp44-comparison / n6 / text 1">
            <a:extLst xmlns:a="http://schemas.openxmlformats.org/drawingml/2006/main">
              <a:ext uri="{FF2B5EF4-FFF2-40B4-BE49-F238E27FC236}">
                <a16:creationId xmlns:a16="http://schemas.microsoft.com/office/drawing/2014/main" id="{D97D27FF-1677-4615-BEE4-31041AFCD171}"/>
              </a:ext>
            </a:extLst>
          </p:cNvPr>
          <p:cNvSpPr>
            <a:spLocks xmlns:a="http://schemas.openxmlformats.org/drawingml/2006/main" noGrp="1"/>
          </p:cNvSpPr>
          <p:nvPr/>
        </p:nvSpPr>
        <p:spPr>
          <a:xfrm xmlns:a="http://schemas.openxmlformats.org/drawingml/2006/main">
            <a:off x="381000" y="1333500"/>
            <a:ext cx="17526000" cy="30384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18232E"/>
                </a:solidFill>
                <a:latin typeface="Apple SD Gothic Neo"/>
                <a:ea typeface="Apple SD Gothic Neo"/>
                <a:cs typeface="Apple SD Gothic Neo"/>
              </a:defRPr>
            </a:pPr>
            <a:r>
              <a:rPr sz="1650" b="0">
                <a:solidFill>
                  <a:srgbClr val="18232E"/>
                </a:solidFill>
                <a:latin typeface="Apple SD Gothic Neo"/>
                <a:ea typeface="Apple SD Gothic Neo"/>
                <a:cs typeface="Apple SD Gothic Neo"/>
              </a:rPr>
              <a:t>“잠깐, 표부터 설명해줘.” + 메일 수신자 질문 도착 + 이전 응답 준비가 늦게 완료</a:t>
            </a:r>
          </a:p>
        </p:txBody>
      </p:sp>
      <p:sp>
        <p:nvSpPr>
          <p:cNvPr id="7" name="dp44-comparison / n7 / text 1">
            <a:extLst xmlns:a="http://schemas.openxmlformats.org/drawingml/2006/main">
              <a:ext uri="{FF2B5EF4-FFF2-40B4-BE49-F238E27FC236}">
                <a16:creationId xmlns:a16="http://schemas.microsoft.com/office/drawing/2014/main" id="{178FEDBE-5DBD-4A46-A969-EFECB774642B}"/>
              </a:ext>
            </a:extLst>
          </p:cNvPr>
          <p:cNvSpPr>
            <a:spLocks xmlns:a="http://schemas.openxmlformats.org/drawingml/2006/main" noGrp="1"/>
          </p:cNvSpPr>
          <p:nvPr/>
        </p:nvSpPr>
        <p:spPr>
          <a:xfrm xmlns:a="http://schemas.openxmlformats.org/drawingml/2006/main">
            <a:off x="381000" y="1628775"/>
            <a:ext cx="17526000"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18232E"/>
                </a:solidFill>
                <a:latin typeface="Apple SD Gothic Neo"/>
                <a:ea typeface="Apple SD Gothic Neo"/>
                <a:cs typeface="Apple SD Gothic Neo"/>
              </a:defRPr>
            </a:pPr>
            <a:r>
              <a:rPr sz="1275" b="0">
                <a:solidFill>
                  <a:srgbClr val="18232E"/>
                </a:solidFill>
                <a:latin typeface="Apple SD Gothic Neo"/>
                <a:ea typeface="Apple SD Gothic Neo"/>
                <a:cs typeface="Apple SD Gothic Neo"/>
              </a:rPr>
              <a:t>공통: 계속 입력 수신 / 로컬 VAD와 즉시 음성 중단 / 클라우드 음성 / 의미 모델 / 같은 Request / Task / 실제 전달 원본</a:t>
            </a:r>
          </a:p>
        </p:txBody>
      </p:sp>
      <p:sp>
        <p:nvSpPr>
          <p:cNvPr id="8" name="dp44-comparison / n8">
            <a:extLst xmlns:a="http://schemas.openxmlformats.org/drawingml/2006/main">
              <a:ext uri="{FF2B5EF4-FFF2-40B4-BE49-F238E27FC236}">
                <a16:creationId xmlns:a16="http://schemas.microsoft.com/office/drawing/2014/main" id="{E9532E79-0D01-43A6-82A0-764B0BDD7FC2}"/>
              </a:ext>
            </a:extLst>
          </p:cNvPr>
          <p:cNvSpPr>
            <a:spLocks xmlns:a="http://schemas.openxmlformats.org/drawingml/2006/main" noGrp="1"/>
          </p:cNvSpPr>
          <p:nvPr/>
        </p:nvSpPr>
        <p:spPr>
          <a:xfrm xmlns:a="http://schemas.openxmlformats.org/drawingml/2006/main">
            <a:off x="381000" y="1857375"/>
            <a:ext cx="17526000" cy="457200"/>
          </a:xfrm>
          <a:prstGeom xmlns:a="http://schemas.openxmlformats.org/drawingml/2006/main" prst="rect">
            <a:avLst/>
          </a:prstGeom>
          <a:solidFill xmlns:a="http://schemas.openxmlformats.org/drawingml/2006/main">
            <a:srgbClr val="D5E7C7"/>
          </a:solidFill>
          <a:ln xmlns:a="http://schemas.openxmlformats.org/drawingml/2006/main" w="16193">
            <a:solidFill>
              <a:srgbClr val="CDD6DE"/>
            </a:solidFill>
            <a:prstDash val="solid"/>
          </a:ln>
        </p:spPr>
      </p:sp>
      <p:sp>
        <p:nvSpPr>
          <p:cNvPr id="9" name="dp44-comparison / n9 / text 1">
            <a:extLst xmlns:a="http://schemas.openxmlformats.org/drawingml/2006/main">
              <a:ext uri="{FF2B5EF4-FFF2-40B4-BE49-F238E27FC236}">
                <a16:creationId xmlns:a16="http://schemas.microsoft.com/office/drawing/2014/main" id="{CCE00049-C23B-49C9-98C7-4FA708FF2E37}"/>
              </a:ext>
            </a:extLst>
          </p:cNvPr>
          <p:cNvSpPr>
            <a:spLocks xmlns:a="http://schemas.openxmlformats.org/drawingml/2006/main" noGrp="1"/>
          </p:cNvSpPr>
          <p:nvPr/>
        </p:nvSpPr>
        <p:spPr>
          <a:xfrm xmlns:a="http://schemas.openxmlformats.org/drawingml/2006/main">
            <a:off x="1485900" y="1962150"/>
            <a:ext cx="7981950" cy="31765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725" b="1">
                <a:solidFill>
                  <a:srgbClr val="18232E"/>
                </a:solidFill>
                <a:latin typeface="Apple SD Gothic Neo"/>
                <a:ea typeface="Apple SD Gothic Neo"/>
                <a:cs typeface="Apple SD Gothic Neo"/>
              </a:defRPr>
            </a:pPr>
            <a:r>
              <a:rPr sz="1725" b="1">
                <a:solidFill>
                  <a:srgbClr val="18232E"/>
                </a:solidFill>
                <a:latin typeface="Apple SD Gothic Neo"/>
                <a:ea typeface="Apple SD Gothic Neo"/>
                <a:cs typeface="Apple SD Gothic Neo"/>
              </a:rPr>
              <a:t>A 중앙에서 완료 회수와 다음 실행 지시</a:t>
            </a:r>
          </a:p>
        </p:txBody>
      </p:sp>
      <p:sp>
        <p:nvSpPr>
          <p:cNvPr id="10" name="dp44-comparison / n10 / text 1">
            <a:extLst xmlns:a="http://schemas.openxmlformats.org/drawingml/2006/main">
              <a:ext uri="{FF2B5EF4-FFF2-40B4-BE49-F238E27FC236}">
                <a16:creationId xmlns:a16="http://schemas.microsoft.com/office/drawing/2014/main" id="{9D23EEE3-F986-486D-9FFE-D6B3C27654BE}"/>
              </a:ext>
            </a:extLst>
          </p:cNvPr>
          <p:cNvSpPr>
            <a:spLocks xmlns:a="http://schemas.openxmlformats.org/drawingml/2006/main" noGrp="1"/>
          </p:cNvSpPr>
          <p:nvPr/>
        </p:nvSpPr>
        <p:spPr>
          <a:xfrm xmlns:a="http://schemas.openxmlformats.org/drawingml/2006/main">
            <a:off x="9772650" y="1962150"/>
            <a:ext cx="7981950" cy="31765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725" b="1">
                <a:solidFill>
                  <a:srgbClr val="18232E"/>
                </a:solidFill>
                <a:latin typeface="Apple SD Gothic Neo"/>
                <a:ea typeface="Apple SD Gothic Neo"/>
                <a:cs typeface="Apple SD Gothic Neo"/>
              </a:defRPr>
            </a:pPr>
            <a:r>
              <a:rPr sz="1725" b="1">
                <a:solidFill>
                  <a:srgbClr val="18232E"/>
                </a:solidFill>
                <a:latin typeface="Apple SD Gothic Neo"/>
                <a:ea typeface="Apple SD Gothic Neo"/>
                <a:cs typeface="Apple SD Gothic Neo"/>
              </a:rPr>
              <a:t>B 연결된 단계가 입력과 조건으로 실행</a:t>
            </a:r>
          </a:p>
        </p:txBody>
      </p:sp>
      <p:sp>
        <p:nvSpPr>
          <p:cNvPr id="11" name="dp44-comparison / n11 / path">
            <a:extLst xmlns:a="http://schemas.openxmlformats.org/drawingml/2006/main">
              <a:ext uri="{FF2B5EF4-FFF2-40B4-BE49-F238E27FC236}">
                <a16:creationId xmlns:a16="http://schemas.microsoft.com/office/drawing/2014/main" id="{1A22D1FC-5AE6-4C98-84AE-3B1B32AB9B78}"/>
              </a:ext>
            </a:extLst>
          </p:cNvPr>
          <p:cNvSpPr>
            <a:spLocks xmlns:a="http://schemas.openxmlformats.org/drawingml/2006/main" noGrp="1"/>
          </p:cNvSpPr>
          <p:nvPr/>
        </p:nvSpPr>
        <p:spPr>
          <a:xfrm xmlns:a="http://schemas.openxmlformats.org/drawingml/2006/main">
            <a:off x="9620250" y="1857375"/>
            <a:ext cx="953" cy="5715000"/>
          </a:xfrm>
          <a:custGeom xmlns:a="http://schemas.openxmlformats.org/drawingml/2006/main">
            <a:pathLst>
              <a:path w="953" h="5715000">
                <a:moveTo>
                  <a:pt x="0" y="0"/>
                </a:moveTo>
                <a:lnTo>
                  <a:pt x="0" y="5715000"/>
                </a:lnTo>
              </a:path>
            </a:pathLst>
          </a:custGeom>
          <a:noFill xmlns:a="http://schemas.openxmlformats.org/drawingml/2006/main"/>
          <a:ln xmlns:a="http://schemas.openxmlformats.org/drawingml/2006/main" w="19050">
            <a:solidFill>
              <a:srgbClr val="CDD6DE"/>
            </a:solidFill>
            <a:prstDash val="solid"/>
          </a:ln>
        </p:spPr>
      </p:sp>
      <p:sp>
        <p:nvSpPr>
          <p:cNvPr id="12" name="dp44-comparison / n12 / path">
            <a:extLst xmlns:a="http://schemas.openxmlformats.org/drawingml/2006/main">
              <a:ext uri="{FF2B5EF4-FFF2-40B4-BE49-F238E27FC236}">
                <a16:creationId xmlns:a16="http://schemas.microsoft.com/office/drawing/2014/main" id="{9D0C0CBA-6ED3-4D58-90D1-CC8015DD244D}"/>
              </a:ext>
            </a:extLst>
          </p:cNvPr>
          <p:cNvSpPr>
            <a:spLocks xmlns:a="http://schemas.openxmlformats.org/drawingml/2006/main" noGrp="1"/>
          </p:cNvSpPr>
          <p:nvPr/>
        </p:nvSpPr>
        <p:spPr>
          <a:xfrm xmlns:a="http://schemas.openxmlformats.org/drawingml/2006/main">
            <a:off x="381000" y="7572375"/>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9050">
            <a:solidFill>
              <a:srgbClr val="CDD6DE"/>
            </a:solidFill>
            <a:prstDash val="solid"/>
          </a:ln>
        </p:spPr>
      </p:sp>
      <p:sp>
        <p:nvSpPr>
          <p:cNvPr id="13" name="dp44-comparison / n13 / text 1">
            <a:extLst xmlns:a="http://schemas.openxmlformats.org/drawingml/2006/main">
              <a:ext uri="{FF2B5EF4-FFF2-40B4-BE49-F238E27FC236}">
                <a16:creationId xmlns:a16="http://schemas.microsoft.com/office/drawing/2014/main" id="{D672E3D8-945E-4E6A-B966-C963296EFD0C}"/>
              </a:ext>
            </a:extLst>
          </p:cNvPr>
          <p:cNvSpPr>
            <a:spLocks xmlns:a="http://schemas.openxmlformats.org/drawingml/2006/main" noGrp="1"/>
          </p:cNvSpPr>
          <p:nvPr/>
        </p:nvSpPr>
        <p:spPr>
          <a:xfrm xmlns:a="http://schemas.openxmlformats.org/drawingml/2006/main">
            <a:off x="400050" y="7724775"/>
            <a:ext cx="17526000"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18232E"/>
                </a:solidFill>
                <a:latin typeface="Apple SD Gothic Neo"/>
                <a:ea typeface="Apple SD Gothic Neo"/>
                <a:cs typeface="Apple SD Gothic Neo"/>
              </a:defRPr>
            </a:pPr>
            <a:r>
              <a:rPr sz="1275" b="0">
                <a:solidFill>
                  <a:srgbClr val="18232E"/>
                </a:solidFill>
                <a:latin typeface="Apple SD Gothic Neo"/>
                <a:ea typeface="Apple SD Gothic Neo"/>
                <a:cs typeface="Apple SD Gothic Neo"/>
              </a:rPr>
              <a:t>공통 후속 처리: source / 권한 / 입력 세대 검사 → Publication Control → Interaction Manager 실제 표시/재생 → receipt</a:t>
            </a:r>
          </a:p>
        </p:txBody>
      </p:sp>
      <p:sp>
        <p:nvSpPr>
          <p:cNvPr id="14" name="dp44-comparison / n14 / text 1">
            <a:extLst xmlns:a="http://schemas.openxmlformats.org/drawingml/2006/main">
              <a:ext uri="{FF2B5EF4-FFF2-40B4-BE49-F238E27FC236}">
                <a16:creationId xmlns:a16="http://schemas.microsoft.com/office/drawing/2014/main" id="{4008EF86-E071-422E-9759-E9646830B26B}"/>
              </a:ext>
            </a:extLst>
          </p:cNvPr>
          <p:cNvSpPr>
            <a:spLocks xmlns:a="http://schemas.openxmlformats.org/drawingml/2006/main" noGrp="1"/>
          </p:cNvSpPr>
          <p:nvPr/>
        </p:nvSpPr>
        <p:spPr>
          <a:xfrm xmlns:a="http://schemas.openxmlformats.org/drawingml/2006/main">
            <a:off x="400050" y="8001000"/>
            <a:ext cx="17526000"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18232E"/>
                </a:solidFill>
                <a:latin typeface="Apple SD Gothic Neo"/>
                <a:ea typeface="Apple SD Gothic Neo"/>
                <a:cs typeface="Apple SD Gothic Neo"/>
              </a:defRPr>
            </a:pPr>
            <a:r>
              <a:rPr sz="1275" b="0">
                <a:solidFill>
                  <a:srgbClr val="18232E"/>
                </a:solidFill>
                <a:latin typeface="Apple SD Gothic Neo"/>
                <a:ea typeface="Apple SD Gothic Neo"/>
                <a:cs typeface="Apple SD Gothic Neo"/>
              </a:rPr>
              <a:t>확인 질문은 별도 admission으로 현재 입력 해소를 기다리지 않고 제시 / 발화 시작은 업무 취소 완료가 아님</a:t>
            </a:r>
          </a:p>
        </p:txBody>
      </p:sp>
      <p:sp>
        <p:nvSpPr>
          <p:cNvPr id="267" name="dp44-v4-summary / n1">
            <a:extLst xmlns:a="http://schemas.openxmlformats.org/drawingml/2006/main">
              <a:ext uri="{FF2B5EF4-FFF2-40B4-BE49-F238E27FC236}">
                <a16:creationId xmlns:a16="http://schemas.microsoft.com/office/drawing/2014/main" id="{2648F3FC-B867-4070-B883-E5FDF41BE00C}"/>
              </a:ext>
            </a:extLst>
          </p:cNvPr>
          <p:cNvSpPr>
            <a:spLocks xmlns:a="http://schemas.openxmlformats.org/drawingml/2006/main" noGrp="1"/>
          </p:cNvSpPr>
          <p:nvPr/>
        </p:nvSpPr>
        <p:spPr>
          <a:xfrm xmlns:a="http://schemas.openxmlformats.org/drawingml/2006/main">
            <a:off x="381000" y="8296275"/>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1430">
            <a:solidFill>
              <a:srgbClr val="CDD6DE"/>
            </a:solidFill>
          </a:ln>
        </p:spPr>
      </p:sp>
      <p:sp>
        <p:nvSpPr>
          <p:cNvPr id="268" name="dp44-v4-summary / n2">
            <a:extLst xmlns:a="http://schemas.openxmlformats.org/drawingml/2006/main">
              <a:ext uri="{FF2B5EF4-FFF2-40B4-BE49-F238E27FC236}">
                <a16:creationId xmlns:a16="http://schemas.microsoft.com/office/drawing/2014/main" id="{9B3742D3-A015-4F9C-944E-943C4F2276C7}"/>
              </a:ext>
            </a:extLst>
          </p:cNvPr>
          <p:cNvSpPr>
            <a:spLocks xmlns:a="http://schemas.openxmlformats.org/drawingml/2006/main" noGrp="1"/>
          </p:cNvSpPr>
          <p:nvPr/>
        </p:nvSpPr>
        <p:spPr>
          <a:xfrm xmlns:a="http://schemas.openxmlformats.org/drawingml/2006/main">
            <a:off x="400050" y="8353425"/>
            <a:ext cx="2333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1">
                <a:solidFill>
                  <a:srgbClr val="18232E"/>
                </a:solidFill>
                <a:latin typeface="Apple SD Gothic Neo"/>
                <a:ea typeface="Apple SD Gothic Neo"/>
                <a:cs typeface="Apple SD Gothic Neo"/>
              </a:defRPr>
            </a:pPr>
            <a:r>
              <a:rPr sz="1200" b="1">
                <a:solidFill>
                  <a:srgbClr val="18232E"/>
                </a:solidFill>
                <a:latin typeface="Apple SD Gothic Neo"/>
                <a:ea typeface="Apple SD Gothic Neo"/>
                <a:cs typeface="Apple SD Gothic Neo"/>
              </a:rPr>
              <a:t>요청 처리 정확성</a:t>
            </a:r>
          </a:p>
        </p:txBody>
      </p:sp>
      <p:sp>
        <p:nvSpPr>
          <p:cNvPr id="269" name="dp44-v4-summary / n3 / circle">
            <a:extLst xmlns:a="http://schemas.openxmlformats.org/drawingml/2006/main">
              <a:ext uri="{FF2B5EF4-FFF2-40B4-BE49-F238E27FC236}">
                <a16:creationId xmlns:a16="http://schemas.microsoft.com/office/drawing/2014/main" id="{30B02E68-CD0E-42F5-9BFB-9C1DC6694519}"/>
              </a:ext>
            </a:extLst>
          </p:cNvPr>
          <p:cNvSpPr>
            <a:spLocks xmlns:a="http://schemas.openxmlformats.org/drawingml/2006/main" noGrp="1"/>
          </p:cNvSpPr>
          <p:nvPr/>
        </p:nvSpPr>
        <p:spPr>
          <a:xfrm xmlns:a="http://schemas.openxmlformats.org/drawingml/2006/main">
            <a:off x="2857500" y="8372475"/>
            <a:ext cx="133350" cy="133350"/>
          </a:xfrm>
          <a:prstGeom xmlns:a="http://schemas.openxmlformats.org/drawingml/2006/main" prst="ellipse">
            <a:avLst/>
          </a:prstGeom>
          <a:solidFill xmlns:a="http://schemas.openxmlformats.org/drawingml/2006/main">
            <a:srgbClr val="18232E"/>
          </a:solidFill>
          <a:ln xmlns:a="http://schemas.openxmlformats.org/drawingml/2006/main" w="10478">
            <a:solidFill>
              <a:srgbClr val="18232E"/>
            </a:solidFill>
          </a:ln>
        </p:spPr>
      </p:sp>
      <p:sp>
        <p:nvSpPr>
          <p:cNvPr id="270" name="dp44-v4-summary / n4 / circle">
            <a:extLst xmlns:a="http://schemas.openxmlformats.org/drawingml/2006/main">
              <a:ext uri="{FF2B5EF4-FFF2-40B4-BE49-F238E27FC236}">
                <a16:creationId xmlns:a16="http://schemas.microsoft.com/office/drawing/2014/main" id="{0E01679F-D200-4DA1-BA29-BB3A2B58BC97}"/>
              </a:ext>
            </a:extLst>
          </p:cNvPr>
          <p:cNvSpPr>
            <a:spLocks xmlns:a="http://schemas.openxmlformats.org/drawingml/2006/main" noGrp="1"/>
          </p:cNvSpPr>
          <p:nvPr/>
        </p:nvSpPr>
        <p:spPr>
          <a:xfrm xmlns:a="http://schemas.openxmlformats.org/drawingml/2006/main">
            <a:off x="3028950" y="8372475"/>
            <a:ext cx="133350" cy="133350"/>
          </a:xfrm>
          <a:prstGeom xmlns:a="http://schemas.openxmlformats.org/drawingml/2006/main" prst="ellipse">
            <a:avLst/>
          </a:prstGeom>
          <a:solidFill xmlns:a="http://schemas.openxmlformats.org/drawingml/2006/main">
            <a:srgbClr val="18232E"/>
          </a:solidFill>
          <a:ln xmlns:a="http://schemas.openxmlformats.org/drawingml/2006/main" w="10478">
            <a:solidFill>
              <a:srgbClr val="18232E"/>
            </a:solidFill>
          </a:ln>
        </p:spPr>
      </p:sp>
      <p:sp>
        <p:nvSpPr>
          <p:cNvPr id="271" name="dp44-v4-summary / n5 / circle">
            <a:extLst xmlns:a="http://schemas.openxmlformats.org/drawingml/2006/main">
              <a:ext uri="{FF2B5EF4-FFF2-40B4-BE49-F238E27FC236}">
                <a16:creationId xmlns:a16="http://schemas.microsoft.com/office/drawing/2014/main" id="{A78E3581-AFFA-4630-BFA2-DD25455907A3}"/>
              </a:ext>
            </a:extLst>
          </p:cNvPr>
          <p:cNvSpPr>
            <a:spLocks xmlns:a="http://schemas.openxmlformats.org/drawingml/2006/main" noGrp="1"/>
          </p:cNvSpPr>
          <p:nvPr/>
        </p:nvSpPr>
        <p:spPr>
          <a:xfrm xmlns:a="http://schemas.openxmlformats.org/drawingml/2006/main">
            <a:off x="3200400" y="8372475"/>
            <a:ext cx="133350" cy="133350"/>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272" name="dp44-v4-summary / n5 / half">
            <a:extLst xmlns:a="http://schemas.openxmlformats.org/drawingml/2006/main">
              <a:ext uri="{FF2B5EF4-FFF2-40B4-BE49-F238E27FC236}">
                <a16:creationId xmlns:a16="http://schemas.microsoft.com/office/drawing/2014/main" id="{952B034E-BC8D-46D4-AB44-80AEC76CA0F9}"/>
              </a:ext>
            </a:extLst>
          </p:cNvPr>
          <p:cNvSpPr>
            <a:spLocks xmlns:a="http://schemas.openxmlformats.org/drawingml/2006/main" noGrp="1"/>
          </p:cNvSpPr>
          <p:nvPr/>
        </p:nvSpPr>
        <p:spPr>
          <a:xfrm xmlns:a="http://schemas.openxmlformats.org/drawingml/2006/main">
            <a:off x="3200400" y="8372475"/>
            <a:ext cx="133350" cy="133350"/>
          </a:xfrm>
          <a:custGeom xmlns:a="http://schemas.openxmlformats.org/drawingml/2006/main">
            <a:pathLst>
              <a:path w="133350" h="133350">
                <a:moveTo>
                  <a:pt x="66675" y="0"/>
                </a:moveTo>
                <a:lnTo>
                  <a:pt x="60140" y="321"/>
                </a:lnTo>
                <a:lnTo>
                  <a:pt x="53667" y="1281"/>
                </a:lnTo>
                <a:lnTo>
                  <a:pt x="47320" y="2871"/>
                </a:lnTo>
                <a:lnTo>
                  <a:pt x="41160" y="5075"/>
                </a:lnTo>
                <a:lnTo>
                  <a:pt x="35245" y="7873"/>
                </a:lnTo>
                <a:lnTo>
                  <a:pt x="29632" y="11237"/>
                </a:lnTo>
                <a:lnTo>
                  <a:pt x="24377" y="15135"/>
                </a:lnTo>
                <a:lnTo>
                  <a:pt x="19529" y="19529"/>
                </a:lnTo>
                <a:lnTo>
                  <a:pt x="15135" y="24377"/>
                </a:lnTo>
                <a:lnTo>
                  <a:pt x="11237" y="29632"/>
                </a:lnTo>
                <a:lnTo>
                  <a:pt x="7873" y="35245"/>
                </a:lnTo>
                <a:lnTo>
                  <a:pt x="5075" y="41160"/>
                </a:lnTo>
                <a:lnTo>
                  <a:pt x="2871" y="47320"/>
                </a:lnTo>
                <a:lnTo>
                  <a:pt x="1281" y="53667"/>
                </a:lnTo>
                <a:lnTo>
                  <a:pt x="321" y="60140"/>
                </a:lnTo>
                <a:lnTo>
                  <a:pt x="0" y="66675"/>
                </a:lnTo>
                <a:lnTo>
                  <a:pt x="321" y="73210"/>
                </a:lnTo>
                <a:lnTo>
                  <a:pt x="1281" y="79683"/>
                </a:lnTo>
                <a:lnTo>
                  <a:pt x="2871" y="86030"/>
                </a:lnTo>
                <a:lnTo>
                  <a:pt x="5075" y="92190"/>
                </a:lnTo>
                <a:lnTo>
                  <a:pt x="7873" y="98105"/>
                </a:lnTo>
                <a:lnTo>
                  <a:pt x="11237" y="103718"/>
                </a:lnTo>
                <a:lnTo>
                  <a:pt x="15135" y="108973"/>
                </a:lnTo>
                <a:lnTo>
                  <a:pt x="19529" y="113821"/>
                </a:lnTo>
                <a:lnTo>
                  <a:pt x="24377" y="118215"/>
                </a:lnTo>
                <a:lnTo>
                  <a:pt x="29632" y="122113"/>
                </a:lnTo>
                <a:lnTo>
                  <a:pt x="35245" y="125477"/>
                </a:lnTo>
                <a:lnTo>
                  <a:pt x="41160" y="128275"/>
                </a:lnTo>
                <a:lnTo>
                  <a:pt x="47320" y="130479"/>
                </a:lnTo>
                <a:lnTo>
                  <a:pt x="53667" y="132069"/>
                </a:lnTo>
                <a:lnTo>
                  <a:pt x="60140" y="133029"/>
                </a:lnTo>
                <a:lnTo>
                  <a:pt x="66675" y="133350"/>
                </a:lnTo>
                <a:close/>
              </a:path>
            </a:pathLst>
          </a:custGeom>
          <a:solidFill xmlns:a="http://schemas.openxmlformats.org/drawingml/2006/main">
            <a:srgbClr val="18232E"/>
          </a:solidFill>
          <a:ln xmlns:a="http://schemas.openxmlformats.org/drawingml/2006/main" w="0">
            <a:noFill/>
          </a:ln>
        </p:spPr>
      </p:sp>
      <p:sp>
        <p:nvSpPr>
          <p:cNvPr id="273" name="dp44-v4-summary / n6">
            <a:extLst xmlns:a="http://schemas.openxmlformats.org/drawingml/2006/main">
              <a:ext uri="{FF2B5EF4-FFF2-40B4-BE49-F238E27FC236}">
                <a16:creationId xmlns:a16="http://schemas.microsoft.com/office/drawing/2014/main" id="{BF905C6D-DCCD-4E29-B88B-4D582C9164CB}"/>
              </a:ext>
            </a:extLst>
          </p:cNvPr>
          <p:cNvSpPr>
            <a:spLocks xmlns:a="http://schemas.openxmlformats.org/drawingml/2006/main" noGrp="1"/>
          </p:cNvSpPr>
          <p:nvPr/>
        </p:nvSpPr>
        <p:spPr>
          <a:xfrm xmlns:a="http://schemas.openxmlformats.org/drawingml/2006/main">
            <a:off x="3371850" y="8353425"/>
            <a:ext cx="63341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5점  99.63%  [같은 의미 판단]</a:t>
            </a:r>
          </a:p>
        </p:txBody>
      </p:sp>
      <p:sp>
        <p:nvSpPr>
          <p:cNvPr id="274" name="dp44-v4-summary / n7 / circle">
            <a:extLst xmlns:a="http://schemas.openxmlformats.org/drawingml/2006/main">
              <a:ext uri="{FF2B5EF4-FFF2-40B4-BE49-F238E27FC236}">
                <a16:creationId xmlns:a16="http://schemas.microsoft.com/office/drawing/2014/main" id="{874CFDE5-60BA-42D9-B231-ACB0FB328FAB}"/>
              </a:ext>
            </a:extLst>
          </p:cNvPr>
          <p:cNvSpPr>
            <a:spLocks xmlns:a="http://schemas.openxmlformats.org/drawingml/2006/main" noGrp="1"/>
          </p:cNvSpPr>
          <p:nvPr/>
        </p:nvSpPr>
        <p:spPr>
          <a:xfrm xmlns:a="http://schemas.openxmlformats.org/drawingml/2006/main">
            <a:off x="10001250" y="8372475"/>
            <a:ext cx="133350" cy="133350"/>
          </a:xfrm>
          <a:prstGeom xmlns:a="http://schemas.openxmlformats.org/drawingml/2006/main" prst="ellipse">
            <a:avLst/>
          </a:prstGeom>
          <a:solidFill xmlns:a="http://schemas.openxmlformats.org/drawingml/2006/main">
            <a:srgbClr val="18232E"/>
          </a:solidFill>
          <a:ln xmlns:a="http://schemas.openxmlformats.org/drawingml/2006/main" w="10478">
            <a:solidFill>
              <a:srgbClr val="18232E"/>
            </a:solidFill>
          </a:ln>
        </p:spPr>
      </p:sp>
      <p:sp>
        <p:nvSpPr>
          <p:cNvPr id="275" name="dp44-v4-summary / n8 / circle">
            <a:extLst xmlns:a="http://schemas.openxmlformats.org/drawingml/2006/main">
              <a:ext uri="{FF2B5EF4-FFF2-40B4-BE49-F238E27FC236}">
                <a16:creationId xmlns:a16="http://schemas.microsoft.com/office/drawing/2014/main" id="{7FD813F0-C8EB-448C-A976-0A8ABA4E239A}"/>
              </a:ext>
            </a:extLst>
          </p:cNvPr>
          <p:cNvSpPr>
            <a:spLocks xmlns:a="http://schemas.openxmlformats.org/drawingml/2006/main" noGrp="1"/>
          </p:cNvSpPr>
          <p:nvPr/>
        </p:nvSpPr>
        <p:spPr>
          <a:xfrm xmlns:a="http://schemas.openxmlformats.org/drawingml/2006/main">
            <a:off x="10172700" y="8372475"/>
            <a:ext cx="133350" cy="133350"/>
          </a:xfrm>
          <a:prstGeom xmlns:a="http://schemas.openxmlformats.org/drawingml/2006/main" prst="ellipse">
            <a:avLst/>
          </a:prstGeom>
          <a:solidFill xmlns:a="http://schemas.openxmlformats.org/drawingml/2006/main">
            <a:srgbClr val="18232E"/>
          </a:solidFill>
          <a:ln xmlns:a="http://schemas.openxmlformats.org/drawingml/2006/main" w="10478">
            <a:solidFill>
              <a:srgbClr val="18232E"/>
            </a:solidFill>
          </a:ln>
        </p:spPr>
      </p:sp>
      <p:sp>
        <p:nvSpPr>
          <p:cNvPr id="276" name="dp44-v4-summary / n9 / circle">
            <a:extLst xmlns:a="http://schemas.openxmlformats.org/drawingml/2006/main">
              <a:ext uri="{FF2B5EF4-FFF2-40B4-BE49-F238E27FC236}">
                <a16:creationId xmlns:a16="http://schemas.microsoft.com/office/drawing/2014/main" id="{A6BE7E02-EB31-446B-B30B-0D87C2D05983}"/>
              </a:ext>
            </a:extLst>
          </p:cNvPr>
          <p:cNvSpPr>
            <a:spLocks xmlns:a="http://schemas.openxmlformats.org/drawingml/2006/main" noGrp="1"/>
          </p:cNvSpPr>
          <p:nvPr/>
        </p:nvSpPr>
        <p:spPr>
          <a:xfrm xmlns:a="http://schemas.openxmlformats.org/drawingml/2006/main">
            <a:off x="10344150" y="8372475"/>
            <a:ext cx="133350" cy="133350"/>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277" name="dp44-v4-summary / n9 / half">
            <a:extLst xmlns:a="http://schemas.openxmlformats.org/drawingml/2006/main">
              <a:ext uri="{FF2B5EF4-FFF2-40B4-BE49-F238E27FC236}">
                <a16:creationId xmlns:a16="http://schemas.microsoft.com/office/drawing/2014/main" id="{1E39EBB6-D29C-4A9E-A4B5-204E7A9D7F5E}"/>
              </a:ext>
            </a:extLst>
          </p:cNvPr>
          <p:cNvSpPr>
            <a:spLocks xmlns:a="http://schemas.openxmlformats.org/drawingml/2006/main" noGrp="1"/>
          </p:cNvSpPr>
          <p:nvPr/>
        </p:nvSpPr>
        <p:spPr>
          <a:xfrm xmlns:a="http://schemas.openxmlformats.org/drawingml/2006/main">
            <a:off x="10344150" y="8372475"/>
            <a:ext cx="133350" cy="133350"/>
          </a:xfrm>
          <a:custGeom xmlns:a="http://schemas.openxmlformats.org/drawingml/2006/main">
            <a:pathLst>
              <a:path w="133350" h="133350">
                <a:moveTo>
                  <a:pt x="66675" y="0"/>
                </a:moveTo>
                <a:lnTo>
                  <a:pt x="60140" y="321"/>
                </a:lnTo>
                <a:lnTo>
                  <a:pt x="53667" y="1281"/>
                </a:lnTo>
                <a:lnTo>
                  <a:pt x="47320" y="2871"/>
                </a:lnTo>
                <a:lnTo>
                  <a:pt x="41160" y="5075"/>
                </a:lnTo>
                <a:lnTo>
                  <a:pt x="35245" y="7873"/>
                </a:lnTo>
                <a:lnTo>
                  <a:pt x="29632" y="11237"/>
                </a:lnTo>
                <a:lnTo>
                  <a:pt x="24377" y="15135"/>
                </a:lnTo>
                <a:lnTo>
                  <a:pt x="19529" y="19529"/>
                </a:lnTo>
                <a:lnTo>
                  <a:pt x="15135" y="24377"/>
                </a:lnTo>
                <a:lnTo>
                  <a:pt x="11237" y="29632"/>
                </a:lnTo>
                <a:lnTo>
                  <a:pt x="7873" y="35245"/>
                </a:lnTo>
                <a:lnTo>
                  <a:pt x="5075" y="41160"/>
                </a:lnTo>
                <a:lnTo>
                  <a:pt x="2871" y="47320"/>
                </a:lnTo>
                <a:lnTo>
                  <a:pt x="1281" y="53667"/>
                </a:lnTo>
                <a:lnTo>
                  <a:pt x="321" y="60140"/>
                </a:lnTo>
                <a:lnTo>
                  <a:pt x="0" y="66675"/>
                </a:lnTo>
                <a:lnTo>
                  <a:pt x="321" y="73210"/>
                </a:lnTo>
                <a:lnTo>
                  <a:pt x="1281" y="79683"/>
                </a:lnTo>
                <a:lnTo>
                  <a:pt x="2871" y="86030"/>
                </a:lnTo>
                <a:lnTo>
                  <a:pt x="5075" y="92190"/>
                </a:lnTo>
                <a:lnTo>
                  <a:pt x="7873" y="98105"/>
                </a:lnTo>
                <a:lnTo>
                  <a:pt x="11237" y="103718"/>
                </a:lnTo>
                <a:lnTo>
                  <a:pt x="15135" y="108973"/>
                </a:lnTo>
                <a:lnTo>
                  <a:pt x="19529" y="113821"/>
                </a:lnTo>
                <a:lnTo>
                  <a:pt x="24377" y="118215"/>
                </a:lnTo>
                <a:lnTo>
                  <a:pt x="29632" y="122113"/>
                </a:lnTo>
                <a:lnTo>
                  <a:pt x="35245" y="125477"/>
                </a:lnTo>
                <a:lnTo>
                  <a:pt x="41160" y="128275"/>
                </a:lnTo>
                <a:lnTo>
                  <a:pt x="47320" y="130479"/>
                </a:lnTo>
                <a:lnTo>
                  <a:pt x="53667" y="132069"/>
                </a:lnTo>
                <a:lnTo>
                  <a:pt x="60140" y="133029"/>
                </a:lnTo>
                <a:lnTo>
                  <a:pt x="66675" y="133350"/>
                </a:lnTo>
                <a:close/>
              </a:path>
            </a:pathLst>
          </a:custGeom>
          <a:solidFill xmlns:a="http://schemas.openxmlformats.org/drawingml/2006/main">
            <a:srgbClr val="18232E"/>
          </a:solidFill>
          <a:ln xmlns:a="http://schemas.openxmlformats.org/drawingml/2006/main" w="0">
            <a:noFill/>
          </a:ln>
        </p:spPr>
      </p:sp>
      <p:sp>
        <p:nvSpPr>
          <p:cNvPr id="278" name="dp44-v4-summary / n10">
            <a:extLst xmlns:a="http://schemas.openxmlformats.org/drawingml/2006/main">
              <a:ext uri="{FF2B5EF4-FFF2-40B4-BE49-F238E27FC236}">
                <a16:creationId xmlns:a16="http://schemas.microsoft.com/office/drawing/2014/main" id="{6D0F2F74-AC6D-4441-B89C-F4C0863249C3}"/>
              </a:ext>
            </a:extLst>
          </p:cNvPr>
          <p:cNvSpPr>
            <a:spLocks xmlns:a="http://schemas.openxmlformats.org/drawingml/2006/main" noGrp="1"/>
          </p:cNvSpPr>
          <p:nvPr/>
        </p:nvSpPr>
        <p:spPr>
          <a:xfrm xmlns:a="http://schemas.openxmlformats.org/drawingml/2006/main">
            <a:off x="10515600" y="8353425"/>
            <a:ext cx="7381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5점  99.63%  [같은 의미 판단]</a:t>
            </a:r>
          </a:p>
        </p:txBody>
      </p:sp>
      <p:sp>
        <p:nvSpPr>
          <p:cNvPr id="279" name="dp44-v4-summary / n11">
            <a:extLst xmlns:a="http://schemas.openxmlformats.org/drawingml/2006/main">
              <a:ext uri="{FF2B5EF4-FFF2-40B4-BE49-F238E27FC236}">
                <a16:creationId xmlns:a16="http://schemas.microsoft.com/office/drawing/2014/main" id="{065C9918-A6E5-47AF-AD84-266BC800BEE2}"/>
              </a:ext>
            </a:extLst>
          </p:cNvPr>
          <p:cNvSpPr>
            <a:spLocks xmlns:a="http://schemas.openxmlformats.org/drawingml/2006/main" noGrp="1"/>
          </p:cNvSpPr>
          <p:nvPr/>
        </p:nvSpPr>
        <p:spPr>
          <a:xfrm xmlns:a="http://schemas.openxmlformats.org/drawingml/2006/main">
            <a:off x="381000" y="8534400"/>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1430">
            <a:solidFill>
              <a:srgbClr val="CDD6DE"/>
            </a:solidFill>
          </a:ln>
        </p:spPr>
      </p:sp>
      <p:sp>
        <p:nvSpPr>
          <p:cNvPr id="280" name="dp44-v4-summary / n12">
            <a:extLst xmlns:a="http://schemas.openxmlformats.org/drawingml/2006/main">
              <a:ext uri="{FF2B5EF4-FFF2-40B4-BE49-F238E27FC236}">
                <a16:creationId xmlns:a16="http://schemas.microsoft.com/office/drawing/2014/main" id="{181AE778-EC7F-465B-854B-EA67B51D204B}"/>
              </a:ext>
            </a:extLst>
          </p:cNvPr>
          <p:cNvSpPr>
            <a:spLocks xmlns:a="http://schemas.openxmlformats.org/drawingml/2006/main" noGrp="1"/>
          </p:cNvSpPr>
          <p:nvPr/>
        </p:nvSpPr>
        <p:spPr>
          <a:xfrm xmlns:a="http://schemas.openxmlformats.org/drawingml/2006/main">
            <a:off x="400050" y="8591550"/>
            <a:ext cx="2333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1">
                <a:solidFill>
                  <a:srgbClr val="18232E"/>
                </a:solidFill>
                <a:latin typeface="Apple SD Gothic Neo"/>
                <a:ea typeface="Apple SD Gothic Neo"/>
                <a:cs typeface="Apple SD Gothic Neo"/>
              </a:defRPr>
            </a:pPr>
            <a:r>
              <a:rPr sz="1200" b="1">
                <a:solidFill>
                  <a:srgbClr val="18232E"/>
                </a:solidFill>
                <a:latin typeface="Apple SD Gothic Neo"/>
                <a:ea typeface="Apple SD Gothic Neo"/>
                <a:cs typeface="Apple SD Gothic Neo"/>
              </a:rPr>
              <a:t>상호작용 응답시간</a:t>
            </a:r>
          </a:p>
        </p:txBody>
      </p:sp>
      <p:sp>
        <p:nvSpPr>
          <p:cNvPr id="281" name="dp44-v4-summary / n13 / circle">
            <a:extLst xmlns:a="http://schemas.openxmlformats.org/drawingml/2006/main">
              <a:ext uri="{FF2B5EF4-FFF2-40B4-BE49-F238E27FC236}">
                <a16:creationId xmlns:a16="http://schemas.microsoft.com/office/drawing/2014/main" id="{1CF0FADF-0F5F-4806-9640-AA97936D0F7D}"/>
              </a:ext>
            </a:extLst>
          </p:cNvPr>
          <p:cNvSpPr>
            <a:spLocks xmlns:a="http://schemas.openxmlformats.org/drawingml/2006/main" noGrp="1"/>
          </p:cNvSpPr>
          <p:nvPr/>
        </p:nvSpPr>
        <p:spPr>
          <a:xfrm xmlns:a="http://schemas.openxmlformats.org/drawingml/2006/main">
            <a:off x="2857500" y="8610600"/>
            <a:ext cx="133350" cy="133350"/>
          </a:xfrm>
          <a:prstGeom xmlns:a="http://schemas.openxmlformats.org/drawingml/2006/main" prst="ellipse">
            <a:avLst/>
          </a:prstGeom>
          <a:solidFill xmlns:a="http://schemas.openxmlformats.org/drawingml/2006/main">
            <a:srgbClr val="18232E"/>
          </a:solidFill>
          <a:ln xmlns:a="http://schemas.openxmlformats.org/drawingml/2006/main" w="10478">
            <a:solidFill>
              <a:srgbClr val="18232E"/>
            </a:solidFill>
          </a:ln>
        </p:spPr>
      </p:sp>
      <p:sp>
        <p:nvSpPr>
          <p:cNvPr id="282" name="dp44-v4-summary / n14 / circle">
            <a:extLst xmlns:a="http://schemas.openxmlformats.org/drawingml/2006/main">
              <a:ext uri="{FF2B5EF4-FFF2-40B4-BE49-F238E27FC236}">
                <a16:creationId xmlns:a16="http://schemas.microsoft.com/office/drawing/2014/main" id="{BF778D3F-9476-41C4-A79A-6AFA3B095315}"/>
              </a:ext>
            </a:extLst>
          </p:cNvPr>
          <p:cNvSpPr>
            <a:spLocks xmlns:a="http://schemas.openxmlformats.org/drawingml/2006/main" noGrp="1"/>
          </p:cNvSpPr>
          <p:nvPr/>
        </p:nvSpPr>
        <p:spPr>
          <a:xfrm xmlns:a="http://schemas.openxmlformats.org/drawingml/2006/main">
            <a:off x="3028950" y="8610600"/>
            <a:ext cx="133350" cy="133350"/>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283" name="dp44-v4-summary / n15 / circle">
            <a:extLst xmlns:a="http://schemas.openxmlformats.org/drawingml/2006/main">
              <a:ext uri="{FF2B5EF4-FFF2-40B4-BE49-F238E27FC236}">
                <a16:creationId xmlns:a16="http://schemas.microsoft.com/office/drawing/2014/main" id="{212E7ACB-9658-45C5-B532-FCE14952B2CA}"/>
              </a:ext>
            </a:extLst>
          </p:cNvPr>
          <p:cNvSpPr>
            <a:spLocks xmlns:a="http://schemas.openxmlformats.org/drawingml/2006/main" noGrp="1"/>
          </p:cNvSpPr>
          <p:nvPr/>
        </p:nvSpPr>
        <p:spPr>
          <a:xfrm xmlns:a="http://schemas.openxmlformats.org/drawingml/2006/main">
            <a:off x="3200400" y="8610600"/>
            <a:ext cx="133350" cy="133350"/>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284" name="dp44-v4-summary / n16">
            <a:extLst xmlns:a="http://schemas.openxmlformats.org/drawingml/2006/main">
              <a:ext uri="{FF2B5EF4-FFF2-40B4-BE49-F238E27FC236}">
                <a16:creationId xmlns:a16="http://schemas.microsoft.com/office/drawing/2014/main" id="{16368906-EDBC-401E-B34C-A932390F1462}"/>
              </a:ext>
            </a:extLst>
          </p:cNvPr>
          <p:cNvSpPr>
            <a:spLocks xmlns:a="http://schemas.openxmlformats.org/drawingml/2006/main" noGrp="1"/>
          </p:cNvSpPr>
          <p:nvPr/>
        </p:nvSpPr>
        <p:spPr>
          <a:xfrm xmlns:a="http://schemas.openxmlformats.org/drawingml/2006/main">
            <a:off x="3371850" y="8591550"/>
            <a:ext cx="63341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2점  0.818초  [짧은 중앙 지시]</a:t>
            </a:r>
          </a:p>
        </p:txBody>
      </p:sp>
      <p:sp>
        <p:nvSpPr>
          <p:cNvPr id="285" name="dp44-v4-summary / n17 / circle">
            <a:extLst xmlns:a="http://schemas.openxmlformats.org/drawingml/2006/main">
              <a:ext uri="{FF2B5EF4-FFF2-40B4-BE49-F238E27FC236}">
                <a16:creationId xmlns:a16="http://schemas.microsoft.com/office/drawing/2014/main" id="{6F398C07-B202-4138-B46D-A72E33336164}"/>
              </a:ext>
            </a:extLst>
          </p:cNvPr>
          <p:cNvSpPr>
            <a:spLocks xmlns:a="http://schemas.openxmlformats.org/drawingml/2006/main" noGrp="1"/>
          </p:cNvSpPr>
          <p:nvPr/>
        </p:nvSpPr>
        <p:spPr>
          <a:xfrm xmlns:a="http://schemas.openxmlformats.org/drawingml/2006/main">
            <a:off x="10001250" y="8610600"/>
            <a:ext cx="133350" cy="133350"/>
          </a:xfrm>
          <a:prstGeom xmlns:a="http://schemas.openxmlformats.org/drawingml/2006/main" prst="ellipse">
            <a:avLst/>
          </a:prstGeom>
          <a:solidFill xmlns:a="http://schemas.openxmlformats.org/drawingml/2006/main">
            <a:srgbClr val="18232E"/>
          </a:solidFill>
          <a:ln xmlns:a="http://schemas.openxmlformats.org/drawingml/2006/main" w="10478">
            <a:solidFill>
              <a:srgbClr val="18232E"/>
            </a:solidFill>
          </a:ln>
        </p:spPr>
      </p:sp>
      <p:sp>
        <p:nvSpPr>
          <p:cNvPr id="286" name="dp44-v4-summary / n18 / circle">
            <a:extLst xmlns:a="http://schemas.openxmlformats.org/drawingml/2006/main">
              <a:ext uri="{FF2B5EF4-FFF2-40B4-BE49-F238E27FC236}">
                <a16:creationId xmlns:a16="http://schemas.microsoft.com/office/drawing/2014/main" id="{43AFBC9B-6771-4110-8925-0F2689D0B5AA}"/>
              </a:ext>
            </a:extLst>
          </p:cNvPr>
          <p:cNvSpPr>
            <a:spLocks xmlns:a="http://schemas.openxmlformats.org/drawingml/2006/main" noGrp="1"/>
          </p:cNvSpPr>
          <p:nvPr/>
        </p:nvSpPr>
        <p:spPr>
          <a:xfrm xmlns:a="http://schemas.openxmlformats.org/drawingml/2006/main">
            <a:off x="10172700" y="8610600"/>
            <a:ext cx="133350" cy="133350"/>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287" name="dp44-v4-summary / n19 / circle">
            <a:extLst xmlns:a="http://schemas.openxmlformats.org/drawingml/2006/main">
              <a:ext uri="{FF2B5EF4-FFF2-40B4-BE49-F238E27FC236}">
                <a16:creationId xmlns:a16="http://schemas.microsoft.com/office/drawing/2014/main" id="{FDC885B0-8B08-4F40-BC04-045078F1769E}"/>
              </a:ext>
            </a:extLst>
          </p:cNvPr>
          <p:cNvSpPr>
            <a:spLocks xmlns:a="http://schemas.openxmlformats.org/drawingml/2006/main" noGrp="1"/>
          </p:cNvSpPr>
          <p:nvPr/>
        </p:nvSpPr>
        <p:spPr>
          <a:xfrm xmlns:a="http://schemas.openxmlformats.org/drawingml/2006/main">
            <a:off x="10344150" y="8610600"/>
            <a:ext cx="133350" cy="133350"/>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288" name="dp44-v4-summary / n20">
            <a:extLst xmlns:a="http://schemas.openxmlformats.org/drawingml/2006/main">
              <a:ext uri="{FF2B5EF4-FFF2-40B4-BE49-F238E27FC236}">
                <a16:creationId xmlns:a16="http://schemas.microsoft.com/office/drawing/2014/main" id="{CA74903C-FC2B-4810-89E8-82E095ED7B3C}"/>
              </a:ext>
            </a:extLst>
          </p:cNvPr>
          <p:cNvSpPr>
            <a:spLocks xmlns:a="http://schemas.openxmlformats.org/drawingml/2006/main" noGrp="1"/>
          </p:cNvSpPr>
          <p:nvPr/>
        </p:nvSpPr>
        <p:spPr>
          <a:xfrm xmlns:a="http://schemas.openxmlformats.org/drawingml/2006/main">
            <a:off x="10515600" y="8591550"/>
            <a:ext cx="7381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2점  0.816초  [Stage와 Join 대기]</a:t>
            </a:r>
          </a:p>
        </p:txBody>
      </p:sp>
      <p:sp>
        <p:nvSpPr>
          <p:cNvPr id="289" name="dp44-v4-summary / n21">
            <a:extLst xmlns:a="http://schemas.openxmlformats.org/drawingml/2006/main">
              <a:ext uri="{FF2B5EF4-FFF2-40B4-BE49-F238E27FC236}">
                <a16:creationId xmlns:a16="http://schemas.microsoft.com/office/drawing/2014/main" id="{122B6E96-68C3-4788-B9AA-DB18532CD505}"/>
              </a:ext>
            </a:extLst>
          </p:cNvPr>
          <p:cNvSpPr>
            <a:spLocks xmlns:a="http://schemas.openxmlformats.org/drawingml/2006/main" noGrp="1"/>
          </p:cNvSpPr>
          <p:nvPr/>
        </p:nvSpPr>
        <p:spPr>
          <a:xfrm xmlns:a="http://schemas.openxmlformats.org/drawingml/2006/main">
            <a:off x="381000" y="8772525"/>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1430">
            <a:solidFill>
              <a:srgbClr val="CDD6DE"/>
            </a:solidFill>
          </a:ln>
        </p:spPr>
      </p:sp>
      <p:sp>
        <p:nvSpPr>
          <p:cNvPr id="290" name="dp44-v4-summary / n22">
            <a:extLst xmlns:a="http://schemas.openxmlformats.org/drawingml/2006/main">
              <a:ext uri="{FF2B5EF4-FFF2-40B4-BE49-F238E27FC236}">
                <a16:creationId xmlns:a16="http://schemas.microsoft.com/office/drawing/2014/main" id="{89629AE0-BA18-4749-ABE8-25D72C1745DC}"/>
              </a:ext>
            </a:extLst>
          </p:cNvPr>
          <p:cNvSpPr>
            <a:spLocks xmlns:a="http://schemas.openxmlformats.org/drawingml/2006/main" noGrp="1"/>
          </p:cNvSpPr>
          <p:nvPr/>
        </p:nvSpPr>
        <p:spPr>
          <a:xfrm xmlns:a="http://schemas.openxmlformats.org/drawingml/2006/main">
            <a:off x="400050" y="8829675"/>
            <a:ext cx="2333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1">
                <a:solidFill>
                  <a:srgbClr val="18232E"/>
                </a:solidFill>
                <a:latin typeface="Apple SD Gothic Neo"/>
                <a:ea typeface="Apple SD Gothic Neo"/>
                <a:cs typeface="Apple SD Gothic Neo"/>
              </a:defRPr>
            </a:pPr>
            <a:r>
              <a:rPr sz="1200" b="1">
                <a:solidFill>
                  <a:srgbClr val="18232E"/>
                </a:solidFill>
                <a:latin typeface="Apple SD Gothic Neo"/>
                <a:ea typeface="Apple SD Gothic Neo"/>
                <a:cs typeface="Apple SD Gothic Neo"/>
              </a:rPr>
              <a:t>VIA 요청 처리시간</a:t>
            </a:r>
          </a:p>
        </p:txBody>
      </p:sp>
      <p:sp>
        <p:nvSpPr>
          <p:cNvPr id="291" name="dp44-v4-summary / n23 / circle">
            <a:extLst xmlns:a="http://schemas.openxmlformats.org/drawingml/2006/main">
              <a:ext uri="{FF2B5EF4-FFF2-40B4-BE49-F238E27FC236}">
                <a16:creationId xmlns:a16="http://schemas.microsoft.com/office/drawing/2014/main" id="{ABFD647B-C694-42FF-8CC9-D0CE9ED4C725}"/>
              </a:ext>
            </a:extLst>
          </p:cNvPr>
          <p:cNvSpPr>
            <a:spLocks xmlns:a="http://schemas.openxmlformats.org/drawingml/2006/main" noGrp="1"/>
          </p:cNvSpPr>
          <p:nvPr/>
        </p:nvSpPr>
        <p:spPr>
          <a:xfrm xmlns:a="http://schemas.openxmlformats.org/drawingml/2006/main">
            <a:off x="2857500" y="8848725"/>
            <a:ext cx="133350" cy="133350"/>
          </a:xfrm>
          <a:prstGeom xmlns:a="http://schemas.openxmlformats.org/drawingml/2006/main" prst="ellipse">
            <a:avLst/>
          </a:prstGeom>
          <a:solidFill xmlns:a="http://schemas.openxmlformats.org/drawingml/2006/main">
            <a:srgbClr val="18232E"/>
          </a:solidFill>
          <a:ln xmlns:a="http://schemas.openxmlformats.org/drawingml/2006/main" w="10478">
            <a:solidFill>
              <a:srgbClr val="18232E"/>
            </a:solidFill>
          </a:ln>
        </p:spPr>
      </p:sp>
      <p:sp>
        <p:nvSpPr>
          <p:cNvPr id="292" name="dp44-v4-summary / n24 / circle">
            <a:extLst xmlns:a="http://schemas.openxmlformats.org/drawingml/2006/main">
              <a:ext uri="{FF2B5EF4-FFF2-40B4-BE49-F238E27FC236}">
                <a16:creationId xmlns:a16="http://schemas.microsoft.com/office/drawing/2014/main" id="{F3D28B77-1AC3-4CDB-8E32-580697276E1A}"/>
              </a:ext>
            </a:extLst>
          </p:cNvPr>
          <p:cNvSpPr>
            <a:spLocks xmlns:a="http://schemas.openxmlformats.org/drawingml/2006/main" noGrp="1"/>
          </p:cNvSpPr>
          <p:nvPr/>
        </p:nvSpPr>
        <p:spPr>
          <a:xfrm xmlns:a="http://schemas.openxmlformats.org/drawingml/2006/main">
            <a:off x="3028950" y="8848725"/>
            <a:ext cx="133350" cy="133350"/>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293" name="dp44-v4-summary / n24 / half">
            <a:extLst xmlns:a="http://schemas.openxmlformats.org/drawingml/2006/main">
              <a:ext uri="{FF2B5EF4-FFF2-40B4-BE49-F238E27FC236}">
                <a16:creationId xmlns:a16="http://schemas.microsoft.com/office/drawing/2014/main" id="{7DB9D06D-98C4-4971-8478-D1FFD47D0B3D}"/>
              </a:ext>
            </a:extLst>
          </p:cNvPr>
          <p:cNvSpPr>
            <a:spLocks xmlns:a="http://schemas.openxmlformats.org/drawingml/2006/main" noGrp="1"/>
          </p:cNvSpPr>
          <p:nvPr/>
        </p:nvSpPr>
        <p:spPr>
          <a:xfrm xmlns:a="http://schemas.openxmlformats.org/drawingml/2006/main">
            <a:off x="3028950" y="8848725"/>
            <a:ext cx="133350" cy="133350"/>
          </a:xfrm>
          <a:custGeom xmlns:a="http://schemas.openxmlformats.org/drawingml/2006/main">
            <a:pathLst>
              <a:path w="133350" h="133350">
                <a:moveTo>
                  <a:pt x="66675" y="0"/>
                </a:moveTo>
                <a:lnTo>
                  <a:pt x="60140" y="321"/>
                </a:lnTo>
                <a:lnTo>
                  <a:pt x="53667" y="1281"/>
                </a:lnTo>
                <a:lnTo>
                  <a:pt x="47320" y="2871"/>
                </a:lnTo>
                <a:lnTo>
                  <a:pt x="41160" y="5075"/>
                </a:lnTo>
                <a:lnTo>
                  <a:pt x="35245" y="7873"/>
                </a:lnTo>
                <a:lnTo>
                  <a:pt x="29632" y="11237"/>
                </a:lnTo>
                <a:lnTo>
                  <a:pt x="24377" y="15135"/>
                </a:lnTo>
                <a:lnTo>
                  <a:pt x="19529" y="19529"/>
                </a:lnTo>
                <a:lnTo>
                  <a:pt x="15135" y="24377"/>
                </a:lnTo>
                <a:lnTo>
                  <a:pt x="11237" y="29632"/>
                </a:lnTo>
                <a:lnTo>
                  <a:pt x="7873" y="35245"/>
                </a:lnTo>
                <a:lnTo>
                  <a:pt x="5075" y="41160"/>
                </a:lnTo>
                <a:lnTo>
                  <a:pt x="2871" y="47320"/>
                </a:lnTo>
                <a:lnTo>
                  <a:pt x="1281" y="53667"/>
                </a:lnTo>
                <a:lnTo>
                  <a:pt x="321" y="60140"/>
                </a:lnTo>
                <a:lnTo>
                  <a:pt x="0" y="66675"/>
                </a:lnTo>
                <a:lnTo>
                  <a:pt x="321" y="73210"/>
                </a:lnTo>
                <a:lnTo>
                  <a:pt x="1281" y="79683"/>
                </a:lnTo>
                <a:lnTo>
                  <a:pt x="2871" y="86030"/>
                </a:lnTo>
                <a:lnTo>
                  <a:pt x="5075" y="92190"/>
                </a:lnTo>
                <a:lnTo>
                  <a:pt x="7873" y="98105"/>
                </a:lnTo>
                <a:lnTo>
                  <a:pt x="11237" y="103718"/>
                </a:lnTo>
                <a:lnTo>
                  <a:pt x="15135" y="108973"/>
                </a:lnTo>
                <a:lnTo>
                  <a:pt x="19529" y="113821"/>
                </a:lnTo>
                <a:lnTo>
                  <a:pt x="24377" y="118215"/>
                </a:lnTo>
                <a:lnTo>
                  <a:pt x="29632" y="122113"/>
                </a:lnTo>
                <a:lnTo>
                  <a:pt x="35245" y="125477"/>
                </a:lnTo>
                <a:lnTo>
                  <a:pt x="41160" y="128275"/>
                </a:lnTo>
                <a:lnTo>
                  <a:pt x="47320" y="130479"/>
                </a:lnTo>
                <a:lnTo>
                  <a:pt x="53667" y="132069"/>
                </a:lnTo>
                <a:lnTo>
                  <a:pt x="60140" y="133029"/>
                </a:lnTo>
                <a:lnTo>
                  <a:pt x="66675" y="133350"/>
                </a:lnTo>
                <a:close/>
              </a:path>
            </a:pathLst>
          </a:custGeom>
          <a:solidFill xmlns:a="http://schemas.openxmlformats.org/drawingml/2006/main">
            <a:srgbClr val="18232E"/>
          </a:solidFill>
          <a:ln xmlns:a="http://schemas.openxmlformats.org/drawingml/2006/main" w="0">
            <a:noFill/>
          </a:ln>
        </p:spPr>
      </p:sp>
      <p:sp>
        <p:nvSpPr>
          <p:cNvPr id="294" name="dp44-v4-summary / n25 / circle">
            <a:extLst xmlns:a="http://schemas.openxmlformats.org/drawingml/2006/main">
              <a:ext uri="{FF2B5EF4-FFF2-40B4-BE49-F238E27FC236}">
                <a16:creationId xmlns:a16="http://schemas.microsoft.com/office/drawing/2014/main" id="{1A49352B-89DF-4A1D-9484-F17ED4E491BB}"/>
              </a:ext>
            </a:extLst>
          </p:cNvPr>
          <p:cNvSpPr>
            <a:spLocks xmlns:a="http://schemas.openxmlformats.org/drawingml/2006/main" noGrp="1"/>
          </p:cNvSpPr>
          <p:nvPr/>
        </p:nvSpPr>
        <p:spPr>
          <a:xfrm xmlns:a="http://schemas.openxmlformats.org/drawingml/2006/main">
            <a:off x="3200400" y="8848725"/>
            <a:ext cx="133350" cy="133350"/>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295" name="dp44-v4-summary / n26">
            <a:extLst xmlns:a="http://schemas.openxmlformats.org/drawingml/2006/main">
              <a:ext uri="{FF2B5EF4-FFF2-40B4-BE49-F238E27FC236}">
                <a16:creationId xmlns:a16="http://schemas.microsoft.com/office/drawing/2014/main" id="{BFA817F6-9FE8-4ACB-968B-3E5C30A628DF}"/>
              </a:ext>
            </a:extLst>
          </p:cNvPr>
          <p:cNvSpPr>
            <a:spLocks xmlns:a="http://schemas.openxmlformats.org/drawingml/2006/main" noGrp="1"/>
          </p:cNvSpPr>
          <p:nvPr/>
        </p:nvSpPr>
        <p:spPr>
          <a:xfrm xmlns:a="http://schemas.openxmlformats.org/drawingml/2006/main">
            <a:off x="3371850" y="8829675"/>
            <a:ext cx="63341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3점  5.600초  [전이 6회 / 0.060초]</a:t>
            </a:r>
          </a:p>
        </p:txBody>
      </p:sp>
      <p:sp>
        <p:nvSpPr>
          <p:cNvPr id="296" name="dp44-v4-summary / n27 / circle">
            <a:extLst xmlns:a="http://schemas.openxmlformats.org/drawingml/2006/main">
              <a:ext uri="{FF2B5EF4-FFF2-40B4-BE49-F238E27FC236}">
                <a16:creationId xmlns:a16="http://schemas.microsoft.com/office/drawing/2014/main" id="{0B4D35F8-F549-49DC-B82D-E19EB058873C}"/>
              </a:ext>
            </a:extLst>
          </p:cNvPr>
          <p:cNvSpPr>
            <a:spLocks xmlns:a="http://schemas.openxmlformats.org/drawingml/2006/main" noGrp="1"/>
          </p:cNvSpPr>
          <p:nvPr/>
        </p:nvSpPr>
        <p:spPr>
          <a:xfrm xmlns:a="http://schemas.openxmlformats.org/drawingml/2006/main">
            <a:off x="10001250" y="8848725"/>
            <a:ext cx="133350" cy="133350"/>
          </a:xfrm>
          <a:prstGeom xmlns:a="http://schemas.openxmlformats.org/drawingml/2006/main" prst="ellipse">
            <a:avLst/>
          </a:prstGeom>
          <a:solidFill xmlns:a="http://schemas.openxmlformats.org/drawingml/2006/main">
            <a:srgbClr val="18232E"/>
          </a:solidFill>
          <a:ln xmlns:a="http://schemas.openxmlformats.org/drawingml/2006/main" w="10478">
            <a:solidFill>
              <a:srgbClr val="18232E"/>
            </a:solidFill>
          </a:ln>
        </p:spPr>
      </p:sp>
      <p:sp>
        <p:nvSpPr>
          <p:cNvPr id="297" name="dp44-v4-summary / n28 / circle">
            <a:extLst xmlns:a="http://schemas.openxmlformats.org/drawingml/2006/main">
              <a:ext uri="{FF2B5EF4-FFF2-40B4-BE49-F238E27FC236}">
                <a16:creationId xmlns:a16="http://schemas.microsoft.com/office/drawing/2014/main" id="{3F93DC55-D1B2-438F-8426-B247AC4D1832}"/>
              </a:ext>
            </a:extLst>
          </p:cNvPr>
          <p:cNvSpPr>
            <a:spLocks xmlns:a="http://schemas.openxmlformats.org/drawingml/2006/main" noGrp="1"/>
          </p:cNvSpPr>
          <p:nvPr/>
        </p:nvSpPr>
        <p:spPr>
          <a:xfrm xmlns:a="http://schemas.openxmlformats.org/drawingml/2006/main">
            <a:off x="10172700" y="8848725"/>
            <a:ext cx="133350" cy="133350"/>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298" name="dp44-v4-summary / n28 / half">
            <a:extLst xmlns:a="http://schemas.openxmlformats.org/drawingml/2006/main">
              <a:ext uri="{FF2B5EF4-FFF2-40B4-BE49-F238E27FC236}">
                <a16:creationId xmlns:a16="http://schemas.microsoft.com/office/drawing/2014/main" id="{E5F77713-2A9A-4820-A624-646DAA0CF59E}"/>
              </a:ext>
            </a:extLst>
          </p:cNvPr>
          <p:cNvSpPr>
            <a:spLocks xmlns:a="http://schemas.openxmlformats.org/drawingml/2006/main" noGrp="1"/>
          </p:cNvSpPr>
          <p:nvPr/>
        </p:nvSpPr>
        <p:spPr>
          <a:xfrm xmlns:a="http://schemas.openxmlformats.org/drawingml/2006/main">
            <a:off x="10172700" y="8848725"/>
            <a:ext cx="133350" cy="133350"/>
          </a:xfrm>
          <a:custGeom xmlns:a="http://schemas.openxmlformats.org/drawingml/2006/main">
            <a:pathLst>
              <a:path w="133350" h="133350">
                <a:moveTo>
                  <a:pt x="66675" y="0"/>
                </a:moveTo>
                <a:lnTo>
                  <a:pt x="60140" y="321"/>
                </a:lnTo>
                <a:lnTo>
                  <a:pt x="53667" y="1281"/>
                </a:lnTo>
                <a:lnTo>
                  <a:pt x="47320" y="2871"/>
                </a:lnTo>
                <a:lnTo>
                  <a:pt x="41160" y="5075"/>
                </a:lnTo>
                <a:lnTo>
                  <a:pt x="35245" y="7873"/>
                </a:lnTo>
                <a:lnTo>
                  <a:pt x="29632" y="11237"/>
                </a:lnTo>
                <a:lnTo>
                  <a:pt x="24377" y="15135"/>
                </a:lnTo>
                <a:lnTo>
                  <a:pt x="19529" y="19529"/>
                </a:lnTo>
                <a:lnTo>
                  <a:pt x="15135" y="24377"/>
                </a:lnTo>
                <a:lnTo>
                  <a:pt x="11237" y="29632"/>
                </a:lnTo>
                <a:lnTo>
                  <a:pt x="7873" y="35245"/>
                </a:lnTo>
                <a:lnTo>
                  <a:pt x="5075" y="41160"/>
                </a:lnTo>
                <a:lnTo>
                  <a:pt x="2871" y="47320"/>
                </a:lnTo>
                <a:lnTo>
                  <a:pt x="1281" y="53667"/>
                </a:lnTo>
                <a:lnTo>
                  <a:pt x="321" y="60140"/>
                </a:lnTo>
                <a:lnTo>
                  <a:pt x="0" y="66675"/>
                </a:lnTo>
                <a:lnTo>
                  <a:pt x="321" y="73210"/>
                </a:lnTo>
                <a:lnTo>
                  <a:pt x="1281" y="79683"/>
                </a:lnTo>
                <a:lnTo>
                  <a:pt x="2871" y="86030"/>
                </a:lnTo>
                <a:lnTo>
                  <a:pt x="5075" y="92190"/>
                </a:lnTo>
                <a:lnTo>
                  <a:pt x="7873" y="98105"/>
                </a:lnTo>
                <a:lnTo>
                  <a:pt x="11237" y="103718"/>
                </a:lnTo>
                <a:lnTo>
                  <a:pt x="15135" y="108973"/>
                </a:lnTo>
                <a:lnTo>
                  <a:pt x="19529" y="113821"/>
                </a:lnTo>
                <a:lnTo>
                  <a:pt x="24377" y="118215"/>
                </a:lnTo>
                <a:lnTo>
                  <a:pt x="29632" y="122113"/>
                </a:lnTo>
                <a:lnTo>
                  <a:pt x="35245" y="125477"/>
                </a:lnTo>
                <a:lnTo>
                  <a:pt x="41160" y="128275"/>
                </a:lnTo>
                <a:lnTo>
                  <a:pt x="47320" y="130479"/>
                </a:lnTo>
                <a:lnTo>
                  <a:pt x="53667" y="132069"/>
                </a:lnTo>
                <a:lnTo>
                  <a:pt x="60140" y="133029"/>
                </a:lnTo>
                <a:lnTo>
                  <a:pt x="66675" y="133350"/>
                </a:lnTo>
                <a:close/>
              </a:path>
            </a:pathLst>
          </a:custGeom>
          <a:solidFill xmlns:a="http://schemas.openxmlformats.org/drawingml/2006/main">
            <a:srgbClr val="18232E"/>
          </a:solidFill>
          <a:ln xmlns:a="http://schemas.openxmlformats.org/drawingml/2006/main" w="0">
            <a:noFill/>
          </a:ln>
        </p:spPr>
      </p:sp>
      <p:sp>
        <p:nvSpPr>
          <p:cNvPr id="299" name="dp44-v4-summary / n29 / circle">
            <a:extLst xmlns:a="http://schemas.openxmlformats.org/drawingml/2006/main">
              <a:ext uri="{FF2B5EF4-FFF2-40B4-BE49-F238E27FC236}">
                <a16:creationId xmlns:a16="http://schemas.microsoft.com/office/drawing/2014/main" id="{586758E4-937A-4E89-9F7F-41447983F3BD}"/>
              </a:ext>
            </a:extLst>
          </p:cNvPr>
          <p:cNvSpPr>
            <a:spLocks xmlns:a="http://schemas.openxmlformats.org/drawingml/2006/main" noGrp="1"/>
          </p:cNvSpPr>
          <p:nvPr/>
        </p:nvSpPr>
        <p:spPr>
          <a:xfrm xmlns:a="http://schemas.openxmlformats.org/drawingml/2006/main">
            <a:off x="10344150" y="8848725"/>
            <a:ext cx="133350" cy="133350"/>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300" name="dp44-v4-summary / n30">
            <a:extLst xmlns:a="http://schemas.openxmlformats.org/drawingml/2006/main">
              <a:ext uri="{FF2B5EF4-FFF2-40B4-BE49-F238E27FC236}">
                <a16:creationId xmlns:a16="http://schemas.microsoft.com/office/drawing/2014/main" id="{5D9A490B-F8ED-41AD-A0A4-EBFCFFD0C4EF}"/>
              </a:ext>
            </a:extLst>
          </p:cNvPr>
          <p:cNvSpPr>
            <a:spLocks xmlns:a="http://schemas.openxmlformats.org/drawingml/2006/main" noGrp="1"/>
          </p:cNvSpPr>
          <p:nvPr/>
        </p:nvSpPr>
        <p:spPr>
          <a:xfrm xmlns:a="http://schemas.openxmlformats.org/drawingml/2006/main">
            <a:off x="10515600" y="8829675"/>
            <a:ext cx="7381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3점  5.590초  [전이와 Join / 0.050초]</a:t>
            </a:r>
          </a:p>
        </p:txBody>
      </p:sp>
      <p:sp>
        <p:nvSpPr>
          <p:cNvPr id="301" name="dp44-v4-summary / n31">
            <a:extLst xmlns:a="http://schemas.openxmlformats.org/drawingml/2006/main">
              <a:ext uri="{FF2B5EF4-FFF2-40B4-BE49-F238E27FC236}">
                <a16:creationId xmlns:a16="http://schemas.microsoft.com/office/drawing/2014/main" id="{0CC647E0-9A06-44EB-8F7D-189B20A8B3C2}"/>
              </a:ext>
            </a:extLst>
          </p:cNvPr>
          <p:cNvSpPr>
            <a:spLocks xmlns:a="http://schemas.openxmlformats.org/drawingml/2006/main" noGrp="1"/>
          </p:cNvSpPr>
          <p:nvPr/>
        </p:nvSpPr>
        <p:spPr>
          <a:xfrm xmlns:a="http://schemas.openxmlformats.org/drawingml/2006/main">
            <a:off x="381000" y="9010650"/>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1430">
            <a:solidFill>
              <a:srgbClr val="CDD6DE"/>
            </a:solidFill>
          </a:ln>
        </p:spPr>
      </p:sp>
      <p:sp>
        <p:nvSpPr>
          <p:cNvPr id="302" name="dp44-v4-summary / n32">
            <a:extLst xmlns:a="http://schemas.openxmlformats.org/drawingml/2006/main">
              <a:ext uri="{FF2B5EF4-FFF2-40B4-BE49-F238E27FC236}">
                <a16:creationId xmlns:a16="http://schemas.microsoft.com/office/drawing/2014/main" id="{979B2E08-9033-47ED-9D41-751912A913D8}"/>
              </a:ext>
            </a:extLst>
          </p:cNvPr>
          <p:cNvSpPr>
            <a:spLocks xmlns:a="http://schemas.openxmlformats.org/drawingml/2006/main" noGrp="1"/>
          </p:cNvSpPr>
          <p:nvPr/>
        </p:nvSpPr>
        <p:spPr>
          <a:xfrm xmlns:a="http://schemas.openxmlformats.org/drawingml/2006/main">
            <a:off x="400050" y="9067800"/>
            <a:ext cx="2333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1">
                <a:solidFill>
                  <a:srgbClr val="18232E"/>
                </a:solidFill>
                <a:latin typeface="Apple SD Gothic Neo"/>
                <a:ea typeface="Apple SD Gothic Neo"/>
                <a:cs typeface="Apple SD Gothic Neo"/>
              </a:defRPr>
            </a:pPr>
            <a:r>
              <a:rPr sz="1200" b="1">
                <a:solidFill>
                  <a:srgbClr val="18232E"/>
                </a:solidFill>
                <a:latin typeface="Apple SD Gothic Neo"/>
                <a:ea typeface="Apple SD Gothic Neo"/>
                <a:cs typeface="Apple SD Gothic Neo"/>
              </a:rPr>
              <a:t>VIA 모델 사용 비용</a:t>
            </a:r>
          </a:p>
        </p:txBody>
      </p:sp>
      <p:sp>
        <p:nvSpPr>
          <p:cNvPr id="303" name="dp44-v4-summary / n33 / circle">
            <a:extLst xmlns:a="http://schemas.openxmlformats.org/drawingml/2006/main">
              <a:ext uri="{FF2B5EF4-FFF2-40B4-BE49-F238E27FC236}">
                <a16:creationId xmlns:a16="http://schemas.microsoft.com/office/drawing/2014/main" id="{99532EFC-5BDA-4C0C-90F5-4E7E8E953F0E}"/>
              </a:ext>
            </a:extLst>
          </p:cNvPr>
          <p:cNvSpPr>
            <a:spLocks xmlns:a="http://schemas.openxmlformats.org/drawingml/2006/main" noGrp="1"/>
          </p:cNvSpPr>
          <p:nvPr/>
        </p:nvSpPr>
        <p:spPr>
          <a:xfrm xmlns:a="http://schemas.openxmlformats.org/drawingml/2006/main">
            <a:off x="2857500" y="9086850"/>
            <a:ext cx="133350" cy="133350"/>
          </a:xfrm>
          <a:prstGeom xmlns:a="http://schemas.openxmlformats.org/drawingml/2006/main" prst="ellipse">
            <a:avLst/>
          </a:prstGeom>
          <a:solidFill xmlns:a="http://schemas.openxmlformats.org/drawingml/2006/main">
            <a:srgbClr val="18232E"/>
          </a:solidFill>
          <a:ln xmlns:a="http://schemas.openxmlformats.org/drawingml/2006/main" w="10478">
            <a:solidFill>
              <a:srgbClr val="18232E"/>
            </a:solidFill>
          </a:ln>
        </p:spPr>
      </p:sp>
      <p:sp>
        <p:nvSpPr>
          <p:cNvPr id="304" name="dp44-v4-summary / n34 / circle">
            <a:extLst xmlns:a="http://schemas.openxmlformats.org/drawingml/2006/main">
              <a:ext uri="{FF2B5EF4-FFF2-40B4-BE49-F238E27FC236}">
                <a16:creationId xmlns:a16="http://schemas.microsoft.com/office/drawing/2014/main" id="{B617D3C5-5A80-45DB-980E-6A2334CE3BA0}"/>
              </a:ext>
            </a:extLst>
          </p:cNvPr>
          <p:cNvSpPr>
            <a:spLocks xmlns:a="http://schemas.openxmlformats.org/drawingml/2006/main" noGrp="1"/>
          </p:cNvSpPr>
          <p:nvPr/>
        </p:nvSpPr>
        <p:spPr>
          <a:xfrm xmlns:a="http://schemas.openxmlformats.org/drawingml/2006/main">
            <a:off x="3028950" y="9086850"/>
            <a:ext cx="133350" cy="133350"/>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305" name="dp44-v4-summary / n35 / circle">
            <a:extLst xmlns:a="http://schemas.openxmlformats.org/drawingml/2006/main">
              <a:ext uri="{FF2B5EF4-FFF2-40B4-BE49-F238E27FC236}">
                <a16:creationId xmlns:a16="http://schemas.microsoft.com/office/drawing/2014/main" id="{C4C29AAC-B15F-46EF-9EA5-10701EE7340B}"/>
              </a:ext>
            </a:extLst>
          </p:cNvPr>
          <p:cNvSpPr>
            <a:spLocks xmlns:a="http://schemas.openxmlformats.org/drawingml/2006/main" noGrp="1"/>
          </p:cNvSpPr>
          <p:nvPr/>
        </p:nvSpPr>
        <p:spPr>
          <a:xfrm xmlns:a="http://schemas.openxmlformats.org/drawingml/2006/main">
            <a:off x="3200400" y="9086850"/>
            <a:ext cx="133350" cy="133350"/>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306" name="dp44-v4-summary / n36">
            <a:extLst xmlns:a="http://schemas.openxmlformats.org/drawingml/2006/main">
              <a:ext uri="{FF2B5EF4-FFF2-40B4-BE49-F238E27FC236}">
                <a16:creationId xmlns:a16="http://schemas.microsoft.com/office/drawing/2014/main" id="{7B88A044-3A89-4BC4-AE84-7475DBA2DE87}"/>
              </a:ext>
            </a:extLst>
          </p:cNvPr>
          <p:cNvSpPr>
            <a:spLocks xmlns:a="http://schemas.openxmlformats.org/drawingml/2006/main" noGrp="1"/>
          </p:cNvSpPr>
          <p:nvPr/>
        </p:nvSpPr>
        <p:spPr>
          <a:xfrm xmlns:a="http://schemas.openxmlformats.org/drawingml/2006/main">
            <a:off x="3371850" y="9067800"/>
            <a:ext cx="63341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2점  $1.1867  [같은 모델 작업]</a:t>
            </a:r>
          </a:p>
        </p:txBody>
      </p:sp>
      <p:sp>
        <p:nvSpPr>
          <p:cNvPr id="307" name="dp44-v4-summary / n37 / circle">
            <a:extLst xmlns:a="http://schemas.openxmlformats.org/drawingml/2006/main">
              <a:ext uri="{FF2B5EF4-FFF2-40B4-BE49-F238E27FC236}">
                <a16:creationId xmlns:a16="http://schemas.microsoft.com/office/drawing/2014/main" id="{50D95D80-CC3A-4F5B-A5FA-374DCE1DA0C1}"/>
              </a:ext>
            </a:extLst>
          </p:cNvPr>
          <p:cNvSpPr>
            <a:spLocks xmlns:a="http://schemas.openxmlformats.org/drawingml/2006/main" noGrp="1"/>
          </p:cNvSpPr>
          <p:nvPr/>
        </p:nvSpPr>
        <p:spPr>
          <a:xfrm xmlns:a="http://schemas.openxmlformats.org/drawingml/2006/main">
            <a:off x="10001250" y="9086850"/>
            <a:ext cx="133350" cy="133350"/>
          </a:xfrm>
          <a:prstGeom xmlns:a="http://schemas.openxmlformats.org/drawingml/2006/main" prst="ellipse">
            <a:avLst/>
          </a:prstGeom>
          <a:solidFill xmlns:a="http://schemas.openxmlformats.org/drawingml/2006/main">
            <a:srgbClr val="18232E"/>
          </a:solidFill>
          <a:ln xmlns:a="http://schemas.openxmlformats.org/drawingml/2006/main" w="10478">
            <a:solidFill>
              <a:srgbClr val="18232E"/>
            </a:solidFill>
          </a:ln>
        </p:spPr>
      </p:sp>
      <p:sp>
        <p:nvSpPr>
          <p:cNvPr id="308" name="dp44-v4-summary / n38 / circle">
            <a:extLst xmlns:a="http://schemas.openxmlformats.org/drawingml/2006/main">
              <a:ext uri="{FF2B5EF4-FFF2-40B4-BE49-F238E27FC236}">
                <a16:creationId xmlns:a16="http://schemas.microsoft.com/office/drawing/2014/main" id="{F7115333-6C13-430C-8699-A406363F7AB8}"/>
              </a:ext>
            </a:extLst>
          </p:cNvPr>
          <p:cNvSpPr>
            <a:spLocks xmlns:a="http://schemas.openxmlformats.org/drawingml/2006/main" noGrp="1"/>
          </p:cNvSpPr>
          <p:nvPr/>
        </p:nvSpPr>
        <p:spPr>
          <a:xfrm xmlns:a="http://schemas.openxmlformats.org/drawingml/2006/main">
            <a:off x="10172700" y="9086850"/>
            <a:ext cx="133350" cy="133350"/>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309" name="dp44-v4-summary / n39 / circle">
            <a:extLst xmlns:a="http://schemas.openxmlformats.org/drawingml/2006/main">
              <a:ext uri="{FF2B5EF4-FFF2-40B4-BE49-F238E27FC236}">
                <a16:creationId xmlns:a16="http://schemas.microsoft.com/office/drawing/2014/main" id="{1D0B0048-9F5C-4963-91D7-7E13C6AD0B67}"/>
              </a:ext>
            </a:extLst>
          </p:cNvPr>
          <p:cNvSpPr>
            <a:spLocks xmlns:a="http://schemas.openxmlformats.org/drawingml/2006/main" noGrp="1"/>
          </p:cNvSpPr>
          <p:nvPr/>
        </p:nvSpPr>
        <p:spPr>
          <a:xfrm xmlns:a="http://schemas.openxmlformats.org/drawingml/2006/main">
            <a:off x="10344150" y="9086850"/>
            <a:ext cx="133350" cy="133350"/>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310" name="dp44-v4-summary / n40">
            <a:extLst xmlns:a="http://schemas.openxmlformats.org/drawingml/2006/main">
              <a:ext uri="{FF2B5EF4-FFF2-40B4-BE49-F238E27FC236}">
                <a16:creationId xmlns:a16="http://schemas.microsoft.com/office/drawing/2014/main" id="{B7B4C094-D414-4419-9411-9C38A664FEEB}"/>
              </a:ext>
            </a:extLst>
          </p:cNvPr>
          <p:cNvSpPr>
            <a:spLocks xmlns:a="http://schemas.openxmlformats.org/drawingml/2006/main" noGrp="1"/>
          </p:cNvSpPr>
          <p:nvPr/>
        </p:nvSpPr>
        <p:spPr>
          <a:xfrm xmlns:a="http://schemas.openxmlformats.org/drawingml/2006/main">
            <a:off x="10515600" y="9067800"/>
            <a:ext cx="7381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2점  $1.1867  [같은 모델 작업]</a:t>
            </a:r>
          </a:p>
        </p:txBody>
      </p:sp>
      <p:sp>
        <p:nvSpPr>
          <p:cNvPr id="311" name="dp44-v4-summary / n41">
            <a:extLst xmlns:a="http://schemas.openxmlformats.org/drawingml/2006/main">
              <a:ext uri="{FF2B5EF4-FFF2-40B4-BE49-F238E27FC236}">
                <a16:creationId xmlns:a16="http://schemas.microsoft.com/office/drawing/2014/main" id="{0AF5D264-C4B9-4E71-BC85-44733B43EA69}"/>
              </a:ext>
            </a:extLst>
          </p:cNvPr>
          <p:cNvSpPr>
            <a:spLocks xmlns:a="http://schemas.openxmlformats.org/drawingml/2006/main" noGrp="1"/>
          </p:cNvSpPr>
          <p:nvPr/>
        </p:nvSpPr>
        <p:spPr>
          <a:xfrm xmlns:a="http://schemas.openxmlformats.org/drawingml/2006/main">
            <a:off x="381000" y="9248775"/>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1430">
            <a:solidFill>
              <a:srgbClr val="CDD6DE"/>
            </a:solidFill>
          </a:ln>
        </p:spPr>
      </p:sp>
      <p:sp>
        <p:nvSpPr>
          <p:cNvPr id="312" name="dp44-v4-summary / n42">
            <a:extLst xmlns:a="http://schemas.openxmlformats.org/drawingml/2006/main">
              <a:ext uri="{FF2B5EF4-FFF2-40B4-BE49-F238E27FC236}">
                <a16:creationId xmlns:a16="http://schemas.microsoft.com/office/drawing/2014/main" id="{8AC2C3EF-22DF-49E5-8084-36F8264FBF63}"/>
              </a:ext>
            </a:extLst>
          </p:cNvPr>
          <p:cNvSpPr>
            <a:spLocks xmlns:a="http://schemas.openxmlformats.org/drawingml/2006/main" noGrp="1"/>
          </p:cNvSpPr>
          <p:nvPr/>
        </p:nvSpPr>
        <p:spPr>
          <a:xfrm xmlns:a="http://schemas.openxmlformats.org/drawingml/2006/main">
            <a:off x="400050" y="9305925"/>
            <a:ext cx="2333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1">
                <a:solidFill>
                  <a:srgbClr val="18232E"/>
                </a:solidFill>
                <a:latin typeface="Apple SD Gothic Neo"/>
                <a:ea typeface="Apple SD Gothic Neo"/>
                <a:cs typeface="Apple SD Gothic Neo"/>
              </a:defRPr>
            </a:pPr>
            <a:r>
              <a:rPr sz="1200" b="1">
                <a:solidFill>
                  <a:srgbClr val="18232E"/>
                </a:solidFill>
                <a:latin typeface="Apple SD Gothic Neo"/>
                <a:ea typeface="Apple SD Gothic Neo"/>
                <a:cs typeface="Apple SD Gothic Neo"/>
              </a:rPr>
              <a:t>VIA 변경 용이성</a:t>
            </a:r>
          </a:p>
        </p:txBody>
      </p:sp>
      <p:sp>
        <p:nvSpPr>
          <p:cNvPr id="313" name="dp44-v4-summary / n43 / circle">
            <a:extLst xmlns:a="http://schemas.openxmlformats.org/drawingml/2006/main">
              <a:ext uri="{FF2B5EF4-FFF2-40B4-BE49-F238E27FC236}">
                <a16:creationId xmlns:a16="http://schemas.microsoft.com/office/drawing/2014/main" id="{177FAF63-B03F-4E1B-B704-D3121E093BFC}"/>
              </a:ext>
            </a:extLst>
          </p:cNvPr>
          <p:cNvSpPr>
            <a:spLocks xmlns:a="http://schemas.openxmlformats.org/drawingml/2006/main" noGrp="1"/>
          </p:cNvSpPr>
          <p:nvPr/>
        </p:nvSpPr>
        <p:spPr>
          <a:xfrm xmlns:a="http://schemas.openxmlformats.org/drawingml/2006/main">
            <a:off x="2857500" y="9324975"/>
            <a:ext cx="133350" cy="133350"/>
          </a:xfrm>
          <a:prstGeom xmlns:a="http://schemas.openxmlformats.org/drawingml/2006/main" prst="ellipse">
            <a:avLst/>
          </a:prstGeom>
          <a:solidFill xmlns:a="http://schemas.openxmlformats.org/drawingml/2006/main">
            <a:srgbClr val="18232E"/>
          </a:solidFill>
          <a:ln xmlns:a="http://schemas.openxmlformats.org/drawingml/2006/main" w="10478">
            <a:solidFill>
              <a:srgbClr val="18232E"/>
            </a:solidFill>
          </a:ln>
        </p:spPr>
      </p:sp>
      <p:sp>
        <p:nvSpPr>
          <p:cNvPr id="314" name="dp44-v4-summary / n44 / circle">
            <a:extLst xmlns:a="http://schemas.openxmlformats.org/drawingml/2006/main">
              <a:ext uri="{FF2B5EF4-FFF2-40B4-BE49-F238E27FC236}">
                <a16:creationId xmlns:a16="http://schemas.microsoft.com/office/drawing/2014/main" id="{3FB51212-C40B-42CA-8E93-3FE12E5404C5}"/>
              </a:ext>
            </a:extLst>
          </p:cNvPr>
          <p:cNvSpPr>
            <a:spLocks xmlns:a="http://schemas.openxmlformats.org/drawingml/2006/main" noGrp="1"/>
          </p:cNvSpPr>
          <p:nvPr/>
        </p:nvSpPr>
        <p:spPr>
          <a:xfrm xmlns:a="http://schemas.openxmlformats.org/drawingml/2006/main">
            <a:off x="3028950" y="9324975"/>
            <a:ext cx="133350" cy="133350"/>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315" name="dp44-v4-summary / n44 / half">
            <a:extLst xmlns:a="http://schemas.openxmlformats.org/drawingml/2006/main">
              <a:ext uri="{FF2B5EF4-FFF2-40B4-BE49-F238E27FC236}">
                <a16:creationId xmlns:a16="http://schemas.microsoft.com/office/drawing/2014/main" id="{BDB5E64C-814C-4BD5-9615-D2857D3ECC39}"/>
              </a:ext>
            </a:extLst>
          </p:cNvPr>
          <p:cNvSpPr>
            <a:spLocks xmlns:a="http://schemas.openxmlformats.org/drawingml/2006/main" noGrp="1"/>
          </p:cNvSpPr>
          <p:nvPr/>
        </p:nvSpPr>
        <p:spPr>
          <a:xfrm xmlns:a="http://schemas.openxmlformats.org/drawingml/2006/main">
            <a:off x="3028950" y="9324975"/>
            <a:ext cx="133350" cy="133350"/>
          </a:xfrm>
          <a:custGeom xmlns:a="http://schemas.openxmlformats.org/drawingml/2006/main">
            <a:pathLst>
              <a:path w="133350" h="133350">
                <a:moveTo>
                  <a:pt x="66675" y="0"/>
                </a:moveTo>
                <a:lnTo>
                  <a:pt x="60140" y="321"/>
                </a:lnTo>
                <a:lnTo>
                  <a:pt x="53667" y="1281"/>
                </a:lnTo>
                <a:lnTo>
                  <a:pt x="47320" y="2871"/>
                </a:lnTo>
                <a:lnTo>
                  <a:pt x="41160" y="5075"/>
                </a:lnTo>
                <a:lnTo>
                  <a:pt x="35245" y="7873"/>
                </a:lnTo>
                <a:lnTo>
                  <a:pt x="29632" y="11237"/>
                </a:lnTo>
                <a:lnTo>
                  <a:pt x="24377" y="15135"/>
                </a:lnTo>
                <a:lnTo>
                  <a:pt x="19529" y="19529"/>
                </a:lnTo>
                <a:lnTo>
                  <a:pt x="15135" y="24377"/>
                </a:lnTo>
                <a:lnTo>
                  <a:pt x="11237" y="29632"/>
                </a:lnTo>
                <a:lnTo>
                  <a:pt x="7873" y="35245"/>
                </a:lnTo>
                <a:lnTo>
                  <a:pt x="5075" y="41160"/>
                </a:lnTo>
                <a:lnTo>
                  <a:pt x="2871" y="47320"/>
                </a:lnTo>
                <a:lnTo>
                  <a:pt x="1281" y="53667"/>
                </a:lnTo>
                <a:lnTo>
                  <a:pt x="321" y="60140"/>
                </a:lnTo>
                <a:lnTo>
                  <a:pt x="0" y="66675"/>
                </a:lnTo>
                <a:lnTo>
                  <a:pt x="321" y="73210"/>
                </a:lnTo>
                <a:lnTo>
                  <a:pt x="1281" y="79683"/>
                </a:lnTo>
                <a:lnTo>
                  <a:pt x="2871" y="86030"/>
                </a:lnTo>
                <a:lnTo>
                  <a:pt x="5075" y="92190"/>
                </a:lnTo>
                <a:lnTo>
                  <a:pt x="7873" y="98105"/>
                </a:lnTo>
                <a:lnTo>
                  <a:pt x="11237" y="103718"/>
                </a:lnTo>
                <a:lnTo>
                  <a:pt x="15135" y="108973"/>
                </a:lnTo>
                <a:lnTo>
                  <a:pt x="19529" y="113821"/>
                </a:lnTo>
                <a:lnTo>
                  <a:pt x="24377" y="118215"/>
                </a:lnTo>
                <a:lnTo>
                  <a:pt x="29632" y="122113"/>
                </a:lnTo>
                <a:lnTo>
                  <a:pt x="35245" y="125477"/>
                </a:lnTo>
                <a:lnTo>
                  <a:pt x="41160" y="128275"/>
                </a:lnTo>
                <a:lnTo>
                  <a:pt x="47320" y="130479"/>
                </a:lnTo>
                <a:lnTo>
                  <a:pt x="53667" y="132069"/>
                </a:lnTo>
                <a:lnTo>
                  <a:pt x="60140" y="133029"/>
                </a:lnTo>
                <a:lnTo>
                  <a:pt x="66675" y="133350"/>
                </a:lnTo>
                <a:close/>
              </a:path>
            </a:pathLst>
          </a:custGeom>
          <a:solidFill xmlns:a="http://schemas.openxmlformats.org/drawingml/2006/main">
            <a:srgbClr val="18232E"/>
          </a:solidFill>
          <a:ln xmlns:a="http://schemas.openxmlformats.org/drawingml/2006/main" w="0">
            <a:noFill/>
          </a:ln>
        </p:spPr>
      </p:sp>
      <p:sp>
        <p:nvSpPr>
          <p:cNvPr id="316" name="dp44-v4-summary / n45 / circle">
            <a:extLst xmlns:a="http://schemas.openxmlformats.org/drawingml/2006/main">
              <a:ext uri="{FF2B5EF4-FFF2-40B4-BE49-F238E27FC236}">
                <a16:creationId xmlns:a16="http://schemas.microsoft.com/office/drawing/2014/main" id="{8990D58C-C3E8-4311-A5F0-08BFC55B71C6}"/>
              </a:ext>
            </a:extLst>
          </p:cNvPr>
          <p:cNvSpPr>
            <a:spLocks xmlns:a="http://schemas.openxmlformats.org/drawingml/2006/main" noGrp="1"/>
          </p:cNvSpPr>
          <p:nvPr/>
        </p:nvSpPr>
        <p:spPr>
          <a:xfrm xmlns:a="http://schemas.openxmlformats.org/drawingml/2006/main">
            <a:off x="3200400" y="9324975"/>
            <a:ext cx="133350" cy="133350"/>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317" name="dp44-v4-summary / n46">
            <a:extLst xmlns:a="http://schemas.openxmlformats.org/drawingml/2006/main">
              <a:ext uri="{FF2B5EF4-FFF2-40B4-BE49-F238E27FC236}">
                <a16:creationId xmlns:a16="http://schemas.microsoft.com/office/drawing/2014/main" id="{366141A6-80E9-4EB3-BCA2-EA58C0DA8C7B}"/>
              </a:ext>
            </a:extLst>
          </p:cNvPr>
          <p:cNvSpPr>
            <a:spLocks xmlns:a="http://schemas.openxmlformats.org/drawingml/2006/main" noGrp="1"/>
          </p:cNvSpPr>
          <p:nvPr/>
        </p:nvSpPr>
        <p:spPr>
          <a:xfrm xmlns:a="http://schemas.openxmlformats.org/drawingml/2006/main">
            <a:off x="3371850" y="9305925"/>
            <a:ext cx="63341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3점  2.167개  [후속 규칙의 내부 변경]</a:t>
            </a:r>
          </a:p>
        </p:txBody>
      </p:sp>
      <p:sp>
        <p:nvSpPr>
          <p:cNvPr id="318" name="dp44-v4-summary / n47 / circle">
            <a:extLst xmlns:a="http://schemas.openxmlformats.org/drawingml/2006/main">
              <a:ext uri="{FF2B5EF4-FFF2-40B4-BE49-F238E27FC236}">
                <a16:creationId xmlns:a16="http://schemas.microsoft.com/office/drawing/2014/main" id="{90CC1C77-B46A-464B-9EF9-DE8A06C2E273}"/>
              </a:ext>
            </a:extLst>
          </p:cNvPr>
          <p:cNvSpPr>
            <a:spLocks xmlns:a="http://schemas.openxmlformats.org/drawingml/2006/main" noGrp="1"/>
          </p:cNvSpPr>
          <p:nvPr/>
        </p:nvSpPr>
        <p:spPr>
          <a:xfrm xmlns:a="http://schemas.openxmlformats.org/drawingml/2006/main">
            <a:off x="10001250" y="9324975"/>
            <a:ext cx="133350" cy="133350"/>
          </a:xfrm>
          <a:prstGeom xmlns:a="http://schemas.openxmlformats.org/drawingml/2006/main" prst="ellipse">
            <a:avLst/>
          </a:prstGeom>
          <a:solidFill xmlns:a="http://schemas.openxmlformats.org/drawingml/2006/main">
            <a:srgbClr val="18232E"/>
          </a:solidFill>
          <a:ln xmlns:a="http://schemas.openxmlformats.org/drawingml/2006/main" w="10478">
            <a:solidFill>
              <a:srgbClr val="18232E"/>
            </a:solidFill>
          </a:ln>
        </p:spPr>
      </p:sp>
      <p:sp>
        <p:nvSpPr>
          <p:cNvPr id="319" name="dp44-v4-summary / n48 / circle">
            <a:extLst xmlns:a="http://schemas.openxmlformats.org/drawingml/2006/main">
              <a:ext uri="{FF2B5EF4-FFF2-40B4-BE49-F238E27FC236}">
                <a16:creationId xmlns:a16="http://schemas.microsoft.com/office/drawing/2014/main" id="{A820ECE8-7223-4198-BAE3-3D865A384B90}"/>
              </a:ext>
            </a:extLst>
          </p:cNvPr>
          <p:cNvSpPr>
            <a:spLocks xmlns:a="http://schemas.openxmlformats.org/drawingml/2006/main" noGrp="1"/>
          </p:cNvSpPr>
          <p:nvPr/>
        </p:nvSpPr>
        <p:spPr>
          <a:xfrm xmlns:a="http://schemas.openxmlformats.org/drawingml/2006/main">
            <a:off x="10172700" y="9324975"/>
            <a:ext cx="133350" cy="133350"/>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320" name="dp44-v4-summary / n48 / half">
            <a:extLst xmlns:a="http://schemas.openxmlformats.org/drawingml/2006/main">
              <a:ext uri="{FF2B5EF4-FFF2-40B4-BE49-F238E27FC236}">
                <a16:creationId xmlns:a16="http://schemas.microsoft.com/office/drawing/2014/main" id="{9F3AEFBB-D3CE-48C9-88FE-2E1D09EE18FC}"/>
              </a:ext>
            </a:extLst>
          </p:cNvPr>
          <p:cNvSpPr>
            <a:spLocks xmlns:a="http://schemas.openxmlformats.org/drawingml/2006/main" noGrp="1"/>
          </p:cNvSpPr>
          <p:nvPr/>
        </p:nvSpPr>
        <p:spPr>
          <a:xfrm xmlns:a="http://schemas.openxmlformats.org/drawingml/2006/main">
            <a:off x="10172700" y="9324975"/>
            <a:ext cx="133350" cy="133350"/>
          </a:xfrm>
          <a:custGeom xmlns:a="http://schemas.openxmlformats.org/drawingml/2006/main">
            <a:pathLst>
              <a:path w="133350" h="133350">
                <a:moveTo>
                  <a:pt x="66675" y="0"/>
                </a:moveTo>
                <a:lnTo>
                  <a:pt x="60140" y="321"/>
                </a:lnTo>
                <a:lnTo>
                  <a:pt x="53667" y="1281"/>
                </a:lnTo>
                <a:lnTo>
                  <a:pt x="47320" y="2871"/>
                </a:lnTo>
                <a:lnTo>
                  <a:pt x="41160" y="5075"/>
                </a:lnTo>
                <a:lnTo>
                  <a:pt x="35245" y="7873"/>
                </a:lnTo>
                <a:lnTo>
                  <a:pt x="29632" y="11237"/>
                </a:lnTo>
                <a:lnTo>
                  <a:pt x="24377" y="15135"/>
                </a:lnTo>
                <a:lnTo>
                  <a:pt x="19529" y="19529"/>
                </a:lnTo>
                <a:lnTo>
                  <a:pt x="15135" y="24377"/>
                </a:lnTo>
                <a:lnTo>
                  <a:pt x="11237" y="29632"/>
                </a:lnTo>
                <a:lnTo>
                  <a:pt x="7873" y="35245"/>
                </a:lnTo>
                <a:lnTo>
                  <a:pt x="5075" y="41160"/>
                </a:lnTo>
                <a:lnTo>
                  <a:pt x="2871" y="47320"/>
                </a:lnTo>
                <a:lnTo>
                  <a:pt x="1281" y="53667"/>
                </a:lnTo>
                <a:lnTo>
                  <a:pt x="321" y="60140"/>
                </a:lnTo>
                <a:lnTo>
                  <a:pt x="0" y="66675"/>
                </a:lnTo>
                <a:lnTo>
                  <a:pt x="321" y="73210"/>
                </a:lnTo>
                <a:lnTo>
                  <a:pt x="1281" y="79683"/>
                </a:lnTo>
                <a:lnTo>
                  <a:pt x="2871" y="86030"/>
                </a:lnTo>
                <a:lnTo>
                  <a:pt x="5075" y="92190"/>
                </a:lnTo>
                <a:lnTo>
                  <a:pt x="7873" y="98105"/>
                </a:lnTo>
                <a:lnTo>
                  <a:pt x="11237" y="103718"/>
                </a:lnTo>
                <a:lnTo>
                  <a:pt x="15135" y="108973"/>
                </a:lnTo>
                <a:lnTo>
                  <a:pt x="19529" y="113821"/>
                </a:lnTo>
                <a:lnTo>
                  <a:pt x="24377" y="118215"/>
                </a:lnTo>
                <a:lnTo>
                  <a:pt x="29632" y="122113"/>
                </a:lnTo>
                <a:lnTo>
                  <a:pt x="35245" y="125477"/>
                </a:lnTo>
                <a:lnTo>
                  <a:pt x="41160" y="128275"/>
                </a:lnTo>
                <a:lnTo>
                  <a:pt x="47320" y="130479"/>
                </a:lnTo>
                <a:lnTo>
                  <a:pt x="53667" y="132069"/>
                </a:lnTo>
                <a:lnTo>
                  <a:pt x="60140" y="133029"/>
                </a:lnTo>
                <a:lnTo>
                  <a:pt x="66675" y="133350"/>
                </a:lnTo>
                <a:close/>
              </a:path>
            </a:pathLst>
          </a:custGeom>
          <a:solidFill xmlns:a="http://schemas.openxmlformats.org/drawingml/2006/main">
            <a:srgbClr val="18232E"/>
          </a:solidFill>
          <a:ln xmlns:a="http://schemas.openxmlformats.org/drawingml/2006/main" w="0">
            <a:noFill/>
          </a:ln>
        </p:spPr>
      </p:sp>
      <p:sp>
        <p:nvSpPr>
          <p:cNvPr id="321" name="dp44-v4-summary / n49 / circle">
            <a:extLst xmlns:a="http://schemas.openxmlformats.org/drawingml/2006/main">
              <a:ext uri="{FF2B5EF4-FFF2-40B4-BE49-F238E27FC236}">
                <a16:creationId xmlns:a16="http://schemas.microsoft.com/office/drawing/2014/main" id="{476805B6-E182-4810-964A-F3AA67B704DA}"/>
              </a:ext>
            </a:extLst>
          </p:cNvPr>
          <p:cNvSpPr>
            <a:spLocks xmlns:a="http://schemas.openxmlformats.org/drawingml/2006/main" noGrp="1"/>
          </p:cNvSpPr>
          <p:nvPr/>
        </p:nvSpPr>
        <p:spPr>
          <a:xfrm xmlns:a="http://schemas.openxmlformats.org/drawingml/2006/main">
            <a:off x="10344150" y="9324975"/>
            <a:ext cx="133350" cy="133350"/>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322" name="dp44-v4-summary / n50">
            <a:extLst xmlns:a="http://schemas.openxmlformats.org/drawingml/2006/main">
              <a:ext uri="{FF2B5EF4-FFF2-40B4-BE49-F238E27FC236}">
                <a16:creationId xmlns:a16="http://schemas.microsoft.com/office/drawing/2014/main" id="{3CF72B5E-D9A3-47EB-BA3F-5B93B5592801}"/>
              </a:ext>
            </a:extLst>
          </p:cNvPr>
          <p:cNvSpPr>
            <a:spLocks xmlns:a="http://schemas.openxmlformats.org/drawingml/2006/main" noGrp="1"/>
          </p:cNvSpPr>
          <p:nvPr/>
        </p:nvSpPr>
        <p:spPr>
          <a:xfrm xmlns:a="http://schemas.openxmlformats.org/drawingml/2006/main">
            <a:off x="10515600" y="9305925"/>
            <a:ext cx="7381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3점  2.167개  [안정된 단계 계약 유지]</a:t>
            </a:r>
          </a:p>
        </p:txBody>
      </p:sp>
      <p:sp>
        <p:nvSpPr>
          <p:cNvPr id="323" name="dp44-v4-summary / n51">
            <a:extLst xmlns:a="http://schemas.openxmlformats.org/drawingml/2006/main">
              <a:ext uri="{FF2B5EF4-FFF2-40B4-BE49-F238E27FC236}">
                <a16:creationId xmlns:a16="http://schemas.microsoft.com/office/drawing/2014/main" id="{46A81CFB-A933-47EB-83F6-C2FB55E62228}"/>
              </a:ext>
            </a:extLst>
          </p:cNvPr>
          <p:cNvSpPr>
            <a:spLocks xmlns:a="http://schemas.openxmlformats.org/drawingml/2006/main" noGrp="1"/>
          </p:cNvSpPr>
          <p:nvPr/>
        </p:nvSpPr>
        <p:spPr>
          <a:xfrm xmlns:a="http://schemas.openxmlformats.org/drawingml/2006/main">
            <a:off x="381000" y="9486900"/>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1430">
            <a:solidFill>
              <a:srgbClr val="CDD6DE"/>
            </a:solidFill>
          </a:ln>
        </p:spPr>
      </p:sp>
      <p:sp>
        <p:nvSpPr>
          <p:cNvPr id="324" name="dp44-v4-summary / n52">
            <a:extLst xmlns:a="http://schemas.openxmlformats.org/drawingml/2006/main">
              <a:ext uri="{FF2B5EF4-FFF2-40B4-BE49-F238E27FC236}">
                <a16:creationId xmlns:a16="http://schemas.microsoft.com/office/drawing/2014/main" id="{3987862B-DA94-4304-AFC0-0C0A511C5F71}"/>
              </a:ext>
            </a:extLst>
          </p:cNvPr>
          <p:cNvSpPr>
            <a:spLocks xmlns:a="http://schemas.openxmlformats.org/drawingml/2006/main" noGrp="1"/>
          </p:cNvSpPr>
          <p:nvPr/>
        </p:nvSpPr>
        <p:spPr>
          <a:xfrm xmlns:a="http://schemas.openxmlformats.org/drawingml/2006/main">
            <a:off x="400050" y="9544050"/>
            <a:ext cx="2333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1">
                <a:solidFill>
                  <a:srgbClr val="18232E"/>
                </a:solidFill>
                <a:latin typeface="Apple SD Gothic Neo"/>
                <a:ea typeface="Apple SD Gothic Neo"/>
                <a:cs typeface="Apple SD Gothic Neo"/>
              </a:defRPr>
            </a:pPr>
            <a:r>
              <a:rPr sz="1200" b="1">
                <a:solidFill>
                  <a:srgbClr val="18232E"/>
                </a:solidFill>
                <a:latin typeface="Apple SD Gothic Neo"/>
                <a:ea typeface="Apple SD Gothic Neo"/>
                <a:cs typeface="Apple SD Gothic Neo"/>
              </a:rPr>
              <a:t>로컬 VIA 메모리 사용량</a:t>
            </a:r>
          </a:p>
        </p:txBody>
      </p:sp>
      <p:sp>
        <p:nvSpPr>
          <p:cNvPr id="325" name="dp44-v4-summary / n53 / circle">
            <a:extLst xmlns:a="http://schemas.openxmlformats.org/drawingml/2006/main">
              <a:ext uri="{FF2B5EF4-FFF2-40B4-BE49-F238E27FC236}">
                <a16:creationId xmlns:a16="http://schemas.microsoft.com/office/drawing/2014/main" id="{F17C2B25-F872-4B47-B995-138EE2BBEA4F}"/>
              </a:ext>
            </a:extLst>
          </p:cNvPr>
          <p:cNvSpPr>
            <a:spLocks xmlns:a="http://schemas.openxmlformats.org/drawingml/2006/main" noGrp="1"/>
          </p:cNvSpPr>
          <p:nvPr/>
        </p:nvSpPr>
        <p:spPr>
          <a:xfrm xmlns:a="http://schemas.openxmlformats.org/drawingml/2006/main">
            <a:off x="2857500" y="9563100"/>
            <a:ext cx="133350" cy="133350"/>
          </a:xfrm>
          <a:prstGeom xmlns:a="http://schemas.openxmlformats.org/drawingml/2006/main" prst="ellipse">
            <a:avLst/>
          </a:prstGeom>
          <a:solidFill xmlns:a="http://schemas.openxmlformats.org/drawingml/2006/main">
            <a:srgbClr val="18232E"/>
          </a:solidFill>
          <a:ln xmlns:a="http://schemas.openxmlformats.org/drawingml/2006/main" w="10478">
            <a:solidFill>
              <a:srgbClr val="18232E"/>
            </a:solidFill>
          </a:ln>
        </p:spPr>
      </p:sp>
      <p:sp>
        <p:nvSpPr>
          <p:cNvPr id="326" name="dp44-v4-summary / n54 / circle">
            <a:extLst xmlns:a="http://schemas.openxmlformats.org/drawingml/2006/main">
              <a:ext uri="{FF2B5EF4-FFF2-40B4-BE49-F238E27FC236}">
                <a16:creationId xmlns:a16="http://schemas.microsoft.com/office/drawing/2014/main" id="{E0A1A246-7339-44C2-A8C1-81720379EA5E}"/>
              </a:ext>
            </a:extLst>
          </p:cNvPr>
          <p:cNvSpPr>
            <a:spLocks xmlns:a="http://schemas.openxmlformats.org/drawingml/2006/main" noGrp="1"/>
          </p:cNvSpPr>
          <p:nvPr/>
        </p:nvSpPr>
        <p:spPr>
          <a:xfrm xmlns:a="http://schemas.openxmlformats.org/drawingml/2006/main">
            <a:off x="3028950" y="9563100"/>
            <a:ext cx="133350" cy="133350"/>
          </a:xfrm>
          <a:prstGeom xmlns:a="http://schemas.openxmlformats.org/drawingml/2006/main" prst="ellipse">
            <a:avLst/>
          </a:prstGeom>
          <a:solidFill xmlns:a="http://schemas.openxmlformats.org/drawingml/2006/main">
            <a:srgbClr val="18232E"/>
          </a:solidFill>
          <a:ln xmlns:a="http://schemas.openxmlformats.org/drawingml/2006/main" w="10478">
            <a:solidFill>
              <a:srgbClr val="18232E"/>
            </a:solidFill>
          </a:ln>
        </p:spPr>
      </p:sp>
      <p:sp>
        <p:nvSpPr>
          <p:cNvPr id="327" name="dp44-v4-summary / n55 / circle">
            <a:extLst xmlns:a="http://schemas.openxmlformats.org/drawingml/2006/main">
              <a:ext uri="{FF2B5EF4-FFF2-40B4-BE49-F238E27FC236}">
                <a16:creationId xmlns:a16="http://schemas.microsoft.com/office/drawing/2014/main" id="{78E9593F-12B3-4E12-A7B5-B50D7AC448F6}"/>
              </a:ext>
            </a:extLst>
          </p:cNvPr>
          <p:cNvSpPr>
            <a:spLocks xmlns:a="http://schemas.openxmlformats.org/drawingml/2006/main" noGrp="1"/>
          </p:cNvSpPr>
          <p:nvPr/>
        </p:nvSpPr>
        <p:spPr>
          <a:xfrm xmlns:a="http://schemas.openxmlformats.org/drawingml/2006/main">
            <a:off x="3200400" y="9563100"/>
            <a:ext cx="133350" cy="133350"/>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328" name="dp44-v4-summary / n56">
            <a:extLst xmlns:a="http://schemas.openxmlformats.org/drawingml/2006/main">
              <a:ext uri="{FF2B5EF4-FFF2-40B4-BE49-F238E27FC236}">
                <a16:creationId xmlns:a16="http://schemas.microsoft.com/office/drawing/2014/main" id="{B5F7EA6C-6ECD-4B7B-8F8E-F5E9057104B5}"/>
              </a:ext>
            </a:extLst>
          </p:cNvPr>
          <p:cNvSpPr>
            <a:spLocks xmlns:a="http://schemas.openxmlformats.org/drawingml/2006/main" noGrp="1"/>
          </p:cNvSpPr>
          <p:nvPr/>
        </p:nvSpPr>
        <p:spPr>
          <a:xfrm xmlns:a="http://schemas.openxmlformats.org/drawingml/2006/main">
            <a:off x="3371850" y="9544050"/>
            <a:ext cx="63341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4점  1,792MiB  [중앙 상태와 대기열]</a:t>
            </a:r>
          </a:p>
        </p:txBody>
      </p:sp>
      <p:sp>
        <p:nvSpPr>
          <p:cNvPr id="329" name="dp44-v4-summary / n57 / circle">
            <a:extLst xmlns:a="http://schemas.openxmlformats.org/drawingml/2006/main">
              <a:ext uri="{FF2B5EF4-FFF2-40B4-BE49-F238E27FC236}">
                <a16:creationId xmlns:a16="http://schemas.microsoft.com/office/drawing/2014/main" id="{7B6ED375-2EE7-455A-A76D-BA5F742E59CA}"/>
              </a:ext>
            </a:extLst>
          </p:cNvPr>
          <p:cNvSpPr>
            <a:spLocks xmlns:a="http://schemas.openxmlformats.org/drawingml/2006/main" noGrp="1"/>
          </p:cNvSpPr>
          <p:nvPr/>
        </p:nvSpPr>
        <p:spPr>
          <a:xfrm xmlns:a="http://schemas.openxmlformats.org/drawingml/2006/main">
            <a:off x="10001250" y="9563100"/>
            <a:ext cx="133350" cy="133350"/>
          </a:xfrm>
          <a:prstGeom xmlns:a="http://schemas.openxmlformats.org/drawingml/2006/main" prst="ellipse">
            <a:avLst/>
          </a:prstGeom>
          <a:solidFill xmlns:a="http://schemas.openxmlformats.org/drawingml/2006/main">
            <a:srgbClr val="18232E"/>
          </a:solidFill>
          <a:ln xmlns:a="http://schemas.openxmlformats.org/drawingml/2006/main" w="10478">
            <a:solidFill>
              <a:srgbClr val="18232E"/>
            </a:solidFill>
          </a:ln>
        </p:spPr>
      </p:sp>
      <p:sp>
        <p:nvSpPr>
          <p:cNvPr id="330" name="dp44-v4-summary / n58 / circle">
            <a:extLst xmlns:a="http://schemas.openxmlformats.org/drawingml/2006/main">
              <a:ext uri="{FF2B5EF4-FFF2-40B4-BE49-F238E27FC236}">
                <a16:creationId xmlns:a16="http://schemas.microsoft.com/office/drawing/2014/main" id="{98DD14BF-4C65-48A0-8769-248AA3BD3863}"/>
              </a:ext>
            </a:extLst>
          </p:cNvPr>
          <p:cNvSpPr>
            <a:spLocks xmlns:a="http://schemas.openxmlformats.org/drawingml/2006/main" noGrp="1"/>
          </p:cNvSpPr>
          <p:nvPr/>
        </p:nvSpPr>
        <p:spPr>
          <a:xfrm xmlns:a="http://schemas.openxmlformats.org/drawingml/2006/main">
            <a:off x="10172700" y="9563100"/>
            <a:ext cx="133350" cy="133350"/>
          </a:xfrm>
          <a:prstGeom xmlns:a="http://schemas.openxmlformats.org/drawingml/2006/main" prst="ellipse">
            <a:avLst/>
          </a:prstGeom>
          <a:solidFill xmlns:a="http://schemas.openxmlformats.org/drawingml/2006/main">
            <a:srgbClr val="18232E"/>
          </a:solidFill>
          <a:ln xmlns:a="http://schemas.openxmlformats.org/drawingml/2006/main" w="10478">
            <a:solidFill>
              <a:srgbClr val="18232E"/>
            </a:solidFill>
          </a:ln>
        </p:spPr>
      </p:sp>
      <p:sp>
        <p:nvSpPr>
          <p:cNvPr id="331" name="dp44-v4-summary / n59 / circle">
            <a:extLst xmlns:a="http://schemas.openxmlformats.org/drawingml/2006/main">
              <a:ext uri="{FF2B5EF4-FFF2-40B4-BE49-F238E27FC236}">
                <a16:creationId xmlns:a16="http://schemas.microsoft.com/office/drawing/2014/main" id="{332F49DA-3EC8-45DF-B1B6-403DD6C444C1}"/>
              </a:ext>
            </a:extLst>
          </p:cNvPr>
          <p:cNvSpPr>
            <a:spLocks xmlns:a="http://schemas.openxmlformats.org/drawingml/2006/main" noGrp="1"/>
          </p:cNvSpPr>
          <p:nvPr/>
        </p:nvSpPr>
        <p:spPr>
          <a:xfrm xmlns:a="http://schemas.openxmlformats.org/drawingml/2006/main">
            <a:off x="10344150" y="9563100"/>
            <a:ext cx="133350" cy="133350"/>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332" name="dp44-v4-summary / n60">
            <a:extLst xmlns:a="http://schemas.openxmlformats.org/drawingml/2006/main">
              <a:ext uri="{FF2B5EF4-FFF2-40B4-BE49-F238E27FC236}">
                <a16:creationId xmlns:a16="http://schemas.microsoft.com/office/drawing/2014/main" id="{FECA673C-9C22-4FD7-955C-FD50F80F1FB4}"/>
              </a:ext>
            </a:extLst>
          </p:cNvPr>
          <p:cNvSpPr>
            <a:spLocks xmlns:a="http://schemas.openxmlformats.org/drawingml/2006/main" noGrp="1"/>
          </p:cNvSpPr>
          <p:nvPr/>
        </p:nvSpPr>
        <p:spPr>
          <a:xfrm xmlns:a="http://schemas.openxmlformats.org/drawingml/2006/main">
            <a:off x="10515600" y="9544050"/>
            <a:ext cx="7381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4점  1,840MiB  [Window와 채널 +48MiB]</a:t>
            </a:r>
          </a:p>
        </p:txBody>
      </p:sp>
      <p:sp>
        <p:nvSpPr>
          <p:cNvPr id="333" name="dp44-v4-summary / n61">
            <a:extLst xmlns:a="http://schemas.openxmlformats.org/drawingml/2006/main">
              <a:ext uri="{FF2B5EF4-FFF2-40B4-BE49-F238E27FC236}">
                <a16:creationId xmlns:a16="http://schemas.microsoft.com/office/drawing/2014/main" id="{4F4F1D90-AC4C-48F9-AF7F-E0043083B340}"/>
              </a:ext>
            </a:extLst>
          </p:cNvPr>
          <p:cNvSpPr>
            <a:spLocks xmlns:a="http://schemas.openxmlformats.org/drawingml/2006/main" noGrp="1"/>
          </p:cNvSpPr>
          <p:nvPr/>
        </p:nvSpPr>
        <p:spPr>
          <a:xfrm xmlns:a="http://schemas.openxmlformats.org/drawingml/2006/main">
            <a:off x="381000" y="9810750"/>
            <a:ext cx="17526000" cy="2143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0">
                <a:solidFill>
                  <a:srgbClr val="5F6B77"/>
                </a:solidFill>
                <a:latin typeface="Apple SD Gothic Neo"/>
                <a:ea typeface="Apple SD Gothic Neo"/>
                <a:cs typeface="Apple SD Gothic Neo"/>
              </a:defRPr>
            </a:pPr>
            <a:r>
              <a:rPr sz="1125" b="0">
                <a:solidFill>
                  <a:srgbClr val="5F6B77"/>
                </a:solidFill>
                <a:latin typeface="Apple SD Gothic Neo"/>
                <a:ea typeface="Apple SD Gothic Neo"/>
                <a:cs typeface="Apple SD Gothic Neo"/>
              </a:rPr>
              <a:t>양안 모두 비동기와 병렬 실행 / 짧은 전이 비용의 기본 상황</a:t>
            </a:r>
          </a:p>
        </p:txBody>
      </p:sp>
      <p:sp>
        <p:nvSpPr>
          <p:cNvPr id="334" name="dp44-v4-summary / n62">
            <a:extLst xmlns:a="http://schemas.openxmlformats.org/drawingml/2006/main">
              <a:ext uri="{FF2B5EF4-FFF2-40B4-BE49-F238E27FC236}">
                <a16:creationId xmlns:a16="http://schemas.microsoft.com/office/drawing/2014/main" id="{AC31381F-1E1B-4BA8-A59B-19CC52E1D73A}"/>
              </a:ext>
            </a:extLst>
          </p:cNvPr>
          <p:cNvSpPr>
            <a:spLocks xmlns:a="http://schemas.openxmlformats.org/drawingml/2006/main" noGrp="1"/>
          </p:cNvSpPr>
          <p:nvPr/>
        </p:nvSpPr>
        <p:spPr>
          <a:xfrm xmlns:a="http://schemas.openxmlformats.org/drawingml/2006/main">
            <a:off x="381000" y="10067925"/>
            <a:ext cx="175260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0">
                <a:solidFill>
                  <a:srgbClr val="5F6B77"/>
                </a:solidFill>
                <a:latin typeface="Apple SD Gothic Neo"/>
                <a:ea typeface="Apple SD Gothic Neo"/>
                <a:cs typeface="Apple SD Gothic Neo"/>
              </a:defRPr>
            </a:pPr>
            <a:r>
              <a:rPr sz="1050" b="0">
                <a:solidFill>
                  <a:srgbClr val="5F6B77"/>
                </a:solidFill>
                <a:latin typeface="Apple SD Gothic Neo"/>
                <a:ea typeface="Apple SD Gothic Neo"/>
                <a:cs typeface="Apple SD Gothic Neo"/>
              </a:rPr>
              <a:t>사고 실험 가정값 / ASR-QA-v5 기준 / 실제 측정 전 / 보호 조건 별도 / 상세 비교 다음 장</a:t>
            </a:r>
          </a:p>
        </p:txBody>
      </p:sp>
      <p:sp>
        <p:nvSpPr>
          <p:cNvPr id="41" name="dp44-comparison / legend_continuation_0">
            <a:extLst xmlns:a="http://schemas.openxmlformats.org/drawingml/2006/main">
              <a:ext uri="{FF2B5EF4-FFF2-40B4-BE49-F238E27FC236}">
                <a16:creationId xmlns:a16="http://schemas.microsoft.com/office/drawing/2014/main" id="{3C67C357-1DE5-491E-B771-96D55F3F46E0}"/>
              </a:ext>
            </a:extLst>
          </p:cNvPr>
          <p:cNvSpPr>
            <a:spLocks xmlns:a="http://schemas.openxmlformats.org/drawingml/2006/main" noGrp="1"/>
          </p:cNvSpPr>
          <p:nvPr/>
        </p:nvSpPr>
        <p:spPr>
          <a:xfrm xmlns:a="http://schemas.openxmlformats.org/drawingml/2006/main">
            <a:off x="447675" y="3257550"/>
            <a:ext cx="819150" cy="420052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42" name="dp44-comparison / legend_continuation_1 / text 1">
            <a:extLst xmlns:a="http://schemas.openxmlformats.org/drawingml/2006/main">
              <a:ext uri="{FF2B5EF4-FFF2-40B4-BE49-F238E27FC236}">
                <a16:creationId xmlns:a16="http://schemas.microsoft.com/office/drawing/2014/main" id="{5CBF4566-1171-4446-AD62-C62629B2F156}"/>
              </a:ext>
            </a:extLst>
          </p:cNvPr>
          <p:cNvSpPr>
            <a:spLocks xmlns:a="http://schemas.openxmlformats.org/drawingml/2006/main" noGrp="1"/>
          </p:cNvSpPr>
          <p:nvPr/>
        </p:nvSpPr>
        <p:spPr>
          <a:xfrm xmlns:a="http://schemas.openxmlformats.org/drawingml/2006/main">
            <a:off x="466725" y="3329559"/>
            <a:ext cx="781050"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25" b="1">
                <a:solidFill>
                  <a:srgbClr val="000000"/>
                </a:solidFill>
                <a:latin typeface="Apple SD Gothic Neo"/>
                <a:ea typeface="Apple SD Gothic Neo"/>
                <a:cs typeface="Apple SD Gothic Neo"/>
              </a:defRPr>
            </a:pPr>
            <a:r>
              <a:rPr sz="1125" b="1">
                <a:solidFill>
                  <a:srgbClr val="000000"/>
                </a:solidFill>
                <a:latin typeface="Apple SD Gothic Neo"/>
                <a:ea typeface="Apple SD Gothic Neo"/>
                <a:cs typeface="Apple SD Gothic Neo"/>
              </a:rPr>
              <a:t>Legend</a:t>
            </a:r>
          </a:p>
        </p:txBody>
      </p:sp>
      <p:sp>
        <p:nvSpPr>
          <p:cNvPr id="43" name="dp44-comparison / legend_continuation_2">
            <a:extLst xmlns:a="http://schemas.openxmlformats.org/drawingml/2006/main">
              <a:ext uri="{FF2B5EF4-FFF2-40B4-BE49-F238E27FC236}">
                <a16:creationId xmlns:a16="http://schemas.microsoft.com/office/drawing/2014/main" id="{D19BFE26-C58D-45DD-B611-87F8E97CF621}"/>
              </a:ext>
            </a:extLst>
          </p:cNvPr>
          <p:cNvSpPr>
            <a:spLocks xmlns:a="http://schemas.openxmlformats.org/drawingml/2006/main" noGrp="1"/>
          </p:cNvSpPr>
          <p:nvPr/>
        </p:nvSpPr>
        <p:spPr>
          <a:xfrm xmlns:a="http://schemas.openxmlformats.org/drawingml/2006/main">
            <a:off x="504825" y="3553587"/>
            <a:ext cx="704850" cy="216027"/>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44" name="dp44-comparison / legend_continuation_3 / text 1">
            <a:extLst xmlns:a="http://schemas.openxmlformats.org/drawingml/2006/main">
              <a:ext uri="{FF2B5EF4-FFF2-40B4-BE49-F238E27FC236}">
                <a16:creationId xmlns:a16="http://schemas.microsoft.com/office/drawing/2014/main" id="{C7D34F91-8291-4F7A-8301-1994BFD2B079}"/>
              </a:ext>
            </a:extLst>
          </p:cNvPr>
          <p:cNvSpPr>
            <a:spLocks xmlns:a="http://schemas.openxmlformats.org/drawingml/2006/main" noGrp="1"/>
          </p:cNvSpPr>
          <p:nvPr/>
        </p:nvSpPr>
        <p:spPr>
          <a:xfrm xmlns:a="http://schemas.openxmlformats.org/drawingml/2006/main">
            <a:off x="590550" y="3609594"/>
            <a:ext cx="5334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750" b="1">
                <a:solidFill>
                  <a:srgbClr val="000000"/>
                </a:solidFill>
                <a:latin typeface="Apple SD Gothic Neo"/>
                <a:ea typeface="Apple SD Gothic Neo"/>
                <a:cs typeface="Apple SD Gothic Neo"/>
              </a:defRPr>
            </a:pPr>
            <a:r>
              <a:rPr sz="750" b="1">
                <a:solidFill>
                  <a:srgbClr val="000000"/>
                </a:solidFill>
                <a:latin typeface="Apple SD Gothic Neo"/>
                <a:ea typeface="Apple SD Gothic Neo"/>
                <a:cs typeface="Apple SD Gothic Neo"/>
              </a:rPr>
              <a:t>Component</a:t>
            </a:r>
          </a:p>
        </p:txBody>
      </p:sp>
      <p:sp>
        <p:nvSpPr>
          <p:cNvPr id="45" name="dp44-comparison / legend_continuation_4 / text 1">
            <a:extLst xmlns:a="http://schemas.openxmlformats.org/drawingml/2006/main">
              <a:ext uri="{FF2B5EF4-FFF2-40B4-BE49-F238E27FC236}">
                <a16:creationId xmlns:a16="http://schemas.microsoft.com/office/drawing/2014/main" id="{D8468001-E4F5-40A7-8FD6-BB93CD94B98A}"/>
              </a:ext>
            </a:extLst>
          </p:cNvPr>
          <p:cNvSpPr>
            <a:spLocks xmlns:a="http://schemas.openxmlformats.org/drawingml/2006/main" noGrp="1"/>
          </p:cNvSpPr>
          <p:nvPr/>
        </p:nvSpPr>
        <p:spPr>
          <a:xfrm xmlns:a="http://schemas.openxmlformats.org/drawingml/2006/main">
            <a:off x="514350" y="3793617"/>
            <a:ext cx="72390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논리 책임</a:t>
            </a:r>
          </a:p>
        </p:txBody>
      </p:sp>
      <p:sp>
        <p:nvSpPr>
          <p:cNvPr id="46" name="dp44-comparison / legend_continuation_5">
            <a:extLst xmlns:a="http://schemas.openxmlformats.org/drawingml/2006/main">
              <a:ext uri="{FF2B5EF4-FFF2-40B4-BE49-F238E27FC236}">
                <a16:creationId xmlns:a16="http://schemas.microsoft.com/office/drawing/2014/main" id="{71BA4686-B26E-48B7-B044-C6B06CE028F5}"/>
              </a:ext>
            </a:extLst>
          </p:cNvPr>
          <p:cNvSpPr>
            <a:spLocks xmlns:a="http://schemas.openxmlformats.org/drawingml/2006/main" noGrp="1"/>
          </p:cNvSpPr>
          <p:nvPr/>
        </p:nvSpPr>
        <p:spPr>
          <a:xfrm xmlns:a="http://schemas.openxmlformats.org/drawingml/2006/main">
            <a:off x="504825" y="4025646"/>
            <a:ext cx="704850" cy="216027"/>
          </a:xfrm>
          <a:prstGeom xmlns:a="http://schemas.openxmlformats.org/drawingml/2006/main" prst="roundRect">
            <a:avLst>
              <a:gd name="adj" fmla="val 35273"/>
            </a:avLst>
          </a:prstGeom>
          <a:solidFill xmlns:a="http://schemas.openxmlformats.org/drawingml/2006/main">
            <a:srgbClr val="FFFFFF"/>
          </a:solidFill>
          <a:ln xmlns:a="http://schemas.openxmlformats.org/drawingml/2006/main" w="9525">
            <a:solidFill>
              <a:srgbClr val="000000"/>
            </a:solidFill>
            <a:prstDash val="solid"/>
          </a:ln>
        </p:spPr>
      </p:sp>
      <p:sp>
        <p:nvSpPr>
          <p:cNvPr id="47" name="dp44-comparison / legend_continuation_6 / text 1">
            <a:extLst xmlns:a="http://schemas.openxmlformats.org/drawingml/2006/main">
              <a:ext uri="{FF2B5EF4-FFF2-40B4-BE49-F238E27FC236}">
                <a16:creationId xmlns:a16="http://schemas.microsoft.com/office/drawing/2014/main" id="{07C0F164-2257-4D1D-9E7A-0929B43F5B5F}"/>
              </a:ext>
            </a:extLst>
          </p:cNvPr>
          <p:cNvSpPr>
            <a:spLocks xmlns:a="http://schemas.openxmlformats.org/drawingml/2006/main" noGrp="1"/>
          </p:cNvSpPr>
          <p:nvPr/>
        </p:nvSpPr>
        <p:spPr>
          <a:xfrm xmlns:a="http://schemas.openxmlformats.org/drawingml/2006/main">
            <a:off x="590550" y="4081653"/>
            <a:ext cx="5334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750" b="1">
                <a:solidFill>
                  <a:srgbClr val="000000"/>
                </a:solidFill>
                <a:latin typeface="Apple SD Gothic Neo"/>
                <a:ea typeface="Apple SD Gothic Neo"/>
                <a:cs typeface="Apple SD Gothic Neo"/>
              </a:defRPr>
            </a:pPr>
            <a:r>
              <a:rPr sz="750" b="1">
                <a:solidFill>
                  <a:srgbClr val="000000"/>
                </a:solidFill>
                <a:latin typeface="Apple SD Gothic Neo"/>
                <a:ea typeface="Apple SD Gothic Neo"/>
                <a:cs typeface="Apple SD Gothic Neo"/>
              </a:rPr>
              <a:t>Module</a:t>
            </a:r>
          </a:p>
        </p:txBody>
      </p:sp>
      <p:sp>
        <p:nvSpPr>
          <p:cNvPr id="48" name="dp44-comparison / legend_continuation_7 / text 1">
            <a:extLst xmlns:a="http://schemas.openxmlformats.org/drawingml/2006/main">
              <a:ext uri="{FF2B5EF4-FFF2-40B4-BE49-F238E27FC236}">
                <a16:creationId xmlns:a16="http://schemas.microsoft.com/office/drawing/2014/main" id="{A1620F27-DC1B-45DA-9F3A-1FAEFAE26093}"/>
              </a:ext>
            </a:extLst>
          </p:cNvPr>
          <p:cNvSpPr>
            <a:spLocks xmlns:a="http://schemas.openxmlformats.org/drawingml/2006/main" noGrp="1"/>
          </p:cNvSpPr>
          <p:nvPr/>
        </p:nvSpPr>
        <p:spPr>
          <a:xfrm xmlns:a="http://schemas.openxmlformats.org/drawingml/2006/main">
            <a:off x="514350" y="4265676"/>
            <a:ext cx="72390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내부 구현</a:t>
            </a:r>
          </a:p>
        </p:txBody>
      </p:sp>
      <p:sp>
        <p:nvSpPr>
          <p:cNvPr id="49" name="dp44-comparison / legend_continuation_8">
            <a:extLst xmlns:a="http://schemas.openxmlformats.org/drawingml/2006/main">
              <a:ext uri="{FF2B5EF4-FFF2-40B4-BE49-F238E27FC236}">
                <a16:creationId xmlns:a16="http://schemas.microsoft.com/office/drawing/2014/main" id="{6DB72405-F9C0-44A5-8425-75767088856D}"/>
              </a:ext>
            </a:extLst>
          </p:cNvPr>
          <p:cNvSpPr>
            <a:spLocks xmlns:a="http://schemas.openxmlformats.org/drawingml/2006/main" noGrp="1"/>
          </p:cNvSpPr>
          <p:nvPr/>
        </p:nvSpPr>
        <p:spPr>
          <a:xfrm xmlns:a="http://schemas.openxmlformats.org/drawingml/2006/main">
            <a:off x="504825" y="4497705"/>
            <a:ext cx="704850" cy="216027"/>
          </a:xfrm>
          <a:custGeom xmlns:a="http://schemas.openxmlformats.org/drawingml/2006/main">
            <a:pathLst>
              <a:path w="704850" h="216027">
                <a:moveTo>
                  <a:pt x="0" y="0"/>
                </a:moveTo>
                <a:lnTo>
                  <a:pt x="533400" y="0"/>
                </a:lnTo>
                <a:lnTo>
                  <a:pt x="704850" y="171450"/>
                </a:lnTo>
                <a:lnTo>
                  <a:pt x="704850" y="216027"/>
                </a:lnTo>
                <a:lnTo>
                  <a:pt x="0" y="216027"/>
                </a:lnTo>
                <a:close/>
              </a:path>
            </a:pathLst>
          </a:custGeom>
          <a:solidFill xmlns:a="http://schemas.openxmlformats.org/drawingml/2006/main">
            <a:srgbClr val="FFFFFF"/>
          </a:solidFill>
          <a:ln xmlns:a="http://schemas.openxmlformats.org/drawingml/2006/main" w="9525">
            <a:solidFill>
              <a:srgbClr val="000000"/>
            </a:solidFill>
            <a:prstDash val="solid"/>
          </a:ln>
        </p:spPr>
      </p:sp>
      <p:sp>
        <p:nvSpPr>
          <p:cNvPr id="50" name="dp44-comparison / legend_continuation_8 / fold">
            <a:extLst xmlns:a="http://schemas.openxmlformats.org/drawingml/2006/main">
              <a:ext uri="{FF2B5EF4-FFF2-40B4-BE49-F238E27FC236}">
                <a16:creationId xmlns:a16="http://schemas.microsoft.com/office/drawing/2014/main" id="{C8E5D742-2E28-4F11-96B6-067E5085561D}"/>
              </a:ext>
            </a:extLst>
          </p:cNvPr>
          <p:cNvSpPr>
            <a:spLocks xmlns:a="http://schemas.openxmlformats.org/drawingml/2006/main" noGrp="1"/>
          </p:cNvSpPr>
          <p:nvPr/>
        </p:nvSpPr>
        <p:spPr>
          <a:xfrm xmlns:a="http://schemas.openxmlformats.org/drawingml/2006/main">
            <a:off x="1038225" y="4497705"/>
            <a:ext cx="171450" cy="171450"/>
          </a:xfrm>
          <a:custGeom xmlns:a="http://schemas.openxmlformats.org/drawingml/2006/main">
            <a:pathLst>
              <a:path w="171450" h="171450">
                <a:moveTo>
                  <a:pt x="0" y="0"/>
                </a:moveTo>
                <a:lnTo>
                  <a:pt x="0" y="171450"/>
                </a:lnTo>
                <a:lnTo>
                  <a:pt x="171450" y="171450"/>
                </a:lnTo>
              </a:path>
            </a:pathLst>
          </a:custGeom>
          <a:noFill xmlns:a="http://schemas.openxmlformats.org/drawingml/2006/main"/>
          <a:ln xmlns:a="http://schemas.openxmlformats.org/drawingml/2006/main" w="9525">
            <a:solidFill>
              <a:srgbClr val="000000"/>
            </a:solidFill>
            <a:prstDash val="solid"/>
          </a:ln>
        </p:spPr>
      </p:sp>
      <p:sp>
        <p:nvSpPr>
          <p:cNvPr id="51" name="dp44-comparison / legend_continuation_9 / text 1">
            <a:extLst xmlns:a="http://schemas.openxmlformats.org/drawingml/2006/main">
              <a:ext uri="{FF2B5EF4-FFF2-40B4-BE49-F238E27FC236}">
                <a16:creationId xmlns:a16="http://schemas.microsoft.com/office/drawing/2014/main" id="{DAA18A4F-F8E6-44FF-A4BE-DFF1157785C8}"/>
              </a:ext>
            </a:extLst>
          </p:cNvPr>
          <p:cNvSpPr>
            <a:spLocks xmlns:a="http://schemas.openxmlformats.org/drawingml/2006/main" noGrp="1"/>
          </p:cNvSpPr>
          <p:nvPr/>
        </p:nvSpPr>
        <p:spPr>
          <a:xfrm xmlns:a="http://schemas.openxmlformats.org/drawingml/2006/main">
            <a:off x="523875" y="4553712"/>
            <a:ext cx="66675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Data</a:t>
            </a:r>
          </a:p>
        </p:txBody>
      </p:sp>
      <p:sp>
        <p:nvSpPr>
          <p:cNvPr id="52" name="dp44-comparison / legend_continuation_10 / text 1">
            <a:extLst xmlns:a="http://schemas.openxmlformats.org/drawingml/2006/main">
              <a:ext uri="{FF2B5EF4-FFF2-40B4-BE49-F238E27FC236}">
                <a16:creationId xmlns:a16="http://schemas.microsoft.com/office/drawing/2014/main" id="{4EBE84D9-EA91-4D9A-AD2B-A8F6D11115CD}"/>
              </a:ext>
            </a:extLst>
          </p:cNvPr>
          <p:cNvSpPr>
            <a:spLocks xmlns:a="http://schemas.openxmlformats.org/drawingml/2006/main" noGrp="1"/>
          </p:cNvSpPr>
          <p:nvPr/>
        </p:nvSpPr>
        <p:spPr>
          <a:xfrm xmlns:a="http://schemas.openxmlformats.org/drawingml/2006/main">
            <a:off x="514350" y="4737735"/>
            <a:ext cx="72390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교환 예시</a:t>
            </a:r>
          </a:p>
        </p:txBody>
      </p:sp>
      <p:sp>
        <p:nvSpPr>
          <p:cNvPr id="53" name="dp44-comparison / legend_continuation_11">
            <a:extLst xmlns:a="http://schemas.openxmlformats.org/drawingml/2006/main">
              <a:ext uri="{FF2B5EF4-FFF2-40B4-BE49-F238E27FC236}">
                <a16:creationId xmlns:a16="http://schemas.microsoft.com/office/drawing/2014/main" id="{6D047964-308A-4114-BC12-4A6ABA214D1B}"/>
              </a:ext>
            </a:extLst>
          </p:cNvPr>
          <p:cNvSpPr>
            <a:spLocks xmlns:a="http://schemas.openxmlformats.org/drawingml/2006/main" noGrp="1"/>
          </p:cNvSpPr>
          <p:nvPr/>
        </p:nvSpPr>
        <p:spPr>
          <a:xfrm xmlns:a="http://schemas.openxmlformats.org/drawingml/2006/main">
            <a:off x="504825" y="4961763"/>
            <a:ext cx="704850" cy="216027"/>
          </a:xfrm>
          <a:prstGeom xmlns:a="http://schemas.openxmlformats.org/drawingml/2006/main" prst="hexagon">
            <a:avLst/>
          </a:prstGeom>
          <a:solidFill xmlns:a="http://schemas.openxmlformats.org/drawingml/2006/main">
            <a:srgbClr val="FFFFFF"/>
          </a:solidFill>
          <a:ln xmlns:a="http://schemas.openxmlformats.org/drawingml/2006/main" w="9525">
            <a:solidFill>
              <a:srgbClr val="000000"/>
            </a:solidFill>
            <a:prstDash val="solid"/>
          </a:ln>
        </p:spPr>
      </p:sp>
      <p:sp>
        <p:nvSpPr>
          <p:cNvPr id="54" name="dp44-comparison / legend_continuation_12 / text 1">
            <a:extLst xmlns:a="http://schemas.openxmlformats.org/drawingml/2006/main">
              <a:ext uri="{FF2B5EF4-FFF2-40B4-BE49-F238E27FC236}">
                <a16:creationId xmlns:a16="http://schemas.microsoft.com/office/drawing/2014/main" id="{615839CB-F0A3-4F0B-BDF6-133BA5752BF6}"/>
              </a:ext>
            </a:extLst>
          </p:cNvPr>
          <p:cNvSpPr>
            <a:spLocks xmlns:a="http://schemas.openxmlformats.org/drawingml/2006/main" noGrp="1"/>
          </p:cNvSpPr>
          <p:nvPr/>
        </p:nvSpPr>
        <p:spPr>
          <a:xfrm xmlns:a="http://schemas.openxmlformats.org/drawingml/2006/main">
            <a:off x="590550" y="5017770"/>
            <a:ext cx="5334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750" b="1">
                <a:solidFill>
                  <a:srgbClr val="000000"/>
                </a:solidFill>
                <a:latin typeface="Apple SD Gothic Neo"/>
                <a:ea typeface="Apple SD Gothic Neo"/>
                <a:cs typeface="Apple SD Gothic Neo"/>
              </a:defRPr>
            </a:pPr>
            <a:r>
              <a:rPr sz="750" b="1">
                <a:solidFill>
                  <a:srgbClr val="000000"/>
                </a:solidFill>
                <a:latin typeface="Apple SD Gothic Neo"/>
                <a:ea typeface="Apple SD Gothic Neo"/>
                <a:cs typeface="Apple SD Gothic Neo"/>
              </a:rPr>
              <a:t>LLM</a:t>
            </a:r>
          </a:p>
        </p:txBody>
      </p:sp>
      <p:sp>
        <p:nvSpPr>
          <p:cNvPr id="55" name="dp44-comparison / legend_continuation_13 / text 1">
            <a:extLst xmlns:a="http://schemas.openxmlformats.org/drawingml/2006/main">
              <a:ext uri="{FF2B5EF4-FFF2-40B4-BE49-F238E27FC236}">
                <a16:creationId xmlns:a16="http://schemas.microsoft.com/office/drawing/2014/main" id="{A7657223-7987-45D6-B9FA-139858F864C5}"/>
              </a:ext>
            </a:extLst>
          </p:cNvPr>
          <p:cNvSpPr>
            <a:spLocks xmlns:a="http://schemas.openxmlformats.org/drawingml/2006/main" noGrp="1"/>
          </p:cNvSpPr>
          <p:nvPr/>
        </p:nvSpPr>
        <p:spPr>
          <a:xfrm xmlns:a="http://schemas.openxmlformats.org/drawingml/2006/main">
            <a:off x="514350" y="5201793"/>
            <a:ext cx="72390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외부 모델</a:t>
            </a:r>
          </a:p>
        </p:txBody>
      </p:sp>
      <p:sp>
        <p:nvSpPr>
          <p:cNvPr id="56" name="dp44-comparison / legend_continuation_14">
            <a:extLst xmlns:a="http://schemas.openxmlformats.org/drawingml/2006/main">
              <a:ext uri="{FF2B5EF4-FFF2-40B4-BE49-F238E27FC236}">
                <a16:creationId xmlns:a16="http://schemas.microsoft.com/office/drawing/2014/main" id="{D0CC20A5-42FF-4D2F-A9FD-FC436F722C5B}"/>
              </a:ext>
            </a:extLst>
          </p:cNvPr>
          <p:cNvSpPr>
            <a:spLocks xmlns:a="http://schemas.openxmlformats.org/drawingml/2006/main" noGrp="1"/>
          </p:cNvSpPr>
          <p:nvPr/>
        </p:nvSpPr>
        <p:spPr>
          <a:xfrm xmlns:a="http://schemas.openxmlformats.org/drawingml/2006/main">
            <a:off x="504825" y="5433822"/>
            <a:ext cx="704850" cy="216027"/>
          </a:xfrm>
          <a:prstGeom xmlns:a="http://schemas.openxmlformats.org/drawingml/2006/main" prst="roundRect">
            <a:avLst>
              <a:gd name="adj" fmla="val 35273"/>
            </a:avLst>
          </a:prstGeom>
          <a:solidFill xmlns:a="http://schemas.openxmlformats.org/drawingml/2006/main">
            <a:srgbClr val="FFF0DD"/>
          </a:solidFill>
          <a:ln xmlns:a="http://schemas.openxmlformats.org/drawingml/2006/main" w="9525">
            <a:solidFill>
              <a:srgbClr val="B8753F"/>
            </a:solidFill>
            <a:prstDash val="solid"/>
          </a:ln>
        </p:spPr>
      </p:sp>
      <p:sp>
        <p:nvSpPr>
          <p:cNvPr id="57" name="dp44-comparison / legend_continuation_15 / text 1">
            <a:extLst xmlns:a="http://schemas.openxmlformats.org/drawingml/2006/main">
              <a:ext uri="{FF2B5EF4-FFF2-40B4-BE49-F238E27FC236}">
                <a16:creationId xmlns:a16="http://schemas.microsoft.com/office/drawing/2014/main" id="{233F3035-737E-4B11-8FFE-6F3FCA218F0B}"/>
              </a:ext>
            </a:extLst>
          </p:cNvPr>
          <p:cNvSpPr>
            <a:spLocks xmlns:a="http://schemas.openxmlformats.org/drawingml/2006/main" noGrp="1"/>
          </p:cNvSpPr>
          <p:nvPr/>
        </p:nvSpPr>
        <p:spPr>
          <a:xfrm xmlns:a="http://schemas.openxmlformats.org/drawingml/2006/main">
            <a:off x="590550" y="5489829"/>
            <a:ext cx="5334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750" b="1">
                <a:solidFill>
                  <a:srgbClr val="000000"/>
                </a:solidFill>
                <a:latin typeface="Apple SD Gothic Neo"/>
                <a:ea typeface="Apple SD Gothic Neo"/>
                <a:cs typeface="Apple SD Gothic Neo"/>
              </a:defRPr>
            </a:pPr>
            <a:r>
              <a:rPr sz="750" b="1">
                <a:solidFill>
                  <a:srgbClr val="000000"/>
                </a:solidFill>
                <a:latin typeface="Apple SD Gothic Neo"/>
                <a:ea typeface="Apple SD Gothic Neo"/>
                <a:cs typeface="Apple SD Gothic Neo"/>
              </a:rPr>
              <a:t>Module</a:t>
            </a:r>
          </a:p>
        </p:txBody>
      </p:sp>
      <p:sp>
        <p:nvSpPr>
          <p:cNvPr id="58" name="dp44-comparison / legend_continuation_16 / text 1">
            <a:extLst xmlns:a="http://schemas.openxmlformats.org/drawingml/2006/main">
              <a:ext uri="{FF2B5EF4-FFF2-40B4-BE49-F238E27FC236}">
                <a16:creationId xmlns:a16="http://schemas.microsoft.com/office/drawing/2014/main" id="{9396605B-693E-48B2-9566-1F1BCAD217A7}"/>
              </a:ext>
            </a:extLst>
          </p:cNvPr>
          <p:cNvSpPr>
            <a:spLocks xmlns:a="http://schemas.openxmlformats.org/drawingml/2006/main" noGrp="1"/>
          </p:cNvSpPr>
          <p:nvPr/>
        </p:nvSpPr>
        <p:spPr>
          <a:xfrm xmlns:a="http://schemas.openxmlformats.org/drawingml/2006/main">
            <a:off x="514350" y="5673852"/>
            <a:ext cx="72390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차이: 살구색</a:t>
            </a:r>
          </a:p>
        </p:txBody>
      </p:sp>
      <p:sp>
        <p:nvSpPr>
          <p:cNvPr id="59" name="dp44-comparison / legend_continuation_17">
            <a:extLst xmlns:a="http://schemas.openxmlformats.org/drawingml/2006/main">
              <a:ext uri="{FF2B5EF4-FFF2-40B4-BE49-F238E27FC236}">
                <a16:creationId xmlns:a16="http://schemas.microsoft.com/office/drawing/2014/main" id="{349E4A63-1AF4-4C6B-A2F8-7EB895D2E312}"/>
              </a:ext>
            </a:extLst>
          </p:cNvPr>
          <p:cNvSpPr>
            <a:spLocks xmlns:a="http://schemas.openxmlformats.org/drawingml/2006/main" noGrp="1"/>
          </p:cNvSpPr>
          <p:nvPr/>
        </p:nvSpPr>
        <p:spPr>
          <a:xfrm xmlns:a="http://schemas.openxmlformats.org/drawingml/2006/main">
            <a:off x="504825" y="5865876"/>
            <a:ext cx="704850" cy="216027"/>
          </a:xfrm>
          <a:prstGeom xmlns:a="http://schemas.openxmlformats.org/drawingml/2006/main" prst="can">
            <a:avLst>
              <a:gd name="adj" fmla="val 20000"/>
            </a:avLst>
          </a:prstGeom>
          <a:solidFill xmlns:a="http://schemas.openxmlformats.org/drawingml/2006/main">
            <a:srgbClr val="FFFFFF"/>
          </a:solidFill>
          <a:ln xmlns:a="http://schemas.openxmlformats.org/drawingml/2006/main" w="9525">
            <a:solidFill>
              <a:srgbClr val="000000"/>
            </a:solidFill>
            <a:prstDash val="solid"/>
          </a:ln>
        </p:spPr>
      </p:sp>
      <p:sp>
        <p:nvSpPr>
          <p:cNvPr id="60" name="dp44-comparison / legend_continuation_18 / text 1">
            <a:extLst xmlns:a="http://schemas.openxmlformats.org/drawingml/2006/main">
              <a:ext uri="{FF2B5EF4-FFF2-40B4-BE49-F238E27FC236}">
                <a16:creationId xmlns:a16="http://schemas.microsoft.com/office/drawing/2014/main" id="{ACE8FEB4-24E1-4B04-9D81-4EB731D86F97}"/>
              </a:ext>
            </a:extLst>
          </p:cNvPr>
          <p:cNvSpPr>
            <a:spLocks xmlns:a="http://schemas.openxmlformats.org/drawingml/2006/main" noGrp="1"/>
          </p:cNvSpPr>
          <p:nvPr/>
        </p:nvSpPr>
        <p:spPr>
          <a:xfrm xmlns:a="http://schemas.openxmlformats.org/drawingml/2006/main">
            <a:off x="590550" y="5961888"/>
            <a:ext cx="5334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750" b="0">
                <a:solidFill>
                  <a:srgbClr val="18232E"/>
                </a:solidFill>
                <a:latin typeface="Apple SD Gothic Neo"/>
                <a:ea typeface="Apple SD Gothic Neo"/>
                <a:cs typeface="Apple SD Gothic Neo"/>
              </a:defRPr>
            </a:pPr>
            <a:r>
              <a:rPr sz="750" b="0">
                <a:solidFill>
                  <a:srgbClr val="18232E"/>
                </a:solidFill>
                <a:latin typeface="Apple SD Gothic Neo"/>
                <a:ea typeface="Apple SD Gothic Neo"/>
                <a:cs typeface="Apple SD Gothic Neo"/>
              </a:rPr>
              <a:t>State</a:t>
            </a:r>
          </a:p>
        </p:txBody>
      </p:sp>
      <p:sp>
        <p:nvSpPr>
          <p:cNvPr id="61" name="dp44-comparison / legend_continuation_19 / text 1">
            <a:extLst xmlns:a="http://schemas.openxmlformats.org/drawingml/2006/main">
              <a:ext uri="{FF2B5EF4-FFF2-40B4-BE49-F238E27FC236}">
                <a16:creationId xmlns:a16="http://schemas.microsoft.com/office/drawing/2014/main" id="{519CE0C9-1371-47EC-B155-7756E5C6CD30}"/>
              </a:ext>
            </a:extLst>
          </p:cNvPr>
          <p:cNvSpPr>
            <a:spLocks xmlns:a="http://schemas.openxmlformats.org/drawingml/2006/main" noGrp="1"/>
          </p:cNvSpPr>
          <p:nvPr/>
        </p:nvSpPr>
        <p:spPr>
          <a:xfrm xmlns:a="http://schemas.openxmlformats.org/drawingml/2006/main">
            <a:off x="514350" y="6113907"/>
            <a:ext cx="72390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소유 상태</a:t>
            </a:r>
          </a:p>
        </p:txBody>
      </p:sp>
      <p:sp>
        <p:nvSpPr>
          <p:cNvPr id="62" name="dp44-comparison / legend_continuation_20 / path">
            <a:extLst xmlns:a="http://schemas.openxmlformats.org/drawingml/2006/main">
              <a:ext uri="{FF2B5EF4-FFF2-40B4-BE49-F238E27FC236}">
                <a16:creationId xmlns:a16="http://schemas.microsoft.com/office/drawing/2014/main" id="{04FBBABC-6D90-4E8F-A60D-E61B52ABCEEC}"/>
              </a:ext>
            </a:extLst>
          </p:cNvPr>
          <p:cNvSpPr>
            <a:spLocks xmlns:a="http://schemas.openxmlformats.org/drawingml/2006/main" noGrp="1"/>
          </p:cNvSpPr>
          <p:nvPr/>
        </p:nvSpPr>
        <p:spPr>
          <a:xfrm xmlns:a="http://schemas.openxmlformats.org/drawingml/2006/main">
            <a:off x="514350" y="6345936"/>
            <a:ext cx="390525" cy="953"/>
          </a:xfrm>
          <a:custGeom xmlns:a="http://schemas.openxmlformats.org/drawingml/2006/main">
            <a:pathLst>
              <a:path w="390525" h="953">
                <a:moveTo>
                  <a:pt x="0" y="0"/>
                </a:moveTo>
                <a:lnTo>
                  <a:pt x="390525" y="0"/>
                </a:lnTo>
              </a:path>
            </a:pathLst>
          </a:custGeom>
          <a:noFill xmlns:a="http://schemas.openxmlformats.org/drawingml/2006/main"/>
          <a:ln xmlns:a="http://schemas.openxmlformats.org/drawingml/2006/main" w="10478">
            <a:solidFill>
              <a:srgbClr val="000000"/>
            </a:solidFill>
            <a:prstDash val="solid"/>
          </a:ln>
        </p:spPr>
      </p:sp>
      <p:sp>
        <p:nvSpPr>
          <p:cNvPr id="63" name="dp44-comparison / legend_continuation_20 / arrow">
            <a:extLst xmlns:a="http://schemas.openxmlformats.org/drawingml/2006/main">
              <a:ext uri="{FF2B5EF4-FFF2-40B4-BE49-F238E27FC236}">
                <a16:creationId xmlns:a16="http://schemas.microsoft.com/office/drawing/2014/main" id="{FEE3C50C-A5D7-45D5-AB3E-D05F2687505D}"/>
              </a:ext>
            </a:extLst>
          </p:cNvPr>
          <p:cNvSpPr>
            <a:spLocks xmlns:a="http://schemas.openxmlformats.org/drawingml/2006/main" noGrp="1"/>
          </p:cNvSpPr>
          <p:nvPr/>
        </p:nvSpPr>
        <p:spPr>
          <a:xfrm xmlns:a="http://schemas.openxmlformats.org/drawingml/2006/main">
            <a:off x="837819" y="6312408"/>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000000"/>
            </a:solidFill>
            <a:prstDash val="solid"/>
          </a:ln>
        </p:spPr>
      </p:sp>
      <p:sp>
        <p:nvSpPr>
          <p:cNvPr id="64" name="dp44-comparison / legend_continuation_21 / text 1">
            <a:extLst xmlns:a="http://schemas.openxmlformats.org/drawingml/2006/main">
              <a:ext uri="{FF2B5EF4-FFF2-40B4-BE49-F238E27FC236}">
                <a16:creationId xmlns:a16="http://schemas.microsoft.com/office/drawing/2014/main" id="{53AD113F-AE3E-48B6-93A8-5F3DB6A86D7C}"/>
              </a:ext>
            </a:extLst>
          </p:cNvPr>
          <p:cNvSpPr>
            <a:spLocks xmlns:a="http://schemas.openxmlformats.org/drawingml/2006/main" noGrp="1"/>
          </p:cNvSpPr>
          <p:nvPr/>
        </p:nvSpPr>
        <p:spPr>
          <a:xfrm xmlns:a="http://schemas.openxmlformats.org/drawingml/2006/main">
            <a:off x="962025" y="6289929"/>
            <a:ext cx="28575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요청</a:t>
            </a:r>
          </a:p>
        </p:txBody>
      </p:sp>
      <p:sp>
        <p:nvSpPr>
          <p:cNvPr id="65" name="dp44-comparison / legend_continuation_22 / path">
            <a:extLst xmlns:a="http://schemas.openxmlformats.org/drawingml/2006/main">
              <a:ext uri="{FF2B5EF4-FFF2-40B4-BE49-F238E27FC236}">
                <a16:creationId xmlns:a16="http://schemas.microsoft.com/office/drawing/2014/main" id="{485F37B8-34BA-475E-8658-18BAFFDDA96B}"/>
              </a:ext>
            </a:extLst>
          </p:cNvPr>
          <p:cNvSpPr>
            <a:spLocks xmlns:a="http://schemas.openxmlformats.org/drawingml/2006/main" noGrp="1"/>
          </p:cNvSpPr>
          <p:nvPr/>
        </p:nvSpPr>
        <p:spPr>
          <a:xfrm xmlns:a="http://schemas.openxmlformats.org/drawingml/2006/main">
            <a:off x="514350" y="6513957"/>
            <a:ext cx="390525" cy="953"/>
          </a:xfrm>
          <a:custGeom xmlns:a="http://schemas.openxmlformats.org/drawingml/2006/main">
            <a:pathLst>
              <a:path w="390525" h="953">
                <a:moveTo>
                  <a:pt x="0" y="0"/>
                </a:moveTo>
                <a:lnTo>
                  <a:pt x="390525" y="0"/>
                </a:lnTo>
              </a:path>
            </a:pathLst>
          </a:custGeom>
          <a:noFill xmlns:a="http://schemas.openxmlformats.org/drawingml/2006/main"/>
          <a:ln xmlns:a="http://schemas.openxmlformats.org/drawingml/2006/main" w="10478">
            <a:solidFill>
              <a:srgbClr val="000000"/>
            </a:solidFill>
            <a:prstDash val="dash"/>
          </a:ln>
        </p:spPr>
      </p:sp>
      <p:sp>
        <p:nvSpPr>
          <p:cNvPr id="66" name="dp44-comparison / legend_continuation_22 / arrow">
            <a:extLst xmlns:a="http://schemas.openxmlformats.org/drawingml/2006/main">
              <a:ext uri="{FF2B5EF4-FFF2-40B4-BE49-F238E27FC236}">
                <a16:creationId xmlns:a16="http://schemas.microsoft.com/office/drawing/2014/main" id="{4766C1CB-D6BC-46BC-973F-B907909C0471}"/>
              </a:ext>
            </a:extLst>
          </p:cNvPr>
          <p:cNvSpPr>
            <a:spLocks xmlns:a="http://schemas.openxmlformats.org/drawingml/2006/main" noGrp="1"/>
          </p:cNvSpPr>
          <p:nvPr/>
        </p:nvSpPr>
        <p:spPr>
          <a:xfrm xmlns:a="http://schemas.openxmlformats.org/drawingml/2006/main">
            <a:off x="837819" y="6480429"/>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000000"/>
            </a:solidFill>
            <a:prstDash val="solid"/>
          </a:ln>
        </p:spPr>
      </p:sp>
      <p:sp>
        <p:nvSpPr>
          <p:cNvPr id="67" name="dp44-comparison / legend_continuation_23 / text 1">
            <a:extLst xmlns:a="http://schemas.openxmlformats.org/drawingml/2006/main">
              <a:ext uri="{FF2B5EF4-FFF2-40B4-BE49-F238E27FC236}">
                <a16:creationId xmlns:a16="http://schemas.microsoft.com/office/drawing/2014/main" id="{A22DE613-DB38-448A-8201-07F349F03910}"/>
              </a:ext>
            </a:extLst>
          </p:cNvPr>
          <p:cNvSpPr>
            <a:spLocks xmlns:a="http://schemas.openxmlformats.org/drawingml/2006/main" noGrp="1"/>
          </p:cNvSpPr>
          <p:nvPr/>
        </p:nvSpPr>
        <p:spPr>
          <a:xfrm xmlns:a="http://schemas.openxmlformats.org/drawingml/2006/main">
            <a:off x="962025" y="6457950"/>
            <a:ext cx="28575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반환</a:t>
            </a:r>
          </a:p>
        </p:txBody>
      </p:sp>
      <p:sp>
        <p:nvSpPr>
          <p:cNvPr id="68" name="dp44-comparison / legend_continuation_24 / text 1">
            <a:extLst xmlns:a="http://schemas.openxmlformats.org/drawingml/2006/main">
              <a:ext uri="{FF2B5EF4-FFF2-40B4-BE49-F238E27FC236}">
                <a16:creationId xmlns:a16="http://schemas.microsoft.com/office/drawing/2014/main" id="{32882F60-6116-4B23-B4F8-265C5C734013}"/>
              </a:ext>
            </a:extLst>
          </p:cNvPr>
          <p:cNvSpPr>
            <a:spLocks xmlns:a="http://schemas.openxmlformats.org/drawingml/2006/main" noGrp="1"/>
          </p:cNvSpPr>
          <p:nvPr/>
        </p:nvSpPr>
        <p:spPr>
          <a:xfrm xmlns:a="http://schemas.openxmlformats.org/drawingml/2006/main">
            <a:off x="514350" y="6721983"/>
            <a:ext cx="7239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아래: 순서도</a:t>
            </a:r>
          </a:p>
        </p:txBody>
      </p:sp>
      <p:sp>
        <p:nvSpPr>
          <p:cNvPr id="69" name="dp44-comparison / legend_continuation_25">
            <a:extLst xmlns:a="http://schemas.openxmlformats.org/drawingml/2006/main">
              <a:ext uri="{FF2B5EF4-FFF2-40B4-BE49-F238E27FC236}">
                <a16:creationId xmlns:a16="http://schemas.microsoft.com/office/drawing/2014/main" id="{6828A4D0-CAAD-4C48-976D-ABF0AA328983}"/>
              </a:ext>
            </a:extLst>
          </p:cNvPr>
          <p:cNvSpPr>
            <a:spLocks xmlns:a="http://schemas.openxmlformats.org/drawingml/2006/main" noGrp="1"/>
          </p:cNvSpPr>
          <p:nvPr/>
        </p:nvSpPr>
        <p:spPr>
          <a:xfrm xmlns:a="http://schemas.openxmlformats.org/drawingml/2006/main">
            <a:off x="504825" y="6898005"/>
            <a:ext cx="285750" cy="144018"/>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70" name="dp44-comparison / legend_continuation_26 / text 1">
            <a:extLst xmlns:a="http://schemas.openxmlformats.org/drawingml/2006/main">
              <a:ext uri="{FF2B5EF4-FFF2-40B4-BE49-F238E27FC236}">
                <a16:creationId xmlns:a16="http://schemas.microsoft.com/office/drawing/2014/main" id="{6DDEF027-D210-4BD5-8F00-4DDDC036648F}"/>
              </a:ext>
            </a:extLst>
          </p:cNvPr>
          <p:cNvSpPr>
            <a:spLocks xmlns:a="http://schemas.openxmlformats.org/drawingml/2006/main" noGrp="1"/>
          </p:cNvSpPr>
          <p:nvPr/>
        </p:nvSpPr>
        <p:spPr>
          <a:xfrm xmlns:a="http://schemas.openxmlformats.org/drawingml/2006/main">
            <a:off x="590550" y="6918008"/>
            <a:ext cx="1143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r>
              <a:t/>
            </a:r>
          </a:p>
        </p:txBody>
      </p:sp>
      <p:sp>
        <p:nvSpPr>
          <p:cNvPr id="71" name="dp44-comparison / legend_continuation_27 / text 1">
            <a:extLst xmlns:a="http://schemas.openxmlformats.org/drawingml/2006/main">
              <a:ext uri="{FF2B5EF4-FFF2-40B4-BE49-F238E27FC236}">
                <a16:creationId xmlns:a16="http://schemas.microsoft.com/office/drawing/2014/main" id="{259C4896-3396-4A2D-9DFC-BD151922DC3C}"/>
              </a:ext>
            </a:extLst>
          </p:cNvPr>
          <p:cNvSpPr>
            <a:spLocks xmlns:a="http://schemas.openxmlformats.org/drawingml/2006/main" noGrp="1"/>
          </p:cNvSpPr>
          <p:nvPr/>
        </p:nvSpPr>
        <p:spPr>
          <a:xfrm xmlns:a="http://schemas.openxmlformats.org/drawingml/2006/main">
            <a:off x="847725" y="6922008"/>
            <a:ext cx="333375"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동작</a:t>
            </a:r>
          </a:p>
        </p:txBody>
      </p:sp>
      <p:sp>
        <p:nvSpPr>
          <p:cNvPr id="72" name="dp44-comparison / legend_continuation_28">
            <a:extLst xmlns:a="http://schemas.openxmlformats.org/drawingml/2006/main">
              <a:ext uri="{FF2B5EF4-FFF2-40B4-BE49-F238E27FC236}">
                <a16:creationId xmlns:a16="http://schemas.microsoft.com/office/drawing/2014/main" id="{E6CEB3F7-454E-41BD-A84F-07E39093F699}"/>
              </a:ext>
            </a:extLst>
          </p:cNvPr>
          <p:cNvSpPr>
            <a:spLocks xmlns:a="http://schemas.openxmlformats.org/drawingml/2006/main" noGrp="1"/>
          </p:cNvSpPr>
          <p:nvPr/>
        </p:nvSpPr>
        <p:spPr>
          <a:xfrm xmlns:a="http://schemas.openxmlformats.org/drawingml/2006/main">
            <a:off x="504825" y="7162038"/>
            <a:ext cx="285750" cy="144018"/>
          </a:xfrm>
          <a:prstGeom xmlns:a="http://schemas.openxmlformats.org/drawingml/2006/main" prst="diamond">
            <a:avLst/>
          </a:prstGeom>
          <a:solidFill xmlns:a="http://schemas.openxmlformats.org/drawingml/2006/main">
            <a:srgbClr val="FFFFFF"/>
          </a:solidFill>
          <a:ln xmlns:a="http://schemas.openxmlformats.org/drawingml/2006/main" w="9525">
            <a:solidFill>
              <a:srgbClr val="000000"/>
            </a:solidFill>
            <a:prstDash val="solid"/>
          </a:ln>
        </p:spPr>
      </p:sp>
      <p:sp>
        <p:nvSpPr>
          <p:cNvPr id="73" name="dp44-comparison / legend_continuation_29 / text 1">
            <a:extLst xmlns:a="http://schemas.openxmlformats.org/drawingml/2006/main">
              <a:ext uri="{FF2B5EF4-FFF2-40B4-BE49-F238E27FC236}">
                <a16:creationId xmlns:a16="http://schemas.microsoft.com/office/drawing/2014/main" id="{8ABD7E4B-A74D-461A-AF4B-A3FD8801EA1F}"/>
              </a:ext>
            </a:extLst>
          </p:cNvPr>
          <p:cNvSpPr>
            <a:spLocks xmlns:a="http://schemas.openxmlformats.org/drawingml/2006/main" noGrp="1"/>
          </p:cNvSpPr>
          <p:nvPr/>
        </p:nvSpPr>
        <p:spPr>
          <a:xfrm xmlns:a="http://schemas.openxmlformats.org/drawingml/2006/main">
            <a:off x="590550" y="7182041"/>
            <a:ext cx="1143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r>
              <a:t/>
            </a:r>
          </a:p>
        </p:txBody>
      </p:sp>
      <p:sp>
        <p:nvSpPr>
          <p:cNvPr id="74" name="dp44-comparison / legend_continuation_30 / text 1">
            <a:extLst xmlns:a="http://schemas.openxmlformats.org/drawingml/2006/main">
              <a:ext uri="{FF2B5EF4-FFF2-40B4-BE49-F238E27FC236}">
                <a16:creationId xmlns:a16="http://schemas.microsoft.com/office/drawing/2014/main" id="{C301F911-00B4-49B6-AB16-968BDE6B0D82}"/>
              </a:ext>
            </a:extLst>
          </p:cNvPr>
          <p:cNvSpPr>
            <a:spLocks xmlns:a="http://schemas.openxmlformats.org/drawingml/2006/main" noGrp="1"/>
          </p:cNvSpPr>
          <p:nvPr/>
        </p:nvSpPr>
        <p:spPr>
          <a:xfrm xmlns:a="http://schemas.openxmlformats.org/drawingml/2006/main">
            <a:off x="847725" y="7186041"/>
            <a:ext cx="333375"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분기</a:t>
            </a:r>
          </a:p>
        </p:txBody>
      </p:sp>
      <p:sp>
        <p:nvSpPr>
          <p:cNvPr id="75" name="dp44-comparison / n72">
            <a:extLst xmlns:a="http://schemas.openxmlformats.org/drawingml/2006/main">
              <a:ext uri="{FF2B5EF4-FFF2-40B4-BE49-F238E27FC236}">
                <a16:creationId xmlns:a16="http://schemas.microsoft.com/office/drawing/2014/main" id="{6AA837B4-69A9-4D07-A371-393C7667ECA3}"/>
              </a:ext>
            </a:extLst>
          </p:cNvPr>
          <p:cNvSpPr>
            <a:spLocks xmlns:a="http://schemas.openxmlformats.org/drawingml/2006/main" noGrp="1"/>
          </p:cNvSpPr>
          <p:nvPr/>
        </p:nvSpPr>
        <p:spPr>
          <a:xfrm xmlns:a="http://schemas.openxmlformats.org/drawingml/2006/main">
            <a:off x="1666875" y="2409825"/>
            <a:ext cx="2571750" cy="32385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76" name="dp44-comparison / n73 / text 1">
            <a:extLst xmlns:a="http://schemas.openxmlformats.org/drawingml/2006/main">
              <a:ext uri="{FF2B5EF4-FFF2-40B4-BE49-F238E27FC236}">
                <a16:creationId xmlns:a16="http://schemas.microsoft.com/office/drawing/2014/main" id="{58F0C278-43C9-4536-9C84-C48AEF2BCA9B}"/>
              </a:ext>
            </a:extLst>
          </p:cNvPr>
          <p:cNvSpPr>
            <a:spLocks xmlns:a="http://schemas.openxmlformats.org/drawingml/2006/main" noGrp="1"/>
          </p:cNvSpPr>
          <p:nvPr/>
        </p:nvSpPr>
        <p:spPr>
          <a:xfrm xmlns:a="http://schemas.openxmlformats.org/drawingml/2006/main">
            <a:off x="1752600" y="2460308"/>
            <a:ext cx="2400300" cy="24860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350" b="1">
                <a:solidFill>
                  <a:srgbClr val="000000"/>
                </a:solidFill>
                <a:latin typeface="Apple SD Gothic Neo"/>
                <a:ea typeface="Apple SD Gothic Neo"/>
                <a:cs typeface="Apple SD Gothic Neo"/>
              </a:defRPr>
            </a:pPr>
            <a:r>
              <a:rPr sz="1350" b="1">
                <a:solidFill>
                  <a:srgbClr val="000000"/>
                </a:solidFill>
                <a:latin typeface="Apple SD Gothic Neo"/>
                <a:ea typeface="Apple SD Gothic Neo"/>
                <a:cs typeface="Apple SD Gothic Neo"/>
              </a:rPr>
              <a:t>Interaction Manager</a:t>
            </a:r>
          </a:p>
        </p:txBody>
      </p:sp>
      <p:sp>
        <p:nvSpPr>
          <p:cNvPr id="77" name="dp44-comparison / n74">
            <a:extLst xmlns:a="http://schemas.openxmlformats.org/drawingml/2006/main">
              <a:ext uri="{FF2B5EF4-FFF2-40B4-BE49-F238E27FC236}">
                <a16:creationId xmlns:a16="http://schemas.microsoft.com/office/drawing/2014/main" id="{F030FF6B-AB62-4536-A665-9EC779AA8E3B}"/>
              </a:ext>
            </a:extLst>
          </p:cNvPr>
          <p:cNvSpPr>
            <a:spLocks xmlns:a="http://schemas.openxmlformats.org/drawingml/2006/main" noGrp="1"/>
          </p:cNvSpPr>
          <p:nvPr/>
        </p:nvSpPr>
        <p:spPr>
          <a:xfrm xmlns:a="http://schemas.openxmlformats.org/drawingml/2006/main">
            <a:off x="6334125" y="2409825"/>
            <a:ext cx="2857500" cy="32385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78" name="dp44-comparison / n75 / text 1">
            <a:extLst xmlns:a="http://schemas.openxmlformats.org/drawingml/2006/main">
              <a:ext uri="{FF2B5EF4-FFF2-40B4-BE49-F238E27FC236}">
                <a16:creationId xmlns:a16="http://schemas.microsoft.com/office/drawing/2014/main" id="{29F51D46-6D9A-4645-B7D5-8736FDF10E94}"/>
              </a:ext>
            </a:extLst>
          </p:cNvPr>
          <p:cNvSpPr>
            <a:spLocks xmlns:a="http://schemas.openxmlformats.org/drawingml/2006/main" noGrp="1"/>
          </p:cNvSpPr>
          <p:nvPr/>
        </p:nvSpPr>
        <p:spPr>
          <a:xfrm xmlns:a="http://schemas.openxmlformats.org/drawingml/2006/main">
            <a:off x="6419850" y="2460308"/>
            <a:ext cx="2686050" cy="24860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350" b="1">
                <a:solidFill>
                  <a:srgbClr val="000000"/>
                </a:solidFill>
                <a:latin typeface="Apple SD Gothic Neo"/>
                <a:ea typeface="Apple SD Gothic Neo"/>
                <a:cs typeface="Apple SD Gothic Neo"/>
              </a:defRPr>
            </a:pPr>
            <a:r>
              <a:rPr sz="1350" b="1">
                <a:solidFill>
                  <a:srgbClr val="000000"/>
                </a:solidFill>
                <a:latin typeface="Apple SD Gothic Neo"/>
                <a:ea typeface="Apple SD Gothic Neo"/>
                <a:cs typeface="Apple SD Gothic Neo"/>
              </a:rPr>
              <a:t>Task Manager</a:t>
            </a:r>
          </a:p>
        </p:txBody>
      </p:sp>
      <p:sp>
        <p:nvSpPr>
          <p:cNvPr id="79" name="dp44-comparison / n80">
            <a:extLst xmlns:a="http://schemas.openxmlformats.org/drawingml/2006/main">
              <a:ext uri="{FF2B5EF4-FFF2-40B4-BE49-F238E27FC236}">
                <a16:creationId xmlns:a16="http://schemas.microsoft.com/office/drawing/2014/main" id="{6BE824AF-836B-499B-BE24-B934C0AB7521}"/>
              </a:ext>
            </a:extLst>
          </p:cNvPr>
          <p:cNvSpPr>
            <a:spLocks xmlns:a="http://schemas.openxmlformats.org/drawingml/2006/main" noGrp="1"/>
          </p:cNvSpPr>
          <p:nvPr/>
        </p:nvSpPr>
        <p:spPr>
          <a:xfrm xmlns:a="http://schemas.openxmlformats.org/drawingml/2006/main">
            <a:off x="1571625" y="3076575"/>
            <a:ext cx="7715250" cy="140970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80" name="dp44-comparison / n81 / text 1">
            <a:extLst xmlns:a="http://schemas.openxmlformats.org/drawingml/2006/main">
              <a:ext uri="{FF2B5EF4-FFF2-40B4-BE49-F238E27FC236}">
                <a16:creationId xmlns:a16="http://schemas.microsoft.com/office/drawing/2014/main" id="{ACD4AD07-E78B-4EDD-8C76-9E77AF537A13}"/>
              </a:ext>
            </a:extLst>
          </p:cNvPr>
          <p:cNvSpPr>
            <a:spLocks xmlns:a="http://schemas.openxmlformats.org/drawingml/2006/main" noGrp="1"/>
          </p:cNvSpPr>
          <p:nvPr/>
        </p:nvSpPr>
        <p:spPr>
          <a:xfrm xmlns:a="http://schemas.openxmlformats.org/drawingml/2006/main">
            <a:off x="1695450" y="3171825"/>
            <a:ext cx="7467600" cy="29003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1">
                <a:solidFill>
                  <a:srgbClr val="000000"/>
                </a:solidFill>
                <a:latin typeface="Apple SD Gothic Neo"/>
                <a:ea typeface="Apple SD Gothic Neo"/>
                <a:cs typeface="Apple SD Gothic Neo"/>
              </a:defRPr>
            </a:pPr>
            <a:r>
              <a:rPr sz="1575" b="1">
                <a:solidFill>
                  <a:srgbClr val="000000"/>
                </a:solidFill>
                <a:latin typeface="Apple SD Gothic Neo"/>
                <a:ea typeface="Apple SD Gothic Neo"/>
                <a:cs typeface="Apple SD Gothic Neo"/>
              </a:rPr>
              <a:t>Request Controller</a:t>
            </a:r>
          </a:p>
        </p:txBody>
      </p:sp>
      <p:sp>
        <p:nvSpPr>
          <p:cNvPr id="81" name="dp44-comparison / n82">
            <a:extLst xmlns:a="http://schemas.openxmlformats.org/drawingml/2006/main">
              <a:ext uri="{FF2B5EF4-FFF2-40B4-BE49-F238E27FC236}">
                <a16:creationId xmlns:a16="http://schemas.microsoft.com/office/drawing/2014/main" id="{A7E6E857-18D6-4A98-AEA8-83327CB2E772}"/>
              </a:ext>
            </a:extLst>
          </p:cNvPr>
          <p:cNvSpPr>
            <a:spLocks xmlns:a="http://schemas.openxmlformats.org/drawingml/2006/main" noGrp="1"/>
          </p:cNvSpPr>
          <p:nvPr/>
        </p:nvSpPr>
        <p:spPr>
          <a:xfrm xmlns:a="http://schemas.openxmlformats.org/drawingml/2006/main">
            <a:off x="1857375" y="3476625"/>
            <a:ext cx="2714625" cy="381000"/>
          </a:xfrm>
          <a:prstGeom xmlns:a="http://schemas.openxmlformats.org/drawingml/2006/main" prst="roundRect">
            <a:avLst>
              <a:gd name="adj" fmla="val 20000"/>
            </a:avLst>
          </a:prstGeom>
          <a:solidFill xmlns:a="http://schemas.openxmlformats.org/drawingml/2006/main">
            <a:srgbClr val="FFF0DD"/>
          </a:solidFill>
          <a:ln xmlns:a="http://schemas.openxmlformats.org/drawingml/2006/main" w="17145">
            <a:solidFill>
              <a:srgbClr val="B8753F"/>
            </a:solidFill>
            <a:prstDash val="solid"/>
          </a:ln>
        </p:spPr>
      </p:sp>
      <p:sp>
        <p:nvSpPr>
          <p:cNvPr id="82" name="dp44-comparison / n83 / text 1">
            <a:extLst xmlns:a="http://schemas.openxmlformats.org/drawingml/2006/main">
              <a:ext uri="{FF2B5EF4-FFF2-40B4-BE49-F238E27FC236}">
                <a16:creationId xmlns:a16="http://schemas.microsoft.com/office/drawing/2014/main" id="{29D9D96E-23C9-48CE-AA18-9CF7C94C47B5}"/>
              </a:ext>
            </a:extLst>
          </p:cNvPr>
          <p:cNvSpPr>
            <a:spLocks xmlns:a="http://schemas.openxmlformats.org/drawingml/2006/main" noGrp="1"/>
          </p:cNvSpPr>
          <p:nvPr/>
        </p:nvSpPr>
        <p:spPr>
          <a:xfrm xmlns:a="http://schemas.openxmlformats.org/drawingml/2006/main">
            <a:off x="1943100" y="3549491"/>
            <a:ext cx="2543175" cy="26241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425" b="1">
                <a:solidFill>
                  <a:srgbClr val="000000"/>
                </a:solidFill>
                <a:latin typeface="Apple SD Gothic Neo"/>
                <a:ea typeface="Apple SD Gothic Neo"/>
                <a:cs typeface="Apple SD Gothic Neo"/>
              </a:defRPr>
            </a:pPr>
            <a:r>
              <a:rPr sz="1425" b="1">
                <a:solidFill>
                  <a:srgbClr val="000000"/>
                </a:solidFill>
                <a:latin typeface="Apple SD Gothic Neo"/>
                <a:ea typeface="Apple SD Gothic Neo"/>
                <a:cs typeface="Apple SD Gothic Neo"/>
              </a:rPr>
              <a:t>Dialogue Dispatcher</a:t>
            </a:r>
          </a:p>
        </p:txBody>
      </p:sp>
      <p:sp>
        <p:nvSpPr>
          <p:cNvPr id="83" name="dp44-comparison / n84">
            <a:extLst xmlns:a="http://schemas.openxmlformats.org/drawingml/2006/main">
              <a:ext uri="{FF2B5EF4-FFF2-40B4-BE49-F238E27FC236}">
                <a16:creationId xmlns:a16="http://schemas.microsoft.com/office/drawing/2014/main" id="{8C492C8E-363D-4A39-B155-F14301A85F83}"/>
              </a:ext>
            </a:extLst>
          </p:cNvPr>
          <p:cNvSpPr>
            <a:spLocks xmlns:a="http://schemas.openxmlformats.org/drawingml/2006/main" noGrp="1"/>
          </p:cNvSpPr>
          <p:nvPr/>
        </p:nvSpPr>
        <p:spPr>
          <a:xfrm xmlns:a="http://schemas.openxmlformats.org/drawingml/2006/main">
            <a:off x="5857875" y="3476625"/>
            <a:ext cx="3095625" cy="381000"/>
          </a:xfrm>
          <a:prstGeom xmlns:a="http://schemas.openxmlformats.org/drawingml/2006/main" prst="can">
            <a:avLst>
              <a:gd name="adj" fmla="val 20000"/>
            </a:avLst>
          </a:prstGeom>
          <a:solidFill xmlns:a="http://schemas.openxmlformats.org/drawingml/2006/main">
            <a:srgbClr val="FFF0DD"/>
          </a:solidFill>
          <a:ln xmlns:a="http://schemas.openxmlformats.org/drawingml/2006/main" w="9525">
            <a:solidFill>
              <a:srgbClr val="B8753F"/>
            </a:solidFill>
            <a:prstDash val="solid"/>
          </a:ln>
        </p:spPr>
      </p:sp>
      <p:sp>
        <p:nvSpPr>
          <p:cNvPr id="84" name="dp44-comparison / n85 / text 1">
            <a:extLst xmlns:a="http://schemas.openxmlformats.org/drawingml/2006/main">
              <a:ext uri="{FF2B5EF4-FFF2-40B4-BE49-F238E27FC236}">
                <a16:creationId xmlns:a16="http://schemas.microsoft.com/office/drawing/2014/main" id="{1FEA0541-AAB7-4151-8B61-1C4B1837AE98}"/>
              </a:ext>
            </a:extLst>
          </p:cNvPr>
          <p:cNvSpPr>
            <a:spLocks xmlns:a="http://schemas.openxmlformats.org/drawingml/2006/main" noGrp="1"/>
          </p:cNvSpPr>
          <p:nvPr/>
        </p:nvSpPr>
        <p:spPr>
          <a:xfrm xmlns:a="http://schemas.openxmlformats.org/drawingml/2006/main">
            <a:off x="5943600" y="3569970"/>
            <a:ext cx="2924175"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75" b="0">
                <a:solidFill>
                  <a:srgbClr val="18232E"/>
                </a:solidFill>
                <a:latin typeface="Apple SD Gothic Neo"/>
                <a:ea typeface="Apple SD Gothic Neo"/>
                <a:cs typeface="Apple SD Gothic Neo"/>
              </a:defRPr>
            </a:pPr>
            <a:r>
              <a:rPr sz="1275" b="0">
                <a:solidFill>
                  <a:srgbClr val="18232E"/>
                </a:solidFill>
                <a:latin typeface="Apple SD Gothic Neo"/>
                <a:ea typeface="Apple SD Gothic Neo"/>
                <a:cs typeface="Apple SD Gothic Neo"/>
              </a:rPr>
              <a:t>Dialogue Progress State</a:t>
            </a:r>
          </a:p>
        </p:txBody>
      </p:sp>
      <p:sp>
        <p:nvSpPr>
          <p:cNvPr id="85" name="dp44-comparison / n86 / path">
            <a:extLst xmlns:a="http://schemas.openxmlformats.org/drawingml/2006/main">
              <a:ext uri="{FF2B5EF4-FFF2-40B4-BE49-F238E27FC236}">
                <a16:creationId xmlns:a16="http://schemas.microsoft.com/office/drawing/2014/main" id="{96F0FF45-5D91-4738-860D-F340D8F273DA}"/>
              </a:ext>
            </a:extLst>
          </p:cNvPr>
          <p:cNvSpPr>
            <a:spLocks xmlns:a="http://schemas.openxmlformats.org/drawingml/2006/main" noGrp="1"/>
          </p:cNvSpPr>
          <p:nvPr/>
        </p:nvSpPr>
        <p:spPr>
          <a:xfrm xmlns:a="http://schemas.openxmlformats.org/drawingml/2006/main">
            <a:off x="2952750" y="2733675"/>
            <a:ext cx="261938" cy="742950"/>
          </a:xfrm>
          <a:custGeom xmlns:a="http://schemas.openxmlformats.org/drawingml/2006/main">
            <a:pathLst>
              <a:path w="261938" h="742950">
                <a:moveTo>
                  <a:pt x="0" y="0"/>
                </a:moveTo>
                <a:lnTo>
                  <a:pt x="0" y="257175"/>
                </a:lnTo>
                <a:lnTo>
                  <a:pt x="261938" y="257175"/>
                </a:lnTo>
                <a:lnTo>
                  <a:pt x="261938" y="742950"/>
                </a:lnTo>
              </a:path>
            </a:pathLst>
          </a:custGeom>
          <a:noFill xmlns:a="http://schemas.openxmlformats.org/drawingml/2006/main"/>
          <a:ln xmlns:a="http://schemas.openxmlformats.org/drawingml/2006/main" w="10478">
            <a:solidFill>
              <a:srgbClr val="000000"/>
            </a:solidFill>
            <a:prstDash val="solid"/>
          </a:ln>
        </p:spPr>
      </p:sp>
      <p:sp>
        <p:nvSpPr>
          <p:cNvPr id="86" name="dp44-comparison / n86 / arrow">
            <a:extLst xmlns:a="http://schemas.openxmlformats.org/drawingml/2006/main">
              <a:ext uri="{FF2B5EF4-FFF2-40B4-BE49-F238E27FC236}">
                <a16:creationId xmlns:a16="http://schemas.microsoft.com/office/drawing/2014/main" id="{9663F80A-DFF3-4AB4-9741-9E63F52E9FA5}"/>
              </a:ext>
            </a:extLst>
          </p:cNvPr>
          <p:cNvSpPr>
            <a:spLocks xmlns:a="http://schemas.openxmlformats.org/drawingml/2006/main" noGrp="1"/>
          </p:cNvSpPr>
          <p:nvPr/>
        </p:nvSpPr>
        <p:spPr>
          <a:xfrm xmlns:a="http://schemas.openxmlformats.org/drawingml/2006/main">
            <a:off x="3181160" y="3409569"/>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000000"/>
            </a:solidFill>
            <a:prstDash val="solid"/>
          </a:ln>
        </p:spPr>
      </p:sp>
      <p:sp>
        <p:nvSpPr>
          <p:cNvPr id="87" name="dp44-comparison / n87 / path">
            <a:extLst xmlns:a="http://schemas.openxmlformats.org/drawingml/2006/main">
              <a:ext uri="{FF2B5EF4-FFF2-40B4-BE49-F238E27FC236}">
                <a16:creationId xmlns:a16="http://schemas.microsoft.com/office/drawing/2014/main" id="{AAA331E5-757A-4EFF-8EDB-9BDC1CEA2423}"/>
              </a:ext>
            </a:extLst>
          </p:cNvPr>
          <p:cNvSpPr>
            <a:spLocks xmlns:a="http://schemas.openxmlformats.org/drawingml/2006/main" noGrp="1"/>
          </p:cNvSpPr>
          <p:nvPr/>
        </p:nvSpPr>
        <p:spPr>
          <a:xfrm xmlns:a="http://schemas.openxmlformats.org/drawingml/2006/main">
            <a:off x="4071938" y="2733675"/>
            <a:ext cx="3690938" cy="742950"/>
          </a:xfrm>
          <a:custGeom xmlns:a="http://schemas.openxmlformats.org/drawingml/2006/main">
            <a:pathLst>
              <a:path w="3690938" h="742950">
                <a:moveTo>
                  <a:pt x="3690938" y="0"/>
                </a:moveTo>
                <a:lnTo>
                  <a:pt x="3690938" y="228600"/>
                </a:lnTo>
                <a:lnTo>
                  <a:pt x="0" y="228600"/>
                </a:lnTo>
                <a:lnTo>
                  <a:pt x="0" y="742950"/>
                </a:lnTo>
              </a:path>
            </a:pathLst>
          </a:custGeom>
          <a:noFill xmlns:a="http://schemas.openxmlformats.org/drawingml/2006/main"/>
          <a:ln xmlns:a="http://schemas.openxmlformats.org/drawingml/2006/main" w="10478">
            <a:solidFill>
              <a:srgbClr val="000000"/>
            </a:solidFill>
            <a:prstDash val="solid"/>
          </a:ln>
        </p:spPr>
      </p:sp>
      <p:sp>
        <p:nvSpPr>
          <p:cNvPr id="88" name="dp44-comparison / n87 / arrow">
            <a:extLst xmlns:a="http://schemas.openxmlformats.org/drawingml/2006/main">
              <a:ext uri="{FF2B5EF4-FFF2-40B4-BE49-F238E27FC236}">
                <a16:creationId xmlns:a16="http://schemas.microsoft.com/office/drawing/2014/main" id="{07909F7D-7304-4D93-ACE7-00A3AD9D214F}"/>
              </a:ext>
            </a:extLst>
          </p:cNvPr>
          <p:cNvSpPr>
            <a:spLocks xmlns:a="http://schemas.openxmlformats.org/drawingml/2006/main" noGrp="1"/>
          </p:cNvSpPr>
          <p:nvPr/>
        </p:nvSpPr>
        <p:spPr>
          <a:xfrm xmlns:a="http://schemas.openxmlformats.org/drawingml/2006/main">
            <a:off x="4038410" y="3409569"/>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000000"/>
            </a:solidFill>
            <a:prstDash val="solid"/>
          </a:ln>
        </p:spPr>
      </p:sp>
      <p:sp>
        <p:nvSpPr>
          <p:cNvPr id="89" name="dp44-comparison / n88 / path">
            <a:extLst xmlns:a="http://schemas.openxmlformats.org/drawingml/2006/main">
              <a:ext uri="{FF2B5EF4-FFF2-40B4-BE49-F238E27FC236}">
                <a16:creationId xmlns:a16="http://schemas.microsoft.com/office/drawing/2014/main" id="{5FA18EB0-26E3-482E-98C6-506E70965033}"/>
              </a:ext>
            </a:extLst>
          </p:cNvPr>
          <p:cNvSpPr>
            <a:spLocks xmlns:a="http://schemas.openxmlformats.org/drawingml/2006/main" noGrp="1"/>
          </p:cNvSpPr>
          <p:nvPr/>
        </p:nvSpPr>
        <p:spPr>
          <a:xfrm xmlns:a="http://schemas.openxmlformats.org/drawingml/2006/main">
            <a:off x="4572000" y="3667125"/>
            <a:ext cx="1285875" cy="953"/>
          </a:xfrm>
          <a:custGeom xmlns:a="http://schemas.openxmlformats.org/drawingml/2006/main">
            <a:pathLst>
              <a:path w="1285875" h="953">
                <a:moveTo>
                  <a:pt x="0" y="0"/>
                </a:moveTo>
                <a:lnTo>
                  <a:pt x="1285875" y="0"/>
                </a:lnTo>
              </a:path>
            </a:pathLst>
          </a:custGeom>
          <a:noFill xmlns:a="http://schemas.openxmlformats.org/drawingml/2006/main"/>
          <a:ln xmlns:a="http://schemas.openxmlformats.org/drawingml/2006/main" w="10478">
            <a:solidFill>
              <a:srgbClr val="B8753F"/>
            </a:solidFill>
            <a:prstDash val="solid"/>
          </a:ln>
        </p:spPr>
      </p:sp>
      <p:sp>
        <p:nvSpPr>
          <p:cNvPr id="90" name="dp44-comparison / n88 / arrow">
            <a:extLst xmlns:a="http://schemas.openxmlformats.org/drawingml/2006/main">
              <a:ext uri="{FF2B5EF4-FFF2-40B4-BE49-F238E27FC236}">
                <a16:creationId xmlns:a16="http://schemas.microsoft.com/office/drawing/2014/main" id="{F88B6846-8BC4-48E7-A221-C13B99D55B25}"/>
              </a:ext>
            </a:extLst>
          </p:cNvPr>
          <p:cNvSpPr>
            <a:spLocks xmlns:a="http://schemas.openxmlformats.org/drawingml/2006/main" noGrp="1"/>
          </p:cNvSpPr>
          <p:nvPr/>
        </p:nvSpPr>
        <p:spPr>
          <a:xfrm xmlns:a="http://schemas.openxmlformats.org/drawingml/2006/main">
            <a:off x="5790819" y="3633597"/>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B8753F"/>
            </a:solidFill>
            <a:prstDash val="solid"/>
          </a:ln>
        </p:spPr>
      </p:sp>
      <p:sp>
        <p:nvSpPr>
          <p:cNvPr id="91" name="dp44-comparison / n89 / path">
            <a:extLst xmlns:a="http://schemas.openxmlformats.org/drawingml/2006/main">
              <a:ext uri="{FF2B5EF4-FFF2-40B4-BE49-F238E27FC236}">
                <a16:creationId xmlns:a16="http://schemas.microsoft.com/office/drawing/2014/main" id="{2D64314A-35A4-408A-9B2F-0A5CEAC40D76}"/>
              </a:ext>
            </a:extLst>
          </p:cNvPr>
          <p:cNvSpPr>
            <a:spLocks xmlns:a="http://schemas.openxmlformats.org/drawingml/2006/main" noGrp="1"/>
          </p:cNvSpPr>
          <p:nvPr/>
        </p:nvSpPr>
        <p:spPr>
          <a:xfrm xmlns:a="http://schemas.openxmlformats.org/drawingml/2006/main">
            <a:off x="4572000" y="3752850"/>
            <a:ext cx="1285875" cy="180975"/>
          </a:xfrm>
          <a:custGeom xmlns:a="http://schemas.openxmlformats.org/drawingml/2006/main">
            <a:pathLst>
              <a:path w="1285875" h="180975">
                <a:moveTo>
                  <a:pt x="1285875" y="0"/>
                </a:moveTo>
                <a:lnTo>
                  <a:pt x="1123950" y="0"/>
                </a:lnTo>
                <a:lnTo>
                  <a:pt x="1123950" y="180975"/>
                </a:lnTo>
                <a:lnTo>
                  <a:pt x="152400" y="180975"/>
                </a:lnTo>
                <a:lnTo>
                  <a:pt x="152400" y="0"/>
                </a:lnTo>
                <a:lnTo>
                  <a:pt x="0" y="0"/>
                </a:lnTo>
              </a:path>
            </a:pathLst>
          </a:custGeom>
          <a:noFill xmlns:a="http://schemas.openxmlformats.org/drawingml/2006/main"/>
          <a:ln xmlns:a="http://schemas.openxmlformats.org/drawingml/2006/main" w="10478">
            <a:solidFill>
              <a:srgbClr val="B8753F"/>
            </a:solidFill>
            <a:prstDash val="dash"/>
          </a:ln>
        </p:spPr>
      </p:sp>
      <p:sp>
        <p:nvSpPr>
          <p:cNvPr id="92" name="dp44-comparison / n89 / arrow">
            <a:extLst xmlns:a="http://schemas.openxmlformats.org/drawingml/2006/main">
              <a:ext uri="{FF2B5EF4-FFF2-40B4-BE49-F238E27FC236}">
                <a16:creationId xmlns:a16="http://schemas.microsoft.com/office/drawing/2014/main" id="{C9DF1CC3-00D5-499B-BC83-D8BEC0568492}"/>
              </a:ext>
            </a:extLst>
          </p:cNvPr>
          <p:cNvSpPr>
            <a:spLocks xmlns:a="http://schemas.openxmlformats.org/drawingml/2006/main" noGrp="1"/>
          </p:cNvSpPr>
          <p:nvPr/>
        </p:nvSpPr>
        <p:spPr>
          <a:xfrm xmlns:a="http://schemas.openxmlformats.org/drawingml/2006/main">
            <a:off x="4572000" y="3719322"/>
            <a:ext cx="67056" cy="67056"/>
          </a:xfrm>
          <a:custGeom xmlns:a="http://schemas.openxmlformats.org/drawingml/2006/main">
            <a:pathLst>
              <a:path w="67056" h="67056">
                <a:moveTo>
                  <a:pt x="67056" y="0"/>
                </a:moveTo>
                <a:lnTo>
                  <a:pt x="0" y="33528"/>
                </a:lnTo>
                <a:lnTo>
                  <a:pt x="67056" y="67056"/>
                </a:lnTo>
              </a:path>
            </a:pathLst>
          </a:custGeom>
          <a:noFill xmlns:a="http://schemas.openxmlformats.org/drawingml/2006/main"/>
          <a:ln xmlns:a="http://schemas.openxmlformats.org/drawingml/2006/main" w="13411">
            <a:solidFill>
              <a:srgbClr val="B8753F"/>
            </a:solidFill>
            <a:prstDash val="solid"/>
          </a:ln>
        </p:spPr>
      </p:sp>
      <p:sp>
        <p:nvSpPr>
          <p:cNvPr id="93" name="dp44-comparison / n94">
            <a:extLst xmlns:a="http://schemas.openxmlformats.org/drawingml/2006/main">
              <a:ext uri="{FF2B5EF4-FFF2-40B4-BE49-F238E27FC236}">
                <a16:creationId xmlns:a16="http://schemas.microsoft.com/office/drawing/2014/main" id="{45E06BE1-2879-4CC2-9319-5DCA2F08348D}"/>
              </a:ext>
            </a:extLst>
          </p:cNvPr>
          <p:cNvSpPr>
            <a:spLocks xmlns:a="http://schemas.openxmlformats.org/drawingml/2006/main" noGrp="1"/>
          </p:cNvSpPr>
          <p:nvPr/>
        </p:nvSpPr>
        <p:spPr>
          <a:xfrm xmlns:a="http://schemas.openxmlformats.org/drawingml/2006/main">
            <a:off x="1666875" y="4762500"/>
            <a:ext cx="2238375" cy="31432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94" name="dp44-comparison / n95 / text 1">
            <a:extLst xmlns:a="http://schemas.openxmlformats.org/drawingml/2006/main">
              <a:ext uri="{FF2B5EF4-FFF2-40B4-BE49-F238E27FC236}">
                <a16:creationId xmlns:a16="http://schemas.microsoft.com/office/drawing/2014/main" id="{185F8C41-2710-4C45-80B2-0EEDA49BCD1C}"/>
              </a:ext>
            </a:extLst>
          </p:cNvPr>
          <p:cNvSpPr>
            <a:spLocks xmlns:a="http://schemas.openxmlformats.org/drawingml/2006/main" noGrp="1"/>
          </p:cNvSpPr>
          <p:nvPr/>
        </p:nvSpPr>
        <p:spPr>
          <a:xfrm xmlns:a="http://schemas.openxmlformats.org/drawingml/2006/main">
            <a:off x="1752600" y="4814411"/>
            <a:ext cx="2066925"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75" b="1">
                <a:solidFill>
                  <a:srgbClr val="000000"/>
                </a:solidFill>
                <a:latin typeface="Apple SD Gothic Neo"/>
                <a:ea typeface="Apple SD Gothic Neo"/>
                <a:cs typeface="Apple SD Gothic Neo"/>
              </a:defRPr>
            </a:pPr>
            <a:r>
              <a:rPr sz="1275" b="1">
                <a:solidFill>
                  <a:srgbClr val="000000"/>
                </a:solidFill>
                <a:latin typeface="Apple SD Gothic Neo"/>
                <a:ea typeface="Apple SD Gothic Neo"/>
                <a:cs typeface="Apple SD Gothic Neo"/>
              </a:rPr>
              <a:t>Request Interpreter</a:t>
            </a:r>
          </a:p>
        </p:txBody>
      </p:sp>
      <p:sp>
        <p:nvSpPr>
          <p:cNvPr id="95" name="dp44-comparison / n96">
            <a:extLst xmlns:a="http://schemas.openxmlformats.org/drawingml/2006/main">
              <a:ext uri="{FF2B5EF4-FFF2-40B4-BE49-F238E27FC236}">
                <a16:creationId xmlns:a16="http://schemas.microsoft.com/office/drawing/2014/main" id="{CEB30E88-2383-4625-9338-8A5329843D7E}"/>
              </a:ext>
            </a:extLst>
          </p:cNvPr>
          <p:cNvSpPr>
            <a:spLocks xmlns:a="http://schemas.openxmlformats.org/drawingml/2006/main" noGrp="1"/>
          </p:cNvSpPr>
          <p:nvPr/>
        </p:nvSpPr>
        <p:spPr>
          <a:xfrm xmlns:a="http://schemas.openxmlformats.org/drawingml/2006/main">
            <a:off x="4286250" y="4705350"/>
            <a:ext cx="5000625" cy="149542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96" name="dp44-comparison / n97 / text 1">
            <a:extLst xmlns:a="http://schemas.openxmlformats.org/drawingml/2006/main">
              <a:ext uri="{FF2B5EF4-FFF2-40B4-BE49-F238E27FC236}">
                <a16:creationId xmlns:a16="http://schemas.microsoft.com/office/drawing/2014/main" id="{D4EFF7B6-CDA2-4E5F-86EF-DCEDC02497F8}"/>
              </a:ext>
            </a:extLst>
          </p:cNvPr>
          <p:cNvSpPr>
            <a:spLocks xmlns:a="http://schemas.openxmlformats.org/drawingml/2006/main" noGrp="1"/>
          </p:cNvSpPr>
          <p:nvPr/>
        </p:nvSpPr>
        <p:spPr>
          <a:xfrm xmlns:a="http://schemas.openxmlformats.org/drawingml/2006/main">
            <a:off x="4410075" y="4800600"/>
            <a:ext cx="4752975" cy="29003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1">
                <a:solidFill>
                  <a:srgbClr val="000000"/>
                </a:solidFill>
                <a:latin typeface="Apple SD Gothic Neo"/>
                <a:ea typeface="Apple SD Gothic Neo"/>
                <a:cs typeface="Apple SD Gothic Neo"/>
              </a:defRPr>
            </a:pPr>
            <a:r>
              <a:rPr sz="1575" b="1">
                <a:solidFill>
                  <a:srgbClr val="000000"/>
                </a:solidFill>
                <a:latin typeface="Apple SD Gothic Neo"/>
                <a:ea typeface="Apple SD Gothic Neo"/>
                <a:cs typeface="Apple SD Gothic Neo"/>
              </a:rPr>
              <a:t>Response Manager</a:t>
            </a:r>
          </a:p>
        </p:txBody>
      </p:sp>
      <p:sp>
        <p:nvSpPr>
          <p:cNvPr id="97" name="dp44-comparison / n98">
            <a:extLst xmlns:a="http://schemas.openxmlformats.org/drawingml/2006/main">
              <a:ext uri="{FF2B5EF4-FFF2-40B4-BE49-F238E27FC236}">
                <a16:creationId xmlns:a16="http://schemas.microsoft.com/office/drawing/2014/main" id="{F9D1B948-B396-49F3-BDD7-060C387C450F}"/>
              </a:ext>
            </a:extLst>
          </p:cNvPr>
          <p:cNvSpPr>
            <a:spLocks xmlns:a="http://schemas.openxmlformats.org/drawingml/2006/main" noGrp="1"/>
          </p:cNvSpPr>
          <p:nvPr/>
        </p:nvSpPr>
        <p:spPr>
          <a:xfrm xmlns:a="http://schemas.openxmlformats.org/drawingml/2006/main">
            <a:off x="4476750" y="5095875"/>
            <a:ext cx="2190750" cy="314325"/>
          </a:xfrm>
          <a:prstGeom xmlns:a="http://schemas.openxmlformats.org/drawingml/2006/main" prst="roundRect">
            <a:avLst>
              <a:gd name="adj" fmla="val 24242"/>
            </a:avLst>
          </a:prstGeom>
          <a:solidFill xmlns:a="http://schemas.openxmlformats.org/drawingml/2006/main">
            <a:srgbClr val="FFFFFF"/>
          </a:solidFill>
          <a:ln xmlns:a="http://schemas.openxmlformats.org/drawingml/2006/main" w="9525">
            <a:solidFill>
              <a:srgbClr val="000000"/>
            </a:solidFill>
            <a:prstDash val="solid"/>
          </a:ln>
        </p:spPr>
      </p:sp>
      <p:sp>
        <p:nvSpPr>
          <p:cNvPr id="98" name="dp44-comparison / n99 / text 1">
            <a:extLst xmlns:a="http://schemas.openxmlformats.org/drawingml/2006/main">
              <a:ext uri="{FF2B5EF4-FFF2-40B4-BE49-F238E27FC236}">
                <a16:creationId xmlns:a16="http://schemas.microsoft.com/office/drawing/2014/main" id="{489DCF5F-2715-4F92-A18C-777870D753A4}"/>
              </a:ext>
            </a:extLst>
          </p:cNvPr>
          <p:cNvSpPr>
            <a:spLocks xmlns:a="http://schemas.openxmlformats.org/drawingml/2006/main" noGrp="1"/>
          </p:cNvSpPr>
          <p:nvPr/>
        </p:nvSpPr>
        <p:spPr>
          <a:xfrm xmlns:a="http://schemas.openxmlformats.org/drawingml/2006/main">
            <a:off x="4562475" y="5147786"/>
            <a:ext cx="2019300"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75" b="1">
                <a:solidFill>
                  <a:srgbClr val="000000"/>
                </a:solidFill>
                <a:latin typeface="Apple SD Gothic Neo"/>
                <a:ea typeface="Apple SD Gothic Neo"/>
                <a:cs typeface="Apple SD Gothic Neo"/>
              </a:defRPr>
            </a:pPr>
            <a:r>
              <a:rPr sz="1275" b="1">
                <a:solidFill>
                  <a:srgbClr val="000000"/>
                </a:solidFill>
                <a:latin typeface="Apple SD Gothic Neo"/>
                <a:ea typeface="Apple SD Gothic Neo"/>
                <a:cs typeface="Apple SD Gothic Neo"/>
              </a:rPr>
              <a:t>Response Composer</a:t>
            </a:r>
          </a:p>
        </p:txBody>
      </p:sp>
      <p:sp>
        <p:nvSpPr>
          <p:cNvPr id="99" name="dp44-comparison / n100 / path">
            <a:extLst xmlns:a="http://schemas.openxmlformats.org/drawingml/2006/main">
              <a:ext uri="{FF2B5EF4-FFF2-40B4-BE49-F238E27FC236}">
                <a16:creationId xmlns:a16="http://schemas.microsoft.com/office/drawing/2014/main" id="{EE170E89-4D51-4B02-BA5E-4B8FCE5BB86D}"/>
              </a:ext>
            </a:extLst>
          </p:cNvPr>
          <p:cNvSpPr>
            <a:spLocks xmlns:a="http://schemas.openxmlformats.org/drawingml/2006/main" noGrp="1"/>
          </p:cNvSpPr>
          <p:nvPr/>
        </p:nvSpPr>
        <p:spPr>
          <a:xfrm xmlns:a="http://schemas.openxmlformats.org/drawingml/2006/main">
            <a:off x="1571625" y="3667125"/>
            <a:ext cx="1214438" cy="1095375"/>
          </a:xfrm>
          <a:custGeom xmlns:a="http://schemas.openxmlformats.org/drawingml/2006/main">
            <a:pathLst>
              <a:path w="1214438" h="1095375">
                <a:moveTo>
                  <a:pt x="285750" y="0"/>
                </a:moveTo>
                <a:lnTo>
                  <a:pt x="0" y="0"/>
                </a:lnTo>
                <a:lnTo>
                  <a:pt x="0" y="981075"/>
                </a:lnTo>
                <a:lnTo>
                  <a:pt x="1214438" y="981075"/>
                </a:lnTo>
                <a:lnTo>
                  <a:pt x="1214438" y="1095375"/>
                </a:lnTo>
              </a:path>
            </a:pathLst>
          </a:custGeom>
          <a:noFill xmlns:a="http://schemas.openxmlformats.org/drawingml/2006/main"/>
          <a:ln xmlns:a="http://schemas.openxmlformats.org/drawingml/2006/main" w="10478">
            <a:solidFill>
              <a:srgbClr val="000000"/>
            </a:solidFill>
            <a:prstDash val="solid"/>
          </a:ln>
        </p:spPr>
      </p:sp>
      <p:sp>
        <p:nvSpPr>
          <p:cNvPr id="100" name="dp44-comparison / n100 / arrow">
            <a:extLst xmlns:a="http://schemas.openxmlformats.org/drawingml/2006/main">
              <a:ext uri="{FF2B5EF4-FFF2-40B4-BE49-F238E27FC236}">
                <a16:creationId xmlns:a16="http://schemas.microsoft.com/office/drawing/2014/main" id="{3398795E-18DD-4A1D-A30B-E3C8C7737078}"/>
              </a:ext>
            </a:extLst>
          </p:cNvPr>
          <p:cNvSpPr>
            <a:spLocks xmlns:a="http://schemas.openxmlformats.org/drawingml/2006/main" noGrp="1"/>
          </p:cNvSpPr>
          <p:nvPr/>
        </p:nvSpPr>
        <p:spPr>
          <a:xfrm xmlns:a="http://schemas.openxmlformats.org/drawingml/2006/main">
            <a:off x="2752535" y="4695444"/>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000000"/>
            </a:solidFill>
            <a:prstDash val="solid"/>
          </a:ln>
        </p:spPr>
      </p:sp>
      <p:sp>
        <p:nvSpPr>
          <p:cNvPr id="101" name="dp44-comparison / n101 / path">
            <a:extLst xmlns:a="http://schemas.openxmlformats.org/drawingml/2006/main">
              <a:ext uri="{FF2B5EF4-FFF2-40B4-BE49-F238E27FC236}">
                <a16:creationId xmlns:a16="http://schemas.microsoft.com/office/drawing/2014/main" id="{04766F42-A94D-42DF-B4FF-0306E92997BE}"/>
              </a:ext>
            </a:extLst>
          </p:cNvPr>
          <p:cNvSpPr>
            <a:spLocks xmlns:a="http://schemas.openxmlformats.org/drawingml/2006/main" noGrp="1"/>
          </p:cNvSpPr>
          <p:nvPr/>
        </p:nvSpPr>
        <p:spPr>
          <a:xfrm xmlns:a="http://schemas.openxmlformats.org/drawingml/2006/main">
            <a:off x="1476375" y="3762375"/>
            <a:ext cx="381000" cy="1157288"/>
          </a:xfrm>
          <a:custGeom xmlns:a="http://schemas.openxmlformats.org/drawingml/2006/main">
            <a:pathLst>
              <a:path w="381000" h="1157288">
                <a:moveTo>
                  <a:pt x="190500" y="1157288"/>
                </a:moveTo>
                <a:lnTo>
                  <a:pt x="0" y="1157288"/>
                </a:lnTo>
                <a:lnTo>
                  <a:pt x="0" y="0"/>
                </a:lnTo>
                <a:lnTo>
                  <a:pt x="381000" y="0"/>
                </a:lnTo>
              </a:path>
            </a:pathLst>
          </a:custGeom>
          <a:noFill xmlns:a="http://schemas.openxmlformats.org/drawingml/2006/main"/>
          <a:ln xmlns:a="http://schemas.openxmlformats.org/drawingml/2006/main" w="10478">
            <a:solidFill>
              <a:srgbClr val="B8753F"/>
            </a:solidFill>
            <a:prstDash val="dash"/>
          </a:ln>
        </p:spPr>
      </p:sp>
      <p:sp>
        <p:nvSpPr>
          <p:cNvPr id="102" name="dp44-comparison / n101 / arrow">
            <a:extLst xmlns:a="http://schemas.openxmlformats.org/drawingml/2006/main">
              <a:ext uri="{FF2B5EF4-FFF2-40B4-BE49-F238E27FC236}">
                <a16:creationId xmlns:a16="http://schemas.microsoft.com/office/drawing/2014/main" id="{A30C4458-1D49-4BB3-82AB-634697A67238}"/>
              </a:ext>
            </a:extLst>
          </p:cNvPr>
          <p:cNvSpPr>
            <a:spLocks xmlns:a="http://schemas.openxmlformats.org/drawingml/2006/main" noGrp="1"/>
          </p:cNvSpPr>
          <p:nvPr/>
        </p:nvSpPr>
        <p:spPr>
          <a:xfrm xmlns:a="http://schemas.openxmlformats.org/drawingml/2006/main">
            <a:off x="1790319" y="3728847"/>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B8753F"/>
            </a:solidFill>
            <a:prstDash val="solid"/>
          </a:ln>
        </p:spPr>
      </p:sp>
      <p:sp>
        <p:nvSpPr>
          <p:cNvPr id="103" name="dp44-comparison / n104">
            <a:extLst xmlns:a="http://schemas.openxmlformats.org/drawingml/2006/main">
              <a:ext uri="{FF2B5EF4-FFF2-40B4-BE49-F238E27FC236}">
                <a16:creationId xmlns:a16="http://schemas.microsoft.com/office/drawing/2014/main" id="{CE4E1ED9-0EC5-44BB-9112-E040B0494163}"/>
              </a:ext>
            </a:extLst>
          </p:cNvPr>
          <p:cNvSpPr>
            <a:spLocks xmlns:a="http://schemas.openxmlformats.org/drawingml/2006/main" noGrp="1"/>
          </p:cNvSpPr>
          <p:nvPr/>
        </p:nvSpPr>
        <p:spPr>
          <a:xfrm xmlns:a="http://schemas.openxmlformats.org/drawingml/2006/main">
            <a:off x="7000875" y="5095875"/>
            <a:ext cx="2095500" cy="314325"/>
          </a:xfrm>
          <a:prstGeom xmlns:a="http://schemas.openxmlformats.org/drawingml/2006/main" prst="roundRect">
            <a:avLst>
              <a:gd name="adj" fmla="val 24242"/>
            </a:avLst>
          </a:prstGeom>
          <a:solidFill xmlns:a="http://schemas.openxmlformats.org/drawingml/2006/main">
            <a:srgbClr val="FFFFFF"/>
          </a:solidFill>
          <a:ln xmlns:a="http://schemas.openxmlformats.org/drawingml/2006/main" w="9525">
            <a:solidFill>
              <a:srgbClr val="000000"/>
            </a:solidFill>
            <a:prstDash val="solid"/>
          </a:ln>
        </p:spPr>
      </p:sp>
      <p:sp>
        <p:nvSpPr>
          <p:cNvPr id="104" name="dp44-comparison / n105 / text 1">
            <a:extLst xmlns:a="http://schemas.openxmlformats.org/drawingml/2006/main">
              <a:ext uri="{FF2B5EF4-FFF2-40B4-BE49-F238E27FC236}">
                <a16:creationId xmlns:a16="http://schemas.microsoft.com/office/drawing/2014/main" id="{56D14676-F9B4-4CB2-9ABD-0418FE2B37B7}"/>
              </a:ext>
            </a:extLst>
          </p:cNvPr>
          <p:cNvSpPr>
            <a:spLocks xmlns:a="http://schemas.openxmlformats.org/drawingml/2006/main" noGrp="1"/>
          </p:cNvSpPr>
          <p:nvPr/>
        </p:nvSpPr>
        <p:spPr>
          <a:xfrm xmlns:a="http://schemas.openxmlformats.org/drawingml/2006/main">
            <a:off x="7086600" y="5153978"/>
            <a:ext cx="1924050"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00" b="1">
                <a:solidFill>
                  <a:srgbClr val="000000"/>
                </a:solidFill>
                <a:latin typeface="Apple SD Gothic Neo"/>
                <a:ea typeface="Apple SD Gothic Neo"/>
                <a:cs typeface="Apple SD Gothic Neo"/>
              </a:defRPr>
            </a:pPr>
            <a:r>
              <a:rPr sz="1200" b="1">
                <a:solidFill>
                  <a:srgbClr val="000000"/>
                </a:solidFill>
                <a:latin typeface="Apple SD Gothic Neo"/>
                <a:ea typeface="Apple SD Gothic Neo"/>
                <a:cs typeface="Apple SD Gothic Neo"/>
              </a:rPr>
              <a:t>Publication Control</a:t>
            </a:r>
          </a:p>
        </p:txBody>
      </p:sp>
      <p:sp>
        <p:nvSpPr>
          <p:cNvPr id="105" name="dp44-comparison / n106 / path">
            <a:extLst xmlns:a="http://schemas.openxmlformats.org/drawingml/2006/main">
              <a:ext uri="{FF2B5EF4-FFF2-40B4-BE49-F238E27FC236}">
                <a16:creationId xmlns:a16="http://schemas.microsoft.com/office/drawing/2014/main" id="{B973028C-62AE-45C9-838A-15DDAA8D55AC}"/>
              </a:ext>
            </a:extLst>
          </p:cNvPr>
          <p:cNvSpPr>
            <a:spLocks xmlns:a="http://schemas.openxmlformats.org/drawingml/2006/main" noGrp="1"/>
          </p:cNvSpPr>
          <p:nvPr/>
        </p:nvSpPr>
        <p:spPr>
          <a:xfrm xmlns:a="http://schemas.openxmlformats.org/drawingml/2006/main">
            <a:off x="3405188" y="3857625"/>
            <a:ext cx="2166938" cy="1238250"/>
          </a:xfrm>
          <a:custGeom xmlns:a="http://schemas.openxmlformats.org/drawingml/2006/main">
            <a:pathLst>
              <a:path w="2166938" h="1238250">
                <a:moveTo>
                  <a:pt x="0" y="0"/>
                </a:moveTo>
                <a:lnTo>
                  <a:pt x="0" y="704850"/>
                </a:lnTo>
                <a:lnTo>
                  <a:pt x="2166938" y="704850"/>
                </a:lnTo>
                <a:lnTo>
                  <a:pt x="2166938" y="1238250"/>
                </a:lnTo>
              </a:path>
            </a:pathLst>
          </a:custGeom>
          <a:noFill xmlns:a="http://schemas.openxmlformats.org/drawingml/2006/main"/>
          <a:ln xmlns:a="http://schemas.openxmlformats.org/drawingml/2006/main" w="10478">
            <a:solidFill>
              <a:srgbClr val="B8753F"/>
            </a:solidFill>
            <a:prstDash val="solid"/>
          </a:ln>
        </p:spPr>
      </p:sp>
      <p:sp>
        <p:nvSpPr>
          <p:cNvPr id="106" name="dp44-comparison / n106 / arrow">
            <a:extLst xmlns:a="http://schemas.openxmlformats.org/drawingml/2006/main">
              <a:ext uri="{FF2B5EF4-FFF2-40B4-BE49-F238E27FC236}">
                <a16:creationId xmlns:a16="http://schemas.microsoft.com/office/drawing/2014/main" id="{20A69C2D-A483-4C96-ADCF-2830795BAE73}"/>
              </a:ext>
            </a:extLst>
          </p:cNvPr>
          <p:cNvSpPr>
            <a:spLocks xmlns:a="http://schemas.openxmlformats.org/drawingml/2006/main" noGrp="1"/>
          </p:cNvSpPr>
          <p:nvPr/>
        </p:nvSpPr>
        <p:spPr>
          <a:xfrm xmlns:a="http://schemas.openxmlformats.org/drawingml/2006/main">
            <a:off x="5538597" y="5028819"/>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B8753F"/>
            </a:solidFill>
            <a:prstDash val="solid"/>
          </a:ln>
        </p:spPr>
      </p:sp>
      <p:sp>
        <p:nvSpPr>
          <p:cNvPr id="107" name="dp44-comparison / n107 / path">
            <a:extLst xmlns:a="http://schemas.openxmlformats.org/drawingml/2006/main">
              <a:ext uri="{FF2B5EF4-FFF2-40B4-BE49-F238E27FC236}">
                <a16:creationId xmlns:a16="http://schemas.microsoft.com/office/drawing/2014/main" id="{FF4CD489-AE61-4C08-A4B4-8B3A3F196062}"/>
              </a:ext>
            </a:extLst>
          </p:cNvPr>
          <p:cNvSpPr>
            <a:spLocks xmlns:a="http://schemas.openxmlformats.org/drawingml/2006/main" noGrp="1"/>
          </p:cNvSpPr>
          <p:nvPr/>
        </p:nvSpPr>
        <p:spPr>
          <a:xfrm xmlns:a="http://schemas.openxmlformats.org/drawingml/2006/main">
            <a:off x="4572000" y="3752850"/>
            <a:ext cx="1333500" cy="1343025"/>
          </a:xfrm>
          <a:custGeom xmlns:a="http://schemas.openxmlformats.org/drawingml/2006/main">
            <a:pathLst>
              <a:path w="1333500" h="1343025">
                <a:moveTo>
                  <a:pt x="1333500" y="1343025"/>
                </a:moveTo>
                <a:lnTo>
                  <a:pt x="1333500" y="857250"/>
                </a:lnTo>
                <a:lnTo>
                  <a:pt x="95250" y="857250"/>
                </a:lnTo>
                <a:lnTo>
                  <a:pt x="95250" y="0"/>
                </a:lnTo>
                <a:lnTo>
                  <a:pt x="0" y="0"/>
                </a:lnTo>
              </a:path>
            </a:pathLst>
          </a:custGeom>
          <a:noFill xmlns:a="http://schemas.openxmlformats.org/drawingml/2006/main"/>
          <a:ln xmlns:a="http://schemas.openxmlformats.org/drawingml/2006/main" w="10478">
            <a:solidFill>
              <a:srgbClr val="B8753F"/>
            </a:solidFill>
            <a:prstDash val="dash"/>
          </a:ln>
        </p:spPr>
      </p:sp>
      <p:sp>
        <p:nvSpPr>
          <p:cNvPr id="108" name="dp44-comparison / n107 / arrow">
            <a:extLst xmlns:a="http://schemas.openxmlformats.org/drawingml/2006/main">
              <a:ext uri="{FF2B5EF4-FFF2-40B4-BE49-F238E27FC236}">
                <a16:creationId xmlns:a16="http://schemas.microsoft.com/office/drawing/2014/main" id="{77CA2242-139E-4741-89B1-960A209A7ACE}"/>
              </a:ext>
            </a:extLst>
          </p:cNvPr>
          <p:cNvSpPr>
            <a:spLocks xmlns:a="http://schemas.openxmlformats.org/drawingml/2006/main" noGrp="1"/>
          </p:cNvSpPr>
          <p:nvPr/>
        </p:nvSpPr>
        <p:spPr>
          <a:xfrm xmlns:a="http://schemas.openxmlformats.org/drawingml/2006/main">
            <a:off x="4572000" y="3719322"/>
            <a:ext cx="67056" cy="67056"/>
          </a:xfrm>
          <a:custGeom xmlns:a="http://schemas.openxmlformats.org/drawingml/2006/main">
            <a:pathLst>
              <a:path w="67056" h="67056">
                <a:moveTo>
                  <a:pt x="67056" y="0"/>
                </a:moveTo>
                <a:lnTo>
                  <a:pt x="0" y="33528"/>
                </a:lnTo>
                <a:lnTo>
                  <a:pt x="67056" y="67056"/>
                </a:lnTo>
              </a:path>
            </a:pathLst>
          </a:custGeom>
          <a:noFill xmlns:a="http://schemas.openxmlformats.org/drawingml/2006/main"/>
          <a:ln xmlns:a="http://schemas.openxmlformats.org/drawingml/2006/main" w="13411">
            <a:solidFill>
              <a:srgbClr val="B8753F"/>
            </a:solidFill>
            <a:prstDash val="solid"/>
          </a:ln>
        </p:spPr>
      </p:sp>
      <p:sp>
        <p:nvSpPr>
          <p:cNvPr id="109" name="dp44-comparison / n108 / path">
            <a:extLst xmlns:a="http://schemas.openxmlformats.org/drawingml/2006/main">
              <a:ext uri="{FF2B5EF4-FFF2-40B4-BE49-F238E27FC236}">
                <a16:creationId xmlns:a16="http://schemas.microsoft.com/office/drawing/2014/main" id="{905A5976-2DF6-4B66-9491-32462E7E67CE}"/>
              </a:ext>
            </a:extLst>
          </p:cNvPr>
          <p:cNvSpPr>
            <a:spLocks xmlns:a="http://schemas.openxmlformats.org/drawingml/2006/main" noGrp="1"/>
          </p:cNvSpPr>
          <p:nvPr/>
        </p:nvSpPr>
        <p:spPr>
          <a:xfrm xmlns:a="http://schemas.openxmlformats.org/drawingml/2006/main">
            <a:off x="4572000" y="3600450"/>
            <a:ext cx="3476625" cy="1495425"/>
          </a:xfrm>
          <a:custGeom xmlns:a="http://schemas.openxmlformats.org/drawingml/2006/main">
            <a:pathLst>
              <a:path w="3476625" h="1495425">
                <a:moveTo>
                  <a:pt x="0" y="0"/>
                </a:moveTo>
                <a:lnTo>
                  <a:pt x="238125" y="0"/>
                </a:lnTo>
                <a:lnTo>
                  <a:pt x="238125" y="923925"/>
                </a:lnTo>
                <a:lnTo>
                  <a:pt x="3476625" y="923925"/>
                </a:lnTo>
                <a:lnTo>
                  <a:pt x="3476625" y="1495425"/>
                </a:lnTo>
              </a:path>
            </a:pathLst>
          </a:custGeom>
          <a:noFill xmlns:a="http://schemas.openxmlformats.org/drawingml/2006/main"/>
          <a:ln xmlns:a="http://schemas.openxmlformats.org/drawingml/2006/main" w="10478">
            <a:solidFill>
              <a:srgbClr val="B8753F"/>
            </a:solidFill>
            <a:prstDash val="solid"/>
          </a:ln>
        </p:spPr>
      </p:sp>
      <p:sp>
        <p:nvSpPr>
          <p:cNvPr id="110" name="dp44-comparison / n108 / arrow">
            <a:extLst xmlns:a="http://schemas.openxmlformats.org/drawingml/2006/main">
              <a:ext uri="{FF2B5EF4-FFF2-40B4-BE49-F238E27FC236}">
                <a16:creationId xmlns:a16="http://schemas.microsoft.com/office/drawing/2014/main" id="{C32BFFA3-FAEA-4C30-A7B6-B07B073932F1}"/>
              </a:ext>
            </a:extLst>
          </p:cNvPr>
          <p:cNvSpPr>
            <a:spLocks xmlns:a="http://schemas.openxmlformats.org/drawingml/2006/main" noGrp="1"/>
          </p:cNvSpPr>
          <p:nvPr/>
        </p:nvSpPr>
        <p:spPr>
          <a:xfrm xmlns:a="http://schemas.openxmlformats.org/drawingml/2006/main">
            <a:off x="8015097" y="5028819"/>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B8753F"/>
            </a:solidFill>
            <a:prstDash val="solid"/>
          </a:ln>
        </p:spPr>
      </p:sp>
      <p:sp>
        <p:nvSpPr>
          <p:cNvPr id="111" name="dp44-comparison / n117 / path">
            <a:extLst xmlns:a="http://schemas.openxmlformats.org/drawingml/2006/main">
              <a:ext uri="{FF2B5EF4-FFF2-40B4-BE49-F238E27FC236}">
                <a16:creationId xmlns:a16="http://schemas.microsoft.com/office/drawing/2014/main" id="{FD97C543-43B3-4147-B5C0-F2A81D5E8B8E}"/>
              </a:ext>
            </a:extLst>
          </p:cNvPr>
          <p:cNvSpPr>
            <a:spLocks xmlns:a="http://schemas.openxmlformats.org/drawingml/2006/main" noGrp="1"/>
          </p:cNvSpPr>
          <p:nvPr/>
        </p:nvSpPr>
        <p:spPr>
          <a:xfrm xmlns:a="http://schemas.openxmlformats.org/drawingml/2006/main">
            <a:off x="1571625" y="6334125"/>
            <a:ext cx="7715250" cy="953"/>
          </a:xfrm>
          <a:custGeom xmlns:a="http://schemas.openxmlformats.org/drawingml/2006/main">
            <a:pathLst>
              <a:path w="7715250" h="953">
                <a:moveTo>
                  <a:pt x="0" y="0"/>
                </a:moveTo>
                <a:lnTo>
                  <a:pt x="7715250" y="0"/>
                </a:lnTo>
              </a:path>
            </a:pathLst>
          </a:custGeom>
          <a:noFill xmlns:a="http://schemas.openxmlformats.org/drawingml/2006/main"/>
          <a:ln xmlns:a="http://schemas.openxmlformats.org/drawingml/2006/main" w="10478">
            <a:solidFill>
              <a:srgbClr val="000000"/>
            </a:solidFill>
            <a:prstDash val="solid"/>
          </a:ln>
        </p:spPr>
      </p:sp>
      <p:sp>
        <p:nvSpPr>
          <p:cNvPr id="112" name="dp44-comparison / n120">
            <a:extLst xmlns:a="http://schemas.openxmlformats.org/drawingml/2006/main">
              <a:ext uri="{FF2B5EF4-FFF2-40B4-BE49-F238E27FC236}">
                <a16:creationId xmlns:a16="http://schemas.microsoft.com/office/drawing/2014/main" id="{D2739D29-AB98-47EF-A3D3-5DA658434500}"/>
              </a:ext>
            </a:extLst>
          </p:cNvPr>
          <p:cNvSpPr>
            <a:spLocks xmlns:a="http://schemas.openxmlformats.org/drawingml/2006/main" noGrp="1"/>
          </p:cNvSpPr>
          <p:nvPr/>
        </p:nvSpPr>
        <p:spPr>
          <a:xfrm xmlns:a="http://schemas.openxmlformats.org/drawingml/2006/main">
            <a:off x="1666875" y="6619875"/>
            <a:ext cx="2238375" cy="25717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113" name="dp44-comparison / n121 / text 1">
            <a:extLst xmlns:a="http://schemas.openxmlformats.org/drawingml/2006/main">
              <a:ext uri="{FF2B5EF4-FFF2-40B4-BE49-F238E27FC236}">
                <a16:creationId xmlns:a16="http://schemas.microsoft.com/office/drawing/2014/main" id="{E9AD8854-950A-4561-9833-DDD05979E820}"/>
              </a:ext>
            </a:extLst>
          </p:cNvPr>
          <p:cNvSpPr>
            <a:spLocks xmlns:a="http://schemas.openxmlformats.org/drawingml/2006/main" noGrp="1"/>
          </p:cNvSpPr>
          <p:nvPr/>
        </p:nvSpPr>
        <p:spPr>
          <a:xfrm xmlns:a="http://schemas.openxmlformats.org/drawingml/2006/main">
            <a:off x="1752600" y="6655594"/>
            <a:ext cx="2066925"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25" b="1">
                <a:solidFill>
                  <a:srgbClr val="000000"/>
                </a:solidFill>
                <a:latin typeface="Apple SD Gothic Neo"/>
                <a:ea typeface="Apple SD Gothic Neo"/>
                <a:cs typeface="Apple SD Gothic Neo"/>
              </a:defRPr>
            </a:pPr>
            <a:r>
              <a:rPr sz="1125" b="1">
                <a:solidFill>
                  <a:srgbClr val="000000"/>
                </a:solidFill>
                <a:latin typeface="Apple SD Gothic Neo"/>
                <a:ea typeface="Apple SD Gothic Neo"/>
                <a:cs typeface="Apple SD Gothic Neo"/>
              </a:rPr>
              <a:t>Meaning1 완료</a:t>
            </a:r>
          </a:p>
        </p:txBody>
      </p:sp>
      <p:sp>
        <p:nvSpPr>
          <p:cNvPr id="114" name="dp44-comparison / n122">
            <a:extLst xmlns:a="http://schemas.openxmlformats.org/drawingml/2006/main">
              <a:ext uri="{FF2B5EF4-FFF2-40B4-BE49-F238E27FC236}">
                <a16:creationId xmlns:a16="http://schemas.microsoft.com/office/drawing/2014/main" id="{F5A93C6E-A52F-45E8-AB79-C1A1BF050B56}"/>
              </a:ext>
            </a:extLst>
          </p:cNvPr>
          <p:cNvSpPr>
            <a:spLocks xmlns:a="http://schemas.openxmlformats.org/drawingml/2006/main" noGrp="1"/>
          </p:cNvSpPr>
          <p:nvPr/>
        </p:nvSpPr>
        <p:spPr>
          <a:xfrm xmlns:a="http://schemas.openxmlformats.org/drawingml/2006/main">
            <a:off x="4333875" y="6619875"/>
            <a:ext cx="2238375" cy="25717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115" name="dp44-comparison / n123 / text 1">
            <a:extLst xmlns:a="http://schemas.openxmlformats.org/drawingml/2006/main">
              <a:ext uri="{FF2B5EF4-FFF2-40B4-BE49-F238E27FC236}">
                <a16:creationId xmlns:a16="http://schemas.microsoft.com/office/drawing/2014/main" id="{3CCBF0ED-83DA-4D92-ABE0-28B203856B5B}"/>
              </a:ext>
            </a:extLst>
          </p:cNvPr>
          <p:cNvSpPr>
            <a:spLocks xmlns:a="http://schemas.openxmlformats.org/drawingml/2006/main" noGrp="1"/>
          </p:cNvSpPr>
          <p:nvPr/>
        </p:nvSpPr>
        <p:spPr>
          <a:xfrm xmlns:a="http://schemas.openxmlformats.org/drawingml/2006/main">
            <a:off x="4419600" y="6655594"/>
            <a:ext cx="2066925"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25" b="1">
                <a:solidFill>
                  <a:srgbClr val="000000"/>
                </a:solidFill>
                <a:latin typeface="Apple SD Gothic Neo"/>
                <a:ea typeface="Apple SD Gothic Neo"/>
                <a:cs typeface="Apple SD Gothic Neo"/>
              </a:defRPr>
            </a:pPr>
            <a:r>
              <a:rPr sz="1125" b="1">
                <a:solidFill>
                  <a:srgbClr val="000000"/>
                </a:solidFill>
                <a:latin typeface="Apple SD Gothic Neo"/>
                <a:ea typeface="Apple SD Gothic Neo"/>
                <a:cs typeface="Apple SD Gothic Neo"/>
              </a:rPr>
              <a:t>Dispatcher: 준비 지시</a:t>
            </a:r>
          </a:p>
        </p:txBody>
      </p:sp>
      <p:sp>
        <p:nvSpPr>
          <p:cNvPr id="116" name="dp44-comparison / n124 / path">
            <a:extLst xmlns:a="http://schemas.openxmlformats.org/drawingml/2006/main">
              <a:ext uri="{FF2B5EF4-FFF2-40B4-BE49-F238E27FC236}">
                <a16:creationId xmlns:a16="http://schemas.microsoft.com/office/drawing/2014/main" id="{278BE31C-6CFD-4B33-B6C8-E53BD35BFD95}"/>
              </a:ext>
            </a:extLst>
          </p:cNvPr>
          <p:cNvSpPr>
            <a:spLocks xmlns:a="http://schemas.openxmlformats.org/drawingml/2006/main" noGrp="1"/>
          </p:cNvSpPr>
          <p:nvPr/>
        </p:nvSpPr>
        <p:spPr>
          <a:xfrm xmlns:a="http://schemas.openxmlformats.org/drawingml/2006/main">
            <a:off x="3905250" y="6748463"/>
            <a:ext cx="428625" cy="953"/>
          </a:xfrm>
          <a:custGeom xmlns:a="http://schemas.openxmlformats.org/drawingml/2006/main">
            <a:pathLst>
              <a:path w="428625" h="953">
                <a:moveTo>
                  <a:pt x="0" y="0"/>
                </a:moveTo>
                <a:lnTo>
                  <a:pt x="428625" y="0"/>
                </a:lnTo>
              </a:path>
            </a:pathLst>
          </a:custGeom>
          <a:noFill xmlns:a="http://schemas.openxmlformats.org/drawingml/2006/main"/>
          <a:ln xmlns:a="http://schemas.openxmlformats.org/drawingml/2006/main" w="10478">
            <a:solidFill>
              <a:srgbClr val="B8753F"/>
            </a:solidFill>
            <a:prstDash val="solid"/>
          </a:ln>
        </p:spPr>
      </p:sp>
      <p:sp>
        <p:nvSpPr>
          <p:cNvPr id="117" name="dp44-comparison / n124 / arrow">
            <a:extLst xmlns:a="http://schemas.openxmlformats.org/drawingml/2006/main">
              <a:ext uri="{FF2B5EF4-FFF2-40B4-BE49-F238E27FC236}">
                <a16:creationId xmlns:a16="http://schemas.microsoft.com/office/drawing/2014/main" id="{BEC3F258-28DD-41EB-BFA2-DE521F3269FE}"/>
              </a:ext>
            </a:extLst>
          </p:cNvPr>
          <p:cNvSpPr>
            <a:spLocks xmlns:a="http://schemas.openxmlformats.org/drawingml/2006/main" noGrp="1"/>
          </p:cNvSpPr>
          <p:nvPr/>
        </p:nvSpPr>
        <p:spPr>
          <a:xfrm xmlns:a="http://schemas.openxmlformats.org/drawingml/2006/main">
            <a:off x="4266819" y="6714935"/>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B8753F"/>
            </a:solidFill>
            <a:prstDash val="solid"/>
          </a:ln>
        </p:spPr>
      </p:sp>
      <p:sp>
        <p:nvSpPr>
          <p:cNvPr id="118" name="dp44-comparison / n125">
            <a:extLst xmlns:a="http://schemas.openxmlformats.org/drawingml/2006/main">
              <a:ext uri="{FF2B5EF4-FFF2-40B4-BE49-F238E27FC236}">
                <a16:creationId xmlns:a16="http://schemas.microsoft.com/office/drawing/2014/main" id="{C50AE916-D9EA-4580-85C1-749ADAB818E0}"/>
              </a:ext>
            </a:extLst>
          </p:cNvPr>
          <p:cNvSpPr>
            <a:spLocks xmlns:a="http://schemas.openxmlformats.org/drawingml/2006/main" noGrp="1"/>
          </p:cNvSpPr>
          <p:nvPr/>
        </p:nvSpPr>
        <p:spPr>
          <a:xfrm xmlns:a="http://schemas.openxmlformats.org/drawingml/2006/main">
            <a:off x="7000875" y="6619875"/>
            <a:ext cx="2190750" cy="25717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119" name="dp44-comparison / n126 / text 1">
            <a:extLst xmlns:a="http://schemas.openxmlformats.org/drawingml/2006/main">
              <a:ext uri="{FF2B5EF4-FFF2-40B4-BE49-F238E27FC236}">
                <a16:creationId xmlns:a16="http://schemas.microsoft.com/office/drawing/2014/main" id="{45FDED3B-D4A4-433F-BE35-65D922F19A4E}"/>
              </a:ext>
            </a:extLst>
          </p:cNvPr>
          <p:cNvSpPr>
            <a:spLocks xmlns:a="http://schemas.openxmlformats.org/drawingml/2006/main" noGrp="1"/>
          </p:cNvSpPr>
          <p:nvPr/>
        </p:nvSpPr>
        <p:spPr>
          <a:xfrm xmlns:a="http://schemas.openxmlformats.org/drawingml/2006/main">
            <a:off x="7086600" y="6655594"/>
            <a:ext cx="2019300"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25" b="1">
                <a:solidFill>
                  <a:srgbClr val="000000"/>
                </a:solidFill>
                <a:latin typeface="Apple SD Gothic Neo"/>
                <a:ea typeface="Apple SD Gothic Neo"/>
                <a:cs typeface="Apple SD Gothic Neo"/>
              </a:defRPr>
            </a:pPr>
            <a:r>
              <a:rPr sz="1125" b="1">
                <a:solidFill>
                  <a:srgbClr val="000000"/>
                </a:solidFill>
                <a:latin typeface="Apple SD Gothic Neo"/>
                <a:ea typeface="Apple SD Gothic Neo"/>
                <a:cs typeface="Apple SD Gothic Neo"/>
              </a:rPr>
              <a:t>Composer: 후보 반환</a:t>
            </a:r>
          </a:p>
        </p:txBody>
      </p:sp>
      <p:sp>
        <p:nvSpPr>
          <p:cNvPr id="120" name="dp44-comparison / n127 / path">
            <a:extLst xmlns:a="http://schemas.openxmlformats.org/drawingml/2006/main">
              <a:ext uri="{FF2B5EF4-FFF2-40B4-BE49-F238E27FC236}">
                <a16:creationId xmlns:a16="http://schemas.microsoft.com/office/drawing/2014/main" id="{9074C024-5967-4252-AEDC-333FEB3FCC29}"/>
              </a:ext>
            </a:extLst>
          </p:cNvPr>
          <p:cNvSpPr>
            <a:spLocks xmlns:a="http://schemas.openxmlformats.org/drawingml/2006/main" noGrp="1"/>
          </p:cNvSpPr>
          <p:nvPr/>
        </p:nvSpPr>
        <p:spPr>
          <a:xfrm xmlns:a="http://schemas.openxmlformats.org/drawingml/2006/main">
            <a:off x="6572250" y="6748463"/>
            <a:ext cx="428625" cy="953"/>
          </a:xfrm>
          <a:custGeom xmlns:a="http://schemas.openxmlformats.org/drawingml/2006/main">
            <a:pathLst>
              <a:path w="428625" h="953">
                <a:moveTo>
                  <a:pt x="0" y="0"/>
                </a:moveTo>
                <a:lnTo>
                  <a:pt x="428625" y="0"/>
                </a:lnTo>
              </a:path>
            </a:pathLst>
          </a:custGeom>
          <a:noFill xmlns:a="http://schemas.openxmlformats.org/drawingml/2006/main"/>
          <a:ln xmlns:a="http://schemas.openxmlformats.org/drawingml/2006/main" w="10478">
            <a:solidFill>
              <a:srgbClr val="B8753F"/>
            </a:solidFill>
            <a:prstDash val="solid"/>
          </a:ln>
        </p:spPr>
      </p:sp>
      <p:sp>
        <p:nvSpPr>
          <p:cNvPr id="121" name="dp44-comparison / n127 / arrow">
            <a:extLst xmlns:a="http://schemas.openxmlformats.org/drawingml/2006/main">
              <a:ext uri="{FF2B5EF4-FFF2-40B4-BE49-F238E27FC236}">
                <a16:creationId xmlns:a16="http://schemas.microsoft.com/office/drawing/2014/main" id="{9198A98F-B49A-4411-BC6D-EF0013A3515B}"/>
              </a:ext>
            </a:extLst>
          </p:cNvPr>
          <p:cNvSpPr>
            <a:spLocks xmlns:a="http://schemas.openxmlformats.org/drawingml/2006/main" noGrp="1"/>
          </p:cNvSpPr>
          <p:nvPr/>
        </p:nvSpPr>
        <p:spPr>
          <a:xfrm xmlns:a="http://schemas.openxmlformats.org/drawingml/2006/main">
            <a:off x="6933819" y="6714935"/>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B8753F"/>
            </a:solidFill>
            <a:prstDash val="solid"/>
          </a:ln>
        </p:spPr>
      </p:sp>
      <p:sp>
        <p:nvSpPr>
          <p:cNvPr id="122" name="dp44-comparison / n128 / path">
            <a:extLst xmlns:a="http://schemas.openxmlformats.org/drawingml/2006/main">
              <a:ext uri="{FF2B5EF4-FFF2-40B4-BE49-F238E27FC236}">
                <a16:creationId xmlns:a16="http://schemas.microsoft.com/office/drawing/2014/main" id="{96461626-3CB9-498C-8018-4AF93EB15116}"/>
              </a:ext>
            </a:extLst>
          </p:cNvPr>
          <p:cNvSpPr>
            <a:spLocks xmlns:a="http://schemas.openxmlformats.org/drawingml/2006/main" noGrp="1"/>
          </p:cNvSpPr>
          <p:nvPr/>
        </p:nvSpPr>
        <p:spPr>
          <a:xfrm xmlns:a="http://schemas.openxmlformats.org/drawingml/2006/main">
            <a:off x="5453063" y="6877050"/>
            <a:ext cx="2643188" cy="133350"/>
          </a:xfrm>
          <a:custGeom xmlns:a="http://schemas.openxmlformats.org/drawingml/2006/main">
            <a:pathLst>
              <a:path w="2643188" h="133350">
                <a:moveTo>
                  <a:pt x="2643188" y="0"/>
                </a:moveTo>
                <a:lnTo>
                  <a:pt x="2643188" y="133350"/>
                </a:lnTo>
                <a:lnTo>
                  <a:pt x="0" y="133350"/>
                </a:lnTo>
                <a:lnTo>
                  <a:pt x="0" y="0"/>
                </a:lnTo>
              </a:path>
            </a:pathLst>
          </a:custGeom>
          <a:noFill xmlns:a="http://schemas.openxmlformats.org/drawingml/2006/main"/>
          <a:ln xmlns:a="http://schemas.openxmlformats.org/drawingml/2006/main" w="10478">
            <a:solidFill>
              <a:srgbClr val="B8753F"/>
            </a:solidFill>
            <a:prstDash val="dash"/>
          </a:ln>
        </p:spPr>
      </p:sp>
      <p:sp>
        <p:nvSpPr>
          <p:cNvPr id="123" name="dp44-comparison / n128 / arrow">
            <a:extLst xmlns:a="http://schemas.openxmlformats.org/drawingml/2006/main">
              <a:ext uri="{FF2B5EF4-FFF2-40B4-BE49-F238E27FC236}">
                <a16:creationId xmlns:a16="http://schemas.microsoft.com/office/drawing/2014/main" id="{75E3ECF2-4006-4866-A261-F61AC68AE1AC}"/>
              </a:ext>
            </a:extLst>
          </p:cNvPr>
          <p:cNvSpPr>
            <a:spLocks xmlns:a="http://schemas.openxmlformats.org/drawingml/2006/main" noGrp="1"/>
          </p:cNvSpPr>
          <p:nvPr/>
        </p:nvSpPr>
        <p:spPr>
          <a:xfrm xmlns:a="http://schemas.openxmlformats.org/drawingml/2006/main">
            <a:off x="5419535" y="6877050"/>
            <a:ext cx="67056" cy="67056"/>
          </a:xfrm>
          <a:custGeom xmlns:a="http://schemas.openxmlformats.org/drawingml/2006/main">
            <a:pathLst>
              <a:path w="67056" h="67056">
                <a:moveTo>
                  <a:pt x="67056" y="67056"/>
                </a:moveTo>
                <a:lnTo>
                  <a:pt x="33528" y="0"/>
                </a:lnTo>
                <a:lnTo>
                  <a:pt x="0" y="67056"/>
                </a:lnTo>
              </a:path>
            </a:pathLst>
          </a:custGeom>
          <a:noFill xmlns:a="http://schemas.openxmlformats.org/drawingml/2006/main"/>
          <a:ln xmlns:a="http://schemas.openxmlformats.org/drawingml/2006/main" w="13411">
            <a:solidFill>
              <a:srgbClr val="B8753F"/>
            </a:solidFill>
            <a:prstDash val="solid"/>
          </a:ln>
        </p:spPr>
      </p:sp>
      <p:sp>
        <p:nvSpPr>
          <p:cNvPr id="124" name="dp44-comparison / n133">
            <a:extLst xmlns:a="http://schemas.openxmlformats.org/drawingml/2006/main">
              <a:ext uri="{FF2B5EF4-FFF2-40B4-BE49-F238E27FC236}">
                <a16:creationId xmlns:a16="http://schemas.microsoft.com/office/drawing/2014/main" id="{90D04728-CB1C-4AF8-B623-6D3DD34A12B9}"/>
              </a:ext>
            </a:extLst>
          </p:cNvPr>
          <p:cNvSpPr>
            <a:spLocks xmlns:a="http://schemas.openxmlformats.org/drawingml/2006/main" noGrp="1"/>
          </p:cNvSpPr>
          <p:nvPr/>
        </p:nvSpPr>
        <p:spPr>
          <a:xfrm xmlns:a="http://schemas.openxmlformats.org/drawingml/2006/main">
            <a:off x="1666875" y="7286625"/>
            <a:ext cx="2238375" cy="24765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125" name="dp44-comparison / n134 / text 1">
            <a:extLst xmlns:a="http://schemas.openxmlformats.org/drawingml/2006/main">
              <a:ext uri="{FF2B5EF4-FFF2-40B4-BE49-F238E27FC236}">
                <a16:creationId xmlns:a16="http://schemas.microsoft.com/office/drawing/2014/main" id="{561EFC8A-2A82-408D-8855-B80B1335F3FE}"/>
              </a:ext>
            </a:extLst>
          </p:cNvPr>
          <p:cNvSpPr>
            <a:spLocks xmlns:a="http://schemas.openxmlformats.org/drawingml/2006/main" noGrp="1"/>
          </p:cNvSpPr>
          <p:nvPr/>
        </p:nvSpPr>
        <p:spPr>
          <a:xfrm xmlns:a="http://schemas.openxmlformats.org/drawingml/2006/main">
            <a:off x="1752600" y="7317581"/>
            <a:ext cx="2066925"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25" b="1">
                <a:solidFill>
                  <a:srgbClr val="000000"/>
                </a:solidFill>
                <a:latin typeface="Apple SD Gothic Neo"/>
                <a:ea typeface="Apple SD Gothic Neo"/>
                <a:cs typeface="Apple SD Gothic Neo"/>
              </a:defRPr>
            </a:pPr>
            <a:r>
              <a:rPr sz="1125" b="1">
                <a:solidFill>
                  <a:srgbClr val="000000"/>
                </a:solidFill>
                <a:latin typeface="Apple SD Gothic Neo"/>
                <a:ea typeface="Apple SD Gothic Neo"/>
                <a:cs typeface="Apple SD Gothic Neo"/>
              </a:rPr>
              <a:t>옛 응답 준비 완료</a:t>
            </a:r>
          </a:p>
        </p:txBody>
      </p:sp>
      <p:sp>
        <p:nvSpPr>
          <p:cNvPr id="126" name="dp44-comparison / n135">
            <a:extLst xmlns:a="http://schemas.openxmlformats.org/drawingml/2006/main">
              <a:ext uri="{FF2B5EF4-FFF2-40B4-BE49-F238E27FC236}">
                <a16:creationId xmlns:a16="http://schemas.microsoft.com/office/drawing/2014/main" id="{6EE998E5-82CD-4A04-A3B7-3A837D6EAB82}"/>
              </a:ext>
            </a:extLst>
          </p:cNvPr>
          <p:cNvSpPr>
            <a:spLocks xmlns:a="http://schemas.openxmlformats.org/drawingml/2006/main" noGrp="1"/>
          </p:cNvSpPr>
          <p:nvPr/>
        </p:nvSpPr>
        <p:spPr>
          <a:xfrm xmlns:a="http://schemas.openxmlformats.org/drawingml/2006/main">
            <a:off x="4333875" y="7286625"/>
            <a:ext cx="2238375" cy="24765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127" name="dp44-comparison / n136 / text 1">
            <a:extLst xmlns:a="http://schemas.openxmlformats.org/drawingml/2006/main">
              <a:ext uri="{FF2B5EF4-FFF2-40B4-BE49-F238E27FC236}">
                <a16:creationId xmlns:a16="http://schemas.microsoft.com/office/drawing/2014/main" id="{48208C9F-CDE4-4AA8-9C76-ED115EC79CF7}"/>
              </a:ext>
            </a:extLst>
          </p:cNvPr>
          <p:cNvSpPr>
            <a:spLocks xmlns:a="http://schemas.openxmlformats.org/drawingml/2006/main" noGrp="1"/>
          </p:cNvSpPr>
          <p:nvPr/>
        </p:nvSpPr>
        <p:spPr>
          <a:xfrm xmlns:a="http://schemas.openxmlformats.org/drawingml/2006/main">
            <a:off x="4419600" y="7317581"/>
            <a:ext cx="2066925"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25" b="1">
                <a:solidFill>
                  <a:srgbClr val="000000"/>
                </a:solidFill>
                <a:latin typeface="Apple SD Gothic Neo"/>
                <a:ea typeface="Apple SD Gothic Neo"/>
                <a:cs typeface="Apple SD Gothic Neo"/>
              </a:defRPr>
            </a:pPr>
            <a:r>
              <a:rPr sz="1125" b="1">
                <a:solidFill>
                  <a:srgbClr val="000000"/>
                </a:solidFill>
                <a:latin typeface="Apple SD Gothic Neo"/>
                <a:ea typeface="Apple SD Gothic Neo"/>
                <a:cs typeface="Apple SD Gothic Neo"/>
              </a:rPr>
              <a:t>Dispatcher: 현재성 검사</a:t>
            </a:r>
          </a:p>
        </p:txBody>
      </p:sp>
      <p:sp>
        <p:nvSpPr>
          <p:cNvPr id="128" name="dp44-comparison / n137 / path">
            <a:extLst xmlns:a="http://schemas.openxmlformats.org/drawingml/2006/main">
              <a:ext uri="{FF2B5EF4-FFF2-40B4-BE49-F238E27FC236}">
                <a16:creationId xmlns:a16="http://schemas.microsoft.com/office/drawing/2014/main" id="{9043EE74-85D0-4B1F-9AC1-3F1712AE4D66}"/>
              </a:ext>
            </a:extLst>
          </p:cNvPr>
          <p:cNvSpPr>
            <a:spLocks xmlns:a="http://schemas.openxmlformats.org/drawingml/2006/main" noGrp="1"/>
          </p:cNvSpPr>
          <p:nvPr/>
        </p:nvSpPr>
        <p:spPr>
          <a:xfrm xmlns:a="http://schemas.openxmlformats.org/drawingml/2006/main">
            <a:off x="3905250" y="7410450"/>
            <a:ext cx="428625" cy="953"/>
          </a:xfrm>
          <a:custGeom xmlns:a="http://schemas.openxmlformats.org/drawingml/2006/main">
            <a:pathLst>
              <a:path w="428625" h="953">
                <a:moveTo>
                  <a:pt x="0" y="0"/>
                </a:moveTo>
                <a:lnTo>
                  <a:pt x="428625" y="0"/>
                </a:lnTo>
              </a:path>
            </a:pathLst>
          </a:custGeom>
          <a:noFill xmlns:a="http://schemas.openxmlformats.org/drawingml/2006/main"/>
          <a:ln xmlns:a="http://schemas.openxmlformats.org/drawingml/2006/main" w="10478">
            <a:solidFill>
              <a:srgbClr val="B8753F"/>
            </a:solidFill>
            <a:prstDash val="solid"/>
          </a:ln>
        </p:spPr>
      </p:sp>
      <p:sp>
        <p:nvSpPr>
          <p:cNvPr id="129" name="dp44-comparison / n137 / arrow">
            <a:extLst xmlns:a="http://schemas.openxmlformats.org/drawingml/2006/main">
              <a:ext uri="{FF2B5EF4-FFF2-40B4-BE49-F238E27FC236}">
                <a16:creationId xmlns:a16="http://schemas.microsoft.com/office/drawing/2014/main" id="{712EFA9B-B55A-4CF6-9538-D32EAB30E46F}"/>
              </a:ext>
            </a:extLst>
          </p:cNvPr>
          <p:cNvSpPr>
            <a:spLocks xmlns:a="http://schemas.openxmlformats.org/drawingml/2006/main" noGrp="1"/>
          </p:cNvSpPr>
          <p:nvPr/>
        </p:nvSpPr>
        <p:spPr>
          <a:xfrm xmlns:a="http://schemas.openxmlformats.org/drawingml/2006/main">
            <a:off x="4266819" y="7376922"/>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B8753F"/>
            </a:solidFill>
            <a:prstDash val="solid"/>
          </a:ln>
        </p:spPr>
      </p:sp>
      <p:sp>
        <p:nvSpPr>
          <p:cNvPr id="130" name="dp44-comparison / n138">
            <a:extLst xmlns:a="http://schemas.openxmlformats.org/drawingml/2006/main">
              <a:ext uri="{FF2B5EF4-FFF2-40B4-BE49-F238E27FC236}">
                <a16:creationId xmlns:a16="http://schemas.microsoft.com/office/drawing/2014/main" id="{68CDFE97-FDBD-4975-B9C0-B4FAC12720DD}"/>
              </a:ext>
            </a:extLst>
          </p:cNvPr>
          <p:cNvSpPr>
            <a:spLocks xmlns:a="http://schemas.openxmlformats.org/drawingml/2006/main" noGrp="1"/>
          </p:cNvSpPr>
          <p:nvPr/>
        </p:nvSpPr>
        <p:spPr>
          <a:xfrm xmlns:a="http://schemas.openxmlformats.org/drawingml/2006/main">
            <a:off x="7000875" y="7286625"/>
            <a:ext cx="2190750" cy="24765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131" name="dp44-comparison / n139 / text 1">
            <a:extLst xmlns:a="http://schemas.openxmlformats.org/drawingml/2006/main">
              <a:ext uri="{FF2B5EF4-FFF2-40B4-BE49-F238E27FC236}">
                <a16:creationId xmlns:a16="http://schemas.microsoft.com/office/drawing/2014/main" id="{B811A49B-39A1-455B-81E5-59898E583A75}"/>
              </a:ext>
            </a:extLst>
          </p:cNvPr>
          <p:cNvSpPr>
            <a:spLocks xmlns:a="http://schemas.openxmlformats.org/drawingml/2006/main" noGrp="1"/>
          </p:cNvSpPr>
          <p:nvPr/>
        </p:nvSpPr>
        <p:spPr>
          <a:xfrm xmlns:a="http://schemas.openxmlformats.org/drawingml/2006/main">
            <a:off x="7086600" y="7317581"/>
            <a:ext cx="2019300"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25" b="1">
                <a:solidFill>
                  <a:srgbClr val="000000"/>
                </a:solidFill>
                <a:latin typeface="Apple SD Gothic Neo"/>
                <a:ea typeface="Apple SD Gothic Neo"/>
                <a:cs typeface="Apple SD Gothic Neo"/>
              </a:defRPr>
            </a:pPr>
            <a:r>
              <a:rPr sz="1125" b="1">
                <a:solidFill>
                  <a:srgbClr val="000000"/>
                </a:solidFill>
                <a:latin typeface="Apple SD Gothic Neo"/>
                <a:ea typeface="Apple SD Gothic Neo"/>
                <a:cs typeface="Apple SD Gothic Neo"/>
              </a:rPr>
              <a:t>중앙에서 무효 후보 폐기</a:t>
            </a:r>
          </a:p>
        </p:txBody>
      </p:sp>
      <p:sp>
        <p:nvSpPr>
          <p:cNvPr id="132" name="dp44-comparison / n140 / path">
            <a:extLst xmlns:a="http://schemas.openxmlformats.org/drawingml/2006/main">
              <a:ext uri="{FF2B5EF4-FFF2-40B4-BE49-F238E27FC236}">
                <a16:creationId xmlns:a16="http://schemas.microsoft.com/office/drawing/2014/main" id="{B258BD81-9FDA-4151-8781-897A5D7BDB00}"/>
              </a:ext>
            </a:extLst>
          </p:cNvPr>
          <p:cNvSpPr>
            <a:spLocks xmlns:a="http://schemas.openxmlformats.org/drawingml/2006/main" noGrp="1"/>
          </p:cNvSpPr>
          <p:nvPr/>
        </p:nvSpPr>
        <p:spPr>
          <a:xfrm xmlns:a="http://schemas.openxmlformats.org/drawingml/2006/main">
            <a:off x="6572250" y="7410450"/>
            <a:ext cx="428625" cy="953"/>
          </a:xfrm>
          <a:custGeom xmlns:a="http://schemas.openxmlformats.org/drawingml/2006/main">
            <a:pathLst>
              <a:path w="428625" h="953">
                <a:moveTo>
                  <a:pt x="0" y="0"/>
                </a:moveTo>
                <a:lnTo>
                  <a:pt x="428625" y="0"/>
                </a:lnTo>
              </a:path>
            </a:pathLst>
          </a:custGeom>
          <a:noFill xmlns:a="http://schemas.openxmlformats.org/drawingml/2006/main"/>
          <a:ln xmlns:a="http://schemas.openxmlformats.org/drawingml/2006/main" w="10478">
            <a:solidFill>
              <a:srgbClr val="B8753F"/>
            </a:solidFill>
            <a:prstDash val="solid"/>
          </a:ln>
        </p:spPr>
      </p:sp>
      <p:sp>
        <p:nvSpPr>
          <p:cNvPr id="133" name="dp44-comparison / n140 / arrow">
            <a:extLst xmlns:a="http://schemas.openxmlformats.org/drawingml/2006/main">
              <a:ext uri="{FF2B5EF4-FFF2-40B4-BE49-F238E27FC236}">
                <a16:creationId xmlns:a16="http://schemas.microsoft.com/office/drawing/2014/main" id="{536EE20C-A226-4582-B302-20F16CB4500B}"/>
              </a:ext>
            </a:extLst>
          </p:cNvPr>
          <p:cNvSpPr>
            <a:spLocks xmlns:a="http://schemas.openxmlformats.org/drawingml/2006/main" noGrp="1"/>
          </p:cNvSpPr>
          <p:nvPr/>
        </p:nvSpPr>
        <p:spPr>
          <a:xfrm xmlns:a="http://schemas.openxmlformats.org/drawingml/2006/main">
            <a:off x="6933819" y="7376922"/>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B8753F"/>
            </a:solidFill>
            <a:prstDash val="solid"/>
          </a:ln>
        </p:spPr>
      </p:sp>
      <p:sp>
        <p:nvSpPr>
          <p:cNvPr id="134" name="dp44-comparison / n76">
            <a:extLst xmlns:a="http://schemas.openxmlformats.org/drawingml/2006/main">
              <a:ext uri="{FF2B5EF4-FFF2-40B4-BE49-F238E27FC236}">
                <a16:creationId xmlns:a16="http://schemas.microsoft.com/office/drawing/2014/main" id="{F289C4E9-DE90-44E9-A4BF-1724F11E58C6}"/>
              </a:ext>
            </a:extLst>
          </p:cNvPr>
          <p:cNvSpPr>
            <a:spLocks xmlns:a="http://schemas.openxmlformats.org/drawingml/2006/main" noGrp="1"/>
          </p:cNvSpPr>
          <p:nvPr/>
        </p:nvSpPr>
        <p:spPr>
          <a:xfrm xmlns:a="http://schemas.openxmlformats.org/drawingml/2006/main">
            <a:off x="1647825" y="2771775"/>
            <a:ext cx="2439353" cy="1905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35" name="dp44-comparison / n77 / text 1">
            <a:extLst xmlns:a="http://schemas.openxmlformats.org/drawingml/2006/main">
              <a:ext uri="{FF2B5EF4-FFF2-40B4-BE49-F238E27FC236}">
                <a16:creationId xmlns:a16="http://schemas.microsoft.com/office/drawing/2014/main" id="{05E739A1-FAF3-472D-BE01-11592BC16012}"/>
              </a:ext>
            </a:extLst>
          </p:cNvPr>
          <p:cNvSpPr>
            <a:spLocks xmlns:a="http://schemas.openxmlformats.org/drawingml/2006/main" noGrp="1"/>
          </p:cNvSpPr>
          <p:nvPr/>
        </p:nvSpPr>
        <p:spPr>
          <a:xfrm xmlns:a="http://schemas.openxmlformats.org/drawingml/2006/main">
            <a:off x="1666875" y="2781300"/>
            <a:ext cx="3905250"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0">
                <a:solidFill>
                  <a:srgbClr val="000000"/>
                </a:solidFill>
                <a:latin typeface="Apple SD Gothic Neo"/>
                <a:ea typeface="Apple SD Gothic Neo"/>
                <a:cs typeface="Apple SD Gothic Neo"/>
              </a:defRPr>
            </a:pPr>
            <a:r>
              <a:rPr sz="1125" b="0">
                <a:solidFill>
                  <a:srgbClr val="000000"/>
                </a:solidFill>
                <a:latin typeface="Apple SD Gothic Neo"/>
                <a:ea typeface="Apple SD Gothic Neo"/>
                <a:cs typeface="Apple SD Gothic Neo"/>
              </a:rPr>
              <a:t>Input1: “잠깐, 표부터 설명해줘”</a:t>
            </a:r>
          </a:p>
        </p:txBody>
      </p:sp>
      <p:sp>
        <p:nvSpPr>
          <p:cNvPr id="136" name="dp44-comparison / n78">
            <a:extLst xmlns:a="http://schemas.openxmlformats.org/drawingml/2006/main">
              <a:ext uri="{FF2B5EF4-FFF2-40B4-BE49-F238E27FC236}">
                <a16:creationId xmlns:a16="http://schemas.microsoft.com/office/drawing/2014/main" id="{87DB0927-C4C4-412A-88E4-4482D65E7446}"/>
              </a:ext>
            </a:extLst>
          </p:cNvPr>
          <p:cNvSpPr>
            <a:spLocks xmlns:a="http://schemas.openxmlformats.org/drawingml/2006/main" noGrp="1"/>
          </p:cNvSpPr>
          <p:nvPr/>
        </p:nvSpPr>
        <p:spPr>
          <a:xfrm xmlns:a="http://schemas.openxmlformats.org/drawingml/2006/main">
            <a:off x="6315075" y="2771775"/>
            <a:ext cx="2556510" cy="17907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37" name="dp44-comparison / n79 / text 1">
            <a:extLst xmlns:a="http://schemas.openxmlformats.org/drawingml/2006/main">
              <a:ext uri="{FF2B5EF4-FFF2-40B4-BE49-F238E27FC236}">
                <a16:creationId xmlns:a16="http://schemas.microsoft.com/office/drawing/2014/main" id="{53E92F3B-5DFA-4305-8DBD-F9FB2F35048C}"/>
              </a:ext>
            </a:extLst>
          </p:cNvPr>
          <p:cNvSpPr>
            <a:spLocks xmlns:a="http://schemas.openxmlformats.org/drawingml/2006/main" noGrp="1"/>
          </p:cNvSpPr>
          <p:nvPr/>
        </p:nvSpPr>
        <p:spPr>
          <a:xfrm xmlns:a="http://schemas.openxmlformats.org/drawingml/2006/main">
            <a:off x="6334125" y="2781300"/>
            <a:ext cx="3048000" cy="19335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0">
                <a:solidFill>
                  <a:srgbClr val="000000"/>
                </a:solidFill>
                <a:latin typeface="Apple SD Gothic Neo"/>
                <a:ea typeface="Apple SD Gothic Neo"/>
                <a:cs typeface="Apple SD Gothic Neo"/>
              </a:defRPr>
            </a:pPr>
            <a:r>
              <a:rPr sz="1050" b="0">
                <a:solidFill>
                  <a:srgbClr val="000000"/>
                </a:solidFill>
                <a:latin typeface="Apple SD Gothic Neo"/>
                <a:ea typeface="Apple SD Gothic Neo"/>
                <a:cs typeface="Apple SD Gothic Neo"/>
              </a:rPr>
              <a:t>Task1 메일 / Question1 수신자 질문</a:t>
            </a:r>
          </a:p>
        </p:txBody>
      </p:sp>
      <p:sp>
        <p:nvSpPr>
          <p:cNvPr id="138" name="dp44-comparison / n90">
            <a:extLst xmlns:a="http://schemas.openxmlformats.org/drawingml/2006/main">
              <a:ext uri="{FF2B5EF4-FFF2-40B4-BE49-F238E27FC236}">
                <a16:creationId xmlns:a16="http://schemas.microsoft.com/office/drawing/2014/main" id="{D5F23B8E-2E9C-4EF4-BD29-A448075A1747}"/>
              </a:ext>
            </a:extLst>
          </p:cNvPr>
          <p:cNvSpPr>
            <a:spLocks xmlns:a="http://schemas.openxmlformats.org/drawingml/2006/main" noGrp="1"/>
          </p:cNvSpPr>
          <p:nvPr/>
        </p:nvSpPr>
        <p:spPr>
          <a:xfrm xmlns:a="http://schemas.openxmlformats.org/drawingml/2006/main">
            <a:off x="1838325" y="4038600"/>
            <a:ext cx="2650808" cy="21336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39" name="dp44-comparison / n91 / text 1">
            <a:extLst xmlns:a="http://schemas.openxmlformats.org/drawingml/2006/main">
              <a:ext uri="{FF2B5EF4-FFF2-40B4-BE49-F238E27FC236}">
                <a16:creationId xmlns:a16="http://schemas.microsoft.com/office/drawing/2014/main" id="{E0FA0537-9907-4006-A3B4-7CBCDEDDA618}"/>
              </a:ext>
            </a:extLst>
          </p:cNvPr>
          <p:cNvSpPr>
            <a:spLocks xmlns:a="http://schemas.openxmlformats.org/drawingml/2006/main" noGrp="1"/>
          </p:cNvSpPr>
          <p:nvPr/>
        </p:nvSpPr>
        <p:spPr>
          <a:xfrm xmlns:a="http://schemas.openxmlformats.org/drawingml/2006/main">
            <a:off x="1857375" y="4048125"/>
            <a:ext cx="3714750"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000000"/>
                </a:solidFill>
                <a:latin typeface="Apple SD Gothic Neo"/>
                <a:ea typeface="Apple SD Gothic Neo"/>
                <a:cs typeface="Apple SD Gothic Neo"/>
              </a:defRPr>
            </a:pPr>
            <a:r>
              <a:rPr sz="1275" b="0">
                <a:solidFill>
                  <a:srgbClr val="000000"/>
                </a:solidFill>
                <a:latin typeface="Apple SD Gothic Neo"/>
                <a:ea typeface="Apple SD Gothic Neo"/>
                <a:cs typeface="Apple SD Gothic Neo"/>
              </a:rPr>
              <a:t>다음 실행 지시와 완료 결과 회수</a:t>
            </a:r>
          </a:p>
        </p:txBody>
      </p:sp>
      <p:sp>
        <p:nvSpPr>
          <p:cNvPr id="140" name="dp44-comparison / n92">
            <a:extLst xmlns:a="http://schemas.openxmlformats.org/drawingml/2006/main">
              <a:ext uri="{FF2B5EF4-FFF2-40B4-BE49-F238E27FC236}">
                <a16:creationId xmlns:a16="http://schemas.microsoft.com/office/drawing/2014/main" id="{11B5A139-4F14-42BD-93BC-A7AD2BF9C3EF}"/>
              </a:ext>
            </a:extLst>
          </p:cNvPr>
          <p:cNvSpPr>
            <a:spLocks xmlns:a="http://schemas.openxmlformats.org/drawingml/2006/main" noGrp="1"/>
          </p:cNvSpPr>
          <p:nvPr/>
        </p:nvSpPr>
        <p:spPr>
          <a:xfrm xmlns:a="http://schemas.openxmlformats.org/drawingml/2006/main">
            <a:off x="5857875" y="3943350"/>
            <a:ext cx="3095625" cy="438150"/>
          </a:xfrm>
          <a:custGeom xmlns:a="http://schemas.openxmlformats.org/drawingml/2006/main">
            <a:pathLst>
              <a:path w="3095625" h="438150">
                <a:moveTo>
                  <a:pt x="0" y="0"/>
                </a:moveTo>
                <a:lnTo>
                  <a:pt x="2924175" y="0"/>
                </a:lnTo>
                <a:lnTo>
                  <a:pt x="3095625" y="171450"/>
                </a:lnTo>
                <a:lnTo>
                  <a:pt x="3095625" y="438150"/>
                </a:lnTo>
                <a:lnTo>
                  <a:pt x="0" y="438150"/>
                </a:lnTo>
                <a:close/>
              </a:path>
            </a:pathLst>
          </a:custGeom>
          <a:solidFill xmlns:a="http://schemas.openxmlformats.org/drawingml/2006/main">
            <a:srgbClr val="FFFFFF"/>
          </a:solidFill>
          <a:ln xmlns:a="http://schemas.openxmlformats.org/drawingml/2006/main" w="9525">
            <a:solidFill>
              <a:srgbClr val="000000"/>
            </a:solidFill>
            <a:prstDash val="solid"/>
          </a:ln>
        </p:spPr>
      </p:sp>
      <p:sp>
        <p:nvSpPr>
          <p:cNvPr id="141" name="dp44-comparison / n92 / fold">
            <a:extLst xmlns:a="http://schemas.openxmlformats.org/drawingml/2006/main">
              <a:ext uri="{FF2B5EF4-FFF2-40B4-BE49-F238E27FC236}">
                <a16:creationId xmlns:a16="http://schemas.microsoft.com/office/drawing/2014/main" id="{279290AA-72A4-4AB9-AC21-C8934C8AC2C9}"/>
              </a:ext>
            </a:extLst>
          </p:cNvPr>
          <p:cNvSpPr>
            <a:spLocks xmlns:a="http://schemas.openxmlformats.org/drawingml/2006/main" noGrp="1"/>
          </p:cNvSpPr>
          <p:nvPr/>
        </p:nvSpPr>
        <p:spPr>
          <a:xfrm xmlns:a="http://schemas.openxmlformats.org/drawingml/2006/main">
            <a:off x="8782050" y="3943350"/>
            <a:ext cx="171450" cy="171450"/>
          </a:xfrm>
          <a:custGeom xmlns:a="http://schemas.openxmlformats.org/drawingml/2006/main">
            <a:pathLst>
              <a:path w="171450" h="171450">
                <a:moveTo>
                  <a:pt x="0" y="0"/>
                </a:moveTo>
                <a:lnTo>
                  <a:pt x="0" y="171450"/>
                </a:lnTo>
                <a:lnTo>
                  <a:pt x="171450" y="171450"/>
                </a:lnTo>
              </a:path>
            </a:pathLst>
          </a:custGeom>
          <a:noFill xmlns:a="http://schemas.openxmlformats.org/drawingml/2006/main"/>
          <a:ln xmlns:a="http://schemas.openxmlformats.org/drawingml/2006/main" w="9525">
            <a:solidFill>
              <a:srgbClr val="000000"/>
            </a:solidFill>
            <a:prstDash val="solid"/>
          </a:ln>
        </p:spPr>
      </p:sp>
      <p:sp>
        <p:nvSpPr>
          <p:cNvPr id="142" name="dp44-comparison / n93 / text 1">
            <a:extLst xmlns:a="http://schemas.openxmlformats.org/drawingml/2006/main">
              <a:ext uri="{FF2B5EF4-FFF2-40B4-BE49-F238E27FC236}">
                <a16:creationId xmlns:a16="http://schemas.microsoft.com/office/drawing/2014/main" id="{A7D86476-6B88-4153-A0A2-36B2075F93A6}"/>
              </a:ext>
            </a:extLst>
          </p:cNvPr>
          <p:cNvSpPr>
            <a:spLocks xmlns:a="http://schemas.openxmlformats.org/drawingml/2006/main" noGrp="1"/>
          </p:cNvSpPr>
          <p:nvPr/>
        </p:nvSpPr>
        <p:spPr>
          <a:xfrm xmlns:a="http://schemas.openxmlformats.org/drawingml/2006/main">
            <a:off x="5953125" y="4000500"/>
            <a:ext cx="2828925" cy="14501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88" b="0">
                <a:solidFill>
                  <a:srgbClr val="000000"/>
                </a:solidFill>
                <a:latin typeface="Apple SD Gothic Neo"/>
                <a:ea typeface="Apple SD Gothic Neo"/>
                <a:cs typeface="Apple SD Gothic Neo"/>
              </a:defRPr>
            </a:pPr>
            <a:r>
              <a:rPr sz="788" b="0">
                <a:solidFill>
                  <a:srgbClr val="000000"/>
                </a:solidFill>
                <a:latin typeface="Apple SD Gothic Neo"/>
                <a:ea typeface="Apple SD Gothic Neo"/>
                <a:cs typeface="Apple SD Gothic Neo"/>
              </a:rPr>
              <a:t>Input1 / Job1: 표 설명 준비</a:t>
            </a:r>
          </a:p>
        </p:txBody>
      </p:sp>
      <p:sp>
        <p:nvSpPr>
          <p:cNvPr id="143" name="dp44-comparison / n93 / text 2">
            <a:extLst xmlns:a="http://schemas.openxmlformats.org/drawingml/2006/main">
              <a:ext uri="{FF2B5EF4-FFF2-40B4-BE49-F238E27FC236}">
                <a16:creationId xmlns:a16="http://schemas.microsoft.com/office/drawing/2014/main" id="{173AD8CC-41A7-4E19-B07C-923A3A90F22D}"/>
              </a:ext>
            </a:extLst>
          </p:cNvPr>
          <p:cNvSpPr>
            <a:spLocks xmlns:a="http://schemas.openxmlformats.org/drawingml/2006/main" noGrp="1"/>
          </p:cNvSpPr>
          <p:nvPr/>
        </p:nvSpPr>
        <p:spPr>
          <a:xfrm xmlns:a="http://schemas.openxmlformats.org/drawingml/2006/main">
            <a:off x="5953125" y="4120515"/>
            <a:ext cx="2828925" cy="14501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88" b="0">
                <a:solidFill>
                  <a:srgbClr val="000000"/>
                </a:solidFill>
                <a:latin typeface="Apple SD Gothic Neo"/>
                <a:ea typeface="Apple SD Gothic Neo"/>
                <a:cs typeface="Apple SD Gothic Neo"/>
              </a:defRPr>
            </a:pPr>
            <a:r>
              <a:rPr sz="788" b="0">
                <a:solidFill>
                  <a:srgbClr val="000000"/>
                </a:solidFill>
                <a:latin typeface="Apple SD Gothic Neo"/>
                <a:ea typeface="Apple SD Gothic Neo"/>
                <a:cs typeface="Apple SD Gothic Neo"/>
              </a:rPr>
              <a:t>next:PREPARE_RESPONSE / waiting:Meaning1</a:t>
            </a:r>
          </a:p>
        </p:txBody>
      </p:sp>
      <p:sp>
        <p:nvSpPr>
          <p:cNvPr id="144" name="dp44-comparison / n93 / text 3">
            <a:extLst xmlns:a="http://schemas.openxmlformats.org/drawingml/2006/main">
              <a:ext uri="{FF2B5EF4-FFF2-40B4-BE49-F238E27FC236}">
                <a16:creationId xmlns:a16="http://schemas.microsoft.com/office/drawing/2014/main" id="{91EB7E34-65BA-41A7-9D37-183A37BC8737}"/>
              </a:ext>
            </a:extLst>
          </p:cNvPr>
          <p:cNvSpPr>
            <a:spLocks xmlns:a="http://schemas.openxmlformats.org/drawingml/2006/main" noGrp="1"/>
          </p:cNvSpPr>
          <p:nvPr/>
        </p:nvSpPr>
        <p:spPr>
          <a:xfrm xmlns:a="http://schemas.openxmlformats.org/drawingml/2006/main">
            <a:off x="5953125" y="4240530"/>
            <a:ext cx="2828925" cy="14501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88" b="0">
                <a:solidFill>
                  <a:srgbClr val="000000"/>
                </a:solidFill>
                <a:latin typeface="Apple SD Gothic Neo"/>
                <a:ea typeface="Apple SD Gothic Neo"/>
                <a:cs typeface="Apple SD Gothic Neo"/>
              </a:defRPr>
            </a:pPr>
            <a:r>
              <a:rPr sz="788" b="0">
                <a:solidFill>
                  <a:srgbClr val="000000"/>
                </a:solidFill>
                <a:latin typeface="Apple SD Gothic Neo"/>
                <a:ea typeface="Apple SD Gothic Neo"/>
                <a:cs typeface="Apple SD Gothic Neo"/>
              </a:rPr>
              <a:t>이전 Input0의 Candidate0: 무효</a:t>
            </a:r>
          </a:p>
        </p:txBody>
      </p:sp>
      <p:sp>
        <p:nvSpPr>
          <p:cNvPr id="145" name="dp44-comparison / n102">
            <a:extLst xmlns:a="http://schemas.openxmlformats.org/drawingml/2006/main">
              <a:ext uri="{FF2B5EF4-FFF2-40B4-BE49-F238E27FC236}">
                <a16:creationId xmlns:a16="http://schemas.microsoft.com/office/drawing/2014/main" id="{55CC5202-49B6-45AD-9E73-42EAD8DB4D1A}"/>
              </a:ext>
            </a:extLst>
          </p:cNvPr>
          <p:cNvSpPr>
            <a:spLocks xmlns:a="http://schemas.openxmlformats.org/drawingml/2006/main" noGrp="1"/>
          </p:cNvSpPr>
          <p:nvPr/>
        </p:nvSpPr>
        <p:spPr>
          <a:xfrm xmlns:a="http://schemas.openxmlformats.org/drawingml/2006/main">
            <a:off x="1647825" y="5133975"/>
            <a:ext cx="1505141" cy="16764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46" name="dp44-comparison / n103 / text 1">
            <a:extLst xmlns:a="http://schemas.openxmlformats.org/drawingml/2006/main">
              <a:ext uri="{FF2B5EF4-FFF2-40B4-BE49-F238E27FC236}">
                <a16:creationId xmlns:a16="http://schemas.microsoft.com/office/drawing/2014/main" id="{7487C113-A447-4727-A4C0-BB9E0DBEA582}"/>
              </a:ext>
            </a:extLst>
          </p:cNvPr>
          <p:cNvSpPr>
            <a:spLocks xmlns:a="http://schemas.openxmlformats.org/drawingml/2006/main" noGrp="1"/>
          </p:cNvSpPr>
          <p:nvPr/>
        </p:nvSpPr>
        <p:spPr>
          <a:xfrm xmlns:a="http://schemas.openxmlformats.org/drawingml/2006/main">
            <a:off x="1666875" y="5143500"/>
            <a:ext cx="2238375" cy="17954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75" b="0">
                <a:solidFill>
                  <a:srgbClr val="000000"/>
                </a:solidFill>
                <a:latin typeface="Apple SD Gothic Neo"/>
                <a:ea typeface="Apple SD Gothic Neo"/>
                <a:cs typeface="Apple SD Gothic Neo"/>
              </a:defRPr>
            </a:pPr>
            <a:r>
              <a:rPr sz="975" b="0">
                <a:solidFill>
                  <a:srgbClr val="000000"/>
                </a:solidFill>
                <a:latin typeface="Apple SD Gothic Neo"/>
                <a:ea typeface="Apple SD Gothic Neo"/>
                <a:cs typeface="Apple SD Gothic Neo"/>
              </a:rPr>
              <a:t>① 이해 완료: Meaning1</a:t>
            </a:r>
          </a:p>
        </p:txBody>
      </p:sp>
      <p:sp>
        <p:nvSpPr>
          <p:cNvPr id="147" name="dp44-comparison / n109">
            <a:extLst xmlns:a="http://schemas.openxmlformats.org/drawingml/2006/main">
              <a:ext uri="{FF2B5EF4-FFF2-40B4-BE49-F238E27FC236}">
                <a16:creationId xmlns:a16="http://schemas.microsoft.com/office/drawing/2014/main" id="{1D8DBF09-C03E-4CC6-9726-35AF10E46FAB}"/>
              </a:ext>
            </a:extLst>
          </p:cNvPr>
          <p:cNvSpPr>
            <a:spLocks xmlns:a="http://schemas.openxmlformats.org/drawingml/2006/main" noGrp="1"/>
          </p:cNvSpPr>
          <p:nvPr/>
        </p:nvSpPr>
        <p:spPr>
          <a:xfrm xmlns:a="http://schemas.openxmlformats.org/drawingml/2006/main">
            <a:off x="5029200" y="4381500"/>
            <a:ext cx="2291334" cy="15621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48" name="dp44-comparison / n110 / text 1">
            <a:extLst xmlns:a="http://schemas.openxmlformats.org/drawingml/2006/main">
              <a:ext uri="{FF2B5EF4-FFF2-40B4-BE49-F238E27FC236}">
                <a16:creationId xmlns:a16="http://schemas.microsoft.com/office/drawing/2014/main" id="{61CA4038-CED3-46CB-937E-42E0C81EE4EF}"/>
              </a:ext>
            </a:extLst>
          </p:cNvPr>
          <p:cNvSpPr>
            <a:spLocks xmlns:a="http://schemas.openxmlformats.org/drawingml/2006/main" noGrp="1"/>
          </p:cNvSpPr>
          <p:nvPr/>
        </p:nvSpPr>
        <p:spPr>
          <a:xfrm xmlns:a="http://schemas.openxmlformats.org/drawingml/2006/main">
            <a:off x="5048250" y="4391025"/>
            <a:ext cx="390525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② 중앙의 준비 지시 / ③ 준비 결과 회수</a:t>
            </a:r>
          </a:p>
        </p:txBody>
      </p:sp>
      <p:sp>
        <p:nvSpPr>
          <p:cNvPr id="149" name="dp44-comparison / n111">
            <a:extLst xmlns:a="http://schemas.openxmlformats.org/drawingml/2006/main">
              <a:ext uri="{FF2B5EF4-FFF2-40B4-BE49-F238E27FC236}">
                <a16:creationId xmlns:a16="http://schemas.microsoft.com/office/drawing/2014/main" id="{8BC4E8AC-1364-41BD-8188-FB457EDC7D3C}"/>
              </a:ext>
            </a:extLst>
          </p:cNvPr>
          <p:cNvSpPr>
            <a:spLocks xmlns:a="http://schemas.openxmlformats.org/drawingml/2006/main" noGrp="1"/>
          </p:cNvSpPr>
          <p:nvPr/>
        </p:nvSpPr>
        <p:spPr>
          <a:xfrm xmlns:a="http://schemas.openxmlformats.org/drawingml/2006/main">
            <a:off x="1666875" y="5362575"/>
            <a:ext cx="2238375" cy="685800"/>
          </a:xfrm>
          <a:custGeom xmlns:a="http://schemas.openxmlformats.org/drawingml/2006/main">
            <a:pathLst>
              <a:path w="2238375" h="685800">
                <a:moveTo>
                  <a:pt x="0" y="0"/>
                </a:moveTo>
                <a:lnTo>
                  <a:pt x="2066925" y="0"/>
                </a:lnTo>
                <a:lnTo>
                  <a:pt x="2238375" y="171450"/>
                </a:lnTo>
                <a:lnTo>
                  <a:pt x="2238375" y="685800"/>
                </a:lnTo>
                <a:lnTo>
                  <a:pt x="0" y="685800"/>
                </a:lnTo>
                <a:close/>
              </a:path>
            </a:pathLst>
          </a:custGeom>
          <a:solidFill xmlns:a="http://schemas.openxmlformats.org/drawingml/2006/main">
            <a:srgbClr val="FFFFFF"/>
          </a:solidFill>
          <a:ln xmlns:a="http://schemas.openxmlformats.org/drawingml/2006/main" w="9525">
            <a:solidFill>
              <a:srgbClr val="000000"/>
            </a:solidFill>
            <a:prstDash val="solid"/>
          </a:ln>
        </p:spPr>
      </p:sp>
      <p:sp>
        <p:nvSpPr>
          <p:cNvPr id="150" name="dp44-comparison / n111 / fold">
            <a:extLst xmlns:a="http://schemas.openxmlformats.org/drawingml/2006/main">
              <a:ext uri="{FF2B5EF4-FFF2-40B4-BE49-F238E27FC236}">
                <a16:creationId xmlns:a16="http://schemas.microsoft.com/office/drawing/2014/main" id="{E02F3065-42B8-4949-B8F9-C5D244F7CE00}"/>
              </a:ext>
            </a:extLst>
          </p:cNvPr>
          <p:cNvSpPr>
            <a:spLocks xmlns:a="http://schemas.openxmlformats.org/drawingml/2006/main" noGrp="1"/>
          </p:cNvSpPr>
          <p:nvPr/>
        </p:nvSpPr>
        <p:spPr>
          <a:xfrm xmlns:a="http://schemas.openxmlformats.org/drawingml/2006/main">
            <a:off x="3733800" y="5362575"/>
            <a:ext cx="171450" cy="171450"/>
          </a:xfrm>
          <a:custGeom xmlns:a="http://schemas.openxmlformats.org/drawingml/2006/main">
            <a:pathLst>
              <a:path w="171450" h="171450">
                <a:moveTo>
                  <a:pt x="0" y="0"/>
                </a:moveTo>
                <a:lnTo>
                  <a:pt x="0" y="171450"/>
                </a:lnTo>
                <a:lnTo>
                  <a:pt x="171450" y="171450"/>
                </a:lnTo>
              </a:path>
            </a:pathLst>
          </a:custGeom>
          <a:noFill xmlns:a="http://schemas.openxmlformats.org/drawingml/2006/main"/>
          <a:ln xmlns:a="http://schemas.openxmlformats.org/drawingml/2006/main" w="9525">
            <a:solidFill>
              <a:srgbClr val="000000"/>
            </a:solidFill>
            <a:prstDash val="solid"/>
          </a:ln>
        </p:spPr>
      </p:sp>
      <p:sp>
        <p:nvSpPr>
          <p:cNvPr id="151" name="dp44-comparison / n112 / text 1">
            <a:extLst xmlns:a="http://schemas.openxmlformats.org/drawingml/2006/main">
              <a:ext uri="{FF2B5EF4-FFF2-40B4-BE49-F238E27FC236}">
                <a16:creationId xmlns:a16="http://schemas.microsoft.com/office/drawing/2014/main" id="{29700A5F-724C-4E7C-8332-5FFBB94D0F3B}"/>
              </a:ext>
            </a:extLst>
          </p:cNvPr>
          <p:cNvSpPr>
            <a:spLocks xmlns:a="http://schemas.openxmlformats.org/drawingml/2006/main" noGrp="1"/>
          </p:cNvSpPr>
          <p:nvPr/>
        </p:nvSpPr>
        <p:spPr>
          <a:xfrm xmlns:a="http://schemas.openxmlformats.org/drawingml/2006/main">
            <a:off x="1762125" y="5419725"/>
            <a:ext cx="1971675"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준비 완료: Candidate1</a:t>
            </a:r>
          </a:p>
        </p:txBody>
      </p:sp>
      <p:sp>
        <p:nvSpPr>
          <p:cNvPr id="152" name="dp44-comparison / n112 / text 2">
            <a:extLst xmlns:a="http://schemas.openxmlformats.org/drawingml/2006/main">
              <a:ext uri="{FF2B5EF4-FFF2-40B4-BE49-F238E27FC236}">
                <a16:creationId xmlns:a16="http://schemas.microsoft.com/office/drawing/2014/main" id="{18B41B95-9D34-4721-94BF-D5E048E95F14}"/>
              </a:ext>
            </a:extLst>
          </p:cNvPr>
          <p:cNvSpPr>
            <a:spLocks xmlns:a="http://schemas.openxmlformats.org/drawingml/2006/main" noGrp="1"/>
          </p:cNvSpPr>
          <p:nvPr/>
        </p:nvSpPr>
        <p:spPr>
          <a:xfrm xmlns:a="http://schemas.openxmlformats.org/drawingml/2006/main">
            <a:off x="1762125" y="5545455"/>
            <a:ext cx="1971675"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input_ref:Input1</a:t>
            </a:r>
          </a:p>
        </p:txBody>
      </p:sp>
      <p:sp>
        <p:nvSpPr>
          <p:cNvPr id="153" name="dp44-comparison / n112 / text 3">
            <a:extLst xmlns:a="http://schemas.openxmlformats.org/drawingml/2006/main">
              <a:ext uri="{FF2B5EF4-FFF2-40B4-BE49-F238E27FC236}">
                <a16:creationId xmlns:a16="http://schemas.microsoft.com/office/drawing/2014/main" id="{B270D763-09E0-4E36-8DE2-02E0076CC2EF}"/>
              </a:ext>
            </a:extLst>
          </p:cNvPr>
          <p:cNvSpPr>
            <a:spLocks xmlns:a="http://schemas.openxmlformats.org/drawingml/2006/main" noGrp="1"/>
          </p:cNvSpPr>
          <p:nvPr/>
        </p:nvSpPr>
        <p:spPr>
          <a:xfrm xmlns:a="http://schemas.openxmlformats.org/drawingml/2006/main">
            <a:off x="1762125" y="5671185"/>
            <a:ext cx="1971675"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content_ref:표 설명</a:t>
            </a:r>
          </a:p>
        </p:txBody>
      </p:sp>
      <p:sp>
        <p:nvSpPr>
          <p:cNvPr id="154" name="dp44-comparison / n112 / text 4">
            <a:extLst xmlns:a="http://schemas.openxmlformats.org/drawingml/2006/main">
              <a:ext uri="{FF2B5EF4-FFF2-40B4-BE49-F238E27FC236}">
                <a16:creationId xmlns:a16="http://schemas.microsoft.com/office/drawing/2014/main" id="{39C1615A-83EE-4C79-821A-F2DCF258BF42}"/>
              </a:ext>
            </a:extLst>
          </p:cNvPr>
          <p:cNvSpPr>
            <a:spLocks xmlns:a="http://schemas.openxmlformats.org/drawingml/2006/main" noGrp="1"/>
          </p:cNvSpPr>
          <p:nvPr/>
        </p:nvSpPr>
        <p:spPr>
          <a:xfrm xmlns:a="http://schemas.openxmlformats.org/drawingml/2006/main">
            <a:off x="1762125" y="5796915"/>
            <a:ext cx="1971675"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이 후보도 Dispatcher로 반환</a:t>
            </a:r>
          </a:p>
        </p:txBody>
      </p:sp>
      <p:sp>
        <p:nvSpPr>
          <p:cNvPr id="155" name="dp44-comparison / n113">
            <a:extLst xmlns:a="http://schemas.openxmlformats.org/drawingml/2006/main">
              <a:ext uri="{FF2B5EF4-FFF2-40B4-BE49-F238E27FC236}">
                <a16:creationId xmlns:a16="http://schemas.microsoft.com/office/drawing/2014/main" id="{50242484-72C3-471B-810C-893FF46775D5}"/>
              </a:ext>
            </a:extLst>
          </p:cNvPr>
          <p:cNvSpPr>
            <a:spLocks xmlns:a="http://schemas.openxmlformats.org/drawingml/2006/main" noGrp="1"/>
          </p:cNvSpPr>
          <p:nvPr/>
        </p:nvSpPr>
        <p:spPr>
          <a:xfrm xmlns:a="http://schemas.openxmlformats.org/drawingml/2006/main">
            <a:off x="4600575" y="5610225"/>
            <a:ext cx="2676144" cy="20193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56" name="dp44-comparison / n114 / text 1">
            <a:extLst xmlns:a="http://schemas.openxmlformats.org/drawingml/2006/main">
              <a:ext uri="{FF2B5EF4-FFF2-40B4-BE49-F238E27FC236}">
                <a16:creationId xmlns:a16="http://schemas.microsoft.com/office/drawing/2014/main" id="{E76C6440-59E8-4336-A493-482342D51DD8}"/>
              </a:ext>
            </a:extLst>
          </p:cNvPr>
          <p:cNvSpPr>
            <a:spLocks xmlns:a="http://schemas.openxmlformats.org/drawingml/2006/main" noGrp="1"/>
          </p:cNvSpPr>
          <p:nvPr/>
        </p:nvSpPr>
        <p:spPr>
          <a:xfrm xmlns:a="http://schemas.openxmlformats.org/drawingml/2006/main">
            <a:off x="4619625" y="5619750"/>
            <a:ext cx="4286250"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000000"/>
                </a:solidFill>
                <a:latin typeface="Apple SD Gothic Neo"/>
                <a:ea typeface="Apple SD Gothic Neo"/>
                <a:cs typeface="Apple SD Gothic Neo"/>
              </a:defRPr>
            </a:pPr>
            <a:r>
              <a:rPr sz="1200" b="0">
                <a:solidFill>
                  <a:srgbClr val="000000"/>
                </a:solidFill>
                <a:latin typeface="Apple SD Gothic Neo"/>
                <a:ea typeface="Apple SD Gothic Neo"/>
                <a:cs typeface="Apple SD Gothic Neo"/>
              </a:rPr>
              <a:t>④ 현재성 검사 후 중앙의 게시 지시</a:t>
            </a:r>
          </a:p>
        </p:txBody>
      </p:sp>
      <p:sp>
        <p:nvSpPr>
          <p:cNvPr id="157" name="dp44-comparison / n115">
            <a:extLst xmlns:a="http://schemas.openxmlformats.org/drawingml/2006/main">
              <a:ext uri="{FF2B5EF4-FFF2-40B4-BE49-F238E27FC236}">
                <a16:creationId xmlns:a16="http://schemas.microsoft.com/office/drawing/2014/main" id="{DBDA9D9D-99E9-4381-A669-021688842A85}"/>
              </a:ext>
            </a:extLst>
          </p:cNvPr>
          <p:cNvSpPr>
            <a:spLocks xmlns:a="http://schemas.openxmlformats.org/drawingml/2006/main" noGrp="1"/>
          </p:cNvSpPr>
          <p:nvPr/>
        </p:nvSpPr>
        <p:spPr>
          <a:xfrm xmlns:a="http://schemas.openxmlformats.org/drawingml/2006/main">
            <a:off x="4600575" y="5876925"/>
            <a:ext cx="2715768" cy="20193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58" name="dp44-comparison / n116 / text 1">
            <a:extLst xmlns:a="http://schemas.openxmlformats.org/drawingml/2006/main">
              <a:ext uri="{FF2B5EF4-FFF2-40B4-BE49-F238E27FC236}">
                <a16:creationId xmlns:a16="http://schemas.microsoft.com/office/drawing/2014/main" id="{5BF0F942-4BD2-4489-8878-D58DAFB76410}"/>
              </a:ext>
            </a:extLst>
          </p:cNvPr>
          <p:cNvSpPr>
            <a:spLocks xmlns:a="http://schemas.openxmlformats.org/drawingml/2006/main" noGrp="1"/>
          </p:cNvSpPr>
          <p:nvPr/>
        </p:nvSpPr>
        <p:spPr>
          <a:xfrm xmlns:a="http://schemas.openxmlformats.org/drawingml/2006/main">
            <a:off x="4619625" y="5886450"/>
            <a:ext cx="4286250"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000000"/>
                </a:solidFill>
                <a:latin typeface="Apple SD Gothic Neo"/>
                <a:ea typeface="Apple SD Gothic Neo"/>
                <a:cs typeface="Apple SD Gothic Neo"/>
              </a:defRPr>
            </a:pPr>
            <a:r>
              <a:rPr sz="1200" b="0">
                <a:solidFill>
                  <a:srgbClr val="000000"/>
                </a:solidFill>
                <a:latin typeface="Apple SD Gothic Neo"/>
                <a:ea typeface="Apple SD Gothic Neo"/>
                <a:cs typeface="Apple SD Gothic Neo"/>
              </a:rPr>
              <a:t>완료마다 다음 실행을 중앙에서 결정</a:t>
            </a:r>
          </a:p>
        </p:txBody>
      </p:sp>
      <p:sp>
        <p:nvSpPr>
          <p:cNvPr id="159" name="dp44-comparison / n118">
            <a:extLst xmlns:a="http://schemas.openxmlformats.org/drawingml/2006/main">
              <a:ext uri="{FF2B5EF4-FFF2-40B4-BE49-F238E27FC236}">
                <a16:creationId xmlns:a16="http://schemas.microsoft.com/office/drawing/2014/main" id="{CC2D57BC-7634-4BF1-B6C7-0D99C9490517}"/>
              </a:ext>
            </a:extLst>
          </p:cNvPr>
          <p:cNvSpPr>
            <a:spLocks xmlns:a="http://schemas.openxmlformats.org/drawingml/2006/main" noGrp="1"/>
          </p:cNvSpPr>
          <p:nvPr/>
        </p:nvSpPr>
        <p:spPr>
          <a:xfrm xmlns:a="http://schemas.openxmlformats.org/drawingml/2006/main">
            <a:off x="1647825" y="6381750"/>
            <a:ext cx="2828544" cy="17907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60" name="dp44-comparison / n119 / text 1">
            <a:extLst xmlns:a="http://schemas.openxmlformats.org/drawingml/2006/main">
              <a:ext uri="{FF2B5EF4-FFF2-40B4-BE49-F238E27FC236}">
                <a16:creationId xmlns:a16="http://schemas.microsoft.com/office/drawing/2014/main" id="{BB96E2C2-6D6B-4CA0-84A0-6BC5D1FF01AF}"/>
              </a:ext>
            </a:extLst>
          </p:cNvPr>
          <p:cNvSpPr>
            <a:spLocks xmlns:a="http://schemas.openxmlformats.org/drawingml/2006/main" noGrp="1"/>
          </p:cNvSpPr>
          <p:nvPr/>
        </p:nvSpPr>
        <p:spPr>
          <a:xfrm xmlns:a="http://schemas.openxmlformats.org/drawingml/2006/main">
            <a:off x="1666875" y="6391275"/>
            <a:ext cx="7524750" cy="19335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0">
                <a:solidFill>
                  <a:srgbClr val="000000"/>
                </a:solidFill>
                <a:latin typeface="Apple SD Gothic Neo"/>
                <a:ea typeface="Apple SD Gothic Neo"/>
                <a:cs typeface="Apple SD Gothic Neo"/>
              </a:defRPr>
            </a:pPr>
            <a:r>
              <a:rPr sz="1050" b="0">
                <a:solidFill>
                  <a:srgbClr val="000000"/>
                </a:solidFill>
                <a:latin typeface="Apple SD Gothic Neo"/>
                <a:ea typeface="Apple SD Gothic Neo"/>
                <a:cs typeface="Apple SD Gothic Neo"/>
              </a:rPr>
              <a:t>실행 순서도 / 같은 완료 결과의 다음 처리</a:t>
            </a:r>
          </a:p>
        </p:txBody>
      </p:sp>
      <p:sp>
        <p:nvSpPr>
          <p:cNvPr id="161" name="dp44-comparison / n129">
            <a:extLst xmlns:a="http://schemas.openxmlformats.org/drawingml/2006/main">
              <a:ext uri="{FF2B5EF4-FFF2-40B4-BE49-F238E27FC236}">
                <a16:creationId xmlns:a16="http://schemas.microsoft.com/office/drawing/2014/main" id="{F4102C0B-F478-401B-9B26-EFA077D77183}"/>
              </a:ext>
            </a:extLst>
          </p:cNvPr>
          <p:cNvSpPr>
            <a:spLocks xmlns:a="http://schemas.openxmlformats.org/drawingml/2006/main" noGrp="1"/>
          </p:cNvSpPr>
          <p:nvPr/>
        </p:nvSpPr>
        <p:spPr>
          <a:xfrm xmlns:a="http://schemas.openxmlformats.org/drawingml/2006/main">
            <a:off x="5524500" y="6877050"/>
            <a:ext cx="1654112" cy="14478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62" name="dp44-comparison / n130 / text 1">
            <a:extLst xmlns:a="http://schemas.openxmlformats.org/drawingml/2006/main">
              <a:ext uri="{FF2B5EF4-FFF2-40B4-BE49-F238E27FC236}">
                <a16:creationId xmlns:a16="http://schemas.microsoft.com/office/drawing/2014/main" id="{83B5A04D-7A1A-4D21-826E-A690412711DD}"/>
              </a:ext>
            </a:extLst>
          </p:cNvPr>
          <p:cNvSpPr>
            <a:spLocks xmlns:a="http://schemas.openxmlformats.org/drawingml/2006/main" noGrp="1"/>
          </p:cNvSpPr>
          <p:nvPr/>
        </p:nvSpPr>
        <p:spPr>
          <a:xfrm xmlns:a="http://schemas.openxmlformats.org/drawingml/2006/main">
            <a:off x="5543550" y="6886575"/>
            <a:ext cx="3667125"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중앙 회수 뒤 검사 / 게시 지시</a:t>
            </a:r>
          </a:p>
        </p:txBody>
      </p:sp>
      <p:sp>
        <p:nvSpPr>
          <p:cNvPr id="163" name="dp44-comparison / n131">
            <a:extLst xmlns:a="http://schemas.openxmlformats.org/drawingml/2006/main">
              <a:ext uri="{FF2B5EF4-FFF2-40B4-BE49-F238E27FC236}">
                <a16:creationId xmlns:a16="http://schemas.microsoft.com/office/drawing/2014/main" id="{04F7DF0A-7F25-4FAE-93A1-EE3FA9A647FC}"/>
              </a:ext>
            </a:extLst>
          </p:cNvPr>
          <p:cNvSpPr>
            <a:spLocks xmlns:a="http://schemas.openxmlformats.org/drawingml/2006/main" noGrp="1"/>
          </p:cNvSpPr>
          <p:nvPr/>
        </p:nvSpPr>
        <p:spPr>
          <a:xfrm xmlns:a="http://schemas.openxmlformats.org/drawingml/2006/main">
            <a:off x="1647825" y="7105650"/>
            <a:ext cx="2790444" cy="16764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64" name="dp44-comparison / n132 / text 1">
            <a:extLst xmlns:a="http://schemas.openxmlformats.org/drawingml/2006/main">
              <a:ext uri="{FF2B5EF4-FFF2-40B4-BE49-F238E27FC236}">
                <a16:creationId xmlns:a16="http://schemas.microsoft.com/office/drawing/2014/main" id="{CBD03F39-4B14-4207-9595-36D87A6669B5}"/>
              </a:ext>
            </a:extLst>
          </p:cNvPr>
          <p:cNvSpPr>
            <a:spLocks xmlns:a="http://schemas.openxmlformats.org/drawingml/2006/main" noGrp="1"/>
          </p:cNvSpPr>
          <p:nvPr/>
        </p:nvSpPr>
        <p:spPr>
          <a:xfrm xmlns:a="http://schemas.openxmlformats.org/drawingml/2006/main">
            <a:off x="1666875" y="7115175"/>
            <a:ext cx="7524750" cy="17954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75" b="0">
                <a:solidFill>
                  <a:srgbClr val="000000"/>
                </a:solidFill>
                <a:latin typeface="Apple SD Gothic Neo"/>
                <a:ea typeface="Apple SD Gothic Neo"/>
                <a:cs typeface="Apple SD Gothic Neo"/>
              </a:defRPr>
            </a:pPr>
            <a:r>
              <a:rPr sz="975" b="0">
                <a:solidFill>
                  <a:srgbClr val="000000"/>
                </a:solidFill>
                <a:latin typeface="Apple SD Gothic Neo"/>
                <a:ea typeface="Apple SD Gothic Neo"/>
                <a:cs typeface="Apple SD Gothic Neo"/>
              </a:rPr>
              <a:t>늦은 Candidate0 / 이미 새 Input1 처리 중</a:t>
            </a:r>
          </a:p>
        </p:txBody>
      </p:sp>
      <p:sp>
        <p:nvSpPr>
          <p:cNvPr id="165" name="dp44-comparison / n141">
            <a:extLst xmlns:a="http://schemas.openxmlformats.org/drawingml/2006/main">
              <a:ext uri="{FF2B5EF4-FFF2-40B4-BE49-F238E27FC236}">
                <a16:creationId xmlns:a16="http://schemas.microsoft.com/office/drawing/2014/main" id="{A7ED0EC7-66FF-49E8-B560-1E61986DA8BC}"/>
              </a:ext>
            </a:extLst>
          </p:cNvPr>
          <p:cNvSpPr>
            <a:spLocks xmlns:a="http://schemas.openxmlformats.org/drawingml/2006/main" noGrp="1"/>
          </p:cNvSpPr>
          <p:nvPr/>
        </p:nvSpPr>
        <p:spPr>
          <a:xfrm xmlns:a="http://schemas.openxmlformats.org/drawingml/2006/main">
            <a:off x="9953625" y="2409825"/>
            <a:ext cx="2571750" cy="32385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166" name="dp44-comparison / n142 / text 1">
            <a:extLst xmlns:a="http://schemas.openxmlformats.org/drawingml/2006/main">
              <a:ext uri="{FF2B5EF4-FFF2-40B4-BE49-F238E27FC236}">
                <a16:creationId xmlns:a16="http://schemas.microsoft.com/office/drawing/2014/main" id="{07056A62-EEF0-4E28-A6B4-243FB3DD7A5F}"/>
              </a:ext>
            </a:extLst>
          </p:cNvPr>
          <p:cNvSpPr>
            <a:spLocks xmlns:a="http://schemas.openxmlformats.org/drawingml/2006/main" noGrp="1"/>
          </p:cNvSpPr>
          <p:nvPr/>
        </p:nvSpPr>
        <p:spPr>
          <a:xfrm xmlns:a="http://schemas.openxmlformats.org/drawingml/2006/main">
            <a:off x="10039350" y="2460308"/>
            <a:ext cx="2400300" cy="24860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350" b="1">
                <a:solidFill>
                  <a:srgbClr val="000000"/>
                </a:solidFill>
                <a:latin typeface="Apple SD Gothic Neo"/>
                <a:ea typeface="Apple SD Gothic Neo"/>
                <a:cs typeface="Apple SD Gothic Neo"/>
              </a:defRPr>
            </a:pPr>
            <a:r>
              <a:rPr sz="1350" b="1">
                <a:solidFill>
                  <a:srgbClr val="000000"/>
                </a:solidFill>
                <a:latin typeface="Apple SD Gothic Neo"/>
                <a:ea typeface="Apple SD Gothic Neo"/>
                <a:cs typeface="Apple SD Gothic Neo"/>
              </a:rPr>
              <a:t>Interaction Manager</a:t>
            </a:r>
          </a:p>
        </p:txBody>
      </p:sp>
      <p:sp>
        <p:nvSpPr>
          <p:cNvPr id="167" name="dp44-comparison / n143">
            <a:extLst xmlns:a="http://schemas.openxmlformats.org/drawingml/2006/main">
              <a:ext uri="{FF2B5EF4-FFF2-40B4-BE49-F238E27FC236}">
                <a16:creationId xmlns:a16="http://schemas.microsoft.com/office/drawing/2014/main" id="{5337DDC6-18A8-4CF1-9784-D0E080DF1CC6}"/>
              </a:ext>
            </a:extLst>
          </p:cNvPr>
          <p:cNvSpPr>
            <a:spLocks xmlns:a="http://schemas.openxmlformats.org/drawingml/2006/main" noGrp="1"/>
          </p:cNvSpPr>
          <p:nvPr/>
        </p:nvSpPr>
        <p:spPr>
          <a:xfrm xmlns:a="http://schemas.openxmlformats.org/drawingml/2006/main">
            <a:off x="14620875" y="2409825"/>
            <a:ext cx="2857500" cy="32385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168" name="dp44-comparison / n144 / text 1">
            <a:extLst xmlns:a="http://schemas.openxmlformats.org/drawingml/2006/main">
              <a:ext uri="{FF2B5EF4-FFF2-40B4-BE49-F238E27FC236}">
                <a16:creationId xmlns:a16="http://schemas.microsoft.com/office/drawing/2014/main" id="{7BA709CF-D02F-46A4-ABFA-496A7410B972}"/>
              </a:ext>
            </a:extLst>
          </p:cNvPr>
          <p:cNvSpPr>
            <a:spLocks xmlns:a="http://schemas.openxmlformats.org/drawingml/2006/main" noGrp="1"/>
          </p:cNvSpPr>
          <p:nvPr/>
        </p:nvSpPr>
        <p:spPr>
          <a:xfrm xmlns:a="http://schemas.openxmlformats.org/drawingml/2006/main">
            <a:off x="14706600" y="2460308"/>
            <a:ext cx="2686050" cy="24860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350" b="1">
                <a:solidFill>
                  <a:srgbClr val="000000"/>
                </a:solidFill>
                <a:latin typeface="Apple SD Gothic Neo"/>
                <a:ea typeface="Apple SD Gothic Neo"/>
                <a:cs typeface="Apple SD Gothic Neo"/>
              </a:defRPr>
            </a:pPr>
            <a:r>
              <a:rPr sz="1350" b="1">
                <a:solidFill>
                  <a:srgbClr val="000000"/>
                </a:solidFill>
                <a:latin typeface="Apple SD Gothic Neo"/>
                <a:ea typeface="Apple SD Gothic Neo"/>
                <a:cs typeface="Apple SD Gothic Neo"/>
              </a:rPr>
              <a:t>Task Manager</a:t>
            </a:r>
          </a:p>
        </p:txBody>
      </p:sp>
      <p:sp>
        <p:nvSpPr>
          <p:cNvPr id="169" name="dp44-comparison / n149">
            <a:extLst xmlns:a="http://schemas.openxmlformats.org/drawingml/2006/main">
              <a:ext uri="{FF2B5EF4-FFF2-40B4-BE49-F238E27FC236}">
                <a16:creationId xmlns:a16="http://schemas.microsoft.com/office/drawing/2014/main" id="{D5B1E370-EEC8-404C-AC22-81FA0F062C1B}"/>
              </a:ext>
            </a:extLst>
          </p:cNvPr>
          <p:cNvSpPr>
            <a:spLocks xmlns:a="http://schemas.openxmlformats.org/drawingml/2006/main" noGrp="1"/>
          </p:cNvSpPr>
          <p:nvPr/>
        </p:nvSpPr>
        <p:spPr>
          <a:xfrm xmlns:a="http://schemas.openxmlformats.org/drawingml/2006/main">
            <a:off x="9858375" y="3076575"/>
            <a:ext cx="7715250" cy="140970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170" name="dp44-comparison / n150 / text 1">
            <a:extLst xmlns:a="http://schemas.openxmlformats.org/drawingml/2006/main">
              <a:ext uri="{FF2B5EF4-FFF2-40B4-BE49-F238E27FC236}">
                <a16:creationId xmlns:a16="http://schemas.microsoft.com/office/drawing/2014/main" id="{476345A7-ADC6-4C8B-8759-B2CB87698BA9}"/>
              </a:ext>
            </a:extLst>
          </p:cNvPr>
          <p:cNvSpPr>
            <a:spLocks xmlns:a="http://schemas.openxmlformats.org/drawingml/2006/main" noGrp="1"/>
          </p:cNvSpPr>
          <p:nvPr/>
        </p:nvSpPr>
        <p:spPr>
          <a:xfrm xmlns:a="http://schemas.openxmlformats.org/drawingml/2006/main">
            <a:off x="9982200" y="3171825"/>
            <a:ext cx="7467600" cy="29003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1">
                <a:solidFill>
                  <a:srgbClr val="000000"/>
                </a:solidFill>
                <a:latin typeface="Apple SD Gothic Neo"/>
                <a:ea typeface="Apple SD Gothic Neo"/>
                <a:cs typeface="Apple SD Gothic Neo"/>
              </a:defRPr>
            </a:pPr>
            <a:r>
              <a:rPr sz="1575" b="1">
                <a:solidFill>
                  <a:srgbClr val="000000"/>
                </a:solidFill>
                <a:latin typeface="Apple SD Gothic Neo"/>
                <a:ea typeface="Apple SD Gothic Neo"/>
                <a:cs typeface="Apple SD Gothic Neo"/>
              </a:rPr>
              <a:t>Request Controller</a:t>
            </a:r>
          </a:p>
        </p:txBody>
      </p:sp>
      <p:sp>
        <p:nvSpPr>
          <p:cNvPr id="171" name="dp44-comparison / n151">
            <a:extLst xmlns:a="http://schemas.openxmlformats.org/drawingml/2006/main">
              <a:ext uri="{FF2B5EF4-FFF2-40B4-BE49-F238E27FC236}">
                <a16:creationId xmlns:a16="http://schemas.microsoft.com/office/drawing/2014/main" id="{3DE2C605-6F76-41DF-B644-9DE6E38B737C}"/>
              </a:ext>
            </a:extLst>
          </p:cNvPr>
          <p:cNvSpPr>
            <a:spLocks xmlns:a="http://schemas.openxmlformats.org/drawingml/2006/main" noGrp="1"/>
          </p:cNvSpPr>
          <p:nvPr/>
        </p:nvSpPr>
        <p:spPr>
          <a:xfrm xmlns:a="http://schemas.openxmlformats.org/drawingml/2006/main">
            <a:off x="10144125" y="3476625"/>
            <a:ext cx="2714625" cy="381000"/>
          </a:xfrm>
          <a:prstGeom xmlns:a="http://schemas.openxmlformats.org/drawingml/2006/main" prst="roundRect">
            <a:avLst>
              <a:gd name="adj" fmla="val 20000"/>
            </a:avLst>
          </a:prstGeom>
          <a:solidFill xmlns:a="http://schemas.openxmlformats.org/drawingml/2006/main">
            <a:srgbClr val="FFF0DD"/>
          </a:solidFill>
          <a:ln xmlns:a="http://schemas.openxmlformats.org/drawingml/2006/main" w="17145">
            <a:solidFill>
              <a:srgbClr val="B8753F"/>
            </a:solidFill>
            <a:prstDash val="solid"/>
          </a:ln>
        </p:spPr>
      </p:sp>
      <p:sp>
        <p:nvSpPr>
          <p:cNvPr id="172" name="dp44-comparison / n152 / text 1">
            <a:extLst xmlns:a="http://schemas.openxmlformats.org/drawingml/2006/main">
              <a:ext uri="{FF2B5EF4-FFF2-40B4-BE49-F238E27FC236}">
                <a16:creationId xmlns:a16="http://schemas.microsoft.com/office/drawing/2014/main" id="{0D623146-7401-428C-AEA8-7C1E25183F0A}"/>
              </a:ext>
            </a:extLst>
          </p:cNvPr>
          <p:cNvSpPr>
            <a:spLocks xmlns:a="http://schemas.openxmlformats.org/drawingml/2006/main" noGrp="1"/>
          </p:cNvSpPr>
          <p:nvPr/>
        </p:nvSpPr>
        <p:spPr>
          <a:xfrm xmlns:a="http://schemas.openxmlformats.org/drawingml/2006/main">
            <a:off x="10229850" y="3555683"/>
            <a:ext cx="2543175" cy="24860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350" b="1">
                <a:solidFill>
                  <a:srgbClr val="000000"/>
                </a:solidFill>
                <a:latin typeface="Apple SD Gothic Neo"/>
                <a:ea typeface="Apple SD Gothic Neo"/>
                <a:cs typeface="Apple SD Gothic Neo"/>
              </a:defRPr>
            </a:pPr>
            <a:r>
              <a:rPr sz="1350" b="1">
                <a:solidFill>
                  <a:srgbClr val="000000"/>
                </a:solidFill>
                <a:latin typeface="Apple SD Gothic Neo"/>
                <a:ea typeface="Apple SD Gothic Neo"/>
                <a:cs typeface="Apple SD Gothic Neo"/>
              </a:rPr>
              <a:t>Input Resolution Stage</a:t>
            </a:r>
          </a:p>
        </p:txBody>
      </p:sp>
      <p:sp>
        <p:nvSpPr>
          <p:cNvPr id="173" name="dp44-comparison / n153">
            <a:extLst xmlns:a="http://schemas.openxmlformats.org/drawingml/2006/main">
              <a:ext uri="{FF2B5EF4-FFF2-40B4-BE49-F238E27FC236}">
                <a16:creationId xmlns:a16="http://schemas.microsoft.com/office/drawing/2014/main" id="{203DEDA3-6EE8-4067-A2D4-A5422B4A0031}"/>
              </a:ext>
            </a:extLst>
          </p:cNvPr>
          <p:cNvSpPr>
            <a:spLocks xmlns:a="http://schemas.openxmlformats.org/drawingml/2006/main" noGrp="1"/>
          </p:cNvSpPr>
          <p:nvPr/>
        </p:nvSpPr>
        <p:spPr>
          <a:xfrm xmlns:a="http://schemas.openxmlformats.org/drawingml/2006/main">
            <a:off x="14144625" y="3476625"/>
            <a:ext cx="3095625" cy="381000"/>
          </a:xfrm>
          <a:prstGeom xmlns:a="http://schemas.openxmlformats.org/drawingml/2006/main" prst="roundRect">
            <a:avLst>
              <a:gd name="adj" fmla="val 20000"/>
            </a:avLst>
          </a:prstGeom>
          <a:solidFill xmlns:a="http://schemas.openxmlformats.org/drawingml/2006/main">
            <a:srgbClr val="FFF0DD"/>
          </a:solidFill>
          <a:ln xmlns:a="http://schemas.openxmlformats.org/drawingml/2006/main" w="17145">
            <a:solidFill>
              <a:srgbClr val="B8753F"/>
            </a:solidFill>
            <a:prstDash val="solid"/>
          </a:ln>
        </p:spPr>
      </p:sp>
      <p:sp>
        <p:nvSpPr>
          <p:cNvPr id="174" name="dp44-comparison / n154 / text 1">
            <a:extLst xmlns:a="http://schemas.openxmlformats.org/drawingml/2006/main">
              <a:ext uri="{FF2B5EF4-FFF2-40B4-BE49-F238E27FC236}">
                <a16:creationId xmlns:a16="http://schemas.microsoft.com/office/drawing/2014/main" id="{655CFD13-EBF2-48FD-9DBD-DE7D03D36F7D}"/>
              </a:ext>
            </a:extLst>
          </p:cNvPr>
          <p:cNvSpPr>
            <a:spLocks xmlns:a="http://schemas.openxmlformats.org/drawingml/2006/main" noGrp="1"/>
          </p:cNvSpPr>
          <p:nvPr/>
        </p:nvSpPr>
        <p:spPr>
          <a:xfrm xmlns:a="http://schemas.openxmlformats.org/drawingml/2006/main">
            <a:off x="14230350" y="3549491"/>
            <a:ext cx="2924175" cy="26241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425" b="1">
                <a:solidFill>
                  <a:srgbClr val="000000"/>
                </a:solidFill>
                <a:latin typeface="Apple SD Gothic Neo"/>
                <a:ea typeface="Apple SD Gothic Neo"/>
                <a:cs typeface="Apple SD Gothic Neo"/>
              </a:defRPr>
            </a:pPr>
            <a:r>
              <a:rPr sz="1425" b="1">
                <a:solidFill>
                  <a:srgbClr val="000000"/>
                </a:solidFill>
                <a:latin typeface="Apple SD Gothic Neo"/>
                <a:ea typeface="Apple SD Gothic Neo"/>
                <a:cs typeface="Apple SD Gothic Neo"/>
              </a:rPr>
              <a:t>Task Notice Stage</a:t>
            </a:r>
          </a:p>
        </p:txBody>
      </p:sp>
      <p:sp>
        <p:nvSpPr>
          <p:cNvPr id="175" name="dp44-comparison / n155">
            <a:extLst xmlns:a="http://schemas.openxmlformats.org/drawingml/2006/main">
              <a:ext uri="{FF2B5EF4-FFF2-40B4-BE49-F238E27FC236}">
                <a16:creationId xmlns:a16="http://schemas.microsoft.com/office/drawing/2014/main" id="{37D84D6B-E967-471B-B766-6EE50D63CECD}"/>
              </a:ext>
            </a:extLst>
          </p:cNvPr>
          <p:cNvSpPr>
            <a:spLocks xmlns:a="http://schemas.openxmlformats.org/drawingml/2006/main" noGrp="1"/>
          </p:cNvSpPr>
          <p:nvPr/>
        </p:nvSpPr>
        <p:spPr>
          <a:xfrm xmlns:a="http://schemas.openxmlformats.org/drawingml/2006/main">
            <a:off x="10144125" y="4000500"/>
            <a:ext cx="2714625" cy="323850"/>
          </a:xfrm>
          <a:prstGeom xmlns:a="http://schemas.openxmlformats.org/drawingml/2006/main" prst="can">
            <a:avLst>
              <a:gd name="adj" fmla="val 20000"/>
            </a:avLst>
          </a:prstGeom>
          <a:solidFill xmlns:a="http://schemas.openxmlformats.org/drawingml/2006/main">
            <a:srgbClr val="FFF0DD"/>
          </a:solidFill>
          <a:ln xmlns:a="http://schemas.openxmlformats.org/drawingml/2006/main" w="9525">
            <a:solidFill>
              <a:srgbClr val="B8753F"/>
            </a:solidFill>
            <a:prstDash val="solid"/>
          </a:ln>
        </p:spPr>
      </p:sp>
      <p:sp>
        <p:nvSpPr>
          <p:cNvPr id="176" name="dp44-comparison / n156 / text 1">
            <a:extLst xmlns:a="http://schemas.openxmlformats.org/drawingml/2006/main">
              <a:ext uri="{FF2B5EF4-FFF2-40B4-BE49-F238E27FC236}">
                <a16:creationId xmlns:a16="http://schemas.microsoft.com/office/drawing/2014/main" id="{5422F99A-F3B0-4ED8-A060-1A1C48213149}"/>
              </a:ext>
            </a:extLst>
          </p:cNvPr>
          <p:cNvSpPr>
            <a:spLocks xmlns:a="http://schemas.openxmlformats.org/drawingml/2006/main" noGrp="1"/>
          </p:cNvSpPr>
          <p:nvPr/>
        </p:nvSpPr>
        <p:spPr>
          <a:xfrm xmlns:a="http://schemas.openxmlformats.org/drawingml/2006/main">
            <a:off x="10229850" y="4070985"/>
            <a:ext cx="2543175"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Input Window</a:t>
            </a:r>
          </a:p>
        </p:txBody>
      </p:sp>
      <p:sp>
        <p:nvSpPr>
          <p:cNvPr id="177" name="dp44-comparison / n157">
            <a:extLst xmlns:a="http://schemas.openxmlformats.org/drawingml/2006/main">
              <a:ext uri="{FF2B5EF4-FFF2-40B4-BE49-F238E27FC236}">
                <a16:creationId xmlns:a16="http://schemas.microsoft.com/office/drawing/2014/main" id="{65BE3955-F474-4FAE-97BC-6136F0AAD95D}"/>
              </a:ext>
            </a:extLst>
          </p:cNvPr>
          <p:cNvSpPr>
            <a:spLocks xmlns:a="http://schemas.openxmlformats.org/drawingml/2006/main" noGrp="1"/>
          </p:cNvSpPr>
          <p:nvPr/>
        </p:nvSpPr>
        <p:spPr>
          <a:xfrm xmlns:a="http://schemas.openxmlformats.org/drawingml/2006/main">
            <a:off x="14144625" y="4000500"/>
            <a:ext cx="3095625" cy="323850"/>
          </a:xfrm>
          <a:prstGeom xmlns:a="http://schemas.openxmlformats.org/drawingml/2006/main" prst="can">
            <a:avLst>
              <a:gd name="adj" fmla="val 20000"/>
            </a:avLst>
          </a:prstGeom>
          <a:solidFill xmlns:a="http://schemas.openxmlformats.org/drawingml/2006/main">
            <a:srgbClr val="FFF0DD"/>
          </a:solidFill>
          <a:ln xmlns:a="http://schemas.openxmlformats.org/drawingml/2006/main" w="9525">
            <a:solidFill>
              <a:srgbClr val="B8753F"/>
            </a:solidFill>
            <a:prstDash val="solid"/>
          </a:ln>
        </p:spPr>
      </p:sp>
      <p:sp>
        <p:nvSpPr>
          <p:cNvPr id="178" name="dp44-comparison / n158 / text 1">
            <a:extLst xmlns:a="http://schemas.openxmlformats.org/drawingml/2006/main">
              <a:ext uri="{FF2B5EF4-FFF2-40B4-BE49-F238E27FC236}">
                <a16:creationId xmlns:a16="http://schemas.microsoft.com/office/drawing/2014/main" id="{D01377BF-A04C-4A8A-AB82-E05A5F6ECCA5}"/>
              </a:ext>
            </a:extLst>
          </p:cNvPr>
          <p:cNvSpPr>
            <a:spLocks xmlns:a="http://schemas.openxmlformats.org/drawingml/2006/main" noGrp="1"/>
          </p:cNvSpPr>
          <p:nvPr/>
        </p:nvSpPr>
        <p:spPr>
          <a:xfrm xmlns:a="http://schemas.openxmlformats.org/drawingml/2006/main">
            <a:off x="14230350" y="4070985"/>
            <a:ext cx="2924175"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Notice Window</a:t>
            </a:r>
          </a:p>
        </p:txBody>
      </p:sp>
      <p:sp>
        <p:nvSpPr>
          <p:cNvPr id="179" name="dp44-comparison / n159 / path">
            <a:extLst xmlns:a="http://schemas.openxmlformats.org/drawingml/2006/main">
              <a:ext uri="{FF2B5EF4-FFF2-40B4-BE49-F238E27FC236}">
                <a16:creationId xmlns:a16="http://schemas.microsoft.com/office/drawing/2014/main" id="{65C3C8BE-8E7F-4B64-8D09-6CF676D7A0FF}"/>
              </a:ext>
            </a:extLst>
          </p:cNvPr>
          <p:cNvSpPr>
            <a:spLocks xmlns:a="http://schemas.openxmlformats.org/drawingml/2006/main" noGrp="1"/>
          </p:cNvSpPr>
          <p:nvPr/>
        </p:nvSpPr>
        <p:spPr>
          <a:xfrm xmlns:a="http://schemas.openxmlformats.org/drawingml/2006/main">
            <a:off x="11239500" y="2733675"/>
            <a:ext cx="261938" cy="742950"/>
          </a:xfrm>
          <a:custGeom xmlns:a="http://schemas.openxmlformats.org/drawingml/2006/main">
            <a:pathLst>
              <a:path w="261938" h="742950">
                <a:moveTo>
                  <a:pt x="0" y="0"/>
                </a:moveTo>
                <a:lnTo>
                  <a:pt x="0" y="257175"/>
                </a:lnTo>
                <a:lnTo>
                  <a:pt x="261938" y="257175"/>
                </a:lnTo>
                <a:lnTo>
                  <a:pt x="261938" y="742950"/>
                </a:lnTo>
              </a:path>
            </a:pathLst>
          </a:custGeom>
          <a:noFill xmlns:a="http://schemas.openxmlformats.org/drawingml/2006/main"/>
          <a:ln xmlns:a="http://schemas.openxmlformats.org/drawingml/2006/main" w="10478">
            <a:solidFill>
              <a:srgbClr val="000000"/>
            </a:solidFill>
            <a:prstDash val="solid"/>
          </a:ln>
        </p:spPr>
      </p:sp>
      <p:sp>
        <p:nvSpPr>
          <p:cNvPr id="180" name="dp44-comparison / n159 / arrow">
            <a:extLst xmlns:a="http://schemas.openxmlformats.org/drawingml/2006/main">
              <a:ext uri="{FF2B5EF4-FFF2-40B4-BE49-F238E27FC236}">
                <a16:creationId xmlns:a16="http://schemas.microsoft.com/office/drawing/2014/main" id="{3C09EA0F-6791-490D-A61D-0287CE628852}"/>
              </a:ext>
            </a:extLst>
          </p:cNvPr>
          <p:cNvSpPr>
            <a:spLocks xmlns:a="http://schemas.openxmlformats.org/drawingml/2006/main" noGrp="1"/>
          </p:cNvSpPr>
          <p:nvPr/>
        </p:nvSpPr>
        <p:spPr>
          <a:xfrm xmlns:a="http://schemas.openxmlformats.org/drawingml/2006/main">
            <a:off x="11467910" y="3409569"/>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000000"/>
            </a:solidFill>
            <a:prstDash val="solid"/>
          </a:ln>
        </p:spPr>
      </p:sp>
      <p:sp>
        <p:nvSpPr>
          <p:cNvPr id="181" name="dp44-comparison / n160 / path">
            <a:extLst xmlns:a="http://schemas.openxmlformats.org/drawingml/2006/main">
              <a:ext uri="{FF2B5EF4-FFF2-40B4-BE49-F238E27FC236}">
                <a16:creationId xmlns:a16="http://schemas.microsoft.com/office/drawing/2014/main" id="{2AE4B3C0-13E2-4D0F-8216-A6A92B587353}"/>
              </a:ext>
            </a:extLst>
          </p:cNvPr>
          <p:cNvSpPr>
            <a:spLocks xmlns:a="http://schemas.openxmlformats.org/drawingml/2006/main" noGrp="1"/>
          </p:cNvSpPr>
          <p:nvPr/>
        </p:nvSpPr>
        <p:spPr>
          <a:xfrm xmlns:a="http://schemas.openxmlformats.org/drawingml/2006/main">
            <a:off x="15692438" y="2733675"/>
            <a:ext cx="357188" cy="742950"/>
          </a:xfrm>
          <a:custGeom xmlns:a="http://schemas.openxmlformats.org/drawingml/2006/main">
            <a:pathLst>
              <a:path w="357188" h="742950">
                <a:moveTo>
                  <a:pt x="357188" y="0"/>
                </a:moveTo>
                <a:lnTo>
                  <a:pt x="357188" y="257175"/>
                </a:lnTo>
                <a:lnTo>
                  <a:pt x="0" y="257175"/>
                </a:lnTo>
                <a:lnTo>
                  <a:pt x="0" y="742950"/>
                </a:lnTo>
              </a:path>
            </a:pathLst>
          </a:custGeom>
          <a:noFill xmlns:a="http://schemas.openxmlformats.org/drawingml/2006/main"/>
          <a:ln xmlns:a="http://schemas.openxmlformats.org/drawingml/2006/main" w="10478">
            <a:solidFill>
              <a:srgbClr val="000000"/>
            </a:solidFill>
            <a:prstDash val="solid"/>
          </a:ln>
        </p:spPr>
      </p:sp>
      <p:sp>
        <p:nvSpPr>
          <p:cNvPr id="182" name="dp44-comparison / n160 / arrow">
            <a:extLst xmlns:a="http://schemas.openxmlformats.org/drawingml/2006/main">
              <a:ext uri="{FF2B5EF4-FFF2-40B4-BE49-F238E27FC236}">
                <a16:creationId xmlns:a16="http://schemas.microsoft.com/office/drawing/2014/main" id="{52E7B523-1ACA-4C10-A688-55C92C0C5B97}"/>
              </a:ext>
            </a:extLst>
          </p:cNvPr>
          <p:cNvSpPr>
            <a:spLocks xmlns:a="http://schemas.openxmlformats.org/drawingml/2006/main" noGrp="1"/>
          </p:cNvSpPr>
          <p:nvPr/>
        </p:nvSpPr>
        <p:spPr>
          <a:xfrm xmlns:a="http://schemas.openxmlformats.org/drawingml/2006/main">
            <a:off x="15658910" y="3409569"/>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000000"/>
            </a:solidFill>
            <a:prstDash val="solid"/>
          </a:ln>
        </p:spPr>
      </p:sp>
      <p:sp>
        <p:nvSpPr>
          <p:cNvPr id="183" name="dp44-comparison / n161 / path">
            <a:extLst xmlns:a="http://schemas.openxmlformats.org/drawingml/2006/main">
              <a:ext uri="{FF2B5EF4-FFF2-40B4-BE49-F238E27FC236}">
                <a16:creationId xmlns:a16="http://schemas.microsoft.com/office/drawing/2014/main" id="{2DD40361-1EAC-4E8A-B975-96A5E55356F7}"/>
              </a:ext>
            </a:extLst>
          </p:cNvPr>
          <p:cNvSpPr>
            <a:spLocks xmlns:a="http://schemas.openxmlformats.org/drawingml/2006/main" noGrp="1"/>
          </p:cNvSpPr>
          <p:nvPr/>
        </p:nvSpPr>
        <p:spPr>
          <a:xfrm xmlns:a="http://schemas.openxmlformats.org/drawingml/2006/main">
            <a:off x="11501438" y="3857625"/>
            <a:ext cx="953" cy="142875"/>
          </a:xfrm>
          <a:custGeom xmlns:a="http://schemas.openxmlformats.org/drawingml/2006/main">
            <a:pathLst>
              <a:path w="953" h="142875">
                <a:moveTo>
                  <a:pt x="0" y="0"/>
                </a:moveTo>
                <a:lnTo>
                  <a:pt x="0" y="142875"/>
                </a:lnTo>
              </a:path>
            </a:pathLst>
          </a:custGeom>
          <a:noFill xmlns:a="http://schemas.openxmlformats.org/drawingml/2006/main"/>
          <a:ln xmlns:a="http://schemas.openxmlformats.org/drawingml/2006/main" w="10478">
            <a:solidFill>
              <a:srgbClr val="000000"/>
            </a:solidFill>
            <a:prstDash val="solid"/>
          </a:ln>
        </p:spPr>
      </p:sp>
      <p:sp>
        <p:nvSpPr>
          <p:cNvPr id="184" name="dp44-comparison / n161 / arrow">
            <a:extLst xmlns:a="http://schemas.openxmlformats.org/drawingml/2006/main">
              <a:ext uri="{FF2B5EF4-FFF2-40B4-BE49-F238E27FC236}">
                <a16:creationId xmlns:a16="http://schemas.microsoft.com/office/drawing/2014/main" id="{5641623C-BBED-4FB4-A6D3-4DE9C91B4A65}"/>
              </a:ext>
            </a:extLst>
          </p:cNvPr>
          <p:cNvSpPr>
            <a:spLocks xmlns:a="http://schemas.openxmlformats.org/drawingml/2006/main" noGrp="1"/>
          </p:cNvSpPr>
          <p:nvPr/>
        </p:nvSpPr>
        <p:spPr>
          <a:xfrm xmlns:a="http://schemas.openxmlformats.org/drawingml/2006/main">
            <a:off x="11467910" y="3933444"/>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000000"/>
            </a:solidFill>
            <a:prstDash val="solid"/>
          </a:ln>
        </p:spPr>
      </p:sp>
      <p:sp>
        <p:nvSpPr>
          <p:cNvPr id="185" name="dp44-comparison / n162 / path">
            <a:extLst xmlns:a="http://schemas.openxmlformats.org/drawingml/2006/main">
              <a:ext uri="{FF2B5EF4-FFF2-40B4-BE49-F238E27FC236}">
                <a16:creationId xmlns:a16="http://schemas.microsoft.com/office/drawing/2014/main" id="{DF389214-FF3D-435F-A026-6FEA74A9725C}"/>
              </a:ext>
            </a:extLst>
          </p:cNvPr>
          <p:cNvSpPr>
            <a:spLocks xmlns:a="http://schemas.openxmlformats.org/drawingml/2006/main" noGrp="1"/>
          </p:cNvSpPr>
          <p:nvPr/>
        </p:nvSpPr>
        <p:spPr>
          <a:xfrm xmlns:a="http://schemas.openxmlformats.org/drawingml/2006/main">
            <a:off x="15692438" y="3857625"/>
            <a:ext cx="953" cy="142875"/>
          </a:xfrm>
          <a:custGeom xmlns:a="http://schemas.openxmlformats.org/drawingml/2006/main">
            <a:pathLst>
              <a:path w="953" h="142875">
                <a:moveTo>
                  <a:pt x="0" y="0"/>
                </a:moveTo>
                <a:lnTo>
                  <a:pt x="0" y="142875"/>
                </a:lnTo>
              </a:path>
            </a:pathLst>
          </a:custGeom>
          <a:noFill xmlns:a="http://schemas.openxmlformats.org/drawingml/2006/main"/>
          <a:ln xmlns:a="http://schemas.openxmlformats.org/drawingml/2006/main" w="10478">
            <a:solidFill>
              <a:srgbClr val="000000"/>
            </a:solidFill>
            <a:prstDash val="solid"/>
          </a:ln>
        </p:spPr>
      </p:sp>
      <p:sp>
        <p:nvSpPr>
          <p:cNvPr id="186" name="dp44-comparison / n162 / arrow">
            <a:extLst xmlns:a="http://schemas.openxmlformats.org/drawingml/2006/main">
              <a:ext uri="{FF2B5EF4-FFF2-40B4-BE49-F238E27FC236}">
                <a16:creationId xmlns:a16="http://schemas.microsoft.com/office/drawing/2014/main" id="{5AAC3334-E29D-4C8E-BDE0-48D0F026B870}"/>
              </a:ext>
            </a:extLst>
          </p:cNvPr>
          <p:cNvSpPr>
            <a:spLocks xmlns:a="http://schemas.openxmlformats.org/drawingml/2006/main" noGrp="1"/>
          </p:cNvSpPr>
          <p:nvPr/>
        </p:nvSpPr>
        <p:spPr>
          <a:xfrm xmlns:a="http://schemas.openxmlformats.org/drawingml/2006/main">
            <a:off x="15658910" y="3933444"/>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000000"/>
            </a:solidFill>
            <a:prstDash val="solid"/>
          </a:ln>
        </p:spPr>
      </p:sp>
      <p:sp>
        <p:nvSpPr>
          <p:cNvPr id="187" name="dp44-comparison / n167">
            <a:extLst xmlns:a="http://schemas.openxmlformats.org/drawingml/2006/main">
              <a:ext uri="{FF2B5EF4-FFF2-40B4-BE49-F238E27FC236}">
                <a16:creationId xmlns:a16="http://schemas.microsoft.com/office/drawing/2014/main" id="{59BDC2EF-D0A0-4FAD-B0FD-B6FA0CC4ABC5}"/>
              </a:ext>
            </a:extLst>
          </p:cNvPr>
          <p:cNvSpPr>
            <a:spLocks xmlns:a="http://schemas.openxmlformats.org/drawingml/2006/main" noGrp="1"/>
          </p:cNvSpPr>
          <p:nvPr/>
        </p:nvSpPr>
        <p:spPr>
          <a:xfrm xmlns:a="http://schemas.openxmlformats.org/drawingml/2006/main">
            <a:off x="9953625" y="4762500"/>
            <a:ext cx="2238375" cy="31432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188" name="dp44-comparison / n168 / text 1">
            <a:extLst xmlns:a="http://schemas.openxmlformats.org/drawingml/2006/main">
              <a:ext uri="{FF2B5EF4-FFF2-40B4-BE49-F238E27FC236}">
                <a16:creationId xmlns:a16="http://schemas.microsoft.com/office/drawing/2014/main" id="{072371C4-2A94-4F87-B455-B79ABBAEDAD7}"/>
              </a:ext>
            </a:extLst>
          </p:cNvPr>
          <p:cNvSpPr>
            <a:spLocks xmlns:a="http://schemas.openxmlformats.org/drawingml/2006/main" noGrp="1"/>
          </p:cNvSpPr>
          <p:nvPr/>
        </p:nvSpPr>
        <p:spPr>
          <a:xfrm xmlns:a="http://schemas.openxmlformats.org/drawingml/2006/main">
            <a:off x="10039350" y="4814411"/>
            <a:ext cx="2066925"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75" b="1">
                <a:solidFill>
                  <a:srgbClr val="000000"/>
                </a:solidFill>
                <a:latin typeface="Apple SD Gothic Neo"/>
                <a:ea typeface="Apple SD Gothic Neo"/>
                <a:cs typeface="Apple SD Gothic Neo"/>
              </a:defRPr>
            </a:pPr>
            <a:r>
              <a:rPr sz="1275" b="1">
                <a:solidFill>
                  <a:srgbClr val="000000"/>
                </a:solidFill>
                <a:latin typeface="Apple SD Gothic Neo"/>
                <a:ea typeface="Apple SD Gothic Neo"/>
                <a:cs typeface="Apple SD Gothic Neo"/>
              </a:rPr>
              <a:t>Request Interpreter</a:t>
            </a:r>
          </a:p>
        </p:txBody>
      </p:sp>
      <p:sp>
        <p:nvSpPr>
          <p:cNvPr id="189" name="dp44-comparison / n169">
            <a:extLst xmlns:a="http://schemas.openxmlformats.org/drawingml/2006/main">
              <a:ext uri="{FF2B5EF4-FFF2-40B4-BE49-F238E27FC236}">
                <a16:creationId xmlns:a16="http://schemas.microsoft.com/office/drawing/2014/main" id="{B7762835-2EA0-4077-B14E-B8476C9D87FA}"/>
              </a:ext>
            </a:extLst>
          </p:cNvPr>
          <p:cNvSpPr>
            <a:spLocks xmlns:a="http://schemas.openxmlformats.org/drawingml/2006/main" noGrp="1"/>
          </p:cNvSpPr>
          <p:nvPr/>
        </p:nvSpPr>
        <p:spPr>
          <a:xfrm xmlns:a="http://schemas.openxmlformats.org/drawingml/2006/main">
            <a:off x="12573000" y="4705350"/>
            <a:ext cx="5000625" cy="149542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190" name="dp44-comparison / n170 / text 1">
            <a:extLst xmlns:a="http://schemas.openxmlformats.org/drawingml/2006/main">
              <a:ext uri="{FF2B5EF4-FFF2-40B4-BE49-F238E27FC236}">
                <a16:creationId xmlns:a16="http://schemas.microsoft.com/office/drawing/2014/main" id="{7B53E36E-5B1B-4019-9175-1C3AB39AC11F}"/>
              </a:ext>
            </a:extLst>
          </p:cNvPr>
          <p:cNvSpPr>
            <a:spLocks xmlns:a="http://schemas.openxmlformats.org/drawingml/2006/main" noGrp="1"/>
          </p:cNvSpPr>
          <p:nvPr/>
        </p:nvSpPr>
        <p:spPr>
          <a:xfrm xmlns:a="http://schemas.openxmlformats.org/drawingml/2006/main">
            <a:off x="12696825" y="4800600"/>
            <a:ext cx="4752975" cy="29003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1">
                <a:solidFill>
                  <a:srgbClr val="000000"/>
                </a:solidFill>
                <a:latin typeface="Apple SD Gothic Neo"/>
                <a:ea typeface="Apple SD Gothic Neo"/>
                <a:cs typeface="Apple SD Gothic Neo"/>
              </a:defRPr>
            </a:pPr>
            <a:r>
              <a:rPr sz="1575" b="1">
                <a:solidFill>
                  <a:srgbClr val="000000"/>
                </a:solidFill>
                <a:latin typeface="Apple SD Gothic Neo"/>
                <a:ea typeface="Apple SD Gothic Neo"/>
                <a:cs typeface="Apple SD Gothic Neo"/>
              </a:rPr>
              <a:t>Response Manager</a:t>
            </a:r>
          </a:p>
        </p:txBody>
      </p:sp>
      <p:sp>
        <p:nvSpPr>
          <p:cNvPr id="191" name="dp44-comparison / n171">
            <a:extLst xmlns:a="http://schemas.openxmlformats.org/drawingml/2006/main">
              <a:ext uri="{FF2B5EF4-FFF2-40B4-BE49-F238E27FC236}">
                <a16:creationId xmlns:a16="http://schemas.microsoft.com/office/drawing/2014/main" id="{FFAD7631-162D-4C92-82DA-3479286627E0}"/>
              </a:ext>
            </a:extLst>
          </p:cNvPr>
          <p:cNvSpPr>
            <a:spLocks xmlns:a="http://schemas.openxmlformats.org/drawingml/2006/main" noGrp="1"/>
          </p:cNvSpPr>
          <p:nvPr/>
        </p:nvSpPr>
        <p:spPr>
          <a:xfrm xmlns:a="http://schemas.openxmlformats.org/drawingml/2006/main">
            <a:off x="12763500" y="5095875"/>
            <a:ext cx="2190750" cy="314325"/>
          </a:xfrm>
          <a:prstGeom xmlns:a="http://schemas.openxmlformats.org/drawingml/2006/main" prst="roundRect">
            <a:avLst>
              <a:gd name="adj" fmla="val 24242"/>
            </a:avLst>
          </a:prstGeom>
          <a:solidFill xmlns:a="http://schemas.openxmlformats.org/drawingml/2006/main">
            <a:srgbClr val="FFFFFF"/>
          </a:solidFill>
          <a:ln xmlns:a="http://schemas.openxmlformats.org/drawingml/2006/main" w="9525">
            <a:solidFill>
              <a:srgbClr val="000000"/>
            </a:solidFill>
            <a:prstDash val="solid"/>
          </a:ln>
        </p:spPr>
      </p:sp>
      <p:sp>
        <p:nvSpPr>
          <p:cNvPr id="192" name="dp44-comparison / n172 / text 1">
            <a:extLst xmlns:a="http://schemas.openxmlformats.org/drawingml/2006/main">
              <a:ext uri="{FF2B5EF4-FFF2-40B4-BE49-F238E27FC236}">
                <a16:creationId xmlns:a16="http://schemas.microsoft.com/office/drawing/2014/main" id="{BA2606EF-4D38-4BB1-A863-70D6487F062D}"/>
              </a:ext>
            </a:extLst>
          </p:cNvPr>
          <p:cNvSpPr>
            <a:spLocks xmlns:a="http://schemas.openxmlformats.org/drawingml/2006/main" noGrp="1"/>
          </p:cNvSpPr>
          <p:nvPr/>
        </p:nvSpPr>
        <p:spPr>
          <a:xfrm xmlns:a="http://schemas.openxmlformats.org/drawingml/2006/main">
            <a:off x="12849225" y="5147786"/>
            <a:ext cx="2019300"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75" b="1">
                <a:solidFill>
                  <a:srgbClr val="000000"/>
                </a:solidFill>
                <a:latin typeface="Apple SD Gothic Neo"/>
                <a:ea typeface="Apple SD Gothic Neo"/>
                <a:cs typeface="Apple SD Gothic Neo"/>
              </a:defRPr>
            </a:pPr>
            <a:r>
              <a:rPr sz="1275" b="1">
                <a:solidFill>
                  <a:srgbClr val="000000"/>
                </a:solidFill>
                <a:latin typeface="Apple SD Gothic Neo"/>
                <a:ea typeface="Apple SD Gothic Neo"/>
                <a:cs typeface="Apple SD Gothic Neo"/>
              </a:rPr>
              <a:t>Response Composer</a:t>
            </a:r>
          </a:p>
        </p:txBody>
      </p:sp>
      <p:sp>
        <p:nvSpPr>
          <p:cNvPr id="193" name="dp44-comparison / n173 / path">
            <a:extLst xmlns:a="http://schemas.openxmlformats.org/drawingml/2006/main">
              <a:ext uri="{FF2B5EF4-FFF2-40B4-BE49-F238E27FC236}">
                <a16:creationId xmlns:a16="http://schemas.microsoft.com/office/drawing/2014/main" id="{69985274-D9AD-4822-A538-765BB0E4DF09}"/>
              </a:ext>
            </a:extLst>
          </p:cNvPr>
          <p:cNvSpPr>
            <a:spLocks xmlns:a="http://schemas.openxmlformats.org/drawingml/2006/main" noGrp="1"/>
          </p:cNvSpPr>
          <p:nvPr/>
        </p:nvSpPr>
        <p:spPr>
          <a:xfrm xmlns:a="http://schemas.openxmlformats.org/drawingml/2006/main">
            <a:off x="9858375" y="3667125"/>
            <a:ext cx="1214438" cy="1095375"/>
          </a:xfrm>
          <a:custGeom xmlns:a="http://schemas.openxmlformats.org/drawingml/2006/main">
            <a:pathLst>
              <a:path w="1214438" h="1095375">
                <a:moveTo>
                  <a:pt x="285750" y="0"/>
                </a:moveTo>
                <a:lnTo>
                  <a:pt x="0" y="0"/>
                </a:lnTo>
                <a:lnTo>
                  <a:pt x="0" y="981075"/>
                </a:lnTo>
                <a:lnTo>
                  <a:pt x="1214438" y="981075"/>
                </a:lnTo>
                <a:lnTo>
                  <a:pt x="1214438" y="1095375"/>
                </a:lnTo>
              </a:path>
            </a:pathLst>
          </a:custGeom>
          <a:noFill xmlns:a="http://schemas.openxmlformats.org/drawingml/2006/main"/>
          <a:ln xmlns:a="http://schemas.openxmlformats.org/drawingml/2006/main" w="10478">
            <a:solidFill>
              <a:srgbClr val="000000"/>
            </a:solidFill>
            <a:prstDash val="solid"/>
          </a:ln>
        </p:spPr>
      </p:sp>
      <p:sp>
        <p:nvSpPr>
          <p:cNvPr id="194" name="dp44-comparison / n173 / arrow">
            <a:extLst xmlns:a="http://schemas.openxmlformats.org/drawingml/2006/main">
              <a:ext uri="{FF2B5EF4-FFF2-40B4-BE49-F238E27FC236}">
                <a16:creationId xmlns:a16="http://schemas.microsoft.com/office/drawing/2014/main" id="{7C75AFEA-02C2-4006-BFA7-24E49B97DE0D}"/>
              </a:ext>
            </a:extLst>
          </p:cNvPr>
          <p:cNvSpPr>
            <a:spLocks xmlns:a="http://schemas.openxmlformats.org/drawingml/2006/main" noGrp="1"/>
          </p:cNvSpPr>
          <p:nvPr/>
        </p:nvSpPr>
        <p:spPr>
          <a:xfrm xmlns:a="http://schemas.openxmlformats.org/drawingml/2006/main">
            <a:off x="11039285" y="4695444"/>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000000"/>
            </a:solidFill>
            <a:prstDash val="solid"/>
          </a:ln>
        </p:spPr>
      </p:sp>
      <p:sp>
        <p:nvSpPr>
          <p:cNvPr id="195" name="dp44-comparison / n174 / path">
            <a:extLst xmlns:a="http://schemas.openxmlformats.org/drawingml/2006/main">
              <a:ext uri="{FF2B5EF4-FFF2-40B4-BE49-F238E27FC236}">
                <a16:creationId xmlns:a16="http://schemas.microsoft.com/office/drawing/2014/main" id="{4FF3AEC7-B3E5-43A9-B884-5128E5146528}"/>
              </a:ext>
            </a:extLst>
          </p:cNvPr>
          <p:cNvSpPr>
            <a:spLocks xmlns:a="http://schemas.openxmlformats.org/drawingml/2006/main" noGrp="1"/>
          </p:cNvSpPr>
          <p:nvPr/>
        </p:nvSpPr>
        <p:spPr>
          <a:xfrm xmlns:a="http://schemas.openxmlformats.org/drawingml/2006/main">
            <a:off x="9763125" y="3762375"/>
            <a:ext cx="381000" cy="1157288"/>
          </a:xfrm>
          <a:custGeom xmlns:a="http://schemas.openxmlformats.org/drawingml/2006/main">
            <a:pathLst>
              <a:path w="381000" h="1157288">
                <a:moveTo>
                  <a:pt x="190500" y="1157288"/>
                </a:moveTo>
                <a:lnTo>
                  <a:pt x="0" y="1157288"/>
                </a:lnTo>
                <a:lnTo>
                  <a:pt x="0" y="0"/>
                </a:lnTo>
                <a:lnTo>
                  <a:pt x="381000" y="0"/>
                </a:lnTo>
              </a:path>
            </a:pathLst>
          </a:custGeom>
          <a:noFill xmlns:a="http://schemas.openxmlformats.org/drawingml/2006/main"/>
          <a:ln xmlns:a="http://schemas.openxmlformats.org/drawingml/2006/main" w="10478">
            <a:solidFill>
              <a:srgbClr val="B8753F"/>
            </a:solidFill>
            <a:prstDash val="dash"/>
          </a:ln>
        </p:spPr>
      </p:sp>
      <p:sp>
        <p:nvSpPr>
          <p:cNvPr id="196" name="dp44-comparison / n174 / arrow">
            <a:extLst xmlns:a="http://schemas.openxmlformats.org/drawingml/2006/main">
              <a:ext uri="{FF2B5EF4-FFF2-40B4-BE49-F238E27FC236}">
                <a16:creationId xmlns:a16="http://schemas.microsoft.com/office/drawing/2014/main" id="{3FC834E5-A63F-492E-ABBE-B76104791CC9}"/>
              </a:ext>
            </a:extLst>
          </p:cNvPr>
          <p:cNvSpPr>
            <a:spLocks xmlns:a="http://schemas.openxmlformats.org/drawingml/2006/main" noGrp="1"/>
          </p:cNvSpPr>
          <p:nvPr/>
        </p:nvSpPr>
        <p:spPr>
          <a:xfrm xmlns:a="http://schemas.openxmlformats.org/drawingml/2006/main">
            <a:off x="10077069" y="3728847"/>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B8753F"/>
            </a:solidFill>
            <a:prstDash val="solid"/>
          </a:ln>
        </p:spPr>
      </p:sp>
      <p:sp>
        <p:nvSpPr>
          <p:cNvPr id="197" name="dp44-comparison / n177">
            <a:extLst xmlns:a="http://schemas.openxmlformats.org/drawingml/2006/main">
              <a:ext uri="{FF2B5EF4-FFF2-40B4-BE49-F238E27FC236}">
                <a16:creationId xmlns:a16="http://schemas.microsoft.com/office/drawing/2014/main" id="{463F3C1A-7132-4315-A652-8716083F980E}"/>
              </a:ext>
            </a:extLst>
          </p:cNvPr>
          <p:cNvSpPr>
            <a:spLocks xmlns:a="http://schemas.openxmlformats.org/drawingml/2006/main" noGrp="1"/>
          </p:cNvSpPr>
          <p:nvPr/>
        </p:nvSpPr>
        <p:spPr>
          <a:xfrm xmlns:a="http://schemas.openxmlformats.org/drawingml/2006/main">
            <a:off x="15287625" y="5095875"/>
            <a:ext cx="2095500" cy="314325"/>
          </a:xfrm>
          <a:prstGeom xmlns:a="http://schemas.openxmlformats.org/drawingml/2006/main" prst="roundRect">
            <a:avLst>
              <a:gd name="adj" fmla="val 24242"/>
            </a:avLst>
          </a:prstGeom>
          <a:solidFill xmlns:a="http://schemas.openxmlformats.org/drawingml/2006/main">
            <a:srgbClr val="FFF0DD"/>
          </a:solidFill>
          <a:ln xmlns:a="http://schemas.openxmlformats.org/drawingml/2006/main" w="17145">
            <a:solidFill>
              <a:srgbClr val="B8753F"/>
            </a:solidFill>
            <a:prstDash val="solid"/>
          </a:ln>
        </p:spPr>
      </p:sp>
      <p:sp>
        <p:nvSpPr>
          <p:cNvPr id="198" name="dp44-comparison / n178 / text 1">
            <a:extLst xmlns:a="http://schemas.openxmlformats.org/drawingml/2006/main">
              <a:ext uri="{FF2B5EF4-FFF2-40B4-BE49-F238E27FC236}">
                <a16:creationId xmlns:a16="http://schemas.microsoft.com/office/drawing/2014/main" id="{5ED2E10B-01BD-4B31-B9F6-1394B5372226}"/>
              </a:ext>
            </a:extLst>
          </p:cNvPr>
          <p:cNvSpPr>
            <a:spLocks xmlns:a="http://schemas.openxmlformats.org/drawingml/2006/main" noGrp="1"/>
          </p:cNvSpPr>
          <p:nvPr/>
        </p:nvSpPr>
        <p:spPr>
          <a:xfrm xmlns:a="http://schemas.openxmlformats.org/drawingml/2006/main">
            <a:off x="15373350" y="5141595"/>
            <a:ext cx="1924050" cy="24860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350" b="1">
                <a:solidFill>
                  <a:srgbClr val="000000"/>
                </a:solidFill>
                <a:latin typeface="Apple SD Gothic Neo"/>
                <a:ea typeface="Apple SD Gothic Neo"/>
                <a:cs typeface="Apple SD Gothic Neo"/>
              </a:defRPr>
            </a:pPr>
            <a:r>
              <a:rPr sz="1350" b="1">
                <a:solidFill>
                  <a:srgbClr val="000000"/>
                </a:solidFill>
                <a:latin typeface="Apple SD Gothic Neo"/>
                <a:ea typeface="Apple SD Gothic Neo"/>
                <a:cs typeface="Apple SD Gothic Neo"/>
              </a:rPr>
              <a:t>Publication Join</a:t>
            </a:r>
          </a:p>
        </p:txBody>
      </p:sp>
      <p:sp>
        <p:nvSpPr>
          <p:cNvPr id="199" name="dp44-comparison / n179">
            <a:extLst xmlns:a="http://schemas.openxmlformats.org/drawingml/2006/main">
              <a:ext uri="{FF2B5EF4-FFF2-40B4-BE49-F238E27FC236}">
                <a16:creationId xmlns:a16="http://schemas.microsoft.com/office/drawing/2014/main" id="{D7844C76-3C62-4509-ABDD-0024D4EF6454}"/>
              </a:ext>
            </a:extLst>
          </p:cNvPr>
          <p:cNvSpPr>
            <a:spLocks xmlns:a="http://schemas.openxmlformats.org/drawingml/2006/main" noGrp="1"/>
          </p:cNvSpPr>
          <p:nvPr/>
        </p:nvSpPr>
        <p:spPr>
          <a:xfrm xmlns:a="http://schemas.openxmlformats.org/drawingml/2006/main">
            <a:off x="15287625" y="5657850"/>
            <a:ext cx="2095500" cy="361950"/>
          </a:xfrm>
          <a:prstGeom xmlns:a="http://schemas.openxmlformats.org/drawingml/2006/main" prst="can">
            <a:avLst>
              <a:gd name="adj" fmla="val 20000"/>
            </a:avLst>
          </a:prstGeom>
          <a:solidFill xmlns:a="http://schemas.openxmlformats.org/drawingml/2006/main">
            <a:srgbClr val="FFF0DD"/>
          </a:solidFill>
          <a:ln xmlns:a="http://schemas.openxmlformats.org/drawingml/2006/main" w="9525">
            <a:solidFill>
              <a:srgbClr val="B8753F"/>
            </a:solidFill>
            <a:prstDash val="solid"/>
          </a:ln>
        </p:spPr>
      </p:sp>
      <p:sp>
        <p:nvSpPr>
          <p:cNvPr id="200" name="dp44-comparison / n180 / text 1">
            <a:extLst xmlns:a="http://schemas.openxmlformats.org/drawingml/2006/main">
              <a:ext uri="{FF2B5EF4-FFF2-40B4-BE49-F238E27FC236}">
                <a16:creationId xmlns:a16="http://schemas.microsoft.com/office/drawing/2014/main" id="{660F88BB-E1A9-4197-87C9-BF0F00B89F37}"/>
              </a:ext>
            </a:extLst>
          </p:cNvPr>
          <p:cNvSpPr>
            <a:spLocks xmlns:a="http://schemas.openxmlformats.org/drawingml/2006/main" noGrp="1"/>
          </p:cNvSpPr>
          <p:nvPr/>
        </p:nvSpPr>
        <p:spPr>
          <a:xfrm xmlns:a="http://schemas.openxmlformats.org/drawingml/2006/main">
            <a:off x="15373350" y="5764530"/>
            <a:ext cx="1924050" cy="17954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975" b="0">
                <a:solidFill>
                  <a:srgbClr val="18232E"/>
                </a:solidFill>
                <a:latin typeface="Apple SD Gothic Neo"/>
                <a:ea typeface="Apple SD Gothic Neo"/>
                <a:cs typeface="Apple SD Gothic Neo"/>
              </a:defRPr>
            </a:pPr>
            <a:r>
              <a:rPr sz="975" b="0">
                <a:solidFill>
                  <a:srgbClr val="18232E"/>
                </a:solidFill>
                <a:latin typeface="Apple SD Gothic Neo"/>
                <a:ea typeface="Apple SD Gothic Neo"/>
                <a:cs typeface="Apple SD Gothic Neo"/>
              </a:rPr>
              <a:t>Publication Window</a:t>
            </a:r>
          </a:p>
        </p:txBody>
      </p:sp>
      <p:sp>
        <p:nvSpPr>
          <p:cNvPr id="201" name="dp44-comparison / n181">
            <a:extLst xmlns:a="http://schemas.openxmlformats.org/drawingml/2006/main">
              <a:ext uri="{FF2B5EF4-FFF2-40B4-BE49-F238E27FC236}">
                <a16:creationId xmlns:a16="http://schemas.microsoft.com/office/drawing/2014/main" id="{07FA9CB8-0249-4F5D-810D-AAB14201FB5A}"/>
              </a:ext>
            </a:extLst>
          </p:cNvPr>
          <p:cNvSpPr>
            <a:spLocks xmlns:a="http://schemas.openxmlformats.org/drawingml/2006/main" noGrp="1"/>
          </p:cNvSpPr>
          <p:nvPr/>
        </p:nvSpPr>
        <p:spPr>
          <a:xfrm xmlns:a="http://schemas.openxmlformats.org/drawingml/2006/main">
            <a:off x="12763500" y="5762625"/>
            <a:ext cx="2190750" cy="266700"/>
          </a:xfrm>
          <a:prstGeom xmlns:a="http://schemas.openxmlformats.org/drawingml/2006/main" prst="roundRect">
            <a:avLst>
              <a:gd name="adj" fmla="val 28571"/>
            </a:avLst>
          </a:prstGeom>
          <a:solidFill xmlns:a="http://schemas.openxmlformats.org/drawingml/2006/main">
            <a:srgbClr val="FFFFFF"/>
          </a:solidFill>
          <a:ln xmlns:a="http://schemas.openxmlformats.org/drawingml/2006/main" w="9525">
            <a:solidFill>
              <a:srgbClr val="000000"/>
            </a:solidFill>
            <a:prstDash val="solid"/>
          </a:ln>
        </p:spPr>
      </p:sp>
      <p:sp>
        <p:nvSpPr>
          <p:cNvPr id="202" name="dp44-comparison / n182 / text 1">
            <a:extLst xmlns:a="http://schemas.openxmlformats.org/drawingml/2006/main">
              <a:ext uri="{FF2B5EF4-FFF2-40B4-BE49-F238E27FC236}">
                <a16:creationId xmlns:a16="http://schemas.microsoft.com/office/drawing/2014/main" id="{A42E0AC8-F716-4066-B26A-2C05F094EA9C}"/>
              </a:ext>
            </a:extLst>
          </p:cNvPr>
          <p:cNvSpPr>
            <a:spLocks xmlns:a="http://schemas.openxmlformats.org/drawingml/2006/main" noGrp="1"/>
          </p:cNvSpPr>
          <p:nvPr/>
        </p:nvSpPr>
        <p:spPr>
          <a:xfrm xmlns:a="http://schemas.openxmlformats.org/drawingml/2006/main">
            <a:off x="12849225" y="5796915"/>
            <a:ext cx="2019300"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00" b="1">
                <a:solidFill>
                  <a:srgbClr val="000000"/>
                </a:solidFill>
                <a:latin typeface="Apple SD Gothic Neo"/>
                <a:ea typeface="Apple SD Gothic Neo"/>
                <a:cs typeface="Apple SD Gothic Neo"/>
              </a:defRPr>
            </a:pPr>
            <a:r>
              <a:rPr sz="1200" b="1">
                <a:solidFill>
                  <a:srgbClr val="000000"/>
                </a:solidFill>
                <a:latin typeface="Apple SD Gothic Neo"/>
                <a:ea typeface="Apple SD Gothic Neo"/>
                <a:cs typeface="Apple SD Gothic Neo"/>
              </a:rPr>
              <a:t>Publication Control</a:t>
            </a:r>
          </a:p>
        </p:txBody>
      </p:sp>
      <p:sp>
        <p:nvSpPr>
          <p:cNvPr id="203" name="dp44-comparison / n183 / path">
            <a:extLst xmlns:a="http://schemas.openxmlformats.org/drawingml/2006/main">
              <a:ext uri="{FF2B5EF4-FFF2-40B4-BE49-F238E27FC236}">
                <a16:creationId xmlns:a16="http://schemas.microsoft.com/office/drawing/2014/main" id="{6D63DF9B-205F-4622-882A-141D0C5EACAD}"/>
              </a:ext>
            </a:extLst>
          </p:cNvPr>
          <p:cNvSpPr>
            <a:spLocks xmlns:a="http://schemas.openxmlformats.org/drawingml/2006/main" noGrp="1"/>
          </p:cNvSpPr>
          <p:nvPr/>
        </p:nvSpPr>
        <p:spPr>
          <a:xfrm xmlns:a="http://schemas.openxmlformats.org/drawingml/2006/main">
            <a:off x="12496800" y="3752850"/>
            <a:ext cx="457200" cy="1500188"/>
          </a:xfrm>
          <a:custGeom xmlns:a="http://schemas.openxmlformats.org/drawingml/2006/main">
            <a:pathLst>
              <a:path w="457200" h="1500188">
                <a:moveTo>
                  <a:pt x="361950" y="0"/>
                </a:moveTo>
                <a:lnTo>
                  <a:pt x="457200" y="0"/>
                </a:lnTo>
                <a:lnTo>
                  <a:pt x="457200" y="819150"/>
                </a:lnTo>
                <a:lnTo>
                  <a:pt x="0" y="819150"/>
                </a:lnTo>
                <a:lnTo>
                  <a:pt x="0" y="1500188"/>
                </a:lnTo>
                <a:lnTo>
                  <a:pt x="266700" y="1500188"/>
                </a:lnTo>
              </a:path>
            </a:pathLst>
          </a:custGeom>
          <a:noFill xmlns:a="http://schemas.openxmlformats.org/drawingml/2006/main"/>
          <a:ln xmlns:a="http://schemas.openxmlformats.org/drawingml/2006/main" w="10478">
            <a:solidFill>
              <a:srgbClr val="B8753F"/>
            </a:solidFill>
            <a:prstDash val="solid"/>
          </a:ln>
        </p:spPr>
      </p:sp>
      <p:sp>
        <p:nvSpPr>
          <p:cNvPr id="204" name="dp44-comparison / n183 / arrow">
            <a:extLst xmlns:a="http://schemas.openxmlformats.org/drawingml/2006/main">
              <a:ext uri="{FF2B5EF4-FFF2-40B4-BE49-F238E27FC236}">
                <a16:creationId xmlns:a16="http://schemas.microsoft.com/office/drawing/2014/main" id="{9BDFF2CF-A4B3-4B19-BC06-45C1A7E02FC7}"/>
              </a:ext>
            </a:extLst>
          </p:cNvPr>
          <p:cNvSpPr>
            <a:spLocks xmlns:a="http://schemas.openxmlformats.org/drawingml/2006/main" noGrp="1"/>
          </p:cNvSpPr>
          <p:nvPr/>
        </p:nvSpPr>
        <p:spPr>
          <a:xfrm xmlns:a="http://schemas.openxmlformats.org/drawingml/2006/main">
            <a:off x="12696444" y="5219510"/>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B8753F"/>
            </a:solidFill>
            <a:prstDash val="solid"/>
          </a:ln>
        </p:spPr>
      </p:sp>
      <p:sp>
        <p:nvSpPr>
          <p:cNvPr id="205" name="dp44-comparison / n184 / path">
            <a:extLst xmlns:a="http://schemas.openxmlformats.org/drawingml/2006/main">
              <a:ext uri="{FF2B5EF4-FFF2-40B4-BE49-F238E27FC236}">
                <a16:creationId xmlns:a16="http://schemas.microsoft.com/office/drawing/2014/main" id="{CB42C539-8447-49E3-827E-C17A17C49770}"/>
              </a:ext>
            </a:extLst>
          </p:cNvPr>
          <p:cNvSpPr>
            <a:spLocks xmlns:a="http://schemas.openxmlformats.org/drawingml/2006/main" noGrp="1"/>
          </p:cNvSpPr>
          <p:nvPr/>
        </p:nvSpPr>
        <p:spPr>
          <a:xfrm xmlns:a="http://schemas.openxmlformats.org/drawingml/2006/main">
            <a:off x="14192250" y="3667125"/>
            <a:ext cx="3476625" cy="1428750"/>
          </a:xfrm>
          <a:custGeom xmlns:a="http://schemas.openxmlformats.org/drawingml/2006/main">
            <a:pathLst>
              <a:path w="3476625" h="1428750">
                <a:moveTo>
                  <a:pt x="3048000" y="0"/>
                </a:moveTo>
                <a:lnTo>
                  <a:pt x="3476625" y="0"/>
                </a:lnTo>
                <a:lnTo>
                  <a:pt x="3476625" y="923925"/>
                </a:lnTo>
                <a:lnTo>
                  <a:pt x="0" y="923925"/>
                </a:lnTo>
                <a:lnTo>
                  <a:pt x="0" y="1428750"/>
                </a:lnTo>
              </a:path>
            </a:pathLst>
          </a:custGeom>
          <a:noFill xmlns:a="http://schemas.openxmlformats.org/drawingml/2006/main"/>
          <a:ln xmlns:a="http://schemas.openxmlformats.org/drawingml/2006/main" w="10478">
            <a:solidFill>
              <a:srgbClr val="B8753F"/>
            </a:solidFill>
            <a:prstDash val="solid"/>
          </a:ln>
        </p:spPr>
      </p:sp>
      <p:sp>
        <p:nvSpPr>
          <p:cNvPr id="206" name="dp44-comparison / n184 / arrow">
            <a:extLst xmlns:a="http://schemas.openxmlformats.org/drawingml/2006/main">
              <a:ext uri="{FF2B5EF4-FFF2-40B4-BE49-F238E27FC236}">
                <a16:creationId xmlns:a16="http://schemas.microsoft.com/office/drawing/2014/main" id="{10BB308E-3A38-4FA3-98EF-4CD5D4F630F0}"/>
              </a:ext>
            </a:extLst>
          </p:cNvPr>
          <p:cNvSpPr>
            <a:spLocks xmlns:a="http://schemas.openxmlformats.org/drawingml/2006/main" noGrp="1"/>
          </p:cNvSpPr>
          <p:nvPr/>
        </p:nvSpPr>
        <p:spPr>
          <a:xfrm xmlns:a="http://schemas.openxmlformats.org/drawingml/2006/main">
            <a:off x="14158722" y="5028819"/>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B8753F"/>
            </a:solidFill>
            <a:prstDash val="solid"/>
          </a:ln>
        </p:spPr>
      </p:sp>
      <p:sp>
        <p:nvSpPr>
          <p:cNvPr id="207" name="dp44-comparison / n185 / path">
            <a:extLst xmlns:a="http://schemas.openxmlformats.org/drawingml/2006/main">
              <a:ext uri="{FF2B5EF4-FFF2-40B4-BE49-F238E27FC236}">
                <a16:creationId xmlns:a16="http://schemas.microsoft.com/office/drawing/2014/main" id="{65CE4CF4-8364-4BCB-85CA-BA6A78B8177E}"/>
              </a:ext>
            </a:extLst>
          </p:cNvPr>
          <p:cNvSpPr>
            <a:spLocks xmlns:a="http://schemas.openxmlformats.org/drawingml/2006/main" noGrp="1"/>
          </p:cNvSpPr>
          <p:nvPr/>
        </p:nvSpPr>
        <p:spPr>
          <a:xfrm xmlns:a="http://schemas.openxmlformats.org/drawingml/2006/main">
            <a:off x="14954250" y="5253038"/>
            <a:ext cx="333375" cy="953"/>
          </a:xfrm>
          <a:custGeom xmlns:a="http://schemas.openxmlformats.org/drawingml/2006/main">
            <a:pathLst>
              <a:path w="333375" h="953">
                <a:moveTo>
                  <a:pt x="0" y="0"/>
                </a:moveTo>
                <a:lnTo>
                  <a:pt x="333375" y="0"/>
                </a:lnTo>
              </a:path>
            </a:pathLst>
          </a:custGeom>
          <a:noFill xmlns:a="http://schemas.openxmlformats.org/drawingml/2006/main"/>
          <a:ln xmlns:a="http://schemas.openxmlformats.org/drawingml/2006/main" w="10478">
            <a:solidFill>
              <a:srgbClr val="B8753F"/>
            </a:solidFill>
            <a:prstDash val="solid"/>
          </a:ln>
        </p:spPr>
      </p:sp>
      <p:sp>
        <p:nvSpPr>
          <p:cNvPr id="208" name="dp44-comparison / n185 / arrow">
            <a:extLst xmlns:a="http://schemas.openxmlformats.org/drawingml/2006/main">
              <a:ext uri="{FF2B5EF4-FFF2-40B4-BE49-F238E27FC236}">
                <a16:creationId xmlns:a16="http://schemas.microsoft.com/office/drawing/2014/main" id="{93595377-79AA-4323-9E8D-7580C76C2E2A}"/>
              </a:ext>
            </a:extLst>
          </p:cNvPr>
          <p:cNvSpPr>
            <a:spLocks xmlns:a="http://schemas.openxmlformats.org/drawingml/2006/main" noGrp="1"/>
          </p:cNvSpPr>
          <p:nvPr/>
        </p:nvSpPr>
        <p:spPr>
          <a:xfrm xmlns:a="http://schemas.openxmlformats.org/drawingml/2006/main">
            <a:off x="15220569" y="5219510"/>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B8753F"/>
            </a:solidFill>
            <a:prstDash val="solid"/>
          </a:ln>
        </p:spPr>
      </p:sp>
      <p:sp>
        <p:nvSpPr>
          <p:cNvPr id="209" name="dp44-comparison / n186 / path">
            <a:extLst xmlns:a="http://schemas.openxmlformats.org/drawingml/2006/main">
              <a:ext uri="{FF2B5EF4-FFF2-40B4-BE49-F238E27FC236}">
                <a16:creationId xmlns:a16="http://schemas.microsoft.com/office/drawing/2014/main" id="{DABAEA3E-11C7-4956-BB98-B828B7E0B422}"/>
              </a:ext>
            </a:extLst>
          </p:cNvPr>
          <p:cNvSpPr>
            <a:spLocks xmlns:a="http://schemas.openxmlformats.org/drawingml/2006/main" noGrp="1"/>
          </p:cNvSpPr>
          <p:nvPr/>
        </p:nvSpPr>
        <p:spPr>
          <a:xfrm xmlns:a="http://schemas.openxmlformats.org/drawingml/2006/main">
            <a:off x="12858750" y="3600450"/>
            <a:ext cx="3476625" cy="1495425"/>
          </a:xfrm>
          <a:custGeom xmlns:a="http://schemas.openxmlformats.org/drawingml/2006/main">
            <a:pathLst>
              <a:path w="3476625" h="1495425">
                <a:moveTo>
                  <a:pt x="0" y="0"/>
                </a:moveTo>
                <a:lnTo>
                  <a:pt x="238125" y="0"/>
                </a:lnTo>
                <a:lnTo>
                  <a:pt x="238125" y="933450"/>
                </a:lnTo>
                <a:lnTo>
                  <a:pt x="3476625" y="933450"/>
                </a:lnTo>
                <a:lnTo>
                  <a:pt x="3476625" y="1495425"/>
                </a:lnTo>
              </a:path>
            </a:pathLst>
          </a:custGeom>
          <a:noFill xmlns:a="http://schemas.openxmlformats.org/drawingml/2006/main"/>
          <a:ln xmlns:a="http://schemas.openxmlformats.org/drawingml/2006/main" w="10478">
            <a:solidFill>
              <a:srgbClr val="B8753F"/>
            </a:solidFill>
            <a:prstDash val="solid"/>
          </a:ln>
        </p:spPr>
      </p:sp>
      <p:sp>
        <p:nvSpPr>
          <p:cNvPr id="210" name="dp44-comparison / n186 / arrow">
            <a:extLst xmlns:a="http://schemas.openxmlformats.org/drawingml/2006/main">
              <a:ext uri="{FF2B5EF4-FFF2-40B4-BE49-F238E27FC236}">
                <a16:creationId xmlns:a16="http://schemas.microsoft.com/office/drawing/2014/main" id="{58CF2061-DE4D-4A2E-92CA-267F21B0230B}"/>
              </a:ext>
            </a:extLst>
          </p:cNvPr>
          <p:cNvSpPr>
            <a:spLocks xmlns:a="http://schemas.openxmlformats.org/drawingml/2006/main" noGrp="1"/>
          </p:cNvSpPr>
          <p:nvPr/>
        </p:nvSpPr>
        <p:spPr>
          <a:xfrm xmlns:a="http://schemas.openxmlformats.org/drawingml/2006/main">
            <a:off x="16301847" y="5028819"/>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B8753F"/>
            </a:solidFill>
            <a:prstDash val="solid"/>
          </a:ln>
        </p:spPr>
      </p:sp>
      <p:sp>
        <p:nvSpPr>
          <p:cNvPr id="211" name="dp44-comparison / n189 / path">
            <a:extLst xmlns:a="http://schemas.openxmlformats.org/drawingml/2006/main">
              <a:ext uri="{FF2B5EF4-FFF2-40B4-BE49-F238E27FC236}">
                <a16:creationId xmlns:a16="http://schemas.microsoft.com/office/drawing/2014/main" id="{1B2075E6-48A5-4815-A538-3F545933E33A}"/>
              </a:ext>
            </a:extLst>
          </p:cNvPr>
          <p:cNvSpPr>
            <a:spLocks xmlns:a="http://schemas.openxmlformats.org/drawingml/2006/main" noGrp="1"/>
          </p:cNvSpPr>
          <p:nvPr/>
        </p:nvSpPr>
        <p:spPr>
          <a:xfrm xmlns:a="http://schemas.openxmlformats.org/drawingml/2006/main">
            <a:off x="16764000" y="5410200"/>
            <a:ext cx="953" cy="247650"/>
          </a:xfrm>
          <a:custGeom xmlns:a="http://schemas.openxmlformats.org/drawingml/2006/main">
            <a:pathLst>
              <a:path w="953" h="247650">
                <a:moveTo>
                  <a:pt x="0" y="0"/>
                </a:moveTo>
                <a:lnTo>
                  <a:pt x="0" y="247650"/>
                </a:lnTo>
              </a:path>
            </a:pathLst>
          </a:custGeom>
          <a:noFill xmlns:a="http://schemas.openxmlformats.org/drawingml/2006/main"/>
          <a:ln xmlns:a="http://schemas.openxmlformats.org/drawingml/2006/main" w="10478">
            <a:solidFill>
              <a:srgbClr val="B8753F"/>
            </a:solidFill>
            <a:prstDash val="solid"/>
          </a:ln>
        </p:spPr>
      </p:sp>
      <p:sp>
        <p:nvSpPr>
          <p:cNvPr id="212" name="dp44-comparison / n189 / arrow">
            <a:extLst xmlns:a="http://schemas.openxmlformats.org/drawingml/2006/main">
              <a:ext uri="{FF2B5EF4-FFF2-40B4-BE49-F238E27FC236}">
                <a16:creationId xmlns:a16="http://schemas.microsoft.com/office/drawing/2014/main" id="{E3CBF47A-FB70-4250-A5AA-4C9651F27D7B}"/>
              </a:ext>
            </a:extLst>
          </p:cNvPr>
          <p:cNvSpPr>
            <a:spLocks xmlns:a="http://schemas.openxmlformats.org/drawingml/2006/main" noGrp="1"/>
          </p:cNvSpPr>
          <p:nvPr/>
        </p:nvSpPr>
        <p:spPr>
          <a:xfrm xmlns:a="http://schemas.openxmlformats.org/drawingml/2006/main">
            <a:off x="16730472" y="5590794"/>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B8753F"/>
            </a:solidFill>
            <a:prstDash val="solid"/>
          </a:ln>
        </p:spPr>
      </p:sp>
      <p:sp>
        <p:nvSpPr>
          <p:cNvPr id="213" name="dp44-comparison / n190 / path">
            <a:extLst xmlns:a="http://schemas.openxmlformats.org/drawingml/2006/main">
              <a:ext uri="{FF2B5EF4-FFF2-40B4-BE49-F238E27FC236}">
                <a16:creationId xmlns:a16="http://schemas.microsoft.com/office/drawing/2014/main" id="{9F8469A8-ED68-4E79-8E31-CAADD4BB9BF8}"/>
              </a:ext>
            </a:extLst>
          </p:cNvPr>
          <p:cNvSpPr>
            <a:spLocks xmlns:a="http://schemas.openxmlformats.org/drawingml/2006/main" noGrp="1"/>
          </p:cNvSpPr>
          <p:nvPr/>
        </p:nvSpPr>
        <p:spPr>
          <a:xfrm xmlns:a="http://schemas.openxmlformats.org/drawingml/2006/main">
            <a:off x="13858875" y="5410200"/>
            <a:ext cx="2047875" cy="352425"/>
          </a:xfrm>
          <a:custGeom xmlns:a="http://schemas.openxmlformats.org/drawingml/2006/main">
            <a:pathLst>
              <a:path w="2047875" h="352425">
                <a:moveTo>
                  <a:pt x="2047875" y="0"/>
                </a:moveTo>
                <a:lnTo>
                  <a:pt x="2047875" y="133350"/>
                </a:lnTo>
                <a:lnTo>
                  <a:pt x="0" y="133350"/>
                </a:lnTo>
                <a:lnTo>
                  <a:pt x="0" y="352425"/>
                </a:lnTo>
              </a:path>
            </a:pathLst>
          </a:custGeom>
          <a:noFill xmlns:a="http://schemas.openxmlformats.org/drawingml/2006/main"/>
          <a:ln xmlns:a="http://schemas.openxmlformats.org/drawingml/2006/main" w="10478">
            <a:solidFill>
              <a:srgbClr val="B8753F"/>
            </a:solidFill>
            <a:prstDash val="solid"/>
          </a:ln>
        </p:spPr>
      </p:sp>
      <p:sp>
        <p:nvSpPr>
          <p:cNvPr id="214" name="dp44-comparison / n190 / arrow">
            <a:extLst xmlns:a="http://schemas.openxmlformats.org/drawingml/2006/main">
              <a:ext uri="{FF2B5EF4-FFF2-40B4-BE49-F238E27FC236}">
                <a16:creationId xmlns:a16="http://schemas.microsoft.com/office/drawing/2014/main" id="{2A45BB8A-6510-44E1-9A5F-8071F395F09F}"/>
              </a:ext>
            </a:extLst>
          </p:cNvPr>
          <p:cNvSpPr>
            <a:spLocks xmlns:a="http://schemas.openxmlformats.org/drawingml/2006/main" noGrp="1"/>
          </p:cNvSpPr>
          <p:nvPr/>
        </p:nvSpPr>
        <p:spPr>
          <a:xfrm xmlns:a="http://schemas.openxmlformats.org/drawingml/2006/main">
            <a:off x="13825347" y="5695569"/>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B8753F"/>
            </a:solidFill>
            <a:prstDash val="solid"/>
          </a:ln>
        </p:spPr>
      </p:sp>
      <p:sp>
        <p:nvSpPr>
          <p:cNvPr id="215" name="dp44-comparison / n199 / path">
            <a:extLst xmlns:a="http://schemas.openxmlformats.org/drawingml/2006/main">
              <a:ext uri="{FF2B5EF4-FFF2-40B4-BE49-F238E27FC236}">
                <a16:creationId xmlns:a16="http://schemas.microsoft.com/office/drawing/2014/main" id="{9B76F455-5974-402B-BB36-B4D4C841B994}"/>
              </a:ext>
            </a:extLst>
          </p:cNvPr>
          <p:cNvSpPr>
            <a:spLocks xmlns:a="http://schemas.openxmlformats.org/drawingml/2006/main" noGrp="1"/>
          </p:cNvSpPr>
          <p:nvPr/>
        </p:nvSpPr>
        <p:spPr>
          <a:xfrm xmlns:a="http://schemas.openxmlformats.org/drawingml/2006/main">
            <a:off x="9858375" y="6334125"/>
            <a:ext cx="7715250" cy="953"/>
          </a:xfrm>
          <a:custGeom xmlns:a="http://schemas.openxmlformats.org/drawingml/2006/main">
            <a:pathLst>
              <a:path w="7715250" h="953">
                <a:moveTo>
                  <a:pt x="0" y="0"/>
                </a:moveTo>
                <a:lnTo>
                  <a:pt x="7715250" y="0"/>
                </a:lnTo>
              </a:path>
            </a:pathLst>
          </a:custGeom>
          <a:noFill xmlns:a="http://schemas.openxmlformats.org/drawingml/2006/main"/>
          <a:ln xmlns:a="http://schemas.openxmlformats.org/drawingml/2006/main" w="10478">
            <a:solidFill>
              <a:srgbClr val="000000"/>
            </a:solidFill>
            <a:prstDash val="solid"/>
          </a:ln>
        </p:spPr>
      </p:sp>
      <p:sp>
        <p:nvSpPr>
          <p:cNvPr id="216" name="dp44-comparison / n202">
            <a:extLst xmlns:a="http://schemas.openxmlformats.org/drawingml/2006/main">
              <a:ext uri="{FF2B5EF4-FFF2-40B4-BE49-F238E27FC236}">
                <a16:creationId xmlns:a16="http://schemas.microsoft.com/office/drawing/2014/main" id="{AFFDBD8D-883A-4C70-9F5A-5562E0B44729}"/>
              </a:ext>
            </a:extLst>
          </p:cNvPr>
          <p:cNvSpPr>
            <a:spLocks xmlns:a="http://schemas.openxmlformats.org/drawingml/2006/main" noGrp="1"/>
          </p:cNvSpPr>
          <p:nvPr/>
        </p:nvSpPr>
        <p:spPr>
          <a:xfrm xmlns:a="http://schemas.openxmlformats.org/drawingml/2006/main">
            <a:off x="9953625" y="6619875"/>
            <a:ext cx="2238375" cy="25717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217" name="dp44-comparison / n203 / text 1">
            <a:extLst xmlns:a="http://schemas.openxmlformats.org/drawingml/2006/main">
              <a:ext uri="{FF2B5EF4-FFF2-40B4-BE49-F238E27FC236}">
                <a16:creationId xmlns:a16="http://schemas.microsoft.com/office/drawing/2014/main" id="{08E2655A-93FB-415A-A59F-0C8C7937F878}"/>
              </a:ext>
            </a:extLst>
          </p:cNvPr>
          <p:cNvSpPr>
            <a:spLocks xmlns:a="http://schemas.openxmlformats.org/drawingml/2006/main" noGrp="1"/>
          </p:cNvSpPr>
          <p:nvPr/>
        </p:nvSpPr>
        <p:spPr>
          <a:xfrm xmlns:a="http://schemas.openxmlformats.org/drawingml/2006/main">
            <a:off x="10039350" y="6655594"/>
            <a:ext cx="2066925"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25" b="1">
                <a:solidFill>
                  <a:srgbClr val="000000"/>
                </a:solidFill>
                <a:latin typeface="Apple SD Gothic Neo"/>
                <a:ea typeface="Apple SD Gothic Neo"/>
                <a:cs typeface="Apple SD Gothic Neo"/>
              </a:defRPr>
            </a:pPr>
            <a:r>
              <a:rPr sz="1125" b="1">
                <a:solidFill>
                  <a:srgbClr val="000000"/>
                </a:solidFill>
                <a:latin typeface="Apple SD Gothic Neo"/>
                <a:ea typeface="Apple SD Gothic Neo"/>
                <a:cs typeface="Apple SD Gothic Neo"/>
              </a:rPr>
              <a:t>Meaning1 완료</a:t>
            </a:r>
          </a:p>
        </p:txBody>
      </p:sp>
      <p:sp>
        <p:nvSpPr>
          <p:cNvPr id="218" name="dp44-comparison / n204">
            <a:extLst xmlns:a="http://schemas.openxmlformats.org/drawingml/2006/main">
              <a:ext uri="{FF2B5EF4-FFF2-40B4-BE49-F238E27FC236}">
                <a16:creationId xmlns:a16="http://schemas.microsoft.com/office/drawing/2014/main" id="{9A7DD33E-D296-44C1-89B8-EC0F646A53C1}"/>
              </a:ext>
            </a:extLst>
          </p:cNvPr>
          <p:cNvSpPr>
            <a:spLocks xmlns:a="http://schemas.openxmlformats.org/drawingml/2006/main" noGrp="1"/>
          </p:cNvSpPr>
          <p:nvPr/>
        </p:nvSpPr>
        <p:spPr>
          <a:xfrm xmlns:a="http://schemas.openxmlformats.org/drawingml/2006/main">
            <a:off x="12620625" y="6619875"/>
            <a:ext cx="2238375" cy="25717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219" name="dp44-comparison / n205 / text 1">
            <a:extLst xmlns:a="http://schemas.openxmlformats.org/drawingml/2006/main">
              <a:ext uri="{FF2B5EF4-FFF2-40B4-BE49-F238E27FC236}">
                <a16:creationId xmlns:a16="http://schemas.microsoft.com/office/drawing/2014/main" id="{FB3A5F96-1E77-4371-B21B-2392E4BE0913}"/>
              </a:ext>
            </a:extLst>
          </p:cNvPr>
          <p:cNvSpPr>
            <a:spLocks xmlns:a="http://schemas.openxmlformats.org/drawingml/2006/main" noGrp="1"/>
          </p:cNvSpPr>
          <p:nvPr/>
        </p:nvSpPr>
        <p:spPr>
          <a:xfrm xmlns:a="http://schemas.openxmlformats.org/drawingml/2006/main">
            <a:off x="12706350" y="6655594"/>
            <a:ext cx="2066925"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25" b="1">
                <a:solidFill>
                  <a:srgbClr val="000000"/>
                </a:solidFill>
                <a:latin typeface="Apple SD Gothic Neo"/>
                <a:ea typeface="Apple SD Gothic Neo"/>
                <a:cs typeface="Apple SD Gothic Neo"/>
              </a:defRPr>
            </a:pPr>
            <a:r>
              <a:rPr sz="1125" b="1">
                <a:solidFill>
                  <a:srgbClr val="000000"/>
                </a:solidFill>
                <a:latin typeface="Apple SD Gothic Neo"/>
                <a:ea typeface="Apple SD Gothic Neo"/>
                <a:cs typeface="Apple SD Gothic Neo"/>
              </a:rPr>
              <a:t>Composer: 후보 생산</a:t>
            </a:r>
          </a:p>
        </p:txBody>
      </p:sp>
      <p:sp>
        <p:nvSpPr>
          <p:cNvPr id="220" name="dp44-comparison / n206 / path">
            <a:extLst xmlns:a="http://schemas.openxmlformats.org/drawingml/2006/main">
              <a:ext uri="{FF2B5EF4-FFF2-40B4-BE49-F238E27FC236}">
                <a16:creationId xmlns:a16="http://schemas.microsoft.com/office/drawing/2014/main" id="{A76A830A-3AA4-4A03-B541-580E3C0F5EB3}"/>
              </a:ext>
            </a:extLst>
          </p:cNvPr>
          <p:cNvSpPr>
            <a:spLocks xmlns:a="http://schemas.openxmlformats.org/drawingml/2006/main" noGrp="1"/>
          </p:cNvSpPr>
          <p:nvPr/>
        </p:nvSpPr>
        <p:spPr>
          <a:xfrm xmlns:a="http://schemas.openxmlformats.org/drawingml/2006/main">
            <a:off x="12192000" y="6748463"/>
            <a:ext cx="428625" cy="953"/>
          </a:xfrm>
          <a:custGeom xmlns:a="http://schemas.openxmlformats.org/drawingml/2006/main">
            <a:pathLst>
              <a:path w="428625" h="953">
                <a:moveTo>
                  <a:pt x="0" y="0"/>
                </a:moveTo>
                <a:lnTo>
                  <a:pt x="428625" y="0"/>
                </a:lnTo>
              </a:path>
            </a:pathLst>
          </a:custGeom>
          <a:noFill xmlns:a="http://schemas.openxmlformats.org/drawingml/2006/main"/>
          <a:ln xmlns:a="http://schemas.openxmlformats.org/drawingml/2006/main" w="10478">
            <a:solidFill>
              <a:srgbClr val="B8753F"/>
            </a:solidFill>
            <a:prstDash val="solid"/>
          </a:ln>
        </p:spPr>
      </p:sp>
      <p:sp>
        <p:nvSpPr>
          <p:cNvPr id="221" name="dp44-comparison / n206 / arrow">
            <a:extLst xmlns:a="http://schemas.openxmlformats.org/drawingml/2006/main">
              <a:ext uri="{FF2B5EF4-FFF2-40B4-BE49-F238E27FC236}">
                <a16:creationId xmlns:a16="http://schemas.microsoft.com/office/drawing/2014/main" id="{D493A773-13BC-4F7A-997C-179C547A800C}"/>
              </a:ext>
            </a:extLst>
          </p:cNvPr>
          <p:cNvSpPr>
            <a:spLocks xmlns:a="http://schemas.openxmlformats.org/drawingml/2006/main" noGrp="1"/>
          </p:cNvSpPr>
          <p:nvPr/>
        </p:nvSpPr>
        <p:spPr>
          <a:xfrm xmlns:a="http://schemas.openxmlformats.org/drawingml/2006/main">
            <a:off x="12553569" y="6714935"/>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B8753F"/>
            </a:solidFill>
            <a:prstDash val="solid"/>
          </a:ln>
        </p:spPr>
      </p:sp>
      <p:sp>
        <p:nvSpPr>
          <p:cNvPr id="222" name="dp44-comparison / n207">
            <a:extLst xmlns:a="http://schemas.openxmlformats.org/drawingml/2006/main">
              <a:ext uri="{FF2B5EF4-FFF2-40B4-BE49-F238E27FC236}">
                <a16:creationId xmlns:a16="http://schemas.microsoft.com/office/drawing/2014/main" id="{01273E4D-E446-4E26-B511-7C2A51A7ED6C}"/>
              </a:ext>
            </a:extLst>
          </p:cNvPr>
          <p:cNvSpPr>
            <a:spLocks xmlns:a="http://schemas.openxmlformats.org/drawingml/2006/main" noGrp="1"/>
          </p:cNvSpPr>
          <p:nvPr/>
        </p:nvSpPr>
        <p:spPr>
          <a:xfrm xmlns:a="http://schemas.openxmlformats.org/drawingml/2006/main">
            <a:off x="15287625" y="6619875"/>
            <a:ext cx="2190750" cy="25717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223" name="dp44-comparison / n208 / text 1">
            <a:extLst xmlns:a="http://schemas.openxmlformats.org/drawingml/2006/main">
              <a:ext uri="{FF2B5EF4-FFF2-40B4-BE49-F238E27FC236}">
                <a16:creationId xmlns:a16="http://schemas.microsoft.com/office/drawing/2014/main" id="{2A3C542B-7F3B-4F68-9E5C-2EA5626621ED}"/>
              </a:ext>
            </a:extLst>
          </p:cNvPr>
          <p:cNvSpPr>
            <a:spLocks xmlns:a="http://schemas.openxmlformats.org/drawingml/2006/main" noGrp="1"/>
          </p:cNvSpPr>
          <p:nvPr/>
        </p:nvSpPr>
        <p:spPr>
          <a:xfrm xmlns:a="http://schemas.openxmlformats.org/drawingml/2006/main">
            <a:off x="15373350" y="6655594"/>
            <a:ext cx="2019300"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25" b="1">
                <a:solidFill>
                  <a:srgbClr val="000000"/>
                </a:solidFill>
                <a:latin typeface="Apple SD Gothic Neo"/>
                <a:ea typeface="Apple SD Gothic Neo"/>
                <a:cs typeface="Apple SD Gothic Neo"/>
              </a:defRPr>
            </a:pPr>
            <a:r>
              <a:rPr sz="1125" b="1">
                <a:solidFill>
                  <a:srgbClr val="000000"/>
                </a:solidFill>
                <a:latin typeface="Apple SD Gothic Neo"/>
                <a:ea typeface="Apple SD Gothic Neo"/>
                <a:cs typeface="Apple SD Gothic Neo"/>
              </a:rPr>
              <a:t>Join: 조건 검사 후 게시</a:t>
            </a:r>
          </a:p>
        </p:txBody>
      </p:sp>
      <p:sp>
        <p:nvSpPr>
          <p:cNvPr id="224" name="dp44-comparison / n209 / path">
            <a:extLst xmlns:a="http://schemas.openxmlformats.org/drawingml/2006/main">
              <a:ext uri="{FF2B5EF4-FFF2-40B4-BE49-F238E27FC236}">
                <a16:creationId xmlns:a16="http://schemas.microsoft.com/office/drawing/2014/main" id="{57A48246-A59C-442D-BE25-98267739E4F0}"/>
              </a:ext>
            </a:extLst>
          </p:cNvPr>
          <p:cNvSpPr>
            <a:spLocks xmlns:a="http://schemas.openxmlformats.org/drawingml/2006/main" noGrp="1"/>
          </p:cNvSpPr>
          <p:nvPr/>
        </p:nvSpPr>
        <p:spPr>
          <a:xfrm xmlns:a="http://schemas.openxmlformats.org/drawingml/2006/main">
            <a:off x="14859000" y="6748463"/>
            <a:ext cx="428625" cy="953"/>
          </a:xfrm>
          <a:custGeom xmlns:a="http://schemas.openxmlformats.org/drawingml/2006/main">
            <a:pathLst>
              <a:path w="428625" h="953">
                <a:moveTo>
                  <a:pt x="0" y="0"/>
                </a:moveTo>
                <a:lnTo>
                  <a:pt x="428625" y="0"/>
                </a:lnTo>
              </a:path>
            </a:pathLst>
          </a:custGeom>
          <a:noFill xmlns:a="http://schemas.openxmlformats.org/drawingml/2006/main"/>
          <a:ln xmlns:a="http://schemas.openxmlformats.org/drawingml/2006/main" w="10478">
            <a:solidFill>
              <a:srgbClr val="B8753F"/>
            </a:solidFill>
            <a:prstDash val="solid"/>
          </a:ln>
        </p:spPr>
      </p:sp>
      <p:sp>
        <p:nvSpPr>
          <p:cNvPr id="225" name="dp44-comparison / n209 / arrow">
            <a:extLst xmlns:a="http://schemas.openxmlformats.org/drawingml/2006/main">
              <a:ext uri="{FF2B5EF4-FFF2-40B4-BE49-F238E27FC236}">
                <a16:creationId xmlns:a16="http://schemas.microsoft.com/office/drawing/2014/main" id="{D622FE0B-F702-4EDF-A76C-044E56E66C92}"/>
              </a:ext>
            </a:extLst>
          </p:cNvPr>
          <p:cNvSpPr>
            <a:spLocks xmlns:a="http://schemas.openxmlformats.org/drawingml/2006/main" noGrp="1"/>
          </p:cNvSpPr>
          <p:nvPr/>
        </p:nvSpPr>
        <p:spPr>
          <a:xfrm xmlns:a="http://schemas.openxmlformats.org/drawingml/2006/main">
            <a:off x="15220569" y="6714935"/>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B8753F"/>
            </a:solidFill>
            <a:prstDash val="solid"/>
          </a:ln>
        </p:spPr>
      </p:sp>
      <p:sp>
        <p:nvSpPr>
          <p:cNvPr id="226" name="dp44-comparison / n214">
            <a:extLst xmlns:a="http://schemas.openxmlformats.org/drawingml/2006/main">
              <a:ext uri="{FF2B5EF4-FFF2-40B4-BE49-F238E27FC236}">
                <a16:creationId xmlns:a16="http://schemas.microsoft.com/office/drawing/2014/main" id="{68103EAE-BFA0-47B0-B1D3-9BE957B7A7A6}"/>
              </a:ext>
            </a:extLst>
          </p:cNvPr>
          <p:cNvSpPr>
            <a:spLocks xmlns:a="http://schemas.openxmlformats.org/drawingml/2006/main" noGrp="1"/>
          </p:cNvSpPr>
          <p:nvPr/>
        </p:nvSpPr>
        <p:spPr>
          <a:xfrm xmlns:a="http://schemas.openxmlformats.org/drawingml/2006/main">
            <a:off x="9953625" y="7286625"/>
            <a:ext cx="2238375" cy="24765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227" name="dp44-comparison / n215 / text 1">
            <a:extLst xmlns:a="http://schemas.openxmlformats.org/drawingml/2006/main">
              <a:ext uri="{FF2B5EF4-FFF2-40B4-BE49-F238E27FC236}">
                <a16:creationId xmlns:a16="http://schemas.microsoft.com/office/drawing/2014/main" id="{D10B95BD-B9AE-4319-A195-5F2A610F7794}"/>
              </a:ext>
            </a:extLst>
          </p:cNvPr>
          <p:cNvSpPr>
            <a:spLocks xmlns:a="http://schemas.openxmlformats.org/drawingml/2006/main" noGrp="1"/>
          </p:cNvSpPr>
          <p:nvPr/>
        </p:nvSpPr>
        <p:spPr>
          <a:xfrm xmlns:a="http://schemas.openxmlformats.org/drawingml/2006/main">
            <a:off x="10039350" y="7317581"/>
            <a:ext cx="2066925"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25" b="1">
                <a:solidFill>
                  <a:srgbClr val="000000"/>
                </a:solidFill>
                <a:latin typeface="Apple SD Gothic Neo"/>
                <a:ea typeface="Apple SD Gothic Neo"/>
                <a:cs typeface="Apple SD Gothic Neo"/>
              </a:defRPr>
            </a:pPr>
            <a:r>
              <a:rPr sz="1125" b="1">
                <a:solidFill>
                  <a:srgbClr val="000000"/>
                </a:solidFill>
                <a:latin typeface="Apple SD Gothic Neo"/>
                <a:ea typeface="Apple SD Gothic Neo"/>
                <a:cs typeface="Apple SD Gothic Neo"/>
              </a:rPr>
              <a:t>옛 응답 준비 완료</a:t>
            </a:r>
          </a:p>
        </p:txBody>
      </p:sp>
      <p:sp>
        <p:nvSpPr>
          <p:cNvPr id="228" name="dp44-comparison / n216">
            <a:extLst xmlns:a="http://schemas.openxmlformats.org/drawingml/2006/main">
              <a:ext uri="{FF2B5EF4-FFF2-40B4-BE49-F238E27FC236}">
                <a16:creationId xmlns:a16="http://schemas.microsoft.com/office/drawing/2014/main" id="{A70BA124-E80F-423B-8330-40C5BE9B6634}"/>
              </a:ext>
            </a:extLst>
          </p:cNvPr>
          <p:cNvSpPr>
            <a:spLocks xmlns:a="http://schemas.openxmlformats.org/drawingml/2006/main" noGrp="1"/>
          </p:cNvSpPr>
          <p:nvPr/>
        </p:nvSpPr>
        <p:spPr>
          <a:xfrm xmlns:a="http://schemas.openxmlformats.org/drawingml/2006/main">
            <a:off x="12620625" y="7286625"/>
            <a:ext cx="2238375" cy="24765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229" name="dp44-comparison / n217 / text 1">
            <a:extLst xmlns:a="http://schemas.openxmlformats.org/drawingml/2006/main">
              <a:ext uri="{FF2B5EF4-FFF2-40B4-BE49-F238E27FC236}">
                <a16:creationId xmlns:a16="http://schemas.microsoft.com/office/drawing/2014/main" id="{258B40CE-380C-404A-AFDC-54A2917DF7E4}"/>
              </a:ext>
            </a:extLst>
          </p:cNvPr>
          <p:cNvSpPr>
            <a:spLocks xmlns:a="http://schemas.openxmlformats.org/drawingml/2006/main" noGrp="1"/>
          </p:cNvSpPr>
          <p:nvPr/>
        </p:nvSpPr>
        <p:spPr>
          <a:xfrm xmlns:a="http://schemas.openxmlformats.org/drawingml/2006/main">
            <a:off x="12706350" y="7317581"/>
            <a:ext cx="2066925"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25" b="1">
                <a:solidFill>
                  <a:srgbClr val="000000"/>
                </a:solidFill>
                <a:latin typeface="Apple SD Gothic Neo"/>
                <a:ea typeface="Apple SD Gothic Neo"/>
                <a:cs typeface="Apple SD Gothic Neo"/>
              </a:defRPr>
            </a:pPr>
            <a:r>
              <a:rPr sz="1125" b="1">
                <a:solidFill>
                  <a:srgbClr val="000000"/>
                </a:solidFill>
                <a:latin typeface="Apple SD Gothic Neo"/>
                <a:ea typeface="Apple SD Gothic Neo"/>
                <a:cs typeface="Apple SD Gothic Neo"/>
              </a:rPr>
              <a:t>Join: 현재 입력 조건 검사</a:t>
            </a:r>
          </a:p>
        </p:txBody>
      </p:sp>
      <p:sp>
        <p:nvSpPr>
          <p:cNvPr id="230" name="dp44-comparison / n218 / path">
            <a:extLst xmlns:a="http://schemas.openxmlformats.org/drawingml/2006/main">
              <a:ext uri="{FF2B5EF4-FFF2-40B4-BE49-F238E27FC236}">
                <a16:creationId xmlns:a16="http://schemas.microsoft.com/office/drawing/2014/main" id="{8D5CCE82-81BC-4FE7-B329-61270E48FB9F}"/>
              </a:ext>
            </a:extLst>
          </p:cNvPr>
          <p:cNvSpPr>
            <a:spLocks xmlns:a="http://schemas.openxmlformats.org/drawingml/2006/main" noGrp="1"/>
          </p:cNvSpPr>
          <p:nvPr/>
        </p:nvSpPr>
        <p:spPr>
          <a:xfrm xmlns:a="http://schemas.openxmlformats.org/drawingml/2006/main">
            <a:off x="12192000" y="7410450"/>
            <a:ext cx="428625" cy="953"/>
          </a:xfrm>
          <a:custGeom xmlns:a="http://schemas.openxmlformats.org/drawingml/2006/main">
            <a:pathLst>
              <a:path w="428625" h="953">
                <a:moveTo>
                  <a:pt x="0" y="0"/>
                </a:moveTo>
                <a:lnTo>
                  <a:pt x="428625" y="0"/>
                </a:lnTo>
              </a:path>
            </a:pathLst>
          </a:custGeom>
          <a:noFill xmlns:a="http://schemas.openxmlformats.org/drawingml/2006/main"/>
          <a:ln xmlns:a="http://schemas.openxmlformats.org/drawingml/2006/main" w="10478">
            <a:solidFill>
              <a:srgbClr val="B8753F"/>
            </a:solidFill>
            <a:prstDash val="solid"/>
          </a:ln>
        </p:spPr>
      </p:sp>
      <p:sp>
        <p:nvSpPr>
          <p:cNvPr id="231" name="dp44-comparison / n218 / arrow">
            <a:extLst xmlns:a="http://schemas.openxmlformats.org/drawingml/2006/main">
              <a:ext uri="{FF2B5EF4-FFF2-40B4-BE49-F238E27FC236}">
                <a16:creationId xmlns:a16="http://schemas.microsoft.com/office/drawing/2014/main" id="{BC0A4147-BF84-4A18-B7A7-AD69C9FC5B95}"/>
              </a:ext>
            </a:extLst>
          </p:cNvPr>
          <p:cNvSpPr>
            <a:spLocks xmlns:a="http://schemas.openxmlformats.org/drawingml/2006/main" noGrp="1"/>
          </p:cNvSpPr>
          <p:nvPr/>
        </p:nvSpPr>
        <p:spPr>
          <a:xfrm xmlns:a="http://schemas.openxmlformats.org/drawingml/2006/main">
            <a:off x="12553569" y="7376922"/>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B8753F"/>
            </a:solidFill>
            <a:prstDash val="solid"/>
          </a:ln>
        </p:spPr>
      </p:sp>
      <p:sp>
        <p:nvSpPr>
          <p:cNvPr id="232" name="dp44-comparison / n219">
            <a:extLst xmlns:a="http://schemas.openxmlformats.org/drawingml/2006/main">
              <a:ext uri="{FF2B5EF4-FFF2-40B4-BE49-F238E27FC236}">
                <a16:creationId xmlns:a16="http://schemas.microsoft.com/office/drawing/2014/main" id="{EE28F9C0-1653-4BB3-AD72-3300B6D0E7A0}"/>
              </a:ext>
            </a:extLst>
          </p:cNvPr>
          <p:cNvSpPr>
            <a:spLocks xmlns:a="http://schemas.openxmlformats.org/drawingml/2006/main" noGrp="1"/>
          </p:cNvSpPr>
          <p:nvPr/>
        </p:nvSpPr>
        <p:spPr>
          <a:xfrm xmlns:a="http://schemas.openxmlformats.org/drawingml/2006/main">
            <a:off x="15287625" y="7286625"/>
            <a:ext cx="2190750" cy="24765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233" name="dp44-comparison / n220 / text 1">
            <a:extLst xmlns:a="http://schemas.openxmlformats.org/drawingml/2006/main">
              <a:ext uri="{FF2B5EF4-FFF2-40B4-BE49-F238E27FC236}">
                <a16:creationId xmlns:a16="http://schemas.microsoft.com/office/drawing/2014/main" id="{3D3B52A0-6170-468E-8526-4CE04DEC2FA7}"/>
              </a:ext>
            </a:extLst>
          </p:cNvPr>
          <p:cNvSpPr>
            <a:spLocks xmlns:a="http://schemas.openxmlformats.org/drawingml/2006/main" noGrp="1"/>
          </p:cNvSpPr>
          <p:nvPr/>
        </p:nvSpPr>
        <p:spPr>
          <a:xfrm xmlns:a="http://schemas.openxmlformats.org/drawingml/2006/main">
            <a:off x="15373350" y="7317581"/>
            <a:ext cx="2019300"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25" b="1">
                <a:solidFill>
                  <a:srgbClr val="000000"/>
                </a:solidFill>
                <a:latin typeface="Apple SD Gothic Neo"/>
                <a:ea typeface="Apple SD Gothic Neo"/>
                <a:cs typeface="Apple SD Gothic Neo"/>
              </a:defRPr>
            </a:pPr>
            <a:r>
              <a:rPr sz="1125" b="1">
                <a:solidFill>
                  <a:srgbClr val="000000"/>
                </a:solidFill>
                <a:latin typeface="Apple SD Gothic Neo"/>
                <a:ea typeface="Apple SD Gothic Neo"/>
                <a:cs typeface="Apple SD Gothic Neo"/>
              </a:rPr>
              <a:t>Publication Window에서 폐기</a:t>
            </a:r>
          </a:p>
        </p:txBody>
      </p:sp>
      <p:sp>
        <p:nvSpPr>
          <p:cNvPr id="234" name="dp44-comparison / n221 / path">
            <a:extLst xmlns:a="http://schemas.openxmlformats.org/drawingml/2006/main">
              <a:ext uri="{FF2B5EF4-FFF2-40B4-BE49-F238E27FC236}">
                <a16:creationId xmlns:a16="http://schemas.microsoft.com/office/drawing/2014/main" id="{F7BCA598-D190-4ED1-BD52-0AF6581F24A3}"/>
              </a:ext>
            </a:extLst>
          </p:cNvPr>
          <p:cNvSpPr>
            <a:spLocks xmlns:a="http://schemas.openxmlformats.org/drawingml/2006/main" noGrp="1"/>
          </p:cNvSpPr>
          <p:nvPr/>
        </p:nvSpPr>
        <p:spPr>
          <a:xfrm xmlns:a="http://schemas.openxmlformats.org/drawingml/2006/main">
            <a:off x="14859000" y="7410450"/>
            <a:ext cx="428625" cy="953"/>
          </a:xfrm>
          <a:custGeom xmlns:a="http://schemas.openxmlformats.org/drawingml/2006/main">
            <a:pathLst>
              <a:path w="428625" h="953">
                <a:moveTo>
                  <a:pt x="0" y="0"/>
                </a:moveTo>
                <a:lnTo>
                  <a:pt x="428625" y="0"/>
                </a:lnTo>
              </a:path>
            </a:pathLst>
          </a:custGeom>
          <a:noFill xmlns:a="http://schemas.openxmlformats.org/drawingml/2006/main"/>
          <a:ln xmlns:a="http://schemas.openxmlformats.org/drawingml/2006/main" w="10478">
            <a:solidFill>
              <a:srgbClr val="B8753F"/>
            </a:solidFill>
            <a:prstDash val="solid"/>
          </a:ln>
        </p:spPr>
      </p:sp>
      <p:sp>
        <p:nvSpPr>
          <p:cNvPr id="235" name="dp44-comparison / n221 / arrow">
            <a:extLst xmlns:a="http://schemas.openxmlformats.org/drawingml/2006/main">
              <a:ext uri="{FF2B5EF4-FFF2-40B4-BE49-F238E27FC236}">
                <a16:creationId xmlns:a16="http://schemas.microsoft.com/office/drawing/2014/main" id="{0F48319C-A73D-433D-A388-A07B82EC3BDA}"/>
              </a:ext>
            </a:extLst>
          </p:cNvPr>
          <p:cNvSpPr>
            <a:spLocks xmlns:a="http://schemas.openxmlformats.org/drawingml/2006/main" noGrp="1"/>
          </p:cNvSpPr>
          <p:nvPr/>
        </p:nvSpPr>
        <p:spPr>
          <a:xfrm xmlns:a="http://schemas.openxmlformats.org/drawingml/2006/main">
            <a:off x="15220569" y="7376922"/>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B8753F"/>
            </a:solidFill>
            <a:prstDash val="solid"/>
          </a:ln>
        </p:spPr>
      </p:sp>
      <p:sp>
        <p:nvSpPr>
          <p:cNvPr id="236" name="dp44-comparison / n145">
            <a:extLst xmlns:a="http://schemas.openxmlformats.org/drawingml/2006/main">
              <a:ext uri="{FF2B5EF4-FFF2-40B4-BE49-F238E27FC236}">
                <a16:creationId xmlns:a16="http://schemas.microsoft.com/office/drawing/2014/main" id="{514B6233-ED79-4CB2-BE06-C3902D0B569E}"/>
              </a:ext>
            </a:extLst>
          </p:cNvPr>
          <p:cNvSpPr>
            <a:spLocks xmlns:a="http://schemas.openxmlformats.org/drawingml/2006/main" noGrp="1"/>
          </p:cNvSpPr>
          <p:nvPr/>
        </p:nvSpPr>
        <p:spPr>
          <a:xfrm xmlns:a="http://schemas.openxmlformats.org/drawingml/2006/main">
            <a:off x="9934575" y="2771775"/>
            <a:ext cx="2439353" cy="1905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37" name="dp44-comparison / n146 / text 1">
            <a:extLst xmlns:a="http://schemas.openxmlformats.org/drawingml/2006/main">
              <a:ext uri="{FF2B5EF4-FFF2-40B4-BE49-F238E27FC236}">
                <a16:creationId xmlns:a16="http://schemas.microsoft.com/office/drawing/2014/main" id="{DC746161-CDCE-45A4-ACC8-7595EAE3CBF8}"/>
              </a:ext>
            </a:extLst>
          </p:cNvPr>
          <p:cNvSpPr>
            <a:spLocks xmlns:a="http://schemas.openxmlformats.org/drawingml/2006/main" noGrp="1"/>
          </p:cNvSpPr>
          <p:nvPr/>
        </p:nvSpPr>
        <p:spPr>
          <a:xfrm xmlns:a="http://schemas.openxmlformats.org/drawingml/2006/main">
            <a:off x="9953625" y="2781300"/>
            <a:ext cx="3905250"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0">
                <a:solidFill>
                  <a:srgbClr val="000000"/>
                </a:solidFill>
                <a:latin typeface="Apple SD Gothic Neo"/>
                <a:ea typeface="Apple SD Gothic Neo"/>
                <a:cs typeface="Apple SD Gothic Neo"/>
              </a:defRPr>
            </a:pPr>
            <a:r>
              <a:rPr sz="1125" b="0">
                <a:solidFill>
                  <a:srgbClr val="000000"/>
                </a:solidFill>
                <a:latin typeface="Apple SD Gothic Neo"/>
                <a:ea typeface="Apple SD Gothic Neo"/>
                <a:cs typeface="Apple SD Gothic Neo"/>
              </a:rPr>
              <a:t>Input1: “잠깐, 표부터 설명해줘”</a:t>
            </a:r>
          </a:p>
        </p:txBody>
      </p:sp>
      <p:sp>
        <p:nvSpPr>
          <p:cNvPr id="238" name="dp44-comparison / n147">
            <a:extLst xmlns:a="http://schemas.openxmlformats.org/drawingml/2006/main">
              <a:ext uri="{FF2B5EF4-FFF2-40B4-BE49-F238E27FC236}">
                <a16:creationId xmlns:a16="http://schemas.microsoft.com/office/drawing/2014/main" id="{3D2B883A-A06F-4A4C-B277-DD92A5EFEBDD}"/>
              </a:ext>
            </a:extLst>
          </p:cNvPr>
          <p:cNvSpPr>
            <a:spLocks xmlns:a="http://schemas.openxmlformats.org/drawingml/2006/main" noGrp="1"/>
          </p:cNvSpPr>
          <p:nvPr/>
        </p:nvSpPr>
        <p:spPr>
          <a:xfrm xmlns:a="http://schemas.openxmlformats.org/drawingml/2006/main">
            <a:off x="14601825" y="2771775"/>
            <a:ext cx="2556510" cy="17907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39" name="dp44-comparison / n148 / text 1">
            <a:extLst xmlns:a="http://schemas.openxmlformats.org/drawingml/2006/main">
              <a:ext uri="{FF2B5EF4-FFF2-40B4-BE49-F238E27FC236}">
                <a16:creationId xmlns:a16="http://schemas.microsoft.com/office/drawing/2014/main" id="{6A028EE3-42A9-4075-8DE0-85537894C681}"/>
              </a:ext>
            </a:extLst>
          </p:cNvPr>
          <p:cNvSpPr>
            <a:spLocks xmlns:a="http://schemas.openxmlformats.org/drawingml/2006/main" noGrp="1"/>
          </p:cNvSpPr>
          <p:nvPr/>
        </p:nvSpPr>
        <p:spPr>
          <a:xfrm xmlns:a="http://schemas.openxmlformats.org/drawingml/2006/main">
            <a:off x="14620875" y="2781300"/>
            <a:ext cx="3048000" cy="19335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0">
                <a:solidFill>
                  <a:srgbClr val="000000"/>
                </a:solidFill>
                <a:latin typeface="Apple SD Gothic Neo"/>
                <a:ea typeface="Apple SD Gothic Neo"/>
                <a:cs typeface="Apple SD Gothic Neo"/>
              </a:defRPr>
            </a:pPr>
            <a:r>
              <a:rPr sz="1050" b="0">
                <a:solidFill>
                  <a:srgbClr val="000000"/>
                </a:solidFill>
                <a:latin typeface="Apple SD Gothic Neo"/>
                <a:ea typeface="Apple SD Gothic Neo"/>
                <a:cs typeface="Apple SD Gothic Neo"/>
              </a:rPr>
              <a:t>Task1 메일 / Question1 수신자 질문</a:t>
            </a:r>
          </a:p>
        </p:txBody>
      </p:sp>
      <p:sp>
        <p:nvSpPr>
          <p:cNvPr id="240" name="dp44-comparison / n163">
            <a:extLst xmlns:a="http://schemas.openxmlformats.org/drawingml/2006/main">
              <a:ext uri="{FF2B5EF4-FFF2-40B4-BE49-F238E27FC236}">
                <a16:creationId xmlns:a16="http://schemas.microsoft.com/office/drawing/2014/main" id="{C8EA738E-1F27-4B06-A383-1B0B1F39A054}"/>
              </a:ext>
            </a:extLst>
          </p:cNvPr>
          <p:cNvSpPr>
            <a:spLocks xmlns:a="http://schemas.openxmlformats.org/drawingml/2006/main" noGrp="1"/>
          </p:cNvSpPr>
          <p:nvPr/>
        </p:nvSpPr>
        <p:spPr>
          <a:xfrm xmlns:a="http://schemas.openxmlformats.org/drawingml/2006/main">
            <a:off x="10125075" y="3886200"/>
            <a:ext cx="1396365" cy="1333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41" name="dp44-comparison / n164 / text 1">
            <a:extLst xmlns:a="http://schemas.openxmlformats.org/drawingml/2006/main">
              <a:ext uri="{FF2B5EF4-FFF2-40B4-BE49-F238E27FC236}">
                <a16:creationId xmlns:a16="http://schemas.microsoft.com/office/drawing/2014/main" id="{53AF7A30-37DF-41B0-81DC-528E753919DB}"/>
              </a:ext>
            </a:extLst>
          </p:cNvPr>
          <p:cNvSpPr>
            <a:spLocks xmlns:a="http://schemas.openxmlformats.org/drawingml/2006/main" noGrp="1"/>
          </p:cNvSpPr>
          <p:nvPr/>
        </p:nvSpPr>
        <p:spPr>
          <a:xfrm xmlns:a="http://schemas.openxmlformats.org/drawingml/2006/main">
            <a:off x="10144125" y="3895725"/>
            <a:ext cx="28575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Input1 / Job1 / 현재 입력</a:t>
            </a:r>
          </a:p>
        </p:txBody>
      </p:sp>
      <p:sp>
        <p:nvSpPr>
          <p:cNvPr id="242" name="dp44-comparison / n165">
            <a:extLst xmlns:a="http://schemas.openxmlformats.org/drawingml/2006/main">
              <a:ext uri="{FF2B5EF4-FFF2-40B4-BE49-F238E27FC236}">
                <a16:creationId xmlns:a16="http://schemas.microsoft.com/office/drawing/2014/main" id="{9408CB57-1227-43F2-B5AD-8050805B13F2}"/>
              </a:ext>
            </a:extLst>
          </p:cNvPr>
          <p:cNvSpPr>
            <a:spLocks xmlns:a="http://schemas.openxmlformats.org/drawingml/2006/main" noGrp="1"/>
          </p:cNvSpPr>
          <p:nvPr/>
        </p:nvSpPr>
        <p:spPr>
          <a:xfrm xmlns:a="http://schemas.openxmlformats.org/drawingml/2006/main">
            <a:off x="14125575" y="3886200"/>
            <a:ext cx="1863090" cy="1333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43" name="dp44-comparison / n166 / text 1">
            <a:extLst xmlns:a="http://schemas.openxmlformats.org/drawingml/2006/main">
              <a:ext uri="{FF2B5EF4-FFF2-40B4-BE49-F238E27FC236}">
                <a16:creationId xmlns:a16="http://schemas.microsoft.com/office/drawing/2014/main" id="{323D816F-794C-4F00-B419-55E72DE8D68E}"/>
              </a:ext>
            </a:extLst>
          </p:cNvPr>
          <p:cNvSpPr>
            <a:spLocks xmlns:a="http://schemas.openxmlformats.org/drawingml/2006/main" noGrp="1"/>
          </p:cNvSpPr>
          <p:nvPr/>
        </p:nvSpPr>
        <p:spPr>
          <a:xfrm xmlns:a="http://schemas.openxmlformats.org/drawingml/2006/main">
            <a:off x="14144625" y="3895725"/>
            <a:ext cx="3095625"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Task1 / Question1 / 정보 변경 확인</a:t>
            </a:r>
          </a:p>
        </p:txBody>
      </p:sp>
      <p:sp>
        <p:nvSpPr>
          <p:cNvPr id="244" name="dp44-comparison / n175">
            <a:extLst xmlns:a="http://schemas.openxmlformats.org/drawingml/2006/main">
              <a:ext uri="{FF2B5EF4-FFF2-40B4-BE49-F238E27FC236}">
                <a16:creationId xmlns:a16="http://schemas.microsoft.com/office/drawing/2014/main" id="{C3239703-9BA7-4107-9B38-914F941F097B}"/>
              </a:ext>
            </a:extLst>
          </p:cNvPr>
          <p:cNvSpPr>
            <a:spLocks xmlns:a="http://schemas.openxmlformats.org/drawingml/2006/main" noGrp="1"/>
          </p:cNvSpPr>
          <p:nvPr/>
        </p:nvSpPr>
        <p:spPr>
          <a:xfrm xmlns:a="http://schemas.openxmlformats.org/drawingml/2006/main">
            <a:off x="9934575" y="5133975"/>
            <a:ext cx="1505141" cy="16764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45" name="dp44-comparison / n176 / text 1">
            <a:extLst xmlns:a="http://schemas.openxmlformats.org/drawingml/2006/main">
              <a:ext uri="{FF2B5EF4-FFF2-40B4-BE49-F238E27FC236}">
                <a16:creationId xmlns:a16="http://schemas.microsoft.com/office/drawing/2014/main" id="{BB66FB29-A1D8-4469-A0F9-EC6D396FA0A9}"/>
              </a:ext>
            </a:extLst>
          </p:cNvPr>
          <p:cNvSpPr>
            <a:spLocks xmlns:a="http://schemas.openxmlformats.org/drawingml/2006/main" noGrp="1"/>
          </p:cNvSpPr>
          <p:nvPr/>
        </p:nvSpPr>
        <p:spPr>
          <a:xfrm xmlns:a="http://schemas.openxmlformats.org/drawingml/2006/main">
            <a:off x="9953625" y="5143500"/>
            <a:ext cx="2238375" cy="17954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75" b="0">
                <a:solidFill>
                  <a:srgbClr val="000000"/>
                </a:solidFill>
                <a:latin typeface="Apple SD Gothic Neo"/>
                <a:ea typeface="Apple SD Gothic Neo"/>
                <a:cs typeface="Apple SD Gothic Neo"/>
              </a:defRPr>
            </a:pPr>
            <a:r>
              <a:rPr sz="975" b="0">
                <a:solidFill>
                  <a:srgbClr val="000000"/>
                </a:solidFill>
                <a:latin typeface="Apple SD Gothic Neo"/>
                <a:ea typeface="Apple SD Gothic Neo"/>
                <a:cs typeface="Apple SD Gothic Neo"/>
              </a:rPr>
              <a:t>① 이해 완료: Meaning1</a:t>
            </a:r>
          </a:p>
        </p:txBody>
      </p:sp>
      <p:sp>
        <p:nvSpPr>
          <p:cNvPr id="246" name="dp44-comparison / n187">
            <a:extLst xmlns:a="http://schemas.openxmlformats.org/drawingml/2006/main">
              <a:ext uri="{FF2B5EF4-FFF2-40B4-BE49-F238E27FC236}">
                <a16:creationId xmlns:a16="http://schemas.microsoft.com/office/drawing/2014/main" id="{81A86200-709A-41F5-A642-82D4EF4658D8}"/>
              </a:ext>
            </a:extLst>
          </p:cNvPr>
          <p:cNvSpPr>
            <a:spLocks xmlns:a="http://schemas.openxmlformats.org/drawingml/2006/main" noGrp="1"/>
          </p:cNvSpPr>
          <p:nvPr/>
        </p:nvSpPr>
        <p:spPr>
          <a:xfrm xmlns:a="http://schemas.openxmlformats.org/drawingml/2006/main">
            <a:off x="13325475" y="4381500"/>
            <a:ext cx="2886266" cy="14478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47" name="dp44-comparison / n188 / text 1">
            <a:extLst xmlns:a="http://schemas.openxmlformats.org/drawingml/2006/main">
              <a:ext uri="{FF2B5EF4-FFF2-40B4-BE49-F238E27FC236}">
                <a16:creationId xmlns:a16="http://schemas.microsoft.com/office/drawing/2014/main" id="{C9BA7762-C86C-4075-A04F-5744E0F4D0D1}"/>
              </a:ext>
            </a:extLst>
          </p:cNvPr>
          <p:cNvSpPr>
            <a:spLocks xmlns:a="http://schemas.openxmlformats.org/drawingml/2006/main" noGrp="1"/>
          </p:cNvSpPr>
          <p:nvPr/>
        </p:nvSpPr>
        <p:spPr>
          <a:xfrm xmlns:a="http://schemas.openxmlformats.org/drawingml/2006/main">
            <a:off x="13344525" y="4391025"/>
            <a:ext cx="4086225"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Meaning1 / NoticeReady / 입력 해소 또는 질문 허용</a:t>
            </a:r>
          </a:p>
        </p:txBody>
      </p:sp>
      <p:sp>
        <p:nvSpPr>
          <p:cNvPr id="248" name="dp44-comparison / n191">
            <a:extLst xmlns:a="http://schemas.openxmlformats.org/drawingml/2006/main">
              <a:ext uri="{FF2B5EF4-FFF2-40B4-BE49-F238E27FC236}">
                <a16:creationId xmlns:a16="http://schemas.microsoft.com/office/drawing/2014/main" id="{580A3E6F-9EC3-4131-B6A4-22959CA6E4DB}"/>
              </a:ext>
            </a:extLst>
          </p:cNvPr>
          <p:cNvSpPr>
            <a:spLocks xmlns:a="http://schemas.openxmlformats.org/drawingml/2006/main" noGrp="1"/>
          </p:cNvSpPr>
          <p:nvPr/>
        </p:nvSpPr>
        <p:spPr>
          <a:xfrm xmlns:a="http://schemas.openxmlformats.org/drawingml/2006/main">
            <a:off x="12934950" y="5448300"/>
            <a:ext cx="739140" cy="15621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49" name="dp44-comparison / n192 / text 1">
            <a:extLst xmlns:a="http://schemas.openxmlformats.org/drawingml/2006/main">
              <a:ext uri="{FF2B5EF4-FFF2-40B4-BE49-F238E27FC236}">
                <a16:creationId xmlns:a16="http://schemas.microsoft.com/office/drawing/2014/main" id="{9E20460D-C566-4D91-927E-6AC15F674A96}"/>
              </a:ext>
            </a:extLst>
          </p:cNvPr>
          <p:cNvSpPr>
            <a:spLocks xmlns:a="http://schemas.openxmlformats.org/drawingml/2006/main" noGrp="1"/>
          </p:cNvSpPr>
          <p:nvPr/>
        </p:nvSpPr>
        <p:spPr>
          <a:xfrm xmlns:a="http://schemas.openxmlformats.org/drawingml/2006/main">
            <a:off x="12954000" y="5457825"/>
            <a:ext cx="200025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Candidate1</a:t>
            </a:r>
          </a:p>
        </p:txBody>
      </p:sp>
      <p:sp>
        <p:nvSpPr>
          <p:cNvPr id="250" name="dp44-comparison / n193">
            <a:extLst xmlns:a="http://schemas.openxmlformats.org/drawingml/2006/main">
              <a:ext uri="{FF2B5EF4-FFF2-40B4-BE49-F238E27FC236}">
                <a16:creationId xmlns:a16="http://schemas.microsoft.com/office/drawing/2014/main" id="{BA682D68-F60B-4D53-9C07-E9CF134C7301}"/>
              </a:ext>
            </a:extLst>
          </p:cNvPr>
          <p:cNvSpPr>
            <a:spLocks xmlns:a="http://schemas.openxmlformats.org/drawingml/2006/main" noGrp="1"/>
          </p:cNvSpPr>
          <p:nvPr/>
        </p:nvSpPr>
        <p:spPr>
          <a:xfrm xmlns:a="http://schemas.openxmlformats.org/drawingml/2006/main">
            <a:off x="9953625" y="5362575"/>
            <a:ext cx="2238375" cy="685800"/>
          </a:xfrm>
          <a:custGeom xmlns:a="http://schemas.openxmlformats.org/drawingml/2006/main">
            <a:pathLst>
              <a:path w="2238375" h="685800">
                <a:moveTo>
                  <a:pt x="0" y="0"/>
                </a:moveTo>
                <a:lnTo>
                  <a:pt x="2066925" y="0"/>
                </a:lnTo>
                <a:lnTo>
                  <a:pt x="2238375" y="171450"/>
                </a:lnTo>
                <a:lnTo>
                  <a:pt x="2238375" y="685800"/>
                </a:lnTo>
                <a:lnTo>
                  <a:pt x="0" y="685800"/>
                </a:lnTo>
                <a:close/>
              </a:path>
            </a:pathLst>
          </a:custGeom>
          <a:solidFill xmlns:a="http://schemas.openxmlformats.org/drawingml/2006/main">
            <a:srgbClr val="FFFFFF"/>
          </a:solidFill>
          <a:ln xmlns:a="http://schemas.openxmlformats.org/drawingml/2006/main" w="9525">
            <a:solidFill>
              <a:srgbClr val="000000"/>
            </a:solidFill>
            <a:prstDash val="solid"/>
          </a:ln>
        </p:spPr>
      </p:sp>
      <p:sp>
        <p:nvSpPr>
          <p:cNvPr id="251" name="dp44-comparison / n193 / fold">
            <a:extLst xmlns:a="http://schemas.openxmlformats.org/drawingml/2006/main">
              <a:ext uri="{FF2B5EF4-FFF2-40B4-BE49-F238E27FC236}">
                <a16:creationId xmlns:a16="http://schemas.microsoft.com/office/drawing/2014/main" id="{5A3E8E8A-6876-4D37-8C81-65E7CBD9D740}"/>
              </a:ext>
            </a:extLst>
          </p:cNvPr>
          <p:cNvSpPr>
            <a:spLocks xmlns:a="http://schemas.openxmlformats.org/drawingml/2006/main" noGrp="1"/>
          </p:cNvSpPr>
          <p:nvPr/>
        </p:nvSpPr>
        <p:spPr>
          <a:xfrm xmlns:a="http://schemas.openxmlformats.org/drawingml/2006/main">
            <a:off x="12020550" y="5362575"/>
            <a:ext cx="171450" cy="171450"/>
          </a:xfrm>
          <a:custGeom xmlns:a="http://schemas.openxmlformats.org/drawingml/2006/main">
            <a:pathLst>
              <a:path w="171450" h="171450">
                <a:moveTo>
                  <a:pt x="0" y="0"/>
                </a:moveTo>
                <a:lnTo>
                  <a:pt x="0" y="171450"/>
                </a:lnTo>
                <a:lnTo>
                  <a:pt x="171450" y="171450"/>
                </a:lnTo>
              </a:path>
            </a:pathLst>
          </a:custGeom>
          <a:noFill xmlns:a="http://schemas.openxmlformats.org/drawingml/2006/main"/>
          <a:ln xmlns:a="http://schemas.openxmlformats.org/drawingml/2006/main" w="9525">
            <a:solidFill>
              <a:srgbClr val="000000"/>
            </a:solidFill>
            <a:prstDash val="solid"/>
          </a:ln>
        </p:spPr>
      </p:sp>
      <p:sp>
        <p:nvSpPr>
          <p:cNvPr id="252" name="dp44-comparison / n194 / text 1">
            <a:extLst xmlns:a="http://schemas.openxmlformats.org/drawingml/2006/main">
              <a:ext uri="{FF2B5EF4-FFF2-40B4-BE49-F238E27FC236}">
                <a16:creationId xmlns:a16="http://schemas.microsoft.com/office/drawing/2014/main" id="{4AD1EB4A-5D92-4D6E-9750-95EBC6075761}"/>
              </a:ext>
            </a:extLst>
          </p:cNvPr>
          <p:cNvSpPr>
            <a:spLocks xmlns:a="http://schemas.openxmlformats.org/drawingml/2006/main" noGrp="1"/>
          </p:cNvSpPr>
          <p:nvPr/>
        </p:nvSpPr>
        <p:spPr>
          <a:xfrm xmlns:a="http://schemas.openxmlformats.org/drawingml/2006/main">
            <a:off x="10048875" y="5419725"/>
            <a:ext cx="1971675" cy="14501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88" b="0">
                <a:solidFill>
                  <a:srgbClr val="000000"/>
                </a:solidFill>
                <a:latin typeface="Apple SD Gothic Neo"/>
                <a:ea typeface="Apple SD Gothic Neo"/>
                <a:cs typeface="Apple SD Gothic Neo"/>
              </a:defRPr>
            </a:pPr>
            <a:r>
              <a:rPr sz="788" b="0">
                <a:solidFill>
                  <a:srgbClr val="000000"/>
                </a:solidFill>
                <a:latin typeface="Apple SD Gothic Neo"/>
                <a:ea typeface="Apple SD Gothic Neo"/>
                <a:cs typeface="Apple SD Gothic Neo"/>
              </a:rPr>
              <a:t>단계 출력: Candidate1</a:t>
            </a:r>
          </a:p>
        </p:txBody>
      </p:sp>
      <p:sp>
        <p:nvSpPr>
          <p:cNvPr id="253" name="dp44-comparison / n194 / text 2">
            <a:extLst xmlns:a="http://schemas.openxmlformats.org/drawingml/2006/main">
              <a:ext uri="{FF2B5EF4-FFF2-40B4-BE49-F238E27FC236}">
                <a16:creationId xmlns:a16="http://schemas.microsoft.com/office/drawing/2014/main" id="{4E24596D-F0B0-4340-B7E4-17D89DF83BD3}"/>
              </a:ext>
            </a:extLst>
          </p:cNvPr>
          <p:cNvSpPr>
            <a:spLocks xmlns:a="http://schemas.openxmlformats.org/drawingml/2006/main" noGrp="1"/>
          </p:cNvSpPr>
          <p:nvPr/>
        </p:nvSpPr>
        <p:spPr>
          <a:xfrm xmlns:a="http://schemas.openxmlformats.org/drawingml/2006/main">
            <a:off x="10048875" y="5539740"/>
            <a:ext cx="1971675" cy="14501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88" b="0">
                <a:solidFill>
                  <a:srgbClr val="000000"/>
                </a:solidFill>
                <a:latin typeface="Apple SD Gothic Neo"/>
                <a:ea typeface="Apple SD Gothic Neo"/>
                <a:cs typeface="Apple SD Gothic Neo"/>
              </a:defRPr>
            </a:pPr>
            <a:r>
              <a:rPr sz="788" b="0">
                <a:solidFill>
                  <a:srgbClr val="000000"/>
                </a:solidFill>
                <a:latin typeface="Apple SD Gothic Neo"/>
                <a:ea typeface="Apple SD Gothic Neo"/>
                <a:cs typeface="Apple SD Gothic Neo"/>
              </a:rPr>
              <a:t>input_ref:Input1 / required_refs</a:t>
            </a:r>
          </a:p>
        </p:txBody>
      </p:sp>
      <p:sp>
        <p:nvSpPr>
          <p:cNvPr id="254" name="dp44-comparison / n194 / text 3">
            <a:extLst xmlns:a="http://schemas.openxmlformats.org/drawingml/2006/main">
              <a:ext uri="{FF2B5EF4-FFF2-40B4-BE49-F238E27FC236}">
                <a16:creationId xmlns:a16="http://schemas.microsoft.com/office/drawing/2014/main" id="{080A63DD-696D-4042-861D-15FB489F13CA}"/>
              </a:ext>
            </a:extLst>
          </p:cNvPr>
          <p:cNvSpPr>
            <a:spLocks xmlns:a="http://schemas.openxmlformats.org/drawingml/2006/main" noGrp="1"/>
          </p:cNvSpPr>
          <p:nvPr/>
        </p:nvSpPr>
        <p:spPr>
          <a:xfrm xmlns:a="http://schemas.openxmlformats.org/drawingml/2006/main">
            <a:off x="10048875" y="5659755"/>
            <a:ext cx="1971675" cy="14501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88" b="0">
                <a:solidFill>
                  <a:srgbClr val="000000"/>
                </a:solidFill>
                <a:latin typeface="Apple SD Gothic Neo"/>
                <a:ea typeface="Apple SD Gothic Neo"/>
                <a:cs typeface="Apple SD Gothic Neo"/>
              </a:defRPr>
            </a:pPr>
            <a:r>
              <a:rPr sz="788" b="0">
                <a:solidFill>
                  <a:srgbClr val="000000"/>
                </a:solidFill>
                <a:latin typeface="Apple SD Gothic Neo"/>
                <a:ea typeface="Apple SD Gothic Neo"/>
                <a:cs typeface="Apple SD Gothic Neo"/>
              </a:rPr>
              <a:t>입력과 정보 조건 충족: ELIGIBLE</a:t>
            </a:r>
          </a:p>
        </p:txBody>
      </p:sp>
      <p:sp>
        <p:nvSpPr>
          <p:cNvPr id="255" name="dp44-comparison / n194 / text 4">
            <a:extLst xmlns:a="http://schemas.openxmlformats.org/drawingml/2006/main">
              <a:ext uri="{FF2B5EF4-FFF2-40B4-BE49-F238E27FC236}">
                <a16:creationId xmlns:a16="http://schemas.microsoft.com/office/drawing/2014/main" id="{7BF01331-F26E-4D9E-A373-480C5215C3B3}"/>
              </a:ext>
            </a:extLst>
          </p:cNvPr>
          <p:cNvSpPr>
            <a:spLocks xmlns:a="http://schemas.openxmlformats.org/drawingml/2006/main" noGrp="1"/>
          </p:cNvSpPr>
          <p:nvPr/>
        </p:nvSpPr>
        <p:spPr>
          <a:xfrm xmlns:a="http://schemas.openxmlformats.org/drawingml/2006/main">
            <a:off x="10048875" y="5779770"/>
            <a:ext cx="1971675" cy="14501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88" b="0">
                <a:solidFill>
                  <a:srgbClr val="000000"/>
                </a:solidFill>
                <a:latin typeface="Apple SD Gothic Neo"/>
                <a:ea typeface="Apple SD Gothic Neo"/>
                <a:cs typeface="Apple SD Gothic Neo"/>
              </a:defRPr>
            </a:pPr>
            <a:r>
              <a:rPr sz="788" b="0">
                <a:solidFill>
                  <a:srgbClr val="000000"/>
                </a:solidFill>
                <a:latin typeface="Apple SD Gothic Neo"/>
                <a:ea typeface="Apple SD Gothic Neo"/>
                <a:cs typeface="Apple SD Gothic Neo"/>
              </a:rPr>
              <a:t>부족: 대기 / 옛 후보: DISCARDED</a:t>
            </a:r>
          </a:p>
        </p:txBody>
      </p:sp>
      <p:sp>
        <p:nvSpPr>
          <p:cNvPr id="256" name="dp44-comparison / n195">
            <a:extLst xmlns:a="http://schemas.openxmlformats.org/drawingml/2006/main">
              <a:ext uri="{FF2B5EF4-FFF2-40B4-BE49-F238E27FC236}">
                <a16:creationId xmlns:a16="http://schemas.microsoft.com/office/drawing/2014/main" id="{C65E3755-2906-4BD1-B5ED-7D82DE58471C}"/>
              </a:ext>
            </a:extLst>
          </p:cNvPr>
          <p:cNvSpPr>
            <a:spLocks xmlns:a="http://schemas.openxmlformats.org/drawingml/2006/main" noGrp="1"/>
          </p:cNvSpPr>
          <p:nvPr/>
        </p:nvSpPr>
        <p:spPr>
          <a:xfrm xmlns:a="http://schemas.openxmlformats.org/drawingml/2006/main">
            <a:off x="15268575" y="5438775"/>
            <a:ext cx="1826895" cy="1333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57" name="dp44-comparison / n196 / text 1">
            <a:extLst xmlns:a="http://schemas.openxmlformats.org/drawingml/2006/main">
              <a:ext uri="{FF2B5EF4-FFF2-40B4-BE49-F238E27FC236}">
                <a16:creationId xmlns:a16="http://schemas.microsoft.com/office/drawing/2014/main" id="{E23E5210-1E12-4D6D-8636-150A5A4D665D}"/>
              </a:ext>
            </a:extLst>
          </p:cNvPr>
          <p:cNvSpPr>
            <a:spLocks xmlns:a="http://schemas.openxmlformats.org/drawingml/2006/main" noGrp="1"/>
          </p:cNvSpPr>
          <p:nvPr/>
        </p:nvSpPr>
        <p:spPr>
          <a:xfrm xmlns:a="http://schemas.openxmlformats.org/drawingml/2006/main">
            <a:off x="15287625" y="5448300"/>
            <a:ext cx="20955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후보 + 해당 입력 / 정보 / 전달 상태</a:t>
            </a:r>
          </a:p>
        </p:txBody>
      </p:sp>
      <p:sp>
        <p:nvSpPr>
          <p:cNvPr id="258" name="dp44-comparison / n197">
            <a:extLst xmlns:a="http://schemas.openxmlformats.org/drawingml/2006/main">
              <a:ext uri="{FF2B5EF4-FFF2-40B4-BE49-F238E27FC236}">
                <a16:creationId xmlns:a16="http://schemas.microsoft.com/office/drawing/2014/main" id="{86EBCA91-0FB6-4160-A17C-248A99831089}"/>
              </a:ext>
            </a:extLst>
          </p:cNvPr>
          <p:cNvSpPr>
            <a:spLocks xmlns:a="http://schemas.openxmlformats.org/drawingml/2006/main" noGrp="1"/>
          </p:cNvSpPr>
          <p:nvPr/>
        </p:nvSpPr>
        <p:spPr>
          <a:xfrm xmlns:a="http://schemas.openxmlformats.org/drawingml/2006/main">
            <a:off x="12934950" y="6057900"/>
            <a:ext cx="2796540" cy="15621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59" name="dp44-comparison / n198 / text 1">
            <a:extLst xmlns:a="http://schemas.openxmlformats.org/drawingml/2006/main">
              <a:ext uri="{FF2B5EF4-FFF2-40B4-BE49-F238E27FC236}">
                <a16:creationId xmlns:a16="http://schemas.microsoft.com/office/drawing/2014/main" id="{17289771-AA45-4BCD-BB7B-9B5EE1802567}"/>
              </a:ext>
            </a:extLst>
          </p:cNvPr>
          <p:cNvSpPr>
            <a:spLocks xmlns:a="http://schemas.openxmlformats.org/drawingml/2006/main" noGrp="1"/>
          </p:cNvSpPr>
          <p:nvPr/>
        </p:nvSpPr>
        <p:spPr>
          <a:xfrm xmlns:a="http://schemas.openxmlformats.org/drawingml/2006/main">
            <a:off x="12954000" y="6067425"/>
            <a:ext cx="438150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조건 충족 시 게시 단계 활성화 / 중앙 회수 없음</a:t>
            </a:r>
          </a:p>
        </p:txBody>
      </p:sp>
      <p:sp>
        <p:nvSpPr>
          <p:cNvPr id="260" name="dp44-comparison / n200">
            <a:extLst xmlns:a="http://schemas.openxmlformats.org/drawingml/2006/main">
              <a:ext uri="{FF2B5EF4-FFF2-40B4-BE49-F238E27FC236}">
                <a16:creationId xmlns:a16="http://schemas.microsoft.com/office/drawing/2014/main" id="{40E1B8A3-8B25-4156-9081-E4753664E731}"/>
              </a:ext>
            </a:extLst>
          </p:cNvPr>
          <p:cNvSpPr>
            <a:spLocks xmlns:a="http://schemas.openxmlformats.org/drawingml/2006/main" noGrp="1"/>
          </p:cNvSpPr>
          <p:nvPr/>
        </p:nvSpPr>
        <p:spPr>
          <a:xfrm xmlns:a="http://schemas.openxmlformats.org/drawingml/2006/main">
            <a:off x="9934575" y="6381750"/>
            <a:ext cx="2828544" cy="17907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61" name="dp44-comparison / n201 / text 1">
            <a:extLst xmlns:a="http://schemas.openxmlformats.org/drawingml/2006/main">
              <a:ext uri="{FF2B5EF4-FFF2-40B4-BE49-F238E27FC236}">
                <a16:creationId xmlns:a16="http://schemas.microsoft.com/office/drawing/2014/main" id="{9054AF97-997E-4A37-A2B0-6E45833FFBB6}"/>
              </a:ext>
            </a:extLst>
          </p:cNvPr>
          <p:cNvSpPr>
            <a:spLocks xmlns:a="http://schemas.openxmlformats.org/drawingml/2006/main" noGrp="1"/>
          </p:cNvSpPr>
          <p:nvPr/>
        </p:nvSpPr>
        <p:spPr>
          <a:xfrm xmlns:a="http://schemas.openxmlformats.org/drawingml/2006/main">
            <a:off x="9953625" y="6391275"/>
            <a:ext cx="7524750" cy="19335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0">
                <a:solidFill>
                  <a:srgbClr val="000000"/>
                </a:solidFill>
                <a:latin typeface="Apple SD Gothic Neo"/>
                <a:ea typeface="Apple SD Gothic Neo"/>
                <a:cs typeface="Apple SD Gothic Neo"/>
              </a:defRPr>
            </a:pPr>
            <a:r>
              <a:rPr sz="1050" b="0">
                <a:solidFill>
                  <a:srgbClr val="000000"/>
                </a:solidFill>
                <a:latin typeface="Apple SD Gothic Neo"/>
                <a:ea typeface="Apple SD Gothic Neo"/>
                <a:cs typeface="Apple SD Gothic Neo"/>
              </a:rPr>
              <a:t>실행 순서도 / 같은 완료 결과의 다음 처리</a:t>
            </a:r>
          </a:p>
        </p:txBody>
      </p:sp>
      <p:sp>
        <p:nvSpPr>
          <p:cNvPr id="262" name="dp44-comparison / n210">
            <a:extLst xmlns:a="http://schemas.openxmlformats.org/drawingml/2006/main">
              <a:ext uri="{FF2B5EF4-FFF2-40B4-BE49-F238E27FC236}">
                <a16:creationId xmlns:a16="http://schemas.microsoft.com/office/drawing/2014/main" id="{990E631B-2078-4EB0-93D6-FB18F44F305B}"/>
              </a:ext>
            </a:extLst>
          </p:cNvPr>
          <p:cNvSpPr>
            <a:spLocks xmlns:a="http://schemas.openxmlformats.org/drawingml/2006/main" noGrp="1"/>
          </p:cNvSpPr>
          <p:nvPr/>
        </p:nvSpPr>
        <p:spPr>
          <a:xfrm xmlns:a="http://schemas.openxmlformats.org/drawingml/2006/main">
            <a:off x="12649200" y="6924675"/>
            <a:ext cx="2995422" cy="15621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63" name="dp44-comparison / n211 / text 1">
            <a:extLst xmlns:a="http://schemas.openxmlformats.org/drawingml/2006/main">
              <a:ext uri="{FF2B5EF4-FFF2-40B4-BE49-F238E27FC236}">
                <a16:creationId xmlns:a16="http://schemas.microsoft.com/office/drawing/2014/main" id="{7DAFC9DE-9546-4E38-93CD-BA67FBB7A648}"/>
              </a:ext>
            </a:extLst>
          </p:cNvPr>
          <p:cNvSpPr>
            <a:spLocks xmlns:a="http://schemas.openxmlformats.org/drawingml/2006/main" noGrp="1"/>
          </p:cNvSpPr>
          <p:nvPr/>
        </p:nvSpPr>
        <p:spPr>
          <a:xfrm xmlns:a="http://schemas.openxmlformats.org/drawingml/2006/main">
            <a:off x="12668250" y="6934200"/>
            <a:ext cx="476250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알림 후보도 같은 Join으로 연결 / 입력별 상태 유지</a:t>
            </a:r>
          </a:p>
        </p:txBody>
      </p:sp>
      <p:sp>
        <p:nvSpPr>
          <p:cNvPr id="264" name="dp44-comparison / n212">
            <a:extLst xmlns:a="http://schemas.openxmlformats.org/drawingml/2006/main">
              <a:ext uri="{FF2B5EF4-FFF2-40B4-BE49-F238E27FC236}">
                <a16:creationId xmlns:a16="http://schemas.microsoft.com/office/drawing/2014/main" id="{801CD162-EDC7-49DE-A0DF-95968BF5E69D}"/>
              </a:ext>
            </a:extLst>
          </p:cNvPr>
          <p:cNvSpPr>
            <a:spLocks xmlns:a="http://schemas.openxmlformats.org/drawingml/2006/main" noGrp="1"/>
          </p:cNvSpPr>
          <p:nvPr/>
        </p:nvSpPr>
        <p:spPr>
          <a:xfrm xmlns:a="http://schemas.openxmlformats.org/drawingml/2006/main">
            <a:off x="9934575" y="7105650"/>
            <a:ext cx="2790444" cy="16764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65" name="dp44-comparison / n213 / text 1">
            <a:extLst xmlns:a="http://schemas.openxmlformats.org/drawingml/2006/main">
              <a:ext uri="{FF2B5EF4-FFF2-40B4-BE49-F238E27FC236}">
                <a16:creationId xmlns:a16="http://schemas.microsoft.com/office/drawing/2014/main" id="{6DED37F6-22DE-42A5-BAC3-6D22D596C4B2}"/>
              </a:ext>
            </a:extLst>
          </p:cNvPr>
          <p:cNvSpPr>
            <a:spLocks xmlns:a="http://schemas.openxmlformats.org/drawingml/2006/main" noGrp="1"/>
          </p:cNvSpPr>
          <p:nvPr/>
        </p:nvSpPr>
        <p:spPr>
          <a:xfrm xmlns:a="http://schemas.openxmlformats.org/drawingml/2006/main">
            <a:off x="9953625" y="7115175"/>
            <a:ext cx="7524750" cy="17954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75" b="0">
                <a:solidFill>
                  <a:srgbClr val="000000"/>
                </a:solidFill>
                <a:latin typeface="Apple SD Gothic Neo"/>
                <a:ea typeface="Apple SD Gothic Neo"/>
                <a:cs typeface="Apple SD Gothic Neo"/>
              </a:defRPr>
            </a:pPr>
            <a:r>
              <a:rPr sz="975" b="0">
                <a:solidFill>
                  <a:srgbClr val="000000"/>
                </a:solidFill>
                <a:latin typeface="Apple SD Gothic Neo"/>
                <a:ea typeface="Apple SD Gothic Neo"/>
                <a:cs typeface="Apple SD Gothic Neo"/>
              </a:rPr>
              <a:t>늦은 Candidate0 / 이미 새 Input1 처리 중</a:t>
            </a:r>
          </a:p>
        </p:txBody>
      </p:sp>
    </p:spTree>
    <p:extLst>
      <p:ext uri="{BB962C8B-B14F-4D97-AF65-F5344CB8AC3E}">
        <p14:creationId xmlns:p14="http://schemas.microsoft.com/office/powerpoint/2010/main" val="532737307"/>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04" name="dp45-comparison / n1">
            <a:extLst xmlns:a="http://schemas.openxmlformats.org/drawingml/2006/main">
              <a:ext uri="{FF2B5EF4-FFF2-40B4-BE49-F238E27FC236}">
                <a16:creationId xmlns:a16="http://schemas.microsoft.com/office/drawing/2014/main" id="{222037D5-5C32-40F6-8AED-333AE74049DA}"/>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 name="dp45-comparison / n2 / text 1">
            <a:extLst xmlns:a="http://schemas.openxmlformats.org/drawingml/2006/main">
              <a:ext uri="{FF2B5EF4-FFF2-40B4-BE49-F238E27FC236}">
                <a16:creationId xmlns:a16="http://schemas.microsoft.com/office/drawing/2014/main" id="{9127C77F-38B1-4586-A633-8A9757B7C441}"/>
              </a:ext>
            </a:extLst>
          </p:cNvPr>
          <p:cNvSpPr>
            <a:spLocks xmlns:a="http://schemas.openxmlformats.org/drawingml/2006/main" noGrp="1"/>
          </p:cNvSpPr>
          <p:nvPr/>
        </p:nvSpPr>
        <p:spPr>
          <a:xfrm xmlns:a="http://schemas.openxmlformats.org/drawingml/2006/main">
            <a:off x="381000" y="209550"/>
            <a:ext cx="12382500" cy="26241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425" b="1">
                <a:solidFill>
                  <a:srgbClr val="087E8B"/>
                </a:solidFill>
                <a:latin typeface="Apple SD Gothic Neo"/>
                <a:ea typeface="Apple SD Gothic Neo"/>
                <a:cs typeface="Apple SD Gothic Neo"/>
              </a:defRPr>
            </a:pPr>
            <a:r>
              <a:rPr sz="1425" b="1">
                <a:solidFill>
                  <a:srgbClr val="087E8B"/>
                </a:solidFill>
                <a:latin typeface="Apple SD Gothic Neo"/>
                <a:ea typeface="Apple SD Gothic Neo"/>
                <a:cs typeface="Apple SD Gothic Neo"/>
              </a:rPr>
              <a:t>VIA SOFTWARE ARCHITECTURE / DP 설계 비교</a:t>
            </a:r>
          </a:p>
        </p:txBody>
      </p:sp>
      <p:sp>
        <p:nvSpPr>
          <p:cNvPr id="3" name="dp45-comparison / n3 / text 1">
            <a:extLst xmlns:a="http://schemas.openxmlformats.org/drawingml/2006/main">
              <a:ext uri="{FF2B5EF4-FFF2-40B4-BE49-F238E27FC236}">
                <a16:creationId xmlns:a16="http://schemas.microsoft.com/office/drawing/2014/main" id="{A3606011-462D-4CC7-B808-195C85E574A3}"/>
              </a:ext>
            </a:extLst>
          </p:cNvPr>
          <p:cNvSpPr>
            <a:spLocks xmlns:a="http://schemas.openxmlformats.org/drawingml/2006/main" noGrp="1"/>
          </p:cNvSpPr>
          <p:nvPr/>
        </p:nvSpPr>
        <p:spPr>
          <a:xfrm xmlns:a="http://schemas.openxmlformats.org/drawingml/2006/main">
            <a:off x="13620750" y="209550"/>
            <a:ext cx="4286250" cy="26241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defRPr sz="1425" b="0">
                <a:solidFill>
                  <a:srgbClr val="5F6B77"/>
                </a:solidFill>
                <a:latin typeface="Apple SD Gothic Neo"/>
                <a:ea typeface="Apple SD Gothic Neo"/>
                <a:cs typeface="Apple SD Gothic Neo"/>
              </a:defRPr>
            </a:pPr>
            <a:r>
              <a:rPr sz="1425" b="0">
                <a:solidFill>
                  <a:srgbClr val="5F6B77"/>
                </a:solidFill>
                <a:latin typeface="Apple SD Gothic Neo"/>
                <a:ea typeface="Apple SD Gothic Neo"/>
                <a:cs typeface="Apple SD Gothic Neo"/>
              </a:rPr>
              <a:t>구조 비교 / 장단점 / QA Trade-off</a:t>
            </a:r>
          </a:p>
        </p:txBody>
      </p:sp>
      <p:sp>
        <p:nvSpPr>
          <p:cNvPr id="4" name="dp45-comparison / n4 / text 1">
            <a:extLst xmlns:a="http://schemas.openxmlformats.org/drawingml/2006/main">
              <a:ext uri="{FF2B5EF4-FFF2-40B4-BE49-F238E27FC236}">
                <a16:creationId xmlns:a16="http://schemas.microsoft.com/office/drawing/2014/main" id="{5C70BEE1-0B0A-4F58-B201-A91B177F5D27}"/>
              </a:ext>
            </a:extLst>
          </p:cNvPr>
          <p:cNvSpPr>
            <a:spLocks xmlns:a="http://schemas.openxmlformats.org/drawingml/2006/main" noGrp="1"/>
          </p:cNvSpPr>
          <p:nvPr/>
        </p:nvSpPr>
        <p:spPr>
          <a:xfrm xmlns:a="http://schemas.openxmlformats.org/drawingml/2006/main">
            <a:off x="381000" y="619125"/>
            <a:ext cx="17526000" cy="53863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2925" b="1">
                <a:solidFill>
                  <a:srgbClr val="18232E"/>
                </a:solidFill>
                <a:latin typeface="Apple SD Gothic Neo"/>
                <a:ea typeface="Apple SD Gothic Neo"/>
                <a:cs typeface="Apple SD Gothic Neo"/>
              </a:defRPr>
            </a:pPr>
            <a:r>
              <a:rPr sz="2925" b="1">
                <a:solidFill>
                  <a:srgbClr val="18232E"/>
                </a:solidFill>
                <a:latin typeface="Apple SD Gothic Neo"/>
                <a:ea typeface="Apple SD Gothic Neo"/>
                <a:cs typeface="Apple SD Gothic Neo"/>
              </a:rPr>
              <a:t>04-45. VIA 과거 정보의 Request별 구성과 공통 생산 및 조회</a:t>
            </a:r>
          </a:p>
        </p:txBody>
      </p:sp>
      <p:sp>
        <p:nvSpPr>
          <p:cNvPr id="5" name="dp45-comparison / n5 / path">
            <a:extLst xmlns:a="http://schemas.openxmlformats.org/drawingml/2006/main">
              <a:ext uri="{FF2B5EF4-FFF2-40B4-BE49-F238E27FC236}">
                <a16:creationId xmlns:a16="http://schemas.microsoft.com/office/drawing/2014/main" id="{5CD9A926-3DCB-4888-9D98-38B3A057F7FB}"/>
              </a:ext>
            </a:extLst>
          </p:cNvPr>
          <p:cNvSpPr>
            <a:spLocks xmlns:a="http://schemas.openxmlformats.org/drawingml/2006/main" noGrp="1"/>
          </p:cNvSpPr>
          <p:nvPr/>
        </p:nvSpPr>
        <p:spPr>
          <a:xfrm xmlns:a="http://schemas.openxmlformats.org/drawingml/2006/main">
            <a:off x="381000" y="1152525"/>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9050">
            <a:solidFill>
              <a:srgbClr val="CDD6DE"/>
            </a:solidFill>
            <a:prstDash val="solid"/>
          </a:ln>
        </p:spPr>
      </p:sp>
      <p:sp>
        <p:nvSpPr>
          <p:cNvPr id="6" name="dp45-comparison / n6 / text 1">
            <a:extLst xmlns:a="http://schemas.openxmlformats.org/drawingml/2006/main">
              <a:ext uri="{FF2B5EF4-FFF2-40B4-BE49-F238E27FC236}">
                <a16:creationId xmlns:a16="http://schemas.microsoft.com/office/drawing/2014/main" id="{8C7AFF05-FE70-49F0-ABAC-53FBE1B0EFE8}"/>
              </a:ext>
            </a:extLst>
          </p:cNvPr>
          <p:cNvSpPr>
            <a:spLocks xmlns:a="http://schemas.openxmlformats.org/drawingml/2006/main" noGrp="1"/>
          </p:cNvSpPr>
          <p:nvPr/>
        </p:nvSpPr>
        <p:spPr>
          <a:xfrm xmlns:a="http://schemas.openxmlformats.org/drawingml/2006/main">
            <a:off x="381000" y="1304925"/>
            <a:ext cx="175260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18232E"/>
                </a:solidFill>
                <a:latin typeface="Apple SD Gothic Neo"/>
                <a:ea typeface="Apple SD Gothic Neo"/>
                <a:cs typeface="Apple SD Gothic Neo"/>
              </a:defRPr>
            </a:pPr>
            <a:r>
              <a:rPr sz="1500" b="0">
                <a:solidFill>
                  <a:srgbClr val="18232E"/>
                </a:solidFill>
                <a:latin typeface="Apple SD Gothic Neo"/>
                <a:ea typeface="Apple SD Gothic Neo"/>
                <a:cs typeface="Apple SD Gothic Neo"/>
              </a:rPr>
              <a:t>“지난번 네가 설명한 평가 기준에 맞춰, 앞서 조사한 제품 비교 결과와 받아둔 견적을 이번 제안서에 반영해줘.”</a:t>
            </a:r>
          </a:p>
        </p:txBody>
      </p:sp>
      <p:sp>
        <p:nvSpPr>
          <p:cNvPr id="7" name="dp45-comparison / n7 / text 1">
            <a:extLst xmlns:a="http://schemas.openxmlformats.org/drawingml/2006/main">
              <a:ext uri="{FF2B5EF4-FFF2-40B4-BE49-F238E27FC236}">
                <a16:creationId xmlns:a16="http://schemas.microsoft.com/office/drawing/2014/main" id="{7E81BA08-04F4-43CF-9700-A39151EBE6B8}"/>
              </a:ext>
            </a:extLst>
          </p:cNvPr>
          <p:cNvSpPr>
            <a:spLocks xmlns:a="http://schemas.openxmlformats.org/drawingml/2006/main" noGrp="1"/>
          </p:cNvSpPr>
          <p:nvPr/>
        </p:nvSpPr>
        <p:spPr>
          <a:xfrm xmlns:a="http://schemas.openxmlformats.org/drawingml/2006/main">
            <a:off x="381000" y="1600200"/>
            <a:ext cx="17526000"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18232E"/>
                </a:solidFill>
                <a:latin typeface="Apple SD Gothic Neo"/>
                <a:ea typeface="Apple SD Gothic Neo"/>
                <a:cs typeface="Apple SD Gothic Neo"/>
              </a:defRPr>
            </a:pPr>
            <a:r>
              <a:rPr sz="1275" b="0">
                <a:solidFill>
                  <a:srgbClr val="18232E"/>
                </a:solidFill>
                <a:latin typeface="Apple SD Gothic Neo"/>
                <a:ea typeface="Apple SD Gothic Neo"/>
                <a:cs typeface="Apple SD Gothic Neo"/>
              </a:rPr>
              <a:t>공통: VIA가 실제 설명한 내용 + 제품 조사와 견적의 결과 / 현재 제안서 업무 연결은 해석 결과 / 로컬 VIA + 클라우드 모델</a:t>
            </a:r>
          </a:p>
        </p:txBody>
      </p:sp>
      <p:sp>
        <p:nvSpPr>
          <p:cNvPr id="8" name="dp45-comparison / n8">
            <a:extLst xmlns:a="http://schemas.openxmlformats.org/drawingml/2006/main">
              <a:ext uri="{FF2B5EF4-FFF2-40B4-BE49-F238E27FC236}">
                <a16:creationId xmlns:a16="http://schemas.microsoft.com/office/drawing/2014/main" id="{3F8D9E12-8EB7-4387-8FE8-1DEFF91C64C8}"/>
              </a:ext>
            </a:extLst>
          </p:cNvPr>
          <p:cNvSpPr>
            <a:spLocks xmlns:a="http://schemas.openxmlformats.org/drawingml/2006/main" noGrp="1"/>
          </p:cNvSpPr>
          <p:nvPr/>
        </p:nvSpPr>
        <p:spPr>
          <a:xfrm xmlns:a="http://schemas.openxmlformats.org/drawingml/2006/main">
            <a:off x="381000" y="1857375"/>
            <a:ext cx="17526000" cy="457200"/>
          </a:xfrm>
          <a:prstGeom xmlns:a="http://schemas.openxmlformats.org/drawingml/2006/main" prst="rect">
            <a:avLst/>
          </a:prstGeom>
          <a:solidFill xmlns:a="http://schemas.openxmlformats.org/drawingml/2006/main">
            <a:srgbClr val="D5E7C7"/>
          </a:solidFill>
          <a:ln xmlns:a="http://schemas.openxmlformats.org/drawingml/2006/main" w="16193">
            <a:solidFill>
              <a:srgbClr val="CDD6DE"/>
            </a:solidFill>
            <a:prstDash val="solid"/>
          </a:ln>
        </p:spPr>
      </p:sp>
      <p:sp>
        <p:nvSpPr>
          <p:cNvPr id="9" name="dp45-comparison / n9 / text 1">
            <a:extLst xmlns:a="http://schemas.openxmlformats.org/drawingml/2006/main">
              <a:ext uri="{FF2B5EF4-FFF2-40B4-BE49-F238E27FC236}">
                <a16:creationId xmlns:a16="http://schemas.microsoft.com/office/drawing/2014/main" id="{9AB38E0C-9068-4C24-BCD2-E2F84E9D9477}"/>
              </a:ext>
            </a:extLst>
          </p:cNvPr>
          <p:cNvSpPr>
            <a:spLocks xmlns:a="http://schemas.openxmlformats.org/drawingml/2006/main" noGrp="1"/>
          </p:cNvSpPr>
          <p:nvPr/>
        </p:nvSpPr>
        <p:spPr>
          <a:xfrm xmlns:a="http://schemas.openxmlformats.org/drawingml/2006/main">
            <a:off x="1485900" y="1962150"/>
            <a:ext cx="7981950" cy="34528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875" b="1">
                <a:solidFill>
                  <a:srgbClr val="18232E"/>
                </a:solidFill>
                <a:latin typeface="Apple SD Gothic Neo"/>
                <a:ea typeface="Apple SD Gothic Neo"/>
                <a:cs typeface="Apple SD Gothic Neo"/>
              </a:defRPr>
            </a:pPr>
            <a:r>
              <a:rPr sz="1875" b="1">
                <a:solidFill>
                  <a:srgbClr val="18232E"/>
                </a:solidFill>
                <a:latin typeface="Apple SD Gothic Neo"/>
                <a:ea typeface="Apple SD Gothic Neo"/>
                <a:cs typeface="Apple SD Gothic Neo"/>
              </a:rPr>
              <a:t>A 원본 서비스 조합형</a:t>
            </a:r>
          </a:p>
        </p:txBody>
      </p:sp>
      <p:sp>
        <p:nvSpPr>
          <p:cNvPr id="10" name="dp45-comparison / n10 / text 1">
            <a:extLst xmlns:a="http://schemas.openxmlformats.org/drawingml/2006/main">
              <a:ext uri="{FF2B5EF4-FFF2-40B4-BE49-F238E27FC236}">
                <a16:creationId xmlns:a16="http://schemas.microsoft.com/office/drawing/2014/main" id="{95FCBE58-F347-4FEB-A4CC-30AB8D24EDE2}"/>
              </a:ext>
            </a:extLst>
          </p:cNvPr>
          <p:cNvSpPr>
            <a:spLocks xmlns:a="http://schemas.openxmlformats.org/drawingml/2006/main" noGrp="1"/>
          </p:cNvSpPr>
          <p:nvPr/>
        </p:nvSpPr>
        <p:spPr>
          <a:xfrm xmlns:a="http://schemas.openxmlformats.org/drawingml/2006/main">
            <a:off x="9772650" y="1962150"/>
            <a:ext cx="7981950" cy="34528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875" b="1">
                <a:solidFill>
                  <a:srgbClr val="18232E"/>
                </a:solidFill>
                <a:latin typeface="Apple SD Gothic Neo"/>
                <a:ea typeface="Apple SD Gothic Neo"/>
                <a:cs typeface="Apple SD Gothic Neo"/>
              </a:defRPr>
            </a:pPr>
            <a:r>
              <a:rPr sz="1875" b="1">
                <a:solidFill>
                  <a:srgbClr val="18232E"/>
                </a:solidFill>
                <a:latin typeface="Apple SD Gothic Neo"/>
                <a:ea typeface="Apple SD Gothic Neo"/>
                <a:cs typeface="Apple SD Gothic Neo"/>
              </a:rPr>
              <a:t>B 공통 파생 기억 저장소형</a:t>
            </a:r>
          </a:p>
        </p:txBody>
      </p:sp>
      <p:sp>
        <p:nvSpPr>
          <p:cNvPr id="11" name="dp45-comparison / n11 / path">
            <a:extLst xmlns:a="http://schemas.openxmlformats.org/drawingml/2006/main">
              <a:ext uri="{FF2B5EF4-FFF2-40B4-BE49-F238E27FC236}">
                <a16:creationId xmlns:a16="http://schemas.microsoft.com/office/drawing/2014/main" id="{2210400A-DF6E-4E33-A9E7-98BD7563894F}"/>
              </a:ext>
            </a:extLst>
          </p:cNvPr>
          <p:cNvSpPr>
            <a:spLocks xmlns:a="http://schemas.openxmlformats.org/drawingml/2006/main" noGrp="1"/>
          </p:cNvSpPr>
          <p:nvPr/>
        </p:nvSpPr>
        <p:spPr>
          <a:xfrm xmlns:a="http://schemas.openxmlformats.org/drawingml/2006/main">
            <a:off x="9620250" y="1857375"/>
            <a:ext cx="953" cy="5715000"/>
          </a:xfrm>
          <a:custGeom xmlns:a="http://schemas.openxmlformats.org/drawingml/2006/main">
            <a:pathLst>
              <a:path w="953" h="5715000">
                <a:moveTo>
                  <a:pt x="0" y="0"/>
                </a:moveTo>
                <a:lnTo>
                  <a:pt x="0" y="5715000"/>
                </a:lnTo>
              </a:path>
            </a:pathLst>
          </a:custGeom>
          <a:noFill xmlns:a="http://schemas.openxmlformats.org/drawingml/2006/main"/>
          <a:ln xmlns:a="http://schemas.openxmlformats.org/drawingml/2006/main" w="19050">
            <a:solidFill>
              <a:srgbClr val="CDD6DE"/>
            </a:solidFill>
            <a:prstDash val="solid"/>
          </a:ln>
        </p:spPr>
      </p:sp>
      <p:sp>
        <p:nvSpPr>
          <p:cNvPr id="12" name="dp45-comparison / n12 / path">
            <a:extLst xmlns:a="http://schemas.openxmlformats.org/drawingml/2006/main">
              <a:ext uri="{FF2B5EF4-FFF2-40B4-BE49-F238E27FC236}">
                <a16:creationId xmlns:a16="http://schemas.microsoft.com/office/drawing/2014/main" id="{9A68DA90-26AE-47D9-8CB3-574679102F5B}"/>
              </a:ext>
            </a:extLst>
          </p:cNvPr>
          <p:cNvSpPr>
            <a:spLocks xmlns:a="http://schemas.openxmlformats.org/drawingml/2006/main" noGrp="1"/>
          </p:cNvSpPr>
          <p:nvPr/>
        </p:nvSpPr>
        <p:spPr>
          <a:xfrm xmlns:a="http://schemas.openxmlformats.org/drawingml/2006/main">
            <a:off x="381000" y="7572375"/>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9050">
            <a:solidFill>
              <a:srgbClr val="CDD6DE"/>
            </a:solidFill>
            <a:prstDash val="solid"/>
          </a:ln>
        </p:spPr>
      </p:sp>
      <p:sp>
        <p:nvSpPr>
          <p:cNvPr id="13" name="dp45-comparison / n13 / text 1">
            <a:extLst xmlns:a="http://schemas.openxmlformats.org/drawingml/2006/main">
              <a:ext uri="{FF2B5EF4-FFF2-40B4-BE49-F238E27FC236}">
                <a16:creationId xmlns:a16="http://schemas.microsoft.com/office/drawing/2014/main" id="{003AC3E1-849A-4412-9B9F-9B668C01350A}"/>
              </a:ext>
            </a:extLst>
          </p:cNvPr>
          <p:cNvSpPr>
            <a:spLocks xmlns:a="http://schemas.openxmlformats.org/drawingml/2006/main" noGrp="1"/>
          </p:cNvSpPr>
          <p:nvPr/>
        </p:nvSpPr>
        <p:spPr>
          <a:xfrm xmlns:a="http://schemas.openxmlformats.org/drawingml/2006/main">
            <a:off x="381000" y="7705725"/>
            <a:ext cx="17526000"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PARTIAL: 실제 전달한 예외 문구 한 구간과 결과 참조의 예시 / 기준 전체의 완전 추출을 뜻하지 않음 / 과거 게시와 현재 의미 채택은 별개</a:t>
            </a:r>
          </a:p>
        </p:txBody>
      </p:sp>
      <p:sp>
        <p:nvSpPr>
          <p:cNvPr id="14" name="dp45-comparison / n14 / text 1">
            <a:extLst xmlns:a="http://schemas.openxmlformats.org/drawingml/2006/main">
              <a:ext uri="{FF2B5EF4-FFF2-40B4-BE49-F238E27FC236}">
                <a16:creationId xmlns:a16="http://schemas.microsoft.com/office/drawing/2014/main" id="{5755E1A6-B1AD-4012-AFD1-637863CB566D}"/>
              </a:ext>
            </a:extLst>
          </p:cNvPr>
          <p:cNvSpPr>
            <a:spLocks xmlns:a="http://schemas.openxmlformats.org/drawingml/2006/main" noGrp="1"/>
          </p:cNvSpPr>
          <p:nvPr/>
        </p:nvSpPr>
        <p:spPr>
          <a:xfrm xmlns:a="http://schemas.openxmlformats.org/drawingml/2006/main">
            <a:off x="381000" y="7981950"/>
            <a:ext cx="17526000"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첫 요청 / 준비된 반복 조회 / 정정 직후 / 표현 밖 관계를 구분. A의 유효 관계 cache와 부분 갱신도 허용한다.</a:t>
            </a:r>
          </a:p>
        </p:txBody>
      </p:sp>
      <p:sp>
        <p:nvSpPr>
          <p:cNvPr id="305" name="dp45-v4-summary / n1">
            <a:extLst xmlns:a="http://schemas.openxmlformats.org/drawingml/2006/main">
              <a:ext uri="{FF2B5EF4-FFF2-40B4-BE49-F238E27FC236}">
                <a16:creationId xmlns:a16="http://schemas.microsoft.com/office/drawing/2014/main" id="{2C61F09B-C7F0-4E9D-8A94-BFE7CDECA6C3}"/>
              </a:ext>
            </a:extLst>
          </p:cNvPr>
          <p:cNvSpPr>
            <a:spLocks xmlns:a="http://schemas.openxmlformats.org/drawingml/2006/main" noGrp="1"/>
          </p:cNvSpPr>
          <p:nvPr/>
        </p:nvSpPr>
        <p:spPr>
          <a:xfrm xmlns:a="http://schemas.openxmlformats.org/drawingml/2006/main">
            <a:off x="381000" y="8296275"/>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1430">
            <a:solidFill>
              <a:srgbClr val="CDD6DE"/>
            </a:solidFill>
          </a:ln>
        </p:spPr>
      </p:sp>
      <p:sp>
        <p:nvSpPr>
          <p:cNvPr id="306" name="dp45-v4-summary / n2">
            <a:extLst xmlns:a="http://schemas.openxmlformats.org/drawingml/2006/main">
              <a:ext uri="{FF2B5EF4-FFF2-40B4-BE49-F238E27FC236}">
                <a16:creationId xmlns:a16="http://schemas.microsoft.com/office/drawing/2014/main" id="{EE46A360-1C1F-4BAF-B212-01224749E72F}"/>
              </a:ext>
            </a:extLst>
          </p:cNvPr>
          <p:cNvSpPr>
            <a:spLocks xmlns:a="http://schemas.openxmlformats.org/drawingml/2006/main" noGrp="1"/>
          </p:cNvSpPr>
          <p:nvPr/>
        </p:nvSpPr>
        <p:spPr>
          <a:xfrm xmlns:a="http://schemas.openxmlformats.org/drawingml/2006/main">
            <a:off x="400050" y="8353425"/>
            <a:ext cx="2333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1">
                <a:solidFill>
                  <a:srgbClr val="18232E"/>
                </a:solidFill>
                <a:latin typeface="Apple SD Gothic Neo"/>
                <a:ea typeface="Apple SD Gothic Neo"/>
                <a:cs typeface="Apple SD Gothic Neo"/>
              </a:defRPr>
            </a:pPr>
            <a:r>
              <a:rPr sz="1200" b="1">
                <a:solidFill>
                  <a:srgbClr val="18232E"/>
                </a:solidFill>
                <a:latin typeface="Apple SD Gothic Neo"/>
                <a:ea typeface="Apple SD Gothic Neo"/>
                <a:cs typeface="Apple SD Gothic Neo"/>
              </a:rPr>
              <a:t>요청 처리 정확성</a:t>
            </a:r>
          </a:p>
        </p:txBody>
      </p:sp>
      <p:sp>
        <p:nvSpPr>
          <p:cNvPr id="307" name="dp45-v4-summary / n3 / circle">
            <a:extLst xmlns:a="http://schemas.openxmlformats.org/drawingml/2006/main">
              <a:ext uri="{FF2B5EF4-FFF2-40B4-BE49-F238E27FC236}">
                <a16:creationId xmlns:a16="http://schemas.microsoft.com/office/drawing/2014/main" id="{DEC264F1-95AA-469A-87BC-6C767C1EE805}"/>
              </a:ext>
            </a:extLst>
          </p:cNvPr>
          <p:cNvSpPr>
            <a:spLocks xmlns:a="http://schemas.openxmlformats.org/drawingml/2006/main" noGrp="1"/>
          </p:cNvSpPr>
          <p:nvPr/>
        </p:nvSpPr>
        <p:spPr>
          <a:xfrm xmlns:a="http://schemas.openxmlformats.org/drawingml/2006/main">
            <a:off x="2857500" y="8372475"/>
            <a:ext cx="133350" cy="133350"/>
          </a:xfrm>
          <a:prstGeom xmlns:a="http://schemas.openxmlformats.org/drawingml/2006/main" prst="ellipse">
            <a:avLst/>
          </a:prstGeom>
          <a:solidFill xmlns:a="http://schemas.openxmlformats.org/drawingml/2006/main">
            <a:srgbClr val="18232E"/>
          </a:solidFill>
          <a:ln xmlns:a="http://schemas.openxmlformats.org/drawingml/2006/main" w="10478">
            <a:solidFill>
              <a:srgbClr val="18232E"/>
            </a:solidFill>
          </a:ln>
        </p:spPr>
      </p:sp>
      <p:sp>
        <p:nvSpPr>
          <p:cNvPr id="308" name="dp45-v4-summary / n4 / circle">
            <a:extLst xmlns:a="http://schemas.openxmlformats.org/drawingml/2006/main">
              <a:ext uri="{FF2B5EF4-FFF2-40B4-BE49-F238E27FC236}">
                <a16:creationId xmlns:a16="http://schemas.microsoft.com/office/drawing/2014/main" id="{D5CCB89F-8124-41ED-A1BA-36CF79D40C8F}"/>
              </a:ext>
            </a:extLst>
          </p:cNvPr>
          <p:cNvSpPr>
            <a:spLocks xmlns:a="http://schemas.openxmlformats.org/drawingml/2006/main" noGrp="1"/>
          </p:cNvSpPr>
          <p:nvPr/>
        </p:nvSpPr>
        <p:spPr>
          <a:xfrm xmlns:a="http://schemas.openxmlformats.org/drawingml/2006/main">
            <a:off x="3028950" y="8372475"/>
            <a:ext cx="133350" cy="133350"/>
          </a:xfrm>
          <a:prstGeom xmlns:a="http://schemas.openxmlformats.org/drawingml/2006/main" prst="ellipse">
            <a:avLst/>
          </a:prstGeom>
          <a:solidFill xmlns:a="http://schemas.openxmlformats.org/drawingml/2006/main">
            <a:srgbClr val="18232E"/>
          </a:solidFill>
          <a:ln xmlns:a="http://schemas.openxmlformats.org/drawingml/2006/main" w="10478">
            <a:solidFill>
              <a:srgbClr val="18232E"/>
            </a:solidFill>
          </a:ln>
        </p:spPr>
      </p:sp>
      <p:sp>
        <p:nvSpPr>
          <p:cNvPr id="309" name="dp45-v4-summary / n5 / circle">
            <a:extLst xmlns:a="http://schemas.openxmlformats.org/drawingml/2006/main">
              <a:ext uri="{FF2B5EF4-FFF2-40B4-BE49-F238E27FC236}">
                <a16:creationId xmlns:a16="http://schemas.microsoft.com/office/drawing/2014/main" id="{D05CD26D-F029-4E69-9F2D-1BD7E28F8779}"/>
              </a:ext>
            </a:extLst>
          </p:cNvPr>
          <p:cNvSpPr>
            <a:spLocks xmlns:a="http://schemas.openxmlformats.org/drawingml/2006/main" noGrp="1"/>
          </p:cNvSpPr>
          <p:nvPr/>
        </p:nvSpPr>
        <p:spPr>
          <a:xfrm xmlns:a="http://schemas.openxmlformats.org/drawingml/2006/main">
            <a:off x="3200400" y="8372475"/>
            <a:ext cx="133350" cy="133350"/>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310" name="dp45-v4-summary / n5 / half">
            <a:extLst xmlns:a="http://schemas.openxmlformats.org/drawingml/2006/main">
              <a:ext uri="{FF2B5EF4-FFF2-40B4-BE49-F238E27FC236}">
                <a16:creationId xmlns:a16="http://schemas.microsoft.com/office/drawing/2014/main" id="{82E52507-65AE-4073-AD9D-DD2DA53FF1FF}"/>
              </a:ext>
            </a:extLst>
          </p:cNvPr>
          <p:cNvSpPr>
            <a:spLocks xmlns:a="http://schemas.openxmlformats.org/drawingml/2006/main" noGrp="1"/>
          </p:cNvSpPr>
          <p:nvPr/>
        </p:nvSpPr>
        <p:spPr>
          <a:xfrm xmlns:a="http://schemas.openxmlformats.org/drawingml/2006/main">
            <a:off x="3200400" y="8372475"/>
            <a:ext cx="133350" cy="133350"/>
          </a:xfrm>
          <a:custGeom xmlns:a="http://schemas.openxmlformats.org/drawingml/2006/main">
            <a:pathLst>
              <a:path w="133350" h="133350">
                <a:moveTo>
                  <a:pt x="66675" y="0"/>
                </a:moveTo>
                <a:lnTo>
                  <a:pt x="60140" y="321"/>
                </a:lnTo>
                <a:lnTo>
                  <a:pt x="53667" y="1281"/>
                </a:lnTo>
                <a:lnTo>
                  <a:pt x="47320" y="2871"/>
                </a:lnTo>
                <a:lnTo>
                  <a:pt x="41160" y="5075"/>
                </a:lnTo>
                <a:lnTo>
                  <a:pt x="35245" y="7873"/>
                </a:lnTo>
                <a:lnTo>
                  <a:pt x="29632" y="11237"/>
                </a:lnTo>
                <a:lnTo>
                  <a:pt x="24377" y="15135"/>
                </a:lnTo>
                <a:lnTo>
                  <a:pt x="19529" y="19529"/>
                </a:lnTo>
                <a:lnTo>
                  <a:pt x="15135" y="24377"/>
                </a:lnTo>
                <a:lnTo>
                  <a:pt x="11237" y="29632"/>
                </a:lnTo>
                <a:lnTo>
                  <a:pt x="7873" y="35245"/>
                </a:lnTo>
                <a:lnTo>
                  <a:pt x="5075" y="41160"/>
                </a:lnTo>
                <a:lnTo>
                  <a:pt x="2871" y="47320"/>
                </a:lnTo>
                <a:lnTo>
                  <a:pt x="1281" y="53667"/>
                </a:lnTo>
                <a:lnTo>
                  <a:pt x="321" y="60140"/>
                </a:lnTo>
                <a:lnTo>
                  <a:pt x="0" y="66675"/>
                </a:lnTo>
                <a:lnTo>
                  <a:pt x="321" y="73210"/>
                </a:lnTo>
                <a:lnTo>
                  <a:pt x="1281" y="79683"/>
                </a:lnTo>
                <a:lnTo>
                  <a:pt x="2871" y="86030"/>
                </a:lnTo>
                <a:lnTo>
                  <a:pt x="5075" y="92190"/>
                </a:lnTo>
                <a:lnTo>
                  <a:pt x="7873" y="98105"/>
                </a:lnTo>
                <a:lnTo>
                  <a:pt x="11237" y="103718"/>
                </a:lnTo>
                <a:lnTo>
                  <a:pt x="15135" y="108973"/>
                </a:lnTo>
                <a:lnTo>
                  <a:pt x="19529" y="113821"/>
                </a:lnTo>
                <a:lnTo>
                  <a:pt x="24377" y="118215"/>
                </a:lnTo>
                <a:lnTo>
                  <a:pt x="29632" y="122113"/>
                </a:lnTo>
                <a:lnTo>
                  <a:pt x="35245" y="125477"/>
                </a:lnTo>
                <a:lnTo>
                  <a:pt x="41160" y="128275"/>
                </a:lnTo>
                <a:lnTo>
                  <a:pt x="47320" y="130479"/>
                </a:lnTo>
                <a:lnTo>
                  <a:pt x="53667" y="132069"/>
                </a:lnTo>
                <a:lnTo>
                  <a:pt x="60140" y="133029"/>
                </a:lnTo>
                <a:lnTo>
                  <a:pt x="66675" y="133350"/>
                </a:lnTo>
                <a:close/>
              </a:path>
            </a:pathLst>
          </a:custGeom>
          <a:solidFill xmlns:a="http://schemas.openxmlformats.org/drawingml/2006/main">
            <a:srgbClr val="18232E"/>
          </a:solidFill>
          <a:ln xmlns:a="http://schemas.openxmlformats.org/drawingml/2006/main" w="0">
            <a:noFill/>
          </a:ln>
        </p:spPr>
      </p:sp>
      <p:sp>
        <p:nvSpPr>
          <p:cNvPr id="311" name="dp45-v4-summary / n6">
            <a:extLst xmlns:a="http://schemas.openxmlformats.org/drawingml/2006/main">
              <a:ext uri="{FF2B5EF4-FFF2-40B4-BE49-F238E27FC236}">
                <a16:creationId xmlns:a16="http://schemas.microsoft.com/office/drawing/2014/main" id="{C1449BD6-7EDA-4DF6-8384-040E5261F173}"/>
              </a:ext>
            </a:extLst>
          </p:cNvPr>
          <p:cNvSpPr>
            <a:spLocks xmlns:a="http://schemas.openxmlformats.org/drawingml/2006/main" noGrp="1"/>
          </p:cNvSpPr>
          <p:nvPr/>
        </p:nvSpPr>
        <p:spPr>
          <a:xfrm xmlns:a="http://schemas.openxmlformats.org/drawingml/2006/main">
            <a:off x="3371850" y="8353425"/>
            <a:ext cx="63341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5점  99.63%  [오류 2개 가정]</a:t>
            </a:r>
          </a:p>
        </p:txBody>
      </p:sp>
      <p:sp>
        <p:nvSpPr>
          <p:cNvPr id="312" name="dp45-v4-summary / n7 / circle">
            <a:extLst xmlns:a="http://schemas.openxmlformats.org/drawingml/2006/main">
              <a:ext uri="{FF2B5EF4-FFF2-40B4-BE49-F238E27FC236}">
                <a16:creationId xmlns:a16="http://schemas.microsoft.com/office/drawing/2014/main" id="{FCFF563F-6F7B-4590-B63A-E957A08242C7}"/>
              </a:ext>
            </a:extLst>
          </p:cNvPr>
          <p:cNvSpPr>
            <a:spLocks xmlns:a="http://schemas.openxmlformats.org/drawingml/2006/main" noGrp="1"/>
          </p:cNvSpPr>
          <p:nvPr/>
        </p:nvSpPr>
        <p:spPr>
          <a:xfrm xmlns:a="http://schemas.openxmlformats.org/drawingml/2006/main">
            <a:off x="10001250" y="8372475"/>
            <a:ext cx="133350" cy="133350"/>
          </a:xfrm>
          <a:prstGeom xmlns:a="http://schemas.openxmlformats.org/drawingml/2006/main" prst="ellipse">
            <a:avLst/>
          </a:prstGeom>
          <a:solidFill xmlns:a="http://schemas.openxmlformats.org/drawingml/2006/main">
            <a:srgbClr val="18232E"/>
          </a:solidFill>
          <a:ln xmlns:a="http://schemas.openxmlformats.org/drawingml/2006/main" w="10478">
            <a:solidFill>
              <a:srgbClr val="18232E"/>
            </a:solidFill>
          </a:ln>
        </p:spPr>
      </p:sp>
      <p:sp>
        <p:nvSpPr>
          <p:cNvPr id="313" name="dp45-v4-summary / n8 / circle">
            <a:extLst xmlns:a="http://schemas.openxmlformats.org/drawingml/2006/main">
              <a:ext uri="{FF2B5EF4-FFF2-40B4-BE49-F238E27FC236}">
                <a16:creationId xmlns:a16="http://schemas.microsoft.com/office/drawing/2014/main" id="{A1794EE6-78C4-43D2-B9E5-6311DFBAEBB2}"/>
              </a:ext>
            </a:extLst>
          </p:cNvPr>
          <p:cNvSpPr>
            <a:spLocks xmlns:a="http://schemas.openxmlformats.org/drawingml/2006/main" noGrp="1"/>
          </p:cNvSpPr>
          <p:nvPr/>
        </p:nvSpPr>
        <p:spPr>
          <a:xfrm xmlns:a="http://schemas.openxmlformats.org/drawingml/2006/main">
            <a:off x="10172700" y="8372475"/>
            <a:ext cx="133350" cy="133350"/>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314" name="dp45-v4-summary / n9 / circle">
            <a:extLst xmlns:a="http://schemas.openxmlformats.org/drawingml/2006/main">
              <a:ext uri="{FF2B5EF4-FFF2-40B4-BE49-F238E27FC236}">
                <a16:creationId xmlns:a16="http://schemas.microsoft.com/office/drawing/2014/main" id="{D5D3060A-3A99-4438-8AC1-76D32216243D}"/>
              </a:ext>
            </a:extLst>
          </p:cNvPr>
          <p:cNvSpPr>
            <a:spLocks xmlns:a="http://schemas.openxmlformats.org/drawingml/2006/main" noGrp="1"/>
          </p:cNvSpPr>
          <p:nvPr/>
        </p:nvSpPr>
        <p:spPr>
          <a:xfrm xmlns:a="http://schemas.openxmlformats.org/drawingml/2006/main">
            <a:off x="10344150" y="8372475"/>
            <a:ext cx="133350" cy="133350"/>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315" name="dp45-v4-summary / n10">
            <a:extLst xmlns:a="http://schemas.openxmlformats.org/drawingml/2006/main">
              <a:ext uri="{FF2B5EF4-FFF2-40B4-BE49-F238E27FC236}">
                <a16:creationId xmlns:a16="http://schemas.microsoft.com/office/drawing/2014/main" id="{AFD2D291-FBE4-4312-A28E-456F4DC60DF8}"/>
              </a:ext>
            </a:extLst>
          </p:cNvPr>
          <p:cNvSpPr>
            <a:spLocks xmlns:a="http://schemas.openxmlformats.org/drawingml/2006/main" noGrp="1"/>
          </p:cNvSpPr>
          <p:nvPr/>
        </p:nvSpPr>
        <p:spPr>
          <a:xfrm xmlns:a="http://schemas.openxmlformats.org/drawingml/2006/main">
            <a:off x="10515600" y="8353425"/>
            <a:ext cx="7381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2점  98.52%  [오류 8개 가정]</a:t>
            </a:r>
          </a:p>
        </p:txBody>
      </p:sp>
      <p:sp>
        <p:nvSpPr>
          <p:cNvPr id="316" name="dp45-v4-summary / n11">
            <a:extLst xmlns:a="http://schemas.openxmlformats.org/drawingml/2006/main">
              <a:ext uri="{FF2B5EF4-FFF2-40B4-BE49-F238E27FC236}">
                <a16:creationId xmlns:a16="http://schemas.microsoft.com/office/drawing/2014/main" id="{B2939596-4DA3-4201-8B62-48956F52A656}"/>
              </a:ext>
            </a:extLst>
          </p:cNvPr>
          <p:cNvSpPr>
            <a:spLocks xmlns:a="http://schemas.openxmlformats.org/drawingml/2006/main" noGrp="1"/>
          </p:cNvSpPr>
          <p:nvPr/>
        </p:nvSpPr>
        <p:spPr>
          <a:xfrm xmlns:a="http://schemas.openxmlformats.org/drawingml/2006/main">
            <a:off x="381000" y="8534400"/>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1430">
            <a:solidFill>
              <a:srgbClr val="CDD6DE"/>
            </a:solidFill>
          </a:ln>
        </p:spPr>
      </p:sp>
      <p:sp>
        <p:nvSpPr>
          <p:cNvPr id="317" name="dp45-v4-summary / n12">
            <a:extLst xmlns:a="http://schemas.openxmlformats.org/drawingml/2006/main">
              <a:ext uri="{FF2B5EF4-FFF2-40B4-BE49-F238E27FC236}">
                <a16:creationId xmlns:a16="http://schemas.microsoft.com/office/drawing/2014/main" id="{A3F8F4D0-F618-479C-AF53-2E9FDA12116D}"/>
              </a:ext>
            </a:extLst>
          </p:cNvPr>
          <p:cNvSpPr>
            <a:spLocks xmlns:a="http://schemas.openxmlformats.org/drawingml/2006/main" noGrp="1"/>
          </p:cNvSpPr>
          <p:nvPr/>
        </p:nvSpPr>
        <p:spPr>
          <a:xfrm xmlns:a="http://schemas.openxmlformats.org/drawingml/2006/main">
            <a:off x="400050" y="8591550"/>
            <a:ext cx="2333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1">
                <a:solidFill>
                  <a:srgbClr val="18232E"/>
                </a:solidFill>
                <a:latin typeface="Apple SD Gothic Neo"/>
                <a:ea typeface="Apple SD Gothic Neo"/>
                <a:cs typeface="Apple SD Gothic Neo"/>
              </a:defRPr>
            </a:pPr>
            <a:r>
              <a:rPr sz="1200" b="1">
                <a:solidFill>
                  <a:srgbClr val="18232E"/>
                </a:solidFill>
                <a:latin typeface="Apple SD Gothic Neo"/>
                <a:ea typeface="Apple SD Gothic Neo"/>
                <a:cs typeface="Apple SD Gothic Neo"/>
              </a:rPr>
              <a:t>상호작용 응답시간</a:t>
            </a:r>
          </a:p>
        </p:txBody>
      </p:sp>
      <p:sp>
        <p:nvSpPr>
          <p:cNvPr id="318" name="dp45-v4-summary / n13 / circle">
            <a:extLst xmlns:a="http://schemas.openxmlformats.org/drawingml/2006/main">
              <a:ext uri="{FF2B5EF4-FFF2-40B4-BE49-F238E27FC236}">
                <a16:creationId xmlns:a16="http://schemas.microsoft.com/office/drawing/2014/main" id="{BF77D258-AEB5-4011-843B-B791DE4B8976}"/>
              </a:ext>
            </a:extLst>
          </p:cNvPr>
          <p:cNvSpPr>
            <a:spLocks xmlns:a="http://schemas.openxmlformats.org/drawingml/2006/main" noGrp="1"/>
          </p:cNvSpPr>
          <p:nvPr/>
        </p:nvSpPr>
        <p:spPr>
          <a:xfrm xmlns:a="http://schemas.openxmlformats.org/drawingml/2006/main">
            <a:off x="2857500" y="8610600"/>
            <a:ext cx="133350" cy="133350"/>
          </a:xfrm>
          <a:prstGeom xmlns:a="http://schemas.openxmlformats.org/drawingml/2006/main" prst="ellipse">
            <a:avLst/>
          </a:prstGeom>
          <a:solidFill xmlns:a="http://schemas.openxmlformats.org/drawingml/2006/main">
            <a:srgbClr val="18232E"/>
          </a:solidFill>
          <a:ln xmlns:a="http://schemas.openxmlformats.org/drawingml/2006/main" w="10478">
            <a:solidFill>
              <a:srgbClr val="18232E"/>
            </a:solidFill>
          </a:ln>
        </p:spPr>
      </p:sp>
      <p:sp>
        <p:nvSpPr>
          <p:cNvPr id="319" name="dp45-v4-summary / n14 / circle">
            <a:extLst xmlns:a="http://schemas.openxmlformats.org/drawingml/2006/main">
              <a:ext uri="{FF2B5EF4-FFF2-40B4-BE49-F238E27FC236}">
                <a16:creationId xmlns:a16="http://schemas.microsoft.com/office/drawing/2014/main" id="{0F6C62D3-9075-47B9-B85B-2ADBA2B6ADC2}"/>
              </a:ext>
            </a:extLst>
          </p:cNvPr>
          <p:cNvSpPr>
            <a:spLocks xmlns:a="http://schemas.openxmlformats.org/drawingml/2006/main" noGrp="1"/>
          </p:cNvSpPr>
          <p:nvPr/>
        </p:nvSpPr>
        <p:spPr>
          <a:xfrm xmlns:a="http://schemas.openxmlformats.org/drawingml/2006/main">
            <a:off x="3028950" y="8610600"/>
            <a:ext cx="133350" cy="133350"/>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320" name="dp45-v4-summary / n15 / circle">
            <a:extLst xmlns:a="http://schemas.openxmlformats.org/drawingml/2006/main">
              <a:ext uri="{FF2B5EF4-FFF2-40B4-BE49-F238E27FC236}">
                <a16:creationId xmlns:a16="http://schemas.microsoft.com/office/drawing/2014/main" id="{E6CA56EE-263F-4A2F-8435-04C3536D81CD}"/>
              </a:ext>
            </a:extLst>
          </p:cNvPr>
          <p:cNvSpPr>
            <a:spLocks xmlns:a="http://schemas.openxmlformats.org/drawingml/2006/main" noGrp="1"/>
          </p:cNvSpPr>
          <p:nvPr/>
        </p:nvSpPr>
        <p:spPr>
          <a:xfrm xmlns:a="http://schemas.openxmlformats.org/drawingml/2006/main">
            <a:off x="3200400" y="8610600"/>
            <a:ext cx="133350" cy="133350"/>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321" name="dp45-v4-summary / n16">
            <a:extLst xmlns:a="http://schemas.openxmlformats.org/drawingml/2006/main">
              <a:ext uri="{FF2B5EF4-FFF2-40B4-BE49-F238E27FC236}">
                <a16:creationId xmlns:a16="http://schemas.microsoft.com/office/drawing/2014/main" id="{16648905-69B3-4B9C-B0C6-2119C3572679}"/>
              </a:ext>
            </a:extLst>
          </p:cNvPr>
          <p:cNvSpPr>
            <a:spLocks xmlns:a="http://schemas.openxmlformats.org/drawingml/2006/main" noGrp="1"/>
          </p:cNvSpPr>
          <p:nvPr/>
        </p:nvSpPr>
        <p:spPr>
          <a:xfrm xmlns:a="http://schemas.openxmlformats.org/drawingml/2006/main">
            <a:off x="3371850" y="8591550"/>
            <a:ext cx="63341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2점  0.818초  [지정 반응의 조회 비용]</a:t>
            </a:r>
          </a:p>
        </p:txBody>
      </p:sp>
      <p:sp>
        <p:nvSpPr>
          <p:cNvPr id="322" name="dp45-v4-summary / n17 / circle">
            <a:extLst xmlns:a="http://schemas.openxmlformats.org/drawingml/2006/main">
              <a:ext uri="{FF2B5EF4-FFF2-40B4-BE49-F238E27FC236}">
                <a16:creationId xmlns:a16="http://schemas.microsoft.com/office/drawing/2014/main" id="{7325F423-8C47-44AC-9431-5EB91FF20E0E}"/>
              </a:ext>
            </a:extLst>
          </p:cNvPr>
          <p:cNvSpPr>
            <a:spLocks xmlns:a="http://schemas.openxmlformats.org/drawingml/2006/main" noGrp="1"/>
          </p:cNvSpPr>
          <p:nvPr/>
        </p:nvSpPr>
        <p:spPr>
          <a:xfrm xmlns:a="http://schemas.openxmlformats.org/drawingml/2006/main">
            <a:off x="10001250" y="8610600"/>
            <a:ext cx="133350" cy="133350"/>
          </a:xfrm>
          <a:prstGeom xmlns:a="http://schemas.openxmlformats.org/drawingml/2006/main" prst="ellipse">
            <a:avLst/>
          </a:prstGeom>
          <a:solidFill xmlns:a="http://schemas.openxmlformats.org/drawingml/2006/main">
            <a:srgbClr val="18232E"/>
          </a:solidFill>
          <a:ln xmlns:a="http://schemas.openxmlformats.org/drawingml/2006/main" w="10478">
            <a:solidFill>
              <a:srgbClr val="18232E"/>
            </a:solidFill>
          </a:ln>
        </p:spPr>
      </p:sp>
      <p:sp>
        <p:nvSpPr>
          <p:cNvPr id="323" name="dp45-v4-summary / n18 / circle">
            <a:extLst xmlns:a="http://schemas.openxmlformats.org/drawingml/2006/main">
              <a:ext uri="{FF2B5EF4-FFF2-40B4-BE49-F238E27FC236}">
                <a16:creationId xmlns:a16="http://schemas.microsoft.com/office/drawing/2014/main" id="{0362F841-64E9-4A5F-910B-F807118ACDC2}"/>
              </a:ext>
            </a:extLst>
          </p:cNvPr>
          <p:cNvSpPr>
            <a:spLocks xmlns:a="http://schemas.openxmlformats.org/drawingml/2006/main" noGrp="1"/>
          </p:cNvSpPr>
          <p:nvPr/>
        </p:nvSpPr>
        <p:spPr>
          <a:xfrm xmlns:a="http://schemas.openxmlformats.org/drawingml/2006/main">
            <a:off x="10172700" y="8610600"/>
            <a:ext cx="133350" cy="133350"/>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324" name="dp45-v4-summary / n19 / circle">
            <a:extLst xmlns:a="http://schemas.openxmlformats.org/drawingml/2006/main">
              <a:ext uri="{FF2B5EF4-FFF2-40B4-BE49-F238E27FC236}">
                <a16:creationId xmlns:a16="http://schemas.microsoft.com/office/drawing/2014/main" id="{659D41FC-15C4-4892-A974-6171479261CC}"/>
              </a:ext>
            </a:extLst>
          </p:cNvPr>
          <p:cNvSpPr>
            <a:spLocks xmlns:a="http://schemas.openxmlformats.org/drawingml/2006/main" noGrp="1"/>
          </p:cNvSpPr>
          <p:nvPr/>
        </p:nvSpPr>
        <p:spPr>
          <a:xfrm xmlns:a="http://schemas.openxmlformats.org/drawingml/2006/main">
            <a:off x="10344150" y="8610600"/>
            <a:ext cx="133350" cy="133350"/>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325" name="dp45-v4-summary / n20">
            <a:extLst xmlns:a="http://schemas.openxmlformats.org/drawingml/2006/main">
              <a:ext uri="{FF2B5EF4-FFF2-40B4-BE49-F238E27FC236}">
                <a16:creationId xmlns:a16="http://schemas.microsoft.com/office/drawing/2014/main" id="{59FDBE5E-0805-45BF-84E4-D21E3759126F}"/>
              </a:ext>
            </a:extLst>
          </p:cNvPr>
          <p:cNvSpPr>
            <a:spLocks xmlns:a="http://schemas.openxmlformats.org/drawingml/2006/main" noGrp="1"/>
          </p:cNvSpPr>
          <p:nvPr/>
        </p:nvSpPr>
        <p:spPr>
          <a:xfrm xmlns:a="http://schemas.openxmlformats.org/drawingml/2006/main">
            <a:off x="10515600" y="8591550"/>
            <a:ext cx="7381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2점  0.818초  [지정 사례에서 이익 작음]</a:t>
            </a:r>
          </a:p>
        </p:txBody>
      </p:sp>
      <p:sp>
        <p:nvSpPr>
          <p:cNvPr id="326" name="dp45-v4-summary / n21">
            <a:extLst xmlns:a="http://schemas.openxmlformats.org/drawingml/2006/main">
              <a:ext uri="{FF2B5EF4-FFF2-40B4-BE49-F238E27FC236}">
                <a16:creationId xmlns:a16="http://schemas.microsoft.com/office/drawing/2014/main" id="{2B7C6258-CC9B-4340-B0A7-07060C6882EE}"/>
              </a:ext>
            </a:extLst>
          </p:cNvPr>
          <p:cNvSpPr>
            <a:spLocks xmlns:a="http://schemas.openxmlformats.org/drawingml/2006/main" noGrp="1"/>
          </p:cNvSpPr>
          <p:nvPr/>
        </p:nvSpPr>
        <p:spPr>
          <a:xfrm xmlns:a="http://schemas.openxmlformats.org/drawingml/2006/main">
            <a:off x="381000" y="8772525"/>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1430">
            <a:solidFill>
              <a:srgbClr val="CDD6DE"/>
            </a:solidFill>
          </a:ln>
        </p:spPr>
      </p:sp>
      <p:sp>
        <p:nvSpPr>
          <p:cNvPr id="327" name="dp45-v4-summary / n22">
            <a:extLst xmlns:a="http://schemas.openxmlformats.org/drawingml/2006/main">
              <a:ext uri="{FF2B5EF4-FFF2-40B4-BE49-F238E27FC236}">
                <a16:creationId xmlns:a16="http://schemas.microsoft.com/office/drawing/2014/main" id="{82A59530-40EC-4AD6-B3A9-0DDF54D281AB}"/>
              </a:ext>
            </a:extLst>
          </p:cNvPr>
          <p:cNvSpPr>
            <a:spLocks xmlns:a="http://schemas.openxmlformats.org/drawingml/2006/main" noGrp="1"/>
          </p:cNvSpPr>
          <p:nvPr/>
        </p:nvSpPr>
        <p:spPr>
          <a:xfrm xmlns:a="http://schemas.openxmlformats.org/drawingml/2006/main">
            <a:off x="400050" y="8829675"/>
            <a:ext cx="2333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1">
                <a:solidFill>
                  <a:srgbClr val="18232E"/>
                </a:solidFill>
                <a:latin typeface="Apple SD Gothic Neo"/>
                <a:ea typeface="Apple SD Gothic Neo"/>
                <a:cs typeface="Apple SD Gothic Neo"/>
              </a:defRPr>
            </a:pPr>
            <a:r>
              <a:rPr sz="1200" b="1">
                <a:solidFill>
                  <a:srgbClr val="18232E"/>
                </a:solidFill>
                <a:latin typeface="Apple SD Gothic Neo"/>
                <a:ea typeface="Apple SD Gothic Neo"/>
                <a:cs typeface="Apple SD Gothic Neo"/>
              </a:rPr>
              <a:t>VIA 요청 처리시간</a:t>
            </a:r>
          </a:p>
        </p:txBody>
      </p:sp>
      <p:sp>
        <p:nvSpPr>
          <p:cNvPr id="328" name="dp45-v4-summary / n23 / circle">
            <a:extLst xmlns:a="http://schemas.openxmlformats.org/drawingml/2006/main">
              <a:ext uri="{FF2B5EF4-FFF2-40B4-BE49-F238E27FC236}">
                <a16:creationId xmlns:a16="http://schemas.microsoft.com/office/drawing/2014/main" id="{31D1E16D-3FD4-459D-9997-978A39150189}"/>
              </a:ext>
            </a:extLst>
          </p:cNvPr>
          <p:cNvSpPr>
            <a:spLocks xmlns:a="http://schemas.openxmlformats.org/drawingml/2006/main" noGrp="1"/>
          </p:cNvSpPr>
          <p:nvPr/>
        </p:nvSpPr>
        <p:spPr>
          <a:xfrm xmlns:a="http://schemas.openxmlformats.org/drawingml/2006/main">
            <a:off x="2857500" y="8848725"/>
            <a:ext cx="133350" cy="133350"/>
          </a:xfrm>
          <a:prstGeom xmlns:a="http://schemas.openxmlformats.org/drawingml/2006/main" prst="ellipse">
            <a:avLst/>
          </a:prstGeom>
          <a:solidFill xmlns:a="http://schemas.openxmlformats.org/drawingml/2006/main">
            <a:srgbClr val="18232E"/>
          </a:solidFill>
          <a:ln xmlns:a="http://schemas.openxmlformats.org/drawingml/2006/main" w="10478">
            <a:solidFill>
              <a:srgbClr val="18232E"/>
            </a:solidFill>
          </a:ln>
        </p:spPr>
      </p:sp>
      <p:sp>
        <p:nvSpPr>
          <p:cNvPr id="329" name="dp45-v4-summary / n24 / circle">
            <a:extLst xmlns:a="http://schemas.openxmlformats.org/drawingml/2006/main">
              <a:ext uri="{FF2B5EF4-FFF2-40B4-BE49-F238E27FC236}">
                <a16:creationId xmlns:a16="http://schemas.microsoft.com/office/drawing/2014/main" id="{7E90E431-ED88-4D62-999D-7FE57E40199A}"/>
              </a:ext>
            </a:extLst>
          </p:cNvPr>
          <p:cNvSpPr>
            <a:spLocks xmlns:a="http://schemas.openxmlformats.org/drawingml/2006/main" noGrp="1"/>
          </p:cNvSpPr>
          <p:nvPr/>
        </p:nvSpPr>
        <p:spPr>
          <a:xfrm xmlns:a="http://schemas.openxmlformats.org/drawingml/2006/main">
            <a:off x="3028950" y="8848725"/>
            <a:ext cx="133350" cy="133350"/>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330" name="dp45-v4-summary / n24 / half">
            <a:extLst xmlns:a="http://schemas.openxmlformats.org/drawingml/2006/main">
              <a:ext uri="{FF2B5EF4-FFF2-40B4-BE49-F238E27FC236}">
                <a16:creationId xmlns:a16="http://schemas.microsoft.com/office/drawing/2014/main" id="{64C97F20-8B83-4AE9-AF0A-467CEC64F56A}"/>
              </a:ext>
            </a:extLst>
          </p:cNvPr>
          <p:cNvSpPr>
            <a:spLocks xmlns:a="http://schemas.openxmlformats.org/drawingml/2006/main" noGrp="1"/>
          </p:cNvSpPr>
          <p:nvPr/>
        </p:nvSpPr>
        <p:spPr>
          <a:xfrm xmlns:a="http://schemas.openxmlformats.org/drawingml/2006/main">
            <a:off x="3028950" y="8848725"/>
            <a:ext cx="133350" cy="133350"/>
          </a:xfrm>
          <a:custGeom xmlns:a="http://schemas.openxmlformats.org/drawingml/2006/main">
            <a:pathLst>
              <a:path w="133350" h="133350">
                <a:moveTo>
                  <a:pt x="66675" y="0"/>
                </a:moveTo>
                <a:lnTo>
                  <a:pt x="60140" y="321"/>
                </a:lnTo>
                <a:lnTo>
                  <a:pt x="53667" y="1281"/>
                </a:lnTo>
                <a:lnTo>
                  <a:pt x="47320" y="2871"/>
                </a:lnTo>
                <a:lnTo>
                  <a:pt x="41160" y="5075"/>
                </a:lnTo>
                <a:lnTo>
                  <a:pt x="35245" y="7873"/>
                </a:lnTo>
                <a:lnTo>
                  <a:pt x="29632" y="11237"/>
                </a:lnTo>
                <a:lnTo>
                  <a:pt x="24377" y="15135"/>
                </a:lnTo>
                <a:lnTo>
                  <a:pt x="19529" y="19529"/>
                </a:lnTo>
                <a:lnTo>
                  <a:pt x="15135" y="24377"/>
                </a:lnTo>
                <a:lnTo>
                  <a:pt x="11237" y="29632"/>
                </a:lnTo>
                <a:lnTo>
                  <a:pt x="7873" y="35245"/>
                </a:lnTo>
                <a:lnTo>
                  <a:pt x="5075" y="41160"/>
                </a:lnTo>
                <a:lnTo>
                  <a:pt x="2871" y="47320"/>
                </a:lnTo>
                <a:lnTo>
                  <a:pt x="1281" y="53667"/>
                </a:lnTo>
                <a:lnTo>
                  <a:pt x="321" y="60140"/>
                </a:lnTo>
                <a:lnTo>
                  <a:pt x="0" y="66675"/>
                </a:lnTo>
                <a:lnTo>
                  <a:pt x="321" y="73210"/>
                </a:lnTo>
                <a:lnTo>
                  <a:pt x="1281" y="79683"/>
                </a:lnTo>
                <a:lnTo>
                  <a:pt x="2871" y="86030"/>
                </a:lnTo>
                <a:lnTo>
                  <a:pt x="5075" y="92190"/>
                </a:lnTo>
                <a:lnTo>
                  <a:pt x="7873" y="98105"/>
                </a:lnTo>
                <a:lnTo>
                  <a:pt x="11237" y="103718"/>
                </a:lnTo>
                <a:lnTo>
                  <a:pt x="15135" y="108973"/>
                </a:lnTo>
                <a:lnTo>
                  <a:pt x="19529" y="113821"/>
                </a:lnTo>
                <a:lnTo>
                  <a:pt x="24377" y="118215"/>
                </a:lnTo>
                <a:lnTo>
                  <a:pt x="29632" y="122113"/>
                </a:lnTo>
                <a:lnTo>
                  <a:pt x="35245" y="125477"/>
                </a:lnTo>
                <a:lnTo>
                  <a:pt x="41160" y="128275"/>
                </a:lnTo>
                <a:lnTo>
                  <a:pt x="47320" y="130479"/>
                </a:lnTo>
                <a:lnTo>
                  <a:pt x="53667" y="132069"/>
                </a:lnTo>
                <a:lnTo>
                  <a:pt x="60140" y="133029"/>
                </a:lnTo>
                <a:lnTo>
                  <a:pt x="66675" y="133350"/>
                </a:lnTo>
                <a:close/>
              </a:path>
            </a:pathLst>
          </a:custGeom>
          <a:solidFill xmlns:a="http://schemas.openxmlformats.org/drawingml/2006/main">
            <a:srgbClr val="18232E"/>
          </a:solidFill>
          <a:ln xmlns:a="http://schemas.openxmlformats.org/drawingml/2006/main" w="0">
            <a:noFill/>
          </a:ln>
        </p:spPr>
      </p:sp>
      <p:sp>
        <p:nvSpPr>
          <p:cNvPr id="331" name="dp45-v4-summary / n25 / circle">
            <a:extLst xmlns:a="http://schemas.openxmlformats.org/drawingml/2006/main">
              <a:ext uri="{FF2B5EF4-FFF2-40B4-BE49-F238E27FC236}">
                <a16:creationId xmlns:a16="http://schemas.microsoft.com/office/drawing/2014/main" id="{68A475E2-1326-4D7E-A54F-BFFC92D1861C}"/>
              </a:ext>
            </a:extLst>
          </p:cNvPr>
          <p:cNvSpPr>
            <a:spLocks xmlns:a="http://schemas.openxmlformats.org/drawingml/2006/main" noGrp="1"/>
          </p:cNvSpPr>
          <p:nvPr/>
        </p:nvSpPr>
        <p:spPr>
          <a:xfrm xmlns:a="http://schemas.openxmlformats.org/drawingml/2006/main">
            <a:off x="3200400" y="8848725"/>
            <a:ext cx="133350" cy="133350"/>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332" name="dp45-v4-summary / n26">
            <a:extLst xmlns:a="http://schemas.openxmlformats.org/drawingml/2006/main">
              <a:ext uri="{FF2B5EF4-FFF2-40B4-BE49-F238E27FC236}">
                <a16:creationId xmlns:a16="http://schemas.microsoft.com/office/drawing/2014/main" id="{85B091E5-2EA6-4F0A-8E73-DF23B03FE811}"/>
              </a:ext>
            </a:extLst>
          </p:cNvPr>
          <p:cNvSpPr>
            <a:spLocks xmlns:a="http://schemas.openxmlformats.org/drawingml/2006/main" noGrp="1"/>
          </p:cNvSpPr>
          <p:nvPr/>
        </p:nvSpPr>
        <p:spPr>
          <a:xfrm xmlns:a="http://schemas.openxmlformats.org/drawingml/2006/main">
            <a:off x="3371850" y="8829675"/>
            <a:ext cx="63341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3점  5.600초  [현재 목적의 원본 조합]</a:t>
            </a:r>
          </a:p>
        </p:txBody>
      </p:sp>
      <p:sp>
        <p:nvSpPr>
          <p:cNvPr id="333" name="dp45-v4-summary / n27 / circle">
            <a:extLst xmlns:a="http://schemas.openxmlformats.org/drawingml/2006/main">
              <a:ext uri="{FF2B5EF4-FFF2-40B4-BE49-F238E27FC236}">
                <a16:creationId xmlns:a16="http://schemas.microsoft.com/office/drawing/2014/main" id="{16217A0B-2B20-4196-BC40-3DBB84DB16C0}"/>
              </a:ext>
            </a:extLst>
          </p:cNvPr>
          <p:cNvSpPr>
            <a:spLocks xmlns:a="http://schemas.openxmlformats.org/drawingml/2006/main" noGrp="1"/>
          </p:cNvSpPr>
          <p:nvPr/>
        </p:nvSpPr>
        <p:spPr>
          <a:xfrm xmlns:a="http://schemas.openxmlformats.org/drawingml/2006/main">
            <a:off x="10001250" y="8848725"/>
            <a:ext cx="133350" cy="133350"/>
          </a:xfrm>
          <a:prstGeom xmlns:a="http://schemas.openxmlformats.org/drawingml/2006/main" prst="ellipse">
            <a:avLst/>
          </a:prstGeom>
          <a:solidFill xmlns:a="http://schemas.openxmlformats.org/drawingml/2006/main">
            <a:srgbClr val="18232E"/>
          </a:solidFill>
          <a:ln xmlns:a="http://schemas.openxmlformats.org/drawingml/2006/main" w="10478">
            <a:solidFill>
              <a:srgbClr val="18232E"/>
            </a:solidFill>
          </a:ln>
        </p:spPr>
      </p:sp>
      <p:sp>
        <p:nvSpPr>
          <p:cNvPr id="334" name="dp45-v4-summary / n28 / circle">
            <a:extLst xmlns:a="http://schemas.openxmlformats.org/drawingml/2006/main">
              <a:ext uri="{FF2B5EF4-FFF2-40B4-BE49-F238E27FC236}">
                <a16:creationId xmlns:a16="http://schemas.microsoft.com/office/drawing/2014/main" id="{5979BED7-B2D0-4F3F-A3DD-EB1645622823}"/>
              </a:ext>
            </a:extLst>
          </p:cNvPr>
          <p:cNvSpPr>
            <a:spLocks xmlns:a="http://schemas.openxmlformats.org/drawingml/2006/main" noGrp="1"/>
          </p:cNvSpPr>
          <p:nvPr/>
        </p:nvSpPr>
        <p:spPr>
          <a:xfrm xmlns:a="http://schemas.openxmlformats.org/drawingml/2006/main">
            <a:off x="10172700" y="8848725"/>
            <a:ext cx="133350" cy="133350"/>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335" name="dp45-v4-summary / n28 / half">
            <a:extLst xmlns:a="http://schemas.openxmlformats.org/drawingml/2006/main">
              <a:ext uri="{FF2B5EF4-FFF2-40B4-BE49-F238E27FC236}">
                <a16:creationId xmlns:a16="http://schemas.microsoft.com/office/drawing/2014/main" id="{B20B18BC-7E7F-4498-9D1F-D7874C5FCA8B}"/>
              </a:ext>
            </a:extLst>
          </p:cNvPr>
          <p:cNvSpPr>
            <a:spLocks xmlns:a="http://schemas.openxmlformats.org/drawingml/2006/main" noGrp="1"/>
          </p:cNvSpPr>
          <p:nvPr/>
        </p:nvSpPr>
        <p:spPr>
          <a:xfrm xmlns:a="http://schemas.openxmlformats.org/drawingml/2006/main">
            <a:off x="10172700" y="8848725"/>
            <a:ext cx="133350" cy="133350"/>
          </a:xfrm>
          <a:custGeom xmlns:a="http://schemas.openxmlformats.org/drawingml/2006/main">
            <a:pathLst>
              <a:path w="133350" h="133350">
                <a:moveTo>
                  <a:pt x="66675" y="0"/>
                </a:moveTo>
                <a:lnTo>
                  <a:pt x="60140" y="321"/>
                </a:lnTo>
                <a:lnTo>
                  <a:pt x="53667" y="1281"/>
                </a:lnTo>
                <a:lnTo>
                  <a:pt x="47320" y="2871"/>
                </a:lnTo>
                <a:lnTo>
                  <a:pt x="41160" y="5075"/>
                </a:lnTo>
                <a:lnTo>
                  <a:pt x="35245" y="7873"/>
                </a:lnTo>
                <a:lnTo>
                  <a:pt x="29632" y="11237"/>
                </a:lnTo>
                <a:lnTo>
                  <a:pt x="24377" y="15135"/>
                </a:lnTo>
                <a:lnTo>
                  <a:pt x="19529" y="19529"/>
                </a:lnTo>
                <a:lnTo>
                  <a:pt x="15135" y="24377"/>
                </a:lnTo>
                <a:lnTo>
                  <a:pt x="11237" y="29632"/>
                </a:lnTo>
                <a:lnTo>
                  <a:pt x="7873" y="35245"/>
                </a:lnTo>
                <a:lnTo>
                  <a:pt x="5075" y="41160"/>
                </a:lnTo>
                <a:lnTo>
                  <a:pt x="2871" y="47320"/>
                </a:lnTo>
                <a:lnTo>
                  <a:pt x="1281" y="53667"/>
                </a:lnTo>
                <a:lnTo>
                  <a:pt x="321" y="60140"/>
                </a:lnTo>
                <a:lnTo>
                  <a:pt x="0" y="66675"/>
                </a:lnTo>
                <a:lnTo>
                  <a:pt x="321" y="73210"/>
                </a:lnTo>
                <a:lnTo>
                  <a:pt x="1281" y="79683"/>
                </a:lnTo>
                <a:lnTo>
                  <a:pt x="2871" y="86030"/>
                </a:lnTo>
                <a:lnTo>
                  <a:pt x="5075" y="92190"/>
                </a:lnTo>
                <a:lnTo>
                  <a:pt x="7873" y="98105"/>
                </a:lnTo>
                <a:lnTo>
                  <a:pt x="11237" y="103718"/>
                </a:lnTo>
                <a:lnTo>
                  <a:pt x="15135" y="108973"/>
                </a:lnTo>
                <a:lnTo>
                  <a:pt x="19529" y="113821"/>
                </a:lnTo>
                <a:lnTo>
                  <a:pt x="24377" y="118215"/>
                </a:lnTo>
                <a:lnTo>
                  <a:pt x="29632" y="122113"/>
                </a:lnTo>
                <a:lnTo>
                  <a:pt x="35245" y="125477"/>
                </a:lnTo>
                <a:lnTo>
                  <a:pt x="41160" y="128275"/>
                </a:lnTo>
                <a:lnTo>
                  <a:pt x="47320" y="130479"/>
                </a:lnTo>
                <a:lnTo>
                  <a:pt x="53667" y="132069"/>
                </a:lnTo>
                <a:lnTo>
                  <a:pt x="60140" y="133029"/>
                </a:lnTo>
                <a:lnTo>
                  <a:pt x="66675" y="133350"/>
                </a:lnTo>
                <a:close/>
              </a:path>
            </a:pathLst>
          </a:custGeom>
          <a:solidFill xmlns:a="http://schemas.openxmlformats.org/drawingml/2006/main">
            <a:srgbClr val="18232E"/>
          </a:solidFill>
          <a:ln xmlns:a="http://schemas.openxmlformats.org/drawingml/2006/main" w="0">
            <a:noFill/>
          </a:ln>
        </p:spPr>
      </p:sp>
      <p:sp>
        <p:nvSpPr>
          <p:cNvPr id="336" name="dp45-v4-summary / n29 / circle">
            <a:extLst xmlns:a="http://schemas.openxmlformats.org/drawingml/2006/main">
              <a:ext uri="{FF2B5EF4-FFF2-40B4-BE49-F238E27FC236}">
                <a16:creationId xmlns:a16="http://schemas.microsoft.com/office/drawing/2014/main" id="{D5EB9933-ECA5-4341-B592-4E868C429114}"/>
              </a:ext>
            </a:extLst>
          </p:cNvPr>
          <p:cNvSpPr>
            <a:spLocks xmlns:a="http://schemas.openxmlformats.org/drawingml/2006/main" noGrp="1"/>
          </p:cNvSpPr>
          <p:nvPr/>
        </p:nvSpPr>
        <p:spPr>
          <a:xfrm xmlns:a="http://schemas.openxmlformats.org/drawingml/2006/main">
            <a:off x="10344150" y="8848725"/>
            <a:ext cx="133350" cy="133350"/>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337" name="dp45-v4-summary / n30">
            <a:extLst xmlns:a="http://schemas.openxmlformats.org/drawingml/2006/main">
              <a:ext uri="{FF2B5EF4-FFF2-40B4-BE49-F238E27FC236}">
                <a16:creationId xmlns:a16="http://schemas.microsoft.com/office/drawing/2014/main" id="{AA4CB5D3-0B5A-46A0-886F-C45A4903FED2}"/>
              </a:ext>
            </a:extLst>
          </p:cNvPr>
          <p:cNvSpPr>
            <a:spLocks xmlns:a="http://schemas.openxmlformats.org/drawingml/2006/main" noGrp="1"/>
          </p:cNvSpPr>
          <p:nvPr/>
        </p:nvSpPr>
        <p:spPr>
          <a:xfrm xmlns:a="http://schemas.openxmlformats.org/drawingml/2006/main">
            <a:off x="10515600" y="8829675"/>
            <a:ext cx="7381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3점  5.420초  [한 사이클 1.08초 단축]</a:t>
            </a:r>
          </a:p>
        </p:txBody>
      </p:sp>
      <p:sp>
        <p:nvSpPr>
          <p:cNvPr id="338" name="dp45-v4-summary / n31">
            <a:extLst xmlns:a="http://schemas.openxmlformats.org/drawingml/2006/main">
              <a:ext uri="{FF2B5EF4-FFF2-40B4-BE49-F238E27FC236}">
                <a16:creationId xmlns:a16="http://schemas.microsoft.com/office/drawing/2014/main" id="{20C9D685-E155-42E7-934A-45A92A6F9CD2}"/>
              </a:ext>
            </a:extLst>
          </p:cNvPr>
          <p:cNvSpPr>
            <a:spLocks xmlns:a="http://schemas.openxmlformats.org/drawingml/2006/main" noGrp="1"/>
          </p:cNvSpPr>
          <p:nvPr/>
        </p:nvSpPr>
        <p:spPr>
          <a:xfrm xmlns:a="http://schemas.openxmlformats.org/drawingml/2006/main">
            <a:off x="381000" y="9010650"/>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1430">
            <a:solidFill>
              <a:srgbClr val="CDD6DE"/>
            </a:solidFill>
          </a:ln>
        </p:spPr>
      </p:sp>
      <p:sp>
        <p:nvSpPr>
          <p:cNvPr id="339" name="dp45-v4-summary / n32">
            <a:extLst xmlns:a="http://schemas.openxmlformats.org/drawingml/2006/main">
              <a:ext uri="{FF2B5EF4-FFF2-40B4-BE49-F238E27FC236}">
                <a16:creationId xmlns:a16="http://schemas.microsoft.com/office/drawing/2014/main" id="{01B3B6C3-7580-4D56-922C-42C5AFEE4132}"/>
              </a:ext>
            </a:extLst>
          </p:cNvPr>
          <p:cNvSpPr>
            <a:spLocks xmlns:a="http://schemas.openxmlformats.org/drawingml/2006/main" noGrp="1"/>
          </p:cNvSpPr>
          <p:nvPr/>
        </p:nvSpPr>
        <p:spPr>
          <a:xfrm xmlns:a="http://schemas.openxmlformats.org/drawingml/2006/main">
            <a:off x="400050" y="9067800"/>
            <a:ext cx="2333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1">
                <a:solidFill>
                  <a:srgbClr val="18232E"/>
                </a:solidFill>
                <a:latin typeface="Apple SD Gothic Neo"/>
                <a:ea typeface="Apple SD Gothic Neo"/>
                <a:cs typeface="Apple SD Gothic Neo"/>
              </a:defRPr>
            </a:pPr>
            <a:r>
              <a:rPr sz="1200" b="1">
                <a:solidFill>
                  <a:srgbClr val="18232E"/>
                </a:solidFill>
                <a:latin typeface="Apple SD Gothic Neo"/>
                <a:ea typeface="Apple SD Gothic Neo"/>
                <a:cs typeface="Apple SD Gothic Neo"/>
              </a:rPr>
              <a:t>VIA 모델 사용 비용</a:t>
            </a:r>
          </a:p>
        </p:txBody>
      </p:sp>
      <p:sp>
        <p:nvSpPr>
          <p:cNvPr id="340" name="dp45-v4-summary / n33 / circle">
            <a:extLst xmlns:a="http://schemas.openxmlformats.org/drawingml/2006/main">
              <a:ext uri="{FF2B5EF4-FFF2-40B4-BE49-F238E27FC236}">
                <a16:creationId xmlns:a16="http://schemas.microsoft.com/office/drawing/2014/main" id="{8748C6E2-18A9-452D-A6A9-9DAB7D4226E4}"/>
              </a:ext>
            </a:extLst>
          </p:cNvPr>
          <p:cNvSpPr>
            <a:spLocks xmlns:a="http://schemas.openxmlformats.org/drawingml/2006/main" noGrp="1"/>
          </p:cNvSpPr>
          <p:nvPr/>
        </p:nvSpPr>
        <p:spPr>
          <a:xfrm xmlns:a="http://schemas.openxmlformats.org/drawingml/2006/main">
            <a:off x="2857500" y="9086850"/>
            <a:ext cx="133350" cy="133350"/>
          </a:xfrm>
          <a:prstGeom xmlns:a="http://schemas.openxmlformats.org/drawingml/2006/main" prst="ellipse">
            <a:avLst/>
          </a:prstGeom>
          <a:solidFill xmlns:a="http://schemas.openxmlformats.org/drawingml/2006/main">
            <a:srgbClr val="18232E"/>
          </a:solidFill>
          <a:ln xmlns:a="http://schemas.openxmlformats.org/drawingml/2006/main" w="10478">
            <a:solidFill>
              <a:srgbClr val="18232E"/>
            </a:solidFill>
          </a:ln>
        </p:spPr>
      </p:sp>
      <p:sp>
        <p:nvSpPr>
          <p:cNvPr id="341" name="dp45-v4-summary / n34 / circle">
            <a:extLst xmlns:a="http://schemas.openxmlformats.org/drawingml/2006/main">
              <a:ext uri="{FF2B5EF4-FFF2-40B4-BE49-F238E27FC236}">
                <a16:creationId xmlns:a16="http://schemas.microsoft.com/office/drawing/2014/main" id="{47BB570E-BC4B-4D17-9760-7F7CBC162BBD}"/>
              </a:ext>
            </a:extLst>
          </p:cNvPr>
          <p:cNvSpPr>
            <a:spLocks xmlns:a="http://schemas.openxmlformats.org/drawingml/2006/main" noGrp="1"/>
          </p:cNvSpPr>
          <p:nvPr/>
        </p:nvSpPr>
        <p:spPr>
          <a:xfrm xmlns:a="http://schemas.openxmlformats.org/drawingml/2006/main">
            <a:off x="3028950" y="9086850"/>
            <a:ext cx="133350" cy="133350"/>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342" name="dp45-v4-summary / n35 / circle">
            <a:extLst xmlns:a="http://schemas.openxmlformats.org/drawingml/2006/main">
              <a:ext uri="{FF2B5EF4-FFF2-40B4-BE49-F238E27FC236}">
                <a16:creationId xmlns:a16="http://schemas.microsoft.com/office/drawing/2014/main" id="{C2470956-4E6E-46A0-9279-2FFF65F52355}"/>
              </a:ext>
            </a:extLst>
          </p:cNvPr>
          <p:cNvSpPr>
            <a:spLocks xmlns:a="http://schemas.openxmlformats.org/drawingml/2006/main" noGrp="1"/>
          </p:cNvSpPr>
          <p:nvPr/>
        </p:nvSpPr>
        <p:spPr>
          <a:xfrm xmlns:a="http://schemas.openxmlformats.org/drawingml/2006/main">
            <a:off x="3200400" y="9086850"/>
            <a:ext cx="133350" cy="133350"/>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343" name="dp45-v4-summary / n36">
            <a:extLst xmlns:a="http://schemas.openxmlformats.org/drawingml/2006/main">
              <a:ext uri="{FF2B5EF4-FFF2-40B4-BE49-F238E27FC236}">
                <a16:creationId xmlns:a16="http://schemas.microsoft.com/office/drawing/2014/main" id="{41B6CDDA-B25A-4891-AF17-1142996C27BD}"/>
              </a:ext>
            </a:extLst>
          </p:cNvPr>
          <p:cNvSpPr>
            <a:spLocks xmlns:a="http://schemas.openxmlformats.org/drawingml/2006/main" noGrp="1"/>
          </p:cNvSpPr>
          <p:nvPr/>
        </p:nvSpPr>
        <p:spPr>
          <a:xfrm xmlns:a="http://schemas.openxmlformats.org/drawingml/2006/main">
            <a:off x="3371850" y="9067800"/>
            <a:ext cx="63341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2점  $1.1867  [cache miss 40회]</a:t>
            </a:r>
          </a:p>
        </p:txBody>
      </p:sp>
      <p:sp>
        <p:nvSpPr>
          <p:cNvPr id="344" name="dp45-v4-summary / n37 / circle">
            <a:extLst xmlns:a="http://schemas.openxmlformats.org/drawingml/2006/main">
              <a:ext uri="{FF2B5EF4-FFF2-40B4-BE49-F238E27FC236}">
                <a16:creationId xmlns:a16="http://schemas.microsoft.com/office/drawing/2014/main" id="{1F5AE078-04F9-4992-8386-F6893882BD47}"/>
              </a:ext>
            </a:extLst>
          </p:cNvPr>
          <p:cNvSpPr>
            <a:spLocks xmlns:a="http://schemas.openxmlformats.org/drawingml/2006/main" noGrp="1"/>
          </p:cNvSpPr>
          <p:nvPr/>
        </p:nvSpPr>
        <p:spPr>
          <a:xfrm xmlns:a="http://schemas.openxmlformats.org/drawingml/2006/main">
            <a:off x="10001250" y="9086850"/>
            <a:ext cx="133350" cy="133350"/>
          </a:xfrm>
          <a:prstGeom xmlns:a="http://schemas.openxmlformats.org/drawingml/2006/main" prst="ellipse">
            <a:avLst/>
          </a:prstGeom>
          <a:solidFill xmlns:a="http://schemas.openxmlformats.org/drawingml/2006/main">
            <a:srgbClr val="18232E"/>
          </a:solidFill>
          <a:ln xmlns:a="http://schemas.openxmlformats.org/drawingml/2006/main" w="10478">
            <a:solidFill>
              <a:srgbClr val="18232E"/>
            </a:solidFill>
          </a:ln>
        </p:spPr>
      </p:sp>
      <p:sp>
        <p:nvSpPr>
          <p:cNvPr id="345" name="dp45-v4-summary / n38 / circle">
            <a:extLst xmlns:a="http://schemas.openxmlformats.org/drawingml/2006/main">
              <a:ext uri="{FF2B5EF4-FFF2-40B4-BE49-F238E27FC236}">
                <a16:creationId xmlns:a16="http://schemas.microsoft.com/office/drawing/2014/main" id="{2A48BDBE-0EA7-4C85-9528-FD89DB899F51}"/>
              </a:ext>
            </a:extLst>
          </p:cNvPr>
          <p:cNvSpPr>
            <a:spLocks xmlns:a="http://schemas.openxmlformats.org/drawingml/2006/main" noGrp="1"/>
          </p:cNvSpPr>
          <p:nvPr/>
        </p:nvSpPr>
        <p:spPr>
          <a:xfrm xmlns:a="http://schemas.openxmlformats.org/drawingml/2006/main">
            <a:off x="10172700" y="9086850"/>
            <a:ext cx="133350" cy="133350"/>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346" name="dp45-v4-summary / n39 / circle">
            <a:extLst xmlns:a="http://schemas.openxmlformats.org/drawingml/2006/main">
              <a:ext uri="{FF2B5EF4-FFF2-40B4-BE49-F238E27FC236}">
                <a16:creationId xmlns:a16="http://schemas.microsoft.com/office/drawing/2014/main" id="{D291041D-A4CB-49D2-88BC-79B19A2948D0}"/>
              </a:ext>
            </a:extLst>
          </p:cNvPr>
          <p:cNvSpPr>
            <a:spLocks xmlns:a="http://schemas.openxmlformats.org/drawingml/2006/main" noGrp="1"/>
          </p:cNvSpPr>
          <p:nvPr/>
        </p:nvSpPr>
        <p:spPr>
          <a:xfrm xmlns:a="http://schemas.openxmlformats.org/drawingml/2006/main">
            <a:off x="10344150" y="9086850"/>
            <a:ext cx="133350" cy="133350"/>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347" name="dp45-v4-summary / n40">
            <a:extLst xmlns:a="http://schemas.openxmlformats.org/drawingml/2006/main">
              <a:ext uri="{FF2B5EF4-FFF2-40B4-BE49-F238E27FC236}">
                <a16:creationId xmlns:a16="http://schemas.microsoft.com/office/drawing/2014/main" id="{B0D60564-5F8D-4544-B440-5501DD802344}"/>
              </a:ext>
            </a:extLst>
          </p:cNvPr>
          <p:cNvSpPr>
            <a:spLocks xmlns:a="http://schemas.openxmlformats.org/drawingml/2006/main" noGrp="1"/>
          </p:cNvSpPr>
          <p:nvPr/>
        </p:nvSpPr>
        <p:spPr>
          <a:xfrm xmlns:a="http://schemas.openxmlformats.org/drawingml/2006/main">
            <a:off x="10515600" y="9067800"/>
            <a:ext cx="7381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2점  $1.1547  [초기와 갱신 생산 20회]</a:t>
            </a:r>
          </a:p>
        </p:txBody>
      </p:sp>
      <p:sp>
        <p:nvSpPr>
          <p:cNvPr id="348" name="dp45-v4-summary / n41">
            <a:extLst xmlns:a="http://schemas.openxmlformats.org/drawingml/2006/main">
              <a:ext uri="{FF2B5EF4-FFF2-40B4-BE49-F238E27FC236}">
                <a16:creationId xmlns:a16="http://schemas.microsoft.com/office/drawing/2014/main" id="{E3A646F8-6C29-44C2-9337-3AEABFD6E44F}"/>
              </a:ext>
            </a:extLst>
          </p:cNvPr>
          <p:cNvSpPr>
            <a:spLocks xmlns:a="http://schemas.openxmlformats.org/drawingml/2006/main" noGrp="1"/>
          </p:cNvSpPr>
          <p:nvPr/>
        </p:nvSpPr>
        <p:spPr>
          <a:xfrm xmlns:a="http://schemas.openxmlformats.org/drawingml/2006/main">
            <a:off x="381000" y="9248775"/>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1430">
            <a:solidFill>
              <a:srgbClr val="CDD6DE"/>
            </a:solidFill>
          </a:ln>
        </p:spPr>
      </p:sp>
      <p:sp>
        <p:nvSpPr>
          <p:cNvPr id="349" name="dp45-v4-summary / n42">
            <a:extLst xmlns:a="http://schemas.openxmlformats.org/drawingml/2006/main">
              <a:ext uri="{FF2B5EF4-FFF2-40B4-BE49-F238E27FC236}">
                <a16:creationId xmlns:a16="http://schemas.microsoft.com/office/drawing/2014/main" id="{A1974704-1F74-482E-AD9B-8B8DA403A800}"/>
              </a:ext>
            </a:extLst>
          </p:cNvPr>
          <p:cNvSpPr>
            <a:spLocks xmlns:a="http://schemas.openxmlformats.org/drawingml/2006/main" noGrp="1"/>
          </p:cNvSpPr>
          <p:nvPr/>
        </p:nvSpPr>
        <p:spPr>
          <a:xfrm xmlns:a="http://schemas.openxmlformats.org/drawingml/2006/main">
            <a:off x="400050" y="9305925"/>
            <a:ext cx="2333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1">
                <a:solidFill>
                  <a:srgbClr val="18232E"/>
                </a:solidFill>
                <a:latin typeface="Apple SD Gothic Neo"/>
                <a:ea typeface="Apple SD Gothic Neo"/>
                <a:cs typeface="Apple SD Gothic Neo"/>
              </a:defRPr>
            </a:pPr>
            <a:r>
              <a:rPr sz="1200" b="1">
                <a:solidFill>
                  <a:srgbClr val="18232E"/>
                </a:solidFill>
                <a:latin typeface="Apple SD Gothic Neo"/>
                <a:ea typeface="Apple SD Gothic Neo"/>
                <a:cs typeface="Apple SD Gothic Neo"/>
              </a:rPr>
              <a:t>VIA 변경 용이성</a:t>
            </a:r>
          </a:p>
        </p:txBody>
      </p:sp>
      <p:sp>
        <p:nvSpPr>
          <p:cNvPr id="350" name="dp45-v4-summary / n43 / circle">
            <a:extLst xmlns:a="http://schemas.openxmlformats.org/drawingml/2006/main">
              <a:ext uri="{FF2B5EF4-FFF2-40B4-BE49-F238E27FC236}">
                <a16:creationId xmlns:a16="http://schemas.microsoft.com/office/drawing/2014/main" id="{1909BAAD-F127-4CCB-B0F9-1376F6D67754}"/>
              </a:ext>
            </a:extLst>
          </p:cNvPr>
          <p:cNvSpPr>
            <a:spLocks xmlns:a="http://schemas.openxmlformats.org/drawingml/2006/main" noGrp="1"/>
          </p:cNvSpPr>
          <p:nvPr/>
        </p:nvSpPr>
        <p:spPr>
          <a:xfrm xmlns:a="http://schemas.openxmlformats.org/drawingml/2006/main">
            <a:off x="2857500" y="9324975"/>
            <a:ext cx="133350" cy="133350"/>
          </a:xfrm>
          <a:prstGeom xmlns:a="http://schemas.openxmlformats.org/drawingml/2006/main" prst="ellipse">
            <a:avLst/>
          </a:prstGeom>
          <a:solidFill xmlns:a="http://schemas.openxmlformats.org/drawingml/2006/main">
            <a:srgbClr val="18232E"/>
          </a:solidFill>
          <a:ln xmlns:a="http://schemas.openxmlformats.org/drawingml/2006/main" w="10478">
            <a:solidFill>
              <a:srgbClr val="18232E"/>
            </a:solidFill>
          </a:ln>
        </p:spPr>
      </p:sp>
      <p:sp>
        <p:nvSpPr>
          <p:cNvPr id="351" name="dp45-v4-summary / n44 / circle">
            <a:extLst xmlns:a="http://schemas.openxmlformats.org/drawingml/2006/main">
              <a:ext uri="{FF2B5EF4-FFF2-40B4-BE49-F238E27FC236}">
                <a16:creationId xmlns:a16="http://schemas.microsoft.com/office/drawing/2014/main" id="{4855AA81-03D9-451E-952A-B50DC4FCD4CE}"/>
              </a:ext>
            </a:extLst>
          </p:cNvPr>
          <p:cNvSpPr>
            <a:spLocks xmlns:a="http://schemas.openxmlformats.org/drawingml/2006/main" noGrp="1"/>
          </p:cNvSpPr>
          <p:nvPr/>
        </p:nvSpPr>
        <p:spPr>
          <a:xfrm xmlns:a="http://schemas.openxmlformats.org/drawingml/2006/main">
            <a:off x="3028950" y="9324975"/>
            <a:ext cx="133350" cy="133350"/>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352" name="dp45-v4-summary / n44 / half">
            <a:extLst xmlns:a="http://schemas.openxmlformats.org/drawingml/2006/main">
              <a:ext uri="{FF2B5EF4-FFF2-40B4-BE49-F238E27FC236}">
                <a16:creationId xmlns:a16="http://schemas.microsoft.com/office/drawing/2014/main" id="{94192BFA-7A6C-4A57-AD2E-1ED6884435CF}"/>
              </a:ext>
            </a:extLst>
          </p:cNvPr>
          <p:cNvSpPr>
            <a:spLocks xmlns:a="http://schemas.openxmlformats.org/drawingml/2006/main" noGrp="1"/>
          </p:cNvSpPr>
          <p:nvPr/>
        </p:nvSpPr>
        <p:spPr>
          <a:xfrm xmlns:a="http://schemas.openxmlformats.org/drawingml/2006/main">
            <a:off x="3028950" y="9324975"/>
            <a:ext cx="133350" cy="133350"/>
          </a:xfrm>
          <a:custGeom xmlns:a="http://schemas.openxmlformats.org/drawingml/2006/main">
            <a:pathLst>
              <a:path w="133350" h="133350">
                <a:moveTo>
                  <a:pt x="66675" y="0"/>
                </a:moveTo>
                <a:lnTo>
                  <a:pt x="60140" y="321"/>
                </a:lnTo>
                <a:lnTo>
                  <a:pt x="53667" y="1281"/>
                </a:lnTo>
                <a:lnTo>
                  <a:pt x="47320" y="2871"/>
                </a:lnTo>
                <a:lnTo>
                  <a:pt x="41160" y="5075"/>
                </a:lnTo>
                <a:lnTo>
                  <a:pt x="35245" y="7873"/>
                </a:lnTo>
                <a:lnTo>
                  <a:pt x="29632" y="11237"/>
                </a:lnTo>
                <a:lnTo>
                  <a:pt x="24377" y="15135"/>
                </a:lnTo>
                <a:lnTo>
                  <a:pt x="19529" y="19529"/>
                </a:lnTo>
                <a:lnTo>
                  <a:pt x="15135" y="24377"/>
                </a:lnTo>
                <a:lnTo>
                  <a:pt x="11237" y="29632"/>
                </a:lnTo>
                <a:lnTo>
                  <a:pt x="7873" y="35245"/>
                </a:lnTo>
                <a:lnTo>
                  <a:pt x="5075" y="41160"/>
                </a:lnTo>
                <a:lnTo>
                  <a:pt x="2871" y="47320"/>
                </a:lnTo>
                <a:lnTo>
                  <a:pt x="1281" y="53667"/>
                </a:lnTo>
                <a:lnTo>
                  <a:pt x="321" y="60140"/>
                </a:lnTo>
                <a:lnTo>
                  <a:pt x="0" y="66675"/>
                </a:lnTo>
                <a:lnTo>
                  <a:pt x="321" y="73210"/>
                </a:lnTo>
                <a:lnTo>
                  <a:pt x="1281" y="79683"/>
                </a:lnTo>
                <a:lnTo>
                  <a:pt x="2871" y="86030"/>
                </a:lnTo>
                <a:lnTo>
                  <a:pt x="5075" y="92190"/>
                </a:lnTo>
                <a:lnTo>
                  <a:pt x="7873" y="98105"/>
                </a:lnTo>
                <a:lnTo>
                  <a:pt x="11237" y="103718"/>
                </a:lnTo>
                <a:lnTo>
                  <a:pt x="15135" y="108973"/>
                </a:lnTo>
                <a:lnTo>
                  <a:pt x="19529" y="113821"/>
                </a:lnTo>
                <a:lnTo>
                  <a:pt x="24377" y="118215"/>
                </a:lnTo>
                <a:lnTo>
                  <a:pt x="29632" y="122113"/>
                </a:lnTo>
                <a:lnTo>
                  <a:pt x="35245" y="125477"/>
                </a:lnTo>
                <a:lnTo>
                  <a:pt x="41160" y="128275"/>
                </a:lnTo>
                <a:lnTo>
                  <a:pt x="47320" y="130479"/>
                </a:lnTo>
                <a:lnTo>
                  <a:pt x="53667" y="132069"/>
                </a:lnTo>
                <a:lnTo>
                  <a:pt x="60140" y="133029"/>
                </a:lnTo>
                <a:lnTo>
                  <a:pt x="66675" y="133350"/>
                </a:lnTo>
                <a:close/>
              </a:path>
            </a:pathLst>
          </a:custGeom>
          <a:solidFill xmlns:a="http://schemas.openxmlformats.org/drawingml/2006/main">
            <a:srgbClr val="18232E"/>
          </a:solidFill>
          <a:ln xmlns:a="http://schemas.openxmlformats.org/drawingml/2006/main" w="0">
            <a:noFill/>
          </a:ln>
        </p:spPr>
      </p:sp>
      <p:sp>
        <p:nvSpPr>
          <p:cNvPr id="353" name="dp45-v4-summary / n45 / circle">
            <a:extLst xmlns:a="http://schemas.openxmlformats.org/drawingml/2006/main">
              <a:ext uri="{FF2B5EF4-FFF2-40B4-BE49-F238E27FC236}">
                <a16:creationId xmlns:a16="http://schemas.microsoft.com/office/drawing/2014/main" id="{11AC6B9D-9227-4048-B95B-85EEF06E29C2}"/>
              </a:ext>
            </a:extLst>
          </p:cNvPr>
          <p:cNvSpPr>
            <a:spLocks xmlns:a="http://schemas.openxmlformats.org/drawingml/2006/main" noGrp="1"/>
          </p:cNvSpPr>
          <p:nvPr/>
        </p:nvSpPr>
        <p:spPr>
          <a:xfrm xmlns:a="http://schemas.openxmlformats.org/drawingml/2006/main">
            <a:off x="3200400" y="9324975"/>
            <a:ext cx="133350" cy="133350"/>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354" name="dp45-v4-summary / n46">
            <a:extLst xmlns:a="http://schemas.openxmlformats.org/drawingml/2006/main">
              <a:ext uri="{FF2B5EF4-FFF2-40B4-BE49-F238E27FC236}">
                <a16:creationId xmlns:a16="http://schemas.microsoft.com/office/drawing/2014/main" id="{883292BC-8794-4516-9657-843AACD08765}"/>
              </a:ext>
            </a:extLst>
          </p:cNvPr>
          <p:cNvSpPr>
            <a:spLocks xmlns:a="http://schemas.openxmlformats.org/drawingml/2006/main" noGrp="1"/>
          </p:cNvSpPr>
          <p:nvPr/>
        </p:nvSpPr>
        <p:spPr>
          <a:xfrm xmlns:a="http://schemas.openxmlformats.org/drawingml/2006/main">
            <a:off x="3371850" y="9305925"/>
            <a:ext cx="63341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3점  2.167개  [조합과 cache 수정]</a:t>
            </a:r>
          </a:p>
        </p:txBody>
      </p:sp>
      <p:sp>
        <p:nvSpPr>
          <p:cNvPr id="355" name="dp45-v4-summary / n47 / circle">
            <a:extLst xmlns:a="http://schemas.openxmlformats.org/drawingml/2006/main">
              <a:ext uri="{FF2B5EF4-FFF2-40B4-BE49-F238E27FC236}">
                <a16:creationId xmlns:a16="http://schemas.microsoft.com/office/drawing/2014/main" id="{A2B043C0-3258-4B4B-B3DE-A2684D1211CB}"/>
              </a:ext>
            </a:extLst>
          </p:cNvPr>
          <p:cNvSpPr>
            <a:spLocks xmlns:a="http://schemas.openxmlformats.org/drawingml/2006/main" noGrp="1"/>
          </p:cNvSpPr>
          <p:nvPr/>
        </p:nvSpPr>
        <p:spPr>
          <a:xfrm xmlns:a="http://schemas.openxmlformats.org/drawingml/2006/main">
            <a:off x="10001250" y="9324975"/>
            <a:ext cx="133350" cy="133350"/>
          </a:xfrm>
          <a:prstGeom xmlns:a="http://schemas.openxmlformats.org/drawingml/2006/main" prst="ellipse">
            <a:avLst/>
          </a:prstGeom>
          <a:solidFill xmlns:a="http://schemas.openxmlformats.org/drawingml/2006/main">
            <a:srgbClr val="18232E"/>
          </a:solidFill>
          <a:ln xmlns:a="http://schemas.openxmlformats.org/drawingml/2006/main" w="10478">
            <a:solidFill>
              <a:srgbClr val="18232E"/>
            </a:solidFill>
          </a:ln>
        </p:spPr>
      </p:sp>
      <p:sp>
        <p:nvSpPr>
          <p:cNvPr id="356" name="dp45-v4-summary / n48 / circle">
            <a:extLst xmlns:a="http://schemas.openxmlformats.org/drawingml/2006/main">
              <a:ext uri="{FF2B5EF4-FFF2-40B4-BE49-F238E27FC236}">
                <a16:creationId xmlns:a16="http://schemas.microsoft.com/office/drawing/2014/main" id="{59186B82-02F6-4622-8A12-14F686916B6B}"/>
              </a:ext>
            </a:extLst>
          </p:cNvPr>
          <p:cNvSpPr>
            <a:spLocks xmlns:a="http://schemas.openxmlformats.org/drawingml/2006/main" noGrp="1"/>
          </p:cNvSpPr>
          <p:nvPr/>
        </p:nvSpPr>
        <p:spPr>
          <a:xfrm xmlns:a="http://schemas.openxmlformats.org/drawingml/2006/main">
            <a:off x="10172700" y="9324975"/>
            <a:ext cx="133350" cy="133350"/>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357" name="dp45-v4-summary / n49 / circle">
            <a:extLst xmlns:a="http://schemas.openxmlformats.org/drawingml/2006/main">
              <a:ext uri="{FF2B5EF4-FFF2-40B4-BE49-F238E27FC236}">
                <a16:creationId xmlns:a16="http://schemas.microsoft.com/office/drawing/2014/main" id="{374E2DB3-00CE-44CB-83F7-52A0E84E80A6}"/>
              </a:ext>
            </a:extLst>
          </p:cNvPr>
          <p:cNvSpPr>
            <a:spLocks xmlns:a="http://schemas.openxmlformats.org/drawingml/2006/main" noGrp="1"/>
          </p:cNvSpPr>
          <p:nvPr/>
        </p:nvSpPr>
        <p:spPr>
          <a:xfrm xmlns:a="http://schemas.openxmlformats.org/drawingml/2006/main">
            <a:off x="10344150" y="9324975"/>
            <a:ext cx="133350" cy="133350"/>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358" name="dp45-v4-summary / n50">
            <a:extLst xmlns:a="http://schemas.openxmlformats.org/drawingml/2006/main">
              <a:ext uri="{FF2B5EF4-FFF2-40B4-BE49-F238E27FC236}">
                <a16:creationId xmlns:a16="http://schemas.microsoft.com/office/drawing/2014/main" id="{F3C84674-5186-4D19-9EF2-44FF6548F7ED}"/>
              </a:ext>
            </a:extLst>
          </p:cNvPr>
          <p:cNvSpPr>
            <a:spLocks xmlns:a="http://schemas.openxmlformats.org/drawingml/2006/main" noGrp="1"/>
          </p:cNvSpPr>
          <p:nvPr/>
        </p:nvSpPr>
        <p:spPr>
          <a:xfrm xmlns:a="http://schemas.openxmlformats.org/drawingml/2006/main">
            <a:off x="10515600" y="9305925"/>
            <a:ext cx="7381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2점  2.333개  [생산자와 조회자 수정]</a:t>
            </a:r>
          </a:p>
        </p:txBody>
      </p:sp>
      <p:sp>
        <p:nvSpPr>
          <p:cNvPr id="359" name="dp45-v4-summary / n51">
            <a:extLst xmlns:a="http://schemas.openxmlformats.org/drawingml/2006/main">
              <a:ext uri="{FF2B5EF4-FFF2-40B4-BE49-F238E27FC236}">
                <a16:creationId xmlns:a16="http://schemas.microsoft.com/office/drawing/2014/main" id="{789EDF8A-1A77-4DF7-B804-B3F2A360E719}"/>
              </a:ext>
            </a:extLst>
          </p:cNvPr>
          <p:cNvSpPr>
            <a:spLocks xmlns:a="http://schemas.openxmlformats.org/drawingml/2006/main" noGrp="1"/>
          </p:cNvSpPr>
          <p:nvPr/>
        </p:nvSpPr>
        <p:spPr>
          <a:xfrm xmlns:a="http://schemas.openxmlformats.org/drawingml/2006/main">
            <a:off x="381000" y="9486900"/>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1430">
            <a:solidFill>
              <a:srgbClr val="CDD6DE"/>
            </a:solidFill>
          </a:ln>
        </p:spPr>
      </p:sp>
      <p:sp>
        <p:nvSpPr>
          <p:cNvPr id="360" name="dp45-v4-summary / n52">
            <a:extLst xmlns:a="http://schemas.openxmlformats.org/drawingml/2006/main">
              <a:ext uri="{FF2B5EF4-FFF2-40B4-BE49-F238E27FC236}">
                <a16:creationId xmlns:a16="http://schemas.microsoft.com/office/drawing/2014/main" id="{BE172647-C139-4ABE-8F0F-754FE5A854E2}"/>
              </a:ext>
            </a:extLst>
          </p:cNvPr>
          <p:cNvSpPr>
            <a:spLocks xmlns:a="http://schemas.openxmlformats.org/drawingml/2006/main" noGrp="1"/>
          </p:cNvSpPr>
          <p:nvPr/>
        </p:nvSpPr>
        <p:spPr>
          <a:xfrm xmlns:a="http://schemas.openxmlformats.org/drawingml/2006/main">
            <a:off x="400050" y="9544050"/>
            <a:ext cx="2333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1">
                <a:solidFill>
                  <a:srgbClr val="18232E"/>
                </a:solidFill>
                <a:latin typeface="Apple SD Gothic Neo"/>
                <a:ea typeface="Apple SD Gothic Neo"/>
                <a:cs typeface="Apple SD Gothic Neo"/>
              </a:defRPr>
            </a:pPr>
            <a:r>
              <a:rPr sz="1200" b="1">
                <a:solidFill>
                  <a:srgbClr val="18232E"/>
                </a:solidFill>
                <a:latin typeface="Apple SD Gothic Neo"/>
                <a:ea typeface="Apple SD Gothic Neo"/>
                <a:cs typeface="Apple SD Gothic Neo"/>
              </a:rPr>
              <a:t>로컬 VIA 메모리 사용량</a:t>
            </a:r>
          </a:p>
        </p:txBody>
      </p:sp>
      <p:sp>
        <p:nvSpPr>
          <p:cNvPr id="361" name="dp45-v4-summary / n53 / circle">
            <a:extLst xmlns:a="http://schemas.openxmlformats.org/drawingml/2006/main">
              <a:ext uri="{FF2B5EF4-FFF2-40B4-BE49-F238E27FC236}">
                <a16:creationId xmlns:a16="http://schemas.microsoft.com/office/drawing/2014/main" id="{93CA2B23-A652-47B1-B687-B19D0A6A0779}"/>
              </a:ext>
            </a:extLst>
          </p:cNvPr>
          <p:cNvSpPr>
            <a:spLocks xmlns:a="http://schemas.openxmlformats.org/drawingml/2006/main" noGrp="1"/>
          </p:cNvSpPr>
          <p:nvPr/>
        </p:nvSpPr>
        <p:spPr>
          <a:xfrm xmlns:a="http://schemas.openxmlformats.org/drawingml/2006/main">
            <a:off x="2857500" y="9563100"/>
            <a:ext cx="133350" cy="133350"/>
          </a:xfrm>
          <a:prstGeom xmlns:a="http://schemas.openxmlformats.org/drawingml/2006/main" prst="ellipse">
            <a:avLst/>
          </a:prstGeom>
          <a:solidFill xmlns:a="http://schemas.openxmlformats.org/drawingml/2006/main">
            <a:srgbClr val="18232E"/>
          </a:solidFill>
          <a:ln xmlns:a="http://schemas.openxmlformats.org/drawingml/2006/main" w="10478">
            <a:solidFill>
              <a:srgbClr val="18232E"/>
            </a:solidFill>
          </a:ln>
        </p:spPr>
      </p:sp>
      <p:sp>
        <p:nvSpPr>
          <p:cNvPr id="362" name="dp45-v4-summary / n54 / circle">
            <a:extLst xmlns:a="http://schemas.openxmlformats.org/drawingml/2006/main">
              <a:ext uri="{FF2B5EF4-FFF2-40B4-BE49-F238E27FC236}">
                <a16:creationId xmlns:a16="http://schemas.microsoft.com/office/drawing/2014/main" id="{4E274891-C859-4E05-8AB0-A16B8A4D111D}"/>
              </a:ext>
            </a:extLst>
          </p:cNvPr>
          <p:cNvSpPr>
            <a:spLocks xmlns:a="http://schemas.openxmlformats.org/drawingml/2006/main" noGrp="1"/>
          </p:cNvSpPr>
          <p:nvPr/>
        </p:nvSpPr>
        <p:spPr>
          <a:xfrm xmlns:a="http://schemas.openxmlformats.org/drawingml/2006/main">
            <a:off x="3028950" y="9563100"/>
            <a:ext cx="133350" cy="133350"/>
          </a:xfrm>
          <a:prstGeom xmlns:a="http://schemas.openxmlformats.org/drawingml/2006/main" prst="ellipse">
            <a:avLst/>
          </a:prstGeom>
          <a:solidFill xmlns:a="http://schemas.openxmlformats.org/drawingml/2006/main">
            <a:srgbClr val="18232E"/>
          </a:solidFill>
          <a:ln xmlns:a="http://schemas.openxmlformats.org/drawingml/2006/main" w="10478">
            <a:solidFill>
              <a:srgbClr val="18232E"/>
            </a:solidFill>
          </a:ln>
        </p:spPr>
      </p:sp>
      <p:sp>
        <p:nvSpPr>
          <p:cNvPr id="363" name="dp45-v4-summary / n55 / circle">
            <a:extLst xmlns:a="http://schemas.openxmlformats.org/drawingml/2006/main">
              <a:ext uri="{FF2B5EF4-FFF2-40B4-BE49-F238E27FC236}">
                <a16:creationId xmlns:a16="http://schemas.microsoft.com/office/drawing/2014/main" id="{42C89934-40BD-4BFC-8CF3-C041929872F5}"/>
              </a:ext>
            </a:extLst>
          </p:cNvPr>
          <p:cNvSpPr>
            <a:spLocks xmlns:a="http://schemas.openxmlformats.org/drawingml/2006/main" noGrp="1"/>
          </p:cNvSpPr>
          <p:nvPr/>
        </p:nvSpPr>
        <p:spPr>
          <a:xfrm xmlns:a="http://schemas.openxmlformats.org/drawingml/2006/main">
            <a:off x="3200400" y="9563100"/>
            <a:ext cx="133350" cy="133350"/>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364" name="dp45-v4-summary / n56">
            <a:extLst xmlns:a="http://schemas.openxmlformats.org/drawingml/2006/main">
              <a:ext uri="{FF2B5EF4-FFF2-40B4-BE49-F238E27FC236}">
                <a16:creationId xmlns:a16="http://schemas.microsoft.com/office/drawing/2014/main" id="{A3E2DABC-A431-4A9E-B7EB-7F30FE6FA687}"/>
              </a:ext>
            </a:extLst>
          </p:cNvPr>
          <p:cNvSpPr>
            <a:spLocks xmlns:a="http://schemas.openxmlformats.org/drawingml/2006/main" noGrp="1"/>
          </p:cNvSpPr>
          <p:nvPr/>
        </p:nvSpPr>
        <p:spPr>
          <a:xfrm xmlns:a="http://schemas.openxmlformats.org/drawingml/2006/main">
            <a:off x="3371850" y="9544050"/>
            <a:ext cx="63341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4점  1,792MiB  [원문과 선택 cache]</a:t>
            </a:r>
          </a:p>
        </p:txBody>
      </p:sp>
      <p:sp>
        <p:nvSpPr>
          <p:cNvPr id="365" name="dp45-v4-summary / n57 / circle">
            <a:extLst xmlns:a="http://schemas.openxmlformats.org/drawingml/2006/main">
              <a:ext uri="{FF2B5EF4-FFF2-40B4-BE49-F238E27FC236}">
                <a16:creationId xmlns:a16="http://schemas.microsoft.com/office/drawing/2014/main" id="{5E60A8D6-95CB-4630-BC72-279142211DA1}"/>
              </a:ext>
            </a:extLst>
          </p:cNvPr>
          <p:cNvSpPr>
            <a:spLocks xmlns:a="http://schemas.openxmlformats.org/drawingml/2006/main" noGrp="1"/>
          </p:cNvSpPr>
          <p:nvPr/>
        </p:nvSpPr>
        <p:spPr>
          <a:xfrm xmlns:a="http://schemas.openxmlformats.org/drawingml/2006/main">
            <a:off x="10001250" y="9563100"/>
            <a:ext cx="133350" cy="133350"/>
          </a:xfrm>
          <a:prstGeom xmlns:a="http://schemas.openxmlformats.org/drawingml/2006/main" prst="ellipse">
            <a:avLst/>
          </a:prstGeom>
          <a:solidFill xmlns:a="http://schemas.openxmlformats.org/drawingml/2006/main">
            <a:srgbClr val="18232E"/>
          </a:solidFill>
          <a:ln xmlns:a="http://schemas.openxmlformats.org/drawingml/2006/main" w="10478">
            <a:solidFill>
              <a:srgbClr val="18232E"/>
            </a:solidFill>
          </a:ln>
        </p:spPr>
      </p:sp>
      <p:sp>
        <p:nvSpPr>
          <p:cNvPr id="366" name="dp45-v4-summary / n58 / circle">
            <a:extLst xmlns:a="http://schemas.openxmlformats.org/drawingml/2006/main">
              <a:ext uri="{FF2B5EF4-FFF2-40B4-BE49-F238E27FC236}">
                <a16:creationId xmlns:a16="http://schemas.microsoft.com/office/drawing/2014/main" id="{4C7B4C80-F7A2-411A-BCAE-2D533BD0D4F2}"/>
              </a:ext>
            </a:extLst>
          </p:cNvPr>
          <p:cNvSpPr>
            <a:spLocks xmlns:a="http://schemas.openxmlformats.org/drawingml/2006/main" noGrp="1"/>
          </p:cNvSpPr>
          <p:nvPr/>
        </p:nvSpPr>
        <p:spPr>
          <a:xfrm xmlns:a="http://schemas.openxmlformats.org/drawingml/2006/main">
            <a:off x="10172700" y="9563100"/>
            <a:ext cx="133350" cy="133350"/>
          </a:xfrm>
          <a:prstGeom xmlns:a="http://schemas.openxmlformats.org/drawingml/2006/main" prst="ellipse">
            <a:avLst/>
          </a:prstGeom>
          <a:solidFill xmlns:a="http://schemas.openxmlformats.org/drawingml/2006/main">
            <a:srgbClr val="18232E"/>
          </a:solidFill>
          <a:ln xmlns:a="http://schemas.openxmlformats.org/drawingml/2006/main" w="10478">
            <a:solidFill>
              <a:srgbClr val="18232E"/>
            </a:solidFill>
          </a:ln>
        </p:spPr>
      </p:sp>
      <p:sp>
        <p:nvSpPr>
          <p:cNvPr id="367" name="dp45-v4-summary / n59 / circle">
            <a:extLst xmlns:a="http://schemas.openxmlformats.org/drawingml/2006/main">
              <a:ext uri="{FF2B5EF4-FFF2-40B4-BE49-F238E27FC236}">
                <a16:creationId xmlns:a16="http://schemas.microsoft.com/office/drawing/2014/main" id="{4FD79EB3-12D5-4944-9E45-9D362F2328A1}"/>
              </a:ext>
            </a:extLst>
          </p:cNvPr>
          <p:cNvSpPr>
            <a:spLocks xmlns:a="http://schemas.openxmlformats.org/drawingml/2006/main" noGrp="1"/>
          </p:cNvSpPr>
          <p:nvPr/>
        </p:nvSpPr>
        <p:spPr>
          <a:xfrm xmlns:a="http://schemas.openxmlformats.org/drawingml/2006/main">
            <a:off x="10344150" y="9563100"/>
            <a:ext cx="133350" cy="133350"/>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368" name="dp45-v4-summary / n60">
            <a:extLst xmlns:a="http://schemas.openxmlformats.org/drawingml/2006/main">
              <a:ext uri="{FF2B5EF4-FFF2-40B4-BE49-F238E27FC236}">
                <a16:creationId xmlns:a16="http://schemas.microsoft.com/office/drawing/2014/main" id="{AF3281BC-313E-445A-BCF6-09A0C808005D}"/>
              </a:ext>
            </a:extLst>
          </p:cNvPr>
          <p:cNvSpPr>
            <a:spLocks xmlns:a="http://schemas.openxmlformats.org/drawingml/2006/main" noGrp="1"/>
          </p:cNvSpPr>
          <p:nvPr/>
        </p:nvSpPr>
        <p:spPr>
          <a:xfrm xmlns:a="http://schemas.openxmlformats.org/drawingml/2006/main">
            <a:off x="10515600" y="9544050"/>
            <a:ext cx="7381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4점  1,920MiB  [게시와 생산 상태 +128MiB]</a:t>
            </a:r>
          </a:p>
        </p:txBody>
      </p:sp>
      <p:sp>
        <p:nvSpPr>
          <p:cNvPr id="369" name="dp45-v4-summary / n61">
            <a:extLst xmlns:a="http://schemas.openxmlformats.org/drawingml/2006/main">
              <a:ext uri="{FF2B5EF4-FFF2-40B4-BE49-F238E27FC236}">
                <a16:creationId xmlns:a16="http://schemas.microsoft.com/office/drawing/2014/main" id="{322C0FF6-E80E-4419-8369-09F07F3FC96C}"/>
              </a:ext>
            </a:extLst>
          </p:cNvPr>
          <p:cNvSpPr>
            <a:spLocks xmlns:a="http://schemas.openxmlformats.org/drawingml/2006/main" noGrp="1"/>
          </p:cNvSpPr>
          <p:nvPr/>
        </p:nvSpPr>
        <p:spPr>
          <a:xfrm xmlns:a="http://schemas.openxmlformats.org/drawingml/2006/main">
            <a:off x="381000" y="9810750"/>
            <a:ext cx="17526000" cy="2143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0">
                <a:solidFill>
                  <a:srgbClr val="5F6B77"/>
                </a:solidFill>
                <a:latin typeface="Apple SD Gothic Neo"/>
                <a:ea typeface="Apple SD Gothic Neo"/>
                <a:cs typeface="Apple SD Gothic Neo"/>
              </a:defRPr>
            </a:pPr>
            <a:r>
              <a:rPr sz="1125" b="0">
                <a:solidFill>
                  <a:srgbClr val="5F6B77"/>
                </a:solidFill>
                <a:latin typeface="Apple SD Gothic Neo"/>
                <a:ea typeface="Apple SD Gothic Neo"/>
                <a:cs typeface="Apple SD Gothic Neo"/>
              </a:rPr>
              <a:t>A cache 허용 / B 초기 생산과 갱신 비용 포함 / 준비된 정보 재사용</a:t>
            </a:r>
          </a:p>
        </p:txBody>
      </p:sp>
      <p:sp>
        <p:nvSpPr>
          <p:cNvPr id="370" name="dp45-v4-summary / n62">
            <a:extLst xmlns:a="http://schemas.openxmlformats.org/drawingml/2006/main">
              <a:ext uri="{FF2B5EF4-FFF2-40B4-BE49-F238E27FC236}">
                <a16:creationId xmlns:a16="http://schemas.microsoft.com/office/drawing/2014/main" id="{09E692FE-5DFA-4AD1-9E10-8A1034126159}"/>
              </a:ext>
            </a:extLst>
          </p:cNvPr>
          <p:cNvSpPr>
            <a:spLocks xmlns:a="http://schemas.openxmlformats.org/drawingml/2006/main" noGrp="1"/>
          </p:cNvSpPr>
          <p:nvPr/>
        </p:nvSpPr>
        <p:spPr>
          <a:xfrm xmlns:a="http://schemas.openxmlformats.org/drawingml/2006/main">
            <a:off x="381000" y="10067925"/>
            <a:ext cx="175260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0">
                <a:solidFill>
                  <a:srgbClr val="5F6B77"/>
                </a:solidFill>
                <a:latin typeface="Apple SD Gothic Neo"/>
                <a:ea typeface="Apple SD Gothic Neo"/>
                <a:cs typeface="Apple SD Gothic Neo"/>
              </a:defRPr>
            </a:pPr>
            <a:r>
              <a:rPr sz="1050" b="0">
                <a:solidFill>
                  <a:srgbClr val="5F6B77"/>
                </a:solidFill>
                <a:latin typeface="Apple SD Gothic Neo"/>
                <a:ea typeface="Apple SD Gothic Neo"/>
                <a:cs typeface="Apple SD Gothic Neo"/>
              </a:rPr>
              <a:t>사고 실험 가정값 / ASR-QA-v5 기준 / 실제 측정 전 / 보호 조건 별도 / 상세 비교 다음 장</a:t>
            </a:r>
          </a:p>
        </p:txBody>
      </p:sp>
      <p:sp>
        <p:nvSpPr>
          <p:cNvPr id="41" name="dp45-comparison / legend_continuation_0">
            <a:extLst xmlns:a="http://schemas.openxmlformats.org/drawingml/2006/main">
              <a:ext uri="{FF2B5EF4-FFF2-40B4-BE49-F238E27FC236}">
                <a16:creationId xmlns:a16="http://schemas.microsoft.com/office/drawing/2014/main" id="{07DEEFAE-0660-4B41-97F5-0211BCACA9D7}"/>
              </a:ext>
            </a:extLst>
          </p:cNvPr>
          <p:cNvSpPr>
            <a:spLocks xmlns:a="http://schemas.openxmlformats.org/drawingml/2006/main" noGrp="1"/>
          </p:cNvSpPr>
          <p:nvPr/>
        </p:nvSpPr>
        <p:spPr>
          <a:xfrm xmlns:a="http://schemas.openxmlformats.org/drawingml/2006/main">
            <a:off x="447675" y="3257550"/>
            <a:ext cx="819150" cy="420052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42" name="dp45-comparison / legend_continuation_1 / text 1">
            <a:extLst xmlns:a="http://schemas.openxmlformats.org/drawingml/2006/main">
              <a:ext uri="{FF2B5EF4-FFF2-40B4-BE49-F238E27FC236}">
                <a16:creationId xmlns:a16="http://schemas.microsoft.com/office/drawing/2014/main" id="{EFDAE084-99E7-4317-864B-7CA7BA871B14}"/>
              </a:ext>
            </a:extLst>
          </p:cNvPr>
          <p:cNvSpPr>
            <a:spLocks xmlns:a="http://schemas.openxmlformats.org/drawingml/2006/main" noGrp="1"/>
          </p:cNvSpPr>
          <p:nvPr/>
        </p:nvSpPr>
        <p:spPr>
          <a:xfrm xmlns:a="http://schemas.openxmlformats.org/drawingml/2006/main">
            <a:off x="466725" y="3329559"/>
            <a:ext cx="781050"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25" b="1">
                <a:solidFill>
                  <a:srgbClr val="000000"/>
                </a:solidFill>
                <a:latin typeface="Apple SD Gothic Neo"/>
                <a:ea typeface="Apple SD Gothic Neo"/>
                <a:cs typeface="Apple SD Gothic Neo"/>
              </a:defRPr>
            </a:pPr>
            <a:r>
              <a:rPr sz="1125" b="1">
                <a:solidFill>
                  <a:srgbClr val="000000"/>
                </a:solidFill>
                <a:latin typeface="Apple SD Gothic Neo"/>
                <a:ea typeface="Apple SD Gothic Neo"/>
                <a:cs typeface="Apple SD Gothic Neo"/>
              </a:rPr>
              <a:t>Legend</a:t>
            </a:r>
          </a:p>
        </p:txBody>
      </p:sp>
      <p:sp>
        <p:nvSpPr>
          <p:cNvPr id="43" name="dp45-comparison / legend_continuation_2">
            <a:extLst xmlns:a="http://schemas.openxmlformats.org/drawingml/2006/main">
              <a:ext uri="{FF2B5EF4-FFF2-40B4-BE49-F238E27FC236}">
                <a16:creationId xmlns:a16="http://schemas.microsoft.com/office/drawing/2014/main" id="{D6D470A6-05C1-4CAF-BA60-2386D7E1F6B3}"/>
              </a:ext>
            </a:extLst>
          </p:cNvPr>
          <p:cNvSpPr>
            <a:spLocks xmlns:a="http://schemas.openxmlformats.org/drawingml/2006/main" noGrp="1"/>
          </p:cNvSpPr>
          <p:nvPr/>
        </p:nvSpPr>
        <p:spPr>
          <a:xfrm xmlns:a="http://schemas.openxmlformats.org/drawingml/2006/main">
            <a:off x="504825" y="3553587"/>
            <a:ext cx="704850" cy="216027"/>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44" name="dp45-comparison / legend_continuation_3 / text 1">
            <a:extLst xmlns:a="http://schemas.openxmlformats.org/drawingml/2006/main">
              <a:ext uri="{FF2B5EF4-FFF2-40B4-BE49-F238E27FC236}">
                <a16:creationId xmlns:a16="http://schemas.microsoft.com/office/drawing/2014/main" id="{95B78E3E-2A62-4777-A7B0-44C664E20A06}"/>
              </a:ext>
            </a:extLst>
          </p:cNvPr>
          <p:cNvSpPr>
            <a:spLocks xmlns:a="http://schemas.openxmlformats.org/drawingml/2006/main" noGrp="1"/>
          </p:cNvSpPr>
          <p:nvPr/>
        </p:nvSpPr>
        <p:spPr>
          <a:xfrm xmlns:a="http://schemas.openxmlformats.org/drawingml/2006/main">
            <a:off x="590550" y="3609594"/>
            <a:ext cx="5334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750" b="1">
                <a:solidFill>
                  <a:srgbClr val="000000"/>
                </a:solidFill>
                <a:latin typeface="Apple SD Gothic Neo"/>
                <a:ea typeface="Apple SD Gothic Neo"/>
                <a:cs typeface="Apple SD Gothic Neo"/>
              </a:defRPr>
            </a:pPr>
            <a:r>
              <a:rPr sz="750" b="1">
                <a:solidFill>
                  <a:srgbClr val="000000"/>
                </a:solidFill>
                <a:latin typeface="Apple SD Gothic Neo"/>
                <a:ea typeface="Apple SD Gothic Neo"/>
                <a:cs typeface="Apple SD Gothic Neo"/>
              </a:rPr>
              <a:t>Component</a:t>
            </a:r>
          </a:p>
        </p:txBody>
      </p:sp>
      <p:sp>
        <p:nvSpPr>
          <p:cNvPr id="45" name="dp45-comparison / legend_continuation_4 / text 1">
            <a:extLst xmlns:a="http://schemas.openxmlformats.org/drawingml/2006/main">
              <a:ext uri="{FF2B5EF4-FFF2-40B4-BE49-F238E27FC236}">
                <a16:creationId xmlns:a16="http://schemas.microsoft.com/office/drawing/2014/main" id="{00DD6306-2FF8-45FE-97C2-20DFB96477F5}"/>
              </a:ext>
            </a:extLst>
          </p:cNvPr>
          <p:cNvSpPr>
            <a:spLocks xmlns:a="http://schemas.openxmlformats.org/drawingml/2006/main" noGrp="1"/>
          </p:cNvSpPr>
          <p:nvPr/>
        </p:nvSpPr>
        <p:spPr>
          <a:xfrm xmlns:a="http://schemas.openxmlformats.org/drawingml/2006/main">
            <a:off x="514350" y="3793617"/>
            <a:ext cx="72390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논리 책임</a:t>
            </a:r>
          </a:p>
        </p:txBody>
      </p:sp>
      <p:sp>
        <p:nvSpPr>
          <p:cNvPr id="46" name="dp45-comparison / legend_continuation_5">
            <a:extLst xmlns:a="http://schemas.openxmlformats.org/drawingml/2006/main">
              <a:ext uri="{FF2B5EF4-FFF2-40B4-BE49-F238E27FC236}">
                <a16:creationId xmlns:a16="http://schemas.microsoft.com/office/drawing/2014/main" id="{F658D5B2-6748-4AF4-A2BA-48C0E5EEC80B}"/>
              </a:ext>
            </a:extLst>
          </p:cNvPr>
          <p:cNvSpPr>
            <a:spLocks xmlns:a="http://schemas.openxmlformats.org/drawingml/2006/main" noGrp="1"/>
          </p:cNvSpPr>
          <p:nvPr/>
        </p:nvSpPr>
        <p:spPr>
          <a:xfrm xmlns:a="http://schemas.openxmlformats.org/drawingml/2006/main">
            <a:off x="504825" y="4025646"/>
            <a:ext cx="704850" cy="216027"/>
          </a:xfrm>
          <a:prstGeom xmlns:a="http://schemas.openxmlformats.org/drawingml/2006/main" prst="roundRect">
            <a:avLst>
              <a:gd name="adj" fmla="val 35273"/>
            </a:avLst>
          </a:prstGeom>
          <a:solidFill xmlns:a="http://schemas.openxmlformats.org/drawingml/2006/main">
            <a:srgbClr val="FFFFFF"/>
          </a:solidFill>
          <a:ln xmlns:a="http://schemas.openxmlformats.org/drawingml/2006/main" w="9525">
            <a:solidFill>
              <a:srgbClr val="000000"/>
            </a:solidFill>
            <a:prstDash val="solid"/>
          </a:ln>
        </p:spPr>
      </p:sp>
      <p:sp>
        <p:nvSpPr>
          <p:cNvPr id="47" name="dp45-comparison / legend_continuation_6 / text 1">
            <a:extLst xmlns:a="http://schemas.openxmlformats.org/drawingml/2006/main">
              <a:ext uri="{FF2B5EF4-FFF2-40B4-BE49-F238E27FC236}">
                <a16:creationId xmlns:a16="http://schemas.microsoft.com/office/drawing/2014/main" id="{B7F733BF-2D5B-4A97-9A35-00726B0EB95B}"/>
              </a:ext>
            </a:extLst>
          </p:cNvPr>
          <p:cNvSpPr>
            <a:spLocks xmlns:a="http://schemas.openxmlformats.org/drawingml/2006/main" noGrp="1"/>
          </p:cNvSpPr>
          <p:nvPr/>
        </p:nvSpPr>
        <p:spPr>
          <a:xfrm xmlns:a="http://schemas.openxmlformats.org/drawingml/2006/main">
            <a:off x="590550" y="4081653"/>
            <a:ext cx="5334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750" b="1">
                <a:solidFill>
                  <a:srgbClr val="000000"/>
                </a:solidFill>
                <a:latin typeface="Apple SD Gothic Neo"/>
                <a:ea typeface="Apple SD Gothic Neo"/>
                <a:cs typeface="Apple SD Gothic Neo"/>
              </a:defRPr>
            </a:pPr>
            <a:r>
              <a:rPr sz="750" b="1">
                <a:solidFill>
                  <a:srgbClr val="000000"/>
                </a:solidFill>
                <a:latin typeface="Apple SD Gothic Neo"/>
                <a:ea typeface="Apple SD Gothic Neo"/>
                <a:cs typeface="Apple SD Gothic Neo"/>
              </a:rPr>
              <a:t>Module</a:t>
            </a:r>
          </a:p>
        </p:txBody>
      </p:sp>
      <p:sp>
        <p:nvSpPr>
          <p:cNvPr id="48" name="dp45-comparison / legend_continuation_7 / text 1">
            <a:extLst xmlns:a="http://schemas.openxmlformats.org/drawingml/2006/main">
              <a:ext uri="{FF2B5EF4-FFF2-40B4-BE49-F238E27FC236}">
                <a16:creationId xmlns:a16="http://schemas.microsoft.com/office/drawing/2014/main" id="{727EBDCA-D3CD-4D07-9D83-E02800AF9D99}"/>
              </a:ext>
            </a:extLst>
          </p:cNvPr>
          <p:cNvSpPr>
            <a:spLocks xmlns:a="http://schemas.openxmlformats.org/drawingml/2006/main" noGrp="1"/>
          </p:cNvSpPr>
          <p:nvPr/>
        </p:nvSpPr>
        <p:spPr>
          <a:xfrm xmlns:a="http://schemas.openxmlformats.org/drawingml/2006/main">
            <a:off x="514350" y="4265676"/>
            <a:ext cx="72390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내부 구현</a:t>
            </a:r>
          </a:p>
        </p:txBody>
      </p:sp>
      <p:sp>
        <p:nvSpPr>
          <p:cNvPr id="49" name="dp45-comparison / legend_continuation_8">
            <a:extLst xmlns:a="http://schemas.openxmlformats.org/drawingml/2006/main">
              <a:ext uri="{FF2B5EF4-FFF2-40B4-BE49-F238E27FC236}">
                <a16:creationId xmlns:a16="http://schemas.microsoft.com/office/drawing/2014/main" id="{17B0E9B9-827C-4291-B766-C8812669AC4A}"/>
              </a:ext>
            </a:extLst>
          </p:cNvPr>
          <p:cNvSpPr>
            <a:spLocks xmlns:a="http://schemas.openxmlformats.org/drawingml/2006/main" noGrp="1"/>
          </p:cNvSpPr>
          <p:nvPr/>
        </p:nvSpPr>
        <p:spPr>
          <a:xfrm xmlns:a="http://schemas.openxmlformats.org/drawingml/2006/main">
            <a:off x="504825" y="4497705"/>
            <a:ext cx="704850" cy="216027"/>
          </a:xfrm>
          <a:custGeom xmlns:a="http://schemas.openxmlformats.org/drawingml/2006/main">
            <a:pathLst>
              <a:path w="704850" h="216027">
                <a:moveTo>
                  <a:pt x="0" y="0"/>
                </a:moveTo>
                <a:lnTo>
                  <a:pt x="533400" y="0"/>
                </a:lnTo>
                <a:lnTo>
                  <a:pt x="704850" y="171450"/>
                </a:lnTo>
                <a:lnTo>
                  <a:pt x="704850" y="216027"/>
                </a:lnTo>
                <a:lnTo>
                  <a:pt x="0" y="216027"/>
                </a:lnTo>
                <a:close/>
              </a:path>
            </a:pathLst>
          </a:custGeom>
          <a:solidFill xmlns:a="http://schemas.openxmlformats.org/drawingml/2006/main">
            <a:srgbClr val="FFFFFF"/>
          </a:solidFill>
          <a:ln xmlns:a="http://schemas.openxmlformats.org/drawingml/2006/main" w="9525">
            <a:solidFill>
              <a:srgbClr val="000000"/>
            </a:solidFill>
            <a:prstDash val="solid"/>
          </a:ln>
        </p:spPr>
      </p:sp>
      <p:sp>
        <p:nvSpPr>
          <p:cNvPr id="50" name="dp45-comparison / legend_continuation_8 / fold">
            <a:extLst xmlns:a="http://schemas.openxmlformats.org/drawingml/2006/main">
              <a:ext uri="{FF2B5EF4-FFF2-40B4-BE49-F238E27FC236}">
                <a16:creationId xmlns:a16="http://schemas.microsoft.com/office/drawing/2014/main" id="{4DAB6450-36D5-4931-A18D-34B01134DE21}"/>
              </a:ext>
            </a:extLst>
          </p:cNvPr>
          <p:cNvSpPr>
            <a:spLocks xmlns:a="http://schemas.openxmlformats.org/drawingml/2006/main" noGrp="1"/>
          </p:cNvSpPr>
          <p:nvPr/>
        </p:nvSpPr>
        <p:spPr>
          <a:xfrm xmlns:a="http://schemas.openxmlformats.org/drawingml/2006/main">
            <a:off x="1038225" y="4497705"/>
            <a:ext cx="171450" cy="171450"/>
          </a:xfrm>
          <a:custGeom xmlns:a="http://schemas.openxmlformats.org/drawingml/2006/main">
            <a:pathLst>
              <a:path w="171450" h="171450">
                <a:moveTo>
                  <a:pt x="0" y="0"/>
                </a:moveTo>
                <a:lnTo>
                  <a:pt x="0" y="171450"/>
                </a:lnTo>
                <a:lnTo>
                  <a:pt x="171450" y="171450"/>
                </a:lnTo>
              </a:path>
            </a:pathLst>
          </a:custGeom>
          <a:noFill xmlns:a="http://schemas.openxmlformats.org/drawingml/2006/main"/>
          <a:ln xmlns:a="http://schemas.openxmlformats.org/drawingml/2006/main" w="9525">
            <a:solidFill>
              <a:srgbClr val="000000"/>
            </a:solidFill>
            <a:prstDash val="solid"/>
          </a:ln>
        </p:spPr>
      </p:sp>
      <p:sp>
        <p:nvSpPr>
          <p:cNvPr id="51" name="dp45-comparison / legend_continuation_9 / text 1">
            <a:extLst xmlns:a="http://schemas.openxmlformats.org/drawingml/2006/main">
              <a:ext uri="{FF2B5EF4-FFF2-40B4-BE49-F238E27FC236}">
                <a16:creationId xmlns:a16="http://schemas.microsoft.com/office/drawing/2014/main" id="{F38EF4A2-6035-4671-B3FD-1C1F83E31045}"/>
              </a:ext>
            </a:extLst>
          </p:cNvPr>
          <p:cNvSpPr>
            <a:spLocks xmlns:a="http://schemas.openxmlformats.org/drawingml/2006/main" noGrp="1"/>
          </p:cNvSpPr>
          <p:nvPr/>
        </p:nvSpPr>
        <p:spPr>
          <a:xfrm xmlns:a="http://schemas.openxmlformats.org/drawingml/2006/main">
            <a:off x="523875" y="4553712"/>
            <a:ext cx="66675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Data</a:t>
            </a:r>
          </a:p>
        </p:txBody>
      </p:sp>
      <p:sp>
        <p:nvSpPr>
          <p:cNvPr id="52" name="dp45-comparison / legend_continuation_10 / text 1">
            <a:extLst xmlns:a="http://schemas.openxmlformats.org/drawingml/2006/main">
              <a:ext uri="{FF2B5EF4-FFF2-40B4-BE49-F238E27FC236}">
                <a16:creationId xmlns:a16="http://schemas.microsoft.com/office/drawing/2014/main" id="{017CB09C-3D5A-456C-A19E-B64B16D2C6E5}"/>
              </a:ext>
            </a:extLst>
          </p:cNvPr>
          <p:cNvSpPr>
            <a:spLocks xmlns:a="http://schemas.openxmlformats.org/drawingml/2006/main" noGrp="1"/>
          </p:cNvSpPr>
          <p:nvPr/>
        </p:nvSpPr>
        <p:spPr>
          <a:xfrm xmlns:a="http://schemas.openxmlformats.org/drawingml/2006/main">
            <a:off x="514350" y="4737735"/>
            <a:ext cx="72390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교환 예시</a:t>
            </a:r>
          </a:p>
        </p:txBody>
      </p:sp>
      <p:sp>
        <p:nvSpPr>
          <p:cNvPr id="53" name="dp45-comparison / legend_continuation_11">
            <a:extLst xmlns:a="http://schemas.openxmlformats.org/drawingml/2006/main">
              <a:ext uri="{FF2B5EF4-FFF2-40B4-BE49-F238E27FC236}">
                <a16:creationId xmlns:a16="http://schemas.microsoft.com/office/drawing/2014/main" id="{F24F537D-6451-4148-BF6A-B69F1F2DD374}"/>
              </a:ext>
            </a:extLst>
          </p:cNvPr>
          <p:cNvSpPr>
            <a:spLocks xmlns:a="http://schemas.openxmlformats.org/drawingml/2006/main" noGrp="1"/>
          </p:cNvSpPr>
          <p:nvPr/>
        </p:nvSpPr>
        <p:spPr>
          <a:xfrm xmlns:a="http://schemas.openxmlformats.org/drawingml/2006/main">
            <a:off x="504825" y="4961763"/>
            <a:ext cx="704850" cy="216027"/>
          </a:xfrm>
          <a:prstGeom xmlns:a="http://schemas.openxmlformats.org/drawingml/2006/main" prst="hexagon">
            <a:avLst/>
          </a:prstGeom>
          <a:solidFill xmlns:a="http://schemas.openxmlformats.org/drawingml/2006/main">
            <a:srgbClr val="FFFFFF"/>
          </a:solidFill>
          <a:ln xmlns:a="http://schemas.openxmlformats.org/drawingml/2006/main" w="9525">
            <a:solidFill>
              <a:srgbClr val="000000"/>
            </a:solidFill>
            <a:prstDash val="solid"/>
          </a:ln>
        </p:spPr>
      </p:sp>
      <p:sp>
        <p:nvSpPr>
          <p:cNvPr id="54" name="dp45-comparison / legend_continuation_12 / text 1">
            <a:extLst xmlns:a="http://schemas.openxmlformats.org/drawingml/2006/main">
              <a:ext uri="{FF2B5EF4-FFF2-40B4-BE49-F238E27FC236}">
                <a16:creationId xmlns:a16="http://schemas.microsoft.com/office/drawing/2014/main" id="{F4010DFC-6ECC-4B7C-B282-FD5EA8FED9FD}"/>
              </a:ext>
            </a:extLst>
          </p:cNvPr>
          <p:cNvSpPr>
            <a:spLocks xmlns:a="http://schemas.openxmlformats.org/drawingml/2006/main" noGrp="1"/>
          </p:cNvSpPr>
          <p:nvPr/>
        </p:nvSpPr>
        <p:spPr>
          <a:xfrm xmlns:a="http://schemas.openxmlformats.org/drawingml/2006/main">
            <a:off x="590550" y="5017770"/>
            <a:ext cx="5334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750" b="1">
                <a:solidFill>
                  <a:srgbClr val="000000"/>
                </a:solidFill>
                <a:latin typeface="Apple SD Gothic Neo"/>
                <a:ea typeface="Apple SD Gothic Neo"/>
                <a:cs typeface="Apple SD Gothic Neo"/>
              </a:defRPr>
            </a:pPr>
            <a:r>
              <a:rPr sz="750" b="1">
                <a:solidFill>
                  <a:srgbClr val="000000"/>
                </a:solidFill>
                <a:latin typeface="Apple SD Gothic Neo"/>
                <a:ea typeface="Apple SD Gothic Neo"/>
                <a:cs typeface="Apple SD Gothic Neo"/>
              </a:rPr>
              <a:t>LLM</a:t>
            </a:r>
          </a:p>
        </p:txBody>
      </p:sp>
      <p:sp>
        <p:nvSpPr>
          <p:cNvPr id="55" name="dp45-comparison / legend_continuation_13 / text 1">
            <a:extLst xmlns:a="http://schemas.openxmlformats.org/drawingml/2006/main">
              <a:ext uri="{FF2B5EF4-FFF2-40B4-BE49-F238E27FC236}">
                <a16:creationId xmlns:a16="http://schemas.microsoft.com/office/drawing/2014/main" id="{2C7A630E-F341-4E61-B638-B641B3FCD115}"/>
              </a:ext>
            </a:extLst>
          </p:cNvPr>
          <p:cNvSpPr>
            <a:spLocks xmlns:a="http://schemas.openxmlformats.org/drawingml/2006/main" noGrp="1"/>
          </p:cNvSpPr>
          <p:nvPr/>
        </p:nvSpPr>
        <p:spPr>
          <a:xfrm xmlns:a="http://schemas.openxmlformats.org/drawingml/2006/main">
            <a:off x="514350" y="5201793"/>
            <a:ext cx="72390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외부 모델</a:t>
            </a:r>
          </a:p>
        </p:txBody>
      </p:sp>
      <p:sp>
        <p:nvSpPr>
          <p:cNvPr id="56" name="dp45-comparison / legend_continuation_14">
            <a:extLst xmlns:a="http://schemas.openxmlformats.org/drawingml/2006/main">
              <a:ext uri="{FF2B5EF4-FFF2-40B4-BE49-F238E27FC236}">
                <a16:creationId xmlns:a16="http://schemas.microsoft.com/office/drawing/2014/main" id="{CFB1A0EB-CB63-4F08-9506-0FF35129DD05}"/>
              </a:ext>
            </a:extLst>
          </p:cNvPr>
          <p:cNvSpPr>
            <a:spLocks xmlns:a="http://schemas.openxmlformats.org/drawingml/2006/main" noGrp="1"/>
          </p:cNvSpPr>
          <p:nvPr/>
        </p:nvSpPr>
        <p:spPr>
          <a:xfrm xmlns:a="http://schemas.openxmlformats.org/drawingml/2006/main">
            <a:off x="504825" y="5433822"/>
            <a:ext cx="704850" cy="216027"/>
          </a:xfrm>
          <a:prstGeom xmlns:a="http://schemas.openxmlformats.org/drawingml/2006/main" prst="roundRect">
            <a:avLst>
              <a:gd name="adj" fmla="val 35273"/>
            </a:avLst>
          </a:prstGeom>
          <a:solidFill xmlns:a="http://schemas.openxmlformats.org/drawingml/2006/main">
            <a:srgbClr val="FFF0DD"/>
          </a:solidFill>
          <a:ln xmlns:a="http://schemas.openxmlformats.org/drawingml/2006/main" w="9525">
            <a:solidFill>
              <a:srgbClr val="B8753F"/>
            </a:solidFill>
            <a:prstDash val="solid"/>
          </a:ln>
        </p:spPr>
      </p:sp>
      <p:sp>
        <p:nvSpPr>
          <p:cNvPr id="57" name="dp45-comparison / legend_continuation_15 / text 1">
            <a:extLst xmlns:a="http://schemas.openxmlformats.org/drawingml/2006/main">
              <a:ext uri="{FF2B5EF4-FFF2-40B4-BE49-F238E27FC236}">
                <a16:creationId xmlns:a16="http://schemas.microsoft.com/office/drawing/2014/main" id="{228F9D47-89FD-439A-A2F0-1691C2EFE20C}"/>
              </a:ext>
            </a:extLst>
          </p:cNvPr>
          <p:cNvSpPr>
            <a:spLocks xmlns:a="http://schemas.openxmlformats.org/drawingml/2006/main" noGrp="1"/>
          </p:cNvSpPr>
          <p:nvPr/>
        </p:nvSpPr>
        <p:spPr>
          <a:xfrm xmlns:a="http://schemas.openxmlformats.org/drawingml/2006/main">
            <a:off x="590550" y="5489829"/>
            <a:ext cx="5334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750" b="1">
                <a:solidFill>
                  <a:srgbClr val="000000"/>
                </a:solidFill>
                <a:latin typeface="Apple SD Gothic Neo"/>
                <a:ea typeface="Apple SD Gothic Neo"/>
                <a:cs typeface="Apple SD Gothic Neo"/>
              </a:defRPr>
            </a:pPr>
            <a:r>
              <a:rPr sz="750" b="1">
                <a:solidFill>
                  <a:srgbClr val="000000"/>
                </a:solidFill>
                <a:latin typeface="Apple SD Gothic Neo"/>
                <a:ea typeface="Apple SD Gothic Neo"/>
                <a:cs typeface="Apple SD Gothic Neo"/>
              </a:rPr>
              <a:t>Module</a:t>
            </a:r>
          </a:p>
        </p:txBody>
      </p:sp>
      <p:sp>
        <p:nvSpPr>
          <p:cNvPr id="58" name="dp45-comparison / legend_continuation_16 / text 1">
            <a:extLst xmlns:a="http://schemas.openxmlformats.org/drawingml/2006/main">
              <a:ext uri="{FF2B5EF4-FFF2-40B4-BE49-F238E27FC236}">
                <a16:creationId xmlns:a16="http://schemas.microsoft.com/office/drawing/2014/main" id="{9976C317-374E-446C-8039-5A8CBFD6ABFD}"/>
              </a:ext>
            </a:extLst>
          </p:cNvPr>
          <p:cNvSpPr>
            <a:spLocks xmlns:a="http://schemas.openxmlformats.org/drawingml/2006/main" noGrp="1"/>
          </p:cNvSpPr>
          <p:nvPr/>
        </p:nvSpPr>
        <p:spPr>
          <a:xfrm xmlns:a="http://schemas.openxmlformats.org/drawingml/2006/main">
            <a:off x="514350" y="5673852"/>
            <a:ext cx="72390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차이: 살구색</a:t>
            </a:r>
          </a:p>
        </p:txBody>
      </p:sp>
      <p:sp>
        <p:nvSpPr>
          <p:cNvPr id="59" name="dp45-comparison / legend_continuation_17">
            <a:extLst xmlns:a="http://schemas.openxmlformats.org/drawingml/2006/main">
              <a:ext uri="{FF2B5EF4-FFF2-40B4-BE49-F238E27FC236}">
                <a16:creationId xmlns:a16="http://schemas.microsoft.com/office/drawing/2014/main" id="{844F1261-C8DF-48AA-8D81-AD61399A9691}"/>
              </a:ext>
            </a:extLst>
          </p:cNvPr>
          <p:cNvSpPr>
            <a:spLocks xmlns:a="http://schemas.openxmlformats.org/drawingml/2006/main" noGrp="1"/>
          </p:cNvSpPr>
          <p:nvPr/>
        </p:nvSpPr>
        <p:spPr>
          <a:xfrm xmlns:a="http://schemas.openxmlformats.org/drawingml/2006/main">
            <a:off x="504825" y="5865876"/>
            <a:ext cx="704850" cy="216027"/>
          </a:xfrm>
          <a:prstGeom xmlns:a="http://schemas.openxmlformats.org/drawingml/2006/main" prst="can">
            <a:avLst>
              <a:gd name="adj" fmla="val 20000"/>
            </a:avLst>
          </a:prstGeom>
          <a:solidFill xmlns:a="http://schemas.openxmlformats.org/drawingml/2006/main">
            <a:srgbClr val="FFFFFF"/>
          </a:solidFill>
          <a:ln xmlns:a="http://schemas.openxmlformats.org/drawingml/2006/main" w="9525">
            <a:solidFill>
              <a:srgbClr val="000000"/>
            </a:solidFill>
            <a:prstDash val="solid"/>
          </a:ln>
        </p:spPr>
      </p:sp>
      <p:sp>
        <p:nvSpPr>
          <p:cNvPr id="60" name="dp45-comparison / legend_continuation_18 / text 1">
            <a:extLst xmlns:a="http://schemas.openxmlformats.org/drawingml/2006/main">
              <a:ext uri="{FF2B5EF4-FFF2-40B4-BE49-F238E27FC236}">
                <a16:creationId xmlns:a16="http://schemas.microsoft.com/office/drawing/2014/main" id="{23058A61-2B29-4368-8A7A-0BBC00550345}"/>
              </a:ext>
            </a:extLst>
          </p:cNvPr>
          <p:cNvSpPr>
            <a:spLocks xmlns:a="http://schemas.openxmlformats.org/drawingml/2006/main" noGrp="1"/>
          </p:cNvSpPr>
          <p:nvPr/>
        </p:nvSpPr>
        <p:spPr>
          <a:xfrm xmlns:a="http://schemas.openxmlformats.org/drawingml/2006/main">
            <a:off x="590550" y="5961888"/>
            <a:ext cx="5334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750" b="0">
                <a:solidFill>
                  <a:srgbClr val="18232E"/>
                </a:solidFill>
                <a:latin typeface="Apple SD Gothic Neo"/>
                <a:ea typeface="Apple SD Gothic Neo"/>
                <a:cs typeface="Apple SD Gothic Neo"/>
              </a:defRPr>
            </a:pPr>
            <a:r>
              <a:rPr sz="750" b="0">
                <a:solidFill>
                  <a:srgbClr val="18232E"/>
                </a:solidFill>
                <a:latin typeface="Apple SD Gothic Neo"/>
                <a:ea typeface="Apple SD Gothic Neo"/>
                <a:cs typeface="Apple SD Gothic Neo"/>
              </a:rPr>
              <a:t>State</a:t>
            </a:r>
          </a:p>
        </p:txBody>
      </p:sp>
      <p:sp>
        <p:nvSpPr>
          <p:cNvPr id="61" name="dp45-comparison / legend_continuation_19 / text 1">
            <a:extLst xmlns:a="http://schemas.openxmlformats.org/drawingml/2006/main">
              <a:ext uri="{FF2B5EF4-FFF2-40B4-BE49-F238E27FC236}">
                <a16:creationId xmlns:a16="http://schemas.microsoft.com/office/drawing/2014/main" id="{2976F9D5-3B81-42B1-A32B-59374F677D11}"/>
              </a:ext>
            </a:extLst>
          </p:cNvPr>
          <p:cNvSpPr>
            <a:spLocks xmlns:a="http://schemas.openxmlformats.org/drawingml/2006/main" noGrp="1"/>
          </p:cNvSpPr>
          <p:nvPr/>
        </p:nvSpPr>
        <p:spPr>
          <a:xfrm xmlns:a="http://schemas.openxmlformats.org/drawingml/2006/main">
            <a:off x="514350" y="6113907"/>
            <a:ext cx="72390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소유 상태</a:t>
            </a:r>
          </a:p>
        </p:txBody>
      </p:sp>
      <p:sp>
        <p:nvSpPr>
          <p:cNvPr id="62" name="dp45-comparison / legend_continuation_20 / path">
            <a:extLst xmlns:a="http://schemas.openxmlformats.org/drawingml/2006/main">
              <a:ext uri="{FF2B5EF4-FFF2-40B4-BE49-F238E27FC236}">
                <a16:creationId xmlns:a16="http://schemas.microsoft.com/office/drawing/2014/main" id="{D27307E1-290F-41F7-9322-13D158439488}"/>
              </a:ext>
            </a:extLst>
          </p:cNvPr>
          <p:cNvSpPr>
            <a:spLocks xmlns:a="http://schemas.openxmlformats.org/drawingml/2006/main" noGrp="1"/>
          </p:cNvSpPr>
          <p:nvPr/>
        </p:nvSpPr>
        <p:spPr>
          <a:xfrm xmlns:a="http://schemas.openxmlformats.org/drawingml/2006/main">
            <a:off x="514350" y="6345936"/>
            <a:ext cx="390525" cy="953"/>
          </a:xfrm>
          <a:custGeom xmlns:a="http://schemas.openxmlformats.org/drawingml/2006/main">
            <a:pathLst>
              <a:path w="390525" h="953">
                <a:moveTo>
                  <a:pt x="0" y="0"/>
                </a:moveTo>
                <a:lnTo>
                  <a:pt x="390525" y="0"/>
                </a:lnTo>
              </a:path>
            </a:pathLst>
          </a:custGeom>
          <a:noFill xmlns:a="http://schemas.openxmlformats.org/drawingml/2006/main"/>
          <a:ln xmlns:a="http://schemas.openxmlformats.org/drawingml/2006/main" w="10478">
            <a:solidFill>
              <a:srgbClr val="000000"/>
            </a:solidFill>
            <a:prstDash val="solid"/>
          </a:ln>
        </p:spPr>
      </p:sp>
      <p:sp>
        <p:nvSpPr>
          <p:cNvPr id="63" name="dp45-comparison / legend_continuation_20 / arrow">
            <a:extLst xmlns:a="http://schemas.openxmlformats.org/drawingml/2006/main">
              <a:ext uri="{FF2B5EF4-FFF2-40B4-BE49-F238E27FC236}">
                <a16:creationId xmlns:a16="http://schemas.microsoft.com/office/drawing/2014/main" id="{E019917A-0CC5-43FE-8BC2-368A715822EA}"/>
              </a:ext>
            </a:extLst>
          </p:cNvPr>
          <p:cNvSpPr>
            <a:spLocks xmlns:a="http://schemas.openxmlformats.org/drawingml/2006/main" noGrp="1"/>
          </p:cNvSpPr>
          <p:nvPr/>
        </p:nvSpPr>
        <p:spPr>
          <a:xfrm xmlns:a="http://schemas.openxmlformats.org/drawingml/2006/main">
            <a:off x="837819" y="6312408"/>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000000"/>
            </a:solidFill>
            <a:prstDash val="solid"/>
          </a:ln>
        </p:spPr>
      </p:sp>
      <p:sp>
        <p:nvSpPr>
          <p:cNvPr id="64" name="dp45-comparison / legend_continuation_21 / text 1">
            <a:extLst xmlns:a="http://schemas.openxmlformats.org/drawingml/2006/main">
              <a:ext uri="{FF2B5EF4-FFF2-40B4-BE49-F238E27FC236}">
                <a16:creationId xmlns:a16="http://schemas.microsoft.com/office/drawing/2014/main" id="{5536A6C2-C421-4EC1-A877-9AE59D5A759B}"/>
              </a:ext>
            </a:extLst>
          </p:cNvPr>
          <p:cNvSpPr>
            <a:spLocks xmlns:a="http://schemas.openxmlformats.org/drawingml/2006/main" noGrp="1"/>
          </p:cNvSpPr>
          <p:nvPr/>
        </p:nvSpPr>
        <p:spPr>
          <a:xfrm xmlns:a="http://schemas.openxmlformats.org/drawingml/2006/main">
            <a:off x="962025" y="6289929"/>
            <a:ext cx="28575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요청</a:t>
            </a:r>
          </a:p>
        </p:txBody>
      </p:sp>
      <p:sp>
        <p:nvSpPr>
          <p:cNvPr id="65" name="dp45-comparison / legend_continuation_22 / path">
            <a:extLst xmlns:a="http://schemas.openxmlformats.org/drawingml/2006/main">
              <a:ext uri="{FF2B5EF4-FFF2-40B4-BE49-F238E27FC236}">
                <a16:creationId xmlns:a16="http://schemas.microsoft.com/office/drawing/2014/main" id="{1D3C7367-877C-468D-B7CA-EDA61B33BDB9}"/>
              </a:ext>
            </a:extLst>
          </p:cNvPr>
          <p:cNvSpPr>
            <a:spLocks xmlns:a="http://schemas.openxmlformats.org/drawingml/2006/main" noGrp="1"/>
          </p:cNvSpPr>
          <p:nvPr/>
        </p:nvSpPr>
        <p:spPr>
          <a:xfrm xmlns:a="http://schemas.openxmlformats.org/drawingml/2006/main">
            <a:off x="514350" y="6513957"/>
            <a:ext cx="390525" cy="953"/>
          </a:xfrm>
          <a:custGeom xmlns:a="http://schemas.openxmlformats.org/drawingml/2006/main">
            <a:pathLst>
              <a:path w="390525" h="953">
                <a:moveTo>
                  <a:pt x="0" y="0"/>
                </a:moveTo>
                <a:lnTo>
                  <a:pt x="390525" y="0"/>
                </a:lnTo>
              </a:path>
            </a:pathLst>
          </a:custGeom>
          <a:noFill xmlns:a="http://schemas.openxmlformats.org/drawingml/2006/main"/>
          <a:ln xmlns:a="http://schemas.openxmlformats.org/drawingml/2006/main" w="10478">
            <a:solidFill>
              <a:srgbClr val="000000"/>
            </a:solidFill>
            <a:prstDash val="dash"/>
          </a:ln>
        </p:spPr>
      </p:sp>
      <p:sp>
        <p:nvSpPr>
          <p:cNvPr id="66" name="dp45-comparison / legend_continuation_22 / arrow">
            <a:extLst xmlns:a="http://schemas.openxmlformats.org/drawingml/2006/main">
              <a:ext uri="{FF2B5EF4-FFF2-40B4-BE49-F238E27FC236}">
                <a16:creationId xmlns:a16="http://schemas.microsoft.com/office/drawing/2014/main" id="{100689C1-211F-4D8F-A219-A7EAF4032ABB}"/>
              </a:ext>
            </a:extLst>
          </p:cNvPr>
          <p:cNvSpPr>
            <a:spLocks xmlns:a="http://schemas.openxmlformats.org/drawingml/2006/main" noGrp="1"/>
          </p:cNvSpPr>
          <p:nvPr/>
        </p:nvSpPr>
        <p:spPr>
          <a:xfrm xmlns:a="http://schemas.openxmlformats.org/drawingml/2006/main">
            <a:off x="837819" y="6480429"/>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000000"/>
            </a:solidFill>
            <a:prstDash val="solid"/>
          </a:ln>
        </p:spPr>
      </p:sp>
      <p:sp>
        <p:nvSpPr>
          <p:cNvPr id="67" name="dp45-comparison / legend_continuation_23 / text 1">
            <a:extLst xmlns:a="http://schemas.openxmlformats.org/drawingml/2006/main">
              <a:ext uri="{FF2B5EF4-FFF2-40B4-BE49-F238E27FC236}">
                <a16:creationId xmlns:a16="http://schemas.microsoft.com/office/drawing/2014/main" id="{5F2ECC34-55A1-4CEF-A3A1-734E379B7504}"/>
              </a:ext>
            </a:extLst>
          </p:cNvPr>
          <p:cNvSpPr>
            <a:spLocks xmlns:a="http://schemas.openxmlformats.org/drawingml/2006/main" noGrp="1"/>
          </p:cNvSpPr>
          <p:nvPr/>
        </p:nvSpPr>
        <p:spPr>
          <a:xfrm xmlns:a="http://schemas.openxmlformats.org/drawingml/2006/main">
            <a:off x="962025" y="6457950"/>
            <a:ext cx="28575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반환</a:t>
            </a:r>
          </a:p>
        </p:txBody>
      </p:sp>
      <p:sp>
        <p:nvSpPr>
          <p:cNvPr id="68" name="dp45-comparison / legend_continuation_24 / text 1">
            <a:extLst xmlns:a="http://schemas.openxmlformats.org/drawingml/2006/main">
              <a:ext uri="{FF2B5EF4-FFF2-40B4-BE49-F238E27FC236}">
                <a16:creationId xmlns:a16="http://schemas.microsoft.com/office/drawing/2014/main" id="{D3391F4C-4ABB-4A55-ABFF-DA0CB6F63761}"/>
              </a:ext>
            </a:extLst>
          </p:cNvPr>
          <p:cNvSpPr>
            <a:spLocks xmlns:a="http://schemas.openxmlformats.org/drawingml/2006/main" noGrp="1"/>
          </p:cNvSpPr>
          <p:nvPr/>
        </p:nvSpPr>
        <p:spPr>
          <a:xfrm xmlns:a="http://schemas.openxmlformats.org/drawingml/2006/main">
            <a:off x="514350" y="6721983"/>
            <a:ext cx="7239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아래: 순서도</a:t>
            </a:r>
          </a:p>
        </p:txBody>
      </p:sp>
      <p:sp>
        <p:nvSpPr>
          <p:cNvPr id="69" name="dp45-comparison / legend_continuation_25">
            <a:extLst xmlns:a="http://schemas.openxmlformats.org/drawingml/2006/main">
              <a:ext uri="{FF2B5EF4-FFF2-40B4-BE49-F238E27FC236}">
                <a16:creationId xmlns:a16="http://schemas.microsoft.com/office/drawing/2014/main" id="{58904417-0FEA-45C9-8C01-3D609CED1DBA}"/>
              </a:ext>
            </a:extLst>
          </p:cNvPr>
          <p:cNvSpPr>
            <a:spLocks xmlns:a="http://schemas.openxmlformats.org/drawingml/2006/main" noGrp="1"/>
          </p:cNvSpPr>
          <p:nvPr/>
        </p:nvSpPr>
        <p:spPr>
          <a:xfrm xmlns:a="http://schemas.openxmlformats.org/drawingml/2006/main">
            <a:off x="504825" y="6898005"/>
            <a:ext cx="285750" cy="144018"/>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70" name="dp45-comparison / legend_continuation_26 / text 1">
            <a:extLst xmlns:a="http://schemas.openxmlformats.org/drawingml/2006/main">
              <a:ext uri="{FF2B5EF4-FFF2-40B4-BE49-F238E27FC236}">
                <a16:creationId xmlns:a16="http://schemas.microsoft.com/office/drawing/2014/main" id="{FE3B151C-9400-4FBC-B494-97C67A1219AD}"/>
              </a:ext>
            </a:extLst>
          </p:cNvPr>
          <p:cNvSpPr>
            <a:spLocks xmlns:a="http://schemas.openxmlformats.org/drawingml/2006/main" noGrp="1"/>
          </p:cNvSpPr>
          <p:nvPr/>
        </p:nvSpPr>
        <p:spPr>
          <a:xfrm xmlns:a="http://schemas.openxmlformats.org/drawingml/2006/main">
            <a:off x="590550" y="6918008"/>
            <a:ext cx="1143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r>
              <a:t/>
            </a:r>
          </a:p>
        </p:txBody>
      </p:sp>
      <p:sp>
        <p:nvSpPr>
          <p:cNvPr id="71" name="dp45-comparison / legend_continuation_27 / text 1">
            <a:extLst xmlns:a="http://schemas.openxmlformats.org/drawingml/2006/main">
              <a:ext uri="{FF2B5EF4-FFF2-40B4-BE49-F238E27FC236}">
                <a16:creationId xmlns:a16="http://schemas.microsoft.com/office/drawing/2014/main" id="{69C92408-4A0F-4047-81C3-7AE914AC5118}"/>
              </a:ext>
            </a:extLst>
          </p:cNvPr>
          <p:cNvSpPr>
            <a:spLocks xmlns:a="http://schemas.openxmlformats.org/drawingml/2006/main" noGrp="1"/>
          </p:cNvSpPr>
          <p:nvPr/>
        </p:nvSpPr>
        <p:spPr>
          <a:xfrm xmlns:a="http://schemas.openxmlformats.org/drawingml/2006/main">
            <a:off x="847725" y="6922008"/>
            <a:ext cx="333375"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동작</a:t>
            </a:r>
          </a:p>
        </p:txBody>
      </p:sp>
      <p:sp>
        <p:nvSpPr>
          <p:cNvPr id="72" name="dp45-comparison / legend_continuation_28">
            <a:extLst xmlns:a="http://schemas.openxmlformats.org/drawingml/2006/main">
              <a:ext uri="{FF2B5EF4-FFF2-40B4-BE49-F238E27FC236}">
                <a16:creationId xmlns:a16="http://schemas.microsoft.com/office/drawing/2014/main" id="{92F802F6-5FF1-4925-B8AC-5A0A76AC05B1}"/>
              </a:ext>
            </a:extLst>
          </p:cNvPr>
          <p:cNvSpPr>
            <a:spLocks xmlns:a="http://schemas.openxmlformats.org/drawingml/2006/main" noGrp="1"/>
          </p:cNvSpPr>
          <p:nvPr/>
        </p:nvSpPr>
        <p:spPr>
          <a:xfrm xmlns:a="http://schemas.openxmlformats.org/drawingml/2006/main">
            <a:off x="504825" y="7162038"/>
            <a:ext cx="285750" cy="144018"/>
          </a:xfrm>
          <a:prstGeom xmlns:a="http://schemas.openxmlformats.org/drawingml/2006/main" prst="diamond">
            <a:avLst/>
          </a:prstGeom>
          <a:solidFill xmlns:a="http://schemas.openxmlformats.org/drawingml/2006/main">
            <a:srgbClr val="FFFFFF"/>
          </a:solidFill>
          <a:ln xmlns:a="http://schemas.openxmlformats.org/drawingml/2006/main" w="9525">
            <a:solidFill>
              <a:srgbClr val="000000"/>
            </a:solidFill>
            <a:prstDash val="solid"/>
          </a:ln>
        </p:spPr>
      </p:sp>
      <p:sp>
        <p:nvSpPr>
          <p:cNvPr id="73" name="dp45-comparison / legend_continuation_29 / text 1">
            <a:extLst xmlns:a="http://schemas.openxmlformats.org/drawingml/2006/main">
              <a:ext uri="{FF2B5EF4-FFF2-40B4-BE49-F238E27FC236}">
                <a16:creationId xmlns:a16="http://schemas.microsoft.com/office/drawing/2014/main" id="{1EAC2253-332D-4BD1-9ACC-0CCA0A366C9E}"/>
              </a:ext>
            </a:extLst>
          </p:cNvPr>
          <p:cNvSpPr>
            <a:spLocks xmlns:a="http://schemas.openxmlformats.org/drawingml/2006/main" noGrp="1"/>
          </p:cNvSpPr>
          <p:nvPr/>
        </p:nvSpPr>
        <p:spPr>
          <a:xfrm xmlns:a="http://schemas.openxmlformats.org/drawingml/2006/main">
            <a:off x="590550" y="7182041"/>
            <a:ext cx="1143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r>
              <a:t/>
            </a:r>
          </a:p>
        </p:txBody>
      </p:sp>
      <p:sp>
        <p:nvSpPr>
          <p:cNvPr id="74" name="dp45-comparison / legend_continuation_30 / text 1">
            <a:extLst xmlns:a="http://schemas.openxmlformats.org/drawingml/2006/main">
              <a:ext uri="{FF2B5EF4-FFF2-40B4-BE49-F238E27FC236}">
                <a16:creationId xmlns:a16="http://schemas.microsoft.com/office/drawing/2014/main" id="{E4C3E225-285B-4768-9627-E9D598EBEFEF}"/>
              </a:ext>
            </a:extLst>
          </p:cNvPr>
          <p:cNvSpPr>
            <a:spLocks xmlns:a="http://schemas.openxmlformats.org/drawingml/2006/main" noGrp="1"/>
          </p:cNvSpPr>
          <p:nvPr/>
        </p:nvSpPr>
        <p:spPr>
          <a:xfrm xmlns:a="http://schemas.openxmlformats.org/drawingml/2006/main">
            <a:off x="847725" y="7186041"/>
            <a:ext cx="333375"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분기</a:t>
            </a:r>
          </a:p>
        </p:txBody>
      </p:sp>
      <p:sp>
        <p:nvSpPr>
          <p:cNvPr id="75" name="dp45-comparison / n72">
            <a:extLst xmlns:a="http://schemas.openxmlformats.org/drawingml/2006/main">
              <a:ext uri="{FF2B5EF4-FFF2-40B4-BE49-F238E27FC236}">
                <a16:creationId xmlns:a16="http://schemas.microsoft.com/office/drawing/2014/main" id="{404BA325-E8AA-454A-90E6-94483D59DD70}"/>
              </a:ext>
            </a:extLst>
          </p:cNvPr>
          <p:cNvSpPr>
            <a:spLocks xmlns:a="http://schemas.openxmlformats.org/drawingml/2006/main" noGrp="1"/>
          </p:cNvSpPr>
          <p:nvPr/>
        </p:nvSpPr>
        <p:spPr>
          <a:xfrm xmlns:a="http://schemas.openxmlformats.org/drawingml/2006/main">
            <a:off x="1666875" y="2409825"/>
            <a:ext cx="2381250" cy="30480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76" name="dp45-comparison / n73 / text 1">
            <a:extLst xmlns:a="http://schemas.openxmlformats.org/drawingml/2006/main">
              <a:ext uri="{FF2B5EF4-FFF2-40B4-BE49-F238E27FC236}">
                <a16:creationId xmlns:a16="http://schemas.microsoft.com/office/drawing/2014/main" id="{8874B8FC-5F3C-4A50-8786-F499D45DFEBB}"/>
              </a:ext>
            </a:extLst>
          </p:cNvPr>
          <p:cNvSpPr>
            <a:spLocks xmlns:a="http://schemas.openxmlformats.org/drawingml/2006/main" noGrp="1"/>
          </p:cNvSpPr>
          <p:nvPr/>
        </p:nvSpPr>
        <p:spPr>
          <a:xfrm xmlns:a="http://schemas.openxmlformats.org/drawingml/2006/main">
            <a:off x="1752600" y="2456974"/>
            <a:ext cx="2209800"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75" b="1">
                <a:solidFill>
                  <a:srgbClr val="000000"/>
                </a:solidFill>
                <a:latin typeface="Apple SD Gothic Neo"/>
                <a:ea typeface="Apple SD Gothic Neo"/>
                <a:cs typeface="Apple SD Gothic Neo"/>
              </a:defRPr>
            </a:pPr>
            <a:r>
              <a:rPr sz="1275" b="1">
                <a:solidFill>
                  <a:srgbClr val="000000"/>
                </a:solidFill>
                <a:latin typeface="Apple SD Gothic Neo"/>
                <a:ea typeface="Apple SD Gothic Neo"/>
                <a:cs typeface="Apple SD Gothic Neo"/>
              </a:rPr>
              <a:t>Request Interpreter</a:t>
            </a:r>
          </a:p>
        </p:txBody>
      </p:sp>
      <p:sp>
        <p:nvSpPr>
          <p:cNvPr id="77" name="dp45-comparison / n74">
            <a:extLst xmlns:a="http://schemas.openxmlformats.org/drawingml/2006/main">
              <a:ext uri="{FF2B5EF4-FFF2-40B4-BE49-F238E27FC236}">
                <a16:creationId xmlns:a16="http://schemas.microsoft.com/office/drawing/2014/main" id="{4A75F18E-B7FE-444F-9D9C-D9C432B4BBCD}"/>
              </a:ext>
            </a:extLst>
          </p:cNvPr>
          <p:cNvSpPr>
            <a:spLocks xmlns:a="http://schemas.openxmlformats.org/drawingml/2006/main" noGrp="1"/>
          </p:cNvSpPr>
          <p:nvPr/>
        </p:nvSpPr>
        <p:spPr>
          <a:xfrm xmlns:a="http://schemas.openxmlformats.org/drawingml/2006/main">
            <a:off x="4572000" y="2409825"/>
            <a:ext cx="2238375" cy="30480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78" name="dp45-comparison / n75 / text 1">
            <a:extLst xmlns:a="http://schemas.openxmlformats.org/drawingml/2006/main">
              <a:ext uri="{FF2B5EF4-FFF2-40B4-BE49-F238E27FC236}">
                <a16:creationId xmlns:a16="http://schemas.microsoft.com/office/drawing/2014/main" id="{A228D575-71FD-4D29-9721-376F82E7033C}"/>
              </a:ext>
            </a:extLst>
          </p:cNvPr>
          <p:cNvSpPr>
            <a:spLocks xmlns:a="http://schemas.openxmlformats.org/drawingml/2006/main" noGrp="1"/>
          </p:cNvSpPr>
          <p:nvPr/>
        </p:nvSpPr>
        <p:spPr>
          <a:xfrm xmlns:a="http://schemas.openxmlformats.org/drawingml/2006/main">
            <a:off x="4657725" y="2456974"/>
            <a:ext cx="2066925"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75" b="1">
                <a:solidFill>
                  <a:srgbClr val="000000"/>
                </a:solidFill>
                <a:latin typeface="Apple SD Gothic Neo"/>
                <a:ea typeface="Apple SD Gothic Neo"/>
                <a:cs typeface="Apple SD Gothic Neo"/>
              </a:defRPr>
            </a:pPr>
            <a:r>
              <a:rPr sz="1275" b="1">
                <a:solidFill>
                  <a:srgbClr val="000000"/>
                </a:solidFill>
                <a:latin typeface="Apple SD Gothic Neo"/>
                <a:ea typeface="Apple SD Gothic Neo"/>
                <a:cs typeface="Apple SD Gothic Neo"/>
              </a:rPr>
              <a:t>Response Manager</a:t>
            </a:r>
          </a:p>
        </p:txBody>
      </p:sp>
      <p:sp>
        <p:nvSpPr>
          <p:cNvPr id="79" name="dp45-comparison / n76">
            <a:extLst xmlns:a="http://schemas.openxmlformats.org/drawingml/2006/main">
              <a:ext uri="{FF2B5EF4-FFF2-40B4-BE49-F238E27FC236}">
                <a16:creationId xmlns:a16="http://schemas.microsoft.com/office/drawing/2014/main" id="{612343D3-7101-4688-B70A-2B12DF4613BB}"/>
              </a:ext>
            </a:extLst>
          </p:cNvPr>
          <p:cNvSpPr>
            <a:spLocks xmlns:a="http://schemas.openxmlformats.org/drawingml/2006/main" noGrp="1"/>
          </p:cNvSpPr>
          <p:nvPr/>
        </p:nvSpPr>
        <p:spPr>
          <a:xfrm xmlns:a="http://schemas.openxmlformats.org/drawingml/2006/main">
            <a:off x="7096125" y="2409825"/>
            <a:ext cx="2190750" cy="30480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80" name="dp45-comparison / n77 / text 1">
            <a:extLst xmlns:a="http://schemas.openxmlformats.org/drawingml/2006/main">
              <a:ext uri="{FF2B5EF4-FFF2-40B4-BE49-F238E27FC236}">
                <a16:creationId xmlns:a16="http://schemas.microsoft.com/office/drawing/2014/main" id="{B8B24EE8-EBD8-4618-95F1-3293B91E55A9}"/>
              </a:ext>
            </a:extLst>
          </p:cNvPr>
          <p:cNvSpPr>
            <a:spLocks xmlns:a="http://schemas.openxmlformats.org/drawingml/2006/main" noGrp="1"/>
          </p:cNvSpPr>
          <p:nvPr/>
        </p:nvSpPr>
        <p:spPr>
          <a:xfrm xmlns:a="http://schemas.openxmlformats.org/drawingml/2006/main">
            <a:off x="7181850" y="2450783"/>
            <a:ext cx="2019300" cy="24860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350" b="1">
                <a:solidFill>
                  <a:srgbClr val="000000"/>
                </a:solidFill>
                <a:latin typeface="Apple SD Gothic Neo"/>
                <a:ea typeface="Apple SD Gothic Neo"/>
                <a:cs typeface="Apple SD Gothic Neo"/>
              </a:defRPr>
            </a:pPr>
            <a:r>
              <a:rPr sz="1350" b="1">
                <a:solidFill>
                  <a:srgbClr val="000000"/>
                </a:solidFill>
                <a:latin typeface="Apple SD Gothic Neo"/>
                <a:ea typeface="Apple SD Gothic Neo"/>
                <a:cs typeface="Apple SD Gothic Neo"/>
              </a:rPr>
              <a:t>Task Manager</a:t>
            </a:r>
          </a:p>
        </p:txBody>
      </p:sp>
      <p:sp>
        <p:nvSpPr>
          <p:cNvPr id="81" name="dp45-comparison / n88">
            <a:extLst xmlns:a="http://schemas.openxmlformats.org/drawingml/2006/main">
              <a:ext uri="{FF2B5EF4-FFF2-40B4-BE49-F238E27FC236}">
                <a16:creationId xmlns:a16="http://schemas.microsoft.com/office/drawing/2014/main" id="{4A365C3F-2160-4AF6-BE4E-E2152218A5BE}"/>
              </a:ext>
            </a:extLst>
          </p:cNvPr>
          <p:cNvSpPr>
            <a:spLocks xmlns:a="http://schemas.openxmlformats.org/drawingml/2006/main" noGrp="1"/>
          </p:cNvSpPr>
          <p:nvPr/>
        </p:nvSpPr>
        <p:spPr>
          <a:xfrm xmlns:a="http://schemas.openxmlformats.org/drawingml/2006/main">
            <a:off x="1571625" y="3276600"/>
            <a:ext cx="7715250" cy="270510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82" name="dp45-comparison / n89 / text 1">
            <a:extLst xmlns:a="http://schemas.openxmlformats.org/drawingml/2006/main">
              <a:ext uri="{FF2B5EF4-FFF2-40B4-BE49-F238E27FC236}">
                <a16:creationId xmlns:a16="http://schemas.microsoft.com/office/drawing/2014/main" id="{C80B5BD6-4658-4F01-B17D-94F386EF3110}"/>
              </a:ext>
            </a:extLst>
          </p:cNvPr>
          <p:cNvSpPr>
            <a:spLocks xmlns:a="http://schemas.openxmlformats.org/drawingml/2006/main" noGrp="1"/>
          </p:cNvSpPr>
          <p:nvPr/>
        </p:nvSpPr>
        <p:spPr>
          <a:xfrm xmlns:a="http://schemas.openxmlformats.org/drawingml/2006/main">
            <a:off x="1695450" y="3371850"/>
            <a:ext cx="7467600" cy="29003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1">
                <a:solidFill>
                  <a:srgbClr val="000000"/>
                </a:solidFill>
                <a:latin typeface="Apple SD Gothic Neo"/>
                <a:ea typeface="Apple SD Gothic Neo"/>
                <a:cs typeface="Apple SD Gothic Neo"/>
              </a:defRPr>
            </a:pPr>
            <a:r>
              <a:rPr sz="1575" b="1">
                <a:solidFill>
                  <a:srgbClr val="000000"/>
                </a:solidFill>
                <a:latin typeface="Apple SD Gothic Neo"/>
                <a:ea typeface="Apple SD Gothic Neo"/>
                <a:cs typeface="Apple SD Gothic Neo"/>
              </a:rPr>
              <a:t>Context Manager</a:t>
            </a:r>
          </a:p>
        </p:txBody>
      </p:sp>
      <p:sp>
        <p:nvSpPr>
          <p:cNvPr id="83" name="dp45-comparison / n90">
            <a:extLst xmlns:a="http://schemas.openxmlformats.org/drawingml/2006/main">
              <a:ext uri="{FF2B5EF4-FFF2-40B4-BE49-F238E27FC236}">
                <a16:creationId xmlns:a16="http://schemas.microsoft.com/office/drawing/2014/main" id="{D47DE24A-F7CC-42CC-B817-A2896B05AAD4}"/>
              </a:ext>
            </a:extLst>
          </p:cNvPr>
          <p:cNvSpPr>
            <a:spLocks xmlns:a="http://schemas.openxmlformats.org/drawingml/2006/main" noGrp="1"/>
          </p:cNvSpPr>
          <p:nvPr/>
        </p:nvSpPr>
        <p:spPr>
          <a:xfrm xmlns:a="http://schemas.openxmlformats.org/drawingml/2006/main">
            <a:off x="1857375" y="3752850"/>
            <a:ext cx="2571750" cy="361950"/>
          </a:xfrm>
          <a:prstGeom xmlns:a="http://schemas.openxmlformats.org/drawingml/2006/main" prst="roundRect">
            <a:avLst>
              <a:gd name="adj" fmla="val 21053"/>
            </a:avLst>
          </a:prstGeom>
          <a:solidFill xmlns:a="http://schemas.openxmlformats.org/drawingml/2006/main">
            <a:srgbClr val="FFF0DD"/>
          </a:solidFill>
          <a:ln xmlns:a="http://schemas.openxmlformats.org/drawingml/2006/main" w="17145">
            <a:solidFill>
              <a:srgbClr val="B8753F"/>
            </a:solidFill>
            <a:prstDash val="solid"/>
          </a:ln>
        </p:spPr>
      </p:sp>
      <p:sp>
        <p:nvSpPr>
          <p:cNvPr id="84" name="dp45-comparison / n91 / text 1">
            <a:extLst xmlns:a="http://schemas.openxmlformats.org/drawingml/2006/main">
              <a:ext uri="{FF2B5EF4-FFF2-40B4-BE49-F238E27FC236}">
                <a16:creationId xmlns:a16="http://schemas.microsoft.com/office/drawing/2014/main" id="{145CA39C-34E6-47CE-B151-077A4D7CC2FE}"/>
              </a:ext>
            </a:extLst>
          </p:cNvPr>
          <p:cNvSpPr>
            <a:spLocks xmlns:a="http://schemas.openxmlformats.org/drawingml/2006/main" noGrp="1"/>
          </p:cNvSpPr>
          <p:nvPr/>
        </p:nvSpPr>
        <p:spPr>
          <a:xfrm xmlns:a="http://schemas.openxmlformats.org/drawingml/2006/main">
            <a:off x="1943100" y="3816191"/>
            <a:ext cx="2400300" cy="26241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425" b="1">
                <a:solidFill>
                  <a:srgbClr val="000000"/>
                </a:solidFill>
                <a:latin typeface="Apple SD Gothic Neo"/>
                <a:ea typeface="Apple SD Gothic Neo"/>
                <a:cs typeface="Apple SD Gothic Neo"/>
              </a:defRPr>
            </a:pPr>
            <a:r>
              <a:rPr sz="1425" b="1">
                <a:solidFill>
                  <a:srgbClr val="000000"/>
                </a:solidFill>
                <a:latin typeface="Apple SD Gothic Neo"/>
                <a:ea typeface="Apple SD Gothic Neo"/>
                <a:cs typeface="Apple SD Gothic Neo"/>
              </a:rPr>
              <a:t>Context Composer</a:t>
            </a:r>
          </a:p>
        </p:txBody>
      </p:sp>
      <p:sp>
        <p:nvSpPr>
          <p:cNvPr id="85" name="dp45-comparison / n92">
            <a:extLst xmlns:a="http://schemas.openxmlformats.org/drawingml/2006/main">
              <a:ext uri="{FF2B5EF4-FFF2-40B4-BE49-F238E27FC236}">
                <a16:creationId xmlns:a16="http://schemas.microsoft.com/office/drawing/2014/main" id="{E0901717-8C10-4071-96A9-37D2653448D4}"/>
              </a:ext>
            </a:extLst>
          </p:cNvPr>
          <p:cNvSpPr>
            <a:spLocks xmlns:a="http://schemas.openxmlformats.org/drawingml/2006/main" noGrp="1"/>
          </p:cNvSpPr>
          <p:nvPr/>
        </p:nvSpPr>
        <p:spPr>
          <a:xfrm xmlns:a="http://schemas.openxmlformats.org/drawingml/2006/main">
            <a:off x="1857375" y="5191125"/>
            <a:ext cx="2571750" cy="381000"/>
          </a:xfrm>
          <a:prstGeom xmlns:a="http://schemas.openxmlformats.org/drawingml/2006/main" prst="can">
            <a:avLst>
              <a:gd name="adj" fmla="val 20000"/>
            </a:avLst>
          </a:prstGeom>
          <a:solidFill xmlns:a="http://schemas.openxmlformats.org/drawingml/2006/main">
            <a:srgbClr val="FFFFFF"/>
          </a:solidFill>
          <a:ln xmlns:a="http://schemas.openxmlformats.org/drawingml/2006/main" w="9525">
            <a:solidFill>
              <a:srgbClr val="000000"/>
            </a:solidFill>
            <a:prstDash val="solid"/>
          </a:ln>
        </p:spPr>
      </p:sp>
      <p:sp>
        <p:nvSpPr>
          <p:cNvPr id="86" name="dp45-comparison / n93 / text 1">
            <a:extLst xmlns:a="http://schemas.openxmlformats.org/drawingml/2006/main">
              <a:ext uri="{FF2B5EF4-FFF2-40B4-BE49-F238E27FC236}">
                <a16:creationId xmlns:a16="http://schemas.microsoft.com/office/drawing/2014/main" id="{2992FF07-2F49-428C-8E9F-14543639A7D6}"/>
              </a:ext>
            </a:extLst>
          </p:cNvPr>
          <p:cNvSpPr>
            <a:spLocks xmlns:a="http://schemas.openxmlformats.org/drawingml/2006/main" noGrp="1"/>
          </p:cNvSpPr>
          <p:nvPr/>
        </p:nvSpPr>
        <p:spPr>
          <a:xfrm xmlns:a="http://schemas.openxmlformats.org/drawingml/2006/main">
            <a:off x="1943100" y="5284470"/>
            <a:ext cx="2400300"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75" b="0">
                <a:solidFill>
                  <a:srgbClr val="18232E"/>
                </a:solidFill>
                <a:latin typeface="Apple SD Gothic Neo"/>
                <a:ea typeface="Apple SD Gothic Neo"/>
                <a:cs typeface="Apple SD Gothic Neo"/>
              </a:defRPr>
            </a:pPr>
            <a:r>
              <a:rPr sz="1275" b="0">
                <a:solidFill>
                  <a:srgbClr val="18232E"/>
                </a:solidFill>
                <a:latin typeface="Apple SD Gothic Neo"/>
                <a:ea typeface="Apple SD Gothic Neo"/>
                <a:cs typeface="Apple SD Gothic Neo"/>
              </a:rPr>
              <a:t>Source View Cache</a:t>
            </a:r>
          </a:p>
        </p:txBody>
      </p:sp>
      <p:sp>
        <p:nvSpPr>
          <p:cNvPr id="87" name="dp45-comparison / n94">
            <a:extLst xmlns:a="http://schemas.openxmlformats.org/drawingml/2006/main">
              <a:ext uri="{FF2B5EF4-FFF2-40B4-BE49-F238E27FC236}">
                <a16:creationId xmlns:a16="http://schemas.microsoft.com/office/drawing/2014/main" id="{E50AD875-540F-4D11-8CF4-7A5C3CFD617A}"/>
              </a:ext>
            </a:extLst>
          </p:cNvPr>
          <p:cNvSpPr>
            <a:spLocks xmlns:a="http://schemas.openxmlformats.org/drawingml/2006/main" noGrp="1"/>
          </p:cNvSpPr>
          <p:nvPr/>
        </p:nvSpPr>
        <p:spPr>
          <a:xfrm xmlns:a="http://schemas.openxmlformats.org/drawingml/2006/main">
            <a:off x="5953125" y="5191125"/>
            <a:ext cx="2952750" cy="381000"/>
          </a:xfrm>
          <a:prstGeom xmlns:a="http://schemas.openxmlformats.org/drawingml/2006/main" prst="can">
            <a:avLst>
              <a:gd name="adj" fmla="val 20000"/>
            </a:avLst>
          </a:prstGeom>
          <a:solidFill xmlns:a="http://schemas.openxmlformats.org/drawingml/2006/main">
            <a:srgbClr val="FFF0DD"/>
          </a:solidFill>
          <a:ln xmlns:a="http://schemas.openxmlformats.org/drawingml/2006/main" w="9525">
            <a:solidFill>
              <a:srgbClr val="B8753F"/>
            </a:solidFill>
            <a:prstDash val="solid"/>
          </a:ln>
        </p:spPr>
      </p:sp>
      <p:sp>
        <p:nvSpPr>
          <p:cNvPr id="88" name="dp45-comparison / n95 / text 1">
            <a:extLst xmlns:a="http://schemas.openxmlformats.org/drawingml/2006/main">
              <a:ext uri="{FF2B5EF4-FFF2-40B4-BE49-F238E27FC236}">
                <a16:creationId xmlns:a16="http://schemas.microsoft.com/office/drawing/2014/main" id="{1EBF9125-3398-45E8-920D-AED6A28ECEBC}"/>
              </a:ext>
            </a:extLst>
          </p:cNvPr>
          <p:cNvSpPr>
            <a:spLocks xmlns:a="http://schemas.openxmlformats.org/drawingml/2006/main" noGrp="1"/>
          </p:cNvSpPr>
          <p:nvPr/>
        </p:nvSpPr>
        <p:spPr>
          <a:xfrm xmlns:a="http://schemas.openxmlformats.org/drawingml/2006/main">
            <a:off x="6038850" y="5284470"/>
            <a:ext cx="2781300"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75" b="0">
                <a:solidFill>
                  <a:srgbClr val="18232E"/>
                </a:solidFill>
                <a:latin typeface="Apple SD Gothic Neo"/>
                <a:ea typeface="Apple SD Gothic Neo"/>
                <a:cs typeface="Apple SD Gothic Neo"/>
              </a:defRPr>
            </a:pPr>
            <a:r>
              <a:rPr sz="1275" b="0">
                <a:solidFill>
                  <a:srgbClr val="18232E"/>
                </a:solidFill>
                <a:latin typeface="Apple SD Gothic Neo"/>
                <a:ea typeface="Apple SD Gothic Neo"/>
                <a:cs typeface="Apple SD Gothic Neo"/>
              </a:rPr>
              <a:t>Request Evidence Set</a:t>
            </a:r>
          </a:p>
        </p:txBody>
      </p:sp>
      <p:sp>
        <p:nvSpPr>
          <p:cNvPr id="89" name="dp45-comparison / n96 / path">
            <a:extLst xmlns:a="http://schemas.openxmlformats.org/drawingml/2006/main">
              <a:ext uri="{FF2B5EF4-FFF2-40B4-BE49-F238E27FC236}">
                <a16:creationId xmlns:a16="http://schemas.microsoft.com/office/drawing/2014/main" id="{BEE4D3E0-D514-4638-AFAA-ACFB3F0E033F}"/>
              </a:ext>
            </a:extLst>
          </p:cNvPr>
          <p:cNvSpPr>
            <a:spLocks xmlns:a="http://schemas.openxmlformats.org/drawingml/2006/main" noGrp="1"/>
          </p:cNvSpPr>
          <p:nvPr/>
        </p:nvSpPr>
        <p:spPr>
          <a:xfrm xmlns:a="http://schemas.openxmlformats.org/drawingml/2006/main">
            <a:off x="3905250" y="2714625"/>
            <a:ext cx="2762250" cy="1038225"/>
          </a:xfrm>
          <a:custGeom xmlns:a="http://schemas.openxmlformats.org/drawingml/2006/main">
            <a:pathLst>
              <a:path w="2762250" h="1038225">
                <a:moveTo>
                  <a:pt x="0" y="1038225"/>
                </a:moveTo>
                <a:lnTo>
                  <a:pt x="0" y="419100"/>
                </a:lnTo>
                <a:lnTo>
                  <a:pt x="2762250" y="419100"/>
                </a:lnTo>
                <a:lnTo>
                  <a:pt x="2762250" y="0"/>
                </a:lnTo>
              </a:path>
            </a:pathLst>
          </a:custGeom>
          <a:noFill xmlns:a="http://schemas.openxmlformats.org/drawingml/2006/main"/>
          <a:ln xmlns:a="http://schemas.openxmlformats.org/drawingml/2006/main" w="10478">
            <a:solidFill>
              <a:srgbClr val="000000"/>
            </a:solidFill>
            <a:prstDash val="solid"/>
          </a:ln>
        </p:spPr>
      </p:sp>
      <p:sp>
        <p:nvSpPr>
          <p:cNvPr id="90" name="dp45-comparison / n96 / arrow">
            <a:extLst xmlns:a="http://schemas.openxmlformats.org/drawingml/2006/main">
              <a:ext uri="{FF2B5EF4-FFF2-40B4-BE49-F238E27FC236}">
                <a16:creationId xmlns:a16="http://schemas.microsoft.com/office/drawing/2014/main" id="{29652BBB-CB57-40F9-BC3C-C5E752CF5FE2}"/>
              </a:ext>
            </a:extLst>
          </p:cNvPr>
          <p:cNvSpPr>
            <a:spLocks xmlns:a="http://schemas.openxmlformats.org/drawingml/2006/main" noGrp="1"/>
          </p:cNvSpPr>
          <p:nvPr/>
        </p:nvSpPr>
        <p:spPr>
          <a:xfrm xmlns:a="http://schemas.openxmlformats.org/drawingml/2006/main">
            <a:off x="6633972" y="2714625"/>
            <a:ext cx="67056" cy="67056"/>
          </a:xfrm>
          <a:custGeom xmlns:a="http://schemas.openxmlformats.org/drawingml/2006/main">
            <a:pathLst>
              <a:path w="67056" h="67056">
                <a:moveTo>
                  <a:pt x="67056" y="67056"/>
                </a:moveTo>
                <a:lnTo>
                  <a:pt x="33528" y="0"/>
                </a:lnTo>
                <a:lnTo>
                  <a:pt x="0" y="67056"/>
                </a:lnTo>
              </a:path>
            </a:pathLst>
          </a:custGeom>
          <a:noFill xmlns:a="http://schemas.openxmlformats.org/drawingml/2006/main"/>
          <a:ln xmlns:a="http://schemas.openxmlformats.org/drawingml/2006/main" w="13411">
            <a:solidFill>
              <a:srgbClr val="000000"/>
            </a:solidFill>
            <a:prstDash val="solid"/>
          </a:ln>
        </p:spPr>
      </p:sp>
      <p:sp>
        <p:nvSpPr>
          <p:cNvPr id="91" name="dp45-comparison / n97 / path">
            <a:extLst xmlns:a="http://schemas.openxmlformats.org/drawingml/2006/main">
              <a:ext uri="{FF2B5EF4-FFF2-40B4-BE49-F238E27FC236}">
                <a16:creationId xmlns:a16="http://schemas.microsoft.com/office/drawing/2014/main" id="{C2FE2337-4160-47D3-89A1-B68E35C614D2}"/>
              </a:ext>
            </a:extLst>
          </p:cNvPr>
          <p:cNvSpPr>
            <a:spLocks xmlns:a="http://schemas.openxmlformats.org/drawingml/2006/main" noGrp="1"/>
          </p:cNvSpPr>
          <p:nvPr/>
        </p:nvSpPr>
        <p:spPr>
          <a:xfrm xmlns:a="http://schemas.openxmlformats.org/drawingml/2006/main">
            <a:off x="3943350" y="2714625"/>
            <a:ext cx="2762250" cy="1038225"/>
          </a:xfrm>
          <a:custGeom xmlns:a="http://schemas.openxmlformats.org/drawingml/2006/main">
            <a:pathLst>
              <a:path w="2762250" h="1038225">
                <a:moveTo>
                  <a:pt x="2762250" y="0"/>
                </a:moveTo>
                <a:lnTo>
                  <a:pt x="2762250" y="495300"/>
                </a:lnTo>
                <a:lnTo>
                  <a:pt x="0" y="495300"/>
                </a:lnTo>
                <a:lnTo>
                  <a:pt x="0" y="1038225"/>
                </a:lnTo>
              </a:path>
            </a:pathLst>
          </a:custGeom>
          <a:noFill xmlns:a="http://schemas.openxmlformats.org/drawingml/2006/main"/>
          <a:ln xmlns:a="http://schemas.openxmlformats.org/drawingml/2006/main" w="10478">
            <a:solidFill>
              <a:srgbClr val="000000"/>
            </a:solidFill>
            <a:prstDash val="dash"/>
          </a:ln>
        </p:spPr>
      </p:sp>
      <p:sp>
        <p:nvSpPr>
          <p:cNvPr id="92" name="dp45-comparison / n97 / arrow">
            <a:extLst xmlns:a="http://schemas.openxmlformats.org/drawingml/2006/main">
              <a:ext uri="{FF2B5EF4-FFF2-40B4-BE49-F238E27FC236}">
                <a16:creationId xmlns:a16="http://schemas.microsoft.com/office/drawing/2014/main" id="{1C88ECB5-8864-42C9-B03A-9075298C92B9}"/>
              </a:ext>
            </a:extLst>
          </p:cNvPr>
          <p:cNvSpPr>
            <a:spLocks xmlns:a="http://schemas.openxmlformats.org/drawingml/2006/main" noGrp="1"/>
          </p:cNvSpPr>
          <p:nvPr/>
        </p:nvSpPr>
        <p:spPr>
          <a:xfrm xmlns:a="http://schemas.openxmlformats.org/drawingml/2006/main">
            <a:off x="3909822" y="3685794"/>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000000"/>
            </a:solidFill>
            <a:prstDash val="solid"/>
          </a:ln>
        </p:spPr>
      </p:sp>
      <p:sp>
        <p:nvSpPr>
          <p:cNvPr id="93" name="dp45-comparison / n98 / path">
            <a:extLst xmlns:a="http://schemas.openxmlformats.org/drawingml/2006/main">
              <a:ext uri="{FF2B5EF4-FFF2-40B4-BE49-F238E27FC236}">
                <a16:creationId xmlns:a16="http://schemas.microsoft.com/office/drawing/2014/main" id="{AB73D85A-0F79-4B1F-9B8D-EC200C9F9D10}"/>
              </a:ext>
            </a:extLst>
          </p:cNvPr>
          <p:cNvSpPr>
            <a:spLocks xmlns:a="http://schemas.openxmlformats.org/drawingml/2006/main" noGrp="1"/>
          </p:cNvSpPr>
          <p:nvPr/>
        </p:nvSpPr>
        <p:spPr>
          <a:xfrm xmlns:a="http://schemas.openxmlformats.org/drawingml/2006/main">
            <a:off x="4143375" y="2714625"/>
            <a:ext cx="5048250" cy="1038225"/>
          </a:xfrm>
          <a:custGeom xmlns:a="http://schemas.openxmlformats.org/drawingml/2006/main">
            <a:pathLst>
              <a:path w="5048250" h="1038225">
                <a:moveTo>
                  <a:pt x="0" y="1038225"/>
                </a:moveTo>
                <a:lnTo>
                  <a:pt x="0" y="419100"/>
                </a:lnTo>
                <a:lnTo>
                  <a:pt x="5048250" y="419100"/>
                </a:lnTo>
                <a:lnTo>
                  <a:pt x="5048250" y="0"/>
                </a:lnTo>
              </a:path>
            </a:pathLst>
          </a:custGeom>
          <a:noFill xmlns:a="http://schemas.openxmlformats.org/drawingml/2006/main"/>
          <a:ln xmlns:a="http://schemas.openxmlformats.org/drawingml/2006/main" w="10478">
            <a:solidFill>
              <a:srgbClr val="000000"/>
            </a:solidFill>
            <a:prstDash val="solid"/>
          </a:ln>
        </p:spPr>
      </p:sp>
      <p:sp>
        <p:nvSpPr>
          <p:cNvPr id="94" name="dp45-comparison / n98 / arrow">
            <a:extLst xmlns:a="http://schemas.openxmlformats.org/drawingml/2006/main">
              <a:ext uri="{FF2B5EF4-FFF2-40B4-BE49-F238E27FC236}">
                <a16:creationId xmlns:a16="http://schemas.microsoft.com/office/drawing/2014/main" id="{4E26F39E-F417-4D5C-8B14-96D0D1FD784D}"/>
              </a:ext>
            </a:extLst>
          </p:cNvPr>
          <p:cNvSpPr>
            <a:spLocks xmlns:a="http://schemas.openxmlformats.org/drawingml/2006/main" noGrp="1"/>
          </p:cNvSpPr>
          <p:nvPr/>
        </p:nvSpPr>
        <p:spPr>
          <a:xfrm xmlns:a="http://schemas.openxmlformats.org/drawingml/2006/main">
            <a:off x="9158097" y="2714625"/>
            <a:ext cx="67056" cy="67056"/>
          </a:xfrm>
          <a:custGeom xmlns:a="http://schemas.openxmlformats.org/drawingml/2006/main">
            <a:pathLst>
              <a:path w="67056" h="67056">
                <a:moveTo>
                  <a:pt x="67056" y="67056"/>
                </a:moveTo>
                <a:lnTo>
                  <a:pt x="33528" y="0"/>
                </a:lnTo>
                <a:lnTo>
                  <a:pt x="0" y="67056"/>
                </a:lnTo>
              </a:path>
            </a:pathLst>
          </a:custGeom>
          <a:noFill xmlns:a="http://schemas.openxmlformats.org/drawingml/2006/main"/>
          <a:ln xmlns:a="http://schemas.openxmlformats.org/drawingml/2006/main" w="13411">
            <a:solidFill>
              <a:srgbClr val="000000"/>
            </a:solidFill>
            <a:prstDash val="solid"/>
          </a:ln>
        </p:spPr>
      </p:sp>
      <p:sp>
        <p:nvSpPr>
          <p:cNvPr id="95" name="dp45-comparison / n99 / path">
            <a:extLst xmlns:a="http://schemas.openxmlformats.org/drawingml/2006/main">
              <a:ext uri="{FF2B5EF4-FFF2-40B4-BE49-F238E27FC236}">
                <a16:creationId xmlns:a16="http://schemas.microsoft.com/office/drawing/2014/main" id="{FF544C80-C870-47F8-A7FF-A225026BCFBD}"/>
              </a:ext>
            </a:extLst>
          </p:cNvPr>
          <p:cNvSpPr>
            <a:spLocks xmlns:a="http://schemas.openxmlformats.org/drawingml/2006/main" noGrp="1"/>
          </p:cNvSpPr>
          <p:nvPr/>
        </p:nvSpPr>
        <p:spPr>
          <a:xfrm xmlns:a="http://schemas.openxmlformats.org/drawingml/2006/main">
            <a:off x="4181475" y="2714625"/>
            <a:ext cx="5048250" cy="1038225"/>
          </a:xfrm>
          <a:custGeom xmlns:a="http://schemas.openxmlformats.org/drawingml/2006/main">
            <a:pathLst>
              <a:path w="5048250" h="1038225">
                <a:moveTo>
                  <a:pt x="5048250" y="0"/>
                </a:moveTo>
                <a:lnTo>
                  <a:pt x="5048250" y="495300"/>
                </a:lnTo>
                <a:lnTo>
                  <a:pt x="0" y="495300"/>
                </a:lnTo>
                <a:lnTo>
                  <a:pt x="0" y="1038225"/>
                </a:lnTo>
              </a:path>
            </a:pathLst>
          </a:custGeom>
          <a:noFill xmlns:a="http://schemas.openxmlformats.org/drawingml/2006/main"/>
          <a:ln xmlns:a="http://schemas.openxmlformats.org/drawingml/2006/main" w="10478">
            <a:solidFill>
              <a:srgbClr val="000000"/>
            </a:solidFill>
            <a:prstDash val="dash"/>
          </a:ln>
        </p:spPr>
      </p:sp>
      <p:sp>
        <p:nvSpPr>
          <p:cNvPr id="96" name="dp45-comparison / n99 / arrow">
            <a:extLst xmlns:a="http://schemas.openxmlformats.org/drawingml/2006/main">
              <a:ext uri="{FF2B5EF4-FFF2-40B4-BE49-F238E27FC236}">
                <a16:creationId xmlns:a16="http://schemas.microsoft.com/office/drawing/2014/main" id="{CCD56D8B-F25F-42B8-ACD6-E328D3A8D8DB}"/>
              </a:ext>
            </a:extLst>
          </p:cNvPr>
          <p:cNvSpPr>
            <a:spLocks xmlns:a="http://schemas.openxmlformats.org/drawingml/2006/main" noGrp="1"/>
          </p:cNvSpPr>
          <p:nvPr/>
        </p:nvSpPr>
        <p:spPr>
          <a:xfrm xmlns:a="http://schemas.openxmlformats.org/drawingml/2006/main">
            <a:off x="4147947" y="3685794"/>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000000"/>
            </a:solidFill>
            <a:prstDash val="solid"/>
          </a:ln>
        </p:spPr>
      </p:sp>
      <p:sp>
        <p:nvSpPr>
          <p:cNvPr id="97" name="dp45-comparison / n102 / path">
            <a:extLst xmlns:a="http://schemas.openxmlformats.org/drawingml/2006/main">
              <a:ext uri="{FF2B5EF4-FFF2-40B4-BE49-F238E27FC236}">
                <a16:creationId xmlns:a16="http://schemas.microsoft.com/office/drawing/2014/main" id="{B36C96F8-82A1-47A8-876B-CA8CF0E3CE7A}"/>
              </a:ext>
            </a:extLst>
          </p:cNvPr>
          <p:cNvSpPr>
            <a:spLocks xmlns:a="http://schemas.openxmlformats.org/drawingml/2006/main" noGrp="1"/>
          </p:cNvSpPr>
          <p:nvPr/>
        </p:nvSpPr>
        <p:spPr>
          <a:xfrm xmlns:a="http://schemas.openxmlformats.org/drawingml/2006/main">
            <a:off x="2905125" y="4114800"/>
            <a:ext cx="953" cy="1076325"/>
          </a:xfrm>
          <a:custGeom xmlns:a="http://schemas.openxmlformats.org/drawingml/2006/main">
            <a:pathLst>
              <a:path w="953" h="1076325">
                <a:moveTo>
                  <a:pt x="0" y="0"/>
                </a:moveTo>
                <a:lnTo>
                  <a:pt x="0" y="1076325"/>
                </a:lnTo>
              </a:path>
            </a:pathLst>
          </a:custGeom>
          <a:noFill xmlns:a="http://schemas.openxmlformats.org/drawingml/2006/main"/>
          <a:ln xmlns:a="http://schemas.openxmlformats.org/drawingml/2006/main" w="10478">
            <a:solidFill>
              <a:srgbClr val="000000"/>
            </a:solidFill>
            <a:prstDash val="solid"/>
          </a:ln>
        </p:spPr>
      </p:sp>
      <p:sp>
        <p:nvSpPr>
          <p:cNvPr id="98" name="dp45-comparison / n102 / arrow">
            <a:extLst xmlns:a="http://schemas.openxmlformats.org/drawingml/2006/main">
              <a:ext uri="{FF2B5EF4-FFF2-40B4-BE49-F238E27FC236}">
                <a16:creationId xmlns:a16="http://schemas.microsoft.com/office/drawing/2014/main" id="{04EFF134-7B0F-46D9-8B19-DC8F8E85718B}"/>
              </a:ext>
            </a:extLst>
          </p:cNvPr>
          <p:cNvSpPr>
            <a:spLocks xmlns:a="http://schemas.openxmlformats.org/drawingml/2006/main" noGrp="1"/>
          </p:cNvSpPr>
          <p:nvPr/>
        </p:nvSpPr>
        <p:spPr>
          <a:xfrm xmlns:a="http://schemas.openxmlformats.org/drawingml/2006/main">
            <a:off x="2871597" y="5124069"/>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000000"/>
            </a:solidFill>
            <a:prstDash val="solid"/>
          </a:ln>
        </p:spPr>
      </p:sp>
      <p:sp>
        <p:nvSpPr>
          <p:cNvPr id="99" name="dp45-comparison / n103 / path">
            <a:extLst xmlns:a="http://schemas.openxmlformats.org/drawingml/2006/main">
              <a:ext uri="{FF2B5EF4-FFF2-40B4-BE49-F238E27FC236}">
                <a16:creationId xmlns:a16="http://schemas.microsoft.com/office/drawing/2014/main" id="{C1F05486-A2C7-4E05-B11E-D67827A380E3}"/>
              </a:ext>
            </a:extLst>
          </p:cNvPr>
          <p:cNvSpPr>
            <a:spLocks xmlns:a="http://schemas.openxmlformats.org/drawingml/2006/main" noGrp="1"/>
          </p:cNvSpPr>
          <p:nvPr/>
        </p:nvSpPr>
        <p:spPr>
          <a:xfrm xmlns:a="http://schemas.openxmlformats.org/drawingml/2006/main">
            <a:off x="3381375" y="4114800"/>
            <a:ext cx="953" cy="1076325"/>
          </a:xfrm>
          <a:custGeom xmlns:a="http://schemas.openxmlformats.org/drawingml/2006/main">
            <a:pathLst>
              <a:path w="953" h="1076325">
                <a:moveTo>
                  <a:pt x="0" y="1076325"/>
                </a:moveTo>
                <a:lnTo>
                  <a:pt x="0" y="0"/>
                </a:lnTo>
              </a:path>
            </a:pathLst>
          </a:custGeom>
          <a:noFill xmlns:a="http://schemas.openxmlformats.org/drawingml/2006/main"/>
          <a:ln xmlns:a="http://schemas.openxmlformats.org/drawingml/2006/main" w="10478">
            <a:solidFill>
              <a:srgbClr val="000000"/>
            </a:solidFill>
            <a:prstDash val="dash"/>
          </a:ln>
        </p:spPr>
      </p:sp>
      <p:sp>
        <p:nvSpPr>
          <p:cNvPr id="100" name="dp45-comparison / n103 / arrow">
            <a:extLst xmlns:a="http://schemas.openxmlformats.org/drawingml/2006/main">
              <a:ext uri="{FF2B5EF4-FFF2-40B4-BE49-F238E27FC236}">
                <a16:creationId xmlns:a16="http://schemas.microsoft.com/office/drawing/2014/main" id="{5545C1A0-094A-49FC-AE3B-6B9F7D0536F7}"/>
              </a:ext>
            </a:extLst>
          </p:cNvPr>
          <p:cNvSpPr>
            <a:spLocks xmlns:a="http://schemas.openxmlformats.org/drawingml/2006/main" noGrp="1"/>
          </p:cNvSpPr>
          <p:nvPr/>
        </p:nvSpPr>
        <p:spPr>
          <a:xfrm xmlns:a="http://schemas.openxmlformats.org/drawingml/2006/main">
            <a:off x="3347847" y="4114800"/>
            <a:ext cx="67056" cy="67056"/>
          </a:xfrm>
          <a:custGeom xmlns:a="http://schemas.openxmlformats.org/drawingml/2006/main">
            <a:pathLst>
              <a:path w="67056" h="67056">
                <a:moveTo>
                  <a:pt x="67056" y="67056"/>
                </a:moveTo>
                <a:lnTo>
                  <a:pt x="33528" y="0"/>
                </a:lnTo>
                <a:lnTo>
                  <a:pt x="0" y="67056"/>
                </a:lnTo>
              </a:path>
            </a:pathLst>
          </a:custGeom>
          <a:noFill xmlns:a="http://schemas.openxmlformats.org/drawingml/2006/main"/>
          <a:ln xmlns:a="http://schemas.openxmlformats.org/drawingml/2006/main" w="13411">
            <a:solidFill>
              <a:srgbClr val="000000"/>
            </a:solidFill>
            <a:prstDash val="solid"/>
          </a:ln>
        </p:spPr>
      </p:sp>
      <p:sp>
        <p:nvSpPr>
          <p:cNvPr id="101" name="dp45-comparison / n108 / path">
            <a:extLst xmlns:a="http://schemas.openxmlformats.org/drawingml/2006/main">
              <a:ext uri="{FF2B5EF4-FFF2-40B4-BE49-F238E27FC236}">
                <a16:creationId xmlns:a16="http://schemas.microsoft.com/office/drawing/2014/main" id="{4B6D27A6-114B-4D5D-B017-5D772D060221}"/>
              </a:ext>
            </a:extLst>
          </p:cNvPr>
          <p:cNvSpPr>
            <a:spLocks xmlns:a="http://schemas.openxmlformats.org/drawingml/2006/main" noGrp="1"/>
          </p:cNvSpPr>
          <p:nvPr/>
        </p:nvSpPr>
        <p:spPr>
          <a:xfrm xmlns:a="http://schemas.openxmlformats.org/drawingml/2006/main">
            <a:off x="4429125" y="3933825"/>
            <a:ext cx="3000375" cy="1257300"/>
          </a:xfrm>
          <a:custGeom xmlns:a="http://schemas.openxmlformats.org/drawingml/2006/main">
            <a:pathLst>
              <a:path w="3000375" h="1257300">
                <a:moveTo>
                  <a:pt x="0" y="0"/>
                </a:moveTo>
                <a:lnTo>
                  <a:pt x="381000" y="0"/>
                </a:lnTo>
                <a:lnTo>
                  <a:pt x="381000" y="1181100"/>
                </a:lnTo>
                <a:lnTo>
                  <a:pt x="3000375" y="1181100"/>
                </a:lnTo>
                <a:lnTo>
                  <a:pt x="3000375" y="1257300"/>
                </a:lnTo>
              </a:path>
            </a:pathLst>
          </a:custGeom>
          <a:noFill xmlns:a="http://schemas.openxmlformats.org/drawingml/2006/main"/>
          <a:ln xmlns:a="http://schemas.openxmlformats.org/drawingml/2006/main" w="10478">
            <a:solidFill>
              <a:srgbClr val="B8753F"/>
            </a:solidFill>
            <a:prstDash val="solid"/>
          </a:ln>
        </p:spPr>
      </p:sp>
      <p:sp>
        <p:nvSpPr>
          <p:cNvPr id="102" name="dp45-comparison / n108 / arrow">
            <a:extLst xmlns:a="http://schemas.openxmlformats.org/drawingml/2006/main">
              <a:ext uri="{FF2B5EF4-FFF2-40B4-BE49-F238E27FC236}">
                <a16:creationId xmlns:a16="http://schemas.microsoft.com/office/drawing/2014/main" id="{3E738A8A-B8C1-47B6-8B6A-240E7BFC4A43}"/>
              </a:ext>
            </a:extLst>
          </p:cNvPr>
          <p:cNvSpPr>
            <a:spLocks xmlns:a="http://schemas.openxmlformats.org/drawingml/2006/main" noGrp="1"/>
          </p:cNvSpPr>
          <p:nvPr/>
        </p:nvSpPr>
        <p:spPr>
          <a:xfrm xmlns:a="http://schemas.openxmlformats.org/drawingml/2006/main">
            <a:off x="7395972" y="5124069"/>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B8753F"/>
            </a:solidFill>
            <a:prstDash val="solid"/>
          </a:ln>
        </p:spPr>
      </p:sp>
      <p:sp>
        <p:nvSpPr>
          <p:cNvPr id="103" name="dp45-comparison / n109 / path">
            <a:extLst xmlns:a="http://schemas.openxmlformats.org/drawingml/2006/main">
              <a:ext uri="{FF2B5EF4-FFF2-40B4-BE49-F238E27FC236}">
                <a16:creationId xmlns:a16="http://schemas.microsoft.com/office/drawing/2014/main" id="{8AC68A4B-C748-4198-9B3E-F61088CB3FC5}"/>
              </a:ext>
            </a:extLst>
          </p:cNvPr>
          <p:cNvSpPr>
            <a:spLocks xmlns:a="http://schemas.openxmlformats.org/drawingml/2006/main" noGrp="1"/>
          </p:cNvSpPr>
          <p:nvPr/>
        </p:nvSpPr>
        <p:spPr>
          <a:xfrm xmlns:a="http://schemas.openxmlformats.org/drawingml/2006/main">
            <a:off x="4429125" y="4029075"/>
            <a:ext cx="3143250" cy="1162050"/>
          </a:xfrm>
          <a:custGeom xmlns:a="http://schemas.openxmlformats.org/drawingml/2006/main">
            <a:pathLst>
              <a:path w="3143250" h="1162050">
                <a:moveTo>
                  <a:pt x="3143250" y="1162050"/>
                </a:moveTo>
                <a:lnTo>
                  <a:pt x="3143250" y="1038225"/>
                </a:lnTo>
                <a:lnTo>
                  <a:pt x="476250" y="1038225"/>
                </a:lnTo>
                <a:lnTo>
                  <a:pt x="476250" y="0"/>
                </a:lnTo>
                <a:lnTo>
                  <a:pt x="0" y="0"/>
                </a:lnTo>
              </a:path>
            </a:pathLst>
          </a:custGeom>
          <a:noFill xmlns:a="http://schemas.openxmlformats.org/drawingml/2006/main"/>
          <a:ln xmlns:a="http://schemas.openxmlformats.org/drawingml/2006/main" w="10478">
            <a:solidFill>
              <a:srgbClr val="B8753F"/>
            </a:solidFill>
            <a:prstDash val="dash"/>
          </a:ln>
        </p:spPr>
      </p:sp>
      <p:sp>
        <p:nvSpPr>
          <p:cNvPr id="104" name="dp45-comparison / n109 / arrow">
            <a:extLst xmlns:a="http://schemas.openxmlformats.org/drawingml/2006/main">
              <a:ext uri="{FF2B5EF4-FFF2-40B4-BE49-F238E27FC236}">
                <a16:creationId xmlns:a16="http://schemas.microsoft.com/office/drawing/2014/main" id="{6B498953-804C-4560-B78D-2BBC035C4A1E}"/>
              </a:ext>
            </a:extLst>
          </p:cNvPr>
          <p:cNvSpPr>
            <a:spLocks xmlns:a="http://schemas.openxmlformats.org/drawingml/2006/main" noGrp="1"/>
          </p:cNvSpPr>
          <p:nvPr/>
        </p:nvSpPr>
        <p:spPr>
          <a:xfrm xmlns:a="http://schemas.openxmlformats.org/drawingml/2006/main">
            <a:off x="4429125" y="3995547"/>
            <a:ext cx="67056" cy="67056"/>
          </a:xfrm>
          <a:custGeom xmlns:a="http://schemas.openxmlformats.org/drawingml/2006/main">
            <a:pathLst>
              <a:path w="67056" h="67056">
                <a:moveTo>
                  <a:pt x="67056" y="0"/>
                </a:moveTo>
                <a:lnTo>
                  <a:pt x="0" y="33528"/>
                </a:lnTo>
                <a:lnTo>
                  <a:pt x="67056" y="67056"/>
                </a:lnTo>
              </a:path>
            </a:pathLst>
          </a:custGeom>
          <a:noFill xmlns:a="http://schemas.openxmlformats.org/drawingml/2006/main"/>
          <a:ln xmlns:a="http://schemas.openxmlformats.org/drawingml/2006/main" w="13411">
            <a:solidFill>
              <a:srgbClr val="B8753F"/>
            </a:solidFill>
            <a:prstDash val="solid"/>
          </a:ln>
        </p:spPr>
      </p:sp>
      <p:sp>
        <p:nvSpPr>
          <p:cNvPr id="105" name="dp45-comparison / n116 / path">
            <a:extLst xmlns:a="http://schemas.openxmlformats.org/drawingml/2006/main">
              <a:ext uri="{FF2B5EF4-FFF2-40B4-BE49-F238E27FC236}">
                <a16:creationId xmlns:a16="http://schemas.microsoft.com/office/drawing/2014/main" id="{07C0E4FD-2F7E-4055-9136-A0DAF20480D7}"/>
              </a:ext>
            </a:extLst>
          </p:cNvPr>
          <p:cNvSpPr>
            <a:spLocks xmlns:a="http://schemas.openxmlformats.org/drawingml/2006/main" noGrp="1"/>
          </p:cNvSpPr>
          <p:nvPr/>
        </p:nvSpPr>
        <p:spPr>
          <a:xfrm xmlns:a="http://schemas.openxmlformats.org/drawingml/2006/main">
            <a:off x="1447800" y="2562225"/>
            <a:ext cx="409575" cy="1371600"/>
          </a:xfrm>
          <a:custGeom xmlns:a="http://schemas.openxmlformats.org/drawingml/2006/main">
            <a:pathLst>
              <a:path w="409575" h="1371600">
                <a:moveTo>
                  <a:pt x="219075" y="0"/>
                </a:moveTo>
                <a:lnTo>
                  <a:pt x="0" y="0"/>
                </a:lnTo>
                <a:lnTo>
                  <a:pt x="0" y="1371600"/>
                </a:lnTo>
                <a:lnTo>
                  <a:pt x="409575" y="1371600"/>
                </a:lnTo>
              </a:path>
            </a:pathLst>
          </a:custGeom>
          <a:noFill xmlns:a="http://schemas.openxmlformats.org/drawingml/2006/main"/>
          <a:ln xmlns:a="http://schemas.openxmlformats.org/drawingml/2006/main" w="10478">
            <a:solidFill>
              <a:srgbClr val="B8753F"/>
            </a:solidFill>
            <a:prstDash val="solid"/>
          </a:ln>
        </p:spPr>
      </p:sp>
      <p:sp>
        <p:nvSpPr>
          <p:cNvPr id="106" name="dp45-comparison / n116 / arrow">
            <a:extLst xmlns:a="http://schemas.openxmlformats.org/drawingml/2006/main">
              <a:ext uri="{FF2B5EF4-FFF2-40B4-BE49-F238E27FC236}">
                <a16:creationId xmlns:a16="http://schemas.microsoft.com/office/drawing/2014/main" id="{ACFB1F95-BA59-4E2C-A464-3054483DCE89}"/>
              </a:ext>
            </a:extLst>
          </p:cNvPr>
          <p:cNvSpPr>
            <a:spLocks xmlns:a="http://schemas.openxmlformats.org/drawingml/2006/main" noGrp="1"/>
          </p:cNvSpPr>
          <p:nvPr/>
        </p:nvSpPr>
        <p:spPr>
          <a:xfrm xmlns:a="http://schemas.openxmlformats.org/drawingml/2006/main">
            <a:off x="1790319" y="3900297"/>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B8753F"/>
            </a:solidFill>
            <a:prstDash val="solid"/>
          </a:ln>
        </p:spPr>
      </p:sp>
      <p:sp>
        <p:nvSpPr>
          <p:cNvPr id="107" name="dp45-comparison / n117 / path">
            <a:extLst xmlns:a="http://schemas.openxmlformats.org/drawingml/2006/main">
              <a:ext uri="{FF2B5EF4-FFF2-40B4-BE49-F238E27FC236}">
                <a16:creationId xmlns:a16="http://schemas.microsoft.com/office/drawing/2014/main" id="{7E877BCF-1217-4C06-9EDC-36C8C0A2BB84}"/>
              </a:ext>
            </a:extLst>
          </p:cNvPr>
          <p:cNvSpPr>
            <a:spLocks xmlns:a="http://schemas.openxmlformats.org/drawingml/2006/main" noGrp="1"/>
          </p:cNvSpPr>
          <p:nvPr/>
        </p:nvSpPr>
        <p:spPr>
          <a:xfrm xmlns:a="http://schemas.openxmlformats.org/drawingml/2006/main">
            <a:off x="1524000" y="2638425"/>
            <a:ext cx="333375" cy="1381125"/>
          </a:xfrm>
          <a:custGeom xmlns:a="http://schemas.openxmlformats.org/drawingml/2006/main">
            <a:pathLst>
              <a:path w="333375" h="1381125">
                <a:moveTo>
                  <a:pt x="333375" y="1381125"/>
                </a:moveTo>
                <a:lnTo>
                  <a:pt x="0" y="1381125"/>
                </a:lnTo>
                <a:lnTo>
                  <a:pt x="0" y="0"/>
                </a:lnTo>
                <a:lnTo>
                  <a:pt x="142875" y="0"/>
                </a:lnTo>
              </a:path>
            </a:pathLst>
          </a:custGeom>
          <a:noFill xmlns:a="http://schemas.openxmlformats.org/drawingml/2006/main"/>
          <a:ln xmlns:a="http://schemas.openxmlformats.org/drawingml/2006/main" w="10478">
            <a:solidFill>
              <a:srgbClr val="B8753F"/>
            </a:solidFill>
            <a:prstDash val="dash"/>
          </a:ln>
        </p:spPr>
      </p:sp>
      <p:sp>
        <p:nvSpPr>
          <p:cNvPr id="108" name="dp45-comparison / n117 / arrow">
            <a:extLst xmlns:a="http://schemas.openxmlformats.org/drawingml/2006/main">
              <a:ext uri="{FF2B5EF4-FFF2-40B4-BE49-F238E27FC236}">
                <a16:creationId xmlns:a16="http://schemas.microsoft.com/office/drawing/2014/main" id="{F0F9CCE8-2B3C-4664-99C2-DFEFFC104C39}"/>
              </a:ext>
            </a:extLst>
          </p:cNvPr>
          <p:cNvSpPr>
            <a:spLocks xmlns:a="http://schemas.openxmlformats.org/drawingml/2006/main" noGrp="1"/>
          </p:cNvSpPr>
          <p:nvPr/>
        </p:nvSpPr>
        <p:spPr>
          <a:xfrm xmlns:a="http://schemas.openxmlformats.org/drawingml/2006/main">
            <a:off x="1599819" y="2604897"/>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B8753F"/>
            </a:solidFill>
            <a:prstDash val="solid"/>
          </a:ln>
        </p:spPr>
      </p:sp>
      <p:sp>
        <p:nvSpPr>
          <p:cNvPr id="109" name="dp45-comparison / n120">
            <a:extLst xmlns:a="http://schemas.openxmlformats.org/drawingml/2006/main">
              <a:ext uri="{FF2B5EF4-FFF2-40B4-BE49-F238E27FC236}">
                <a16:creationId xmlns:a16="http://schemas.microsoft.com/office/drawing/2014/main" id="{B14D3B35-6C84-4816-A8BE-A3F3F1D435CB}"/>
              </a:ext>
            </a:extLst>
          </p:cNvPr>
          <p:cNvSpPr>
            <a:spLocks xmlns:a="http://schemas.openxmlformats.org/drawingml/2006/main" noGrp="1"/>
          </p:cNvSpPr>
          <p:nvPr/>
        </p:nvSpPr>
        <p:spPr>
          <a:xfrm xmlns:a="http://schemas.openxmlformats.org/drawingml/2006/main">
            <a:off x="1857375" y="6076950"/>
            <a:ext cx="2571750" cy="23812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110" name="dp45-comparison / n121 / text 1">
            <a:extLst xmlns:a="http://schemas.openxmlformats.org/drawingml/2006/main">
              <a:ext uri="{FF2B5EF4-FFF2-40B4-BE49-F238E27FC236}">
                <a16:creationId xmlns:a16="http://schemas.microsoft.com/office/drawing/2014/main" id="{C26D67C2-91AE-45A2-A884-ABCA6E5A78CC}"/>
              </a:ext>
            </a:extLst>
          </p:cNvPr>
          <p:cNvSpPr>
            <a:spLocks xmlns:a="http://schemas.openxmlformats.org/drawingml/2006/main" noGrp="1"/>
          </p:cNvSpPr>
          <p:nvPr/>
        </p:nvSpPr>
        <p:spPr>
          <a:xfrm xmlns:a="http://schemas.openxmlformats.org/drawingml/2006/main">
            <a:off x="1943100" y="6096953"/>
            <a:ext cx="2400300"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00" b="1">
                <a:solidFill>
                  <a:srgbClr val="000000"/>
                </a:solidFill>
                <a:latin typeface="Apple SD Gothic Neo"/>
                <a:ea typeface="Apple SD Gothic Neo"/>
                <a:cs typeface="Apple SD Gothic Neo"/>
              </a:defRPr>
            </a:pPr>
            <a:r>
              <a:rPr sz="1200" b="1">
                <a:solidFill>
                  <a:srgbClr val="000000"/>
                </a:solidFill>
                <a:latin typeface="Apple SD Gothic Neo"/>
                <a:ea typeface="Apple SD Gothic Neo"/>
                <a:cs typeface="Apple SD Gothic Neo"/>
              </a:rPr>
              <a:t>Model Access</a:t>
            </a:r>
          </a:p>
        </p:txBody>
      </p:sp>
      <p:sp>
        <p:nvSpPr>
          <p:cNvPr id="111" name="dp45-comparison / n122">
            <a:extLst xmlns:a="http://schemas.openxmlformats.org/drawingml/2006/main">
              <a:ext uri="{FF2B5EF4-FFF2-40B4-BE49-F238E27FC236}">
                <a16:creationId xmlns:a16="http://schemas.microsoft.com/office/drawing/2014/main" id="{61BB014E-DEE0-4E7A-BAA9-A296F70CE8C3}"/>
              </a:ext>
            </a:extLst>
          </p:cNvPr>
          <p:cNvSpPr>
            <a:spLocks xmlns:a="http://schemas.openxmlformats.org/drawingml/2006/main" noGrp="1"/>
          </p:cNvSpPr>
          <p:nvPr/>
        </p:nvSpPr>
        <p:spPr>
          <a:xfrm xmlns:a="http://schemas.openxmlformats.org/drawingml/2006/main">
            <a:off x="6334125" y="6076950"/>
            <a:ext cx="2857500" cy="238125"/>
          </a:xfrm>
          <a:prstGeom xmlns:a="http://schemas.openxmlformats.org/drawingml/2006/main" prst="hexagon">
            <a:avLst/>
          </a:prstGeom>
          <a:solidFill xmlns:a="http://schemas.openxmlformats.org/drawingml/2006/main">
            <a:srgbClr val="FFFFFF"/>
          </a:solidFill>
          <a:ln xmlns:a="http://schemas.openxmlformats.org/drawingml/2006/main" w="9525">
            <a:solidFill>
              <a:srgbClr val="000000"/>
            </a:solidFill>
            <a:prstDash val="solid"/>
          </a:ln>
        </p:spPr>
      </p:sp>
      <p:sp>
        <p:nvSpPr>
          <p:cNvPr id="112" name="dp45-comparison / n123 / text 1">
            <a:extLst xmlns:a="http://schemas.openxmlformats.org/drawingml/2006/main">
              <a:ext uri="{FF2B5EF4-FFF2-40B4-BE49-F238E27FC236}">
                <a16:creationId xmlns:a16="http://schemas.microsoft.com/office/drawing/2014/main" id="{A3302735-9E99-4320-8430-E68DFB150482}"/>
              </a:ext>
            </a:extLst>
          </p:cNvPr>
          <p:cNvSpPr>
            <a:spLocks xmlns:a="http://schemas.openxmlformats.org/drawingml/2006/main" noGrp="1"/>
          </p:cNvSpPr>
          <p:nvPr/>
        </p:nvSpPr>
        <p:spPr>
          <a:xfrm xmlns:a="http://schemas.openxmlformats.org/drawingml/2006/main">
            <a:off x="6419850" y="6096953"/>
            <a:ext cx="2686050"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00" b="1">
                <a:solidFill>
                  <a:srgbClr val="000000"/>
                </a:solidFill>
                <a:latin typeface="Apple SD Gothic Neo"/>
                <a:ea typeface="Apple SD Gothic Neo"/>
                <a:cs typeface="Apple SD Gothic Neo"/>
              </a:defRPr>
            </a:pPr>
            <a:r>
              <a:rPr sz="1200" b="1">
                <a:solidFill>
                  <a:srgbClr val="000000"/>
                </a:solidFill>
                <a:latin typeface="Apple SD Gothic Neo"/>
                <a:ea typeface="Apple SD Gothic Neo"/>
                <a:cs typeface="Apple SD Gothic Neo"/>
              </a:rPr>
              <a:t>클라우드 의미 LLM</a:t>
            </a:r>
          </a:p>
        </p:txBody>
      </p:sp>
      <p:sp>
        <p:nvSpPr>
          <p:cNvPr id="113" name="dp45-comparison / n124 / path">
            <a:extLst xmlns:a="http://schemas.openxmlformats.org/drawingml/2006/main">
              <a:ext uri="{FF2B5EF4-FFF2-40B4-BE49-F238E27FC236}">
                <a16:creationId xmlns:a16="http://schemas.microsoft.com/office/drawing/2014/main" id="{7B89BE22-FB3A-4AD6-A67F-F6F0292388E4}"/>
              </a:ext>
            </a:extLst>
          </p:cNvPr>
          <p:cNvSpPr>
            <a:spLocks xmlns:a="http://schemas.openxmlformats.org/drawingml/2006/main" noGrp="1"/>
          </p:cNvSpPr>
          <p:nvPr/>
        </p:nvSpPr>
        <p:spPr>
          <a:xfrm xmlns:a="http://schemas.openxmlformats.org/drawingml/2006/main">
            <a:off x="1638300" y="3933825"/>
            <a:ext cx="219075" cy="2262188"/>
          </a:xfrm>
          <a:custGeom xmlns:a="http://schemas.openxmlformats.org/drawingml/2006/main">
            <a:pathLst>
              <a:path w="219075" h="2262188">
                <a:moveTo>
                  <a:pt x="219075" y="0"/>
                </a:moveTo>
                <a:lnTo>
                  <a:pt x="0" y="0"/>
                </a:lnTo>
                <a:lnTo>
                  <a:pt x="0" y="2262188"/>
                </a:lnTo>
                <a:lnTo>
                  <a:pt x="219075" y="2262188"/>
                </a:lnTo>
              </a:path>
            </a:pathLst>
          </a:custGeom>
          <a:noFill xmlns:a="http://schemas.openxmlformats.org/drawingml/2006/main"/>
          <a:ln xmlns:a="http://schemas.openxmlformats.org/drawingml/2006/main" w="10478">
            <a:solidFill>
              <a:srgbClr val="000000"/>
            </a:solidFill>
            <a:prstDash val="solid"/>
          </a:ln>
        </p:spPr>
      </p:sp>
      <p:sp>
        <p:nvSpPr>
          <p:cNvPr id="114" name="dp45-comparison / n124 / arrow">
            <a:extLst xmlns:a="http://schemas.openxmlformats.org/drawingml/2006/main">
              <a:ext uri="{FF2B5EF4-FFF2-40B4-BE49-F238E27FC236}">
                <a16:creationId xmlns:a16="http://schemas.microsoft.com/office/drawing/2014/main" id="{951DCA63-5975-4A19-9B00-E444D9432119}"/>
              </a:ext>
            </a:extLst>
          </p:cNvPr>
          <p:cNvSpPr>
            <a:spLocks xmlns:a="http://schemas.openxmlformats.org/drawingml/2006/main" noGrp="1"/>
          </p:cNvSpPr>
          <p:nvPr/>
        </p:nvSpPr>
        <p:spPr>
          <a:xfrm xmlns:a="http://schemas.openxmlformats.org/drawingml/2006/main">
            <a:off x="1790319" y="6162485"/>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000000"/>
            </a:solidFill>
            <a:prstDash val="solid"/>
          </a:ln>
        </p:spPr>
      </p:sp>
      <p:sp>
        <p:nvSpPr>
          <p:cNvPr id="115" name="dp45-comparison / n125 / path">
            <a:extLst xmlns:a="http://schemas.openxmlformats.org/drawingml/2006/main">
              <a:ext uri="{FF2B5EF4-FFF2-40B4-BE49-F238E27FC236}">
                <a16:creationId xmlns:a16="http://schemas.microsoft.com/office/drawing/2014/main" id="{5EAD874F-2336-4FA4-8628-AB148A4CA8D2}"/>
              </a:ext>
            </a:extLst>
          </p:cNvPr>
          <p:cNvSpPr>
            <a:spLocks xmlns:a="http://schemas.openxmlformats.org/drawingml/2006/main" noGrp="1"/>
          </p:cNvSpPr>
          <p:nvPr/>
        </p:nvSpPr>
        <p:spPr>
          <a:xfrm xmlns:a="http://schemas.openxmlformats.org/drawingml/2006/main">
            <a:off x="1714500" y="4029075"/>
            <a:ext cx="142875" cy="2224088"/>
          </a:xfrm>
          <a:custGeom xmlns:a="http://schemas.openxmlformats.org/drawingml/2006/main">
            <a:pathLst>
              <a:path w="142875" h="2224088">
                <a:moveTo>
                  <a:pt x="142875" y="2224088"/>
                </a:moveTo>
                <a:lnTo>
                  <a:pt x="0" y="2224088"/>
                </a:lnTo>
                <a:lnTo>
                  <a:pt x="0" y="0"/>
                </a:lnTo>
                <a:lnTo>
                  <a:pt x="142875" y="0"/>
                </a:lnTo>
              </a:path>
            </a:pathLst>
          </a:custGeom>
          <a:noFill xmlns:a="http://schemas.openxmlformats.org/drawingml/2006/main"/>
          <a:ln xmlns:a="http://schemas.openxmlformats.org/drawingml/2006/main" w="10478">
            <a:solidFill>
              <a:srgbClr val="000000"/>
            </a:solidFill>
            <a:prstDash val="dash"/>
          </a:ln>
        </p:spPr>
      </p:sp>
      <p:sp>
        <p:nvSpPr>
          <p:cNvPr id="116" name="dp45-comparison / n125 / arrow">
            <a:extLst xmlns:a="http://schemas.openxmlformats.org/drawingml/2006/main">
              <a:ext uri="{FF2B5EF4-FFF2-40B4-BE49-F238E27FC236}">
                <a16:creationId xmlns:a16="http://schemas.microsoft.com/office/drawing/2014/main" id="{47C4AF16-CF94-497D-9980-88730BBDFB50}"/>
              </a:ext>
            </a:extLst>
          </p:cNvPr>
          <p:cNvSpPr>
            <a:spLocks xmlns:a="http://schemas.openxmlformats.org/drawingml/2006/main" noGrp="1"/>
          </p:cNvSpPr>
          <p:nvPr/>
        </p:nvSpPr>
        <p:spPr>
          <a:xfrm xmlns:a="http://schemas.openxmlformats.org/drawingml/2006/main">
            <a:off x="1790319" y="3995547"/>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000000"/>
            </a:solidFill>
            <a:prstDash val="solid"/>
          </a:ln>
        </p:spPr>
      </p:sp>
      <p:sp>
        <p:nvSpPr>
          <p:cNvPr id="117" name="dp45-comparison / n126 / path">
            <a:extLst xmlns:a="http://schemas.openxmlformats.org/drawingml/2006/main">
              <a:ext uri="{FF2B5EF4-FFF2-40B4-BE49-F238E27FC236}">
                <a16:creationId xmlns:a16="http://schemas.microsoft.com/office/drawing/2014/main" id="{A9D1CDD2-40FD-4818-8508-38193CC38116}"/>
              </a:ext>
            </a:extLst>
          </p:cNvPr>
          <p:cNvSpPr>
            <a:spLocks xmlns:a="http://schemas.openxmlformats.org/drawingml/2006/main" noGrp="1"/>
          </p:cNvSpPr>
          <p:nvPr/>
        </p:nvSpPr>
        <p:spPr>
          <a:xfrm xmlns:a="http://schemas.openxmlformats.org/drawingml/2006/main">
            <a:off x="4429125" y="6157913"/>
            <a:ext cx="1905000" cy="953"/>
          </a:xfrm>
          <a:custGeom xmlns:a="http://schemas.openxmlformats.org/drawingml/2006/main">
            <a:pathLst>
              <a:path w="1905000" h="953">
                <a:moveTo>
                  <a:pt x="0" y="0"/>
                </a:moveTo>
                <a:lnTo>
                  <a:pt x="1905000" y="0"/>
                </a:lnTo>
              </a:path>
            </a:pathLst>
          </a:custGeom>
          <a:noFill xmlns:a="http://schemas.openxmlformats.org/drawingml/2006/main"/>
          <a:ln xmlns:a="http://schemas.openxmlformats.org/drawingml/2006/main" w="10478">
            <a:solidFill>
              <a:srgbClr val="000000"/>
            </a:solidFill>
            <a:prstDash val="solid"/>
          </a:ln>
        </p:spPr>
      </p:sp>
      <p:sp>
        <p:nvSpPr>
          <p:cNvPr id="118" name="dp45-comparison / n126 / arrow">
            <a:extLst xmlns:a="http://schemas.openxmlformats.org/drawingml/2006/main">
              <a:ext uri="{FF2B5EF4-FFF2-40B4-BE49-F238E27FC236}">
                <a16:creationId xmlns:a16="http://schemas.microsoft.com/office/drawing/2014/main" id="{E68DEA4D-0998-4147-BBF0-16D888247F1C}"/>
              </a:ext>
            </a:extLst>
          </p:cNvPr>
          <p:cNvSpPr>
            <a:spLocks xmlns:a="http://schemas.openxmlformats.org/drawingml/2006/main" noGrp="1"/>
          </p:cNvSpPr>
          <p:nvPr/>
        </p:nvSpPr>
        <p:spPr>
          <a:xfrm xmlns:a="http://schemas.openxmlformats.org/drawingml/2006/main">
            <a:off x="6267069" y="6124385"/>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000000"/>
            </a:solidFill>
            <a:prstDash val="solid"/>
          </a:ln>
        </p:spPr>
      </p:sp>
      <p:sp>
        <p:nvSpPr>
          <p:cNvPr id="119" name="dp45-comparison / n127 / path">
            <a:extLst xmlns:a="http://schemas.openxmlformats.org/drawingml/2006/main">
              <a:ext uri="{FF2B5EF4-FFF2-40B4-BE49-F238E27FC236}">
                <a16:creationId xmlns:a16="http://schemas.microsoft.com/office/drawing/2014/main" id="{2DD66BF3-DCB5-444D-B830-4A8AD71002D4}"/>
              </a:ext>
            </a:extLst>
          </p:cNvPr>
          <p:cNvSpPr>
            <a:spLocks xmlns:a="http://schemas.openxmlformats.org/drawingml/2006/main" noGrp="1"/>
          </p:cNvSpPr>
          <p:nvPr/>
        </p:nvSpPr>
        <p:spPr>
          <a:xfrm xmlns:a="http://schemas.openxmlformats.org/drawingml/2006/main">
            <a:off x="4429125" y="6243638"/>
            <a:ext cx="1905000" cy="953"/>
          </a:xfrm>
          <a:custGeom xmlns:a="http://schemas.openxmlformats.org/drawingml/2006/main">
            <a:pathLst>
              <a:path w="1905000" h="953">
                <a:moveTo>
                  <a:pt x="1905000" y="0"/>
                </a:moveTo>
                <a:lnTo>
                  <a:pt x="0" y="0"/>
                </a:lnTo>
              </a:path>
            </a:pathLst>
          </a:custGeom>
          <a:noFill xmlns:a="http://schemas.openxmlformats.org/drawingml/2006/main"/>
          <a:ln xmlns:a="http://schemas.openxmlformats.org/drawingml/2006/main" w="10478">
            <a:solidFill>
              <a:srgbClr val="000000"/>
            </a:solidFill>
            <a:prstDash val="dash"/>
          </a:ln>
        </p:spPr>
      </p:sp>
      <p:sp>
        <p:nvSpPr>
          <p:cNvPr id="120" name="dp45-comparison / n127 / arrow">
            <a:extLst xmlns:a="http://schemas.openxmlformats.org/drawingml/2006/main">
              <a:ext uri="{FF2B5EF4-FFF2-40B4-BE49-F238E27FC236}">
                <a16:creationId xmlns:a16="http://schemas.microsoft.com/office/drawing/2014/main" id="{3406A809-386C-4EA0-950B-FDE05311C0F4}"/>
              </a:ext>
            </a:extLst>
          </p:cNvPr>
          <p:cNvSpPr>
            <a:spLocks xmlns:a="http://schemas.openxmlformats.org/drawingml/2006/main" noGrp="1"/>
          </p:cNvSpPr>
          <p:nvPr/>
        </p:nvSpPr>
        <p:spPr>
          <a:xfrm xmlns:a="http://schemas.openxmlformats.org/drawingml/2006/main">
            <a:off x="4429125" y="6210110"/>
            <a:ext cx="67056" cy="67056"/>
          </a:xfrm>
          <a:custGeom xmlns:a="http://schemas.openxmlformats.org/drawingml/2006/main">
            <a:pathLst>
              <a:path w="67056" h="67056">
                <a:moveTo>
                  <a:pt x="67056" y="0"/>
                </a:moveTo>
                <a:lnTo>
                  <a:pt x="0" y="33528"/>
                </a:lnTo>
                <a:lnTo>
                  <a:pt x="67056" y="67056"/>
                </a:lnTo>
              </a:path>
            </a:pathLst>
          </a:custGeom>
          <a:noFill xmlns:a="http://schemas.openxmlformats.org/drawingml/2006/main"/>
          <a:ln xmlns:a="http://schemas.openxmlformats.org/drawingml/2006/main" w="13411">
            <a:solidFill>
              <a:srgbClr val="000000"/>
            </a:solidFill>
            <a:prstDash val="solid"/>
          </a:ln>
        </p:spPr>
      </p:sp>
      <p:sp>
        <p:nvSpPr>
          <p:cNvPr id="121" name="dp45-comparison / n130 / path">
            <a:extLst xmlns:a="http://schemas.openxmlformats.org/drawingml/2006/main">
              <a:ext uri="{FF2B5EF4-FFF2-40B4-BE49-F238E27FC236}">
                <a16:creationId xmlns:a16="http://schemas.microsoft.com/office/drawing/2014/main" id="{FE71B2B6-2EAD-49D0-B677-421F2BABCEA9}"/>
              </a:ext>
            </a:extLst>
          </p:cNvPr>
          <p:cNvSpPr>
            <a:spLocks xmlns:a="http://schemas.openxmlformats.org/drawingml/2006/main" noGrp="1"/>
          </p:cNvSpPr>
          <p:nvPr/>
        </p:nvSpPr>
        <p:spPr>
          <a:xfrm xmlns:a="http://schemas.openxmlformats.org/drawingml/2006/main">
            <a:off x="1571625" y="6448425"/>
            <a:ext cx="7715250" cy="953"/>
          </a:xfrm>
          <a:custGeom xmlns:a="http://schemas.openxmlformats.org/drawingml/2006/main">
            <a:pathLst>
              <a:path w="7715250" h="953">
                <a:moveTo>
                  <a:pt x="0" y="0"/>
                </a:moveTo>
                <a:lnTo>
                  <a:pt x="7715250" y="0"/>
                </a:lnTo>
              </a:path>
            </a:pathLst>
          </a:custGeom>
          <a:noFill xmlns:a="http://schemas.openxmlformats.org/drawingml/2006/main"/>
          <a:ln xmlns:a="http://schemas.openxmlformats.org/drawingml/2006/main" w="10478">
            <a:solidFill>
              <a:srgbClr val="000000"/>
            </a:solidFill>
            <a:prstDash val="solid"/>
          </a:ln>
        </p:spPr>
      </p:sp>
      <p:sp>
        <p:nvSpPr>
          <p:cNvPr id="122" name="dp45-comparison / n133">
            <a:extLst xmlns:a="http://schemas.openxmlformats.org/drawingml/2006/main">
              <a:ext uri="{FF2B5EF4-FFF2-40B4-BE49-F238E27FC236}">
                <a16:creationId xmlns:a16="http://schemas.microsoft.com/office/drawing/2014/main" id="{CABFAB2E-F40F-4C63-84A3-0EDC8B22AB64}"/>
              </a:ext>
            </a:extLst>
          </p:cNvPr>
          <p:cNvSpPr>
            <a:spLocks xmlns:a="http://schemas.openxmlformats.org/drawingml/2006/main" noGrp="1"/>
          </p:cNvSpPr>
          <p:nvPr/>
        </p:nvSpPr>
        <p:spPr>
          <a:xfrm xmlns:a="http://schemas.openxmlformats.org/drawingml/2006/main">
            <a:off x="1666875" y="6715125"/>
            <a:ext cx="2238375" cy="25717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123" name="dp45-comparison / n134 / text 1">
            <a:extLst xmlns:a="http://schemas.openxmlformats.org/drawingml/2006/main">
              <a:ext uri="{FF2B5EF4-FFF2-40B4-BE49-F238E27FC236}">
                <a16:creationId xmlns:a16="http://schemas.microsoft.com/office/drawing/2014/main" id="{F0ED6A3C-8720-4921-BB04-2FDD0D2EACC0}"/>
              </a:ext>
            </a:extLst>
          </p:cNvPr>
          <p:cNvSpPr>
            <a:spLocks xmlns:a="http://schemas.openxmlformats.org/drawingml/2006/main" noGrp="1"/>
          </p:cNvSpPr>
          <p:nvPr/>
        </p:nvSpPr>
        <p:spPr>
          <a:xfrm xmlns:a="http://schemas.openxmlformats.org/drawingml/2006/main">
            <a:off x="1752600" y="6750844"/>
            <a:ext cx="2066925"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25" b="1">
                <a:solidFill>
                  <a:srgbClr val="000000"/>
                </a:solidFill>
                <a:latin typeface="Apple SD Gothic Neo"/>
                <a:ea typeface="Apple SD Gothic Neo"/>
                <a:cs typeface="Apple SD Gothic Neo"/>
              </a:defRPr>
            </a:pPr>
            <a:r>
              <a:rPr sz="1125" b="1">
                <a:solidFill>
                  <a:srgbClr val="000000"/>
                </a:solidFill>
                <a:latin typeface="Apple SD Gothic Neo"/>
                <a:ea typeface="Apple SD Gothic Neo"/>
                <a:cs typeface="Apple SD Gothic Neo"/>
              </a:rPr>
              <a:t>현재 Query1 도착</a:t>
            </a:r>
          </a:p>
        </p:txBody>
      </p:sp>
      <p:sp>
        <p:nvSpPr>
          <p:cNvPr id="124" name="dp45-comparison / n135">
            <a:extLst xmlns:a="http://schemas.openxmlformats.org/drawingml/2006/main">
              <a:ext uri="{FF2B5EF4-FFF2-40B4-BE49-F238E27FC236}">
                <a16:creationId xmlns:a16="http://schemas.microsoft.com/office/drawing/2014/main" id="{15EF8CF4-1851-4A3A-BC98-6E1D0A6B33DB}"/>
              </a:ext>
            </a:extLst>
          </p:cNvPr>
          <p:cNvSpPr>
            <a:spLocks xmlns:a="http://schemas.openxmlformats.org/drawingml/2006/main" noGrp="1"/>
          </p:cNvSpPr>
          <p:nvPr/>
        </p:nvSpPr>
        <p:spPr>
          <a:xfrm xmlns:a="http://schemas.openxmlformats.org/drawingml/2006/main">
            <a:off x="4333875" y="6715125"/>
            <a:ext cx="2238375" cy="25717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125" name="dp45-comparison / n136 / text 1">
            <a:extLst xmlns:a="http://schemas.openxmlformats.org/drawingml/2006/main">
              <a:ext uri="{FF2B5EF4-FFF2-40B4-BE49-F238E27FC236}">
                <a16:creationId xmlns:a16="http://schemas.microsoft.com/office/drawing/2014/main" id="{EA50DB28-7F7C-4A04-A5BC-DB10F3682DD5}"/>
              </a:ext>
            </a:extLst>
          </p:cNvPr>
          <p:cNvSpPr>
            <a:spLocks xmlns:a="http://schemas.openxmlformats.org/drawingml/2006/main" noGrp="1"/>
          </p:cNvSpPr>
          <p:nvPr/>
        </p:nvSpPr>
        <p:spPr>
          <a:xfrm xmlns:a="http://schemas.openxmlformats.org/drawingml/2006/main">
            <a:off x="4419600" y="6750844"/>
            <a:ext cx="2066925"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25" b="1">
                <a:solidFill>
                  <a:srgbClr val="000000"/>
                </a:solidFill>
                <a:latin typeface="Apple SD Gothic Neo"/>
                <a:ea typeface="Apple SD Gothic Neo"/>
                <a:cs typeface="Apple SD Gothic Neo"/>
              </a:defRPr>
            </a:pPr>
            <a:r>
              <a:rPr sz="1125" b="1">
                <a:solidFill>
                  <a:srgbClr val="000000"/>
                </a:solidFill>
                <a:latin typeface="Apple SD Gothic Neo"/>
                <a:ea typeface="Apple SD Gothic Neo"/>
                <a:cs typeface="Apple SD Gothic Neo"/>
              </a:rPr>
              <a:t>Composer: 원본 조회 / 결합</a:t>
            </a:r>
          </a:p>
        </p:txBody>
      </p:sp>
      <p:sp>
        <p:nvSpPr>
          <p:cNvPr id="126" name="dp45-comparison / n137 / path">
            <a:extLst xmlns:a="http://schemas.openxmlformats.org/drawingml/2006/main">
              <a:ext uri="{FF2B5EF4-FFF2-40B4-BE49-F238E27FC236}">
                <a16:creationId xmlns:a16="http://schemas.microsoft.com/office/drawing/2014/main" id="{5BB764D0-E0CD-4DBD-B593-1D232EB09097}"/>
              </a:ext>
            </a:extLst>
          </p:cNvPr>
          <p:cNvSpPr>
            <a:spLocks xmlns:a="http://schemas.openxmlformats.org/drawingml/2006/main" noGrp="1"/>
          </p:cNvSpPr>
          <p:nvPr/>
        </p:nvSpPr>
        <p:spPr>
          <a:xfrm xmlns:a="http://schemas.openxmlformats.org/drawingml/2006/main">
            <a:off x="3905250" y="6843713"/>
            <a:ext cx="428625" cy="953"/>
          </a:xfrm>
          <a:custGeom xmlns:a="http://schemas.openxmlformats.org/drawingml/2006/main">
            <a:pathLst>
              <a:path w="428625" h="953">
                <a:moveTo>
                  <a:pt x="0" y="0"/>
                </a:moveTo>
                <a:lnTo>
                  <a:pt x="428625" y="0"/>
                </a:lnTo>
              </a:path>
            </a:pathLst>
          </a:custGeom>
          <a:noFill xmlns:a="http://schemas.openxmlformats.org/drawingml/2006/main"/>
          <a:ln xmlns:a="http://schemas.openxmlformats.org/drawingml/2006/main" w="10478">
            <a:solidFill>
              <a:srgbClr val="B8753F"/>
            </a:solidFill>
            <a:prstDash val="solid"/>
          </a:ln>
        </p:spPr>
      </p:sp>
      <p:sp>
        <p:nvSpPr>
          <p:cNvPr id="127" name="dp45-comparison / n137 / arrow">
            <a:extLst xmlns:a="http://schemas.openxmlformats.org/drawingml/2006/main">
              <a:ext uri="{FF2B5EF4-FFF2-40B4-BE49-F238E27FC236}">
                <a16:creationId xmlns:a16="http://schemas.microsoft.com/office/drawing/2014/main" id="{6E77AB65-042E-4B6D-BA0D-6E8562A6A05E}"/>
              </a:ext>
            </a:extLst>
          </p:cNvPr>
          <p:cNvSpPr>
            <a:spLocks xmlns:a="http://schemas.openxmlformats.org/drawingml/2006/main" noGrp="1"/>
          </p:cNvSpPr>
          <p:nvPr/>
        </p:nvSpPr>
        <p:spPr>
          <a:xfrm xmlns:a="http://schemas.openxmlformats.org/drawingml/2006/main">
            <a:off x="4266819" y="6810185"/>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B8753F"/>
            </a:solidFill>
            <a:prstDash val="solid"/>
          </a:ln>
        </p:spPr>
      </p:sp>
      <p:sp>
        <p:nvSpPr>
          <p:cNvPr id="128" name="dp45-comparison / n138">
            <a:extLst xmlns:a="http://schemas.openxmlformats.org/drawingml/2006/main">
              <a:ext uri="{FF2B5EF4-FFF2-40B4-BE49-F238E27FC236}">
                <a16:creationId xmlns:a16="http://schemas.microsoft.com/office/drawing/2014/main" id="{5C525849-F110-4B8E-9609-E9B12A28264A}"/>
              </a:ext>
            </a:extLst>
          </p:cNvPr>
          <p:cNvSpPr>
            <a:spLocks xmlns:a="http://schemas.openxmlformats.org/drawingml/2006/main" noGrp="1"/>
          </p:cNvSpPr>
          <p:nvPr/>
        </p:nvSpPr>
        <p:spPr>
          <a:xfrm xmlns:a="http://schemas.openxmlformats.org/drawingml/2006/main">
            <a:off x="7000875" y="6715125"/>
            <a:ext cx="2190750" cy="25717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129" name="dp45-comparison / n139 / text 1">
            <a:extLst xmlns:a="http://schemas.openxmlformats.org/drawingml/2006/main">
              <a:ext uri="{FF2B5EF4-FFF2-40B4-BE49-F238E27FC236}">
                <a16:creationId xmlns:a16="http://schemas.microsoft.com/office/drawing/2014/main" id="{8D1AF1A3-BE3F-4F88-B301-29B56989245B}"/>
              </a:ext>
            </a:extLst>
          </p:cNvPr>
          <p:cNvSpPr>
            <a:spLocks xmlns:a="http://schemas.openxmlformats.org/drawingml/2006/main" noGrp="1"/>
          </p:cNvSpPr>
          <p:nvPr/>
        </p:nvSpPr>
        <p:spPr>
          <a:xfrm xmlns:a="http://schemas.openxmlformats.org/drawingml/2006/main">
            <a:off x="7086600" y="6750844"/>
            <a:ext cx="2019300"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25" b="1">
                <a:solidFill>
                  <a:srgbClr val="000000"/>
                </a:solidFill>
                <a:latin typeface="Apple SD Gothic Neo"/>
                <a:ea typeface="Apple SD Gothic Neo"/>
                <a:cs typeface="Apple SD Gothic Neo"/>
              </a:defRPr>
            </a:pPr>
            <a:r>
              <a:rPr sz="1125" b="1">
                <a:solidFill>
                  <a:srgbClr val="000000"/>
                </a:solidFill>
                <a:latin typeface="Apple SD Gothic Neo"/>
                <a:ea typeface="Apple SD Gothic Neo"/>
                <a:cs typeface="Apple SD Gothic Neo"/>
              </a:rPr>
              <a:t>Bundle1을 caller에 반환</a:t>
            </a:r>
          </a:p>
        </p:txBody>
      </p:sp>
      <p:sp>
        <p:nvSpPr>
          <p:cNvPr id="130" name="dp45-comparison / n140 / path">
            <a:extLst xmlns:a="http://schemas.openxmlformats.org/drawingml/2006/main">
              <a:ext uri="{FF2B5EF4-FFF2-40B4-BE49-F238E27FC236}">
                <a16:creationId xmlns:a16="http://schemas.microsoft.com/office/drawing/2014/main" id="{BF326BF8-3310-4988-AFF1-FE9695622453}"/>
              </a:ext>
            </a:extLst>
          </p:cNvPr>
          <p:cNvSpPr>
            <a:spLocks xmlns:a="http://schemas.openxmlformats.org/drawingml/2006/main" noGrp="1"/>
          </p:cNvSpPr>
          <p:nvPr/>
        </p:nvSpPr>
        <p:spPr>
          <a:xfrm xmlns:a="http://schemas.openxmlformats.org/drawingml/2006/main">
            <a:off x="6572250" y="6843713"/>
            <a:ext cx="428625" cy="953"/>
          </a:xfrm>
          <a:custGeom xmlns:a="http://schemas.openxmlformats.org/drawingml/2006/main">
            <a:pathLst>
              <a:path w="428625" h="953">
                <a:moveTo>
                  <a:pt x="0" y="0"/>
                </a:moveTo>
                <a:lnTo>
                  <a:pt x="428625" y="0"/>
                </a:lnTo>
              </a:path>
            </a:pathLst>
          </a:custGeom>
          <a:noFill xmlns:a="http://schemas.openxmlformats.org/drawingml/2006/main"/>
          <a:ln xmlns:a="http://schemas.openxmlformats.org/drawingml/2006/main" w="10478">
            <a:solidFill>
              <a:srgbClr val="B8753F"/>
            </a:solidFill>
            <a:prstDash val="solid"/>
          </a:ln>
        </p:spPr>
      </p:sp>
      <p:sp>
        <p:nvSpPr>
          <p:cNvPr id="131" name="dp45-comparison / n140 / arrow">
            <a:extLst xmlns:a="http://schemas.openxmlformats.org/drawingml/2006/main">
              <a:ext uri="{FF2B5EF4-FFF2-40B4-BE49-F238E27FC236}">
                <a16:creationId xmlns:a16="http://schemas.microsoft.com/office/drawing/2014/main" id="{AC230649-ED62-4ABF-9141-ABC704978934}"/>
              </a:ext>
            </a:extLst>
          </p:cNvPr>
          <p:cNvSpPr>
            <a:spLocks xmlns:a="http://schemas.openxmlformats.org/drawingml/2006/main" noGrp="1"/>
          </p:cNvSpPr>
          <p:nvPr/>
        </p:nvSpPr>
        <p:spPr>
          <a:xfrm xmlns:a="http://schemas.openxmlformats.org/drawingml/2006/main">
            <a:off x="6933819" y="6810185"/>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B8753F"/>
            </a:solidFill>
            <a:prstDash val="solid"/>
          </a:ln>
        </p:spPr>
      </p:sp>
      <p:sp>
        <p:nvSpPr>
          <p:cNvPr id="132" name="dp45-comparison / n141">
            <a:extLst xmlns:a="http://schemas.openxmlformats.org/drawingml/2006/main">
              <a:ext uri="{FF2B5EF4-FFF2-40B4-BE49-F238E27FC236}">
                <a16:creationId xmlns:a16="http://schemas.microsoft.com/office/drawing/2014/main" id="{1BDB0B17-1029-4DD4-8AD8-B9DEE4D69599}"/>
              </a:ext>
            </a:extLst>
          </p:cNvPr>
          <p:cNvSpPr>
            <a:spLocks xmlns:a="http://schemas.openxmlformats.org/drawingml/2006/main" noGrp="1"/>
          </p:cNvSpPr>
          <p:nvPr/>
        </p:nvSpPr>
        <p:spPr>
          <a:xfrm xmlns:a="http://schemas.openxmlformats.org/drawingml/2006/main">
            <a:off x="1666875" y="7258050"/>
            <a:ext cx="2238375" cy="25717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133" name="dp45-comparison / n142 / text 1">
            <a:extLst xmlns:a="http://schemas.openxmlformats.org/drawingml/2006/main">
              <a:ext uri="{FF2B5EF4-FFF2-40B4-BE49-F238E27FC236}">
                <a16:creationId xmlns:a16="http://schemas.microsoft.com/office/drawing/2014/main" id="{E1C8E287-71D2-4150-86E4-89322C8C0C45}"/>
              </a:ext>
            </a:extLst>
          </p:cNvPr>
          <p:cNvSpPr>
            <a:spLocks xmlns:a="http://schemas.openxmlformats.org/drawingml/2006/main" noGrp="1"/>
          </p:cNvSpPr>
          <p:nvPr/>
        </p:nvSpPr>
        <p:spPr>
          <a:xfrm xmlns:a="http://schemas.openxmlformats.org/drawingml/2006/main">
            <a:off x="1752600" y="7293769"/>
            <a:ext cx="2066925"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25" b="1">
                <a:solidFill>
                  <a:srgbClr val="000000"/>
                </a:solidFill>
                <a:latin typeface="Apple SD Gothic Neo"/>
                <a:ea typeface="Apple SD Gothic Neo"/>
                <a:cs typeface="Apple SD Gothic Neo"/>
              </a:defRPr>
            </a:pPr>
            <a:r>
              <a:rPr sz="1125" b="1">
                <a:solidFill>
                  <a:srgbClr val="000000"/>
                </a:solidFill>
                <a:latin typeface="Apple SD Gothic Neo"/>
                <a:ea typeface="Apple SD Gothic Neo"/>
                <a:cs typeface="Apple SD Gothic Neo"/>
              </a:rPr>
              <a:t>같은 정보 반복 요청</a:t>
            </a:r>
          </a:p>
        </p:txBody>
      </p:sp>
      <p:sp>
        <p:nvSpPr>
          <p:cNvPr id="134" name="dp45-comparison / n143">
            <a:extLst xmlns:a="http://schemas.openxmlformats.org/drawingml/2006/main">
              <a:ext uri="{FF2B5EF4-FFF2-40B4-BE49-F238E27FC236}">
                <a16:creationId xmlns:a16="http://schemas.microsoft.com/office/drawing/2014/main" id="{4D96AE96-4EC7-49BA-9CBA-4D52A638D962}"/>
              </a:ext>
            </a:extLst>
          </p:cNvPr>
          <p:cNvSpPr>
            <a:spLocks xmlns:a="http://schemas.openxmlformats.org/drawingml/2006/main" noGrp="1"/>
          </p:cNvSpPr>
          <p:nvPr/>
        </p:nvSpPr>
        <p:spPr>
          <a:xfrm xmlns:a="http://schemas.openxmlformats.org/drawingml/2006/main">
            <a:off x="4333875" y="7258050"/>
            <a:ext cx="2238375" cy="25717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135" name="dp45-comparison / n144 / text 1">
            <a:extLst xmlns:a="http://schemas.openxmlformats.org/drawingml/2006/main">
              <a:ext uri="{FF2B5EF4-FFF2-40B4-BE49-F238E27FC236}">
                <a16:creationId xmlns:a16="http://schemas.microsoft.com/office/drawing/2014/main" id="{AF8E5E50-7717-4D0B-8029-D31C38AF8129}"/>
              </a:ext>
            </a:extLst>
          </p:cNvPr>
          <p:cNvSpPr>
            <a:spLocks xmlns:a="http://schemas.openxmlformats.org/drawingml/2006/main" noGrp="1"/>
          </p:cNvSpPr>
          <p:nvPr/>
        </p:nvSpPr>
        <p:spPr>
          <a:xfrm xmlns:a="http://schemas.openxmlformats.org/drawingml/2006/main">
            <a:off x="4419600" y="7293769"/>
            <a:ext cx="2066925"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25" b="1">
                <a:solidFill>
                  <a:srgbClr val="000000"/>
                </a:solidFill>
                <a:latin typeface="Apple SD Gothic Neo"/>
                <a:ea typeface="Apple SD Gothic Neo"/>
                <a:cs typeface="Apple SD Gothic Neo"/>
              </a:defRPr>
            </a:pPr>
            <a:r>
              <a:rPr sz="1125" b="1">
                <a:solidFill>
                  <a:srgbClr val="000000"/>
                </a:solidFill>
                <a:latin typeface="Apple SD Gothic Neo"/>
                <a:ea typeface="Apple SD Gothic Neo"/>
                <a:cs typeface="Apple SD Gothic Neo"/>
              </a:rPr>
              <a:t>유효 cache / 부분 갱신</a:t>
            </a:r>
          </a:p>
        </p:txBody>
      </p:sp>
      <p:sp>
        <p:nvSpPr>
          <p:cNvPr id="136" name="dp45-comparison / n145 / path">
            <a:extLst xmlns:a="http://schemas.openxmlformats.org/drawingml/2006/main">
              <a:ext uri="{FF2B5EF4-FFF2-40B4-BE49-F238E27FC236}">
                <a16:creationId xmlns:a16="http://schemas.microsoft.com/office/drawing/2014/main" id="{5EF8BC51-2501-482F-84CD-9D99F5C45821}"/>
              </a:ext>
            </a:extLst>
          </p:cNvPr>
          <p:cNvSpPr>
            <a:spLocks xmlns:a="http://schemas.openxmlformats.org/drawingml/2006/main" noGrp="1"/>
          </p:cNvSpPr>
          <p:nvPr/>
        </p:nvSpPr>
        <p:spPr>
          <a:xfrm xmlns:a="http://schemas.openxmlformats.org/drawingml/2006/main">
            <a:off x="3905250" y="7386638"/>
            <a:ext cx="428625" cy="953"/>
          </a:xfrm>
          <a:custGeom xmlns:a="http://schemas.openxmlformats.org/drawingml/2006/main">
            <a:pathLst>
              <a:path w="428625" h="953">
                <a:moveTo>
                  <a:pt x="0" y="0"/>
                </a:moveTo>
                <a:lnTo>
                  <a:pt x="428625" y="0"/>
                </a:lnTo>
              </a:path>
            </a:pathLst>
          </a:custGeom>
          <a:noFill xmlns:a="http://schemas.openxmlformats.org/drawingml/2006/main"/>
          <a:ln xmlns:a="http://schemas.openxmlformats.org/drawingml/2006/main" w="10478">
            <a:solidFill>
              <a:srgbClr val="B8753F"/>
            </a:solidFill>
            <a:prstDash val="solid"/>
          </a:ln>
        </p:spPr>
      </p:sp>
      <p:sp>
        <p:nvSpPr>
          <p:cNvPr id="137" name="dp45-comparison / n145 / arrow">
            <a:extLst xmlns:a="http://schemas.openxmlformats.org/drawingml/2006/main">
              <a:ext uri="{FF2B5EF4-FFF2-40B4-BE49-F238E27FC236}">
                <a16:creationId xmlns:a16="http://schemas.microsoft.com/office/drawing/2014/main" id="{2F5080F4-6925-4C0A-8BA6-070E11CC010A}"/>
              </a:ext>
            </a:extLst>
          </p:cNvPr>
          <p:cNvSpPr>
            <a:spLocks xmlns:a="http://schemas.openxmlformats.org/drawingml/2006/main" noGrp="1"/>
          </p:cNvSpPr>
          <p:nvPr/>
        </p:nvSpPr>
        <p:spPr>
          <a:xfrm xmlns:a="http://schemas.openxmlformats.org/drawingml/2006/main">
            <a:off x="4266819" y="7353110"/>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B8753F"/>
            </a:solidFill>
            <a:prstDash val="solid"/>
          </a:ln>
        </p:spPr>
      </p:sp>
      <p:sp>
        <p:nvSpPr>
          <p:cNvPr id="138" name="dp45-comparison / n146">
            <a:extLst xmlns:a="http://schemas.openxmlformats.org/drawingml/2006/main">
              <a:ext uri="{FF2B5EF4-FFF2-40B4-BE49-F238E27FC236}">
                <a16:creationId xmlns:a16="http://schemas.microsoft.com/office/drawing/2014/main" id="{F41BEDA3-0344-470E-A0D5-5E19DCA4B08B}"/>
              </a:ext>
            </a:extLst>
          </p:cNvPr>
          <p:cNvSpPr>
            <a:spLocks xmlns:a="http://schemas.openxmlformats.org/drawingml/2006/main" noGrp="1"/>
          </p:cNvSpPr>
          <p:nvPr/>
        </p:nvSpPr>
        <p:spPr>
          <a:xfrm xmlns:a="http://schemas.openxmlformats.org/drawingml/2006/main">
            <a:off x="7000875" y="7258050"/>
            <a:ext cx="2190750" cy="25717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139" name="dp45-comparison / n147 / text 1">
            <a:extLst xmlns:a="http://schemas.openxmlformats.org/drawingml/2006/main">
              <a:ext uri="{FF2B5EF4-FFF2-40B4-BE49-F238E27FC236}">
                <a16:creationId xmlns:a16="http://schemas.microsoft.com/office/drawing/2014/main" id="{1E38BBBB-7F15-453B-A643-985DCF16C0C7}"/>
              </a:ext>
            </a:extLst>
          </p:cNvPr>
          <p:cNvSpPr>
            <a:spLocks xmlns:a="http://schemas.openxmlformats.org/drawingml/2006/main" noGrp="1"/>
          </p:cNvSpPr>
          <p:nvPr/>
        </p:nvSpPr>
        <p:spPr>
          <a:xfrm xmlns:a="http://schemas.openxmlformats.org/drawingml/2006/main">
            <a:off x="7086600" y="7293769"/>
            <a:ext cx="2019300"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25" b="1">
                <a:solidFill>
                  <a:srgbClr val="000000"/>
                </a:solidFill>
                <a:latin typeface="Apple SD Gothic Neo"/>
                <a:ea typeface="Apple SD Gothic Neo"/>
                <a:cs typeface="Apple SD Gothic Neo"/>
              </a:defRPr>
            </a:pPr>
            <a:r>
              <a:rPr sz="1125" b="1">
                <a:solidFill>
                  <a:srgbClr val="000000"/>
                </a:solidFill>
                <a:latin typeface="Apple SD Gothic Neo"/>
                <a:ea typeface="Apple SD Gothic Neo"/>
                <a:cs typeface="Apple SD Gothic Neo"/>
              </a:rPr>
              <a:t>현재 목적의 묶음 구성</a:t>
            </a:r>
          </a:p>
        </p:txBody>
      </p:sp>
      <p:sp>
        <p:nvSpPr>
          <p:cNvPr id="140" name="dp45-comparison / n148 / path">
            <a:extLst xmlns:a="http://schemas.openxmlformats.org/drawingml/2006/main">
              <a:ext uri="{FF2B5EF4-FFF2-40B4-BE49-F238E27FC236}">
                <a16:creationId xmlns:a16="http://schemas.microsoft.com/office/drawing/2014/main" id="{CA0BE92D-9919-4300-AC93-9B3CCD6EAAAC}"/>
              </a:ext>
            </a:extLst>
          </p:cNvPr>
          <p:cNvSpPr>
            <a:spLocks xmlns:a="http://schemas.openxmlformats.org/drawingml/2006/main" noGrp="1"/>
          </p:cNvSpPr>
          <p:nvPr/>
        </p:nvSpPr>
        <p:spPr>
          <a:xfrm xmlns:a="http://schemas.openxmlformats.org/drawingml/2006/main">
            <a:off x="6572250" y="7386638"/>
            <a:ext cx="428625" cy="953"/>
          </a:xfrm>
          <a:custGeom xmlns:a="http://schemas.openxmlformats.org/drawingml/2006/main">
            <a:pathLst>
              <a:path w="428625" h="953">
                <a:moveTo>
                  <a:pt x="0" y="0"/>
                </a:moveTo>
                <a:lnTo>
                  <a:pt x="428625" y="0"/>
                </a:lnTo>
              </a:path>
            </a:pathLst>
          </a:custGeom>
          <a:noFill xmlns:a="http://schemas.openxmlformats.org/drawingml/2006/main"/>
          <a:ln xmlns:a="http://schemas.openxmlformats.org/drawingml/2006/main" w="10478">
            <a:solidFill>
              <a:srgbClr val="B8753F"/>
            </a:solidFill>
            <a:prstDash val="solid"/>
          </a:ln>
        </p:spPr>
      </p:sp>
      <p:sp>
        <p:nvSpPr>
          <p:cNvPr id="141" name="dp45-comparison / n148 / arrow">
            <a:extLst xmlns:a="http://schemas.openxmlformats.org/drawingml/2006/main">
              <a:ext uri="{FF2B5EF4-FFF2-40B4-BE49-F238E27FC236}">
                <a16:creationId xmlns:a16="http://schemas.microsoft.com/office/drawing/2014/main" id="{F8FCB25D-532F-45B3-B6EA-9EFF15791F32}"/>
              </a:ext>
            </a:extLst>
          </p:cNvPr>
          <p:cNvSpPr>
            <a:spLocks xmlns:a="http://schemas.openxmlformats.org/drawingml/2006/main" noGrp="1"/>
          </p:cNvSpPr>
          <p:nvPr/>
        </p:nvSpPr>
        <p:spPr>
          <a:xfrm xmlns:a="http://schemas.openxmlformats.org/drawingml/2006/main">
            <a:off x="6933819" y="7353110"/>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B8753F"/>
            </a:solidFill>
            <a:prstDash val="solid"/>
          </a:ln>
        </p:spPr>
      </p:sp>
      <p:sp>
        <p:nvSpPr>
          <p:cNvPr id="142" name="dp45-comparison / n78">
            <a:extLst xmlns:a="http://schemas.openxmlformats.org/drawingml/2006/main">
              <a:ext uri="{FF2B5EF4-FFF2-40B4-BE49-F238E27FC236}">
                <a16:creationId xmlns:a16="http://schemas.microsoft.com/office/drawing/2014/main" id="{F97EB76E-5C53-4400-8862-DC7563757C8F}"/>
              </a:ext>
            </a:extLst>
          </p:cNvPr>
          <p:cNvSpPr>
            <a:spLocks xmlns:a="http://schemas.openxmlformats.org/drawingml/2006/main" noGrp="1"/>
          </p:cNvSpPr>
          <p:nvPr/>
        </p:nvSpPr>
        <p:spPr>
          <a:xfrm xmlns:a="http://schemas.openxmlformats.org/drawingml/2006/main">
            <a:off x="1647825" y="2771775"/>
            <a:ext cx="1980629" cy="16764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43" name="dp45-comparison / n79 / text 1">
            <a:extLst xmlns:a="http://schemas.openxmlformats.org/drawingml/2006/main">
              <a:ext uri="{FF2B5EF4-FFF2-40B4-BE49-F238E27FC236}">
                <a16:creationId xmlns:a16="http://schemas.microsoft.com/office/drawing/2014/main" id="{35F798A2-2FBD-4CE1-9495-A5092E98E930}"/>
              </a:ext>
            </a:extLst>
          </p:cNvPr>
          <p:cNvSpPr>
            <a:spLocks xmlns:a="http://schemas.openxmlformats.org/drawingml/2006/main" noGrp="1"/>
          </p:cNvSpPr>
          <p:nvPr/>
        </p:nvSpPr>
        <p:spPr>
          <a:xfrm xmlns:a="http://schemas.openxmlformats.org/drawingml/2006/main">
            <a:off x="1666875" y="2781300"/>
            <a:ext cx="2667000" cy="17954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75" b="0">
                <a:solidFill>
                  <a:srgbClr val="000000"/>
                </a:solidFill>
                <a:latin typeface="Apple SD Gothic Neo"/>
                <a:ea typeface="Apple SD Gothic Neo"/>
                <a:cs typeface="Apple SD Gothic Neo"/>
              </a:defRPr>
            </a:pPr>
            <a:r>
              <a:rPr sz="975" b="0">
                <a:solidFill>
                  <a:srgbClr val="000000"/>
                </a:solidFill>
                <a:latin typeface="Apple SD Gothic Neo"/>
                <a:ea typeface="Apple SD Gothic Neo"/>
                <a:cs typeface="Apple SD Gothic Neo"/>
              </a:rPr>
              <a:t>Query1: 평가 기준과 과거 결과</a:t>
            </a:r>
          </a:p>
        </p:txBody>
      </p:sp>
      <p:sp>
        <p:nvSpPr>
          <p:cNvPr id="144" name="dp45-comparison / n80">
            <a:extLst xmlns:a="http://schemas.openxmlformats.org/drawingml/2006/main">
              <a:ext uri="{FF2B5EF4-FFF2-40B4-BE49-F238E27FC236}">
                <a16:creationId xmlns:a16="http://schemas.microsoft.com/office/drawing/2014/main" id="{3440BBC6-2D76-47F8-8090-BE00BB8F15C8}"/>
              </a:ext>
            </a:extLst>
          </p:cNvPr>
          <p:cNvSpPr>
            <a:spLocks xmlns:a="http://schemas.openxmlformats.org/drawingml/2006/main" noGrp="1"/>
          </p:cNvSpPr>
          <p:nvPr/>
        </p:nvSpPr>
        <p:spPr>
          <a:xfrm xmlns:a="http://schemas.openxmlformats.org/drawingml/2006/main">
            <a:off x="4600575" y="2762250"/>
            <a:ext cx="1731264" cy="15621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45" name="dp45-comparison / n81 / text 1">
            <a:extLst xmlns:a="http://schemas.openxmlformats.org/drawingml/2006/main">
              <a:ext uri="{FF2B5EF4-FFF2-40B4-BE49-F238E27FC236}">
                <a16:creationId xmlns:a16="http://schemas.microsoft.com/office/drawing/2014/main" id="{ACCEACBA-DFE9-4416-993F-22BC21CBA26D}"/>
              </a:ext>
            </a:extLst>
          </p:cNvPr>
          <p:cNvSpPr>
            <a:spLocks xmlns:a="http://schemas.openxmlformats.org/drawingml/2006/main" noGrp="1"/>
          </p:cNvSpPr>
          <p:nvPr/>
        </p:nvSpPr>
        <p:spPr>
          <a:xfrm xmlns:a="http://schemas.openxmlformats.org/drawingml/2006/main">
            <a:off x="4619625" y="2771775"/>
            <a:ext cx="2047875"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설명 원문 / 실제 전달한 범위</a:t>
            </a:r>
          </a:p>
        </p:txBody>
      </p:sp>
      <p:sp>
        <p:nvSpPr>
          <p:cNvPr id="146" name="dp45-comparison / n82">
            <a:extLst xmlns:a="http://schemas.openxmlformats.org/drawingml/2006/main">
              <a:ext uri="{FF2B5EF4-FFF2-40B4-BE49-F238E27FC236}">
                <a16:creationId xmlns:a16="http://schemas.microsoft.com/office/drawing/2014/main" id="{0949A830-ED0A-4389-A5BC-0FC8D7254894}"/>
              </a:ext>
            </a:extLst>
          </p:cNvPr>
          <p:cNvSpPr>
            <a:spLocks xmlns:a="http://schemas.openxmlformats.org/drawingml/2006/main" noGrp="1"/>
          </p:cNvSpPr>
          <p:nvPr/>
        </p:nvSpPr>
        <p:spPr>
          <a:xfrm xmlns:a="http://schemas.openxmlformats.org/drawingml/2006/main">
            <a:off x="7124700" y="2762250"/>
            <a:ext cx="1822704" cy="15621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47" name="dp45-comparison / n83 / text 1">
            <a:extLst xmlns:a="http://schemas.openxmlformats.org/drawingml/2006/main">
              <a:ext uri="{FF2B5EF4-FFF2-40B4-BE49-F238E27FC236}">
                <a16:creationId xmlns:a16="http://schemas.microsoft.com/office/drawing/2014/main" id="{32B5E4A1-F5F4-4CA7-AAE8-693C0361F27A}"/>
              </a:ext>
            </a:extLst>
          </p:cNvPr>
          <p:cNvSpPr>
            <a:spLocks xmlns:a="http://schemas.openxmlformats.org/drawingml/2006/main" noGrp="1"/>
          </p:cNvSpPr>
          <p:nvPr/>
        </p:nvSpPr>
        <p:spPr>
          <a:xfrm xmlns:a="http://schemas.openxmlformats.org/drawingml/2006/main">
            <a:off x="7143750" y="2771775"/>
            <a:ext cx="209550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Task1 제품 조사 / Task2 견적</a:t>
            </a:r>
          </a:p>
        </p:txBody>
      </p:sp>
      <p:sp>
        <p:nvSpPr>
          <p:cNvPr id="148" name="dp45-comparison / n84">
            <a:extLst xmlns:a="http://schemas.openxmlformats.org/drawingml/2006/main">
              <a:ext uri="{FF2B5EF4-FFF2-40B4-BE49-F238E27FC236}">
                <a16:creationId xmlns:a16="http://schemas.microsoft.com/office/drawing/2014/main" id="{8BE0E7A0-4A84-4C53-8087-A9A97697DF83}"/>
              </a:ext>
            </a:extLst>
          </p:cNvPr>
          <p:cNvSpPr>
            <a:spLocks xmlns:a="http://schemas.openxmlformats.org/drawingml/2006/main" noGrp="1"/>
          </p:cNvSpPr>
          <p:nvPr/>
        </p:nvSpPr>
        <p:spPr>
          <a:xfrm xmlns:a="http://schemas.openxmlformats.org/drawingml/2006/main">
            <a:off x="4600575" y="2924175"/>
            <a:ext cx="1207770" cy="15621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49" name="dp45-comparison / n85 / text 1">
            <a:extLst xmlns:a="http://schemas.openxmlformats.org/drawingml/2006/main">
              <a:ext uri="{FF2B5EF4-FFF2-40B4-BE49-F238E27FC236}">
                <a16:creationId xmlns:a16="http://schemas.microsoft.com/office/drawing/2014/main" id="{CA3F87B0-61E3-4AE2-AB59-EF6C2B71BE57}"/>
              </a:ext>
            </a:extLst>
          </p:cNvPr>
          <p:cNvSpPr>
            <a:spLocks xmlns:a="http://schemas.openxmlformats.org/drawingml/2006/main" noGrp="1"/>
          </p:cNvSpPr>
          <p:nvPr/>
        </p:nvSpPr>
        <p:spPr>
          <a:xfrm xmlns:a="http://schemas.openxmlformats.org/drawingml/2006/main">
            <a:off x="4619625" y="2933700"/>
            <a:ext cx="2047875"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“가격이 같은 경우…”</a:t>
            </a:r>
          </a:p>
        </p:txBody>
      </p:sp>
      <p:sp>
        <p:nvSpPr>
          <p:cNvPr id="150" name="dp45-comparison / n86">
            <a:extLst xmlns:a="http://schemas.openxmlformats.org/drawingml/2006/main">
              <a:ext uri="{FF2B5EF4-FFF2-40B4-BE49-F238E27FC236}">
                <a16:creationId xmlns:a16="http://schemas.microsoft.com/office/drawing/2014/main" id="{0371F486-678A-48F1-A7A6-145D809BA95A}"/>
              </a:ext>
            </a:extLst>
          </p:cNvPr>
          <p:cNvSpPr>
            <a:spLocks xmlns:a="http://schemas.openxmlformats.org/drawingml/2006/main" noGrp="1"/>
          </p:cNvSpPr>
          <p:nvPr/>
        </p:nvSpPr>
        <p:spPr>
          <a:xfrm xmlns:a="http://schemas.openxmlformats.org/drawingml/2006/main">
            <a:off x="7124700" y="2924175"/>
            <a:ext cx="1731645" cy="14478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51" name="dp45-comparison / n87 / text 1">
            <a:extLst xmlns:a="http://schemas.openxmlformats.org/drawingml/2006/main">
              <a:ext uri="{FF2B5EF4-FFF2-40B4-BE49-F238E27FC236}">
                <a16:creationId xmlns:a16="http://schemas.microsoft.com/office/drawing/2014/main" id="{7516A7A5-6FAF-4028-8105-943CC1526711}"/>
              </a:ext>
            </a:extLst>
          </p:cNvPr>
          <p:cNvSpPr>
            <a:spLocks xmlns:a="http://schemas.openxmlformats.org/drawingml/2006/main" noGrp="1"/>
          </p:cNvSpPr>
          <p:nvPr/>
        </p:nvSpPr>
        <p:spPr>
          <a:xfrm xmlns:a="http://schemas.openxmlformats.org/drawingml/2006/main">
            <a:off x="7143750" y="2933700"/>
            <a:ext cx="2095500"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제품 결과 개정 2 / 견적 개정 1</a:t>
            </a:r>
          </a:p>
        </p:txBody>
      </p:sp>
      <p:sp>
        <p:nvSpPr>
          <p:cNvPr id="152" name="dp45-comparison / n100">
            <a:extLst xmlns:a="http://schemas.openxmlformats.org/drawingml/2006/main">
              <a:ext uri="{FF2B5EF4-FFF2-40B4-BE49-F238E27FC236}">
                <a16:creationId xmlns:a16="http://schemas.microsoft.com/office/drawing/2014/main" id="{6CFA14E4-BC15-4525-82A0-8BDA4F882BB1}"/>
              </a:ext>
            </a:extLst>
          </p:cNvPr>
          <p:cNvSpPr>
            <a:spLocks xmlns:a="http://schemas.openxmlformats.org/drawingml/2006/main" noGrp="1"/>
          </p:cNvSpPr>
          <p:nvPr/>
        </p:nvSpPr>
        <p:spPr>
          <a:xfrm xmlns:a="http://schemas.openxmlformats.org/drawingml/2006/main">
            <a:off x="5457825" y="3362325"/>
            <a:ext cx="2281809" cy="17907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53" name="dp45-comparison / n101 / text 1">
            <a:extLst xmlns:a="http://schemas.openxmlformats.org/drawingml/2006/main">
              <a:ext uri="{FF2B5EF4-FFF2-40B4-BE49-F238E27FC236}">
                <a16:creationId xmlns:a16="http://schemas.microsoft.com/office/drawing/2014/main" id="{B67B689E-271C-427E-970C-B23200628A43}"/>
              </a:ext>
            </a:extLst>
          </p:cNvPr>
          <p:cNvSpPr>
            <a:spLocks xmlns:a="http://schemas.openxmlformats.org/drawingml/2006/main" noGrp="1"/>
          </p:cNvSpPr>
          <p:nvPr/>
        </p:nvSpPr>
        <p:spPr>
          <a:xfrm xmlns:a="http://schemas.openxmlformats.org/drawingml/2006/main">
            <a:off x="5476875" y="3371850"/>
            <a:ext cx="3524250" cy="19335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0">
                <a:solidFill>
                  <a:srgbClr val="000000"/>
                </a:solidFill>
                <a:latin typeface="Apple SD Gothic Neo"/>
                <a:ea typeface="Apple SD Gothic Neo"/>
                <a:cs typeface="Apple SD Gothic Neo"/>
              </a:defRPr>
            </a:pPr>
            <a:r>
              <a:rPr sz="1050" b="0">
                <a:solidFill>
                  <a:srgbClr val="000000"/>
                </a:solidFill>
                <a:latin typeface="Apple SD Gothic Neo"/>
                <a:ea typeface="Apple SD Gothic Neo"/>
                <a:cs typeface="Apple SD Gothic Neo"/>
              </a:rPr>
              <a:t>② Query에 맞춘 원본 읽기 / 반환</a:t>
            </a:r>
          </a:p>
        </p:txBody>
      </p:sp>
      <p:sp>
        <p:nvSpPr>
          <p:cNvPr id="154" name="dp45-comparison / n104">
            <a:extLst xmlns:a="http://schemas.openxmlformats.org/drawingml/2006/main">
              <a:ext uri="{FF2B5EF4-FFF2-40B4-BE49-F238E27FC236}">
                <a16:creationId xmlns:a16="http://schemas.microsoft.com/office/drawing/2014/main" id="{EF037895-BC8C-4242-8E86-1F5A6F28A067}"/>
              </a:ext>
            </a:extLst>
          </p:cNvPr>
          <p:cNvSpPr>
            <a:spLocks xmlns:a="http://schemas.openxmlformats.org/drawingml/2006/main" noGrp="1"/>
          </p:cNvSpPr>
          <p:nvPr/>
        </p:nvSpPr>
        <p:spPr>
          <a:xfrm xmlns:a="http://schemas.openxmlformats.org/drawingml/2006/main">
            <a:off x="1933575" y="4314825"/>
            <a:ext cx="2124266" cy="16764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55" name="dp45-comparison / n105 / text 1">
            <a:extLst xmlns:a="http://schemas.openxmlformats.org/drawingml/2006/main">
              <a:ext uri="{FF2B5EF4-FFF2-40B4-BE49-F238E27FC236}">
                <a16:creationId xmlns:a16="http://schemas.microsoft.com/office/drawing/2014/main" id="{1E5F4AEB-E6C4-469B-9AC6-17F2E0FCDBB8}"/>
              </a:ext>
            </a:extLst>
          </p:cNvPr>
          <p:cNvSpPr>
            <a:spLocks xmlns:a="http://schemas.openxmlformats.org/drawingml/2006/main" noGrp="1"/>
          </p:cNvSpPr>
          <p:nvPr/>
        </p:nvSpPr>
        <p:spPr>
          <a:xfrm xmlns:a="http://schemas.openxmlformats.org/drawingml/2006/main">
            <a:off x="1952625" y="4324350"/>
            <a:ext cx="2524125" cy="17954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75" b="0">
                <a:solidFill>
                  <a:srgbClr val="000000"/>
                </a:solidFill>
                <a:latin typeface="Apple SD Gothic Neo"/>
                <a:ea typeface="Apple SD Gothic Neo"/>
                <a:cs typeface="Apple SD Gothic Neo"/>
              </a:defRPr>
            </a:pPr>
            <a:r>
              <a:rPr sz="975" b="0">
                <a:solidFill>
                  <a:srgbClr val="000000"/>
                </a:solidFill>
                <a:latin typeface="Apple SD Gothic Neo"/>
                <a:ea typeface="Apple SD Gothic Neo"/>
                <a:cs typeface="Apple SD Gothic Neo"/>
              </a:rPr>
              <a:t>③ 원본 확인 / 유효 cache 재사용</a:t>
            </a:r>
          </a:p>
        </p:txBody>
      </p:sp>
      <p:sp>
        <p:nvSpPr>
          <p:cNvPr id="156" name="dp45-comparison / n106">
            <a:extLst xmlns:a="http://schemas.openxmlformats.org/drawingml/2006/main">
              <a:ext uri="{FF2B5EF4-FFF2-40B4-BE49-F238E27FC236}">
                <a16:creationId xmlns:a16="http://schemas.microsoft.com/office/drawing/2014/main" id="{45C859B8-DC12-4BC7-BA29-2C711E3A5BA8}"/>
              </a:ext>
            </a:extLst>
          </p:cNvPr>
          <p:cNvSpPr>
            <a:spLocks xmlns:a="http://schemas.openxmlformats.org/drawingml/2006/main" noGrp="1"/>
          </p:cNvSpPr>
          <p:nvPr/>
        </p:nvSpPr>
        <p:spPr>
          <a:xfrm xmlns:a="http://schemas.openxmlformats.org/drawingml/2006/main">
            <a:off x="1933575" y="4533900"/>
            <a:ext cx="2188655" cy="16764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57" name="dp45-comparison / n107 / text 1">
            <a:extLst xmlns:a="http://schemas.openxmlformats.org/drawingml/2006/main">
              <a:ext uri="{FF2B5EF4-FFF2-40B4-BE49-F238E27FC236}">
                <a16:creationId xmlns:a16="http://schemas.microsoft.com/office/drawing/2014/main" id="{3909C735-1B51-43CA-8F90-75D8A61D53EC}"/>
              </a:ext>
            </a:extLst>
          </p:cNvPr>
          <p:cNvSpPr>
            <a:spLocks xmlns:a="http://schemas.openxmlformats.org/drawingml/2006/main" noGrp="1"/>
          </p:cNvSpPr>
          <p:nvPr/>
        </p:nvSpPr>
        <p:spPr>
          <a:xfrm xmlns:a="http://schemas.openxmlformats.org/drawingml/2006/main">
            <a:off x="1952625" y="4543425"/>
            <a:ext cx="2524125" cy="17954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75" b="0">
                <a:solidFill>
                  <a:srgbClr val="000000"/>
                </a:solidFill>
                <a:latin typeface="Apple SD Gothic Neo"/>
                <a:ea typeface="Apple SD Gothic Neo"/>
                <a:cs typeface="Apple SD Gothic Neo"/>
              </a:defRPr>
            </a:pPr>
            <a:r>
              <a:rPr sz="975" b="0">
                <a:solidFill>
                  <a:srgbClr val="000000"/>
                </a:solidFill>
                <a:latin typeface="Apple SD Gothic Neo"/>
                <a:ea typeface="Apple SD Gothic Neo"/>
                <a:cs typeface="Apple SD Gothic Neo"/>
              </a:rPr>
              <a:t>필요한 원본 추가 조회 / 부분 갱신</a:t>
            </a:r>
          </a:p>
        </p:txBody>
      </p:sp>
      <p:sp>
        <p:nvSpPr>
          <p:cNvPr id="158" name="dp45-comparison / n110">
            <a:extLst xmlns:a="http://schemas.openxmlformats.org/drawingml/2006/main">
              <a:ext uri="{FF2B5EF4-FFF2-40B4-BE49-F238E27FC236}">
                <a16:creationId xmlns:a16="http://schemas.microsoft.com/office/drawing/2014/main" id="{94007C37-C9E4-4716-B0A8-82F1AA762711}"/>
              </a:ext>
            </a:extLst>
          </p:cNvPr>
          <p:cNvSpPr>
            <a:spLocks xmlns:a="http://schemas.openxmlformats.org/drawingml/2006/main" noGrp="1"/>
          </p:cNvSpPr>
          <p:nvPr/>
        </p:nvSpPr>
        <p:spPr>
          <a:xfrm xmlns:a="http://schemas.openxmlformats.org/drawingml/2006/main">
            <a:off x="5191125" y="3752850"/>
            <a:ext cx="3714750" cy="1123950"/>
          </a:xfrm>
          <a:custGeom xmlns:a="http://schemas.openxmlformats.org/drawingml/2006/main">
            <a:pathLst>
              <a:path w="3714750" h="1123950">
                <a:moveTo>
                  <a:pt x="0" y="0"/>
                </a:moveTo>
                <a:lnTo>
                  <a:pt x="3543300" y="0"/>
                </a:lnTo>
                <a:lnTo>
                  <a:pt x="3714750" y="171450"/>
                </a:lnTo>
                <a:lnTo>
                  <a:pt x="3714750" y="1123950"/>
                </a:lnTo>
                <a:lnTo>
                  <a:pt x="0" y="1123950"/>
                </a:lnTo>
                <a:close/>
              </a:path>
            </a:pathLst>
          </a:custGeom>
          <a:solidFill xmlns:a="http://schemas.openxmlformats.org/drawingml/2006/main">
            <a:srgbClr val="FFFFFF"/>
          </a:solidFill>
          <a:ln xmlns:a="http://schemas.openxmlformats.org/drawingml/2006/main" w="9525">
            <a:solidFill>
              <a:srgbClr val="000000"/>
            </a:solidFill>
            <a:prstDash val="solid"/>
          </a:ln>
        </p:spPr>
      </p:sp>
      <p:sp>
        <p:nvSpPr>
          <p:cNvPr id="159" name="dp45-comparison / n110 / fold">
            <a:extLst xmlns:a="http://schemas.openxmlformats.org/drawingml/2006/main">
              <a:ext uri="{FF2B5EF4-FFF2-40B4-BE49-F238E27FC236}">
                <a16:creationId xmlns:a16="http://schemas.microsoft.com/office/drawing/2014/main" id="{D7EF2833-A79F-47F7-889F-3E4420FFED1C}"/>
              </a:ext>
            </a:extLst>
          </p:cNvPr>
          <p:cNvSpPr>
            <a:spLocks xmlns:a="http://schemas.openxmlformats.org/drawingml/2006/main" noGrp="1"/>
          </p:cNvSpPr>
          <p:nvPr/>
        </p:nvSpPr>
        <p:spPr>
          <a:xfrm xmlns:a="http://schemas.openxmlformats.org/drawingml/2006/main">
            <a:off x="8734425" y="3752850"/>
            <a:ext cx="171450" cy="171450"/>
          </a:xfrm>
          <a:custGeom xmlns:a="http://schemas.openxmlformats.org/drawingml/2006/main">
            <a:pathLst>
              <a:path w="171450" h="171450">
                <a:moveTo>
                  <a:pt x="0" y="0"/>
                </a:moveTo>
                <a:lnTo>
                  <a:pt x="0" y="171450"/>
                </a:lnTo>
                <a:lnTo>
                  <a:pt x="171450" y="171450"/>
                </a:lnTo>
              </a:path>
            </a:pathLst>
          </a:custGeom>
          <a:noFill xmlns:a="http://schemas.openxmlformats.org/drawingml/2006/main"/>
          <a:ln xmlns:a="http://schemas.openxmlformats.org/drawingml/2006/main" w="9525">
            <a:solidFill>
              <a:srgbClr val="000000"/>
            </a:solidFill>
            <a:prstDash val="solid"/>
          </a:ln>
        </p:spPr>
      </p:sp>
      <p:sp>
        <p:nvSpPr>
          <p:cNvPr id="160" name="dp45-comparison / n111 / text 1">
            <a:extLst xmlns:a="http://schemas.openxmlformats.org/drawingml/2006/main">
              <a:ext uri="{FF2B5EF4-FFF2-40B4-BE49-F238E27FC236}">
                <a16:creationId xmlns:a16="http://schemas.microsoft.com/office/drawing/2014/main" id="{811BE034-1AC2-4A46-A13B-3E5590154031}"/>
              </a:ext>
            </a:extLst>
          </p:cNvPr>
          <p:cNvSpPr>
            <a:spLocks xmlns:a="http://schemas.openxmlformats.org/drawingml/2006/main" noGrp="1"/>
          </p:cNvSpPr>
          <p:nvPr/>
        </p:nvSpPr>
        <p:spPr>
          <a:xfrm xmlns:a="http://schemas.openxmlformats.org/drawingml/2006/main">
            <a:off x="5286375" y="3810000"/>
            <a:ext cx="3448050"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이번 Query의 Bundle1 / Receipt1 (필드 축약)</a:t>
            </a:r>
          </a:p>
        </p:txBody>
      </p:sp>
      <p:sp>
        <p:nvSpPr>
          <p:cNvPr id="161" name="dp45-comparison / n111 / text 2">
            <a:extLst xmlns:a="http://schemas.openxmlformats.org/drawingml/2006/main">
              <a:ext uri="{FF2B5EF4-FFF2-40B4-BE49-F238E27FC236}">
                <a16:creationId xmlns:a16="http://schemas.microsoft.com/office/drawing/2014/main" id="{08E0DEB9-E35B-4A4A-8187-D2995196A23D}"/>
              </a:ext>
            </a:extLst>
          </p:cNvPr>
          <p:cNvSpPr>
            <a:spLocks xmlns:a="http://schemas.openxmlformats.org/drawingml/2006/main" noGrp="1"/>
          </p:cNvSpPr>
          <p:nvPr/>
        </p:nvSpPr>
        <p:spPr>
          <a:xfrm xmlns:a="http://schemas.openxmlformats.org/drawingml/2006/main">
            <a:off x="5286375" y="3935730"/>
            <a:ext cx="3448050"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status:PARTIAL / acquisition:OWNER_COMPOSITION</a:t>
            </a:r>
          </a:p>
        </p:txBody>
      </p:sp>
      <p:sp>
        <p:nvSpPr>
          <p:cNvPr id="162" name="dp45-comparison / n111 / text 3">
            <a:extLst xmlns:a="http://schemas.openxmlformats.org/drawingml/2006/main">
              <a:ext uri="{FF2B5EF4-FFF2-40B4-BE49-F238E27FC236}">
                <a16:creationId xmlns:a16="http://schemas.microsoft.com/office/drawing/2014/main" id="{E2B42C82-D1AE-496D-A11E-E3D069A683BE}"/>
              </a:ext>
            </a:extLst>
          </p:cNvPr>
          <p:cNvSpPr>
            <a:spLocks xmlns:a="http://schemas.openxmlformats.org/drawingml/2006/main" noGrp="1"/>
          </p:cNvSpPr>
          <p:nvPr/>
        </p:nvSpPr>
        <p:spPr>
          <a:xfrm xmlns:a="http://schemas.openxmlformats.org/drawingml/2006/main">
            <a:off x="5286375" y="4061460"/>
            <a:ext cx="3448050"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evidence: 실제 전달한 예외 문구 발췌</a:t>
            </a:r>
          </a:p>
        </p:txBody>
      </p:sp>
      <p:sp>
        <p:nvSpPr>
          <p:cNvPr id="163" name="dp45-comparison / n111 / text 4">
            <a:extLst xmlns:a="http://schemas.openxmlformats.org/drawingml/2006/main">
              <a:ext uri="{FF2B5EF4-FFF2-40B4-BE49-F238E27FC236}">
                <a16:creationId xmlns:a16="http://schemas.microsoft.com/office/drawing/2014/main" id="{C4D26E1C-2CBA-41C3-940A-D7253A6AB5A1}"/>
              </a:ext>
            </a:extLst>
          </p:cNvPr>
          <p:cNvSpPr>
            <a:spLocks xmlns:a="http://schemas.openxmlformats.org/drawingml/2006/main" noGrp="1"/>
          </p:cNvSpPr>
          <p:nvPr/>
        </p:nvSpPr>
        <p:spPr>
          <a:xfrm xmlns:a="http://schemas.openxmlformats.org/drawingml/2006/main">
            <a:off x="5286375" y="4187190"/>
            <a:ext cx="3448050"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  “가격이 같은 경우 유지보수 기간을 우선합니다.”</a:t>
            </a:r>
          </a:p>
        </p:txBody>
      </p:sp>
      <p:sp>
        <p:nvSpPr>
          <p:cNvPr id="164" name="dp45-comparison / n111 / text 5">
            <a:extLst xmlns:a="http://schemas.openxmlformats.org/drawingml/2006/main">
              <a:ext uri="{FF2B5EF4-FFF2-40B4-BE49-F238E27FC236}">
                <a16:creationId xmlns:a16="http://schemas.microsoft.com/office/drawing/2014/main" id="{239B69A0-26F5-4D20-9C78-EDA1CD483201}"/>
              </a:ext>
            </a:extLst>
          </p:cNvPr>
          <p:cNvSpPr>
            <a:spLocks xmlns:a="http://schemas.openxmlformats.org/drawingml/2006/main" noGrp="1"/>
          </p:cNvSpPr>
          <p:nvPr/>
        </p:nvSpPr>
        <p:spPr>
          <a:xfrm xmlns:a="http://schemas.openxmlformats.org/drawingml/2006/main">
            <a:off x="5286375" y="4312920"/>
            <a:ext cx="3448050"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  Task1 → 제품 비교 결과 / Task2 → 견적 결과</a:t>
            </a:r>
          </a:p>
        </p:txBody>
      </p:sp>
      <p:sp>
        <p:nvSpPr>
          <p:cNvPr id="165" name="dp45-comparison / n111 / text 6">
            <a:extLst xmlns:a="http://schemas.openxmlformats.org/drawingml/2006/main">
              <a:ext uri="{FF2B5EF4-FFF2-40B4-BE49-F238E27FC236}">
                <a16:creationId xmlns:a16="http://schemas.microsoft.com/office/drawing/2014/main" id="{9DF7004C-BB6D-43EB-B718-11BF268A40F1}"/>
              </a:ext>
            </a:extLst>
          </p:cNvPr>
          <p:cNvSpPr>
            <a:spLocks xmlns:a="http://schemas.openxmlformats.org/drawingml/2006/main" noGrp="1"/>
          </p:cNvSpPr>
          <p:nvPr/>
        </p:nvSpPr>
        <p:spPr>
          <a:xfrm xmlns:a="http://schemas.openxmlformats.org/drawingml/2006/main">
            <a:off x="5286375" y="4438650"/>
            <a:ext cx="3448050"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checked_revisions / read_ranges: 원본 확인 범위</a:t>
            </a:r>
          </a:p>
        </p:txBody>
      </p:sp>
      <p:sp>
        <p:nvSpPr>
          <p:cNvPr id="166" name="dp45-comparison / n112">
            <a:extLst xmlns:a="http://schemas.openxmlformats.org/drawingml/2006/main">
              <a:ext uri="{FF2B5EF4-FFF2-40B4-BE49-F238E27FC236}">
                <a16:creationId xmlns:a16="http://schemas.microsoft.com/office/drawing/2014/main" id="{A3332A62-27FF-498E-BF8E-B7EE10F440A4}"/>
              </a:ext>
            </a:extLst>
          </p:cNvPr>
          <p:cNvSpPr>
            <a:spLocks xmlns:a="http://schemas.openxmlformats.org/drawingml/2006/main" noGrp="1"/>
          </p:cNvSpPr>
          <p:nvPr/>
        </p:nvSpPr>
        <p:spPr>
          <a:xfrm xmlns:a="http://schemas.openxmlformats.org/drawingml/2006/main">
            <a:off x="1838325" y="5686425"/>
            <a:ext cx="2437829" cy="14478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67" name="dp45-comparison / n113 / text 1">
            <a:extLst xmlns:a="http://schemas.openxmlformats.org/drawingml/2006/main">
              <a:ext uri="{FF2B5EF4-FFF2-40B4-BE49-F238E27FC236}">
                <a16:creationId xmlns:a16="http://schemas.microsoft.com/office/drawing/2014/main" id="{621DBE87-B3E5-4BA2-8572-5DD7E5935827}"/>
              </a:ext>
            </a:extLst>
          </p:cNvPr>
          <p:cNvSpPr>
            <a:spLocks xmlns:a="http://schemas.openxmlformats.org/drawingml/2006/main" noGrp="1"/>
          </p:cNvSpPr>
          <p:nvPr/>
        </p:nvSpPr>
        <p:spPr>
          <a:xfrm xmlns:a="http://schemas.openxmlformats.org/drawingml/2006/main">
            <a:off x="1857375" y="5695950"/>
            <a:ext cx="2905125"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선택 cache는 재사용 / 구성 책임은 이번 조회</a:t>
            </a:r>
          </a:p>
        </p:txBody>
      </p:sp>
      <p:sp>
        <p:nvSpPr>
          <p:cNvPr id="168" name="dp45-comparison / n114">
            <a:extLst xmlns:a="http://schemas.openxmlformats.org/drawingml/2006/main">
              <a:ext uri="{FF2B5EF4-FFF2-40B4-BE49-F238E27FC236}">
                <a16:creationId xmlns:a16="http://schemas.microsoft.com/office/drawing/2014/main" id="{EB19796C-BCD5-48A7-B037-0CFB1F638A43}"/>
              </a:ext>
            </a:extLst>
          </p:cNvPr>
          <p:cNvSpPr>
            <a:spLocks xmlns:a="http://schemas.openxmlformats.org/drawingml/2006/main" noGrp="1"/>
          </p:cNvSpPr>
          <p:nvPr/>
        </p:nvSpPr>
        <p:spPr>
          <a:xfrm xmlns:a="http://schemas.openxmlformats.org/drawingml/2006/main">
            <a:off x="5934075" y="5686425"/>
            <a:ext cx="2110740" cy="15621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69" name="dp45-comparison / n115 / text 1">
            <a:extLst xmlns:a="http://schemas.openxmlformats.org/drawingml/2006/main">
              <a:ext uri="{FF2B5EF4-FFF2-40B4-BE49-F238E27FC236}">
                <a16:creationId xmlns:a16="http://schemas.microsoft.com/office/drawing/2014/main" id="{4C8E2373-7D37-4DBF-94FC-76A059872161}"/>
              </a:ext>
            </a:extLst>
          </p:cNvPr>
          <p:cNvSpPr>
            <a:spLocks xmlns:a="http://schemas.openxmlformats.org/drawingml/2006/main" noGrp="1"/>
          </p:cNvSpPr>
          <p:nvPr/>
        </p:nvSpPr>
        <p:spPr>
          <a:xfrm xmlns:a="http://schemas.openxmlformats.org/drawingml/2006/main">
            <a:off x="5953125" y="5695950"/>
            <a:ext cx="295275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이번 Query 수명의 발췌와 결과 참조</a:t>
            </a:r>
          </a:p>
        </p:txBody>
      </p:sp>
      <p:sp>
        <p:nvSpPr>
          <p:cNvPr id="170" name="dp45-comparison / n118">
            <a:extLst xmlns:a="http://schemas.openxmlformats.org/drawingml/2006/main">
              <a:ext uri="{FF2B5EF4-FFF2-40B4-BE49-F238E27FC236}">
                <a16:creationId xmlns:a16="http://schemas.microsoft.com/office/drawing/2014/main" id="{9468BECC-977D-4F38-9612-6DC41CAC3E86}"/>
              </a:ext>
            </a:extLst>
          </p:cNvPr>
          <p:cNvSpPr>
            <a:spLocks xmlns:a="http://schemas.openxmlformats.org/drawingml/2006/main" noGrp="1"/>
          </p:cNvSpPr>
          <p:nvPr/>
        </p:nvSpPr>
        <p:spPr>
          <a:xfrm xmlns:a="http://schemas.openxmlformats.org/drawingml/2006/main">
            <a:off x="1838325" y="3619500"/>
            <a:ext cx="763905" cy="1333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71" name="dp45-comparison / n119 / text 1">
            <a:extLst xmlns:a="http://schemas.openxmlformats.org/drawingml/2006/main">
              <a:ext uri="{FF2B5EF4-FFF2-40B4-BE49-F238E27FC236}">
                <a16:creationId xmlns:a16="http://schemas.microsoft.com/office/drawing/2014/main" id="{6BE2DFFB-1A44-4B5B-BABC-2A975EC2A1E4}"/>
              </a:ext>
            </a:extLst>
          </p:cNvPr>
          <p:cNvSpPr>
            <a:spLocks xmlns:a="http://schemas.openxmlformats.org/drawingml/2006/main" noGrp="1"/>
          </p:cNvSpPr>
          <p:nvPr/>
        </p:nvSpPr>
        <p:spPr>
          <a:xfrm xmlns:a="http://schemas.openxmlformats.org/drawingml/2006/main">
            <a:off x="1857375" y="3629025"/>
            <a:ext cx="28575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① 현재 Query1</a:t>
            </a:r>
          </a:p>
        </p:txBody>
      </p:sp>
      <p:sp>
        <p:nvSpPr>
          <p:cNvPr id="172" name="dp45-comparison / n128">
            <a:extLst xmlns:a="http://schemas.openxmlformats.org/drawingml/2006/main">
              <a:ext uri="{FF2B5EF4-FFF2-40B4-BE49-F238E27FC236}">
                <a16:creationId xmlns:a16="http://schemas.microsoft.com/office/drawing/2014/main" id="{3AD0C1D2-0C12-416C-A270-8C81ED8A361E}"/>
              </a:ext>
            </a:extLst>
          </p:cNvPr>
          <p:cNvSpPr>
            <a:spLocks xmlns:a="http://schemas.openxmlformats.org/drawingml/2006/main" noGrp="1"/>
          </p:cNvSpPr>
          <p:nvPr/>
        </p:nvSpPr>
        <p:spPr>
          <a:xfrm xmlns:a="http://schemas.openxmlformats.org/drawingml/2006/main">
            <a:off x="4648200" y="6057900"/>
            <a:ext cx="1306258" cy="14478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73" name="dp45-comparison / n129 / text 1">
            <a:extLst xmlns:a="http://schemas.openxmlformats.org/drawingml/2006/main">
              <a:ext uri="{FF2B5EF4-FFF2-40B4-BE49-F238E27FC236}">
                <a16:creationId xmlns:a16="http://schemas.microsoft.com/office/drawing/2014/main" id="{836629C7-1D5E-4D72-8B22-03FFC702E686}"/>
              </a:ext>
            </a:extLst>
          </p:cNvPr>
          <p:cNvSpPr>
            <a:spLocks xmlns:a="http://schemas.openxmlformats.org/drawingml/2006/main" noGrp="1"/>
          </p:cNvSpPr>
          <p:nvPr/>
        </p:nvSpPr>
        <p:spPr>
          <a:xfrm xmlns:a="http://schemas.openxmlformats.org/drawingml/2006/main">
            <a:off x="4667250" y="6067425"/>
            <a:ext cx="1571625"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필요한 과거 의미만 가공</a:t>
            </a:r>
          </a:p>
        </p:txBody>
      </p:sp>
      <p:sp>
        <p:nvSpPr>
          <p:cNvPr id="174" name="dp45-comparison / n131">
            <a:extLst xmlns:a="http://schemas.openxmlformats.org/drawingml/2006/main">
              <a:ext uri="{FF2B5EF4-FFF2-40B4-BE49-F238E27FC236}">
                <a16:creationId xmlns:a16="http://schemas.microsoft.com/office/drawing/2014/main" id="{705130BC-336C-430D-808E-D610320183BA}"/>
              </a:ext>
            </a:extLst>
          </p:cNvPr>
          <p:cNvSpPr>
            <a:spLocks xmlns:a="http://schemas.openxmlformats.org/drawingml/2006/main" noGrp="1"/>
          </p:cNvSpPr>
          <p:nvPr/>
        </p:nvSpPr>
        <p:spPr>
          <a:xfrm xmlns:a="http://schemas.openxmlformats.org/drawingml/2006/main">
            <a:off x="1647825" y="6477000"/>
            <a:ext cx="2484501" cy="17907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75" name="dp45-comparison / n132 / text 1">
            <a:extLst xmlns:a="http://schemas.openxmlformats.org/drawingml/2006/main">
              <a:ext uri="{FF2B5EF4-FFF2-40B4-BE49-F238E27FC236}">
                <a16:creationId xmlns:a16="http://schemas.microsoft.com/office/drawing/2014/main" id="{548E5018-9B7F-43FD-A523-F08B3B54E2DD}"/>
              </a:ext>
            </a:extLst>
          </p:cNvPr>
          <p:cNvSpPr>
            <a:spLocks xmlns:a="http://schemas.openxmlformats.org/drawingml/2006/main" noGrp="1"/>
          </p:cNvSpPr>
          <p:nvPr/>
        </p:nvSpPr>
        <p:spPr>
          <a:xfrm xmlns:a="http://schemas.openxmlformats.org/drawingml/2006/main">
            <a:off x="1666875" y="6486525"/>
            <a:ext cx="7524750" cy="19335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0">
                <a:solidFill>
                  <a:srgbClr val="000000"/>
                </a:solidFill>
                <a:latin typeface="Apple SD Gothic Neo"/>
                <a:ea typeface="Apple SD Gothic Neo"/>
                <a:cs typeface="Apple SD Gothic Neo"/>
              </a:defRPr>
            </a:pPr>
            <a:r>
              <a:rPr sz="1050" b="0">
                <a:solidFill>
                  <a:srgbClr val="000000"/>
                </a:solidFill>
                <a:latin typeface="Apple SD Gothic Neo"/>
                <a:ea typeface="Apple SD Gothic Neo"/>
                <a:cs typeface="Apple SD Gothic Neo"/>
              </a:rPr>
              <a:t>실행 순서도 / 생산 시점과 조회 경로</a:t>
            </a:r>
          </a:p>
        </p:txBody>
      </p:sp>
      <p:sp>
        <p:nvSpPr>
          <p:cNvPr id="176" name="dp45-comparison / n149">
            <a:extLst xmlns:a="http://schemas.openxmlformats.org/drawingml/2006/main">
              <a:ext uri="{FF2B5EF4-FFF2-40B4-BE49-F238E27FC236}">
                <a16:creationId xmlns:a16="http://schemas.microsoft.com/office/drawing/2014/main" id="{B08B07F4-792B-409E-8B63-5B553F6841B2}"/>
              </a:ext>
            </a:extLst>
          </p:cNvPr>
          <p:cNvSpPr>
            <a:spLocks xmlns:a="http://schemas.openxmlformats.org/drawingml/2006/main" noGrp="1"/>
          </p:cNvSpPr>
          <p:nvPr/>
        </p:nvSpPr>
        <p:spPr>
          <a:xfrm xmlns:a="http://schemas.openxmlformats.org/drawingml/2006/main">
            <a:off x="1647825" y="7058025"/>
            <a:ext cx="2611374" cy="15621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77" name="dp45-comparison / n150 / text 1">
            <a:extLst xmlns:a="http://schemas.openxmlformats.org/drawingml/2006/main">
              <a:ext uri="{FF2B5EF4-FFF2-40B4-BE49-F238E27FC236}">
                <a16:creationId xmlns:a16="http://schemas.microsoft.com/office/drawing/2014/main" id="{8423EEFF-ECE6-43D5-A1C4-5B1A8FBBCB8E}"/>
              </a:ext>
            </a:extLst>
          </p:cNvPr>
          <p:cNvSpPr>
            <a:spLocks xmlns:a="http://schemas.openxmlformats.org/drawingml/2006/main" noGrp="1"/>
          </p:cNvSpPr>
          <p:nvPr/>
        </p:nvSpPr>
        <p:spPr>
          <a:xfrm xmlns:a="http://schemas.openxmlformats.org/drawingml/2006/main">
            <a:off x="1666875" y="7067550"/>
            <a:ext cx="752475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A의 cache 허용 / Request별 구성 책임 유지</a:t>
            </a:r>
          </a:p>
        </p:txBody>
      </p:sp>
      <p:sp>
        <p:nvSpPr>
          <p:cNvPr id="178" name="dp45-comparison / n151">
            <a:extLst xmlns:a="http://schemas.openxmlformats.org/drawingml/2006/main">
              <a:ext uri="{FF2B5EF4-FFF2-40B4-BE49-F238E27FC236}">
                <a16:creationId xmlns:a16="http://schemas.microsoft.com/office/drawing/2014/main" id="{43EC3A52-F7C3-4A46-A7FC-63C690A97D39}"/>
              </a:ext>
            </a:extLst>
          </p:cNvPr>
          <p:cNvSpPr>
            <a:spLocks xmlns:a="http://schemas.openxmlformats.org/drawingml/2006/main" noGrp="1"/>
          </p:cNvSpPr>
          <p:nvPr/>
        </p:nvSpPr>
        <p:spPr>
          <a:xfrm xmlns:a="http://schemas.openxmlformats.org/drawingml/2006/main">
            <a:off x="9953625" y="2409825"/>
            <a:ext cx="2381250" cy="30480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179" name="dp45-comparison / n152 / text 1">
            <a:extLst xmlns:a="http://schemas.openxmlformats.org/drawingml/2006/main">
              <a:ext uri="{FF2B5EF4-FFF2-40B4-BE49-F238E27FC236}">
                <a16:creationId xmlns:a16="http://schemas.microsoft.com/office/drawing/2014/main" id="{8636BF89-7B1E-4368-8206-5F0C4C1FB383}"/>
              </a:ext>
            </a:extLst>
          </p:cNvPr>
          <p:cNvSpPr>
            <a:spLocks xmlns:a="http://schemas.openxmlformats.org/drawingml/2006/main" noGrp="1"/>
          </p:cNvSpPr>
          <p:nvPr/>
        </p:nvSpPr>
        <p:spPr>
          <a:xfrm xmlns:a="http://schemas.openxmlformats.org/drawingml/2006/main">
            <a:off x="10039350" y="2456974"/>
            <a:ext cx="2209800"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75" b="1">
                <a:solidFill>
                  <a:srgbClr val="000000"/>
                </a:solidFill>
                <a:latin typeface="Apple SD Gothic Neo"/>
                <a:ea typeface="Apple SD Gothic Neo"/>
                <a:cs typeface="Apple SD Gothic Neo"/>
              </a:defRPr>
            </a:pPr>
            <a:r>
              <a:rPr sz="1275" b="1">
                <a:solidFill>
                  <a:srgbClr val="000000"/>
                </a:solidFill>
                <a:latin typeface="Apple SD Gothic Neo"/>
                <a:ea typeface="Apple SD Gothic Neo"/>
                <a:cs typeface="Apple SD Gothic Neo"/>
              </a:rPr>
              <a:t>Request Interpreter</a:t>
            </a:r>
          </a:p>
        </p:txBody>
      </p:sp>
      <p:sp>
        <p:nvSpPr>
          <p:cNvPr id="180" name="dp45-comparison / n153">
            <a:extLst xmlns:a="http://schemas.openxmlformats.org/drawingml/2006/main">
              <a:ext uri="{FF2B5EF4-FFF2-40B4-BE49-F238E27FC236}">
                <a16:creationId xmlns:a16="http://schemas.microsoft.com/office/drawing/2014/main" id="{6EC4F673-E2C2-43B2-B697-E2EE241C594E}"/>
              </a:ext>
            </a:extLst>
          </p:cNvPr>
          <p:cNvSpPr>
            <a:spLocks xmlns:a="http://schemas.openxmlformats.org/drawingml/2006/main" noGrp="1"/>
          </p:cNvSpPr>
          <p:nvPr/>
        </p:nvSpPr>
        <p:spPr>
          <a:xfrm xmlns:a="http://schemas.openxmlformats.org/drawingml/2006/main">
            <a:off x="12858750" y="2409825"/>
            <a:ext cx="2238375" cy="30480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181" name="dp45-comparison / n154 / text 1">
            <a:extLst xmlns:a="http://schemas.openxmlformats.org/drawingml/2006/main">
              <a:ext uri="{FF2B5EF4-FFF2-40B4-BE49-F238E27FC236}">
                <a16:creationId xmlns:a16="http://schemas.microsoft.com/office/drawing/2014/main" id="{6495A675-693C-4F28-988E-7ACA97515859}"/>
              </a:ext>
            </a:extLst>
          </p:cNvPr>
          <p:cNvSpPr>
            <a:spLocks xmlns:a="http://schemas.openxmlformats.org/drawingml/2006/main" noGrp="1"/>
          </p:cNvSpPr>
          <p:nvPr/>
        </p:nvSpPr>
        <p:spPr>
          <a:xfrm xmlns:a="http://schemas.openxmlformats.org/drawingml/2006/main">
            <a:off x="12944475" y="2456974"/>
            <a:ext cx="2066925"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75" b="1">
                <a:solidFill>
                  <a:srgbClr val="000000"/>
                </a:solidFill>
                <a:latin typeface="Apple SD Gothic Neo"/>
                <a:ea typeface="Apple SD Gothic Neo"/>
                <a:cs typeface="Apple SD Gothic Neo"/>
              </a:defRPr>
            </a:pPr>
            <a:r>
              <a:rPr sz="1275" b="1">
                <a:solidFill>
                  <a:srgbClr val="000000"/>
                </a:solidFill>
                <a:latin typeface="Apple SD Gothic Neo"/>
                <a:ea typeface="Apple SD Gothic Neo"/>
                <a:cs typeface="Apple SD Gothic Neo"/>
              </a:rPr>
              <a:t>Response Manager</a:t>
            </a:r>
          </a:p>
        </p:txBody>
      </p:sp>
      <p:sp>
        <p:nvSpPr>
          <p:cNvPr id="182" name="dp45-comparison / n155">
            <a:extLst xmlns:a="http://schemas.openxmlformats.org/drawingml/2006/main">
              <a:ext uri="{FF2B5EF4-FFF2-40B4-BE49-F238E27FC236}">
                <a16:creationId xmlns:a16="http://schemas.microsoft.com/office/drawing/2014/main" id="{2E1B5D6F-4C30-4CF7-B4F4-4F353A279A65}"/>
              </a:ext>
            </a:extLst>
          </p:cNvPr>
          <p:cNvSpPr>
            <a:spLocks xmlns:a="http://schemas.openxmlformats.org/drawingml/2006/main" noGrp="1"/>
          </p:cNvSpPr>
          <p:nvPr/>
        </p:nvSpPr>
        <p:spPr>
          <a:xfrm xmlns:a="http://schemas.openxmlformats.org/drawingml/2006/main">
            <a:off x="15382875" y="2409825"/>
            <a:ext cx="2190750" cy="30480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183" name="dp45-comparison / n156 / text 1">
            <a:extLst xmlns:a="http://schemas.openxmlformats.org/drawingml/2006/main">
              <a:ext uri="{FF2B5EF4-FFF2-40B4-BE49-F238E27FC236}">
                <a16:creationId xmlns:a16="http://schemas.microsoft.com/office/drawing/2014/main" id="{257BBBB3-F678-4B12-9543-32A4BA289539}"/>
              </a:ext>
            </a:extLst>
          </p:cNvPr>
          <p:cNvSpPr>
            <a:spLocks xmlns:a="http://schemas.openxmlformats.org/drawingml/2006/main" noGrp="1"/>
          </p:cNvSpPr>
          <p:nvPr/>
        </p:nvSpPr>
        <p:spPr>
          <a:xfrm xmlns:a="http://schemas.openxmlformats.org/drawingml/2006/main">
            <a:off x="15468600" y="2450783"/>
            <a:ext cx="2019300" cy="24860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350" b="1">
                <a:solidFill>
                  <a:srgbClr val="000000"/>
                </a:solidFill>
                <a:latin typeface="Apple SD Gothic Neo"/>
                <a:ea typeface="Apple SD Gothic Neo"/>
                <a:cs typeface="Apple SD Gothic Neo"/>
              </a:defRPr>
            </a:pPr>
            <a:r>
              <a:rPr sz="1350" b="1">
                <a:solidFill>
                  <a:srgbClr val="000000"/>
                </a:solidFill>
                <a:latin typeface="Apple SD Gothic Neo"/>
                <a:ea typeface="Apple SD Gothic Neo"/>
                <a:cs typeface="Apple SD Gothic Neo"/>
              </a:rPr>
              <a:t>Task Manager</a:t>
            </a:r>
          </a:p>
        </p:txBody>
      </p:sp>
      <p:sp>
        <p:nvSpPr>
          <p:cNvPr id="184" name="dp45-comparison / n167">
            <a:extLst xmlns:a="http://schemas.openxmlformats.org/drawingml/2006/main">
              <a:ext uri="{FF2B5EF4-FFF2-40B4-BE49-F238E27FC236}">
                <a16:creationId xmlns:a16="http://schemas.microsoft.com/office/drawing/2014/main" id="{E706695E-7DEC-4B8F-A240-603F887FBA48}"/>
              </a:ext>
            </a:extLst>
          </p:cNvPr>
          <p:cNvSpPr>
            <a:spLocks xmlns:a="http://schemas.openxmlformats.org/drawingml/2006/main" noGrp="1"/>
          </p:cNvSpPr>
          <p:nvPr/>
        </p:nvSpPr>
        <p:spPr>
          <a:xfrm xmlns:a="http://schemas.openxmlformats.org/drawingml/2006/main">
            <a:off x="9858375" y="3276600"/>
            <a:ext cx="7715250" cy="270510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185" name="dp45-comparison / n168 / text 1">
            <a:extLst xmlns:a="http://schemas.openxmlformats.org/drawingml/2006/main">
              <a:ext uri="{FF2B5EF4-FFF2-40B4-BE49-F238E27FC236}">
                <a16:creationId xmlns:a16="http://schemas.microsoft.com/office/drawing/2014/main" id="{CB7C9EC6-7D0F-433F-A501-6AD7A0A650D3}"/>
              </a:ext>
            </a:extLst>
          </p:cNvPr>
          <p:cNvSpPr>
            <a:spLocks xmlns:a="http://schemas.openxmlformats.org/drawingml/2006/main" noGrp="1"/>
          </p:cNvSpPr>
          <p:nvPr/>
        </p:nvSpPr>
        <p:spPr>
          <a:xfrm xmlns:a="http://schemas.openxmlformats.org/drawingml/2006/main">
            <a:off x="9982200" y="3371850"/>
            <a:ext cx="7467600" cy="29003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1">
                <a:solidFill>
                  <a:srgbClr val="000000"/>
                </a:solidFill>
                <a:latin typeface="Apple SD Gothic Neo"/>
                <a:ea typeface="Apple SD Gothic Neo"/>
                <a:cs typeface="Apple SD Gothic Neo"/>
              </a:defRPr>
            </a:pPr>
            <a:r>
              <a:rPr sz="1575" b="1">
                <a:solidFill>
                  <a:srgbClr val="000000"/>
                </a:solidFill>
                <a:latin typeface="Apple SD Gothic Neo"/>
                <a:ea typeface="Apple SD Gothic Neo"/>
                <a:cs typeface="Apple SD Gothic Neo"/>
              </a:rPr>
              <a:t>Context Manager</a:t>
            </a:r>
          </a:p>
        </p:txBody>
      </p:sp>
      <p:sp>
        <p:nvSpPr>
          <p:cNvPr id="186" name="dp45-comparison / n169">
            <a:extLst xmlns:a="http://schemas.openxmlformats.org/drawingml/2006/main">
              <a:ext uri="{FF2B5EF4-FFF2-40B4-BE49-F238E27FC236}">
                <a16:creationId xmlns:a16="http://schemas.microsoft.com/office/drawing/2014/main" id="{D39F3957-9892-4035-A086-D889DB62345D}"/>
              </a:ext>
            </a:extLst>
          </p:cNvPr>
          <p:cNvSpPr>
            <a:spLocks xmlns:a="http://schemas.openxmlformats.org/drawingml/2006/main" noGrp="1"/>
          </p:cNvSpPr>
          <p:nvPr/>
        </p:nvSpPr>
        <p:spPr>
          <a:xfrm xmlns:a="http://schemas.openxmlformats.org/drawingml/2006/main">
            <a:off x="10144125" y="3752850"/>
            <a:ext cx="2571750" cy="361950"/>
          </a:xfrm>
          <a:prstGeom xmlns:a="http://schemas.openxmlformats.org/drawingml/2006/main" prst="roundRect">
            <a:avLst>
              <a:gd name="adj" fmla="val 21053"/>
            </a:avLst>
          </a:prstGeom>
          <a:solidFill xmlns:a="http://schemas.openxmlformats.org/drawingml/2006/main">
            <a:srgbClr val="FFF0DD"/>
          </a:solidFill>
          <a:ln xmlns:a="http://schemas.openxmlformats.org/drawingml/2006/main" w="17145">
            <a:solidFill>
              <a:srgbClr val="B8753F"/>
            </a:solidFill>
            <a:prstDash val="solid"/>
          </a:ln>
        </p:spPr>
      </p:sp>
      <p:sp>
        <p:nvSpPr>
          <p:cNvPr id="187" name="dp45-comparison / n170 / text 1">
            <a:extLst xmlns:a="http://schemas.openxmlformats.org/drawingml/2006/main">
              <a:ext uri="{FF2B5EF4-FFF2-40B4-BE49-F238E27FC236}">
                <a16:creationId xmlns:a16="http://schemas.microsoft.com/office/drawing/2014/main" id="{9687A112-085F-48C2-8283-571270A45389}"/>
              </a:ext>
            </a:extLst>
          </p:cNvPr>
          <p:cNvSpPr>
            <a:spLocks xmlns:a="http://schemas.openxmlformats.org/drawingml/2006/main" noGrp="1"/>
          </p:cNvSpPr>
          <p:nvPr/>
        </p:nvSpPr>
        <p:spPr>
          <a:xfrm xmlns:a="http://schemas.openxmlformats.org/drawingml/2006/main">
            <a:off x="10229850" y="3816191"/>
            <a:ext cx="2400300" cy="26241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425" b="1">
                <a:solidFill>
                  <a:srgbClr val="000000"/>
                </a:solidFill>
                <a:latin typeface="Apple SD Gothic Neo"/>
                <a:ea typeface="Apple SD Gothic Neo"/>
                <a:cs typeface="Apple SD Gothic Neo"/>
              </a:defRPr>
            </a:pPr>
            <a:r>
              <a:rPr sz="1425" b="1">
                <a:solidFill>
                  <a:srgbClr val="000000"/>
                </a:solidFill>
                <a:latin typeface="Apple SD Gothic Neo"/>
                <a:ea typeface="Apple SD Gothic Neo"/>
                <a:cs typeface="Apple SD Gothic Neo"/>
              </a:rPr>
              <a:t>Memory Publisher</a:t>
            </a:r>
          </a:p>
        </p:txBody>
      </p:sp>
      <p:sp>
        <p:nvSpPr>
          <p:cNvPr id="188" name="dp45-comparison / n171">
            <a:extLst xmlns:a="http://schemas.openxmlformats.org/drawingml/2006/main">
              <a:ext uri="{FF2B5EF4-FFF2-40B4-BE49-F238E27FC236}">
                <a16:creationId xmlns:a16="http://schemas.microsoft.com/office/drawing/2014/main" id="{D2907041-AC72-4271-83A0-6C97C21AFC79}"/>
              </a:ext>
            </a:extLst>
          </p:cNvPr>
          <p:cNvSpPr>
            <a:spLocks xmlns:a="http://schemas.openxmlformats.org/drawingml/2006/main" noGrp="1"/>
          </p:cNvSpPr>
          <p:nvPr/>
        </p:nvSpPr>
        <p:spPr>
          <a:xfrm xmlns:a="http://schemas.openxmlformats.org/drawingml/2006/main">
            <a:off x="14239875" y="3752850"/>
            <a:ext cx="2952750" cy="400050"/>
          </a:xfrm>
          <a:prstGeom xmlns:a="http://schemas.openxmlformats.org/drawingml/2006/main" prst="can">
            <a:avLst>
              <a:gd name="adj" fmla="val 20000"/>
            </a:avLst>
          </a:prstGeom>
          <a:solidFill xmlns:a="http://schemas.openxmlformats.org/drawingml/2006/main">
            <a:srgbClr val="FFF0DD"/>
          </a:solidFill>
          <a:ln xmlns:a="http://schemas.openxmlformats.org/drawingml/2006/main" w="9525">
            <a:solidFill>
              <a:srgbClr val="B8753F"/>
            </a:solidFill>
            <a:prstDash val="solid"/>
          </a:ln>
        </p:spPr>
      </p:sp>
      <p:sp>
        <p:nvSpPr>
          <p:cNvPr id="189" name="dp45-comparison / n172 / text 1">
            <a:extLst xmlns:a="http://schemas.openxmlformats.org/drawingml/2006/main">
              <a:ext uri="{FF2B5EF4-FFF2-40B4-BE49-F238E27FC236}">
                <a16:creationId xmlns:a16="http://schemas.microsoft.com/office/drawing/2014/main" id="{9F9FD49F-D339-4A46-A2C9-CE57A1E41674}"/>
              </a:ext>
            </a:extLst>
          </p:cNvPr>
          <p:cNvSpPr>
            <a:spLocks xmlns:a="http://schemas.openxmlformats.org/drawingml/2006/main" noGrp="1"/>
          </p:cNvSpPr>
          <p:nvPr/>
        </p:nvSpPr>
        <p:spPr>
          <a:xfrm xmlns:a="http://schemas.openxmlformats.org/drawingml/2006/main">
            <a:off x="14325600" y="3867150"/>
            <a:ext cx="2781300"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25" b="0">
                <a:solidFill>
                  <a:srgbClr val="18232E"/>
                </a:solidFill>
                <a:latin typeface="Apple SD Gothic Neo"/>
                <a:ea typeface="Apple SD Gothic Neo"/>
                <a:cs typeface="Apple SD Gothic Neo"/>
              </a:defRPr>
            </a:pPr>
            <a:r>
              <a:rPr sz="1125" b="0">
                <a:solidFill>
                  <a:srgbClr val="18232E"/>
                </a:solidFill>
                <a:latin typeface="Apple SD Gothic Neo"/>
                <a:ea typeface="Apple SD Gothic Neo"/>
                <a:cs typeface="Apple SD Gothic Neo"/>
              </a:rPr>
              <a:t>Episodic Memory Repository</a:t>
            </a:r>
          </a:p>
        </p:txBody>
      </p:sp>
      <p:sp>
        <p:nvSpPr>
          <p:cNvPr id="190" name="dp45-comparison / n173">
            <a:extLst xmlns:a="http://schemas.openxmlformats.org/drawingml/2006/main">
              <a:ext uri="{FF2B5EF4-FFF2-40B4-BE49-F238E27FC236}">
                <a16:creationId xmlns:a16="http://schemas.microsoft.com/office/drawing/2014/main" id="{8BC7608E-7A77-49B8-890E-E7C2818EB1D8}"/>
              </a:ext>
            </a:extLst>
          </p:cNvPr>
          <p:cNvSpPr>
            <a:spLocks xmlns:a="http://schemas.openxmlformats.org/drawingml/2006/main" noGrp="1"/>
          </p:cNvSpPr>
          <p:nvPr/>
        </p:nvSpPr>
        <p:spPr>
          <a:xfrm xmlns:a="http://schemas.openxmlformats.org/drawingml/2006/main">
            <a:off x="10144125" y="5219700"/>
            <a:ext cx="2571750" cy="361950"/>
          </a:xfrm>
          <a:prstGeom xmlns:a="http://schemas.openxmlformats.org/drawingml/2006/main" prst="roundRect">
            <a:avLst>
              <a:gd name="adj" fmla="val 21053"/>
            </a:avLst>
          </a:prstGeom>
          <a:solidFill xmlns:a="http://schemas.openxmlformats.org/drawingml/2006/main">
            <a:srgbClr val="FFF0DD"/>
          </a:solidFill>
          <a:ln xmlns:a="http://schemas.openxmlformats.org/drawingml/2006/main" w="17145">
            <a:solidFill>
              <a:srgbClr val="B8753F"/>
            </a:solidFill>
            <a:prstDash val="solid"/>
          </a:ln>
        </p:spPr>
      </p:sp>
      <p:sp>
        <p:nvSpPr>
          <p:cNvPr id="191" name="dp45-comparison / n174 / text 1">
            <a:extLst xmlns:a="http://schemas.openxmlformats.org/drawingml/2006/main">
              <a:ext uri="{FF2B5EF4-FFF2-40B4-BE49-F238E27FC236}">
                <a16:creationId xmlns:a16="http://schemas.microsoft.com/office/drawing/2014/main" id="{B075F96F-013A-4344-B1DA-9852D6628E4B}"/>
              </a:ext>
            </a:extLst>
          </p:cNvPr>
          <p:cNvSpPr>
            <a:spLocks xmlns:a="http://schemas.openxmlformats.org/drawingml/2006/main" noGrp="1"/>
          </p:cNvSpPr>
          <p:nvPr/>
        </p:nvSpPr>
        <p:spPr>
          <a:xfrm xmlns:a="http://schemas.openxmlformats.org/drawingml/2006/main">
            <a:off x="10229850" y="5283041"/>
            <a:ext cx="2400300" cy="26241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425" b="1">
                <a:solidFill>
                  <a:srgbClr val="000000"/>
                </a:solidFill>
                <a:latin typeface="Apple SD Gothic Neo"/>
                <a:ea typeface="Apple SD Gothic Neo"/>
                <a:cs typeface="Apple SD Gothic Neo"/>
              </a:defRPr>
            </a:pPr>
            <a:r>
              <a:rPr sz="1425" b="1">
                <a:solidFill>
                  <a:srgbClr val="000000"/>
                </a:solidFill>
                <a:latin typeface="Apple SD Gothic Neo"/>
                <a:ea typeface="Apple SD Gothic Neo"/>
                <a:cs typeface="Apple SD Gothic Neo"/>
              </a:rPr>
              <a:t>Evidence Reader</a:t>
            </a:r>
          </a:p>
        </p:txBody>
      </p:sp>
      <p:sp>
        <p:nvSpPr>
          <p:cNvPr id="192" name="dp45-comparison / n175">
            <a:extLst xmlns:a="http://schemas.openxmlformats.org/drawingml/2006/main">
              <a:ext uri="{FF2B5EF4-FFF2-40B4-BE49-F238E27FC236}">
                <a16:creationId xmlns:a16="http://schemas.microsoft.com/office/drawing/2014/main" id="{10520312-7F77-4BC1-8EAF-BAE548DEEC77}"/>
              </a:ext>
            </a:extLst>
          </p:cNvPr>
          <p:cNvSpPr>
            <a:spLocks xmlns:a="http://schemas.openxmlformats.org/drawingml/2006/main" noGrp="1"/>
          </p:cNvSpPr>
          <p:nvPr/>
        </p:nvSpPr>
        <p:spPr>
          <a:xfrm xmlns:a="http://schemas.openxmlformats.org/drawingml/2006/main">
            <a:off x="14239875" y="5476875"/>
            <a:ext cx="2952750" cy="314325"/>
          </a:xfrm>
          <a:prstGeom xmlns:a="http://schemas.openxmlformats.org/drawingml/2006/main" prst="can">
            <a:avLst>
              <a:gd name="adj" fmla="val 20000"/>
            </a:avLst>
          </a:prstGeom>
          <a:solidFill xmlns:a="http://schemas.openxmlformats.org/drawingml/2006/main">
            <a:srgbClr val="FFF0DD"/>
          </a:solidFill>
          <a:ln xmlns:a="http://schemas.openxmlformats.org/drawingml/2006/main" w="9525">
            <a:solidFill>
              <a:srgbClr val="B8753F"/>
            </a:solidFill>
            <a:prstDash val="solid"/>
          </a:ln>
        </p:spPr>
      </p:sp>
      <p:sp>
        <p:nvSpPr>
          <p:cNvPr id="193" name="dp45-comparison / n176 / text 1">
            <a:extLst xmlns:a="http://schemas.openxmlformats.org/drawingml/2006/main">
              <a:ext uri="{FF2B5EF4-FFF2-40B4-BE49-F238E27FC236}">
                <a16:creationId xmlns:a16="http://schemas.microsoft.com/office/drawing/2014/main" id="{41554905-691F-467A-9918-187617BE496B}"/>
              </a:ext>
            </a:extLst>
          </p:cNvPr>
          <p:cNvSpPr>
            <a:spLocks xmlns:a="http://schemas.openxmlformats.org/drawingml/2006/main" noGrp="1"/>
          </p:cNvSpPr>
          <p:nvPr/>
        </p:nvSpPr>
        <p:spPr>
          <a:xfrm xmlns:a="http://schemas.openxmlformats.org/drawingml/2006/main">
            <a:off x="14325600" y="5542598"/>
            <a:ext cx="2781300"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Coverage State</a:t>
            </a:r>
          </a:p>
        </p:txBody>
      </p:sp>
      <p:sp>
        <p:nvSpPr>
          <p:cNvPr id="194" name="dp45-comparison / n177 / path">
            <a:extLst xmlns:a="http://schemas.openxmlformats.org/drawingml/2006/main">
              <a:ext uri="{FF2B5EF4-FFF2-40B4-BE49-F238E27FC236}">
                <a16:creationId xmlns:a16="http://schemas.microsoft.com/office/drawing/2014/main" id="{93BF67B7-D8A8-4204-98AA-465604A7DC28}"/>
              </a:ext>
            </a:extLst>
          </p:cNvPr>
          <p:cNvSpPr>
            <a:spLocks xmlns:a="http://schemas.openxmlformats.org/drawingml/2006/main" noGrp="1"/>
          </p:cNvSpPr>
          <p:nvPr/>
        </p:nvSpPr>
        <p:spPr>
          <a:xfrm xmlns:a="http://schemas.openxmlformats.org/drawingml/2006/main">
            <a:off x="12115800" y="2714625"/>
            <a:ext cx="2762250" cy="1038225"/>
          </a:xfrm>
          <a:custGeom xmlns:a="http://schemas.openxmlformats.org/drawingml/2006/main">
            <a:pathLst>
              <a:path w="2762250" h="1038225">
                <a:moveTo>
                  <a:pt x="2762250" y="0"/>
                </a:moveTo>
                <a:lnTo>
                  <a:pt x="2762250" y="352425"/>
                </a:lnTo>
                <a:lnTo>
                  <a:pt x="0" y="352425"/>
                </a:lnTo>
                <a:lnTo>
                  <a:pt x="0" y="1038225"/>
                </a:lnTo>
              </a:path>
            </a:pathLst>
          </a:custGeom>
          <a:noFill xmlns:a="http://schemas.openxmlformats.org/drawingml/2006/main"/>
          <a:ln xmlns:a="http://schemas.openxmlformats.org/drawingml/2006/main" w="10478">
            <a:solidFill>
              <a:srgbClr val="B8753F"/>
            </a:solidFill>
            <a:prstDash val="solid"/>
          </a:ln>
        </p:spPr>
      </p:sp>
      <p:sp>
        <p:nvSpPr>
          <p:cNvPr id="195" name="dp45-comparison / n177 / arrow">
            <a:extLst xmlns:a="http://schemas.openxmlformats.org/drawingml/2006/main">
              <a:ext uri="{FF2B5EF4-FFF2-40B4-BE49-F238E27FC236}">
                <a16:creationId xmlns:a16="http://schemas.microsoft.com/office/drawing/2014/main" id="{4053A6D1-16B1-4A34-A76E-5C844299892A}"/>
              </a:ext>
            </a:extLst>
          </p:cNvPr>
          <p:cNvSpPr>
            <a:spLocks xmlns:a="http://schemas.openxmlformats.org/drawingml/2006/main" noGrp="1"/>
          </p:cNvSpPr>
          <p:nvPr/>
        </p:nvSpPr>
        <p:spPr>
          <a:xfrm xmlns:a="http://schemas.openxmlformats.org/drawingml/2006/main">
            <a:off x="12082272" y="3685794"/>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B8753F"/>
            </a:solidFill>
            <a:prstDash val="solid"/>
          </a:ln>
        </p:spPr>
      </p:sp>
      <p:sp>
        <p:nvSpPr>
          <p:cNvPr id="196" name="dp45-comparison / n178 / path">
            <a:extLst xmlns:a="http://schemas.openxmlformats.org/drawingml/2006/main">
              <a:ext uri="{FF2B5EF4-FFF2-40B4-BE49-F238E27FC236}">
                <a16:creationId xmlns:a16="http://schemas.microsoft.com/office/drawing/2014/main" id="{6E463AD7-D536-48C2-8DD4-BE7FCB759D1E}"/>
              </a:ext>
            </a:extLst>
          </p:cNvPr>
          <p:cNvSpPr>
            <a:spLocks xmlns:a="http://schemas.openxmlformats.org/drawingml/2006/main" noGrp="1"/>
          </p:cNvSpPr>
          <p:nvPr/>
        </p:nvSpPr>
        <p:spPr>
          <a:xfrm xmlns:a="http://schemas.openxmlformats.org/drawingml/2006/main">
            <a:off x="12192000" y="2714625"/>
            <a:ext cx="2762250" cy="1038225"/>
          </a:xfrm>
          <a:custGeom xmlns:a="http://schemas.openxmlformats.org/drawingml/2006/main">
            <a:pathLst>
              <a:path w="2762250" h="1038225">
                <a:moveTo>
                  <a:pt x="0" y="1038225"/>
                </a:moveTo>
                <a:lnTo>
                  <a:pt x="0" y="419100"/>
                </a:lnTo>
                <a:lnTo>
                  <a:pt x="2762250" y="419100"/>
                </a:lnTo>
                <a:lnTo>
                  <a:pt x="2762250" y="0"/>
                </a:lnTo>
              </a:path>
            </a:pathLst>
          </a:custGeom>
          <a:noFill xmlns:a="http://schemas.openxmlformats.org/drawingml/2006/main"/>
          <a:ln xmlns:a="http://schemas.openxmlformats.org/drawingml/2006/main" w="10478">
            <a:solidFill>
              <a:srgbClr val="000000"/>
            </a:solidFill>
            <a:prstDash val="solid"/>
          </a:ln>
        </p:spPr>
      </p:sp>
      <p:sp>
        <p:nvSpPr>
          <p:cNvPr id="197" name="dp45-comparison / n178 / arrow">
            <a:extLst xmlns:a="http://schemas.openxmlformats.org/drawingml/2006/main">
              <a:ext uri="{FF2B5EF4-FFF2-40B4-BE49-F238E27FC236}">
                <a16:creationId xmlns:a16="http://schemas.microsoft.com/office/drawing/2014/main" id="{4196867E-E749-4D7E-86B1-B4B6B452FB50}"/>
              </a:ext>
            </a:extLst>
          </p:cNvPr>
          <p:cNvSpPr>
            <a:spLocks xmlns:a="http://schemas.openxmlformats.org/drawingml/2006/main" noGrp="1"/>
          </p:cNvSpPr>
          <p:nvPr/>
        </p:nvSpPr>
        <p:spPr>
          <a:xfrm xmlns:a="http://schemas.openxmlformats.org/drawingml/2006/main">
            <a:off x="14920722" y="2714625"/>
            <a:ext cx="67056" cy="67056"/>
          </a:xfrm>
          <a:custGeom xmlns:a="http://schemas.openxmlformats.org/drawingml/2006/main">
            <a:pathLst>
              <a:path w="67056" h="67056">
                <a:moveTo>
                  <a:pt x="67056" y="67056"/>
                </a:moveTo>
                <a:lnTo>
                  <a:pt x="33528" y="0"/>
                </a:lnTo>
                <a:lnTo>
                  <a:pt x="0" y="67056"/>
                </a:lnTo>
              </a:path>
            </a:pathLst>
          </a:custGeom>
          <a:noFill xmlns:a="http://schemas.openxmlformats.org/drawingml/2006/main"/>
          <a:ln xmlns:a="http://schemas.openxmlformats.org/drawingml/2006/main" w="13411">
            <a:solidFill>
              <a:srgbClr val="000000"/>
            </a:solidFill>
            <a:prstDash val="solid"/>
          </a:ln>
        </p:spPr>
      </p:sp>
      <p:sp>
        <p:nvSpPr>
          <p:cNvPr id="198" name="dp45-comparison / n179 / path">
            <a:extLst xmlns:a="http://schemas.openxmlformats.org/drawingml/2006/main">
              <a:ext uri="{FF2B5EF4-FFF2-40B4-BE49-F238E27FC236}">
                <a16:creationId xmlns:a16="http://schemas.microsoft.com/office/drawing/2014/main" id="{4532F4F0-9C3E-4DA4-9A48-72C390EF0342}"/>
              </a:ext>
            </a:extLst>
          </p:cNvPr>
          <p:cNvSpPr>
            <a:spLocks xmlns:a="http://schemas.openxmlformats.org/drawingml/2006/main" noGrp="1"/>
          </p:cNvSpPr>
          <p:nvPr/>
        </p:nvSpPr>
        <p:spPr>
          <a:xfrm xmlns:a="http://schemas.openxmlformats.org/drawingml/2006/main">
            <a:off x="12230100" y="2714625"/>
            <a:ext cx="2762250" cy="1038225"/>
          </a:xfrm>
          <a:custGeom xmlns:a="http://schemas.openxmlformats.org/drawingml/2006/main">
            <a:pathLst>
              <a:path w="2762250" h="1038225">
                <a:moveTo>
                  <a:pt x="2762250" y="0"/>
                </a:moveTo>
                <a:lnTo>
                  <a:pt x="2762250" y="495300"/>
                </a:lnTo>
                <a:lnTo>
                  <a:pt x="0" y="495300"/>
                </a:lnTo>
                <a:lnTo>
                  <a:pt x="0" y="1038225"/>
                </a:lnTo>
              </a:path>
            </a:pathLst>
          </a:custGeom>
          <a:noFill xmlns:a="http://schemas.openxmlformats.org/drawingml/2006/main"/>
          <a:ln xmlns:a="http://schemas.openxmlformats.org/drawingml/2006/main" w="10478">
            <a:solidFill>
              <a:srgbClr val="000000"/>
            </a:solidFill>
            <a:prstDash val="dash"/>
          </a:ln>
        </p:spPr>
      </p:sp>
      <p:sp>
        <p:nvSpPr>
          <p:cNvPr id="199" name="dp45-comparison / n179 / arrow">
            <a:extLst xmlns:a="http://schemas.openxmlformats.org/drawingml/2006/main">
              <a:ext uri="{FF2B5EF4-FFF2-40B4-BE49-F238E27FC236}">
                <a16:creationId xmlns:a16="http://schemas.microsoft.com/office/drawing/2014/main" id="{9BB4BF67-C686-40D0-8B04-E009CAB536BA}"/>
              </a:ext>
            </a:extLst>
          </p:cNvPr>
          <p:cNvSpPr>
            <a:spLocks xmlns:a="http://schemas.openxmlformats.org/drawingml/2006/main" noGrp="1"/>
          </p:cNvSpPr>
          <p:nvPr/>
        </p:nvSpPr>
        <p:spPr>
          <a:xfrm xmlns:a="http://schemas.openxmlformats.org/drawingml/2006/main">
            <a:off x="12196572" y="3685794"/>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000000"/>
            </a:solidFill>
            <a:prstDash val="solid"/>
          </a:ln>
        </p:spPr>
      </p:sp>
      <p:sp>
        <p:nvSpPr>
          <p:cNvPr id="200" name="dp45-comparison / n180 / path">
            <a:extLst xmlns:a="http://schemas.openxmlformats.org/drawingml/2006/main">
              <a:ext uri="{FF2B5EF4-FFF2-40B4-BE49-F238E27FC236}">
                <a16:creationId xmlns:a16="http://schemas.microsoft.com/office/drawing/2014/main" id="{D6D37C51-166B-4272-955E-BF7B987880B2}"/>
              </a:ext>
            </a:extLst>
          </p:cNvPr>
          <p:cNvSpPr>
            <a:spLocks xmlns:a="http://schemas.openxmlformats.org/drawingml/2006/main" noGrp="1"/>
          </p:cNvSpPr>
          <p:nvPr/>
        </p:nvSpPr>
        <p:spPr>
          <a:xfrm xmlns:a="http://schemas.openxmlformats.org/drawingml/2006/main">
            <a:off x="12353925" y="2714625"/>
            <a:ext cx="5048250" cy="1038225"/>
          </a:xfrm>
          <a:custGeom xmlns:a="http://schemas.openxmlformats.org/drawingml/2006/main">
            <a:pathLst>
              <a:path w="5048250" h="1038225">
                <a:moveTo>
                  <a:pt x="5048250" y="0"/>
                </a:moveTo>
                <a:lnTo>
                  <a:pt x="5048250" y="352425"/>
                </a:lnTo>
                <a:lnTo>
                  <a:pt x="0" y="352425"/>
                </a:lnTo>
                <a:lnTo>
                  <a:pt x="0" y="1038225"/>
                </a:lnTo>
              </a:path>
            </a:pathLst>
          </a:custGeom>
          <a:noFill xmlns:a="http://schemas.openxmlformats.org/drawingml/2006/main"/>
          <a:ln xmlns:a="http://schemas.openxmlformats.org/drawingml/2006/main" w="10478">
            <a:solidFill>
              <a:srgbClr val="B8753F"/>
            </a:solidFill>
            <a:prstDash val="solid"/>
          </a:ln>
        </p:spPr>
      </p:sp>
      <p:sp>
        <p:nvSpPr>
          <p:cNvPr id="201" name="dp45-comparison / n180 / arrow">
            <a:extLst xmlns:a="http://schemas.openxmlformats.org/drawingml/2006/main">
              <a:ext uri="{FF2B5EF4-FFF2-40B4-BE49-F238E27FC236}">
                <a16:creationId xmlns:a16="http://schemas.microsoft.com/office/drawing/2014/main" id="{95CEFA2D-FA13-47A3-9FF0-08C4EC4FE3FD}"/>
              </a:ext>
            </a:extLst>
          </p:cNvPr>
          <p:cNvSpPr>
            <a:spLocks xmlns:a="http://schemas.openxmlformats.org/drawingml/2006/main" noGrp="1"/>
          </p:cNvSpPr>
          <p:nvPr/>
        </p:nvSpPr>
        <p:spPr>
          <a:xfrm xmlns:a="http://schemas.openxmlformats.org/drawingml/2006/main">
            <a:off x="12320397" y="3685794"/>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B8753F"/>
            </a:solidFill>
            <a:prstDash val="solid"/>
          </a:ln>
        </p:spPr>
      </p:sp>
      <p:sp>
        <p:nvSpPr>
          <p:cNvPr id="202" name="dp45-comparison / n181 / path">
            <a:extLst xmlns:a="http://schemas.openxmlformats.org/drawingml/2006/main">
              <a:ext uri="{FF2B5EF4-FFF2-40B4-BE49-F238E27FC236}">
                <a16:creationId xmlns:a16="http://schemas.microsoft.com/office/drawing/2014/main" id="{6700B2C6-7C62-4BE6-8E8F-05AE52507155}"/>
              </a:ext>
            </a:extLst>
          </p:cNvPr>
          <p:cNvSpPr>
            <a:spLocks xmlns:a="http://schemas.openxmlformats.org/drawingml/2006/main" noGrp="1"/>
          </p:cNvSpPr>
          <p:nvPr/>
        </p:nvSpPr>
        <p:spPr>
          <a:xfrm xmlns:a="http://schemas.openxmlformats.org/drawingml/2006/main">
            <a:off x="12430125" y="2714625"/>
            <a:ext cx="5048250" cy="1038225"/>
          </a:xfrm>
          <a:custGeom xmlns:a="http://schemas.openxmlformats.org/drawingml/2006/main">
            <a:pathLst>
              <a:path w="5048250" h="1038225">
                <a:moveTo>
                  <a:pt x="0" y="1038225"/>
                </a:moveTo>
                <a:lnTo>
                  <a:pt x="0" y="419100"/>
                </a:lnTo>
                <a:lnTo>
                  <a:pt x="5048250" y="419100"/>
                </a:lnTo>
                <a:lnTo>
                  <a:pt x="5048250" y="0"/>
                </a:lnTo>
              </a:path>
            </a:pathLst>
          </a:custGeom>
          <a:noFill xmlns:a="http://schemas.openxmlformats.org/drawingml/2006/main"/>
          <a:ln xmlns:a="http://schemas.openxmlformats.org/drawingml/2006/main" w="10478">
            <a:solidFill>
              <a:srgbClr val="000000"/>
            </a:solidFill>
            <a:prstDash val="solid"/>
          </a:ln>
        </p:spPr>
      </p:sp>
      <p:sp>
        <p:nvSpPr>
          <p:cNvPr id="203" name="dp45-comparison / n181 / arrow">
            <a:extLst xmlns:a="http://schemas.openxmlformats.org/drawingml/2006/main">
              <a:ext uri="{FF2B5EF4-FFF2-40B4-BE49-F238E27FC236}">
                <a16:creationId xmlns:a16="http://schemas.microsoft.com/office/drawing/2014/main" id="{3E846120-FCC1-444C-89C8-CEEDC416455D}"/>
              </a:ext>
            </a:extLst>
          </p:cNvPr>
          <p:cNvSpPr>
            <a:spLocks xmlns:a="http://schemas.openxmlformats.org/drawingml/2006/main" noGrp="1"/>
          </p:cNvSpPr>
          <p:nvPr/>
        </p:nvSpPr>
        <p:spPr>
          <a:xfrm xmlns:a="http://schemas.openxmlformats.org/drawingml/2006/main">
            <a:off x="17444847" y="2714625"/>
            <a:ext cx="67056" cy="67056"/>
          </a:xfrm>
          <a:custGeom xmlns:a="http://schemas.openxmlformats.org/drawingml/2006/main">
            <a:pathLst>
              <a:path w="67056" h="67056">
                <a:moveTo>
                  <a:pt x="67056" y="67056"/>
                </a:moveTo>
                <a:lnTo>
                  <a:pt x="33528" y="0"/>
                </a:lnTo>
                <a:lnTo>
                  <a:pt x="0" y="67056"/>
                </a:lnTo>
              </a:path>
            </a:pathLst>
          </a:custGeom>
          <a:noFill xmlns:a="http://schemas.openxmlformats.org/drawingml/2006/main"/>
          <a:ln xmlns:a="http://schemas.openxmlformats.org/drawingml/2006/main" w="13411">
            <a:solidFill>
              <a:srgbClr val="000000"/>
            </a:solidFill>
            <a:prstDash val="solid"/>
          </a:ln>
        </p:spPr>
      </p:sp>
      <p:sp>
        <p:nvSpPr>
          <p:cNvPr id="204" name="dp45-comparison / n182 / path">
            <a:extLst xmlns:a="http://schemas.openxmlformats.org/drawingml/2006/main">
              <a:ext uri="{FF2B5EF4-FFF2-40B4-BE49-F238E27FC236}">
                <a16:creationId xmlns:a16="http://schemas.microsoft.com/office/drawing/2014/main" id="{1E09B9D3-E6BD-48D3-9A5B-4817513DC73C}"/>
              </a:ext>
            </a:extLst>
          </p:cNvPr>
          <p:cNvSpPr>
            <a:spLocks xmlns:a="http://schemas.openxmlformats.org/drawingml/2006/main" noGrp="1"/>
          </p:cNvSpPr>
          <p:nvPr/>
        </p:nvSpPr>
        <p:spPr>
          <a:xfrm xmlns:a="http://schemas.openxmlformats.org/drawingml/2006/main">
            <a:off x="12468225" y="2714625"/>
            <a:ext cx="5048250" cy="1038225"/>
          </a:xfrm>
          <a:custGeom xmlns:a="http://schemas.openxmlformats.org/drawingml/2006/main">
            <a:pathLst>
              <a:path w="5048250" h="1038225">
                <a:moveTo>
                  <a:pt x="5048250" y="0"/>
                </a:moveTo>
                <a:lnTo>
                  <a:pt x="5048250" y="495300"/>
                </a:lnTo>
                <a:lnTo>
                  <a:pt x="0" y="495300"/>
                </a:lnTo>
                <a:lnTo>
                  <a:pt x="0" y="1038225"/>
                </a:lnTo>
              </a:path>
            </a:pathLst>
          </a:custGeom>
          <a:noFill xmlns:a="http://schemas.openxmlformats.org/drawingml/2006/main"/>
          <a:ln xmlns:a="http://schemas.openxmlformats.org/drawingml/2006/main" w="10478">
            <a:solidFill>
              <a:srgbClr val="000000"/>
            </a:solidFill>
            <a:prstDash val="dash"/>
          </a:ln>
        </p:spPr>
      </p:sp>
      <p:sp>
        <p:nvSpPr>
          <p:cNvPr id="205" name="dp45-comparison / n182 / arrow">
            <a:extLst xmlns:a="http://schemas.openxmlformats.org/drawingml/2006/main">
              <a:ext uri="{FF2B5EF4-FFF2-40B4-BE49-F238E27FC236}">
                <a16:creationId xmlns:a16="http://schemas.microsoft.com/office/drawing/2014/main" id="{DD6FFD08-D797-4D4F-B080-4A4A7A959427}"/>
              </a:ext>
            </a:extLst>
          </p:cNvPr>
          <p:cNvSpPr>
            <a:spLocks xmlns:a="http://schemas.openxmlformats.org/drawingml/2006/main" noGrp="1"/>
          </p:cNvSpPr>
          <p:nvPr/>
        </p:nvSpPr>
        <p:spPr>
          <a:xfrm xmlns:a="http://schemas.openxmlformats.org/drawingml/2006/main">
            <a:off x="12434697" y="3685794"/>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000000"/>
            </a:solidFill>
            <a:prstDash val="solid"/>
          </a:ln>
        </p:spPr>
      </p:sp>
      <p:sp>
        <p:nvSpPr>
          <p:cNvPr id="206" name="dp45-comparison / n185 / path">
            <a:extLst xmlns:a="http://schemas.openxmlformats.org/drawingml/2006/main">
              <a:ext uri="{FF2B5EF4-FFF2-40B4-BE49-F238E27FC236}">
                <a16:creationId xmlns:a16="http://schemas.microsoft.com/office/drawing/2014/main" id="{1149D72C-604C-4235-8B01-F4E902963BEF}"/>
              </a:ext>
            </a:extLst>
          </p:cNvPr>
          <p:cNvSpPr>
            <a:spLocks xmlns:a="http://schemas.openxmlformats.org/drawingml/2006/main" noGrp="1"/>
          </p:cNvSpPr>
          <p:nvPr/>
        </p:nvSpPr>
        <p:spPr>
          <a:xfrm xmlns:a="http://schemas.openxmlformats.org/drawingml/2006/main">
            <a:off x="12715875" y="3895725"/>
            <a:ext cx="1524000" cy="953"/>
          </a:xfrm>
          <a:custGeom xmlns:a="http://schemas.openxmlformats.org/drawingml/2006/main">
            <a:pathLst>
              <a:path w="1524000" h="953">
                <a:moveTo>
                  <a:pt x="0" y="0"/>
                </a:moveTo>
                <a:lnTo>
                  <a:pt x="1524000" y="0"/>
                </a:lnTo>
              </a:path>
            </a:pathLst>
          </a:custGeom>
          <a:noFill xmlns:a="http://schemas.openxmlformats.org/drawingml/2006/main"/>
          <a:ln xmlns:a="http://schemas.openxmlformats.org/drawingml/2006/main" w="10478">
            <a:solidFill>
              <a:srgbClr val="B8753F"/>
            </a:solidFill>
            <a:prstDash val="solid"/>
          </a:ln>
        </p:spPr>
      </p:sp>
      <p:sp>
        <p:nvSpPr>
          <p:cNvPr id="207" name="dp45-comparison / n185 / arrow">
            <a:extLst xmlns:a="http://schemas.openxmlformats.org/drawingml/2006/main">
              <a:ext uri="{FF2B5EF4-FFF2-40B4-BE49-F238E27FC236}">
                <a16:creationId xmlns:a16="http://schemas.microsoft.com/office/drawing/2014/main" id="{CDEB8E80-538E-44BE-981C-C305668DB88C}"/>
              </a:ext>
            </a:extLst>
          </p:cNvPr>
          <p:cNvSpPr>
            <a:spLocks xmlns:a="http://schemas.openxmlformats.org/drawingml/2006/main" noGrp="1"/>
          </p:cNvSpPr>
          <p:nvPr/>
        </p:nvSpPr>
        <p:spPr>
          <a:xfrm xmlns:a="http://schemas.openxmlformats.org/drawingml/2006/main">
            <a:off x="14172819" y="3862197"/>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B8753F"/>
            </a:solidFill>
            <a:prstDash val="solid"/>
          </a:ln>
        </p:spPr>
      </p:sp>
      <p:sp>
        <p:nvSpPr>
          <p:cNvPr id="208" name="dp45-comparison / n186 / path">
            <a:extLst xmlns:a="http://schemas.openxmlformats.org/drawingml/2006/main">
              <a:ext uri="{FF2B5EF4-FFF2-40B4-BE49-F238E27FC236}">
                <a16:creationId xmlns:a16="http://schemas.microsoft.com/office/drawing/2014/main" id="{04F9B421-3963-4DF9-916F-DAE5855C5D0B}"/>
              </a:ext>
            </a:extLst>
          </p:cNvPr>
          <p:cNvSpPr>
            <a:spLocks xmlns:a="http://schemas.openxmlformats.org/drawingml/2006/main" noGrp="1"/>
          </p:cNvSpPr>
          <p:nvPr/>
        </p:nvSpPr>
        <p:spPr>
          <a:xfrm xmlns:a="http://schemas.openxmlformats.org/drawingml/2006/main">
            <a:off x="12715875" y="4029075"/>
            <a:ext cx="1524000" cy="1528763"/>
          </a:xfrm>
          <a:custGeom xmlns:a="http://schemas.openxmlformats.org/drawingml/2006/main">
            <a:pathLst>
              <a:path w="1524000" h="1528763">
                <a:moveTo>
                  <a:pt x="0" y="0"/>
                </a:moveTo>
                <a:lnTo>
                  <a:pt x="1314450" y="0"/>
                </a:lnTo>
                <a:lnTo>
                  <a:pt x="1314450" y="1528763"/>
                </a:lnTo>
                <a:lnTo>
                  <a:pt x="1524000" y="1528763"/>
                </a:lnTo>
              </a:path>
            </a:pathLst>
          </a:custGeom>
          <a:noFill xmlns:a="http://schemas.openxmlformats.org/drawingml/2006/main"/>
          <a:ln xmlns:a="http://schemas.openxmlformats.org/drawingml/2006/main" w="10478">
            <a:solidFill>
              <a:srgbClr val="B8753F"/>
            </a:solidFill>
            <a:prstDash val="solid"/>
          </a:ln>
        </p:spPr>
      </p:sp>
      <p:sp>
        <p:nvSpPr>
          <p:cNvPr id="209" name="dp45-comparison / n186 / arrow">
            <a:extLst xmlns:a="http://schemas.openxmlformats.org/drawingml/2006/main">
              <a:ext uri="{FF2B5EF4-FFF2-40B4-BE49-F238E27FC236}">
                <a16:creationId xmlns:a16="http://schemas.microsoft.com/office/drawing/2014/main" id="{7BC62C66-638A-427B-BCFB-77627E75BCAC}"/>
              </a:ext>
            </a:extLst>
          </p:cNvPr>
          <p:cNvSpPr>
            <a:spLocks xmlns:a="http://schemas.openxmlformats.org/drawingml/2006/main" noGrp="1"/>
          </p:cNvSpPr>
          <p:nvPr/>
        </p:nvSpPr>
        <p:spPr>
          <a:xfrm xmlns:a="http://schemas.openxmlformats.org/drawingml/2006/main">
            <a:off x="14172819" y="5524310"/>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B8753F"/>
            </a:solidFill>
            <a:prstDash val="solid"/>
          </a:ln>
        </p:spPr>
      </p:sp>
      <p:sp>
        <p:nvSpPr>
          <p:cNvPr id="210" name="dp45-comparison / n189 / path">
            <a:extLst xmlns:a="http://schemas.openxmlformats.org/drawingml/2006/main">
              <a:ext uri="{FF2B5EF4-FFF2-40B4-BE49-F238E27FC236}">
                <a16:creationId xmlns:a16="http://schemas.microsoft.com/office/drawing/2014/main" id="{2D022BF1-E7B0-4930-B761-453485BF1309}"/>
              </a:ext>
            </a:extLst>
          </p:cNvPr>
          <p:cNvSpPr>
            <a:spLocks xmlns:a="http://schemas.openxmlformats.org/drawingml/2006/main" noGrp="1"/>
          </p:cNvSpPr>
          <p:nvPr/>
        </p:nvSpPr>
        <p:spPr>
          <a:xfrm xmlns:a="http://schemas.openxmlformats.org/drawingml/2006/main">
            <a:off x="12715875" y="4152900"/>
            <a:ext cx="3000375" cy="1171575"/>
          </a:xfrm>
          <a:custGeom xmlns:a="http://schemas.openxmlformats.org/drawingml/2006/main">
            <a:pathLst>
              <a:path w="3000375" h="1171575">
                <a:moveTo>
                  <a:pt x="0" y="1171575"/>
                </a:moveTo>
                <a:lnTo>
                  <a:pt x="857250" y="1171575"/>
                </a:lnTo>
                <a:lnTo>
                  <a:pt x="857250" y="66675"/>
                </a:lnTo>
                <a:lnTo>
                  <a:pt x="3000375" y="66675"/>
                </a:lnTo>
                <a:lnTo>
                  <a:pt x="3000375" y="0"/>
                </a:lnTo>
              </a:path>
            </a:pathLst>
          </a:custGeom>
          <a:noFill xmlns:a="http://schemas.openxmlformats.org/drawingml/2006/main"/>
          <a:ln xmlns:a="http://schemas.openxmlformats.org/drawingml/2006/main" w="10478">
            <a:solidFill>
              <a:srgbClr val="B8753F"/>
            </a:solidFill>
            <a:prstDash val="solid"/>
          </a:ln>
        </p:spPr>
      </p:sp>
      <p:sp>
        <p:nvSpPr>
          <p:cNvPr id="211" name="dp45-comparison / n189 / arrow">
            <a:extLst xmlns:a="http://schemas.openxmlformats.org/drawingml/2006/main">
              <a:ext uri="{FF2B5EF4-FFF2-40B4-BE49-F238E27FC236}">
                <a16:creationId xmlns:a16="http://schemas.microsoft.com/office/drawing/2014/main" id="{ED127208-0267-4092-9D0A-2B4EF2BBD541}"/>
              </a:ext>
            </a:extLst>
          </p:cNvPr>
          <p:cNvSpPr>
            <a:spLocks xmlns:a="http://schemas.openxmlformats.org/drawingml/2006/main" noGrp="1"/>
          </p:cNvSpPr>
          <p:nvPr/>
        </p:nvSpPr>
        <p:spPr>
          <a:xfrm xmlns:a="http://schemas.openxmlformats.org/drawingml/2006/main">
            <a:off x="15682722" y="4152900"/>
            <a:ext cx="67056" cy="67056"/>
          </a:xfrm>
          <a:custGeom xmlns:a="http://schemas.openxmlformats.org/drawingml/2006/main">
            <a:pathLst>
              <a:path w="67056" h="67056">
                <a:moveTo>
                  <a:pt x="67056" y="67056"/>
                </a:moveTo>
                <a:lnTo>
                  <a:pt x="33528" y="0"/>
                </a:lnTo>
                <a:lnTo>
                  <a:pt x="0" y="67056"/>
                </a:lnTo>
              </a:path>
            </a:pathLst>
          </a:custGeom>
          <a:noFill xmlns:a="http://schemas.openxmlformats.org/drawingml/2006/main"/>
          <a:ln xmlns:a="http://schemas.openxmlformats.org/drawingml/2006/main" w="13411">
            <a:solidFill>
              <a:srgbClr val="B8753F"/>
            </a:solidFill>
            <a:prstDash val="solid"/>
          </a:ln>
        </p:spPr>
      </p:sp>
      <p:sp>
        <p:nvSpPr>
          <p:cNvPr id="212" name="dp45-comparison / n190 / path">
            <a:extLst xmlns:a="http://schemas.openxmlformats.org/drawingml/2006/main">
              <a:ext uri="{FF2B5EF4-FFF2-40B4-BE49-F238E27FC236}">
                <a16:creationId xmlns:a16="http://schemas.microsoft.com/office/drawing/2014/main" id="{FC473A24-F05D-4CAB-8415-FBDBF3E999A1}"/>
              </a:ext>
            </a:extLst>
          </p:cNvPr>
          <p:cNvSpPr>
            <a:spLocks xmlns:a="http://schemas.openxmlformats.org/drawingml/2006/main" noGrp="1"/>
          </p:cNvSpPr>
          <p:nvPr/>
        </p:nvSpPr>
        <p:spPr>
          <a:xfrm xmlns:a="http://schemas.openxmlformats.org/drawingml/2006/main">
            <a:off x="12715875" y="4152900"/>
            <a:ext cx="3143250" cy="1285875"/>
          </a:xfrm>
          <a:custGeom xmlns:a="http://schemas.openxmlformats.org/drawingml/2006/main">
            <a:pathLst>
              <a:path w="3143250" h="1285875">
                <a:moveTo>
                  <a:pt x="3143250" y="0"/>
                </a:moveTo>
                <a:lnTo>
                  <a:pt x="3143250" y="104775"/>
                </a:lnTo>
                <a:lnTo>
                  <a:pt x="952500" y="104775"/>
                </a:lnTo>
                <a:lnTo>
                  <a:pt x="952500" y="1285875"/>
                </a:lnTo>
                <a:lnTo>
                  <a:pt x="0" y="1285875"/>
                </a:lnTo>
              </a:path>
            </a:pathLst>
          </a:custGeom>
          <a:noFill xmlns:a="http://schemas.openxmlformats.org/drawingml/2006/main"/>
          <a:ln xmlns:a="http://schemas.openxmlformats.org/drawingml/2006/main" w="10478">
            <a:solidFill>
              <a:srgbClr val="B8753F"/>
            </a:solidFill>
            <a:prstDash val="dash"/>
          </a:ln>
        </p:spPr>
      </p:sp>
      <p:sp>
        <p:nvSpPr>
          <p:cNvPr id="213" name="dp45-comparison / n190 / arrow">
            <a:extLst xmlns:a="http://schemas.openxmlformats.org/drawingml/2006/main">
              <a:ext uri="{FF2B5EF4-FFF2-40B4-BE49-F238E27FC236}">
                <a16:creationId xmlns:a16="http://schemas.microsoft.com/office/drawing/2014/main" id="{41DD1958-3963-4B87-82B0-2446A7AA31D4}"/>
              </a:ext>
            </a:extLst>
          </p:cNvPr>
          <p:cNvSpPr>
            <a:spLocks xmlns:a="http://schemas.openxmlformats.org/drawingml/2006/main" noGrp="1"/>
          </p:cNvSpPr>
          <p:nvPr/>
        </p:nvSpPr>
        <p:spPr>
          <a:xfrm xmlns:a="http://schemas.openxmlformats.org/drawingml/2006/main">
            <a:off x="12715875" y="5405247"/>
            <a:ext cx="67056" cy="67056"/>
          </a:xfrm>
          <a:custGeom xmlns:a="http://schemas.openxmlformats.org/drawingml/2006/main">
            <a:pathLst>
              <a:path w="67056" h="67056">
                <a:moveTo>
                  <a:pt x="67056" y="0"/>
                </a:moveTo>
                <a:lnTo>
                  <a:pt x="0" y="33528"/>
                </a:lnTo>
                <a:lnTo>
                  <a:pt x="67056" y="67056"/>
                </a:lnTo>
              </a:path>
            </a:pathLst>
          </a:custGeom>
          <a:noFill xmlns:a="http://schemas.openxmlformats.org/drawingml/2006/main"/>
          <a:ln xmlns:a="http://schemas.openxmlformats.org/drawingml/2006/main" w="13411">
            <a:solidFill>
              <a:srgbClr val="B8753F"/>
            </a:solidFill>
            <a:prstDash val="solid"/>
          </a:ln>
        </p:spPr>
      </p:sp>
      <p:sp>
        <p:nvSpPr>
          <p:cNvPr id="214" name="dp45-comparison / n191 / path">
            <a:extLst xmlns:a="http://schemas.openxmlformats.org/drawingml/2006/main">
              <a:ext uri="{FF2B5EF4-FFF2-40B4-BE49-F238E27FC236}">
                <a16:creationId xmlns:a16="http://schemas.microsoft.com/office/drawing/2014/main" id="{C143E3D8-C3FC-4BFE-A740-97519E3FFC8D}"/>
              </a:ext>
            </a:extLst>
          </p:cNvPr>
          <p:cNvSpPr>
            <a:spLocks xmlns:a="http://schemas.openxmlformats.org/drawingml/2006/main" noGrp="1"/>
          </p:cNvSpPr>
          <p:nvPr/>
        </p:nvSpPr>
        <p:spPr>
          <a:xfrm xmlns:a="http://schemas.openxmlformats.org/drawingml/2006/main">
            <a:off x="12715875" y="5524500"/>
            <a:ext cx="1524000" cy="109538"/>
          </a:xfrm>
          <a:custGeom xmlns:a="http://schemas.openxmlformats.org/drawingml/2006/main">
            <a:pathLst>
              <a:path w="1524000" h="109538">
                <a:moveTo>
                  <a:pt x="1524000" y="109538"/>
                </a:moveTo>
                <a:lnTo>
                  <a:pt x="285750" y="109538"/>
                </a:lnTo>
                <a:lnTo>
                  <a:pt x="285750" y="0"/>
                </a:lnTo>
                <a:lnTo>
                  <a:pt x="0" y="0"/>
                </a:lnTo>
              </a:path>
            </a:pathLst>
          </a:custGeom>
          <a:noFill xmlns:a="http://schemas.openxmlformats.org/drawingml/2006/main"/>
          <a:ln xmlns:a="http://schemas.openxmlformats.org/drawingml/2006/main" w="10478">
            <a:solidFill>
              <a:srgbClr val="B8753F"/>
            </a:solidFill>
            <a:prstDash val="dash"/>
          </a:ln>
        </p:spPr>
      </p:sp>
      <p:sp>
        <p:nvSpPr>
          <p:cNvPr id="215" name="dp45-comparison / n191 / arrow">
            <a:extLst xmlns:a="http://schemas.openxmlformats.org/drawingml/2006/main">
              <a:ext uri="{FF2B5EF4-FFF2-40B4-BE49-F238E27FC236}">
                <a16:creationId xmlns:a16="http://schemas.microsoft.com/office/drawing/2014/main" id="{3A54109F-E1E0-4784-A015-FBD3E03926CD}"/>
              </a:ext>
            </a:extLst>
          </p:cNvPr>
          <p:cNvSpPr>
            <a:spLocks xmlns:a="http://schemas.openxmlformats.org/drawingml/2006/main" noGrp="1"/>
          </p:cNvSpPr>
          <p:nvPr/>
        </p:nvSpPr>
        <p:spPr>
          <a:xfrm xmlns:a="http://schemas.openxmlformats.org/drawingml/2006/main">
            <a:off x="12715875" y="5490972"/>
            <a:ext cx="67056" cy="67056"/>
          </a:xfrm>
          <a:custGeom xmlns:a="http://schemas.openxmlformats.org/drawingml/2006/main">
            <a:pathLst>
              <a:path w="67056" h="67056">
                <a:moveTo>
                  <a:pt x="67056" y="0"/>
                </a:moveTo>
                <a:lnTo>
                  <a:pt x="0" y="33528"/>
                </a:lnTo>
                <a:lnTo>
                  <a:pt x="67056" y="67056"/>
                </a:lnTo>
              </a:path>
            </a:pathLst>
          </a:custGeom>
          <a:noFill xmlns:a="http://schemas.openxmlformats.org/drawingml/2006/main"/>
          <a:ln xmlns:a="http://schemas.openxmlformats.org/drawingml/2006/main" w="13411">
            <a:solidFill>
              <a:srgbClr val="B8753F"/>
            </a:solidFill>
            <a:prstDash val="solid"/>
          </a:ln>
        </p:spPr>
      </p:sp>
      <p:sp>
        <p:nvSpPr>
          <p:cNvPr id="216" name="dp45-comparison / n192 / path">
            <a:extLst xmlns:a="http://schemas.openxmlformats.org/drawingml/2006/main">
              <a:ext uri="{FF2B5EF4-FFF2-40B4-BE49-F238E27FC236}">
                <a16:creationId xmlns:a16="http://schemas.microsoft.com/office/drawing/2014/main" id="{AB71D392-F97F-44F2-B681-3350E7F20776}"/>
              </a:ext>
            </a:extLst>
          </p:cNvPr>
          <p:cNvSpPr>
            <a:spLocks xmlns:a="http://schemas.openxmlformats.org/drawingml/2006/main" noGrp="1"/>
          </p:cNvSpPr>
          <p:nvPr/>
        </p:nvSpPr>
        <p:spPr>
          <a:xfrm xmlns:a="http://schemas.openxmlformats.org/drawingml/2006/main">
            <a:off x="11191875" y="4114800"/>
            <a:ext cx="953" cy="1104900"/>
          </a:xfrm>
          <a:custGeom xmlns:a="http://schemas.openxmlformats.org/drawingml/2006/main">
            <a:pathLst>
              <a:path w="953" h="1104900">
                <a:moveTo>
                  <a:pt x="0" y="1104900"/>
                </a:moveTo>
                <a:lnTo>
                  <a:pt x="0" y="0"/>
                </a:lnTo>
              </a:path>
            </a:pathLst>
          </a:custGeom>
          <a:noFill xmlns:a="http://schemas.openxmlformats.org/drawingml/2006/main"/>
          <a:ln xmlns:a="http://schemas.openxmlformats.org/drawingml/2006/main" w="10478">
            <a:solidFill>
              <a:srgbClr val="B8753F"/>
            </a:solidFill>
            <a:prstDash val="solid"/>
          </a:ln>
        </p:spPr>
      </p:sp>
      <p:sp>
        <p:nvSpPr>
          <p:cNvPr id="217" name="dp45-comparison / n192 / arrow">
            <a:extLst xmlns:a="http://schemas.openxmlformats.org/drawingml/2006/main">
              <a:ext uri="{FF2B5EF4-FFF2-40B4-BE49-F238E27FC236}">
                <a16:creationId xmlns:a16="http://schemas.microsoft.com/office/drawing/2014/main" id="{F3E14F75-CCAD-4FEB-8C6A-77526C1F692E}"/>
              </a:ext>
            </a:extLst>
          </p:cNvPr>
          <p:cNvSpPr>
            <a:spLocks xmlns:a="http://schemas.openxmlformats.org/drawingml/2006/main" noGrp="1"/>
          </p:cNvSpPr>
          <p:nvPr/>
        </p:nvSpPr>
        <p:spPr>
          <a:xfrm xmlns:a="http://schemas.openxmlformats.org/drawingml/2006/main">
            <a:off x="11158347" y="4114800"/>
            <a:ext cx="67056" cy="67056"/>
          </a:xfrm>
          <a:custGeom xmlns:a="http://schemas.openxmlformats.org/drawingml/2006/main">
            <a:pathLst>
              <a:path w="67056" h="67056">
                <a:moveTo>
                  <a:pt x="67056" y="67056"/>
                </a:moveTo>
                <a:lnTo>
                  <a:pt x="33528" y="0"/>
                </a:lnTo>
                <a:lnTo>
                  <a:pt x="0" y="67056"/>
                </a:lnTo>
              </a:path>
            </a:pathLst>
          </a:custGeom>
          <a:noFill xmlns:a="http://schemas.openxmlformats.org/drawingml/2006/main"/>
          <a:ln xmlns:a="http://schemas.openxmlformats.org/drawingml/2006/main" w="13411">
            <a:solidFill>
              <a:srgbClr val="B8753F"/>
            </a:solidFill>
            <a:prstDash val="solid"/>
          </a:ln>
        </p:spPr>
      </p:sp>
      <p:sp>
        <p:nvSpPr>
          <p:cNvPr id="218" name="dp45-comparison / n193 / path">
            <a:extLst xmlns:a="http://schemas.openxmlformats.org/drawingml/2006/main">
              <a:ext uri="{FF2B5EF4-FFF2-40B4-BE49-F238E27FC236}">
                <a16:creationId xmlns:a16="http://schemas.microsoft.com/office/drawing/2014/main" id="{D6B1500F-350F-41F9-8D56-4C14EF301046}"/>
              </a:ext>
            </a:extLst>
          </p:cNvPr>
          <p:cNvSpPr>
            <a:spLocks xmlns:a="http://schemas.openxmlformats.org/drawingml/2006/main" noGrp="1"/>
          </p:cNvSpPr>
          <p:nvPr/>
        </p:nvSpPr>
        <p:spPr>
          <a:xfrm xmlns:a="http://schemas.openxmlformats.org/drawingml/2006/main">
            <a:off x="11668125" y="4114800"/>
            <a:ext cx="953" cy="1104900"/>
          </a:xfrm>
          <a:custGeom xmlns:a="http://schemas.openxmlformats.org/drawingml/2006/main">
            <a:pathLst>
              <a:path w="953" h="1104900">
                <a:moveTo>
                  <a:pt x="0" y="0"/>
                </a:moveTo>
                <a:lnTo>
                  <a:pt x="0" y="1104900"/>
                </a:lnTo>
              </a:path>
            </a:pathLst>
          </a:custGeom>
          <a:noFill xmlns:a="http://schemas.openxmlformats.org/drawingml/2006/main"/>
          <a:ln xmlns:a="http://schemas.openxmlformats.org/drawingml/2006/main" w="10478">
            <a:solidFill>
              <a:srgbClr val="B8753F"/>
            </a:solidFill>
            <a:prstDash val="dash"/>
          </a:ln>
        </p:spPr>
      </p:sp>
      <p:sp>
        <p:nvSpPr>
          <p:cNvPr id="219" name="dp45-comparison / n193 / arrow">
            <a:extLst xmlns:a="http://schemas.openxmlformats.org/drawingml/2006/main">
              <a:ext uri="{FF2B5EF4-FFF2-40B4-BE49-F238E27FC236}">
                <a16:creationId xmlns:a16="http://schemas.microsoft.com/office/drawing/2014/main" id="{17DFEA02-8F02-401C-869E-A2EB0101F5E6}"/>
              </a:ext>
            </a:extLst>
          </p:cNvPr>
          <p:cNvSpPr>
            <a:spLocks xmlns:a="http://schemas.openxmlformats.org/drawingml/2006/main" noGrp="1"/>
          </p:cNvSpPr>
          <p:nvPr/>
        </p:nvSpPr>
        <p:spPr>
          <a:xfrm xmlns:a="http://schemas.openxmlformats.org/drawingml/2006/main">
            <a:off x="11634597" y="5152644"/>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B8753F"/>
            </a:solidFill>
            <a:prstDash val="solid"/>
          </a:ln>
        </p:spPr>
      </p:sp>
      <p:sp>
        <p:nvSpPr>
          <p:cNvPr id="220" name="dp45-comparison / n202 / path">
            <a:extLst xmlns:a="http://schemas.openxmlformats.org/drawingml/2006/main">
              <a:ext uri="{FF2B5EF4-FFF2-40B4-BE49-F238E27FC236}">
                <a16:creationId xmlns:a16="http://schemas.microsoft.com/office/drawing/2014/main" id="{C89E4A97-9F93-441F-BAD3-F145D49F8E05}"/>
              </a:ext>
            </a:extLst>
          </p:cNvPr>
          <p:cNvSpPr>
            <a:spLocks xmlns:a="http://schemas.openxmlformats.org/drawingml/2006/main" noGrp="1"/>
          </p:cNvSpPr>
          <p:nvPr/>
        </p:nvSpPr>
        <p:spPr>
          <a:xfrm xmlns:a="http://schemas.openxmlformats.org/drawingml/2006/main">
            <a:off x="12382500" y="2638425"/>
            <a:ext cx="5324475" cy="3267075"/>
          </a:xfrm>
          <a:custGeom xmlns:a="http://schemas.openxmlformats.org/drawingml/2006/main">
            <a:pathLst>
              <a:path w="5324475" h="3267075">
                <a:moveTo>
                  <a:pt x="0" y="2943225"/>
                </a:moveTo>
                <a:lnTo>
                  <a:pt x="0" y="3267075"/>
                </a:lnTo>
                <a:lnTo>
                  <a:pt x="5324475" y="3267075"/>
                </a:lnTo>
                <a:lnTo>
                  <a:pt x="5324475" y="0"/>
                </a:lnTo>
                <a:lnTo>
                  <a:pt x="5191125" y="0"/>
                </a:lnTo>
              </a:path>
            </a:pathLst>
          </a:custGeom>
          <a:noFill xmlns:a="http://schemas.openxmlformats.org/drawingml/2006/main"/>
          <a:ln xmlns:a="http://schemas.openxmlformats.org/drawingml/2006/main" w="10478">
            <a:solidFill>
              <a:srgbClr val="000000"/>
            </a:solidFill>
            <a:prstDash val="solid"/>
          </a:ln>
        </p:spPr>
      </p:sp>
      <p:sp>
        <p:nvSpPr>
          <p:cNvPr id="221" name="dp45-comparison / n202 / arrow">
            <a:extLst xmlns:a="http://schemas.openxmlformats.org/drawingml/2006/main">
              <a:ext uri="{FF2B5EF4-FFF2-40B4-BE49-F238E27FC236}">
                <a16:creationId xmlns:a16="http://schemas.microsoft.com/office/drawing/2014/main" id="{19867B68-643F-47E7-AA9A-EBE238B7F8AD}"/>
              </a:ext>
            </a:extLst>
          </p:cNvPr>
          <p:cNvSpPr>
            <a:spLocks xmlns:a="http://schemas.openxmlformats.org/drawingml/2006/main" noGrp="1"/>
          </p:cNvSpPr>
          <p:nvPr/>
        </p:nvSpPr>
        <p:spPr>
          <a:xfrm xmlns:a="http://schemas.openxmlformats.org/drawingml/2006/main">
            <a:off x="17573625" y="2604897"/>
            <a:ext cx="67056" cy="67056"/>
          </a:xfrm>
          <a:custGeom xmlns:a="http://schemas.openxmlformats.org/drawingml/2006/main">
            <a:pathLst>
              <a:path w="67056" h="67056">
                <a:moveTo>
                  <a:pt x="67056" y="0"/>
                </a:moveTo>
                <a:lnTo>
                  <a:pt x="0" y="33528"/>
                </a:lnTo>
                <a:lnTo>
                  <a:pt x="67056" y="67056"/>
                </a:lnTo>
              </a:path>
            </a:pathLst>
          </a:custGeom>
          <a:noFill xmlns:a="http://schemas.openxmlformats.org/drawingml/2006/main"/>
          <a:ln xmlns:a="http://schemas.openxmlformats.org/drawingml/2006/main" w="13411">
            <a:solidFill>
              <a:srgbClr val="000000"/>
            </a:solidFill>
            <a:prstDash val="solid"/>
          </a:ln>
        </p:spPr>
      </p:sp>
      <p:sp>
        <p:nvSpPr>
          <p:cNvPr id="222" name="dp45-comparison / n203 / path">
            <a:extLst xmlns:a="http://schemas.openxmlformats.org/drawingml/2006/main">
              <a:ext uri="{FF2B5EF4-FFF2-40B4-BE49-F238E27FC236}">
                <a16:creationId xmlns:a16="http://schemas.microsoft.com/office/drawing/2014/main" id="{038B9093-1453-4B8B-A0B2-C29B86CB8F02}"/>
              </a:ext>
            </a:extLst>
          </p:cNvPr>
          <p:cNvSpPr>
            <a:spLocks xmlns:a="http://schemas.openxmlformats.org/drawingml/2006/main" noGrp="1"/>
          </p:cNvSpPr>
          <p:nvPr/>
        </p:nvSpPr>
        <p:spPr>
          <a:xfrm xmlns:a="http://schemas.openxmlformats.org/drawingml/2006/main">
            <a:off x="12430125" y="2686050"/>
            <a:ext cx="5324475" cy="3248025"/>
          </a:xfrm>
          <a:custGeom xmlns:a="http://schemas.openxmlformats.org/drawingml/2006/main">
            <a:pathLst>
              <a:path w="5324475" h="3248025">
                <a:moveTo>
                  <a:pt x="5143500" y="0"/>
                </a:moveTo>
                <a:lnTo>
                  <a:pt x="5324475" y="0"/>
                </a:lnTo>
                <a:lnTo>
                  <a:pt x="5324475" y="3248025"/>
                </a:lnTo>
                <a:lnTo>
                  <a:pt x="0" y="3248025"/>
                </a:lnTo>
                <a:lnTo>
                  <a:pt x="0" y="2895600"/>
                </a:lnTo>
              </a:path>
            </a:pathLst>
          </a:custGeom>
          <a:noFill xmlns:a="http://schemas.openxmlformats.org/drawingml/2006/main"/>
          <a:ln xmlns:a="http://schemas.openxmlformats.org/drawingml/2006/main" w="10478">
            <a:solidFill>
              <a:srgbClr val="000000"/>
            </a:solidFill>
            <a:prstDash val="dash"/>
          </a:ln>
        </p:spPr>
      </p:sp>
      <p:sp>
        <p:nvSpPr>
          <p:cNvPr id="223" name="dp45-comparison / n203 / arrow">
            <a:extLst xmlns:a="http://schemas.openxmlformats.org/drawingml/2006/main">
              <a:ext uri="{FF2B5EF4-FFF2-40B4-BE49-F238E27FC236}">
                <a16:creationId xmlns:a16="http://schemas.microsoft.com/office/drawing/2014/main" id="{4C98CD25-5881-4B62-9C00-F956A6F17309}"/>
              </a:ext>
            </a:extLst>
          </p:cNvPr>
          <p:cNvSpPr>
            <a:spLocks xmlns:a="http://schemas.openxmlformats.org/drawingml/2006/main" noGrp="1"/>
          </p:cNvSpPr>
          <p:nvPr/>
        </p:nvSpPr>
        <p:spPr>
          <a:xfrm xmlns:a="http://schemas.openxmlformats.org/drawingml/2006/main">
            <a:off x="12396597" y="5581650"/>
            <a:ext cx="67056" cy="67056"/>
          </a:xfrm>
          <a:custGeom xmlns:a="http://schemas.openxmlformats.org/drawingml/2006/main">
            <a:pathLst>
              <a:path w="67056" h="67056">
                <a:moveTo>
                  <a:pt x="67056" y="67056"/>
                </a:moveTo>
                <a:lnTo>
                  <a:pt x="33528" y="0"/>
                </a:lnTo>
                <a:lnTo>
                  <a:pt x="0" y="67056"/>
                </a:lnTo>
              </a:path>
            </a:pathLst>
          </a:custGeom>
          <a:noFill xmlns:a="http://schemas.openxmlformats.org/drawingml/2006/main"/>
          <a:ln xmlns:a="http://schemas.openxmlformats.org/drawingml/2006/main" w="13411">
            <a:solidFill>
              <a:srgbClr val="000000"/>
            </a:solidFill>
            <a:prstDash val="solid"/>
          </a:ln>
        </p:spPr>
      </p:sp>
      <p:sp>
        <p:nvSpPr>
          <p:cNvPr id="224" name="dp45-comparison / n204 / path">
            <a:extLst xmlns:a="http://schemas.openxmlformats.org/drawingml/2006/main">
              <a:ext uri="{FF2B5EF4-FFF2-40B4-BE49-F238E27FC236}">
                <a16:creationId xmlns:a16="http://schemas.microsoft.com/office/drawing/2014/main" id="{0DB8C0FA-9C7E-4A34-BB5C-418FAB5CA908}"/>
              </a:ext>
            </a:extLst>
          </p:cNvPr>
          <p:cNvSpPr>
            <a:spLocks xmlns:a="http://schemas.openxmlformats.org/drawingml/2006/main" noGrp="1"/>
          </p:cNvSpPr>
          <p:nvPr/>
        </p:nvSpPr>
        <p:spPr>
          <a:xfrm xmlns:a="http://schemas.openxmlformats.org/drawingml/2006/main">
            <a:off x="12715875" y="2714625"/>
            <a:ext cx="4886325" cy="2590800"/>
          </a:xfrm>
          <a:custGeom xmlns:a="http://schemas.openxmlformats.org/drawingml/2006/main">
            <a:pathLst>
              <a:path w="4886325" h="2590800">
                <a:moveTo>
                  <a:pt x="0" y="2590800"/>
                </a:moveTo>
                <a:lnTo>
                  <a:pt x="4886325" y="2590800"/>
                </a:lnTo>
                <a:lnTo>
                  <a:pt x="4886325" y="419100"/>
                </a:lnTo>
                <a:lnTo>
                  <a:pt x="2309813" y="419100"/>
                </a:lnTo>
                <a:lnTo>
                  <a:pt x="2309813" y="0"/>
                </a:lnTo>
              </a:path>
            </a:pathLst>
          </a:custGeom>
          <a:noFill xmlns:a="http://schemas.openxmlformats.org/drawingml/2006/main"/>
          <a:ln xmlns:a="http://schemas.openxmlformats.org/drawingml/2006/main" w="10478">
            <a:solidFill>
              <a:srgbClr val="000000"/>
            </a:solidFill>
            <a:prstDash val="solid"/>
          </a:ln>
        </p:spPr>
      </p:sp>
      <p:sp>
        <p:nvSpPr>
          <p:cNvPr id="225" name="dp45-comparison / n204 / arrow">
            <a:extLst xmlns:a="http://schemas.openxmlformats.org/drawingml/2006/main">
              <a:ext uri="{FF2B5EF4-FFF2-40B4-BE49-F238E27FC236}">
                <a16:creationId xmlns:a16="http://schemas.microsoft.com/office/drawing/2014/main" id="{325E768D-A7AE-48B3-8CC1-E3C47C1E20B4}"/>
              </a:ext>
            </a:extLst>
          </p:cNvPr>
          <p:cNvSpPr>
            <a:spLocks xmlns:a="http://schemas.openxmlformats.org/drawingml/2006/main" noGrp="1"/>
          </p:cNvSpPr>
          <p:nvPr/>
        </p:nvSpPr>
        <p:spPr>
          <a:xfrm xmlns:a="http://schemas.openxmlformats.org/drawingml/2006/main">
            <a:off x="14992160" y="2714625"/>
            <a:ext cx="67056" cy="67056"/>
          </a:xfrm>
          <a:custGeom xmlns:a="http://schemas.openxmlformats.org/drawingml/2006/main">
            <a:pathLst>
              <a:path w="67056" h="67056">
                <a:moveTo>
                  <a:pt x="67056" y="67056"/>
                </a:moveTo>
                <a:lnTo>
                  <a:pt x="33528" y="0"/>
                </a:lnTo>
                <a:lnTo>
                  <a:pt x="0" y="67056"/>
                </a:lnTo>
              </a:path>
            </a:pathLst>
          </a:custGeom>
          <a:noFill xmlns:a="http://schemas.openxmlformats.org/drawingml/2006/main"/>
          <a:ln xmlns:a="http://schemas.openxmlformats.org/drawingml/2006/main" w="13411">
            <a:solidFill>
              <a:srgbClr val="000000"/>
            </a:solidFill>
            <a:prstDash val="solid"/>
          </a:ln>
        </p:spPr>
      </p:sp>
      <p:sp>
        <p:nvSpPr>
          <p:cNvPr id="226" name="dp45-comparison / n205 / path">
            <a:extLst xmlns:a="http://schemas.openxmlformats.org/drawingml/2006/main">
              <a:ext uri="{FF2B5EF4-FFF2-40B4-BE49-F238E27FC236}">
                <a16:creationId xmlns:a16="http://schemas.microsoft.com/office/drawing/2014/main" id="{126F19C3-A584-4001-9A69-E0CBB3F50D33}"/>
              </a:ext>
            </a:extLst>
          </p:cNvPr>
          <p:cNvSpPr>
            <a:spLocks xmlns:a="http://schemas.openxmlformats.org/drawingml/2006/main" noGrp="1"/>
          </p:cNvSpPr>
          <p:nvPr/>
        </p:nvSpPr>
        <p:spPr>
          <a:xfrm xmlns:a="http://schemas.openxmlformats.org/drawingml/2006/main">
            <a:off x="12715875" y="2714625"/>
            <a:ext cx="4924425" cy="2628900"/>
          </a:xfrm>
          <a:custGeom xmlns:a="http://schemas.openxmlformats.org/drawingml/2006/main">
            <a:pathLst>
              <a:path w="4924425" h="2628900">
                <a:moveTo>
                  <a:pt x="2347913" y="0"/>
                </a:moveTo>
                <a:lnTo>
                  <a:pt x="2347913" y="457200"/>
                </a:lnTo>
                <a:lnTo>
                  <a:pt x="4924425" y="457200"/>
                </a:lnTo>
                <a:lnTo>
                  <a:pt x="4924425" y="2628900"/>
                </a:lnTo>
                <a:lnTo>
                  <a:pt x="0" y="2628900"/>
                </a:lnTo>
              </a:path>
            </a:pathLst>
          </a:custGeom>
          <a:noFill xmlns:a="http://schemas.openxmlformats.org/drawingml/2006/main"/>
          <a:ln xmlns:a="http://schemas.openxmlformats.org/drawingml/2006/main" w="10478">
            <a:solidFill>
              <a:srgbClr val="000000"/>
            </a:solidFill>
            <a:prstDash val="dash"/>
          </a:ln>
        </p:spPr>
      </p:sp>
      <p:sp>
        <p:nvSpPr>
          <p:cNvPr id="227" name="dp45-comparison / n205 / arrow">
            <a:extLst xmlns:a="http://schemas.openxmlformats.org/drawingml/2006/main">
              <a:ext uri="{FF2B5EF4-FFF2-40B4-BE49-F238E27FC236}">
                <a16:creationId xmlns:a16="http://schemas.microsoft.com/office/drawing/2014/main" id="{D44ECB59-309D-442E-A0F2-4249C73C4A58}"/>
              </a:ext>
            </a:extLst>
          </p:cNvPr>
          <p:cNvSpPr>
            <a:spLocks xmlns:a="http://schemas.openxmlformats.org/drawingml/2006/main" noGrp="1"/>
          </p:cNvSpPr>
          <p:nvPr/>
        </p:nvSpPr>
        <p:spPr>
          <a:xfrm xmlns:a="http://schemas.openxmlformats.org/drawingml/2006/main">
            <a:off x="12715875" y="5309997"/>
            <a:ext cx="67056" cy="67056"/>
          </a:xfrm>
          <a:custGeom xmlns:a="http://schemas.openxmlformats.org/drawingml/2006/main">
            <a:pathLst>
              <a:path w="67056" h="67056">
                <a:moveTo>
                  <a:pt x="67056" y="0"/>
                </a:moveTo>
                <a:lnTo>
                  <a:pt x="0" y="33528"/>
                </a:lnTo>
                <a:lnTo>
                  <a:pt x="67056" y="67056"/>
                </a:lnTo>
              </a:path>
            </a:pathLst>
          </a:custGeom>
          <a:noFill xmlns:a="http://schemas.openxmlformats.org/drawingml/2006/main"/>
          <a:ln xmlns:a="http://schemas.openxmlformats.org/drawingml/2006/main" w="13411">
            <a:solidFill>
              <a:srgbClr val="000000"/>
            </a:solidFill>
            <a:prstDash val="solid"/>
          </a:ln>
        </p:spPr>
      </p:sp>
      <p:sp>
        <p:nvSpPr>
          <p:cNvPr id="228" name="dp45-comparison / n208 / path">
            <a:extLst xmlns:a="http://schemas.openxmlformats.org/drawingml/2006/main">
              <a:ext uri="{FF2B5EF4-FFF2-40B4-BE49-F238E27FC236}">
                <a16:creationId xmlns:a16="http://schemas.microsoft.com/office/drawing/2014/main" id="{FD026BAB-4C6B-4E7E-A59B-B79B58074E1C}"/>
              </a:ext>
            </a:extLst>
          </p:cNvPr>
          <p:cNvSpPr>
            <a:spLocks xmlns:a="http://schemas.openxmlformats.org/drawingml/2006/main" noGrp="1"/>
          </p:cNvSpPr>
          <p:nvPr/>
        </p:nvSpPr>
        <p:spPr>
          <a:xfrm xmlns:a="http://schemas.openxmlformats.org/drawingml/2006/main">
            <a:off x="9734550" y="2562225"/>
            <a:ext cx="409575" cy="2838450"/>
          </a:xfrm>
          <a:custGeom xmlns:a="http://schemas.openxmlformats.org/drawingml/2006/main">
            <a:pathLst>
              <a:path w="409575" h="2838450">
                <a:moveTo>
                  <a:pt x="219075" y="0"/>
                </a:moveTo>
                <a:lnTo>
                  <a:pt x="0" y="0"/>
                </a:lnTo>
                <a:lnTo>
                  <a:pt x="0" y="2838450"/>
                </a:lnTo>
                <a:lnTo>
                  <a:pt x="409575" y="2838450"/>
                </a:lnTo>
              </a:path>
            </a:pathLst>
          </a:custGeom>
          <a:noFill xmlns:a="http://schemas.openxmlformats.org/drawingml/2006/main"/>
          <a:ln xmlns:a="http://schemas.openxmlformats.org/drawingml/2006/main" w="10478">
            <a:solidFill>
              <a:srgbClr val="B8753F"/>
            </a:solidFill>
            <a:prstDash val="solid"/>
          </a:ln>
        </p:spPr>
      </p:sp>
      <p:sp>
        <p:nvSpPr>
          <p:cNvPr id="229" name="dp45-comparison / n208 / arrow">
            <a:extLst xmlns:a="http://schemas.openxmlformats.org/drawingml/2006/main">
              <a:ext uri="{FF2B5EF4-FFF2-40B4-BE49-F238E27FC236}">
                <a16:creationId xmlns:a16="http://schemas.microsoft.com/office/drawing/2014/main" id="{32F0770F-910D-4350-8F93-F63EA392F739}"/>
              </a:ext>
            </a:extLst>
          </p:cNvPr>
          <p:cNvSpPr>
            <a:spLocks xmlns:a="http://schemas.openxmlformats.org/drawingml/2006/main" noGrp="1"/>
          </p:cNvSpPr>
          <p:nvPr/>
        </p:nvSpPr>
        <p:spPr>
          <a:xfrm xmlns:a="http://schemas.openxmlformats.org/drawingml/2006/main">
            <a:off x="10077069" y="5367147"/>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B8753F"/>
            </a:solidFill>
            <a:prstDash val="solid"/>
          </a:ln>
        </p:spPr>
      </p:sp>
      <p:sp>
        <p:nvSpPr>
          <p:cNvPr id="230" name="dp45-comparison / n209 / path">
            <a:extLst xmlns:a="http://schemas.openxmlformats.org/drawingml/2006/main">
              <a:ext uri="{FF2B5EF4-FFF2-40B4-BE49-F238E27FC236}">
                <a16:creationId xmlns:a16="http://schemas.microsoft.com/office/drawing/2014/main" id="{4B7B2657-E2F1-471E-809E-77E131184D5A}"/>
              </a:ext>
            </a:extLst>
          </p:cNvPr>
          <p:cNvSpPr>
            <a:spLocks xmlns:a="http://schemas.openxmlformats.org/drawingml/2006/main" noGrp="1"/>
          </p:cNvSpPr>
          <p:nvPr/>
        </p:nvSpPr>
        <p:spPr>
          <a:xfrm xmlns:a="http://schemas.openxmlformats.org/drawingml/2006/main">
            <a:off x="9810750" y="2638425"/>
            <a:ext cx="333375" cy="2847975"/>
          </a:xfrm>
          <a:custGeom xmlns:a="http://schemas.openxmlformats.org/drawingml/2006/main">
            <a:pathLst>
              <a:path w="333375" h="2847975">
                <a:moveTo>
                  <a:pt x="333375" y="2847975"/>
                </a:moveTo>
                <a:lnTo>
                  <a:pt x="0" y="2847975"/>
                </a:lnTo>
                <a:lnTo>
                  <a:pt x="0" y="0"/>
                </a:lnTo>
                <a:lnTo>
                  <a:pt x="142875" y="0"/>
                </a:lnTo>
              </a:path>
            </a:pathLst>
          </a:custGeom>
          <a:noFill xmlns:a="http://schemas.openxmlformats.org/drawingml/2006/main"/>
          <a:ln xmlns:a="http://schemas.openxmlformats.org/drawingml/2006/main" w="10478">
            <a:solidFill>
              <a:srgbClr val="B8753F"/>
            </a:solidFill>
            <a:prstDash val="dash"/>
          </a:ln>
        </p:spPr>
      </p:sp>
      <p:sp>
        <p:nvSpPr>
          <p:cNvPr id="231" name="dp45-comparison / n209 / arrow">
            <a:extLst xmlns:a="http://schemas.openxmlformats.org/drawingml/2006/main">
              <a:ext uri="{FF2B5EF4-FFF2-40B4-BE49-F238E27FC236}">
                <a16:creationId xmlns:a16="http://schemas.microsoft.com/office/drawing/2014/main" id="{E7070D22-4680-445B-9EB5-0104AB0C37B5}"/>
              </a:ext>
            </a:extLst>
          </p:cNvPr>
          <p:cNvSpPr>
            <a:spLocks xmlns:a="http://schemas.openxmlformats.org/drawingml/2006/main" noGrp="1"/>
          </p:cNvSpPr>
          <p:nvPr/>
        </p:nvSpPr>
        <p:spPr>
          <a:xfrm xmlns:a="http://schemas.openxmlformats.org/drawingml/2006/main">
            <a:off x="9886569" y="2604897"/>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B8753F"/>
            </a:solidFill>
            <a:prstDash val="solid"/>
          </a:ln>
        </p:spPr>
      </p:sp>
      <p:sp>
        <p:nvSpPr>
          <p:cNvPr id="232" name="dp45-comparison / n212">
            <a:extLst xmlns:a="http://schemas.openxmlformats.org/drawingml/2006/main">
              <a:ext uri="{FF2B5EF4-FFF2-40B4-BE49-F238E27FC236}">
                <a16:creationId xmlns:a16="http://schemas.microsoft.com/office/drawing/2014/main" id="{E49DB84D-DA84-41C0-B101-7CBCD02AD8AD}"/>
              </a:ext>
            </a:extLst>
          </p:cNvPr>
          <p:cNvSpPr>
            <a:spLocks xmlns:a="http://schemas.openxmlformats.org/drawingml/2006/main" noGrp="1"/>
          </p:cNvSpPr>
          <p:nvPr/>
        </p:nvSpPr>
        <p:spPr>
          <a:xfrm xmlns:a="http://schemas.openxmlformats.org/drawingml/2006/main">
            <a:off x="10144125" y="6076950"/>
            <a:ext cx="2571750" cy="23812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233" name="dp45-comparison / n213 / text 1">
            <a:extLst xmlns:a="http://schemas.openxmlformats.org/drawingml/2006/main">
              <a:ext uri="{FF2B5EF4-FFF2-40B4-BE49-F238E27FC236}">
                <a16:creationId xmlns:a16="http://schemas.microsoft.com/office/drawing/2014/main" id="{672A8291-61B8-4AC9-9C43-D61246F47503}"/>
              </a:ext>
            </a:extLst>
          </p:cNvPr>
          <p:cNvSpPr>
            <a:spLocks xmlns:a="http://schemas.openxmlformats.org/drawingml/2006/main" noGrp="1"/>
          </p:cNvSpPr>
          <p:nvPr/>
        </p:nvSpPr>
        <p:spPr>
          <a:xfrm xmlns:a="http://schemas.openxmlformats.org/drawingml/2006/main">
            <a:off x="10229850" y="6096953"/>
            <a:ext cx="2400300"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00" b="1">
                <a:solidFill>
                  <a:srgbClr val="000000"/>
                </a:solidFill>
                <a:latin typeface="Apple SD Gothic Neo"/>
                <a:ea typeface="Apple SD Gothic Neo"/>
                <a:cs typeface="Apple SD Gothic Neo"/>
              </a:defRPr>
            </a:pPr>
            <a:r>
              <a:rPr sz="1200" b="1">
                <a:solidFill>
                  <a:srgbClr val="000000"/>
                </a:solidFill>
                <a:latin typeface="Apple SD Gothic Neo"/>
                <a:ea typeface="Apple SD Gothic Neo"/>
                <a:cs typeface="Apple SD Gothic Neo"/>
              </a:rPr>
              <a:t>Model Access</a:t>
            </a:r>
          </a:p>
        </p:txBody>
      </p:sp>
      <p:sp>
        <p:nvSpPr>
          <p:cNvPr id="234" name="dp45-comparison / n214">
            <a:extLst xmlns:a="http://schemas.openxmlformats.org/drawingml/2006/main">
              <a:ext uri="{FF2B5EF4-FFF2-40B4-BE49-F238E27FC236}">
                <a16:creationId xmlns:a16="http://schemas.microsoft.com/office/drawing/2014/main" id="{11F21DA0-8834-4EA3-B421-9639EFF3160F}"/>
              </a:ext>
            </a:extLst>
          </p:cNvPr>
          <p:cNvSpPr>
            <a:spLocks xmlns:a="http://schemas.openxmlformats.org/drawingml/2006/main" noGrp="1"/>
          </p:cNvSpPr>
          <p:nvPr/>
        </p:nvSpPr>
        <p:spPr>
          <a:xfrm xmlns:a="http://schemas.openxmlformats.org/drawingml/2006/main">
            <a:off x="14620875" y="6076950"/>
            <a:ext cx="2857500" cy="238125"/>
          </a:xfrm>
          <a:prstGeom xmlns:a="http://schemas.openxmlformats.org/drawingml/2006/main" prst="hexagon">
            <a:avLst/>
          </a:prstGeom>
          <a:solidFill xmlns:a="http://schemas.openxmlformats.org/drawingml/2006/main">
            <a:srgbClr val="FFFFFF"/>
          </a:solidFill>
          <a:ln xmlns:a="http://schemas.openxmlformats.org/drawingml/2006/main" w="9525">
            <a:solidFill>
              <a:srgbClr val="000000"/>
            </a:solidFill>
            <a:prstDash val="solid"/>
          </a:ln>
        </p:spPr>
      </p:sp>
      <p:sp>
        <p:nvSpPr>
          <p:cNvPr id="235" name="dp45-comparison / n215 / text 1">
            <a:extLst xmlns:a="http://schemas.openxmlformats.org/drawingml/2006/main">
              <a:ext uri="{FF2B5EF4-FFF2-40B4-BE49-F238E27FC236}">
                <a16:creationId xmlns:a16="http://schemas.microsoft.com/office/drawing/2014/main" id="{CDD34252-9F66-40B1-BE51-CF79B5D5F0A8}"/>
              </a:ext>
            </a:extLst>
          </p:cNvPr>
          <p:cNvSpPr>
            <a:spLocks xmlns:a="http://schemas.openxmlformats.org/drawingml/2006/main" noGrp="1"/>
          </p:cNvSpPr>
          <p:nvPr/>
        </p:nvSpPr>
        <p:spPr>
          <a:xfrm xmlns:a="http://schemas.openxmlformats.org/drawingml/2006/main">
            <a:off x="14706600" y="6096953"/>
            <a:ext cx="2686050"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00" b="1">
                <a:solidFill>
                  <a:srgbClr val="000000"/>
                </a:solidFill>
                <a:latin typeface="Apple SD Gothic Neo"/>
                <a:ea typeface="Apple SD Gothic Neo"/>
                <a:cs typeface="Apple SD Gothic Neo"/>
              </a:defRPr>
            </a:pPr>
            <a:r>
              <a:rPr sz="1200" b="1">
                <a:solidFill>
                  <a:srgbClr val="000000"/>
                </a:solidFill>
                <a:latin typeface="Apple SD Gothic Neo"/>
                <a:ea typeface="Apple SD Gothic Neo"/>
                <a:cs typeface="Apple SD Gothic Neo"/>
              </a:rPr>
              <a:t>클라우드 의미 LLM</a:t>
            </a:r>
          </a:p>
        </p:txBody>
      </p:sp>
      <p:sp>
        <p:nvSpPr>
          <p:cNvPr id="236" name="dp45-comparison / n216 / path">
            <a:extLst xmlns:a="http://schemas.openxmlformats.org/drawingml/2006/main">
              <a:ext uri="{FF2B5EF4-FFF2-40B4-BE49-F238E27FC236}">
                <a16:creationId xmlns:a16="http://schemas.microsoft.com/office/drawing/2014/main" id="{EE38BE88-AFE7-4FC3-8B6C-4F7C87981C50}"/>
              </a:ext>
            </a:extLst>
          </p:cNvPr>
          <p:cNvSpPr>
            <a:spLocks xmlns:a="http://schemas.openxmlformats.org/drawingml/2006/main" noGrp="1"/>
          </p:cNvSpPr>
          <p:nvPr/>
        </p:nvSpPr>
        <p:spPr>
          <a:xfrm xmlns:a="http://schemas.openxmlformats.org/drawingml/2006/main">
            <a:off x="9925050" y="3933825"/>
            <a:ext cx="219075" cy="2262188"/>
          </a:xfrm>
          <a:custGeom xmlns:a="http://schemas.openxmlformats.org/drawingml/2006/main">
            <a:pathLst>
              <a:path w="219075" h="2262188">
                <a:moveTo>
                  <a:pt x="219075" y="0"/>
                </a:moveTo>
                <a:lnTo>
                  <a:pt x="0" y="0"/>
                </a:lnTo>
                <a:lnTo>
                  <a:pt x="0" y="2262188"/>
                </a:lnTo>
                <a:lnTo>
                  <a:pt x="219075" y="2262188"/>
                </a:lnTo>
              </a:path>
            </a:pathLst>
          </a:custGeom>
          <a:noFill xmlns:a="http://schemas.openxmlformats.org/drawingml/2006/main"/>
          <a:ln xmlns:a="http://schemas.openxmlformats.org/drawingml/2006/main" w="10478">
            <a:solidFill>
              <a:srgbClr val="000000"/>
            </a:solidFill>
            <a:prstDash val="solid"/>
          </a:ln>
        </p:spPr>
      </p:sp>
      <p:sp>
        <p:nvSpPr>
          <p:cNvPr id="237" name="dp45-comparison / n216 / arrow">
            <a:extLst xmlns:a="http://schemas.openxmlformats.org/drawingml/2006/main">
              <a:ext uri="{FF2B5EF4-FFF2-40B4-BE49-F238E27FC236}">
                <a16:creationId xmlns:a16="http://schemas.microsoft.com/office/drawing/2014/main" id="{0BE3C2CC-19CB-4545-9C93-E7F240A1C5C3}"/>
              </a:ext>
            </a:extLst>
          </p:cNvPr>
          <p:cNvSpPr>
            <a:spLocks xmlns:a="http://schemas.openxmlformats.org/drawingml/2006/main" noGrp="1"/>
          </p:cNvSpPr>
          <p:nvPr/>
        </p:nvSpPr>
        <p:spPr>
          <a:xfrm xmlns:a="http://schemas.openxmlformats.org/drawingml/2006/main">
            <a:off x="10077069" y="6162485"/>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000000"/>
            </a:solidFill>
            <a:prstDash val="solid"/>
          </a:ln>
        </p:spPr>
      </p:sp>
      <p:sp>
        <p:nvSpPr>
          <p:cNvPr id="238" name="dp45-comparison / n217 / path">
            <a:extLst xmlns:a="http://schemas.openxmlformats.org/drawingml/2006/main">
              <a:ext uri="{FF2B5EF4-FFF2-40B4-BE49-F238E27FC236}">
                <a16:creationId xmlns:a16="http://schemas.microsoft.com/office/drawing/2014/main" id="{2660CCFA-58F6-4BE9-8C74-5A280093ACE1}"/>
              </a:ext>
            </a:extLst>
          </p:cNvPr>
          <p:cNvSpPr>
            <a:spLocks xmlns:a="http://schemas.openxmlformats.org/drawingml/2006/main" noGrp="1"/>
          </p:cNvSpPr>
          <p:nvPr/>
        </p:nvSpPr>
        <p:spPr>
          <a:xfrm xmlns:a="http://schemas.openxmlformats.org/drawingml/2006/main">
            <a:off x="10001250" y="4029075"/>
            <a:ext cx="142875" cy="2224088"/>
          </a:xfrm>
          <a:custGeom xmlns:a="http://schemas.openxmlformats.org/drawingml/2006/main">
            <a:pathLst>
              <a:path w="142875" h="2224088">
                <a:moveTo>
                  <a:pt x="142875" y="2224088"/>
                </a:moveTo>
                <a:lnTo>
                  <a:pt x="0" y="2224088"/>
                </a:lnTo>
                <a:lnTo>
                  <a:pt x="0" y="0"/>
                </a:lnTo>
                <a:lnTo>
                  <a:pt x="142875" y="0"/>
                </a:lnTo>
              </a:path>
            </a:pathLst>
          </a:custGeom>
          <a:noFill xmlns:a="http://schemas.openxmlformats.org/drawingml/2006/main"/>
          <a:ln xmlns:a="http://schemas.openxmlformats.org/drawingml/2006/main" w="10478">
            <a:solidFill>
              <a:srgbClr val="000000"/>
            </a:solidFill>
            <a:prstDash val="dash"/>
          </a:ln>
        </p:spPr>
      </p:sp>
      <p:sp>
        <p:nvSpPr>
          <p:cNvPr id="239" name="dp45-comparison / n217 / arrow">
            <a:extLst xmlns:a="http://schemas.openxmlformats.org/drawingml/2006/main">
              <a:ext uri="{FF2B5EF4-FFF2-40B4-BE49-F238E27FC236}">
                <a16:creationId xmlns:a16="http://schemas.microsoft.com/office/drawing/2014/main" id="{64CA2D85-C88F-42A0-A0EA-DB36FF93DEB3}"/>
              </a:ext>
            </a:extLst>
          </p:cNvPr>
          <p:cNvSpPr>
            <a:spLocks xmlns:a="http://schemas.openxmlformats.org/drawingml/2006/main" noGrp="1"/>
          </p:cNvSpPr>
          <p:nvPr/>
        </p:nvSpPr>
        <p:spPr>
          <a:xfrm xmlns:a="http://schemas.openxmlformats.org/drawingml/2006/main">
            <a:off x="10077069" y="3995547"/>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000000"/>
            </a:solidFill>
            <a:prstDash val="solid"/>
          </a:ln>
        </p:spPr>
      </p:sp>
      <p:sp>
        <p:nvSpPr>
          <p:cNvPr id="240" name="dp45-comparison / n218 / path">
            <a:extLst xmlns:a="http://schemas.openxmlformats.org/drawingml/2006/main">
              <a:ext uri="{FF2B5EF4-FFF2-40B4-BE49-F238E27FC236}">
                <a16:creationId xmlns:a16="http://schemas.microsoft.com/office/drawing/2014/main" id="{D0BBC475-1F91-4071-80CD-76104B1EB4D4}"/>
              </a:ext>
            </a:extLst>
          </p:cNvPr>
          <p:cNvSpPr>
            <a:spLocks xmlns:a="http://schemas.openxmlformats.org/drawingml/2006/main" noGrp="1"/>
          </p:cNvSpPr>
          <p:nvPr/>
        </p:nvSpPr>
        <p:spPr>
          <a:xfrm xmlns:a="http://schemas.openxmlformats.org/drawingml/2006/main">
            <a:off x="12715875" y="6157913"/>
            <a:ext cx="1905000" cy="953"/>
          </a:xfrm>
          <a:custGeom xmlns:a="http://schemas.openxmlformats.org/drawingml/2006/main">
            <a:pathLst>
              <a:path w="1905000" h="953">
                <a:moveTo>
                  <a:pt x="0" y="0"/>
                </a:moveTo>
                <a:lnTo>
                  <a:pt x="1905000" y="0"/>
                </a:lnTo>
              </a:path>
            </a:pathLst>
          </a:custGeom>
          <a:noFill xmlns:a="http://schemas.openxmlformats.org/drawingml/2006/main"/>
          <a:ln xmlns:a="http://schemas.openxmlformats.org/drawingml/2006/main" w="10478">
            <a:solidFill>
              <a:srgbClr val="000000"/>
            </a:solidFill>
            <a:prstDash val="solid"/>
          </a:ln>
        </p:spPr>
      </p:sp>
      <p:sp>
        <p:nvSpPr>
          <p:cNvPr id="241" name="dp45-comparison / n218 / arrow">
            <a:extLst xmlns:a="http://schemas.openxmlformats.org/drawingml/2006/main">
              <a:ext uri="{FF2B5EF4-FFF2-40B4-BE49-F238E27FC236}">
                <a16:creationId xmlns:a16="http://schemas.microsoft.com/office/drawing/2014/main" id="{12132BA0-60D0-4C58-A6D3-8DDDC81C2331}"/>
              </a:ext>
            </a:extLst>
          </p:cNvPr>
          <p:cNvSpPr>
            <a:spLocks xmlns:a="http://schemas.openxmlformats.org/drawingml/2006/main" noGrp="1"/>
          </p:cNvSpPr>
          <p:nvPr/>
        </p:nvSpPr>
        <p:spPr>
          <a:xfrm xmlns:a="http://schemas.openxmlformats.org/drawingml/2006/main">
            <a:off x="14553819" y="6124385"/>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000000"/>
            </a:solidFill>
            <a:prstDash val="solid"/>
          </a:ln>
        </p:spPr>
      </p:sp>
      <p:sp>
        <p:nvSpPr>
          <p:cNvPr id="242" name="dp45-comparison / n219 / path">
            <a:extLst xmlns:a="http://schemas.openxmlformats.org/drawingml/2006/main">
              <a:ext uri="{FF2B5EF4-FFF2-40B4-BE49-F238E27FC236}">
                <a16:creationId xmlns:a16="http://schemas.microsoft.com/office/drawing/2014/main" id="{54E4837E-6339-49FD-974F-642D29C46126}"/>
              </a:ext>
            </a:extLst>
          </p:cNvPr>
          <p:cNvSpPr>
            <a:spLocks xmlns:a="http://schemas.openxmlformats.org/drawingml/2006/main" noGrp="1"/>
          </p:cNvSpPr>
          <p:nvPr/>
        </p:nvSpPr>
        <p:spPr>
          <a:xfrm xmlns:a="http://schemas.openxmlformats.org/drawingml/2006/main">
            <a:off x="12715875" y="6243638"/>
            <a:ext cx="1905000" cy="953"/>
          </a:xfrm>
          <a:custGeom xmlns:a="http://schemas.openxmlformats.org/drawingml/2006/main">
            <a:pathLst>
              <a:path w="1905000" h="953">
                <a:moveTo>
                  <a:pt x="1905000" y="0"/>
                </a:moveTo>
                <a:lnTo>
                  <a:pt x="0" y="0"/>
                </a:lnTo>
              </a:path>
            </a:pathLst>
          </a:custGeom>
          <a:noFill xmlns:a="http://schemas.openxmlformats.org/drawingml/2006/main"/>
          <a:ln xmlns:a="http://schemas.openxmlformats.org/drawingml/2006/main" w="10478">
            <a:solidFill>
              <a:srgbClr val="000000"/>
            </a:solidFill>
            <a:prstDash val="dash"/>
          </a:ln>
        </p:spPr>
      </p:sp>
      <p:sp>
        <p:nvSpPr>
          <p:cNvPr id="243" name="dp45-comparison / n219 / arrow">
            <a:extLst xmlns:a="http://schemas.openxmlformats.org/drawingml/2006/main">
              <a:ext uri="{FF2B5EF4-FFF2-40B4-BE49-F238E27FC236}">
                <a16:creationId xmlns:a16="http://schemas.microsoft.com/office/drawing/2014/main" id="{9A67AD2D-2178-41AE-8A1A-6042B8939277}"/>
              </a:ext>
            </a:extLst>
          </p:cNvPr>
          <p:cNvSpPr>
            <a:spLocks xmlns:a="http://schemas.openxmlformats.org/drawingml/2006/main" noGrp="1"/>
          </p:cNvSpPr>
          <p:nvPr/>
        </p:nvSpPr>
        <p:spPr>
          <a:xfrm xmlns:a="http://schemas.openxmlformats.org/drawingml/2006/main">
            <a:off x="12715875" y="6210110"/>
            <a:ext cx="67056" cy="67056"/>
          </a:xfrm>
          <a:custGeom xmlns:a="http://schemas.openxmlformats.org/drawingml/2006/main">
            <a:pathLst>
              <a:path w="67056" h="67056">
                <a:moveTo>
                  <a:pt x="67056" y="0"/>
                </a:moveTo>
                <a:lnTo>
                  <a:pt x="0" y="33528"/>
                </a:lnTo>
                <a:lnTo>
                  <a:pt x="67056" y="67056"/>
                </a:lnTo>
              </a:path>
            </a:pathLst>
          </a:custGeom>
          <a:noFill xmlns:a="http://schemas.openxmlformats.org/drawingml/2006/main"/>
          <a:ln xmlns:a="http://schemas.openxmlformats.org/drawingml/2006/main" w="13411">
            <a:solidFill>
              <a:srgbClr val="000000"/>
            </a:solidFill>
            <a:prstDash val="solid"/>
          </a:ln>
        </p:spPr>
      </p:sp>
      <p:sp>
        <p:nvSpPr>
          <p:cNvPr id="244" name="dp45-comparison / n222 / path">
            <a:extLst xmlns:a="http://schemas.openxmlformats.org/drawingml/2006/main">
              <a:ext uri="{FF2B5EF4-FFF2-40B4-BE49-F238E27FC236}">
                <a16:creationId xmlns:a16="http://schemas.microsoft.com/office/drawing/2014/main" id="{2B3C65D1-4A7A-4D1A-8446-03278857ADB8}"/>
              </a:ext>
            </a:extLst>
          </p:cNvPr>
          <p:cNvSpPr>
            <a:spLocks xmlns:a="http://schemas.openxmlformats.org/drawingml/2006/main" noGrp="1"/>
          </p:cNvSpPr>
          <p:nvPr/>
        </p:nvSpPr>
        <p:spPr>
          <a:xfrm xmlns:a="http://schemas.openxmlformats.org/drawingml/2006/main">
            <a:off x="9858375" y="6448425"/>
            <a:ext cx="7715250" cy="953"/>
          </a:xfrm>
          <a:custGeom xmlns:a="http://schemas.openxmlformats.org/drawingml/2006/main">
            <a:pathLst>
              <a:path w="7715250" h="953">
                <a:moveTo>
                  <a:pt x="0" y="0"/>
                </a:moveTo>
                <a:lnTo>
                  <a:pt x="7715250" y="0"/>
                </a:lnTo>
              </a:path>
            </a:pathLst>
          </a:custGeom>
          <a:noFill xmlns:a="http://schemas.openxmlformats.org/drawingml/2006/main"/>
          <a:ln xmlns:a="http://schemas.openxmlformats.org/drawingml/2006/main" w="10478">
            <a:solidFill>
              <a:srgbClr val="000000"/>
            </a:solidFill>
            <a:prstDash val="solid"/>
          </a:ln>
        </p:spPr>
      </p:sp>
      <p:sp>
        <p:nvSpPr>
          <p:cNvPr id="245" name="dp45-comparison / n225">
            <a:extLst xmlns:a="http://schemas.openxmlformats.org/drawingml/2006/main">
              <a:ext uri="{FF2B5EF4-FFF2-40B4-BE49-F238E27FC236}">
                <a16:creationId xmlns:a16="http://schemas.microsoft.com/office/drawing/2014/main" id="{BB77C825-66CD-4F01-B650-A23619026752}"/>
              </a:ext>
            </a:extLst>
          </p:cNvPr>
          <p:cNvSpPr>
            <a:spLocks xmlns:a="http://schemas.openxmlformats.org/drawingml/2006/main" noGrp="1"/>
          </p:cNvSpPr>
          <p:nvPr/>
        </p:nvSpPr>
        <p:spPr>
          <a:xfrm xmlns:a="http://schemas.openxmlformats.org/drawingml/2006/main">
            <a:off x="9953625" y="6715125"/>
            <a:ext cx="2238375" cy="25717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246" name="dp45-comparison / n226 / text 1">
            <a:extLst xmlns:a="http://schemas.openxmlformats.org/drawingml/2006/main">
              <a:ext uri="{FF2B5EF4-FFF2-40B4-BE49-F238E27FC236}">
                <a16:creationId xmlns:a16="http://schemas.microsoft.com/office/drawing/2014/main" id="{E600F818-E63E-40C1-AC3C-9DA9F805263C}"/>
              </a:ext>
            </a:extLst>
          </p:cNvPr>
          <p:cNvSpPr>
            <a:spLocks xmlns:a="http://schemas.openxmlformats.org/drawingml/2006/main" noGrp="1"/>
          </p:cNvSpPr>
          <p:nvPr/>
        </p:nvSpPr>
        <p:spPr>
          <a:xfrm xmlns:a="http://schemas.openxmlformats.org/drawingml/2006/main">
            <a:off x="10039350" y="6750844"/>
            <a:ext cx="2066925"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25" b="1">
                <a:solidFill>
                  <a:srgbClr val="000000"/>
                </a:solidFill>
                <a:latin typeface="Apple SD Gothic Neo"/>
                <a:ea typeface="Apple SD Gothic Neo"/>
                <a:cs typeface="Apple SD Gothic Neo"/>
              </a:defRPr>
            </a:pPr>
            <a:r>
              <a:rPr sz="1125" b="1">
                <a:solidFill>
                  <a:srgbClr val="000000"/>
                </a:solidFill>
                <a:latin typeface="Apple SD Gothic Neo"/>
                <a:ea typeface="Apple SD Gothic Neo"/>
                <a:cs typeface="Apple SD Gothic Neo"/>
              </a:rPr>
              <a:t>원본 변경 또는 생산 요청</a:t>
            </a:r>
          </a:p>
        </p:txBody>
      </p:sp>
      <p:sp>
        <p:nvSpPr>
          <p:cNvPr id="247" name="dp45-comparison / n227">
            <a:extLst xmlns:a="http://schemas.openxmlformats.org/drawingml/2006/main">
              <a:ext uri="{FF2B5EF4-FFF2-40B4-BE49-F238E27FC236}">
                <a16:creationId xmlns:a16="http://schemas.microsoft.com/office/drawing/2014/main" id="{525F7555-838F-4216-939D-ABDF2B917D55}"/>
              </a:ext>
            </a:extLst>
          </p:cNvPr>
          <p:cNvSpPr>
            <a:spLocks xmlns:a="http://schemas.openxmlformats.org/drawingml/2006/main" noGrp="1"/>
          </p:cNvSpPr>
          <p:nvPr/>
        </p:nvSpPr>
        <p:spPr>
          <a:xfrm xmlns:a="http://schemas.openxmlformats.org/drawingml/2006/main">
            <a:off x="12620625" y="6715125"/>
            <a:ext cx="2238375" cy="25717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248" name="dp45-comparison / n228 / text 1">
            <a:extLst xmlns:a="http://schemas.openxmlformats.org/drawingml/2006/main">
              <a:ext uri="{FF2B5EF4-FFF2-40B4-BE49-F238E27FC236}">
                <a16:creationId xmlns:a16="http://schemas.microsoft.com/office/drawing/2014/main" id="{01729004-B5C4-43A5-B63C-8FF5FA86A538}"/>
              </a:ext>
            </a:extLst>
          </p:cNvPr>
          <p:cNvSpPr>
            <a:spLocks xmlns:a="http://schemas.openxmlformats.org/drawingml/2006/main" noGrp="1"/>
          </p:cNvSpPr>
          <p:nvPr/>
        </p:nvSpPr>
        <p:spPr>
          <a:xfrm xmlns:a="http://schemas.openxmlformats.org/drawingml/2006/main">
            <a:off x="12706350" y="6750844"/>
            <a:ext cx="2066925"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25" b="1">
                <a:solidFill>
                  <a:srgbClr val="000000"/>
                </a:solidFill>
                <a:latin typeface="Apple SD Gothic Neo"/>
                <a:ea typeface="Apple SD Gothic Neo"/>
                <a:cs typeface="Apple SD Gothic Neo"/>
              </a:defRPr>
            </a:pPr>
            <a:r>
              <a:rPr sz="1125" b="1">
                <a:solidFill>
                  <a:srgbClr val="000000"/>
                </a:solidFill>
                <a:latin typeface="Apple SD Gothic Neo"/>
                <a:ea typeface="Apple SD Gothic Neo"/>
                <a:cs typeface="Apple SD Gothic Neo"/>
              </a:rPr>
              <a:t>Publisher: 공통 관계 게시</a:t>
            </a:r>
          </a:p>
        </p:txBody>
      </p:sp>
      <p:sp>
        <p:nvSpPr>
          <p:cNvPr id="249" name="dp45-comparison / n229 / path">
            <a:extLst xmlns:a="http://schemas.openxmlformats.org/drawingml/2006/main">
              <a:ext uri="{FF2B5EF4-FFF2-40B4-BE49-F238E27FC236}">
                <a16:creationId xmlns:a16="http://schemas.microsoft.com/office/drawing/2014/main" id="{632A9980-090C-42BE-8FD5-3447F8766F3D}"/>
              </a:ext>
            </a:extLst>
          </p:cNvPr>
          <p:cNvSpPr>
            <a:spLocks xmlns:a="http://schemas.openxmlformats.org/drawingml/2006/main" noGrp="1"/>
          </p:cNvSpPr>
          <p:nvPr/>
        </p:nvSpPr>
        <p:spPr>
          <a:xfrm xmlns:a="http://schemas.openxmlformats.org/drawingml/2006/main">
            <a:off x="12192000" y="6843713"/>
            <a:ext cx="428625" cy="953"/>
          </a:xfrm>
          <a:custGeom xmlns:a="http://schemas.openxmlformats.org/drawingml/2006/main">
            <a:pathLst>
              <a:path w="428625" h="953">
                <a:moveTo>
                  <a:pt x="0" y="0"/>
                </a:moveTo>
                <a:lnTo>
                  <a:pt x="428625" y="0"/>
                </a:lnTo>
              </a:path>
            </a:pathLst>
          </a:custGeom>
          <a:noFill xmlns:a="http://schemas.openxmlformats.org/drawingml/2006/main"/>
          <a:ln xmlns:a="http://schemas.openxmlformats.org/drawingml/2006/main" w="10478">
            <a:solidFill>
              <a:srgbClr val="B8753F"/>
            </a:solidFill>
            <a:prstDash val="solid"/>
          </a:ln>
        </p:spPr>
      </p:sp>
      <p:sp>
        <p:nvSpPr>
          <p:cNvPr id="250" name="dp45-comparison / n229 / arrow">
            <a:extLst xmlns:a="http://schemas.openxmlformats.org/drawingml/2006/main">
              <a:ext uri="{FF2B5EF4-FFF2-40B4-BE49-F238E27FC236}">
                <a16:creationId xmlns:a16="http://schemas.microsoft.com/office/drawing/2014/main" id="{B16C5DA2-6C92-4364-B65B-1450DDE84C7D}"/>
              </a:ext>
            </a:extLst>
          </p:cNvPr>
          <p:cNvSpPr>
            <a:spLocks xmlns:a="http://schemas.openxmlformats.org/drawingml/2006/main" noGrp="1"/>
          </p:cNvSpPr>
          <p:nvPr/>
        </p:nvSpPr>
        <p:spPr>
          <a:xfrm xmlns:a="http://schemas.openxmlformats.org/drawingml/2006/main">
            <a:off x="12553569" y="6810185"/>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B8753F"/>
            </a:solidFill>
            <a:prstDash val="solid"/>
          </a:ln>
        </p:spPr>
      </p:sp>
      <p:sp>
        <p:nvSpPr>
          <p:cNvPr id="251" name="dp45-comparison / n230">
            <a:extLst xmlns:a="http://schemas.openxmlformats.org/drawingml/2006/main">
              <a:ext uri="{FF2B5EF4-FFF2-40B4-BE49-F238E27FC236}">
                <a16:creationId xmlns:a16="http://schemas.microsoft.com/office/drawing/2014/main" id="{D5BF6F3C-8641-4DAC-A647-73EC414D62C8}"/>
              </a:ext>
            </a:extLst>
          </p:cNvPr>
          <p:cNvSpPr>
            <a:spLocks xmlns:a="http://schemas.openxmlformats.org/drawingml/2006/main" noGrp="1"/>
          </p:cNvSpPr>
          <p:nvPr/>
        </p:nvSpPr>
        <p:spPr>
          <a:xfrm xmlns:a="http://schemas.openxmlformats.org/drawingml/2006/main">
            <a:off x="15287625" y="6715125"/>
            <a:ext cx="2190750" cy="25717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252" name="dp45-comparison / n231 / text 1">
            <a:extLst xmlns:a="http://schemas.openxmlformats.org/drawingml/2006/main">
              <a:ext uri="{FF2B5EF4-FFF2-40B4-BE49-F238E27FC236}">
                <a16:creationId xmlns:a16="http://schemas.microsoft.com/office/drawing/2014/main" id="{246CDD8C-C699-4443-A993-5BA86442FAA7}"/>
              </a:ext>
            </a:extLst>
          </p:cNvPr>
          <p:cNvSpPr>
            <a:spLocks xmlns:a="http://schemas.openxmlformats.org/drawingml/2006/main" noGrp="1"/>
          </p:cNvSpPr>
          <p:nvPr/>
        </p:nvSpPr>
        <p:spPr>
          <a:xfrm xmlns:a="http://schemas.openxmlformats.org/drawingml/2006/main">
            <a:off x="15373350" y="6750844"/>
            <a:ext cx="2019300"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25" b="1">
                <a:solidFill>
                  <a:srgbClr val="000000"/>
                </a:solidFill>
                <a:latin typeface="Apple SD Gothic Neo"/>
                <a:ea typeface="Apple SD Gothic Neo"/>
                <a:cs typeface="Apple SD Gothic Neo"/>
              </a:defRPr>
            </a:pPr>
            <a:r>
              <a:rPr sz="1125" b="1">
                <a:solidFill>
                  <a:srgbClr val="000000"/>
                </a:solidFill>
                <a:latin typeface="Apple SD Gothic Neo"/>
                <a:ea typeface="Apple SD Gothic Neo"/>
                <a:cs typeface="Apple SD Gothic Neo"/>
              </a:rPr>
              <a:t>Repository와 Coverage 유지</a:t>
            </a:r>
          </a:p>
        </p:txBody>
      </p:sp>
      <p:sp>
        <p:nvSpPr>
          <p:cNvPr id="253" name="dp45-comparison / n232 / path">
            <a:extLst xmlns:a="http://schemas.openxmlformats.org/drawingml/2006/main">
              <a:ext uri="{FF2B5EF4-FFF2-40B4-BE49-F238E27FC236}">
                <a16:creationId xmlns:a16="http://schemas.microsoft.com/office/drawing/2014/main" id="{D066FE45-FFF5-4702-9F90-78BB4A7045ED}"/>
              </a:ext>
            </a:extLst>
          </p:cNvPr>
          <p:cNvSpPr>
            <a:spLocks xmlns:a="http://schemas.openxmlformats.org/drawingml/2006/main" noGrp="1"/>
          </p:cNvSpPr>
          <p:nvPr/>
        </p:nvSpPr>
        <p:spPr>
          <a:xfrm xmlns:a="http://schemas.openxmlformats.org/drawingml/2006/main">
            <a:off x="14859000" y="6843713"/>
            <a:ext cx="428625" cy="953"/>
          </a:xfrm>
          <a:custGeom xmlns:a="http://schemas.openxmlformats.org/drawingml/2006/main">
            <a:pathLst>
              <a:path w="428625" h="953">
                <a:moveTo>
                  <a:pt x="0" y="0"/>
                </a:moveTo>
                <a:lnTo>
                  <a:pt x="428625" y="0"/>
                </a:lnTo>
              </a:path>
            </a:pathLst>
          </a:custGeom>
          <a:noFill xmlns:a="http://schemas.openxmlformats.org/drawingml/2006/main"/>
          <a:ln xmlns:a="http://schemas.openxmlformats.org/drawingml/2006/main" w="10478">
            <a:solidFill>
              <a:srgbClr val="B8753F"/>
            </a:solidFill>
            <a:prstDash val="solid"/>
          </a:ln>
        </p:spPr>
      </p:sp>
      <p:sp>
        <p:nvSpPr>
          <p:cNvPr id="254" name="dp45-comparison / n232 / arrow">
            <a:extLst xmlns:a="http://schemas.openxmlformats.org/drawingml/2006/main">
              <a:ext uri="{FF2B5EF4-FFF2-40B4-BE49-F238E27FC236}">
                <a16:creationId xmlns:a16="http://schemas.microsoft.com/office/drawing/2014/main" id="{86C1A784-5F31-4FF2-9359-25B54C651F95}"/>
              </a:ext>
            </a:extLst>
          </p:cNvPr>
          <p:cNvSpPr>
            <a:spLocks xmlns:a="http://schemas.openxmlformats.org/drawingml/2006/main" noGrp="1"/>
          </p:cNvSpPr>
          <p:nvPr/>
        </p:nvSpPr>
        <p:spPr>
          <a:xfrm xmlns:a="http://schemas.openxmlformats.org/drawingml/2006/main">
            <a:off x="15220569" y="6810185"/>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B8753F"/>
            </a:solidFill>
            <a:prstDash val="solid"/>
          </a:ln>
        </p:spPr>
      </p:sp>
      <p:sp>
        <p:nvSpPr>
          <p:cNvPr id="255" name="dp45-comparison / n233">
            <a:extLst xmlns:a="http://schemas.openxmlformats.org/drawingml/2006/main">
              <a:ext uri="{FF2B5EF4-FFF2-40B4-BE49-F238E27FC236}">
                <a16:creationId xmlns:a16="http://schemas.microsoft.com/office/drawing/2014/main" id="{A3C55A7A-6AC5-4132-B8B3-880BAF5BD094}"/>
              </a:ext>
            </a:extLst>
          </p:cNvPr>
          <p:cNvSpPr>
            <a:spLocks xmlns:a="http://schemas.openxmlformats.org/drawingml/2006/main" noGrp="1"/>
          </p:cNvSpPr>
          <p:nvPr/>
        </p:nvSpPr>
        <p:spPr>
          <a:xfrm xmlns:a="http://schemas.openxmlformats.org/drawingml/2006/main">
            <a:off x="9953625" y="7258050"/>
            <a:ext cx="2238375" cy="25717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256" name="dp45-comparison / n234 / text 1">
            <a:extLst xmlns:a="http://schemas.openxmlformats.org/drawingml/2006/main">
              <a:ext uri="{FF2B5EF4-FFF2-40B4-BE49-F238E27FC236}">
                <a16:creationId xmlns:a16="http://schemas.microsoft.com/office/drawing/2014/main" id="{7735A0B0-B763-41F3-A95E-457982E9C517}"/>
              </a:ext>
            </a:extLst>
          </p:cNvPr>
          <p:cNvSpPr>
            <a:spLocks xmlns:a="http://schemas.openxmlformats.org/drawingml/2006/main" noGrp="1"/>
          </p:cNvSpPr>
          <p:nvPr/>
        </p:nvSpPr>
        <p:spPr>
          <a:xfrm xmlns:a="http://schemas.openxmlformats.org/drawingml/2006/main">
            <a:off x="10039350" y="7293769"/>
            <a:ext cx="2066925"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25" b="1">
                <a:solidFill>
                  <a:srgbClr val="000000"/>
                </a:solidFill>
                <a:latin typeface="Apple SD Gothic Neo"/>
                <a:ea typeface="Apple SD Gothic Neo"/>
                <a:cs typeface="Apple SD Gothic Neo"/>
              </a:defRPr>
            </a:pPr>
            <a:r>
              <a:rPr sz="1125" b="1">
                <a:solidFill>
                  <a:srgbClr val="000000"/>
                </a:solidFill>
                <a:latin typeface="Apple SD Gothic Neo"/>
                <a:ea typeface="Apple SD Gothic Neo"/>
                <a:cs typeface="Apple SD Gothic Neo"/>
              </a:rPr>
              <a:t>현재 Query1 도착</a:t>
            </a:r>
          </a:p>
        </p:txBody>
      </p:sp>
      <p:sp>
        <p:nvSpPr>
          <p:cNvPr id="257" name="dp45-comparison / n235">
            <a:extLst xmlns:a="http://schemas.openxmlformats.org/drawingml/2006/main">
              <a:ext uri="{FF2B5EF4-FFF2-40B4-BE49-F238E27FC236}">
                <a16:creationId xmlns:a16="http://schemas.microsoft.com/office/drawing/2014/main" id="{80A59377-1587-4862-9377-A2D641F85DEC}"/>
              </a:ext>
            </a:extLst>
          </p:cNvPr>
          <p:cNvSpPr>
            <a:spLocks xmlns:a="http://schemas.openxmlformats.org/drawingml/2006/main" noGrp="1"/>
          </p:cNvSpPr>
          <p:nvPr/>
        </p:nvSpPr>
        <p:spPr>
          <a:xfrm xmlns:a="http://schemas.openxmlformats.org/drawingml/2006/main">
            <a:off x="12620625" y="7258050"/>
            <a:ext cx="2238375" cy="25717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258" name="dp45-comparison / n236 / text 1">
            <a:extLst xmlns:a="http://schemas.openxmlformats.org/drawingml/2006/main">
              <a:ext uri="{FF2B5EF4-FFF2-40B4-BE49-F238E27FC236}">
                <a16:creationId xmlns:a16="http://schemas.microsoft.com/office/drawing/2014/main" id="{2C6A99F1-11C4-4344-82FE-4E290F73DC56}"/>
              </a:ext>
            </a:extLst>
          </p:cNvPr>
          <p:cNvSpPr>
            <a:spLocks xmlns:a="http://schemas.openxmlformats.org/drawingml/2006/main" noGrp="1"/>
          </p:cNvSpPr>
          <p:nvPr/>
        </p:nvSpPr>
        <p:spPr>
          <a:xfrm xmlns:a="http://schemas.openxmlformats.org/drawingml/2006/main">
            <a:off x="12706350" y="7293769"/>
            <a:ext cx="2066925"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25" b="1">
                <a:solidFill>
                  <a:srgbClr val="000000"/>
                </a:solidFill>
                <a:latin typeface="Apple SD Gothic Neo"/>
                <a:ea typeface="Apple SD Gothic Neo"/>
                <a:cs typeface="Apple SD Gothic Neo"/>
              </a:defRPr>
            </a:pPr>
            <a:r>
              <a:rPr sz="1125" b="1">
                <a:solidFill>
                  <a:srgbClr val="000000"/>
                </a:solidFill>
                <a:latin typeface="Apple SD Gothic Neo"/>
                <a:ea typeface="Apple SD Gothic Neo"/>
                <a:cs typeface="Apple SD Gothic Neo"/>
              </a:rPr>
              <a:t>Reader: 게시 관계 읽기</a:t>
            </a:r>
          </a:p>
        </p:txBody>
      </p:sp>
      <p:sp>
        <p:nvSpPr>
          <p:cNvPr id="259" name="dp45-comparison / n237 / path">
            <a:extLst xmlns:a="http://schemas.openxmlformats.org/drawingml/2006/main">
              <a:ext uri="{FF2B5EF4-FFF2-40B4-BE49-F238E27FC236}">
                <a16:creationId xmlns:a16="http://schemas.microsoft.com/office/drawing/2014/main" id="{4CC4E4BA-E2A6-4DF5-A559-2E6A7AFC23B0}"/>
              </a:ext>
            </a:extLst>
          </p:cNvPr>
          <p:cNvSpPr>
            <a:spLocks xmlns:a="http://schemas.openxmlformats.org/drawingml/2006/main" noGrp="1"/>
          </p:cNvSpPr>
          <p:nvPr/>
        </p:nvSpPr>
        <p:spPr>
          <a:xfrm xmlns:a="http://schemas.openxmlformats.org/drawingml/2006/main">
            <a:off x="12192000" y="7386638"/>
            <a:ext cx="428625" cy="953"/>
          </a:xfrm>
          <a:custGeom xmlns:a="http://schemas.openxmlformats.org/drawingml/2006/main">
            <a:pathLst>
              <a:path w="428625" h="953">
                <a:moveTo>
                  <a:pt x="0" y="0"/>
                </a:moveTo>
                <a:lnTo>
                  <a:pt x="428625" y="0"/>
                </a:lnTo>
              </a:path>
            </a:pathLst>
          </a:custGeom>
          <a:noFill xmlns:a="http://schemas.openxmlformats.org/drawingml/2006/main"/>
          <a:ln xmlns:a="http://schemas.openxmlformats.org/drawingml/2006/main" w="10478">
            <a:solidFill>
              <a:srgbClr val="B8753F"/>
            </a:solidFill>
            <a:prstDash val="solid"/>
          </a:ln>
        </p:spPr>
      </p:sp>
      <p:sp>
        <p:nvSpPr>
          <p:cNvPr id="260" name="dp45-comparison / n237 / arrow">
            <a:extLst xmlns:a="http://schemas.openxmlformats.org/drawingml/2006/main">
              <a:ext uri="{FF2B5EF4-FFF2-40B4-BE49-F238E27FC236}">
                <a16:creationId xmlns:a16="http://schemas.microsoft.com/office/drawing/2014/main" id="{1B860E81-DA03-45A2-93DA-78CEF66A5C3E}"/>
              </a:ext>
            </a:extLst>
          </p:cNvPr>
          <p:cNvSpPr>
            <a:spLocks xmlns:a="http://schemas.openxmlformats.org/drawingml/2006/main" noGrp="1"/>
          </p:cNvSpPr>
          <p:nvPr/>
        </p:nvSpPr>
        <p:spPr>
          <a:xfrm xmlns:a="http://schemas.openxmlformats.org/drawingml/2006/main">
            <a:off x="12553569" y="7353110"/>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B8753F"/>
            </a:solidFill>
            <a:prstDash val="solid"/>
          </a:ln>
        </p:spPr>
      </p:sp>
      <p:sp>
        <p:nvSpPr>
          <p:cNvPr id="261" name="dp45-comparison / n238">
            <a:extLst xmlns:a="http://schemas.openxmlformats.org/drawingml/2006/main">
              <a:ext uri="{FF2B5EF4-FFF2-40B4-BE49-F238E27FC236}">
                <a16:creationId xmlns:a16="http://schemas.microsoft.com/office/drawing/2014/main" id="{48DB6A77-5286-490D-A2D0-92B589881BD2}"/>
              </a:ext>
            </a:extLst>
          </p:cNvPr>
          <p:cNvSpPr>
            <a:spLocks xmlns:a="http://schemas.openxmlformats.org/drawingml/2006/main" noGrp="1"/>
          </p:cNvSpPr>
          <p:nvPr/>
        </p:nvSpPr>
        <p:spPr>
          <a:xfrm xmlns:a="http://schemas.openxmlformats.org/drawingml/2006/main">
            <a:off x="15287625" y="7258050"/>
            <a:ext cx="2190750" cy="25717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262" name="dp45-comparison / n239 / text 1">
            <a:extLst xmlns:a="http://schemas.openxmlformats.org/drawingml/2006/main">
              <a:ext uri="{FF2B5EF4-FFF2-40B4-BE49-F238E27FC236}">
                <a16:creationId xmlns:a16="http://schemas.microsoft.com/office/drawing/2014/main" id="{68B45521-F9C5-4E91-A679-4391DBBD4DCC}"/>
              </a:ext>
            </a:extLst>
          </p:cNvPr>
          <p:cNvSpPr>
            <a:spLocks xmlns:a="http://schemas.openxmlformats.org/drawingml/2006/main" noGrp="1"/>
          </p:cNvSpPr>
          <p:nvPr/>
        </p:nvSpPr>
        <p:spPr>
          <a:xfrm xmlns:a="http://schemas.openxmlformats.org/drawingml/2006/main">
            <a:off x="15373350" y="7293769"/>
            <a:ext cx="2019300"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25" b="1">
                <a:solidFill>
                  <a:srgbClr val="000000"/>
                </a:solidFill>
                <a:latin typeface="Apple SD Gothic Neo"/>
                <a:ea typeface="Apple SD Gothic Neo"/>
                <a:cs typeface="Apple SD Gothic Neo"/>
              </a:defRPr>
            </a:pPr>
            <a:r>
              <a:rPr sz="1125" b="1">
                <a:solidFill>
                  <a:srgbClr val="000000"/>
                </a:solidFill>
                <a:latin typeface="Apple SD Gothic Neo"/>
                <a:ea typeface="Apple SD Gothic Neo"/>
                <a:cs typeface="Apple SD Gothic Neo"/>
              </a:rPr>
              <a:t>원본 확인 후 Bundle1 반환</a:t>
            </a:r>
          </a:p>
        </p:txBody>
      </p:sp>
      <p:sp>
        <p:nvSpPr>
          <p:cNvPr id="263" name="dp45-comparison / n240 / path">
            <a:extLst xmlns:a="http://schemas.openxmlformats.org/drawingml/2006/main">
              <a:ext uri="{FF2B5EF4-FFF2-40B4-BE49-F238E27FC236}">
                <a16:creationId xmlns:a16="http://schemas.microsoft.com/office/drawing/2014/main" id="{6FA38BC0-E55F-4656-A995-E585B786952B}"/>
              </a:ext>
            </a:extLst>
          </p:cNvPr>
          <p:cNvSpPr>
            <a:spLocks xmlns:a="http://schemas.openxmlformats.org/drawingml/2006/main" noGrp="1"/>
          </p:cNvSpPr>
          <p:nvPr/>
        </p:nvSpPr>
        <p:spPr>
          <a:xfrm xmlns:a="http://schemas.openxmlformats.org/drawingml/2006/main">
            <a:off x="14859000" y="7386638"/>
            <a:ext cx="428625" cy="953"/>
          </a:xfrm>
          <a:custGeom xmlns:a="http://schemas.openxmlformats.org/drawingml/2006/main">
            <a:pathLst>
              <a:path w="428625" h="953">
                <a:moveTo>
                  <a:pt x="0" y="0"/>
                </a:moveTo>
                <a:lnTo>
                  <a:pt x="428625" y="0"/>
                </a:lnTo>
              </a:path>
            </a:pathLst>
          </a:custGeom>
          <a:noFill xmlns:a="http://schemas.openxmlformats.org/drawingml/2006/main"/>
          <a:ln xmlns:a="http://schemas.openxmlformats.org/drawingml/2006/main" w="10478">
            <a:solidFill>
              <a:srgbClr val="B8753F"/>
            </a:solidFill>
            <a:prstDash val="solid"/>
          </a:ln>
        </p:spPr>
      </p:sp>
      <p:sp>
        <p:nvSpPr>
          <p:cNvPr id="264" name="dp45-comparison / n240 / arrow">
            <a:extLst xmlns:a="http://schemas.openxmlformats.org/drawingml/2006/main">
              <a:ext uri="{FF2B5EF4-FFF2-40B4-BE49-F238E27FC236}">
                <a16:creationId xmlns:a16="http://schemas.microsoft.com/office/drawing/2014/main" id="{92ECDE27-276A-4169-B998-66E2FEC3D052}"/>
              </a:ext>
            </a:extLst>
          </p:cNvPr>
          <p:cNvSpPr>
            <a:spLocks xmlns:a="http://schemas.openxmlformats.org/drawingml/2006/main" noGrp="1"/>
          </p:cNvSpPr>
          <p:nvPr/>
        </p:nvSpPr>
        <p:spPr>
          <a:xfrm xmlns:a="http://schemas.openxmlformats.org/drawingml/2006/main">
            <a:off x="15220569" y="7353110"/>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B8753F"/>
            </a:solidFill>
            <a:prstDash val="solid"/>
          </a:ln>
        </p:spPr>
      </p:sp>
      <p:sp>
        <p:nvSpPr>
          <p:cNvPr id="265" name="dp45-comparison / n157">
            <a:extLst xmlns:a="http://schemas.openxmlformats.org/drawingml/2006/main">
              <a:ext uri="{FF2B5EF4-FFF2-40B4-BE49-F238E27FC236}">
                <a16:creationId xmlns:a16="http://schemas.microsoft.com/office/drawing/2014/main" id="{A84B8A81-C4EB-4179-B0D1-5156731B03AF}"/>
              </a:ext>
            </a:extLst>
          </p:cNvPr>
          <p:cNvSpPr>
            <a:spLocks xmlns:a="http://schemas.openxmlformats.org/drawingml/2006/main" noGrp="1"/>
          </p:cNvSpPr>
          <p:nvPr/>
        </p:nvSpPr>
        <p:spPr>
          <a:xfrm xmlns:a="http://schemas.openxmlformats.org/drawingml/2006/main">
            <a:off x="9934575" y="2771775"/>
            <a:ext cx="1980629" cy="16764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66" name="dp45-comparison / n158 / text 1">
            <a:extLst xmlns:a="http://schemas.openxmlformats.org/drawingml/2006/main">
              <a:ext uri="{FF2B5EF4-FFF2-40B4-BE49-F238E27FC236}">
                <a16:creationId xmlns:a16="http://schemas.microsoft.com/office/drawing/2014/main" id="{18F02727-3029-4109-AB2C-071BD2303656}"/>
              </a:ext>
            </a:extLst>
          </p:cNvPr>
          <p:cNvSpPr>
            <a:spLocks xmlns:a="http://schemas.openxmlformats.org/drawingml/2006/main" noGrp="1"/>
          </p:cNvSpPr>
          <p:nvPr/>
        </p:nvSpPr>
        <p:spPr>
          <a:xfrm xmlns:a="http://schemas.openxmlformats.org/drawingml/2006/main">
            <a:off x="9953625" y="2781300"/>
            <a:ext cx="2667000" cy="17954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75" b="0">
                <a:solidFill>
                  <a:srgbClr val="000000"/>
                </a:solidFill>
                <a:latin typeface="Apple SD Gothic Neo"/>
                <a:ea typeface="Apple SD Gothic Neo"/>
                <a:cs typeface="Apple SD Gothic Neo"/>
              </a:defRPr>
            </a:pPr>
            <a:r>
              <a:rPr sz="975" b="0">
                <a:solidFill>
                  <a:srgbClr val="000000"/>
                </a:solidFill>
                <a:latin typeface="Apple SD Gothic Neo"/>
                <a:ea typeface="Apple SD Gothic Neo"/>
                <a:cs typeface="Apple SD Gothic Neo"/>
              </a:rPr>
              <a:t>Query1: 평가 기준과 과거 결과</a:t>
            </a:r>
          </a:p>
        </p:txBody>
      </p:sp>
      <p:sp>
        <p:nvSpPr>
          <p:cNvPr id="267" name="dp45-comparison / n159">
            <a:extLst xmlns:a="http://schemas.openxmlformats.org/drawingml/2006/main">
              <a:ext uri="{FF2B5EF4-FFF2-40B4-BE49-F238E27FC236}">
                <a16:creationId xmlns:a16="http://schemas.microsoft.com/office/drawing/2014/main" id="{29EA3FE4-E6BF-4A25-9AC5-9E2B75D6DE84}"/>
              </a:ext>
            </a:extLst>
          </p:cNvPr>
          <p:cNvSpPr>
            <a:spLocks xmlns:a="http://schemas.openxmlformats.org/drawingml/2006/main" noGrp="1"/>
          </p:cNvSpPr>
          <p:nvPr/>
        </p:nvSpPr>
        <p:spPr>
          <a:xfrm xmlns:a="http://schemas.openxmlformats.org/drawingml/2006/main">
            <a:off x="12887325" y="2762250"/>
            <a:ext cx="1731264" cy="15621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68" name="dp45-comparison / n160 / text 1">
            <a:extLst xmlns:a="http://schemas.openxmlformats.org/drawingml/2006/main">
              <a:ext uri="{FF2B5EF4-FFF2-40B4-BE49-F238E27FC236}">
                <a16:creationId xmlns:a16="http://schemas.microsoft.com/office/drawing/2014/main" id="{791F9AFC-A308-4417-9667-3A71771F1F91}"/>
              </a:ext>
            </a:extLst>
          </p:cNvPr>
          <p:cNvSpPr>
            <a:spLocks xmlns:a="http://schemas.openxmlformats.org/drawingml/2006/main" noGrp="1"/>
          </p:cNvSpPr>
          <p:nvPr/>
        </p:nvSpPr>
        <p:spPr>
          <a:xfrm xmlns:a="http://schemas.openxmlformats.org/drawingml/2006/main">
            <a:off x="12906375" y="2771775"/>
            <a:ext cx="2047875"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설명 원문 / 실제 전달한 범위</a:t>
            </a:r>
          </a:p>
        </p:txBody>
      </p:sp>
      <p:sp>
        <p:nvSpPr>
          <p:cNvPr id="269" name="dp45-comparison / n161">
            <a:extLst xmlns:a="http://schemas.openxmlformats.org/drawingml/2006/main">
              <a:ext uri="{FF2B5EF4-FFF2-40B4-BE49-F238E27FC236}">
                <a16:creationId xmlns:a16="http://schemas.microsoft.com/office/drawing/2014/main" id="{BD11627B-5D9C-42E8-BC59-D13C05CCE209}"/>
              </a:ext>
            </a:extLst>
          </p:cNvPr>
          <p:cNvSpPr>
            <a:spLocks xmlns:a="http://schemas.openxmlformats.org/drawingml/2006/main" noGrp="1"/>
          </p:cNvSpPr>
          <p:nvPr/>
        </p:nvSpPr>
        <p:spPr>
          <a:xfrm xmlns:a="http://schemas.openxmlformats.org/drawingml/2006/main">
            <a:off x="15411450" y="2762250"/>
            <a:ext cx="1822704" cy="15621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70" name="dp45-comparison / n162 / text 1">
            <a:extLst xmlns:a="http://schemas.openxmlformats.org/drawingml/2006/main">
              <a:ext uri="{FF2B5EF4-FFF2-40B4-BE49-F238E27FC236}">
                <a16:creationId xmlns:a16="http://schemas.microsoft.com/office/drawing/2014/main" id="{95377FDF-5962-4970-9919-638905DEEA00}"/>
              </a:ext>
            </a:extLst>
          </p:cNvPr>
          <p:cNvSpPr>
            <a:spLocks xmlns:a="http://schemas.openxmlformats.org/drawingml/2006/main" noGrp="1"/>
          </p:cNvSpPr>
          <p:nvPr/>
        </p:nvSpPr>
        <p:spPr>
          <a:xfrm xmlns:a="http://schemas.openxmlformats.org/drawingml/2006/main">
            <a:off x="15430500" y="2771775"/>
            <a:ext cx="209550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Task1 제품 조사 / Task2 견적</a:t>
            </a:r>
          </a:p>
        </p:txBody>
      </p:sp>
      <p:sp>
        <p:nvSpPr>
          <p:cNvPr id="271" name="dp45-comparison / n163">
            <a:extLst xmlns:a="http://schemas.openxmlformats.org/drawingml/2006/main">
              <a:ext uri="{FF2B5EF4-FFF2-40B4-BE49-F238E27FC236}">
                <a16:creationId xmlns:a16="http://schemas.microsoft.com/office/drawing/2014/main" id="{F79ECE63-3E88-4CF3-9219-6A027A372C5E}"/>
              </a:ext>
            </a:extLst>
          </p:cNvPr>
          <p:cNvSpPr>
            <a:spLocks xmlns:a="http://schemas.openxmlformats.org/drawingml/2006/main" noGrp="1"/>
          </p:cNvSpPr>
          <p:nvPr/>
        </p:nvSpPr>
        <p:spPr>
          <a:xfrm xmlns:a="http://schemas.openxmlformats.org/drawingml/2006/main">
            <a:off x="12887325" y="2924175"/>
            <a:ext cx="1207770" cy="15621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72" name="dp45-comparison / n164 / text 1">
            <a:extLst xmlns:a="http://schemas.openxmlformats.org/drawingml/2006/main">
              <a:ext uri="{FF2B5EF4-FFF2-40B4-BE49-F238E27FC236}">
                <a16:creationId xmlns:a16="http://schemas.microsoft.com/office/drawing/2014/main" id="{D18FC3DD-B9F1-4F6C-9584-21A9E4F589D9}"/>
              </a:ext>
            </a:extLst>
          </p:cNvPr>
          <p:cNvSpPr>
            <a:spLocks xmlns:a="http://schemas.openxmlformats.org/drawingml/2006/main" noGrp="1"/>
          </p:cNvSpPr>
          <p:nvPr/>
        </p:nvSpPr>
        <p:spPr>
          <a:xfrm xmlns:a="http://schemas.openxmlformats.org/drawingml/2006/main">
            <a:off x="12906375" y="2933700"/>
            <a:ext cx="2047875"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“가격이 같은 경우…”</a:t>
            </a:r>
          </a:p>
        </p:txBody>
      </p:sp>
      <p:sp>
        <p:nvSpPr>
          <p:cNvPr id="273" name="dp45-comparison / n165">
            <a:extLst xmlns:a="http://schemas.openxmlformats.org/drawingml/2006/main">
              <a:ext uri="{FF2B5EF4-FFF2-40B4-BE49-F238E27FC236}">
                <a16:creationId xmlns:a16="http://schemas.microsoft.com/office/drawing/2014/main" id="{C88479B2-5630-4A10-B0D7-3332EC9B9910}"/>
              </a:ext>
            </a:extLst>
          </p:cNvPr>
          <p:cNvSpPr>
            <a:spLocks xmlns:a="http://schemas.openxmlformats.org/drawingml/2006/main" noGrp="1"/>
          </p:cNvSpPr>
          <p:nvPr/>
        </p:nvSpPr>
        <p:spPr>
          <a:xfrm xmlns:a="http://schemas.openxmlformats.org/drawingml/2006/main">
            <a:off x="15411450" y="2924175"/>
            <a:ext cx="1731645" cy="14478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74" name="dp45-comparison / n166 / text 1">
            <a:extLst xmlns:a="http://schemas.openxmlformats.org/drawingml/2006/main">
              <a:ext uri="{FF2B5EF4-FFF2-40B4-BE49-F238E27FC236}">
                <a16:creationId xmlns:a16="http://schemas.microsoft.com/office/drawing/2014/main" id="{70035C7E-5BE2-46A0-B450-BDB22FE1A039}"/>
              </a:ext>
            </a:extLst>
          </p:cNvPr>
          <p:cNvSpPr>
            <a:spLocks xmlns:a="http://schemas.openxmlformats.org/drawingml/2006/main" noGrp="1"/>
          </p:cNvSpPr>
          <p:nvPr/>
        </p:nvSpPr>
        <p:spPr>
          <a:xfrm xmlns:a="http://schemas.openxmlformats.org/drawingml/2006/main">
            <a:off x="15430500" y="2933700"/>
            <a:ext cx="2095500"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제품 결과 개정 2 / 견적 개정 1</a:t>
            </a:r>
          </a:p>
        </p:txBody>
      </p:sp>
      <p:sp>
        <p:nvSpPr>
          <p:cNvPr id="275" name="dp45-comparison / n183">
            <a:extLst xmlns:a="http://schemas.openxmlformats.org/drawingml/2006/main">
              <a:ext uri="{FF2B5EF4-FFF2-40B4-BE49-F238E27FC236}">
                <a16:creationId xmlns:a16="http://schemas.microsoft.com/office/drawing/2014/main" id="{37EA0318-672F-4C1C-A5F6-F069A588F34F}"/>
              </a:ext>
            </a:extLst>
          </p:cNvPr>
          <p:cNvSpPr>
            <a:spLocks xmlns:a="http://schemas.openxmlformats.org/drawingml/2006/main" noGrp="1"/>
          </p:cNvSpPr>
          <p:nvPr/>
        </p:nvSpPr>
        <p:spPr>
          <a:xfrm xmlns:a="http://schemas.openxmlformats.org/drawingml/2006/main">
            <a:off x="13744575" y="3362325"/>
            <a:ext cx="2815209" cy="16764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76" name="dp45-comparison / n184 / text 1">
            <a:extLst xmlns:a="http://schemas.openxmlformats.org/drawingml/2006/main">
              <a:ext uri="{FF2B5EF4-FFF2-40B4-BE49-F238E27FC236}">
                <a16:creationId xmlns:a16="http://schemas.microsoft.com/office/drawing/2014/main" id="{CBAAF896-0EE9-4F6A-B3BC-5A8F53114383}"/>
              </a:ext>
            </a:extLst>
          </p:cNvPr>
          <p:cNvSpPr>
            <a:spLocks xmlns:a="http://schemas.openxmlformats.org/drawingml/2006/main" noGrp="1"/>
          </p:cNvSpPr>
          <p:nvPr/>
        </p:nvSpPr>
        <p:spPr>
          <a:xfrm xmlns:a="http://schemas.openxmlformats.org/drawingml/2006/main">
            <a:off x="13763625" y="3371850"/>
            <a:ext cx="3619500" cy="17954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75" b="0">
                <a:solidFill>
                  <a:srgbClr val="000000"/>
                </a:solidFill>
                <a:latin typeface="Apple SD Gothic Neo"/>
                <a:ea typeface="Apple SD Gothic Neo"/>
                <a:cs typeface="Apple SD Gothic Neo"/>
              </a:defRPr>
            </a:pPr>
            <a:r>
              <a:rPr sz="975" b="0">
                <a:solidFill>
                  <a:srgbClr val="000000"/>
                </a:solidFill>
                <a:latin typeface="Apple SD Gothic Neo"/>
                <a:ea typeface="Apple SD Gothic Neo"/>
                <a:cs typeface="Apple SD Gothic Neo"/>
              </a:rPr>
              <a:t>① 원본 변경 / 생산 / 검증 / 같은 개정 게시</a:t>
            </a:r>
          </a:p>
        </p:txBody>
      </p:sp>
      <p:sp>
        <p:nvSpPr>
          <p:cNvPr id="277" name="dp45-comparison / n187">
            <a:extLst xmlns:a="http://schemas.openxmlformats.org/drawingml/2006/main">
              <a:ext uri="{FF2B5EF4-FFF2-40B4-BE49-F238E27FC236}">
                <a16:creationId xmlns:a16="http://schemas.microsoft.com/office/drawing/2014/main" id="{1628EBB7-39CD-4F03-BD47-E4179DD70101}"/>
              </a:ext>
            </a:extLst>
          </p:cNvPr>
          <p:cNvSpPr>
            <a:spLocks xmlns:a="http://schemas.openxmlformats.org/drawingml/2006/main" noGrp="1"/>
          </p:cNvSpPr>
          <p:nvPr/>
        </p:nvSpPr>
        <p:spPr>
          <a:xfrm xmlns:a="http://schemas.openxmlformats.org/drawingml/2006/main">
            <a:off x="14239875" y="4305300"/>
            <a:ext cx="2952750" cy="942975"/>
          </a:xfrm>
          <a:custGeom xmlns:a="http://schemas.openxmlformats.org/drawingml/2006/main">
            <a:pathLst>
              <a:path w="2952750" h="942975">
                <a:moveTo>
                  <a:pt x="0" y="0"/>
                </a:moveTo>
                <a:lnTo>
                  <a:pt x="2781300" y="0"/>
                </a:lnTo>
                <a:lnTo>
                  <a:pt x="2952750" y="171450"/>
                </a:lnTo>
                <a:lnTo>
                  <a:pt x="2952750" y="942975"/>
                </a:lnTo>
                <a:lnTo>
                  <a:pt x="0" y="942975"/>
                </a:lnTo>
                <a:close/>
              </a:path>
            </a:pathLst>
          </a:custGeom>
          <a:solidFill xmlns:a="http://schemas.openxmlformats.org/drawingml/2006/main">
            <a:srgbClr val="FFFFFF"/>
          </a:solidFill>
          <a:ln xmlns:a="http://schemas.openxmlformats.org/drawingml/2006/main" w="9525">
            <a:solidFill>
              <a:srgbClr val="000000"/>
            </a:solidFill>
            <a:prstDash val="solid"/>
          </a:ln>
        </p:spPr>
      </p:sp>
      <p:sp>
        <p:nvSpPr>
          <p:cNvPr id="278" name="dp45-comparison / n187 / fold">
            <a:extLst xmlns:a="http://schemas.openxmlformats.org/drawingml/2006/main">
              <a:ext uri="{FF2B5EF4-FFF2-40B4-BE49-F238E27FC236}">
                <a16:creationId xmlns:a16="http://schemas.microsoft.com/office/drawing/2014/main" id="{BA2175E5-D840-4C3E-9917-0A1AEB57C4EC}"/>
              </a:ext>
            </a:extLst>
          </p:cNvPr>
          <p:cNvSpPr>
            <a:spLocks xmlns:a="http://schemas.openxmlformats.org/drawingml/2006/main" noGrp="1"/>
          </p:cNvSpPr>
          <p:nvPr/>
        </p:nvSpPr>
        <p:spPr>
          <a:xfrm xmlns:a="http://schemas.openxmlformats.org/drawingml/2006/main">
            <a:off x="17021175" y="4305300"/>
            <a:ext cx="171450" cy="171450"/>
          </a:xfrm>
          <a:custGeom xmlns:a="http://schemas.openxmlformats.org/drawingml/2006/main">
            <a:pathLst>
              <a:path w="171450" h="171450">
                <a:moveTo>
                  <a:pt x="0" y="0"/>
                </a:moveTo>
                <a:lnTo>
                  <a:pt x="0" y="171450"/>
                </a:lnTo>
                <a:lnTo>
                  <a:pt x="171450" y="171450"/>
                </a:lnTo>
              </a:path>
            </a:pathLst>
          </a:custGeom>
          <a:noFill xmlns:a="http://schemas.openxmlformats.org/drawingml/2006/main"/>
          <a:ln xmlns:a="http://schemas.openxmlformats.org/drawingml/2006/main" w="9525">
            <a:solidFill>
              <a:srgbClr val="000000"/>
            </a:solidFill>
            <a:prstDash val="solid"/>
          </a:ln>
        </p:spPr>
      </p:sp>
      <p:sp>
        <p:nvSpPr>
          <p:cNvPr id="279" name="dp45-comparison / n188 / text 1">
            <a:extLst xmlns:a="http://schemas.openxmlformats.org/drawingml/2006/main">
              <a:ext uri="{FF2B5EF4-FFF2-40B4-BE49-F238E27FC236}">
                <a16:creationId xmlns:a16="http://schemas.microsoft.com/office/drawing/2014/main" id="{F8E4CF8D-1903-4C79-B9B1-0B3E3227CDF7}"/>
              </a:ext>
            </a:extLst>
          </p:cNvPr>
          <p:cNvSpPr>
            <a:spLocks xmlns:a="http://schemas.openxmlformats.org/drawingml/2006/main" noGrp="1"/>
          </p:cNvSpPr>
          <p:nvPr/>
        </p:nvSpPr>
        <p:spPr>
          <a:xfrm xmlns:a="http://schemas.openxmlformats.org/drawingml/2006/main">
            <a:off x="14335125" y="4362450"/>
            <a:ext cx="2686050" cy="14501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88" b="0">
                <a:solidFill>
                  <a:srgbClr val="000000"/>
                </a:solidFill>
                <a:latin typeface="Apple SD Gothic Neo"/>
                <a:ea typeface="Apple SD Gothic Neo"/>
                <a:cs typeface="Apple SD Gothic Neo"/>
              </a:defRPr>
            </a:pPr>
            <a:r>
              <a:rPr sz="788" b="0">
                <a:solidFill>
                  <a:srgbClr val="000000"/>
                </a:solidFill>
                <a:latin typeface="Apple SD Gothic Neo"/>
                <a:ea typeface="Apple SD Gothic Neo"/>
                <a:cs typeface="Apple SD Gothic Neo"/>
              </a:rPr>
              <a:t>Memory1 / relation_kind:EXPLAINS_ITEM</a:t>
            </a:r>
          </a:p>
        </p:txBody>
      </p:sp>
      <p:sp>
        <p:nvSpPr>
          <p:cNvPr id="280" name="dp45-comparison / n188 / text 2">
            <a:extLst xmlns:a="http://schemas.openxmlformats.org/drawingml/2006/main">
              <a:ext uri="{FF2B5EF4-FFF2-40B4-BE49-F238E27FC236}">
                <a16:creationId xmlns:a16="http://schemas.microsoft.com/office/drawing/2014/main" id="{457330FB-3D59-4FD7-B232-4CA246D6CEEC}"/>
              </a:ext>
            </a:extLst>
          </p:cNvPr>
          <p:cNvSpPr>
            <a:spLocks xmlns:a="http://schemas.openxmlformats.org/drawingml/2006/main" noGrp="1"/>
          </p:cNvSpPr>
          <p:nvPr/>
        </p:nvSpPr>
        <p:spPr>
          <a:xfrm xmlns:a="http://schemas.openxmlformats.org/drawingml/2006/main">
            <a:off x="14335125" y="4482465"/>
            <a:ext cx="2686050" cy="14501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88" b="0">
                <a:solidFill>
                  <a:srgbClr val="000000"/>
                </a:solidFill>
                <a:latin typeface="Apple SD Gothic Neo"/>
                <a:ea typeface="Apple SD Gothic Neo"/>
                <a:cs typeface="Apple SD Gothic Neo"/>
              </a:defRPr>
            </a:pPr>
            <a:r>
              <a:rPr sz="788" b="0">
                <a:solidFill>
                  <a:srgbClr val="000000"/>
                </a:solidFill>
                <a:latin typeface="Apple SD Gothic Neo"/>
                <a:ea typeface="Apple SD Gothic Neo"/>
                <a:cs typeface="Apple SD Gothic Neo"/>
              </a:rPr>
              <a:t>from/to: 실제 전달 → 설명 원문</a:t>
            </a:r>
          </a:p>
        </p:txBody>
      </p:sp>
      <p:sp>
        <p:nvSpPr>
          <p:cNvPr id="281" name="dp45-comparison / n188 / text 3">
            <a:extLst xmlns:a="http://schemas.openxmlformats.org/drawingml/2006/main">
              <a:ext uri="{FF2B5EF4-FFF2-40B4-BE49-F238E27FC236}">
                <a16:creationId xmlns:a16="http://schemas.microsoft.com/office/drawing/2014/main" id="{3BDE964D-8E9D-4C0F-8435-3E9030756450}"/>
              </a:ext>
            </a:extLst>
          </p:cNvPr>
          <p:cNvSpPr>
            <a:spLocks xmlns:a="http://schemas.openxmlformats.org/drawingml/2006/main" noGrp="1"/>
          </p:cNvSpPr>
          <p:nvPr/>
        </p:nvSpPr>
        <p:spPr>
          <a:xfrm xmlns:a="http://schemas.openxmlformats.org/drawingml/2006/main">
            <a:off x="14335125" y="4602480"/>
            <a:ext cx="2686050" cy="14501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88" b="0">
                <a:solidFill>
                  <a:srgbClr val="000000"/>
                </a:solidFill>
                <a:latin typeface="Apple SD Gothic Neo"/>
                <a:ea typeface="Apple SD Gothic Neo"/>
                <a:cs typeface="Apple SD Gothic Neo"/>
              </a:defRPr>
            </a:pPr>
            <a:r>
              <a:rPr sz="788" b="0">
                <a:solidFill>
                  <a:srgbClr val="000000"/>
                </a:solidFill>
                <a:latin typeface="Apple SD Gothic Neo"/>
                <a:ea typeface="Apple SD Gothic Neo"/>
                <a:cs typeface="Apple SD Gothic Neo"/>
              </a:rPr>
              <a:t>value: “가격이 같은 경우 유지보수 기간을</a:t>
            </a:r>
          </a:p>
        </p:txBody>
      </p:sp>
      <p:sp>
        <p:nvSpPr>
          <p:cNvPr id="282" name="dp45-comparison / n188 / text 4">
            <a:extLst xmlns:a="http://schemas.openxmlformats.org/drawingml/2006/main">
              <a:ext uri="{FF2B5EF4-FFF2-40B4-BE49-F238E27FC236}">
                <a16:creationId xmlns:a16="http://schemas.microsoft.com/office/drawing/2014/main" id="{0F7BE938-0B81-47E0-A86D-33369E8807EE}"/>
              </a:ext>
            </a:extLst>
          </p:cNvPr>
          <p:cNvSpPr>
            <a:spLocks xmlns:a="http://schemas.openxmlformats.org/drawingml/2006/main" noGrp="1"/>
          </p:cNvSpPr>
          <p:nvPr/>
        </p:nvSpPr>
        <p:spPr>
          <a:xfrm xmlns:a="http://schemas.openxmlformats.org/drawingml/2006/main">
            <a:off x="14335125" y="4722495"/>
            <a:ext cx="2686050" cy="14501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88" b="0">
                <a:solidFill>
                  <a:srgbClr val="000000"/>
                </a:solidFill>
                <a:latin typeface="Apple SD Gothic Neo"/>
                <a:ea typeface="Apple SD Gothic Neo"/>
                <a:cs typeface="Apple SD Gothic Neo"/>
              </a:defRPr>
            </a:pPr>
            <a:r>
              <a:rPr sz="788" b="0">
                <a:solidFill>
                  <a:srgbClr val="000000"/>
                </a:solidFill>
                <a:latin typeface="Apple SD Gothic Neo"/>
                <a:ea typeface="Apple SD Gothic Neo"/>
                <a:cs typeface="Apple SD Gothic Neo"/>
              </a:rPr>
              <a:t>  우선합니다.” / MODEL_DERIVED</a:t>
            </a:r>
          </a:p>
        </p:txBody>
      </p:sp>
      <p:sp>
        <p:nvSpPr>
          <p:cNvPr id="283" name="dp45-comparison / n188 / text 5">
            <a:extLst xmlns:a="http://schemas.openxmlformats.org/drawingml/2006/main">
              <a:ext uri="{FF2B5EF4-FFF2-40B4-BE49-F238E27FC236}">
                <a16:creationId xmlns:a16="http://schemas.microsoft.com/office/drawing/2014/main" id="{7623968D-1DFB-435A-B9E6-922FA1357092}"/>
              </a:ext>
            </a:extLst>
          </p:cNvPr>
          <p:cNvSpPr>
            <a:spLocks xmlns:a="http://schemas.openxmlformats.org/drawingml/2006/main" noGrp="1"/>
          </p:cNvSpPr>
          <p:nvPr/>
        </p:nvSpPr>
        <p:spPr>
          <a:xfrm xmlns:a="http://schemas.openxmlformats.org/drawingml/2006/main">
            <a:off x="14335125" y="4842510"/>
            <a:ext cx="2686050" cy="14501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88" b="0">
                <a:solidFill>
                  <a:srgbClr val="000000"/>
                </a:solidFill>
                <a:latin typeface="Apple SD Gothic Neo"/>
                <a:ea typeface="Apple SD Gothic Neo"/>
                <a:cs typeface="Apple SD Gothic Neo"/>
              </a:defRPr>
            </a:pPr>
            <a:r>
              <a:rPr sz="788" b="0">
                <a:solidFill>
                  <a:srgbClr val="000000"/>
                </a:solidFill>
                <a:latin typeface="Apple SD Gothic Neo"/>
                <a:ea typeface="Apple SD Gothic Neo"/>
                <a:cs typeface="Apple SD Gothic Neo"/>
              </a:rPr>
              <a:t>HAS_RESULT: 제품 Task → 제품 결과 / EXPLICIT</a:t>
            </a:r>
          </a:p>
        </p:txBody>
      </p:sp>
      <p:sp>
        <p:nvSpPr>
          <p:cNvPr id="284" name="dp45-comparison / n188 / text 6">
            <a:extLst xmlns:a="http://schemas.openxmlformats.org/drawingml/2006/main">
              <a:ext uri="{FF2B5EF4-FFF2-40B4-BE49-F238E27FC236}">
                <a16:creationId xmlns:a16="http://schemas.microsoft.com/office/drawing/2014/main" id="{6B3D7748-B485-494D-B027-85D6B4D50FE0}"/>
              </a:ext>
            </a:extLst>
          </p:cNvPr>
          <p:cNvSpPr>
            <a:spLocks xmlns:a="http://schemas.openxmlformats.org/drawingml/2006/main" noGrp="1"/>
          </p:cNvSpPr>
          <p:nvPr/>
        </p:nvSpPr>
        <p:spPr>
          <a:xfrm xmlns:a="http://schemas.openxmlformats.org/drawingml/2006/main">
            <a:off x="14335125" y="4962525"/>
            <a:ext cx="2686050" cy="14501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88" b="0">
                <a:solidFill>
                  <a:srgbClr val="000000"/>
                </a:solidFill>
                <a:latin typeface="Apple SD Gothic Neo"/>
                <a:ea typeface="Apple SD Gothic Neo"/>
                <a:cs typeface="Apple SD Gothic Neo"/>
              </a:defRPr>
            </a:pPr>
            <a:r>
              <a:rPr sz="788" b="0">
                <a:solidFill>
                  <a:srgbClr val="000000"/>
                </a:solidFill>
                <a:latin typeface="Apple SD Gothic Neo"/>
                <a:ea typeface="Apple SD Gothic Neo"/>
                <a:cs typeface="Apple SD Gothic Neo"/>
              </a:rPr>
              <a:t>HAS_RESULT: 견적 Task → 견적 결과 / EXPLICIT</a:t>
            </a:r>
          </a:p>
        </p:txBody>
      </p:sp>
      <p:sp>
        <p:nvSpPr>
          <p:cNvPr id="285" name="dp45-comparison / n188 / text 7">
            <a:extLst xmlns:a="http://schemas.openxmlformats.org/drawingml/2006/main">
              <a:ext uri="{FF2B5EF4-FFF2-40B4-BE49-F238E27FC236}">
                <a16:creationId xmlns:a16="http://schemas.microsoft.com/office/drawing/2014/main" id="{7303436B-7FFF-452B-9E92-EC8CAB857CF6}"/>
              </a:ext>
            </a:extLst>
          </p:cNvPr>
          <p:cNvSpPr>
            <a:spLocks xmlns:a="http://schemas.openxmlformats.org/drawingml/2006/main" noGrp="1"/>
          </p:cNvSpPr>
          <p:nvPr/>
        </p:nvSpPr>
        <p:spPr>
          <a:xfrm xmlns:a="http://schemas.openxmlformats.org/drawingml/2006/main">
            <a:off x="14335125" y="5082540"/>
            <a:ext cx="2686050" cy="14501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88" b="0">
                <a:solidFill>
                  <a:srgbClr val="000000"/>
                </a:solidFill>
                <a:latin typeface="Apple SD Gothic Neo"/>
                <a:ea typeface="Apple SD Gothic Neo"/>
                <a:cs typeface="Apple SD Gothic Neo"/>
              </a:defRPr>
            </a:pPr>
            <a:r>
              <a:rPr sz="788" b="0">
                <a:solidFill>
                  <a:srgbClr val="000000"/>
                </a:solidFill>
                <a:latin typeface="Apple SD Gothic Neo"/>
                <a:ea typeface="Apple SD Gothic Neo"/>
                <a:cs typeface="Apple SD Gothic Neo"/>
              </a:rPr>
              <a:t>source_spans / dependency_vector / 개정</a:t>
            </a:r>
          </a:p>
        </p:txBody>
      </p:sp>
      <p:sp>
        <p:nvSpPr>
          <p:cNvPr id="286" name="dp45-comparison / n194">
            <a:extLst xmlns:a="http://schemas.openxmlformats.org/drawingml/2006/main">
              <a:ext uri="{FF2B5EF4-FFF2-40B4-BE49-F238E27FC236}">
                <a16:creationId xmlns:a16="http://schemas.microsoft.com/office/drawing/2014/main" id="{76025D4C-1BEB-4C86-B8B0-A05DA68D5317}"/>
              </a:ext>
            </a:extLst>
          </p:cNvPr>
          <p:cNvSpPr>
            <a:spLocks xmlns:a="http://schemas.openxmlformats.org/drawingml/2006/main" noGrp="1"/>
          </p:cNvSpPr>
          <p:nvPr/>
        </p:nvSpPr>
        <p:spPr>
          <a:xfrm xmlns:a="http://schemas.openxmlformats.org/drawingml/2006/main">
            <a:off x="10220325" y="4314825"/>
            <a:ext cx="1886712" cy="14478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87" name="dp45-comparison / n195 / text 1">
            <a:extLst xmlns:a="http://schemas.openxmlformats.org/drawingml/2006/main">
              <a:ext uri="{FF2B5EF4-FFF2-40B4-BE49-F238E27FC236}">
                <a16:creationId xmlns:a16="http://schemas.microsoft.com/office/drawing/2014/main" id="{C8724409-A289-426D-B782-CFA03609724F}"/>
              </a:ext>
            </a:extLst>
          </p:cNvPr>
          <p:cNvSpPr>
            <a:spLocks xmlns:a="http://schemas.openxmlformats.org/drawingml/2006/main" noGrp="1"/>
          </p:cNvSpPr>
          <p:nvPr/>
        </p:nvSpPr>
        <p:spPr>
          <a:xfrm xmlns:a="http://schemas.openxmlformats.org/drawingml/2006/main">
            <a:off x="10239375" y="4324350"/>
            <a:ext cx="2619375"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NOT_COVERED: 지원 범위 생산 요청</a:t>
            </a:r>
          </a:p>
        </p:txBody>
      </p:sp>
      <p:sp>
        <p:nvSpPr>
          <p:cNvPr id="288" name="dp45-comparison / n196">
            <a:extLst xmlns:a="http://schemas.openxmlformats.org/drawingml/2006/main">
              <a:ext uri="{FF2B5EF4-FFF2-40B4-BE49-F238E27FC236}">
                <a16:creationId xmlns:a16="http://schemas.microsoft.com/office/drawing/2014/main" id="{DEB872DC-0FDD-477E-8CC2-A2351B6F6684}"/>
              </a:ext>
            </a:extLst>
          </p:cNvPr>
          <p:cNvSpPr>
            <a:spLocks xmlns:a="http://schemas.openxmlformats.org/drawingml/2006/main" noGrp="1"/>
          </p:cNvSpPr>
          <p:nvPr/>
        </p:nvSpPr>
        <p:spPr>
          <a:xfrm xmlns:a="http://schemas.openxmlformats.org/drawingml/2006/main">
            <a:off x="10220325" y="4533900"/>
            <a:ext cx="2272284" cy="14478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89" name="dp45-comparison / n197 / text 1">
            <a:extLst xmlns:a="http://schemas.openxmlformats.org/drawingml/2006/main">
              <a:ext uri="{FF2B5EF4-FFF2-40B4-BE49-F238E27FC236}">
                <a16:creationId xmlns:a16="http://schemas.microsoft.com/office/drawing/2014/main" id="{7583ADD0-9D9A-4A73-9FE9-62D93ED2BBFF}"/>
              </a:ext>
            </a:extLst>
          </p:cNvPr>
          <p:cNvSpPr>
            <a:spLocks xmlns:a="http://schemas.openxmlformats.org/drawingml/2006/main" noGrp="1"/>
          </p:cNvSpPr>
          <p:nvPr/>
        </p:nvSpPr>
        <p:spPr>
          <a:xfrm xmlns:a="http://schemas.openxmlformats.org/drawingml/2006/main">
            <a:off x="10239375" y="4543425"/>
            <a:ext cx="2619375"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게시 개정 반환 후 Reader가 저장소 재조회</a:t>
            </a:r>
          </a:p>
        </p:txBody>
      </p:sp>
      <p:sp>
        <p:nvSpPr>
          <p:cNvPr id="290" name="dp45-comparison / n198">
            <a:extLst xmlns:a="http://schemas.openxmlformats.org/drawingml/2006/main">
              <a:ext uri="{FF2B5EF4-FFF2-40B4-BE49-F238E27FC236}">
                <a16:creationId xmlns:a16="http://schemas.microsoft.com/office/drawing/2014/main" id="{29C99AF7-64C9-429C-AB03-C50EDF12993F}"/>
              </a:ext>
            </a:extLst>
          </p:cNvPr>
          <p:cNvSpPr>
            <a:spLocks xmlns:a="http://schemas.openxmlformats.org/drawingml/2006/main" noGrp="1"/>
          </p:cNvSpPr>
          <p:nvPr/>
        </p:nvSpPr>
        <p:spPr>
          <a:xfrm xmlns:a="http://schemas.openxmlformats.org/drawingml/2006/main">
            <a:off x="10125075" y="5686425"/>
            <a:ext cx="2991041" cy="14478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91" name="dp45-comparison / n199 / text 1">
            <a:extLst xmlns:a="http://schemas.openxmlformats.org/drawingml/2006/main">
              <a:ext uri="{FF2B5EF4-FFF2-40B4-BE49-F238E27FC236}">
                <a16:creationId xmlns:a16="http://schemas.microsoft.com/office/drawing/2014/main" id="{71B9D7BB-467E-4117-9BF7-9524643B2629}"/>
              </a:ext>
            </a:extLst>
          </p:cNvPr>
          <p:cNvSpPr>
            <a:spLocks xmlns:a="http://schemas.openxmlformats.org/drawingml/2006/main" noGrp="1"/>
          </p:cNvSpPr>
          <p:nvPr/>
        </p:nvSpPr>
        <p:spPr>
          <a:xfrm xmlns:a="http://schemas.openxmlformats.org/drawingml/2006/main">
            <a:off x="10144125" y="5695950"/>
            <a:ext cx="3714750"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지원 밖 관계: UNSUPPORTED_RELATION / 반복 생산 없음</a:t>
            </a:r>
          </a:p>
        </p:txBody>
      </p:sp>
      <p:sp>
        <p:nvSpPr>
          <p:cNvPr id="292" name="dp45-comparison / n200">
            <a:extLst xmlns:a="http://schemas.openxmlformats.org/drawingml/2006/main">
              <a:ext uri="{FF2B5EF4-FFF2-40B4-BE49-F238E27FC236}">
                <a16:creationId xmlns:a16="http://schemas.microsoft.com/office/drawing/2014/main" id="{4252DD09-5499-49D9-8B94-D810250B6838}"/>
              </a:ext>
            </a:extLst>
          </p:cNvPr>
          <p:cNvSpPr>
            <a:spLocks xmlns:a="http://schemas.openxmlformats.org/drawingml/2006/main" noGrp="1"/>
          </p:cNvSpPr>
          <p:nvPr/>
        </p:nvSpPr>
        <p:spPr>
          <a:xfrm xmlns:a="http://schemas.openxmlformats.org/drawingml/2006/main">
            <a:off x="14220825" y="5800725"/>
            <a:ext cx="2177987" cy="14478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93" name="dp45-comparison / n201 / text 1">
            <a:extLst xmlns:a="http://schemas.openxmlformats.org/drawingml/2006/main">
              <a:ext uri="{FF2B5EF4-FFF2-40B4-BE49-F238E27FC236}">
                <a16:creationId xmlns:a16="http://schemas.microsoft.com/office/drawing/2014/main" id="{94A2CBB5-44F2-4E2B-85F3-4ECD26E0BAE1}"/>
              </a:ext>
            </a:extLst>
          </p:cNvPr>
          <p:cNvSpPr>
            <a:spLocks xmlns:a="http://schemas.openxmlformats.org/drawingml/2006/main" noGrp="1"/>
          </p:cNvSpPr>
          <p:nvPr/>
        </p:nvSpPr>
        <p:spPr>
          <a:xfrm xmlns:a="http://schemas.openxmlformats.org/drawingml/2006/main">
            <a:off x="14239875" y="5810250"/>
            <a:ext cx="2952750"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예외 문구만 생산 / 나머지 기준은 미생산</a:t>
            </a:r>
          </a:p>
        </p:txBody>
      </p:sp>
      <p:sp>
        <p:nvSpPr>
          <p:cNvPr id="294" name="dp45-comparison / n206">
            <a:extLst xmlns:a="http://schemas.openxmlformats.org/drawingml/2006/main">
              <a:ext uri="{FF2B5EF4-FFF2-40B4-BE49-F238E27FC236}">
                <a16:creationId xmlns:a16="http://schemas.microsoft.com/office/drawing/2014/main" id="{50FE8C90-49AB-43E1-911C-6F9EBD6218ED}"/>
              </a:ext>
            </a:extLst>
          </p:cNvPr>
          <p:cNvSpPr>
            <a:spLocks xmlns:a="http://schemas.openxmlformats.org/drawingml/2006/main" noGrp="1"/>
          </p:cNvSpPr>
          <p:nvPr/>
        </p:nvSpPr>
        <p:spPr>
          <a:xfrm xmlns:a="http://schemas.openxmlformats.org/drawingml/2006/main">
            <a:off x="10125075" y="5819775"/>
            <a:ext cx="2045970" cy="14478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95" name="dp45-comparison / n207 / text 1">
            <a:extLst xmlns:a="http://schemas.openxmlformats.org/drawingml/2006/main">
              <a:ext uri="{FF2B5EF4-FFF2-40B4-BE49-F238E27FC236}">
                <a16:creationId xmlns:a16="http://schemas.microsoft.com/office/drawing/2014/main" id="{F6372EFA-B054-4664-BC09-85229B4176D6}"/>
              </a:ext>
            </a:extLst>
          </p:cNvPr>
          <p:cNvSpPr>
            <a:spLocks xmlns:a="http://schemas.openxmlformats.org/drawingml/2006/main" noGrp="1"/>
          </p:cNvSpPr>
          <p:nvPr/>
        </p:nvSpPr>
        <p:spPr>
          <a:xfrm xmlns:a="http://schemas.openxmlformats.org/drawingml/2006/main">
            <a:off x="10144125" y="5829300"/>
            <a:ext cx="3333750"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현재 개정과 요청한 원문은 owner 확인</a:t>
            </a:r>
          </a:p>
        </p:txBody>
      </p:sp>
      <p:sp>
        <p:nvSpPr>
          <p:cNvPr id="296" name="dp45-comparison / n210">
            <a:extLst xmlns:a="http://schemas.openxmlformats.org/drawingml/2006/main">
              <a:ext uri="{FF2B5EF4-FFF2-40B4-BE49-F238E27FC236}">
                <a16:creationId xmlns:a16="http://schemas.microsoft.com/office/drawing/2014/main" id="{EDD58945-834B-46D6-ACFA-E2F6D950AA49}"/>
              </a:ext>
            </a:extLst>
          </p:cNvPr>
          <p:cNvSpPr>
            <a:spLocks xmlns:a="http://schemas.openxmlformats.org/drawingml/2006/main" noGrp="1"/>
          </p:cNvSpPr>
          <p:nvPr/>
        </p:nvSpPr>
        <p:spPr>
          <a:xfrm xmlns:a="http://schemas.openxmlformats.org/drawingml/2006/main">
            <a:off x="10125075" y="5029200"/>
            <a:ext cx="2379345" cy="16764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97" name="dp45-comparison / n211 / text 1">
            <a:extLst xmlns:a="http://schemas.openxmlformats.org/drawingml/2006/main">
              <a:ext uri="{FF2B5EF4-FFF2-40B4-BE49-F238E27FC236}">
                <a16:creationId xmlns:a16="http://schemas.microsoft.com/office/drawing/2014/main" id="{41A2CFF8-C1AB-44BD-B4BF-9F352DE2AC98}"/>
              </a:ext>
            </a:extLst>
          </p:cNvPr>
          <p:cNvSpPr>
            <a:spLocks xmlns:a="http://schemas.openxmlformats.org/drawingml/2006/main" noGrp="1"/>
          </p:cNvSpPr>
          <p:nvPr/>
        </p:nvSpPr>
        <p:spPr>
          <a:xfrm xmlns:a="http://schemas.openxmlformats.org/drawingml/2006/main">
            <a:off x="10144125" y="5038725"/>
            <a:ext cx="2857500" cy="17954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75" b="0">
                <a:solidFill>
                  <a:srgbClr val="000000"/>
                </a:solidFill>
                <a:latin typeface="Apple SD Gothic Neo"/>
                <a:ea typeface="Apple SD Gothic Neo"/>
                <a:cs typeface="Apple SD Gothic Neo"/>
              </a:defRPr>
            </a:pPr>
            <a:r>
              <a:rPr sz="975" b="0">
                <a:solidFill>
                  <a:srgbClr val="000000"/>
                </a:solidFill>
                <a:latin typeface="Apple SD Gothic Neo"/>
                <a:ea typeface="Apple SD Gothic Neo"/>
                <a:cs typeface="Apple SD Gothic Neo"/>
              </a:rPr>
              <a:t>② 현재 Query1 / Reader로 별도 시작</a:t>
            </a:r>
          </a:p>
        </p:txBody>
      </p:sp>
      <p:sp>
        <p:nvSpPr>
          <p:cNvPr id="298" name="dp45-comparison / n220">
            <a:extLst xmlns:a="http://schemas.openxmlformats.org/drawingml/2006/main">
              <a:ext uri="{FF2B5EF4-FFF2-40B4-BE49-F238E27FC236}">
                <a16:creationId xmlns:a16="http://schemas.microsoft.com/office/drawing/2014/main" id="{495AE4C8-14AE-4B72-9F12-7F25E959AF85}"/>
              </a:ext>
            </a:extLst>
          </p:cNvPr>
          <p:cNvSpPr>
            <a:spLocks xmlns:a="http://schemas.openxmlformats.org/drawingml/2006/main" noGrp="1"/>
          </p:cNvSpPr>
          <p:nvPr/>
        </p:nvSpPr>
        <p:spPr>
          <a:xfrm xmlns:a="http://schemas.openxmlformats.org/drawingml/2006/main">
            <a:off x="12934950" y="6057900"/>
            <a:ext cx="1306258" cy="14478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99" name="dp45-comparison / n221 / text 1">
            <a:extLst xmlns:a="http://schemas.openxmlformats.org/drawingml/2006/main">
              <a:ext uri="{FF2B5EF4-FFF2-40B4-BE49-F238E27FC236}">
                <a16:creationId xmlns:a16="http://schemas.microsoft.com/office/drawing/2014/main" id="{F596243E-AE4D-4AF2-BA0C-52F55E0B34F2}"/>
              </a:ext>
            </a:extLst>
          </p:cNvPr>
          <p:cNvSpPr>
            <a:spLocks xmlns:a="http://schemas.openxmlformats.org/drawingml/2006/main" noGrp="1"/>
          </p:cNvSpPr>
          <p:nvPr/>
        </p:nvSpPr>
        <p:spPr>
          <a:xfrm xmlns:a="http://schemas.openxmlformats.org/drawingml/2006/main">
            <a:off x="12954000" y="6067425"/>
            <a:ext cx="1571625"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필요한 과거 의미만 가공</a:t>
            </a:r>
          </a:p>
        </p:txBody>
      </p:sp>
      <p:sp>
        <p:nvSpPr>
          <p:cNvPr id="300" name="dp45-comparison / n223">
            <a:extLst xmlns:a="http://schemas.openxmlformats.org/drawingml/2006/main">
              <a:ext uri="{FF2B5EF4-FFF2-40B4-BE49-F238E27FC236}">
                <a16:creationId xmlns:a16="http://schemas.microsoft.com/office/drawing/2014/main" id="{9F2F5769-73F3-468B-B896-77AFB03C54EB}"/>
              </a:ext>
            </a:extLst>
          </p:cNvPr>
          <p:cNvSpPr>
            <a:spLocks xmlns:a="http://schemas.openxmlformats.org/drawingml/2006/main" noGrp="1"/>
          </p:cNvSpPr>
          <p:nvPr/>
        </p:nvSpPr>
        <p:spPr>
          <a:xfrm xmlns:a="http://schemas.openxmlformats.org/drawingml/2006/main">
            <a:off x="9934575" y="6477000"/>
            <a:ext cx="2484501" cy="17907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301" name="dp45-comparison / n224 / text 1">
            <a:extLst xmlns:a="http://schemas.openxmlformats.org/drawingml/2006/main">
              <a:ext uri="{FF2B5EF4-FFF2-40B4-BE49-F238E27FC236}">
                <a16:creationId xmlns:a16="http://schemas.microsoft.com/office/drawing/2014/main" id="{182A4DCC-FB27-4F54-A13E-8DB2AC3A6A06}"/>
              </a:ext>
            </a:extLst>
          </p:cNvPr>
          <p:cNvSpPr>
            <a:spLocks xmlns:a="http://schemas.openxmlformats.org/drawingml/2006/main" noGrp="1"/>
          </p:cNvSpPr>
          <p:nvPr/>
        </p:nvSpPr>
        <p:spPr>
          <a:xfrm xmlns:a="http://schemas.openxmlformats.org/drawingml/2006/main">
            <a:off x="9953625" y="6486525"/>
            <a:ext cx="7524750" cy="19335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0">
                <a:solidFill>
                  <a:srgbClr val="000000"/>
                </a:solidFill>
                <a:latin typeface="Apple SD Gothic Neo"/>
                <a:ea typeface="Apple SD Gothic Neo"/>
                <a:cs typeface="Apple SD Gothic Neo"/>
              </a:defRPr>
            </a:pPr>
            <a:r>
              <a:rPr sz="1050" b="0">
                <a:solidFill>
                  <a:srgbClr val="000000"/>
                </a:solidFill>
                <a:latin typeface="Apple SD Gothic Neo"/>
                <a:ea typeface="Apple SD Gothic Neo"/>
                <a:cs typeface="Apple SD Gothic Neo"/>
              </a:rPr>
              <a:t>실행 순서도 / 생산 시점과 조회 경로</a:t>
            </a:r>
          </a:p>
        </p:txBody>
      </p:sp>
      <p:sp>
        <p:nvSpPr>
          <p:cNvPr id="302" name="dp45-comparison / n241">
            <a:extLst xmlns:a="http://schemas.openxmlformats.org/drawingml/2006/main">
              <a:ext uri="{FF2B5EF4-FFF2-40B4-BE49-F238E27FC236}">
                <a16:creationId xmlns:a16="http://schemas.microsoft.com/office/drawing/2014/main" id="{2CF608DE-4503-4FF1-AF93-6CBA43657A60}"/>
              </a:ext>
            </a:extLst>
          </p:cNvPr>
          <p:cNvSpPr>
            <a:spLocks xmlns:a="http://schemas.openxmlformats.org/drawingml/2006/main" noGrp="1"/>
          </p:cNvSpPr>
          <p:nvPr/>
        </p:nvSpPr>
        <p:spPr>
          <a:xfrm xmlns:a="http://schemas.openxmlformats.org/drawingml/2006/main">
            <a:off x="9934575" y="7058025"/>
            <a:ext cx="5272278" cy="15621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303" name="dp45-comparison / n242 / text 1">
            <a:extLst xmlns:a="http://schemas.openxmlformats.org/drawingml/2006/main">
              <a:ext uri="{FF2B5EF4-FFF2-40B4-BE49-F238E27FC236}">
                <a16:creationId xmlns:a16="http://schemas.microsoft.com/office/drawing/2014/main" id="{42857E5C-80F3-4811-8EF6-3CDF008061B7}"/>
              </a:ext>
            </a:extLst>
          </p:cNvPr>
          <p:cNvSpPr>
            <a:spLocks xmlns:a="http://schemas.openxmlformats.org/drawingml/2006/main" noGrp="1"/>
          </p:cNvSpPr>
          <p:nvPr/>
        </p:nvSpPr>
        <p:spPr>
          <a:xfrm xmlns:a="http://schemas.openxmlformats.org/drawingml/2006/main">
            <a:off x="9953625" y="7067550"/>
            <a:ext cx="752475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미생산 지원 범위: Publisher 게시 뒤 Reader 재조회 / 현재 Request 정답은 저장하지 않음</a:t>
            </a:r>
          </a:p>
        </p:txBody>
      </p:sp>
    </p:spTree>
    <p:extLst>
      <p:ext uri="{BB962C8B-B14F-4D97-AF65-F5344CB8AC3E}">
        <p14:creationId xmlns:p14="http://schemas.microsoft.com/office/powerpoint/2010/main" val="1636851142"/>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6" name="dp41-v4-qa-detail / n1">
            <a:extLst xmlns:a="http://schemas.openxmlformats.org/drawingml/2006/main">
              <a:ext uri="{FF2B5EF4-FFF2-40B4-BE49-F238E27FC236}">
                <a16:creationId xmlns:a16="http://schemas.microsoft.com/office/drawing/2014/main" id="{886B86AD-60D9-44F6-AAB2-7C78D03D2885}"/>
              </a:ext>
            </a:extLst>
          </p:cNvPr>
          <p:cNvSpPr>
            <a:spLocks xmlns:a="http://schemas.openxmlformats.org/drawingml/2006/main" noGrp="1"/>
          </p:cNvSpPr>
          <p:nvPr/>
        </p:nvSpPr>
        <p:spPr>
          <a:xfrm xmlns:a="http://schemas.openxmlformats.org/drawingml/2006/main">
            <a:off x="381000" y="209550"/>
            <a:ext cx="13335000" cy="2714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425" b="1">
                <a:solidFill>
                  <a:srgbClr val="087E8B"/>
                </a:solidFill>
                <a:latin typeface="Apple SD Gothic Neo"/>
                <a:ea typeface="Apple SD Gothic Neo"/>
                <a:cs typeface="Apple SD Gothic Neo"/>
              </a:defRPr>
            </a:pPr>
            <a:r>
              <a:rPr sz="1425" b="1">
                <a:solidFill>
                  <a:srgbClr val="087E8B"/>
                </a:solidFill>
                <a:latin typeface="Apple SD Gothic Neo"/>
                <a:ea typeface="Apple SD Gothic Neo"/>
                <a:cs typeface="Apple SD Gothic Neo"/>
              </a:rPr>
              <a:t>VIA SOFTWARE ARCHITECTURE / ASR-QA 사고 실험</a:t>
            </a:r>
          </a:p>
        </p:txBody>
      </p:sp>
      <p:sp>
        <p:nvSpPr>
          <p:cNvPr id="2" name="dp41-v4-qa-detail / n2">
            <a:extLst xmlns:a="http://schemas.openxmlformats.org/drawingml/2006/main">
              <a:ext uri="{FF2B5EF4-FFF2-40B4-BE49-F238E27FC236}">
                <a16:creationId xmlns:a16="http://schemas.microsoft.com/office/drawing/2014/main" id="{5AA201C8-2C8E-4C0F-B9AD-18A47AB790B9}"/>
              </a:ext>
            </a:extLst>
          </p:cNvPr>
          <p:cNvSpPr>
            <a:spLocks xmlns:a="http://schemas.openxmlformats.org/drawingml/2006/main" noGrp="1"/>
          </p:cNvSpPr>
          <p:nvPr/>
        </p:nvSpPr>
        <p:spPr>
          <a:xfrm xmlns:a="http://schemas.openxmlformats.org/drawingml/2006/main">
            <a:off x="381000" y="619125"/>
            <a:ext cx="17526000" cy="5286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775" b="1">
                <a:solidFill>
                  <a:srgbClr val="18232E"/>
                </a:solidFill>
                <a:latin typeface="Apple SD Gothic Neo"/>
                <a:ea typeface="Apple SD Gothic Neo"/>
                <a:cs typeface="Apple SD Gothic Neo"/>
              </a:defRPr>
            </a:pPr>
            <a:r>
              <a:rPr sz="2775" b="1">
                <a:solidFill>
                  <a:srgbClr val="18232E"/>
                </a:solidFill>
                <a:latin typeface="Apple SD Gothic Neo"/>
                <a:ea typeface="Apple SD Gothic Neo"/>
                <a:cs typeface="Apple SD Gothic Neo"/>
              </a:rPr>
              <a:t>04-41. 모델 판단 반복과 코드 해결 반복 / ASR-QA 비교</a:t>
            </a:r>
          </a:p>
        </p:txBody>
      </p:sp>
      <p:sp>
        <p:nvSpPr>
          <p:cNvPr id="3" name="dp41-v4-qa-detail / n3">
            <a:extLst xmlns:a="http://schemas.openxmlformats.org/drawingml/2006/main">
              <a:ext uri="{FF2B5EF4-FFF2-40B4-BE49-F238E27FC236}">
                <a16:creationId xmlns:a16="http://schemas.microsoft.com/office/drawing/2014/main" id="{7AA5F912-1E38-48E0-99D6-D961275D3B97}"/>
              </a:ext>
            </a:extLst>
          </p:cNvPr>
          <p:cNvSpPr>
            <a:spLocks xmlns:a="http://schemas.openxmlformats.org/drawingml/2006/main" noGrp="1"/>
          </p:cNvSpPr>
          <p:nvPr/>
        </p:nvSpPr>
        <p:spPr>
          <a:xfrm xmlns:a="http://schemas.openxmlformats.org/drawingml/2006/main">
            <a:off x="381000" y="1152525"/>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1430">
            <a:solidFill>
              <a:srgbClr val="CDD6DE"/>
            </a:solidFill>
          </a:ln>
        </p:spPr>
      </p:sp>
      <p:sp>
        <p:nvSpPr>
          <p:cNvPr id="4" name="dp41-v4-qa-detail / n4">
            <a:extLst xmlns:a="http://schemas.openxmlformats.org/drawingml/2006/main">
              <a:ext uri="{FF2B5EF4-FFF2-40B4-BE49-F238E27FC236}">
                <a16:creationId xmlns:a16="http://schemas.microsoft.com/office/drawing/2014/main" id="{3C687AD4-B863-4730-BA88-689810132149}"/>
              </a:ext>
            </a:extLst>
          </p:cNvPr>
          <p:cNvSpPr>
            <a:spLocks xmlns:a="http://schemas.openxmlformats.org/drawingml/2006/main" noGrp="1"/>
          </p:cNvSpPr>
          <p:nvPr/>
        </p:nvSpPr>
        <p:spPr>
          <a:xfrm xmlns:a="http://schemas.openxmlformats.org/drawingml/2006/main">
            <a:off x="381000" y="1352550"/>
            <a:ext cx="17526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b="0">
                <a:solidFill>
                  <a:srgbClr val="5F6B77"/>
                </a:solidFill>
                <a:latin typeface="Apple SD Gothic Neo"/>
                <a:ea typeface="Apple SD Gothic Neo"/>
                <a:cs typeface="Apple SD Gothic Neo"/>
              </a:defRPr>
            </a:pPr>
            <a:r>
              <a:rPr sz="1800" b="0">
                <a:solidFill>
                  <a:srgbClr val="5F6B77"/>
                </a:solidFill>
                <a:latin typeface="Apple SD Gothic Neo"/>
                <a:ea typeface="Apple SD Gothic Neo"/>
                <a:cs typeface="Apple SD Gothic Neo"/>
              </a:rPr>
              <a:t>동일 활동 기준의 A/B 가정값과 0–6점 비교 / 보호 조건 별도</a:t>
            </a:r>
          </a:p>
        </p:txBody>
      </p:sp>
      <p:sp>
        <p:nvSpPr>
          <p:cNvPr id="5" name="dp41-v4-qa-detail / n5 / circle">
            <a:extLst xmlns:a="http://schemas.openxmlformats.org/drawingml/2006/main">
              <a:ext uri="{FF2B5EF4-FFF2-40B4-BE49-F238E27FC236}">
                <a16:creationId xmlns:a16="http://schemas.microsoft.com/office/drawing/2014/main" id="{35C43D3A-AFAE-4A2B-BFCA-0C2D90335EAB}"/>
              </a:ext>
            </a:extLst>
          </p:cNvPr>
          <p:cNvSpPr>
            <a:spLocks xmlns:a="http://schemas.openxmlformats.org/drawingml/2006/main" noGrp="1"/>
          </p:cNvSpPr>
          <p:nvPr/>
        </p:nvSpPr>
        <p:spPr>
          <a:xfrm xmlns:a="http://schemas.openxmlformats.org/drawingml/2006/main">
            <a:off x="381000" y="1790700"/>
            <a:ext cx="161925" cy="161925"/>
          </a:xfrm>
          <a:prstGeom xmlns:a="http://schemas.openxmlformats.org/drawingml/2006/main" prst="ellipse">
            <a:avLst/>
          </a:prstGeom>
          <a:solidFill xmlns:a="http://schemas.openxmlformats.org/drawingml/2006/main">
            <a:srgbClr val="18232E"/>
          </a:solidFill>
          <a:ln xmlns:a="http://schemas.openxmlformats.org/drawingml/2006/main" w="10478">
            <a:solidFill>
              <a:srgbClr val="18232E"/>
            </a:solidFill>
          </a:ln>
        </p:spPr>
      </p:sp>
      <p:sp>
        <p:nvSpPr>
          <p:cNvPr id="6" name="dp41-v4-qa-detail / n6 / circle">
            <a:extLst xmlns:a="http://schemas.openxmlformats.org/drawingml/2006/main">
              <a:ext uri="{FF2B5EF4-FFF2-40B4-BE49-F238E27FC236}">
                <a16:creationId xmlns:a16="http://schemas.microsoft.com/office/drawing/2014/main" id="{2FF7CBB4-DD6B-45FC-9B2D-7484613FD0F6}"/>
              </a:ext>
            </a:extLst>
          </p:cNvPr>
          <p:cNvSpPr>
            <a:spLocks xmlns:a="http://schemas.openxmlformats.org/drawingml/2006/main" noGrp="1"/>
          </p:cNvSpPr>
          <p:nvPr/>
        </p:nvSpPr>
        <p:spPr>
          <a:xfrm xmlns:a="http://schemas.openxmlformats.org/drawingml/2006/main">
            <a:off x="581025" y="1790700"/>
            <a:ext cx="161925" cy="161925"/>
          </a:xfrm>
          <a:prstGeom xmlns:a="http://schemas.openxmlformats.org/drawingml/2006/main" prst="ellipse">
            <a:avLst/>
          </a:prstGeom>
          <a:solidFill xmlns:a="http://schemas.openxmlformats.org/drawingml/2006/main">
            <a:srgbClr val="18232E"/>
          </a:solidFill>
          <a:ln xmlns:a="http://schemas.openxmlformats.org/drawingml/2006/main" w="10478">
            <a:solidFill>
              <a:srgbClr val="18232E"/>
            </a:solidFill>
          </a:ln>
        </p:spPr>
      </p:sp>
      <p:sp>
        <p:nvSpPr>
          <p:cNvPr id="7" name="dp41-v4-qa-detail / n7 / circle">
            <a:extLst xmlns:a="http://schemas.openxmlformats.org/drawingml/2006/main">
              <a:ext uri="{FF2B5EF4-FFF2-40B4-BE49-F238E27FC236}">
                <a16:creationId xmlns:a16="http://schemas.microsoft.com/office/drawing/2014/main" id="{CD6A8351-CF1B-4F99-A2BF-27EFD35C9E79}"/>
              </a:ext>
            </a:extLst>
          </p:cNvPr>
          <p:cNvSpPr>
            <a:spLocks xmlns:a="http://schemas.openxmlformats.org/drawingml/2006/main" noGrp="1"/>
          </p:cNvSpPr>
          <p:nvPr/>
        </p:nvSpPr>
        <p:spPr>
          <a:xfrm xmlns:a="http://schemas.openxmlformats.org/drawingml/2006/main">
            <a:off x="781050" y="1790700"/>
            <a:ext cx="161925" cy="161925"/>
          </a:xfrm>
          <a:prstGeom xmlns:a="http://schemas.openxmlformats.org/drawingml/2006/main" prst="ellipse">
            <a:avLst/>
          </a:prstGeom>
          <a:solidFill xmlns:a="http://schemas.openxmlformats.org/drawingml/2006/main">
            <a:srgbClr val="18232E"/>
          </a:solidFill>
          <a:ln xmlns:a="http://schemas.openxmlformats.org/drawingml/2006/main" w="10478">
            <a:solidFill>
              <a:srgbClr val="18232E"/>
            </a:solidFill>
          </a:ln>
        </p:spPr>
      </p:sp>
      <p:sp>
        <p:nvSpPr>
          <p:cNvPr id="8" name="dp41-v4-qa-detail / n8">
            <a:extLst xmlns:a="http://schemas.openxmlformats.org/drawingml/2006/main">
              <a:ext uri="{FF2B5EF4-FFF2-40B4-BE49-F238E27FC236}">
                <a16:creationId xmlns:a16="http://schemas.microsoft.com/office/drawing/2014/main" id="{6E2A1AF6-4D41-413E-A27B-649894A7C0E0}"/>
              </a:ext>
            </a:extLst>
          </p:cNvPr>
          <p:cNvSpPr>
            <a:spLocks xmlns:a="http://schemas.openxmlformats.org/drawingml/2006/main" noGrp="1"/>
          </p:cNvSpPr>
          <p:nvPr/>
        </p:nvSpPr>
        <p:spPr>
          <a:xfrm xmlns:a="http://schemas.openxmlformats.org/drawingml/2006/main">
            <a:off x="1038225" y="1743075"/>
            <a:ext cx="809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18232E"/>
                </a:solidFill>
                <a:latin typeface="Apple SD Gothic Neo"/>
                <a:ea typeface="Apple SD Gothic Neo"/>
                <a:cs typeface="Apple SD Gothic Neo"/>
              </a:defRPr>
            </a:pPr>
            <a:r>
              <a:rPr sz="1500" b="0">
                <a:solidFill>
                  <a:srgbClr val="18232E"/>
                </a:solidFill>
                <a:latin typeface="Apple SD Gothic Neo"/>
                <a:ea typeface="Apple SD Gothic Neo"/>
                <a:cs typeface="Apple SD Gothic Neo"/>
              </a:rPr>
              <a:t>6점</a:t>
            </a:r>
          </a:p>
        </p:txBody>
      </p:sp>
      <p:sp>
        <p:nvSpPr>
          <p:cNvPr id="9" name="dp41-v4-qa-detail / n9 / circle">
            <a:extLst xmlns:a="http://schemas.openxmlformats.org/drawingml/2006/main">
              <a:ext uri="{FF2B5EF4-FFF2-40B4-BE49-F238E27FC236}">
                <a16:creationId xmlns:a16="http://schemas.microsoft.com/office/drawing/2014/main" id="{AC68F1AB-8AB1-4205-81C5-ACFEF72A3BE4}"/>
              </a:ext>
            </a:extLst>
          </p:cNvPr>
          <p:cNvSpPr>
            <a:spLocks xmlns:a="http://schemas.openxmlformats.org/drawingml/2006/main" noGrp="1"/>
          </p:cNvSpPr>
          <p:nvPr/>
        </p:nvSpPr>
        <p:spPr>
          <a:xfrm xmlns:a="http://schemas.openxmlformats.org/drawingml/2006/main">
            <a:off x="1943100" y="1790700"/>
            <a:ext cx="161925" cy="161925"/>
          </a:xfrm>
          <a:prstGeom xmlns:a="http://schemas.openxmlformats.org/drawingml/2006/main" prst="ellipse">
            <a:avLst/>
          </a:prstGeom>
          <a:solidFill xmlns:a="http://schemas.openxmlformats.org/drawingml/2006/main">
            <a:srgbClr val="18232E"/>
          </a:solidFill>
          <a:ln xmlns:a="http://schemas.openxmlformats.org/drawingml/2006/main" w="10478">
            <a:solidFill>
              <a:srgbClr val="18232E"/>
            </a:solidFill>
          </a:ln>
        </p:spPr>
      </p:sp>
      <p:sp>
        <p:nvSpPr>
          <p:cNvPr id="10" name="dp41-v4-qa-detail / n10 / circle">
            <a:extLst xmlns:a="http://schemas.openxmlformats.org/drawingml/2006/main">
              <a:ext uri="{FF2B5EF4-FFF2-40B4-BE49-F238E27FC236}">
                <a16:creationId xmlns:a16="http://schemas.microsoft.com/office/drawing/2014/main" id="{3DEC3736-BC0C-4CF8-AE97-D135A0DD961B}"/>
              </a:ext>
            </a:extLst>
          </p:cNvPr>
          <p:cNvSpPr>
            <a:spLocks xmlns:a="http://schemas.openxmlformats.org/drawingml/2006/main" noGrp="1"/>
          </p:cNvSpPr>
          <p:nvPr/>
        </p:nvSpPr>
        <p:spPr>
          <a:xfrm xmlns:a="http://schemas.openxmlformats.org/drawingml/2006/main">
            <a:off x="2143125" y="1790700"/>
            <a:ext cx="161925" cy="161925"/>
          </a:xfrm>
          <a:prstGeom xmlns:a="http://schemas.openxmlformats.org/drawingml/2006/main" prst="ellipse">
            <a:avLst/>
          </a:prstGeom>
          <a:solidFill xmlns:a="http://schemas.openxmlformats.org/drawingml/2006/main">
            <a:srgbClr val="18232E"/>
          </a:solidFill>
          <a:ln xmlns:a="http://schemas.openxmlformats.org/drawingml/2006/main" w="10478">
            <a:solidFill>
              <a:srgbClr val="18232E"/>
            </a:solidFill>
          </a:ln>
        </p:spPr>
      </p:sp>
      <p:sp>
        <p:nvSpPr>
          <p:cNvPr id="11" name="dp41-v4-qa-detail / n11 / circle">
            <a:extLst xmlns:a="http://schemas.openxmlformats.org/drawingml/2006/main">
              <a:ext uri="{FF2B5EF4-FFF2-40B4-BE49-F238E27FC236}">
                <a16:creationId xmlns:a16="http://schemas.microsoft.com/office/drawing/2014/main" id="{88050F66-6330-4A44-8D01-B563B0773B6E}"/>
              </a:ext>
            </a:extLst>
          </p:cNvPr>
          <p:cNvSpPr>
            <a:spLocks xmlns:a="http://schemas.openxmlformats.org/drawingml/2006/main" noGrp="1"/>
          </p:cNvSpPr>
          <p:nvPr/>
        </p:nvSpPr>
        <p:spPr>
          <a:xfrm xmlns:a="http://schemas.openxmlformats.org/drawingml/2006/main">
            <a:off x="2343150" y="1790700"/>
            <a:ext cx="161925" cy="161925"/>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12" name="dp41-v4-qa-detail / n11 / half">
            <a:extLst xmlns:a="http://schemas.openxmlformats.org/drawingml/2006/main">
              <a:ext uri="{FF2B5EF4-FFF2-40B4-BE49-F238E27FC236}">
                <a16:creationId xmlns:a16="http://schemas.microsoft.com/office/drawing/2014/main" id="{B29D11B3-FCF0-4916-974B-563CE65B35C8}"/>
              </a:ext>
            </a:extLst>
          </p:cNvPr>
          <p:cNvSpPr>
            <a:spLocks xmlns:a="http://schemas.openxmlformats.org/drawingml/2006/main" noGrp="1"/>
          </p:cNvSpPr>
          <p:nvPr/>
        </p:nvSpPr>
        <p:spPr>
          <a:xfrm xmlns:a="http://schemas.openxmlformats.org/drawingml/2006/main">
            <a:off x="2343150" y="1790700"/>
            <a:ext cx="161925" cy="161925"/>
          </a:xfrm>
          <a:custGeom xmlns:a="http://schemas.openxmlformats.org/drawingml/2006/main">
            <a:pathLst>
              <a:path w="161925" h="161925">
                <a:moveTo>
                  <a:pt x="80963" y="0"/>
                </a:moveTo>
                <a:lnTo>
                  <a:pt x="73027" y="390"/>
                </a:lnTo>
                <a:lnTo>
                  <a:pt x="65167" y="1556"/>
                </a:lnTo>
                <a:lnTo>
                  <a:pt x="57460" y="3486"/>
                </a:lnTo>
                <a:lnTo>
                  <a:pt x="49979" y="6163"/>
                </a:lnTo>
                <a:lnTo>
                  <a:pt x="42797" y="9560"/>
                </a:lnTo>
                <a:lnTo>
                  <a:pt x="35982" y="13645"/>
                </a:lnTo>
                <a:lnTo>
                  <a:pt x="29600" y="18378"/>
                </a:lnTo>
                <a:lnTo>
                  <a:pt x="23713" y="23713"/>
                </a:lnTo>
                <a:lnTo>
                  <a:pt x="18378" y="29600"/>
                </a:lnTo>
                <a:lnTo>
                  <a:pt x="13645" y="35982"/>
                </a:lnTo>
                <a:lnTo>
                  <a:pt x="9560" y="42797"/>
                </a:lnTo>
                <a:lnTo>
                  <a:pt x="6163" y="49979"/>
                </a:lnTo>
                <a:lnTo>
                  <a:pt x="3486" y="57460"/>
                </a:lnTo>
                <a:lnTo>
                  <a:pt x="1556" y="65167"/>
                </a:lnTo>
                <a:lnTo>
                  <a:pt x="390" y="73027"/>
                </a:lnTo>
                <a:lnTo>
                  <a:pt x="0" y="80962"/>
                </a:lnTo>
                <a:lnTo>
                  <a:pt x="390" y="88898"/>
                </a:lnTo>
                <a:lnTo>
                  <a:pt x="1556" y="96758"/>
                </a:lnTo>
                <a:lnTo>
                  <a:pt x="3486" y="104465"/>
                </a:lnTo>
                <a:lnTo>
                  <a:pt x="6163" y="111946"/>
                </a:lnTo>
                <a:lnTo>
                  <a:pt x="9560" y="119128"/>
                </a:lnTo>
                <a:lnTo>
                  <a:pt x="13645" y="125943"/>
                </a:lnTo>
                <a:lnTo>
                  <a:pt x="18378" y="132325"/>
                </a:lnTo>
                <a:lnTo>
                  <a:pt x="23713" y="138212"/>
                </a:lnTo>
                <a:lnTo>
                  <a:pt x="29600" y="143547"/>
                </a:lnTo>
                <a:lnTo>
                  <a:pt x="35982" y="148280"/>
                </a:lnTo>
                <a:lnTo>
                  <a:pt x="42797" y="152365"/>
                </a:lnTo>
                <a:lnTo>
                  <a:pt x="49979" y="155762"/>
                </a:lnTo>
                <a:lnTo>
                  <a:pt x="57460" y="158439"/>
                </a:lnTo>
                <a:lnTo>
                  <a:pt x="65167" y="160369"/>
                </a:lnTo>
                <a:lnTo>
                  <a:pt x="73027" y="161535"/>
                </a:lnTo>
                <a:lnTo>
                  <a:pt x="80962" y="161925"/>
                </a:lnTo>
                <a:close/>
              </a:path>
            </a:pathLst>
          </a:custGeom>
          <a:solidFill xmlns:a="http://schemas.openxmlformats.org/drawingml/2006/main">
            <a:srgbClr val="18232E"/>
          </a:solidFill>
          <a:ln xmlns:a="http://schemas.openxmlformats.org/drawingml/2006/main" w="0">
            <a:noFill/>
          </a:ln>
        </p:spPr>
      </p:sp>
      <p:sp>
        <p:nvSpPr>
          <p:cNvPr id="13" name="dp41-v4-qa-detail / n12">
            <a:extLst xmlns:a="http://schemas.openxmlformats.org/drawingml/2006/main">
              <a:ext uri="{FF2B5EF4-FFF2-40B4-BE49-F238E27FC236}">
                <a16:creationId xmlns:a16="http://schemas.microsoft.com/office/drawing/2014/main" id="{595E5B2A-52D1-4CAD-92B2-FC55F50A4190}"/>
              </a:ext>
            </a:extLst>
          </p:cNvPr>
          <p:cNvSpPr>
            <a:spLocks xmlns:a="http://schemas.openxmlformats.org/drawingml/2006/main" noGrp="1"/>
          </p:cNvSpPr>
          <p:nvPr/>
        </p:nvSpPr>
        <p:spPr>
          <a:xfrm xmlns:a="http://schemas.openxmlformats.org/drawingml/2006/main">
            <a:off x="2600325" y="1743075"/>
            <a:ext cx="809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18232E"/>
                </a:solidFill>
                <a:latin typeface="Apple SD Gothic Neo"/>
                <a:ea typeface="Apple SD Gothic Neo"/>
                <a:cs typeface="Apple SD Gothic Neo"/>
              </a:defRPr>
            </a:pPr>
            <a:r>
              <a:rPr sz="1500" b="0">
                <a:solidFill>
                  <a:srgbClr val="18232E"/>
                </a:solidFill>
                <a:latin typeface="Apple SD Gothic Neo"/>
                <a:ea typeface="Apple SD Gothic Neo"/>
                <a:cs typeface="Apple SD Gothic Neo"/>
              </a:rPr>
              <a:t>5점</a:t>
            </a:r>
          </a:p>
        </p:txBody>
      </p:sp>
      <p:sp>
        <p:nvSpPr>
          <p:cNvPr id="14" name="dp41-v4-qa-detail / n13 / circle">
            <a:extLst xmlns:a="http://schemas.openxmlformats.org/drawingml/2006/main">
              <a:ext uri="{FF2B5EF4-FFF2-40B4-BE49-F238E27FC236}">
                <a16:creationId xmlns:a16="http://schemas.microsoft.com/office/drawing/2014/main" id="{FED063D2-7071-40B1-8DED-C7C3B1D7FDD1}"/>
              </a:ext>
            </a:extLst>
          </p:cNvPr>
          <p:cNvSpPr>
            <a:spLocks xmlns:a="http://schemas.openxmlformats.org/drawingml/2006/main" noGrp="1"/>
          </p:cNvSpPr>
          <p:nvPr/>
        </p:nvSpPr>
        <p:spPr>
          <a:xfrm xmlns:a="http://schemas.openxmlformats.org/drawingml/2006/main">
            <a:off x="3505200" y="1790700"/>
            <a:ext cx="161925" cy="161925"/>
          </a:xfrm>
          <a:prstGeom xmlns:a="http://schemas.openxmlformats.org/drawingml/2006/main" prst="ellipse">
            <a:avLst/>
          </a:prstGeom>
          <a:solidFill xmlns:a="http://schemas.openxmlformats.org/drawingml/2006/main">
            <a:srgbClr val="18232E"/>
          </a:solidFill>
          <a:ln xmlns:a="http://schemas.openxmlformats.org/drawingml/2006/main" w="10478">
            <a:solidFill>
              <a:srgbClr val="18232E"/>
            </a:solidFill>
          </a:ln>
        </p:spPr>
      </p:sp>
      <p:sp>
        <p:nvSpPr>
          <p:cNvPr id="15" name="dp41-v4-qa-detail / n14 / circle">
            <a:extLst xmlns:a="http://schemas.openxmlformats.org/drawingml/2006/main">
              <a:ext uri="{FF2B5EF4-FFF2-40B4-BE49-F238E27FC236}">
                <a16:creationId xmlns:a16="http://schemas.microsoft.com/office/drawing/2014/main" id="{0163A9BB-A526-497A-8253-780532FC38E4}"/>
              </a:ext>
            </a:extLst>
          </p:cNvPr>
          <p:cNvSpPr>
            <a:spLocks xmlns:a="http://schemas.openxmlformats.org/drawingml/2006/main" noGrp="1"/>
          </p:cNvSpPr>
          <p:nvPr/>
        </p:nvSpPr>
        <p:spPr>
          <a:xfrm xmlns:a="http://schemas.openxmlformats.org/drawingml/2006/main">
            <a:off x="3705225" y="1790700"/>
            <a:ext cx="161925" cy="161925"/>
          </a:xfrm>
          <a:prstGeom xmlns:a="http://schemas.openxmlformats.org/drawingml/2006/main" prst="ellipse">
            <a:avLst/>
          </a:prstGeom>
          <a:solidFill xmlns:a="http://schemas.openxmlformats.org/drawingml/2006/main">
            <a:srgbClr val="18232E"/>
          </a:solidFill>
          <a:ln xmlns:a="http://schemas.openxmlformats.org/drawingml/2006/main" w="10478">
            <a:solidFill>
              <a:srgbClr val="18232E"/>
            </a:solidFill>
          </a:ln>
        </p:spPr>
      </p:sp>
      <p:sp>
        <p:nvSpPr>
          <p:cNvPr id="16" name="dp41-v4-qa-detail / n15 / circle">
            <a:extLst xmlns:a="http://schemas.openxmlformats.org/drawingml/2006/main">
              <a:ext uri="{FF2B5EF4-FFF2-40B4-BE49-F238E27FC236}">
                <a16:creationId xmlns:a16="http://schemas.microsoft.com/office/drawing/2014/main" id="{13650872-CCA3-4EE5-83AD-D2E062FDFE09}"/>
              </a:ext>
            </a:extLst>
          </p:cNvPr>
          <p:cNvSpPr>
            <a:spLocks xmlns:a="http://schemas.openxmlformats.org/drawingml/2006/main" noGrp="1"/>
          </p:cNvSpPr>
          <p:nvPr/>
        </p:nvSpPr>
        <p:spPr>
          <a:xfrm xmlns:a="http://schemas.openxmlformats.org/drawingml/2006/main">
            <a:off x="3905250" y="1790700"/>
            <a:ext cx="161925" cy="161925"/>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17" name="dp41-v4-qa-detail / n16">
            <a:extLst xmlns:a="http://schemas.openxmlformats.org/drawingml/2006/main">
              <a:ext uri="{FF2B5EF4-FFF2-40B4-BE49-F238E27FC236}">
                <a16:creationId xmlns:a16="http://schemas.microsoft.com/office/drawing/2014/main" id="{225AB665-8531-45EB-AE88-B20D2B3E397B}"/>
              </a:ext>
            </a:extLst>
          </p:cNvPr>
          <p:cNvSpPr>
            <a:spLocks xmlns:a="http://schemas.openxmlformats.org/drawingml/2006/main" noGrp="1"/>
          </p:cNvSpPr>
          <p:nvPr/>
        </p:nvSpPr>
        <p:spPr>
          <a:xfrm xmlns:a="http://schemas.openxmlformats.org/drawingml/2006/main">
            <a:off x="4162425" y="1743075"/>
            <a:ext cx="809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18232E"/>
                </a:solidFill>
                <a:latin typeface="Apple SD Gothic Neo"/>
                <a:ea typeface="Apple SD Gothic Neo"/>
                <a:cs typeface="Apple SD Gothic Neo"/>
              </a:defRPr>
            </a:pPr>
            <a:r>
              <a:rPr sz="1500" b="0">
                <a:solidFill>
                  <a:srgbClr val="18232E"/>
                </a:solidFill>
                <a:latin typeface="Apple SD Gothic Neo"/>
                <a:ea typeface="Apple SD Gothic Neo"/>
                <a:cs typeface="Apple SD Gothic Neo"/>
              </a:rPr>
              <a:t>4점</a:t>
            </a:r>
          </a:p>
        </p:txBody>
      </p:sp>
      <p:sp>
        <p:nvSpPr>
          <p:cNvPr id="18" name="dp41-v4-qa-detail / n17 / circle">
            <a:extLst xmlns:a="http://schemas.openxmlformats.org/drawingml/2006/main">
              <a:ext uri="{FF2B5EF4-FFF2-40B4-BE49-F238E27FC236}">
                <a16:creationId xmlns:a16="http://schemas.microsoft.com/office/drawing/2014/main" id="{4DE3D486-571C-47E9-8130-584317EB7577}"/>
              </a:ext>
            </a:extLst>
          </p:cNvPr>
          <p:cNvSpPr>
            <a:spLocks xmlns:a="http://schemas.openxmlformats.org/drawingml/2006/main" noGrp="1"/>
          </p:cNvSpPr>
          <p:nvPr/>
        </p:nvSpPr>
        <p:spPr>
          <a:xfrm xmlns:a="http://schemas.openxmlformats.org/drawingml/2006/main">
            <a:off x="5067300" y="1790700"/>
            <a:ext cx="161925" cy="161925"/>
          </a:xfrm>
          <a:prstGeom xmlns:a="http://schemas.openxmlformats.org/drawingml/2006/main" prst="ellipse">
            <a:avLst/>
          </a:prstGeom>
          <a:solidFill xmlns:a="http://schemas.openxmlformats.org/drawingml/2006/main">
            <a:srgbClr val="18232E"/>
          </a:solidFill>
          <a:ln xmlns:a="http://schemas.openxmlformats.org/drawingml/2006/main" w="10478">
            <a:solidFill>
              <a:srgbClr val="18232E"/>
            </a:solidFill>
          </a:ln>
        </p:spPr>
      </p:sp>
      <p:sp>
        <p:nvSpPr>
          <p:cNvPr id="19" name="dp41-v4-qa-detail / n18 / circle">
            <a:extLst xmlns:a="http://schemas.openxmlformats.org/drawingml/2006/main">
              <a:ext uri="{FF2B5EF4-FFF2-40B4-BE49-F238E27FC236}">
                <a16:creationId xmlns:a16="http://schemas.microsoft.com/office/drawing/2014/main" id="{FAA1042F-4824-4065-BA9B-172D8E264227}"/>
              </a:ext>
            </a:extLst>
          </p:cNvPr>
          <p:cNvSpPr>
            <a:spLocks xmlns:a="http://schemas.openxmlformats.org/drawingml/2006/main" noGrp="1"/>
          </p:cNvSpPr>
          <p:nvPr/>
        </p:nvSpPr>
        <p:spPr>
          <a:xfrm xmlns:a="http://schemas.openxmlformats.org/drawingml/2006/main">
            <a:off x="5267325" y="1790700"/>
            <a:ext cx="161925" cy="161925"/>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20" name="dp41-v4-qa-detail / n18 / half">
            <a:extLst xmlns:a="http://schemas.openxmlformats.org/drawingml/2006/main">
              <a:ext uri="{FF2B5EF4-FFF2-40B4-BE49-F238E27FC236}">
                <a16:creationId xmlns:a16="http://schemas.microsoft.com/office/drawing/2014/main" id="{CBD72D08-CC05-442E-A593-3C20DDB8C869}"/>
              </a:ext>
            </a:extLst>
          </p:cNvPr>
          <p:cNvSpPr>
            <a:spLocks xmlns:a="http://schemas.openxmlformats.org/drawingml/2006/main" noGrp="1"/>
          </p:cNvSpPr>
          <p:nvPr/>
        </p:nvSpPr>
        <p:spPr>
          <a:xfrm xmlns:a="http://schemas.openxmlformats.org/drawingml/2006/main">
            <a:off x="5267325" y="1790700"/>
            <a:ext cx="161925" cy="161925"/>
          </a:xfrm>
          <a:custGeom xmlns:a="http://schemas.openxmlformats.org/drawingml/2006/main">
            <a:pathLst>
              <a:path w="161925" h="161925">
                <a:moveTo>
                  <a:pt x="80963" y="0"/>
                </a:moveTo>
                <a:lnTo>
                  <a:pt x="73027" y="390"/>
                </a:lnTo>
                <a:lnTo>
                  <a:pt x="65167" y="1556"/>
                </a:lnTo>
                <a:lnTo>
                  <a:pt x="57460" y="3486"/>
                </a:lnTo>
                <a:lnTo>
                  <a:pt x="49979" y="6163"/>
                </a:lnTo>
                <a:lnTo>
                  <a:pt x="42797" y="9560"/>
                </a:lnTo>
                <a:lnTo>
                  <a:pt x="35982" y="13645"/>
                </a:lnTo>
                <a:lnTo>
                  <a:pt x="29600" y="18378"/>
                </a:lnTo>
                <a:lnTo>
                  <a:pt x="23713" y="23713"/>
                </a:lnTo>
                <a:lnTo>
                  <a:pt x="18378" y="29600"/>
                </a:lnTo>
                <a:lnTo>
                  <a:pt x="13645" y="35982"/>
                </a:lnTo>
                <a:lnTo>
                  <a:pt x="9560" y="42797"/>
                </a:lnTo>
                <a:lnTo>
                  <a:pt x="6163" y="49979"/>
                </a:lnTo>
                <a:lnTo>
                  <a:pt x="3486" y="57460"/>
                </a:lnTo>
                <a:lnTo>
                  <a:pt x="1556" y="65167"/>
                </a:lnTo>
                <a:lnTo>
                  <a:pt x="390" y="73027"/>
                </a:lnTo>
                <a:lnTo>
                  <a:pt x="0" y="80962"/>
                </a:lnTo>
                <a:lnTo>
                  <a:pt x="390" y="88898"/>
                </a:lnTo>
                <a:lnTo>
                  <a:pt x="1556" y="96758"/>
                </a:lnTo>
                <a:lnTo>
                  <a:pt x="3486" y="104465"/>
                </a:lnTo>
                <a:lnTo>
                  <a:pt x="6163" y="111946"/>
                </a:lnTo>
                <a:lnTo>
                  <a:pt x="9560" y="119128"/>
                </a:lnTo>
                <a:lnTo>
                  <a:pt x="13645" y="125943"/>
                </a:lnTo>
                <a:lnTo>
                  <a:pt x="18378" y="132325"/>
                </a:lnTo>
                <a:lnTo>
                  <a:pt x="23713" y="138212"/>
                </a:lnTo>
                <a:lnTo>
                  <a:pt x="29600" y="143547"/>
                </a:lnTo>
                <a:lnTo>
                  <a:pt x="35982" y="148280"/>
                </a:lnTo>
                <a:lnTo>
                  <a:pt x="42797" y="152365"/>
                </a:lnTo>
                <a:lnTo>
                  <a:pt x="49979" y="155762"/>
                </a:lnTo>
                <a:lnTo>
                  <a:pt x="57460" y="158439"/>
                </a:lnTo>
                <a:lnTo>
                  <a:pt x="65167" y="160369"/>
                </a:lnTo>
                <a:lnTo>
                  <a:pt x="73027" y="161535"/>
                </a:lnTo>
                <a:lnTo>
                  <a:pt x="80962" y="161925"/>
                </a:lnTo>
                <a:close/>
              </a:path>
            </a:pathLst>
          </a:custGeom>
          <a:solidFill xmlns:a="http://schemas.openxmlformats.org/drawingml/2006/main">
            <a:srgbClr val="18232E"/>
          </a:solidFill>
          <a:ln xmlns:a="http://schemas.openxmlformats.org/drawingml/2006/main" w="0">
            <a:noFill/>
          </a:ln>
        </p:spPr>
      </p:sp>
      <p:sp>
        <p:nvSpPr>
          <p:cNvPr id="21" name="dp41-v4-qa-detail / n19 / circle">
            <a:extLst xmlns:a="http://schemas.openxmlformats.org/drawingml/2006/main">
              <a:ext uri="{FF2B5EF4-FFF2-40B4-BE49-F238E27FC236}">
                <a16:creationId xmlns:a16="http://schemas.microsoft.com/office/drawing/2014/main" id="{FB03750E-B8E1-4BC6-BE03-6AE075AFABDB}"/>
              </a:ext>
            </a:extLst>
          </p:cNvPr>
          <p:cNvSpPr>
            <a:spLocks xmlns:a="http://schemas.openxmlformats.org/drawingml/2006/main" noGrp="1"/>
          </p:cNvSpPr>
          <p:nvPr/>
        </p:nvSpPr>
        <p:spPr>
          <a:xfrm xmlns:a="http://schemas.openxmlformats.org/drawingml/2006/main">
            <a:off x="5467350" y="1790700"/>
            <a:ext cx="161925" cy="161925"/>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22" name="dp41-v4-qa-detail / n20">
            <a:extLst xmlns:a="http://schemas.openxmlformats.org/drawingml/2006/main">
              <a:ext uri="{FF2B5EF4-FFF2-40B4-BE49-F238E27FC236}">
                <a16:creationId xmlns:a16="http://schemas.microsoft.com/office/drawing/2014/main" id="{39130A89-5484-4031-9840-C131688D4627}"/>
              </a:ext>
            </a:extLst>
          </p:cNvPr>
          <p:cNvSpPr>
            <a:spLocks xmlns:a="http://schemas.openxmlformats.org/drawingml/2006/main" noGrp="1"/>
          </p:cNvSpPr>
          <p:nvPr/>
        </p:nvSpPr>
        <p:spPr>
          <a:xfrm xmlns:a="http://schemas.openxmlformats.org/drawingml/2006/main">
            <a:off x="5724525" y="1743075"/>
            <a:ext cx="809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18232E"/>
                </a:solidFill>
                <a:latin typeface="Apple SD Gothic Neo"/>
                <a:ea typeface="Apple SD Gothic Neo"/>
                <a:cs typeface="Apple SD Gothic Neo"/>
              </a:defRPr>
            </a:pPr>
            <a:r>
              <a:rPr sz="1500" b="0">
                <a:solidFill>
                  <a:srgbClr val="18232E"/>
                </a:solidFill>
                <a:latin typeface="Apple SD Gothic Neo"/>
                <a:ea typeface="Apple SD Gothic Neo"/>
                <a:cs typeface="Apple SD Gothic Neo"/>
              </a:rPr>
              <a:t>3점</a:t>
            </a:r>
          </a:p>
        </p:txBody>
      </p:sp>
      <p:sp>
        <p:nvSpPr>
          <p:cNvPr id="23" name="dp41-v4-qa-detail / n21 / circle">
            <a:extLst xmlns:a="http://schemas.openxmlformats.org/drawingml/2006/main">
              <a:ext uri="{FF2B5EF4-FFF2-40B4-BE49-F238E27FC236}">
                <a16:creationId xmlns:a16="http://schemas.microsoft.com/office/drawing/2014/main" id="{57A1B95C-6F9B-43DF-B5E3-022D22829CB3}"/>
              </a:ext>
            </a:extLst>
          </p:cNvPr>
          <p:cNvSpPr>
            <a:spLocks xmlns:a="http://schemas.openxmlformats.org/drawingml/2006/main" noGrp="1"/>
          </p:cNvSpPr>
          <p:nvPr/>
        </p:nvSpPr>
        <p:spPr>
          <a:xfrm xmlns:a="http://schemas.openxmlformats.org/drawingml/2006/main">
            <a:off x="6629400" y="1790700"/>
            <a:ext cx="161925" cy="161925"/>
          </a:xfrm>
          <a:prstGeom xmlns:a="http://schemas.openxmlformats.org/drawingml/2006/main" prst="ellipse">
            <a:avLst/>
          </a:prstGeom>
          <a:solidFill xmlns:a="http://schemas.openxmlformats.org/drawingml/2006/main">
            <a:srgbClr val="18232E"/>
          </a:solidFill>
          <a:ln xmlns:a="http://schemas.openxmlformats.org/drawingml/2006/main" w="10478">
            <a:solidFill>
              <a:srgbClr val="18232E"/>
            </a:solidFill>
          </a:ln>
        </p:spPr>
      </p:sp>
      <p:sp>
        <p:nvSpPr>
          <p:cNvPr id="24" name="dp41-v4-qa-detail / n22 / circle">
            <a:extLst xmlns:a="http://schemas.openxmlformats.org/drawingml/2006/main">
              <a:ext uri="{FF2B5EF4-FFF2-40B4-BE49-F238E27FC236}">
                <a16:creationId xmlns:a16="http://schemas.microsoft.com/office/drawing/2014/main" id="{3CB38132-E6F6-4EB2-805D-5E46E4BC69BD}"/>
              </a:ext>
            </a:extLst>
          </p:cNvPr>
          <p:cNvSpPr>
            <a:spLocks xmlns:a="http://schemas.openxmlformats.org/drawingml/2006/main" noGrp="1"/>
          </p:cNvSpPr>
          <p:nvPr/>
        </p:nvSpPr>
        <p:spPr>
          <a:xfrm xmlns:a="http://schemas.openxmlformats.org/drawingml/2006/main">
            <a:off x="6829425" y="1790700"/>
            <a:ext cx="161925" cy="161925"/>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25" name="dp41-v4-qa-detail / n23 / circle">
            <a:extLst xmlns:a="http://schemas.openxmlformats.org/drawingml/2006/main">
              <a:ext uri="{FF2B5EF4-FFF2-40B4-BE49-F238E27FC236}">
                <a16:creationId xmlns:a16="http://schemas.microsoft.com/office/drawing/2014/main" id="{A9BA2B92-B7AD-4171-8519-CE0A6A44F791}"/>
              </a:ext>
            </a:extLst>
          </p:cNvPr>
          <p:cNvSpPr>
            <a:spLocks xmlns:a="http://schemas.openxmlformats.org/drawingml/2006/main" noGrp="1"/>
          </p:cNvSpPr>
          <p:nvPr/>
        </p:nvSpPr>
        <p:spPr>
          <a:xfrm xmlns:a="http://schemas.openxmlformats.org/drawingml/2006/main">
            <a:off x="7029450" y="1790700"/>
            <a:ext cx="161925" cy="161925"/>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26" name="dp41-v4-qa-detail / n24">
            <a:extLst xmlns:a="http://schemas.openxmlformats.org/drawingml/2006/main">
              <a:ext uri="{FF2B5EF4-FFF2-40B4-BE49-F238E27FC236}">
                <a16:creationId xmlns:a16="http://schemas.microsoft.com/office/drawing/2014/main" id="{7B89C4DD-BDD2-4495-8195-13BB3F1B7D6D}"/>
              </a:ext>
            </a:extLst>
          </p:cNvPr>
          <p:cNvSpPr>
            <a:spLocks xmlns:a="http://schemas.openxmlformats.org/drawingml/2006/main" noGrp="1"/>
          </p:cNvSpPr>
          <p:nvPr/>
        </p:nvSpPr>
        <p:spPr>
          <a:xfrm xmlns:a="http://schemas.openxmlformats.org/drawingml/2006/main">
            <a:off x="7286625" y="1743075"/>
            <a:ext cx="809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18232E"/>
                </a:solidFill>
                <a:latin typeface="Apple SD Gothic Neo"/>
                <a:ea typeface="Apple SD Gothic Neo"/>
                <a:cs typeface="Apple SD Gothic Neo"/>
              </a:defRPr>
            </a:pPr>
            <a:r>
              <a:rPr sz="1500" b="0">
                <a:solidFill>
                  <a:srgbClr val="18232E"/>
                </a:solidFill>
                <a:latin typeface="Apple SD Gothic Neo"/>
                <a:ea typeface="Apple SD Gothic Neo"/>
                <a:cs typeface="Apple SD Gothic Neo"/>
              </a:rPr>
              <a:t>2점</a:t>
            </a:r>
          </a:p>
        </p:txBody>
      </p:sp>
      <p:sp>
        <p:nvSpPr>
          <p:cNvPr id="27" name="dp41-v4-qa-detail / n25 / circle">
            <a:extLst xmlns:a="http://schemas.openxmlformats.org/drawingml/2006/main">
              <a:ext uri="{FF2B5EF4-FFF2-40B4-BE49-F238E27FC236}">
                <a16:creationId xmlns:a16="http://schemas.microsoft.com/office/drawing/2014/main" id="{7A38B285-A210-469C-B66D-F7E8A6DE301B}"/>
              </a:ext>
            </a:extLst>
          </p:cNvPr>
          <p:cNvSpPr>
            <a:spLocks xmlns:a="http://schemas.openxmlformats.org/drawingml/2006/main" noGrp="1"/>
          </p:cNvSpPr>
          <p:nvPr/>
        </p:nvSpPr>
        <p:spPr>
          <a:xfrm xmlns:a="http://schemas.openxmlformats.org/drawingml/2006/main">
            <a:off x="8191500" y="1790700"/>
            <a:ext cx="161925" cy="161925"/>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28" name="dp41-v4-qa-detail / n25 / half">
            <a:extLst xmlns:a="http://schemas.openxmlformats.org/drawingml/2006/main">
              <a:ext uri="{FF2B5EF4-FFF2-40B4-BE49-F238E27FC236}">
                <a16:creationId xmlns:a16="http://schemas.microsoft.com/office/drawing/2014/main" id="{13E32FBD-991A-4043-B5C7-7025F4E93440}"/>
              </a:ext>
            </a:extLst>
          </p:cNvPr>
          <p:cNvSpPr>
            <a:spLocks xmlns:a="http://schemas.openxmlformats.org/drawingml/2006/main" noGrp="1"/>
          </p:cNvSpPr>
          <p:nvPr/>
        </p:nvSpPr>
        <p:spPr>
          <a:xfrm xmlns:a="http://schemas.openxmlformats.org/drawingml/2006/main">
            <a:off x="8191500" y="1790700"/>
            <a:ext cx="161925" cy="161925"/>
          </a:xfrm>
          <a:custGeom xmlns:a="http://schemas.openxmlformats.org/drawingml/2006/main">
            <a:pathLst>
              <a:path w="161925" h="161925">
                <a:moveTo>
                  <a:pt x="80963" y="0"/>
                </a:moveTo>
                <a:lnTo>
                  <a:pt x="73027" y="390"/>
                </a:lnTo>
                <a:lnTo>
                  <a:pt x="65167" y="1556"/>
                </a:lnTo>
                <a:lnTo>
                  <a:pt x="57460" y="3486"/>
                </a:lnTo>
                <a:lnTo>
                  <a:pt x="49979" y="6163"/>
                </a:lnTo>
                <a:lnTo>
                  <a:pt x="42797" y="9560"/>
                </a:lnTo>
                <a:lnTo>
                  <a:pt x="35982" y="13645"/>
                </a:lnTo>
                <a:lnTo>
                  <a:pt x="29600" y="18378"/>
                </a:lnTo>
                <a:lnTo>
                  <a:pt x="23713" y="23713"/>
                </a:lnTo>
                <a:lnTo>
                  <a:pt x="18378" y="29600"/>
                </a:lnTo>
                <a:lnTo>
                  <a:pt x="13645" y="35982"/>
                </a:lnTo>
                <a:lnTo>
                  <a:pt x="9560" y="42797"/>
                </a:lnTo>
                <a:lnTo>
                  <a:pt x="6163" y="49979"/>
                </a:lnTo>
                <a:lnTo>
                  <a:pt x="3486" y="57460"/>
                </a:lnTo>
                <a:lnTo>
                  <a:pt x="1556" y="65167"/>
                </a:lnTo>
                <a:lnTo>
                  <a:pt x="390" y="73027"/>
                </a:lnTo>
                <a:lnTo>
                  <a:pt x="0" y="80962"/>
                </a:lnTo>
                <a:lnTo>
                  <a:pt x="390" y="88898"/>
                </a:lnTo>
                <a:lnTo>
                  <a:pt x="1556" y="96758"/>
                </a:lnTo>
                <a:lnTo>
                  <a:pt x="3486" y="104465"/>
                </a:lnTo>
                <a:lnTo>
                  <a:pt x="6163" y="111946"/>
                </a:lnTo>
                <a:lnTo>
                  <a:pt x="9560" y="119128"/>
                </a:lnTo>
                <a:lnTo>
                  <a:pt x="13645" y="125943"/>
                </a:lnTo>
                <a:lnTo>
                  <a:pt x="18378" y="132325"/>
                </a:lnTo>
                <a:lnTo>
                  <a:pt x="23713" y="138212"/>
                </a:lnTo>
                <a:lnTo>
                  <a:pt x="29600" y="143547"/>
                </a:lnTo>
                <a:lnTo>
                  <a:pt x="35982" y="148280"/>
                </a:lnTo>
                <a:lnTo>
                  <a:pt x="42797" y="152365"/>
                </a:lnTo>
                <a:lnTo>
                  <a:pt x="49979" y="155762"/>
                </a:lnTo>
                <a:lnTo>
                  <a:pt x="57460" y="158439"/>
                </a:lnTo>
                <a:lnTo>
                  <a:pt x="65167" y="160369"/>
                </a:lnTo>
                <a:lnTo>
                  <a:pt x="73027" y="161535"/>
                </a:lnTo>
                <a:lnTo>
                  <a:pt x="80962" y="161925"/>
                </a:lnTo>
                <a:close/>
              </a:path>
            </a:pathLst>
          </a:custGeom>
          <a:solidFill xmlns:a="http://schemas.openxmlformats.org/drawingml/2006/main">
            <a:srgbClr val="18232E"/>
          </a:solidFill>
          <a:ln xmlns:a="http://schemas.openxmlformats.org/drawingml/2006/main" w="0">
            <a:noFill/>
          </a:ln>
        </p:spPr>
      </p:sp>
      <p:sp>
        <p:nvSpPr>
          <p:cNvPr id="29" name="dp41-v4-qa-detail / n26 / circle">
            <a:extLst xmlns:a="http://schemas.openxmlformats.org/drawingml/2006/main">
              <a:ext uri="{FF2B5EF4-FFF2-40B4-BE49-F238E27FC236}">
                <a16:creationId xmlns:a16="http://schemas.microsoft.com/office/drawing/2014/main" id="{FB6FE679-4CD9-41C8-BB9D-73C6D4639A05}"/>
              </a:ext>
            </a:extLst>
          </p:cNvPr>
          <p:cNvSpPr>
            <a:spLocks xmlns:a="http://schemas.openxmlformats.org/drawingml/2006/main" noGrp="1"/>
          </p:cNvSpPr>
          <p:nvPr/>
        </p:nvSpPr>
        <p:spPr>
          <a:xfrm xmlns:a="http://schemas.openxmlformats.org/drawingml/2006/main">
            <a:off x="8391525" y="1790700"/>
            <a:ext cx="161925" cy="161925"/>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30" name="dp41-v4-qa-detail / n27 / circle">
            <a:extLst xmlns:a="http://schemas.openxmlformats.org/drawingml/2006/main">
              <a:ext uri="{FF2B5EF4-FFF2-40B4-BE49-F238E27FC236}">
                <a16:creationId xmlns:a16="http://schemas.microsoft.com/office/drawing/2014/main" id="{4289FD88-886A-4D75-8D5D-ED7463241B1C}"/>
              </a:ext>
            </a:extLst>
          </p:cNvPr>
          <p:cNvSpPr>
            <a:spLocks xmlns:a="http://schemas.openxmlformats.org/drawingml/2006/main" noGrp="1"/>
          </p:cNvSpPr>
          <p:nvPr/>
        </p:nvSpPr>
        <p:spPr>
          <a:xfrm xmlns:a="http://schemas.openxmlformats.org/drawingml/2006/main">
            <a:off x="8591550" y="1790700"/>
            <a:ext cx="161925" cy="161925"/>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31" name="dp41-v4-qa-detail / n28">
            <a:extLst xmlns:a="http://schemas.openxmlformats.org/drawingml/2006/main">
              <a:ext uri="{FF2B5EF4-FFF2-40B4-BE49-F238E27FC236}">
                <a16:creationId xmlns:a16="http://schemas.microsoft.com/office/drawing/2014/main" id="{9D0A6BF5-DF39-4D02-93D0-D8AEBE0A7385}"/>
              </a:ext>
            </a:extLst>
          </p:cNvPr>
          <p:cNvSpPr>
            <a:spLocks xmlns:a="http://schemas.openxmlformats.org/drawingml/2006/main" noGrp="1"/>
          </p:cNvSpPr>
          <p:nvPr/>
        </p:nvSpPr>
        <p:spPr>
          <a:xfrm xmlns:a="http://schemas.openxmlformats.org/drawingml/2006/main">
            <a:off x="8848725" y="1743075"/>
            <a:ext cx="809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18232E"/>
                </a:solidFill>
                <a:latin typeface="Apple SD Gothic Neo"/>
                <a:ea typeface="Apple SD Gothic Neo"/>
                <a:cs typeface="Apple SD Gothic Neo"/>
              </a:defRPr>
            </a:pPr>
            <a:r>
              <a:rPr sz="1500" b="0">
                <a:solidFill>
                  <a:srgbClr val="18232E"/>
                </a:solidFill>
                <a:latin typeface="Apple SD Gothic Neo"/>
                <a:ea typeface="Apple SD Gothic Neo"/>
                <a:cs typeface="Apple SD Gothic Neo"/>
              </a:rPr>
              <a:t>1점</a:t>
            </a:r>
          </a:p>
        </p:txBody>
      </p:sp>
      <p:sp>
        <p:nvSpPr>
          <p:cNvPr id="32" name="dp41-v4-qa-detail / n29 / circle">
            <a:extLst xmlns:a="http://schemas.openxmlformats.org/drawingml/2006/main">
              <a:ext uri="{FF2B5EF4-FFF2-40B4-BE49-F238E27FC236}">
                <a16:creationId xmlns:a16="http://schemas.microsoft.com/office/drawing/2014/main" id="{09477856-E8A9-4AA8-9837-1FDFA57A9780}"/>
              </a:ext>
            </a:extLst>
          </p:cNvPr>
          <p:cNvSpPr>
            <a:spLocks xmlns:a="http://schemas.openxmlformats.org/drawingml/2006/main" noGrp="1"/>
          </p:cNvSpPr>
          <p:nvPr/>
        </p:nvSpPr>
        <p:spPr>
          <a:xfrm xmlns:a="http://schemas.openxmlformats.org/drawingml/2006/main">
            <a:off x="9753600" y="1790700"/>
            <a:ext cx="161925" cy="161925"/>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33" name="dp41-v4-qa-detail / n30 / circle">
            <a:extLst xmlns:a="http://schemas.openxmlformats.org/drawingml/2006/main">
              <a:ext uri="{FF2B5EF4-FFF2-40B4-BE49-F238E27FC236}">
                <a16:creationId xmlns:a16="http://schemas.microsoft.com/office/drawing/2014/main" id="{3B0433FB-66F2-4E90-8E8C-049637A84C0E}"/>
              </a:ext>
            </a:extLst>
          </p:cNvPr>
          <p:cNvSpPr>
            <a:spLocks xmlns:a="http://schemas.openxmlformats.org/drawingml/2006/main" noGrp="1"/>
          </p:cNvSpPr>
          <p:nvPr/>
        </p:nvSpPr>
        <p:spPr>
          <a:xfrm xmlns:a="http://schemas.openxmlformats.org/drawingml/2006/main">
            <a:off x="9953625" y="1790700"/>
            <a:ext cx="161925" cy="161925"/>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34" name="dp41-v4-qa-detail / n31 / circle">
            <a:extLst xmlns:a="http://schemas.openxmlformats.org/drawingml/2006/main">
              <a:ext uri="{FF2B5EF4-FFF2-40B4-BE49-F238E27FC236}">
                <a16:creationId xmlns:a16="http://schemas.microsoft.com/office/drawing/2014/main" id="{FD3B174C-C00B-4BE7-BC7A-FE928E90C369}"/>
              </a:ext>
            </a:extLst>
          </p:cNvPr>
          <p:cNvSpPr>
            <a:spLocks xmlns:a="http://schemas.openxmlformats.org/drawingml/2006/main" noGrp="1"/>
          </p:cNvSpPr>
          <p:nvPr/>
        </p:nvSpPr>
        <p:spPr>
          <a:xfrm xmlns:a="http://schemas.openxmlformats.org/drawingml/2006/main">
            <a:off x="10153650" y="1790700"/>
            <a:ext cx="161925" cy="161925"/>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35" name="dp41-v4-qa-detail / n32">
            <a:extLst xmlns:a="http://schemas.openxmlformats.org/drawingml/2006/main">
              <a:ext uri="{FF2B5EF4-FFF2-40B4-BE49-F238E27FC236}">
                <a16:creationId xmlns:a16="http://schemas.microsoft.com/office/drawing/2014/main" id="{2C344994-DCE8-4CB0-B75D-DB7662CA1D6E}"/>
              </a:ext>
            </a:extLst>
          </p:cNvPr>
          <p:cNvSpPr>
            <a:spLocks xmlns:a="http://schemas.openxmlformats.org/drawingml/2006/main" noGrp="1"/>
          </p:cNvSpPr>
          <p:nvPr/>
        </p:nvSpPr>
        <p:spPr>
          <a:xfrm xmlns:a="http://schemas.openxmlformats.org/drawingml/2006/main">
            <a:off x="10410825" y="1743075"/>
            <a:ext cx="809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18232E"/>
                </a:solidFill>
                <a:latin typeface="Apple SD Gothic Neo"/>
                <a:ea typeface="Apple SD Gothic Neo"/>
                <a:cs typeface="Apple SD Gothic Neo"/>
              </a:defRPr>
            </a:pPr>
            <a:r>
              <a:rPr sz="1500" b="0">
                <a:solidFill>
                  <a:srgbClr val="18232E"/>
                </a:solidFill>
                <a:latin typeface="Apple SD Gothic Neo"/>
                <a:ea typeface="Apple SD Gothic Neo"/>
                <a:cs typeface="Apple SD Gothic Neo"/>
              </a:rPr>
              <a:t>0점</a:t>
            </a:r>
          </a:p>
        </p:txBody>
      </p:sp>
      <p:sp>
        <p:nvSpPr>
          <p:cNvPr id="36" name="dp41-v4-qa-detail / n33">
            <a:extLst xmlns:a="http://schemas.openxmlformats.org/drawingml/2006/main">
              <a:ext uri="{FF2B5EF4-FFF2-40B4-BE49-F238E27FC236}">
                <a16:creationId xmlns:a16="http://schemas.microsoft.com/office/drawing/2014/main" id="{FFAD0CB0-ECD0-4D6F-B227-9AF74782534B}"/>
              </a:ext>
            </a:extLst>
          </p:cNvPr>
          <p:cNvSpPr>
            <a:spLocks xmlns:a="http://schemas.openxmlformats.org/drawingml/2006/main" noGrp="1"/>
          </p:cNvSpPr>
          <p:nvPr/>
        </p:nvSpPr>
        <p:spPr>
          <a:xfrm xmlns:a="http://schemas.openxmlformats.org/drawingml/2006/main">
            <a:off x="11811000" y="1762125"/>
            <a:ext cx="6096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5F6B77"/>
                </a:solidFill>
                <a:latin typeface="Apple SD Gothic Neo"/>
                <a:ea typeface="Apple SD Gothic Neo"/>
                <a:cs typeface="Apple SD Gothic Neo"/>
              </a:defRPr>
            </a:pPr>
            <a:r>
              <a:rPr sz="1500" b="0">
                <a:solidFill>
                  <a:srgbClr val="5F6B77"/>
                </a:solidFill>
                <a:latin typeface="Apple SD Gothic Neo"/>
                <a:ea typeface="Apple SD Gothic Neo"/>
                <a:cs typeface="Apple SD Gothic Neo"/>
              </a:rPr>
              <a:t>원값 차이와 점수 차이는 별도 확인</a:t>
            </a:r>
          </a:p>
        </p:txBody>
      </p:sp>
      <p:sp>
        <p:nvSpPr>
          <p:cNvPr id="37" name="dp41-v4-qa-detail / n34">
            <a:extLst xmlns:a="http://schemas.openxmlformats.org/drawingml/2006/main">
              <a:ext uri="{FF2B5EF4-FFF2-40B4-BE49-F238E27FC236}">
                <a16:creationId xmlns:a16="http://schemas.microsoft.com/office/drawing/2014/main" id="{EB76BAC0-EB4A-4B7C-B03D-99E078E53D24}"/>
              </a:ext>
            </a:extLst>
          </p:cNvPr>
          <p:cNvSpPr>
            <a:spLocks xmlns:a="http://schemas.openxmlformats.org/drawingml/2006/main" noGrp="1"/>
          </p:cNvSpPr>
          <p:nvPr/>
        </p:nvSpPr>
        <p:spPr>
          <a:xfrm xmlns:a="http://schemas.openxmlformats.org/drawingml/2006/main">
            <a:off x="381000" y="2143125"/>
            <a:ext cx="17526000" cy="457200"/>
          </a:xfrm>
          <a:prstGeom xmlns:a="http://schemas.openxmlformats.org/drawingml/2006/main" prst="rect">
            <a:avLst/>
          </a:prstGeom>
          <a:solidFill xmlns:a="http://schemas.openxmlformats.org/drawingml/2006/main">
            <a:srgbClr val="D5E7C7"/>
          </a:solidFill>
          <a:ln xmlns:a="http://schemas.openxmlformats.org/drawingml/2006/main" w="0">
            <a:noFill/>
          </a:ln>
        </p:spPr>
      </p:sp>
      <p:sp>
        <p:nvSpPr>
          <p:cNvPr id="38" name="dp41-v4-qa-detail / n35">
            <a:extLst xmlns:a="http://schemas.openxmlformats.org/drawingml/2006/main">
              <a:ext uri="{FF2B5EF4-FFF2-40B4-BE49-F238E27FC236}">
                <a16:creationId xmlns:a16="http://schemas.microsoft.com/office/drawing/2014/main" id="{BAAB628E-7ED8-4115-A02C-579DBF740ECD}"/>
              </a:ext>
            </a:extLst>
          </p:cNvPr>
          <p:cNvSpPr>
            <a:spLocks xmlns:a="http://schemas.openxmlformats.org/drawingml/2006/main" noGrp="1"/>
          </p:cNvSpPr>
          <p:nvPr/>
        </p:nvSpPr>
        <p:spPr>
          <a:xfrm xmlns:a="http://schemas.openxmlformats.org/drawingml/2006/main">
            <a:off x="533400" y="2238375"/>
            <a:ext cx="2476500" cy="3286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1">
                <a:solidFill>
                  <a:srgbClr val="18232E"/>
                </a:solidFill>
                <a:latin typeface="Apple SD Gothic Neo"/>
                <a:ea typeface="Apple SD Gothic Neo"/>
                <a:cs typeface="Apple SD Gothic Neo"/>
              </a:defRPr>
            </a:pPr>
            <a:r>
              <a:rPr sz="1725" b="1">
                <a:solidFill>
                  <a:srgbClr val="18232E"/>
                </a:solidFill>
                <a:latin typeface="Apple SD Gothic Neo"/>
                <a:ea typeface="Apple SD Gothic Neo"/>
                <a:cs typeface="Apple SD Gothic Neo"/>
              </a:rPr>
              <a:t>QA / 목표</a:t>
            </a:r>
          </a:p>
        </p:txBody>
      </p:sp>
      <p:sp>
        <p:nvSpPr>
          <p:cNvPr id="39" name="dp41-v4-qa-detail / n36">
            <a:extLst xmlns:a="http://schemas.openxmlformats.org/drawingml/2006/main">
              <a:ext uri="{FF2B5EF4-FFF2-40B4-BE49-F238E27FC236}">
                <a16:creationId xmlns:a16="http://schemas.microsoft.com/office/drawing/2014/main" id="{E24419F3-84A4-4D36-9FA2-4B23BACDAA56}"/>
              </a:ext>
            </a:extLst>
          </p:cNvPr>
          <p:cNvSpPr>
            <a:spLocks xmlns:a="http://schemas.openxmlformats.org/drawingml/2006/main" noGrp="1"/>
          </p:cNvSpPr>
          <p:nvPr/>
        </p:nvSpPr>
        <p:spPr>
          <a:xfrm xmlns:a="http://schemas.openxmlformats.org/drawingml/2006/main">
            <a:off x="3457575" y="2238375"/>
            <a:ext cx="5810250" cy="3286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1">
                <a:solidFill>
                  <a:srgbClr val="18232E"/>
                </a:solidFill>
                <a:latin typeface="Apple SD Gothic Neo"/>
                <a:ea typeface="Apple SD Gothic Neo"/>
                <a:cs typeface="Apple SD Gothic Neo"/>
              </a:defRPr>
            </a:pPr>
            <a:r>
              <a:rPr sz="1725" b="1">
                <a:solidFill>
                  <a:srgbClr val="18232E"/>
                </a:solidFill>
                <a:latin typeface="Apple SD Gothic Neo"/>
                <a:ea typeface="Apple SD Gothic Neo"/>
                <a:cs typeface="Apple SD Gothic Neo"/>
              </a:rPr>
              <a:t>A 모델 주도 해석</a:t>
            </a:r>
          </a:p>
        </p:txBody>
      </p:sp>
      <p:sp>
        <p:nvSpPr>
          <p:cNvPr id="40" name="dp41-v4-qa-detail / n37">
            <a:extLst xmlns:a="http://schemas.openxmlformats.org/drawingml/2006/main">
              <a:ext uri="{FF2B5EF4-FFF2-40B4-BE49-F238E27FC236}">
                <a16:creationId xmlns:a16="http://schemas.microsoft.com/office/drawing/2014/main" id="{F8B0B881-2E4D-4B89-BB83-3218F6563D3A}"/>
              </a:ext>
            </a:extLst>
          </p:cNvPr>
          <p:cNvSpPr>
            <a:spLocks xmlns:a="http://schemas.openxmlformats.org/drawingml/2006/main" noGrp="1"/>
          </p:cNvSpPr>
          <p:nvPr/>
        </p:nvSpPr>
        <p:spPr>
          <a:xfrm xmlns:a="http://schemas.openxmlformats.org/drawingml/2006/main">
            <a:off x="9648825" y="2238375"/>
            <a:ext cx="5810250" cy="3286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1">
                <a:solidFill>
                  <a:srgbClr val="18232E"/>
                </a:solidFill>
                <a:latin typeface="Apple SD Gothic Neo"/>
                <a:ea typeface="Apple SD Gothic Neo"/>
                <a:cs typeface="Apple SD Gothic Neo"/>
              </a:defRPr>
            </a:pPr>
            <a:r>
              <a:rPr sz="1725" b="1">
                <a:solidFill>
                  <a:srgbClr val="18232E"/>
                </a:solidFill>
                <a:latin typeface="Apple SD Gothic Neo"/>
                <a:ea typeface="Apple SD Gothic Neo"/>
                <a:cs typeface="Apple SD Gothic Neo"/>
              </a:rPr>
              <a:t>B 모델 요청 틀과 코드 주도 완성</a:t>
            </a:r>
          </a:p>
        </p:txBody>
      </p:sp>
      <p:sp>
        <p:nvSpPr>
          <p:cNvPr id="41" name="dp41-v4-qa-detail / n38">
            <a:extLst xmlns:a="http://schemas.openxmlformats.org/drawingml/2006/main">
              <a:ext uri="{FF2B5EF4-FFF2-40B4-BE49-F238E27FC236}">
                <a16:creationId xmlns:a16="http://schemas.microsoft.com/office/drawing/2014/main" id="{B56EF05B-8EE3-4EED-B186-3DAFB9DE15E8}"/>
              </a:ext>
            </a:extLst>
          </p:cNvPr>
          <p:cNvSpPr>
            <a:spLocks xmlns:a="http://schemas.openxmlformats.org/drawingml/2006/main" noGrp="1"/>
          </p:cNvSpPr>
          <p:nvPr/>
        </p:nvSpPr>
        <p:spPr>
          <a:xfrm xmlns:a="http://schemas.openxmlformats.org/drawingml/2006/main">
            <a:off x="15801975" y="2238375"/>
            <a:ext cx="1952625" cy="3286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1">
                <a:solidFill>
                  <a:srgbClr val="18232E"/>
                </a:solidFill>
                <a:latin typeface="Apple SD Gothic Neo"/>
                <a:ea typeface="Apple SD Gothic Neo"/>
                <a:cs typeface="Apple SD Gothic Neo"/>
              </a:defRPr>
            </a:pPr>
            <a:r>
              <a:rPr sz="1725" b="1">
                <a:solidFill>
                  <a:srgbClr val="18232E"/>
                </a:solidFill>
                <a:latin typeface="Apple SD Gothic Neo"/>
                <a:ea typeface="Apple SD Gothic Neo"/>
                <a:cs typeface="Apple SD Gothic Neo"/>
              </a:rPr>
              <a:t>원값 차이</a:t>
            </a:r>
          </a:p>
        </p:txBody>
      </p:sp>
      <p:sp>
        <p:nvSpPr>
          <p:cNvPr id="42" name="dp41-v4-qa-detail / n39">
            <a:extLst xmlns:a="http://schemas.openxmlformats.org/drawingml/2006/main">
              <a:ext uri="{FF2B5EF4-FFF2-40B4-BE49-F238E27FC236}">
                <a16:creationId xmlns:a16="http://schemas.microsoft.com/office/drawing/2014/main" id="{3E9CD8B9-A8E2-478E-BE47-FA30D05AC2D4}"/>
              </a:ext>
            </a:extLst>
          </p:cNvPr>
          <p:cNvSpPr>
            <a:spLocks xmlns:a="http://schemas.openxmlformats.org/drawingml/2006/main" noGrp="1"/>
          </p:cNvSpPr>
          <p:nvPr/>
        </p:nvSpPr>
        <p:spPr>
          <a:xfrm xmlns:a="http://schemas.openxmlformats.org/drawingml/2006/main">
            <a:off x="381000" y="3590925"/>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1430">
            <a:solidFill>
              <a:srgbClr val="CDD6DE"/>
            </a:solidFill>
          </a:ln>
        </p:spPr>
      </p:sp>
      <p:sp>
        <p:nvSpPr>
          <p:cNvPr id="43" name="dp41-v4-qa-detail / n40">
            <a:extLst xmlns:a="http://schemas.openxmlformats.org/drawingml/2006/main">
              <a:ext uri="{FF2B5EF4-FFF2-40B4-BE49-F238E27FC236}">
                <a16:creationId xmlns:a16="http://schemas.microsoft.com/office/drawing/2014/main" id="{EF2272D8-5182-4319-9123-A7150AD9B148}"/>
              </a:ext>
            </a:extLst>
          </p:cNvPr>
          <p:cNvSpPr>
            <a:spLocks xmlns:a="http://schemas.openxmlformats.org/drawingml/2006/main" noGrp="1"/>
          </p:cNvSpPr>
          <p:nvPr/>
        </p:nvSpPr>
        <p:spPr>
          <a:xfrm xmlns:a="http://schemas.openxmlformats.org/drawingml/2006/main">
            <a:off x="533400" y="2695575"/>
            <a:ext cx="25146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1">
                <a:solidFill>
                  <a:srgbClr val="18232E"/>
                </a:solidFill>
                <a:latin typeface="Apple SD Gothic Neo"/>
                <a:ea typeface="Apple SD Gothic Neo"/>
                <a:cs typeface="Apple SD Gothic Neo"/>
              </a:defRPr>
            </a:pPr>
            <a:r>
              <a:rPr sz="1650" b="1">
                <a:solidFill>
                  <a:srgbClr val="18232E"/>
                </a:solidFill>
                <a:latin typeface="Apple SD Gothic Neo"/>
                <a:ea typeface="Apple SD Gothic Neo"/>
                <a:cs typeface="Apple SD Gothic Neo"/>
              </a:rPr>
              <a:t>01  요청 처리 정확성</a:t>
            </a:r>
          </a:p>
        </p:txBody>
      </p:sp>
      <p:sp>
        <p:nvSpPr>
          <p:cNvPr id="44" name="dp41-v4-qa-detail / n41">
            <a:extLst xmlns:a="http://schemas.openxmlformats.org/drawingml/2006/main">
              <a:ext uri="{FF2B5EF4-FFF2-40B4-BE49-F238E27FC236}">
                <a16:creationId xmlns:a16="http://schemas.microsoft.com/office/drawing/2014/main" id="{A05DA188-BECB-411A-BDFB-55D34C91E0D9}"/>
              </a:ext>
            </a:extLst>
          </p:cNvPr>
          <p:cNvSpPr>
            <a:spLocks xmlns:a="http://schemas.openxmlformats.org/drawingml/2006/main" noGrp="1"/>
          </p:cNvSpPr>
          <p:nvPr/>
        </p:nvSpPr>
        <p:spPr>
          <a:xfrm xmlns:a="http://schemas.openxmlformats.org/drawingml/2006/main">
            <a:off x="533400" y="3057525"/>
            <a:ext cx="2514600" cy="2714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425" b="0">
                <a:solidFill>
                  <a:srgbClr val="5F6B77"/>
                </a:solidFill>
                <a:latin typeface="Apple SD Gothic Neo"/>
                <a:ea typeface="Apple SD Gothic Neo"/>
                <a:cs typeface="Apple SD Gothic Neo"/>
              </a:defRPr>
            </a:pPr>
            <a:r>
              <a:rPr sz="1425" b="0">
                <a:solidFill>
                  <a:srgbClr val="5F6B77"/>
                </a:solidFill>
                <a:latin typeface="Apple SD Gothic Neo"/>
                <a:ea typeface="Apple SD Gothic Neo"/>
                <a:cs typeface="Apple SD Gothic Neo"/>
              </a:rPr>
              <a:t>목표 ≥98%</a:t>
            </a:r>
          </a:p>
        </p:txBody>
      </p:sp>
      <p:sp>
        <p:nvSpPr>
          <p:cNvPr id="45" name="dp41-v4-qa-detail / n42 / circle">
            <a:extLst xmlns:a="http://schemas.openxmlformats.org/drawingml/2006/main">
              <a:ext uri="{FF2B5EF4-FFF2-40B4-BE49-F238E27FC236}">
                <a16:creationId xmlns:a16="http://schemas.microsoft.com/office/drawing/2014/main" id="{5F0F78A6-851D-499C-8E5A-28D67E6B0D22}"/>
              </a:ext>
            </a:extLst>
          </p:cNvPr>
          <p:cNvSpPr>
            <a:spLocks xmlns:a="http://schemas.openxmlformats.org/drawingml/2006/main" noGrp="1"/>
          </p:cNvSpPr>
          <p:nvPr/>
        </p:nvSpPr>
        <p:spPr>
          <a:xfrm xmlns:a="http://schemas.openxmlformats.org/drawingml/2006/main">
            <a:off x="3457575" y="2752725"/>
            <a:ext cx="171450" cy="171450"/>
          </a:xfrm>
          <a:prstGeom xmlns:a="http://schemas.openxmlformats.org/drawingml/2006/main" prst="ellipse">
            <a:avLst/>
          </a:prstGeom>
          <a:solidFill xmlns:a="http://schemas.openxmlformats.org/drawingml/2006/main">
            <a:srgbClr val="18232E"/>
          </a:solidFill>
          <a:ln xmlns:a="http://schemas.openxmlformats.org/drawingml/2006/main" w="10478">
            <a:solidFill>
              <a:srgbClr val="18232E"/>
            </a:solidFill>
          </a:ln>
        </p:spPr>
      </p:sp>
      <p:sp>
        <p:nvSpPr>
          <p:cNvPr id="46" name="dp41-v4-qa-detail / n43 / circle">
            <a:extLst xmlns:a="http://schemas.openxmlformats.org/drawingml/2006/main">
              <a:ext uri="{FF2B5EF4-FFF2-40B4-BE49-F238E27FC236}">
                <a16:creationId xmlns:a16="http://schemas.microsoft.com/office/drawing/2014/main" id="{17E91AE2-159B-4CC3-8B1B-2E531301041A}"/>
              </a:ext>
            </a:extLst>
          </p:cNvPr>
          <p:cNvSpPr>
            <a:spLocks xmlns:a="http://schemas.openxmlformats.org/drawingml/2006/main" noGrp="1"/>
          </p:cNvSpPr>
          <p:nvPr/>
        </p:nvSpPr>
        <p:spPr>
          <a:xfrm xmlns:a="http://schemas.openxmlformats.org/drawingml/2006/main">
            <a:off x="3667125" y="2752725"/>
            <a:ext cx="171450" cy="171450"/>
          </a:xfrm>
          <a:prstGeom xmlns:a="http://schemas.openxmlformats.org/drawingml/2006/main" prst="ellipse">
            <a:avLst/>
          </a:prstGeom>
          <a:solidFill xmlns:a="http://schemas.openxmlformats.org/drawingml/2006/main">
            <a:srgbClr val="18232E"/>
          </a:solidFill>
          <a:ln xmlns:a="http://schemas.openxmlformats.org/drawingml/2006/main" w="10478">
            <a:solidFill>
              <a:srgbClr val="18232E"/>
            </a:solidFill>
          </a:ln>
        </p:spPr>
      </p:sp>
      <p:sp>
        <p:nvSpPr>
          <p:cNvPr id="47" name="dp41-v4-qa-detail / n44 / circle">
            <a:extLst xmlns:a="http://schemas.openxmlformats.org/drawingml/2006/main">
              <a:ext uri="{FF2B5EF4-FFF2-40B4-BE49-F238E27FC236}">
                <a16:creationId xmlns:a16="http://schemas.microsoft.com/office/drawing/2014/main" id="{2B701201-9458-4E43-823B-C2909E254789}"/>
              </a:ext>
            </a:extLst>
          </p:cNvPr>
          <p:cNvSpPr>
            <a:spLocks xmlns:a="http://schemas.openxmlformats.org/drawingml/2006/main" noGrp="1"/>
          </p:cNvSpPr>
          <p:nvPr/>
        </p:nvSpPr>
        <p:spPr>
          <a:xfrm xmlns:a="http://schemas.openxmlformats.org/drawingml/2006/main">
            <a:off x="3876675" y="2752725"/>
            <a:ext cx="171450" cy="171450"/>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48" name="dp41-v4-qa-detail / n44 / half">
            <a:extLst xmlns:a="http://schemas.openxmlformats.org/drawingml/2006/main">
              <a:ext uri="{FF2B5EF4-FFF2-40B4-BE49-F238E27FC236}">
                <a16:creationId xmlns:a16="http://schemas.microsoft.com/office/drawing/2014/main" id="{64A37006-179B-4F9C-8641-83213C028A75}"/>
              </a:ext>
            </a:extLst>
          </p:cNvPr>
          <p:cNvSpPr>
            <a:spLocks xmlns:a="http://schemas.openxmlformats.org/drawingml/2006/main" noGrp="1"/>
          </p:cNvSpPr>
          <p:nvPr/>
        </p:nvSpPr>
        <p:spPr>
          <a:xfrm xmlns:a="http://schemas.openxmlformats.org/drawingml/2006/main">
            <a:off x="3876675" y="2752725"/>
            <a:ext cx="171450" cy="171450"/>
          </a:xfrm>
          <a:custGeom xmlns:a="http://schemas.openxmlformats.org/drawingml/2006/main">
            <a:pathLst>
              <a:path w="171450" h="171450">
                <a:moveTo>
                  <a:pt x="85725" y="0"/>
                </a:moveTo>
                <a:lnTo>
                  <a:pt x="77322" y="413"/>
                </a:lnTo>
                <a:lnTo>
                  <a:pt x="69001" y="1647"/>
                </a:lnTo>
                <a:lnTo>
                  <a:pt x="60840" y="3691"/>
                </a:lnTo>
                <a:lnTo>
                  <a:pt x="52919" y="6525"/>
                </a:lnTo>
                <a:lnTo>
                  <a:pt x="45315" y="10122"/>
                </a:lnTo>
                <a:lnTo>
                  <a:pt x="38099" y="14447"/>
                </a:lnTo>
                <a:lnTo>
                  <a:pt x="31342" y="19459"/>
                </a:lnTo>
                <a:lnTo>
                  <a:pt x="25108" y="25108"/>
                </a:lnTo>
                <a:lnTo>
                  <a:pt x="19459" y="31342"/>
                </a:lnTo>
                <a:lnTo>
                  <a:pt x="14447" y="38099"/>
                </a:lnTo>
                <a:lnTo>
                  <a:pt x="10122" y="45315"/>
                </a:lnTo>
                <a:lnTo>
                  <a:pt x="6525" y="52919"/>
                </a:lnTo>
                <a:lnTo>
                  <a:pt x="3691" y="60840"/>
                </a:lnTo>
                <a:lnTo>
                  <a:pt x="1647" y="69001"/>
                </a:lnTo>
                <a:lnTo>
                  <a:pt x="413" y="77322"/>
                </a:lnTo>
                <a:lnTo>
                  <a:pt x="0" y="85725"/>
                </a:lnTo>
                <a:lnTo>
                  <a:pt x="413" y="94128"/>
                </a:lnTo>
                <a:lnTo>
                  <a:pt x="1647" y="102449"/>
                </a:lnTo>
                <a:lnTo>
                  <a:pt x="3691" y="110610"/>
                </a:lnTo>
                <a:lnTo>
                  <a:pt x="6525" y="118531"/>
                </a:lnTo>
                <a:lnTo>
                  <a:pt x="10122" y="126135"/>
                </a:lnTo>
                <a:lnTo>
                  <a:pt x="14447" y="133351"/>
                </a:lnTo>
                <a:lnTo>
                  <a:pt x="19459" y="140108"/>
                </a:lnTo>
                <a:lnTo>
                  <a:pt x="25108" y="146342"/>
                </a:lnTo>
                <a:lnTo>
                  <a:pt x="31342" y="151991"/>
                </a:lnTo>
                <a:lnTo>
                  <a:pt x="38099" y="157003"/>
                </a:lnTo>
                <a:lnTo>
                  <a:pt x="45315" y="161328"/>
                </a:lnTo>
                <a:lnTo>
                  <a:pt x="52919" y="164925"/>
                </a:lnTo>
                <a:lnTo>
                  <a:pt x="60840" y="167759"/>
                </a:lnTo>
                <a:lnTo>
                  <a:pt x="69001" y="169803"/>
                </a:lnTo>
                <a:lnTo>
                  <a:pt x="77322" y="171037"/>
                </a:lnTo>
                <a:lnTo>
                  <a:pt x="85725" y="171450"/>
                </a:lnTo>
                <a:close/>
              </a:path>
            </a:pathLst>
          </a:custGeom>
          <a:solidFill xmlns:a="http://schemas.openxmlformats.org/drawingml/2006/main">
            <a:srgbClr val="18232E"/>
          </a:solidFill>
          <a:ln xmlns:a="http://schemas.openxmlformats.org/drawingml/2006/main" w="0">
            <a:noFill/>
          </a:ln>
        </p:spPr>
      </p:sp>
      <p:sp>
        <p:nvSpPr>
          <p:cNvPr id="49" name="dp41-v4-qa-detail / n45">
            <a:extLst xmlns:a="http://schemas.openxmlformats.org/drawingml/2006/main">
              <a:ext uri="{FF2B5EF4-FFF2-40B4-BE49-F238E27FC236}">
                <a16:creationId xmlns:a16="http://schemas.microsoft.com/office/drawing/2014/main" id="{35CC0C7A-FCCF-4F75-B3EF-A71601BD99AF}"/>
              </a:ext>
            </a:extLst>
          </p:cNvPr>
          <p:cNvSpPr>
            <a:spLocks xmlns:a="http://schemas.openxmlformats.org/drawingml/2006/main" noGrp="1"/>
          </p:cNvSpPr>
          <p:nvPr/>
        </p:nvSpPr>
        <p:spPr>
          <a:xfrm xmlns:a="http://schemas.openxmlformats.org/drawingml/2006/main">
            <a:off x="4181475" y="2686050"/>
            <a:ext cx="809625" cy="357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1">
                <a:solidFill>
                  <a:srgbClr val="18232E"/>
                </a:solidFill>
                <a:latin typeface="Apple SD Gothic Neo"/>
                <a:ea typeface="Apple SD Gothic Neo"/>
                <a:cs typeface="Apple SD Gothic Neo"/>
              </a:defRPr>
            </a:pPr>
            <a:r>
              <a:rPr sz="1875" b="1">
                <a:solidFill>
                  <a:srgbClr val="18232E"/>
                </a:solidFill>
                <a:latin typeface="Apple SD Gothic Neo"/>
                <a:ea typeface="Apple SD Gothic Neo"/>
                <a:cs typeface="Apple SD Gothic Neo"/>
              </a:rPr>
              <a:t>5점</a:t>
            </a:r>
          </a:p>
        </p:txBody>
      </p:sp>
      <p:sp>
        <p:nvSpPr>
          <p:cNvPr id="50" name="dp41-v4-qa-detail / n46">
            <a:extLst xmlns:a="http://schemas.openxmlformats.org/drawingml/2006/main">
              <a:ext uri="{FF2B5EF4-FFF2-40B4-BE49-F238E27FC236}">
                <a16:creationId xmlns:a16="http://schemas.microsoft.com/office/drawing/2014/main" id="{E93C4A4C-D8BC-46D7-B4A6-8F0DE8DD8B5F}"/>
              </a:ext>
            </a:extLst>
          </p:cNvPr>
          <p:cNvSpPr>
            <a:spLocks xmlns:a="http://schemas.openxmlformats.org/drawingml/2006/main" noGrp="1"/>
          </p:cNvSpPr>
          <p:nvPr/>
        </p:nvSpPr>
        <p:spPr>
          <a:xfrm xmlns:a="http://schemas.openxmlformats.org/drawingml/2006/main">
            <a:off x="5076825" y="2667000"/>
            <a:ext cx="4000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1">
                <a:solidFill>
                  <a:srgbClr val="18232E"/>
                </a:solidFill>
                <a:latin typeface="Apple SD Gothic Neo"/>
                <a:ea typeface="Apple SD Gothic Neo"/>
                <a:cs typeface="Apple SD Gothic Neo"/>
              </a:defRPr>
            </a:pPr>
            <a:r>
              <a:rPr sz="2100" b="1">
                <a:solidFill>
                  <a:srgbClr val="18232E"/>
                </a:solidFill>
                <a:latin typeface="Apple SD Gothic Neo"/>
                <a:ea typeface="Apple SD Gothic Neo"/>
                <a:cs typeface="Apple SD Gothic Neo"/>
              </a:rPr>
              <a:t>99.63%</a:t>
            </a:r>
          </a:p>
        </p:txBody>
      </p:sp>
      <p:sp>
        <p:nvSpPr>
          <p:cNvPr id="51" name="dp41-v4-qa-detail / n47">
            <a:extLst xmlns:a="http://schemas.openxmlformats.org/drawingml/2006/main">
              <a:ext uri="{FF2B5EF4-FFF2-40B4-BE49-F238E27FC236}">
                <a16:creationId xmlns:a16="http://schemas.microsoft.com/office/drawing/2014/main" id="{B791561F-6D27-4E2D-8F2E-E87174ADE7C6}"/>
              </a:ext>
            </a:extLst>
          </p:cNvPr>
          <p:cNvSpPr>
            <a:spLocks xmlns:a="http://schemas.openxmlformats.org/drawingml/2006/main" noGrp="1"/>
          </p:cNvSpPr>
          <p:nvPr/>
        </p:nvSpPr>
        <p:spPr>
          <a:xfrm xmlns:a="http://schemas.openxmlformats.org/drawingml/2006/main">
            <a:off x="3457575" y="3095625"/>
            <a:ext cx="58293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18232E"/>
                </a:solidFill>
                <a:latin typeface="Apple SD Gothic Neo"/>
                <a:ea typeface="Apple SD Gothic Neo"/>
                <a:cs typeface="Apple SD Gothic Neo"/>
              </a:defRPr>
            </a:pPr>
            <a:r>
              <a:rPr sz="1500" b="0">
                <a:solidFill>
                  <a:srgbClr val="18232E"/>
                </a:solidFill>
                <a:latin typeface="Apple SD Gothic Neo"/>
                <a:ea typeface="Apple SD Gothic Neo"/>
                <a:cs typeface="Apple SD Gothic Neo"/>
              </a:rPr>
              <a:t>전체 의미 공동 판단</a:t>
            </a:r>
          </a:p>
        </p:txBody>
      </p:sp>
      <p:sp>
        <p:nvSpPr>
          <p:cNvPr id="52" name="dp41-v4-qa-detail / n48">
            <a:extLst xmlns:a="http://schemas.openxmlformats.org/drawingml/2006/main">
              <a:ext uri="{FF2B5EF4-FFF2-40B4-BE49-F238E27FC236}">
                <a16:creationId xmlns:a16="http://schemas.microsoft.com/office/drawing/2014/main" id="{2CCD5B98-D5FE-44E1-BBBB-E4FA404C1E9D}"/>
              </a:ext>
            </a:extLst>
          </p:cNvPr>
          <p:cNvSpPr>
            <a:spLocks xmlns:a="http://schemas.openxmlformats.org/drawingml/2006/main" noGrp="1"/>
          </p:cNvSpPr>
          <p:nvPr/>
        </p:nvSpPr>
        <p:spPr>
          <a:xfrm xmlns:a="http://schemas.openxmlformats.org/drawingml/2006/main">
            <a:off x="3457575" y="3333750"/>
            <a:ext cx="58293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18232E"/>
                </a:solidFill>
                <a:latin typeface="Apple SD Gothic Neo"/>
                <a:ea typeface="Apple SD Gothic Neo"/>
                <a:cs typeface="Apple SD Gothic Neo"/>
              </a:defRPr>
            </a:pPr>
            <a:r>
              <a:rPr sz="1500" b="0">
                <a:solidFill>
                  <a:srgbClr val="18232E"/>
                </a:solidFill>
                <a:latin typeface="Apple SD Gothic Neo"/>
                <a:ea typeface="Apple SD Gothic Neo"/>
                <a:cs typeface="Apple SD Gothic Neo"/>
              </a:rPr>
              <a:t>오류 2개 가정</a:t>
            </a:r>
          </a:p>
        </p:txBody>
      </p:sp>
      <p:sp>
        <p:nvSpPr>
          <p:cNvPr id="53" name="dp41-v4-qa-detail / n49 / circle">
            <a:extLst xmlns:a="http://schemas.openxmlformats.org/drawingml/2006/main">
              <a:ext uri="{FF2B5EF4-FFF2-40B4-BE49-F238E27FC236}">
                <a16:creationId xmlns:a16="http://schemas.microsoft.com/office/drawing/2014/main" id="{9A5BBEF5-E5A4-4F81-9685-25F88CD1E833}"/>
              </a:ext>
            </a:extLst>
          </p:cNvPr>
          <p:cNvSpPr>
            <a:spLocks xmlns:a="http://schemas.openxmlformats.org/drawingml/2006/main" noGrp="1"/>
          </p:cNvSpPr>
          <p:nvPr/>
        </p:nvSpPr>
        <p:spPr>
          <a:xfrm xmlns:a="http://schemas.openxmlformats.org/drawingml/2006/main">
            <a:off x="9648825" y="2752725"/>
            <a:ext cx="171450" cy="171450"/>
          </a:xfrm>
          <a:prstGeom xmlns:a="http://schemas.openxmlformats.org/drawingml/2006/main" prst="ellipse">
            <a:avLst/>
          </a:prstGeom>
          <a:solidFill xmlns:a="http://schemas.openxmlformats.org/drawingml/2006/main">
            <a:srgbClr val="18232E"/>
          </a:solidFill>
          <a:ln xmlns:a="http://schemas.openxmlformats.org/drawingml/2006/main" w="10478">
            <a:solidFill>
              <a:srgbClr val="18232E"/>
            </a:solidFill>
          </a:ln>
        </p:spPr>
      </p:sp>
      <p:sp>
        <p:nvSpPr>
          <p:cNvPr id="54" name="dp41-v4-qa-detail / n50 / circle">
            <a:extLst xmlns:a="http://schemas.openxmlformats.org/drawingml/2006/main">
              <a:ext uri="{FF2B5EF4-FFF2-40B4-BE49-F238E27FC236}">
                <a16:creationId xmlns:a16="http://schemas.microsoft.com/office/drawing/2014/main" id="{CF718403-ED1A-4BF8-B461-580000B4DE7C}"/>
              </a:ext>
            </a:extLst>
          </p:cNvPr>
          <p:cNvSpPr>
            <a:spLocks xmlns:a="http://schemas.openxmlformats.org/drawingml/2006/main" noGrp="1"/>
          </p:cNvSpPr>
          <p:nvPr/>
        </p:nvSpPr>
        <p:spPr>
          <a:xfrm xmlns:a="http://schemas.openxmlformats.org/drawingml/2006/main">
            <a:off x="9858375" y="2752725"/>
            <a:ext cx="171450" cy="171450"/>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55" name="dp41-v4-qa-detail / n51 / circle">
            <a:extLst xmlns:a="http://schemas.openxmlformats.org/drawingml/2006/main">
              <a:ext uri="{FF2B5EF4-FFF2-40B4-BE49-F238E27FC236}">
                <a16:creationId xmlns:a16="http://schemas.microsoft.com/office/drawing/2014/main" id="{D8D98ACF-98CE-409E-B1ED-62B449356D7F}"/>
              </a:ext>
            </a:extLst>
          </p:cNvPr>
          <p:cNvSpPr>
            <a:spLocks xmlns:a="http://schemas.openxmlformats.org/drawingml/2006/main" noGrp="1"/>
          </p:cNvSpPr>
          <p:nvPr/>
        </p:nvSpPr>
        <p:spPr>
          <a:xfrm xmlns:a="http://schemas.openxmlformats.org/drawingml/2006/main">
            <a:off x="10067925" y="2752725"/>
            <a:ext cx="171450" cy="171450"/>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56" name="dp41-v4-qa-detail / n52">
            <a:extLst xmlns:a="http://schemas.openxmlformats.org/drawingml/2006/main">
              <a:ext uri="{FF2B5EF4-FFF2-40B4-BE49-F238E27FC236}">
                <a16:creationId xmlns:a16="http://schemas.microsoft.com/office/drawing/2014/main" id="{C2650DE6-D01F-4305-A303-232973721158}"/>
              </a:ext>
            </a:extLst>
          </p:cNvPr>
          <p:cNvSpPr>
            <a:spLocks xmlns:a="http://schemas.openxmlformats.org/drawingml/2006/main" noGrp="1"/>
          </p:cNvSpPr>
          <p:nvPr/>
        </p:nvSpPr>
        <p:spPr>
          <a:xfrm xmlns:a="http://schemas.openxmlformats.org/drawingml/2006/main">
            <a:off x="10372725" y="2686050"/>
            <a:ext cx="809625" cy="357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1">
                <a:solidFill>
                  <a:srgbClr val="18232E"/>
                </a:solidFill>
                <a:latin typeface="Apple SD Gothic Neo"/>
                <a:ea typeface="Apple SD Gothic Neo"/>
                <a:cs typeface="Apple SD Gothic Neo"/>
              </a:defRPr>
            </a:pPr>
            <a:r>
              <a:rPr sz="1875" b="1">
                <a:solidFill>
                  <a:srgbClr val="18232E"/>
                </a:solidFill>
                <a:latin typeface="Apple SD Gothic Neo"/>
                <a:ea typeface="Apple SD Gothic Neo"/>
                <a:cs typeface="Apple SD Gothic Neo"/>
              </a:rPr>
              <a:t>2점</a:t>
            </a:r>
          </a:p>
        </p:txBody>
      </p:sp>
      <p:sp>
        <p:nvSpPr>
          <p:cNvPr id="57" name="dp41-v4-qa-detail / n53">
            <a:extLst xmlns:a="http://schemas.openxmlformats.org/drawingml/2006/main">
              <a:ext uri="{FF2B5EF4-FFF2-40B4-BE49-F238E27FC236}">
                <a16:creationId xmlns:a16="http://schemas.microsoft.com/office/drawing/2014/main" id="{977421C7-5D80-4CE8-802D-55B027484795}"/>
              </a:ext>
            </a:extLst>
          </p:cNvPr>
          <p:cNvSpPr>
            <a:spLocks xmlns:a="http://schemas.openxmlformats.org/drawingml/2006/main" noGrp="1"/>
          </p:cNvSpPr>
          <p:nvPr/>
        </p:nvSpPr>
        <p:spPr>
          <a:xfrm xmlns:a="http://schemas.openxmlformats.org/drawingml/2006/main">
            <a:off x="11268075" y="2667000"/>
            <a:ext cx="4000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1">
                <a:solidFill>
                  <a:srgbClr val="18232E"/>
                </a:solidFill>
                <a:latin typeface="Apple SD Gothic Neo"/>
                <a:ea typeface="Apple SD Gothic Neo"/>
                <a:cs typeface="Apple SD Gothic Neo"/>
              </a:defRPr>
            </a:pPr>
            <a:r>
              <a:rPr sz="2100" b="1">
                <a:solidFill>
                  <a:srgbClr val="18232E"/>
                </a:solidFill>
                <a:latin typeface="Apple SD Gothic Neo"/>
                <a:ea typeface="Apple SD Gothic Neo"/>
                <a:cs typeface="Apple SD Gothic Neo"/>
              </a:rPr>
              <a:t>98.52%</a:t>
            </a:r>
          </a:p>
        </p:txBody>
      </p:sp>
      <p:sp>
        <p:nvSpPr>
          <p:cNvPr id="58" name="dp41-v4-qa-detail / n54">
            <a:extLst xmlns:a="http://schemas.openxmlformats.org/drawingml/2006/main">
              <a:ext uri="{FF2B5EF4-FFF2-40B4-BE49-F238E27FC236}">
                <a16:creationId xmlns:a16="http://schemas.microsoft.com/office/drawing/2014/main" id="{FE718A1C-8646-4A16-ADF3-3309B3781B07}"/>
              </a:ext>
            </a:extLst>
          </p:cNvPr>
          <p:cNvSpPr>
            <a:spLocks xmlns:a="http://schemas.openxmlformats.org/drawingml/2006/main" noGrp="1"/>
          </p:cNvSpPr>
          <p:nvPr/>
        </p:nvSpPr>
        <p:spPr>
          <a:xfrm xmlns:a="http://schemas.openxmlformats.org/drawingml/2006/main">
            <a:off x="9648825" y="3095625"/>
            <a:ext cx="58293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18232E"/>
                </a:solidFill>
                <a:latin typeface="Apple SD Gothic Neo"/>
                <a:ea typeface="Apple SD Gothic Neo"/>
                <a:cs typeface="Apple SD Gothic Neo"/>
              </a:defRPr>
            </a:pPr>
            <a:r>
              <a:rPr sz="1500" b="0">
                <a:solidFill>
                  <a:srgbClr val="18232E"/>
                </a:solidFill>
                <a:latin typeface="Apple SD Gothic Neo"/>
                <a:ea typeface="Apple SD Gothic Neo"/>
                <a:cs typeface="Apple SD Gothic Neo"/>
              </a:rPr>
              <a:t>틀 추출과 부분 결합 누락</a:t>
            </a:r>
          </a:p>
        </p:txBody>
      </p:sp>
      <p:sp>
        <p:nvSpPr>
          <p:cNvPr id="59" name="dp41-v4-qa-detail / n55">
            <a:extLst xmlns:a="http://schemas.openxmlformats.org/drawingml/2006/main">
              <a:ext uri="{FF2B5EF4-FFF2-40B4-BE49-F238E27FC236}">
                <a16:creationId xmlns:a16="http://schemas.microsoft.com/office/drawing/2014/main" id="{AF8D9945-ECF2-4055-B16A-3494A385CCB7}"/>
              </a:ext>
            </a:extLst>
          </p:cNvPr>
          <p:cNvSpPr>
            <a:spLocks xmlns:a="http://schemas.openxmlformats.org/drawingml/2006/main" noGrp="1"/>
          </p:cNvSpPr>
          <p:nvPr/>
        </p:nvSpPr>
        <p:spPr>
          <a:xfrm xmlns:a="http://schemas.openxmlformats.org/drawingml/2006/main">
            <a:off x="9648825" y="3333750"/>
            <a:ext cx="58293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18232E"/>
                </a:solidFill>
                <a:latin typeface="Apple SD Gothic Neo"/>
                <a:ea typeface="Apple SD Gothic Neo"/>
                <a:cs typeface="Apple SD Gothic Neo"/>
              </a:defRPr>
            </a:pPr>
            <a:r>
              <a:rPr sz="1500" b="0">
                <a:solidFill>
                  <a:srgbClr val="18232E"/>
                </a:solidFill>
                <a:latin typeface="Apple SD Gothic Neo"/>
                <a:ea typeface="Apple SD Gothic Neo"/>
                <a:cs typeface="Apple SD Gothic Neo"/>
              </a:rPr>
              <a:t>오류 8개 가정</a:t>
            </a:r>
          </a:p>
        </p:txBody>
      </p:sp>
      <p:sp>
        <p:nvSpPr>
          <p:cNvPr id="60" name="dp41-v4-qa-detail / n56">
            <a:extLst xmlns:a="http://schemas.openxmlformats.org/drawingml/2006/main">
              <a:ext uri="{FF2B5EF4-FFF2-40B4-BE49-F238E27FC236}">
                <a16:creationId xmlns:a16="http://schemas.microsoft.com/office/drawing/2014/main" id="{88B390B0-A554-4002-82CB-2B77FC52CAFE}"/>
              </a:ext>
            </a:extLst>
          </p:cNvPr>
          <p:cNvSpPr>
            <a:spLocks xmlns:a="http://schemas.openxmlformats.org/drawingml/2006/main" noGrp="1"/>
          </p:cNvSpPr>
          <p:nvPr/>
        </p:nvSpPr>
        <p:spPr>
          <a:xfrm xmlns:a="http://schemas.openxmlformats.org/drawingml/2006/main">
            <a:off x="15801975" y="2743200"/>
            <a:ext cx="1952625" cy="3286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1">
                <a:solidFill>
                  <a:srgbClr val="18232E"/>
                </a:solidFill>
                <a:latin typeface="Apple SD Gothic Neo"/>
                <a:ea typeface="Apple SD Gothic Neo"/>
                <a:cs typeface="Apple SD Gothic Neo"/>
              </a:defRPr>
            </a:pPr>
            <a:r>
              <a:rPr sz="1725" b="1">
                <a:solidFill>
                  <a:srgbClr val="18232E"/>
                </a:solidFill>
                <a:latin typeface="Apple SD Gothic Neo"/>
                <a:ea typeface="Apple SD Gothic Neo"/>
                <a:cs typeface="Apple SD Gothic Neo"/>
              </a:rPr>
              <a:t>1.11%p</a:t>
            </a:r>
          </a:p>
        </p:txBody>
      </p:sp>
      <p:sp>
        <p:nvSpPr>
          <p:cNvPr id="61" name="dp41-v4-qa-detail / n57">
            <a:extLst xmlns:a="http://schemas.openxmlformats.org/drawingml/2006/main">
              <a:ext uri="{FF2B5EF4-FFF2-40B4-BE49-F238E27FC236}">
                <a16:creationId xmlns:a16="http://schemas.microsoft.com/office/drawing/2014/main" id="{DCF040AA-9939-4EFC-9AF1-D81D02867315}"/>
              </a:ext>
            </a:extLst>
          </p:cNvPr>
          <p:cNvSpPr>
            <a:spLocks xmlns:a="http://schemas.openxmlformats.org/drawingml/2006/main" noGrp="1"/>
          </p:cNvSpPr>
          <p:nvPr/>
        </p:nvSpPr>
        <p:spPr>
          <a:xfrm xmlns:a="http://schemas.openxmlformats.org/drawingml/2006/main">
            <a:off x="15801975" y="3124200"/>
            <a:ext cx="1952625" cy="2714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425" b="0">
                <a:solidFill>
                  <a:srgbClr val="5F6B77"/>
                </a:solidFill>
                <a:latin typeface="Apple SD Gothic Neo"/>
                <a:ea typeface="Apple SD Gothic Neo"/>
                <a:cs typeface="Apple SD Gothic Neo"/>
              </a:defRPr>
            </a:pPr>
            <a:r>
              <a:rPr sz="1425" b="0">
                <a:solidFill>
                  <a:srgbClr val="5F6B77"/>
                </a:solidFill>
                <a:latin typeface="Apple SD Gothic Neo"/>
                <a:ea typeface="Apple SD Gothic Neo"/>
                <a:cs typeface="Apple SD Gothic Neo"/>
              </a:rPr>
              <a:t>가정상 A 유리</a:t>
            </a:r>
          </a:p>
        </p:txBody>
      </p:sp>
      <p:sp>
        <p:nvSpPr>
          <p:cNvPr id="62" name="dp41-v4-qa-detail / n58">
            <a:extLst xmlns:a="http://schemas.openxmlformats.org/drawingml/2006/main">
              <a:ext uri="{FF2B5EF4-FFF2-40B4-BE49-F238E27FC236}">
                <a16:creationId xmlns:a16="http://schemas.microsoft.com/office/drawing/2014/main" id="{9E6DD1E5-728B-4F3F-97A9-EA2D8FE172B8}"/>
              </a:ext>
            </a:extLst>
          </p:cNvPr>
          <p:cNvSpPr>
            <a:spLocks xmlns:a="http://schemas.openxmlformats.org/drawingml/2006/main" noGrp="1"/>
          </p:cNvSpPr>
          <p:nvPr/>
        </p:nvSpPr>
        <p:spPr>
          <a:xfrm xmlns:a="http://schemas.openxmlformats.org/drawingml/2006/main">
            <a:off x="15801975" y="3352800"/>
            <a:ext cx="1952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5F6B77"/>
                </a:solidFill>
                <a:latin typeface="Apple SD Gothic Neo"/>
                <a:ea typeface="Apple SD Gothic Neo"/>
                <a:cs typeface="Apple SD Gothic Neo"/>
              </a:defRPr>
            </a:pPr>
            <a:r>
              <a:rPr sz="1200" b="0">
                <a:solidFill>
                  <a:srgbClr val="5F6B77"/>
                </a:solidFill>
                <a:latin typeface="Apple SD Gothic Neo"/>
                <a:ea typeface="Apple SD Gothic Neo"/>
                <a:cs typeface="Apple SD Gothic Neo"/>
              </a:rPr>
              <a:t>기준 1%p</a:t>
            </a:r>
          </a:p>
        </p:txBody>
      </p:sp>
      <p:sp>
        <p:nvSpPr>
          <p:cNvPr id="63" name="dp41-v4-qa-detail / n59">
            <a:extLst xmlns:a="http://schemas.openxmlformats.org/drawingml/2006/main">
              <a:ext uri="{FF2B5EF4-FFF2-40B4-BE49-F238E27FC236}">
                <a16:creationId xmlns:a16="http://schemas.microsoft.com/office/drawing/2014/main" id="{6642CBEB-BDC7-4FBC-960E-2261045527CD}"/>
              </a:ext>
            </a:extLst>
          </p:cNvPr>
          <p:cNvSpPr>
            <a:spLocks xmlns:a="http://schemas.openxmlformats.org/drawingml/2006/main" noGrp="1"/>
          </p:cNvSpPr>
          <p:nvPr/>
        </p:nvSpPr>
        <p:spPr>
          <a:xfrm xmlns:a="http://schemas.openxmlformats.org/drawingml/2006/main">
            <a:off x="381000" y="4591050"/>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1430">
            <a:solidFill>
              <a:srgbClr val="CDD6DE"/>
            </a:solidFill>
          </a:ln>
        </p:spPr>
      </p:sp>
      <p:sp>
        <p:nvSpPr>
          <p:cNvPr id="64" name="dp41-v4-qa-detail / n60">
            <a:extLst xmlns:a="http://schemas.openxmlformats.org/drawingml/2006/main">
              <a:ext uri="{FF2B5EF4-FFF2-40B4-BE49-F238E27FC236}">
                <a16:creationId xmlns:a16="http://schemas.microsoft.com/office/drawing/2014/main" id="{7FFF1006-ECD5-4DE8-8A86-1DB018B27B37}"/>
              </a:ext>
            </a:extLst>
          </p:cNvPr>
          <p:cNvSpPr>
            <a:spLocks xmlns:a="http://schemas.openxmlformats.org/drawingml/2006/main" noGrp="1"/>
          </p:cNvSpPr>
          <p:nvPr/>
        </p:nvSpPr>
        <p:spPr>
          <a:xfrm xmlns:a="http://schemas.openxmlformats.org/drawingml/2006/main">
            <a:off x="533400" y="3695700"/>
            <a:ext cx="25146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1">
                <a:solidFill>
                  <a:srgbClr val="18232E"/>
                </a:solidFill>
                <a:latin typeface="Apple SD Gothic Neo"/>
                <a:ea typeface="Apple SD Gothic Neo"/>
                <a:cs typeface="Apple SD Gothic Neo"/>
              </a:defRPr>
            </a:pPr>
            <a:r>
              <a:rPr sz="1650" b="1">
                <a:solidFill>
                  <a:srgbClr val="18232E"/>
                </a:solidFill>
                <a:latin typeface="Apple SD Gothic Neo"/>
                <a:ea typeface="Apple SD Gothic Neo"/>
                <a:cs typeface="Apple SD Gothic Neo"/>
              </a:rPr>
              <a:t>02  상호작용 응답시간</a:t>
            </a:r>
          </a:p>
        </p:txBody>
      </p:sp>
      <p:sp>
        <p:nvSpPr>
          <p:cNvPr id="65" name="dp41-v4-qa-detail / n61">
            <a:extLst xmlns:a="http://schemas.openxmlformats.org/drawingml/2006/main">
              <a:ext uri="{FF2B5EF4-FFF2-40B4-BE49-F238E27FC236}">
                <a16:creationId xmlns:a16="http://schemas.microsoft.com/office/drawing/2014/main" id="{1ABC079F-FC17-455E-99D9-23E551C283C7}"/>
              </a:ext>
            </a:extLst>
          </p:cNvPr>
          <p:cNvSpPr>
            <a:spLocks xmlns:a="http://schemas.openxmlformats.org/drawingml/2006/main" noGrp="1"/>
          </p:cNvSpPr>
          <p:nvPr/>
        </p:nvSpPr>
        <p:spPr>
          <a:xfrm xmlns:a="http://schemas.openxmlformats.org/drawingml/2006/main">
            <a:off x="533400" y="4057650"/>
            <a:ext cx="2514600" cy="2714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425" b="0">
                <a:solidFill>
                  <a:srgbClr val="5F6B77"/>
                </a:solidFill>
                <a:latin typeface="Apple SD Gothic Neo"/>
                <a:ea typeface="Apple SD Gothic Neo"/>
                <a:cs typeface="Apple SD Gothic Neo"/>
              </a:defRPr>
            </a:pPr>
            <a:r>
              <a:rPr sz="1425" b="0">
                <a:solidFill>
                  <a:srgbClr val="5F6B77"/>
                </a:solidFill>
                <a:latin typeface="Apple SD Gothic Neo"/>
                <a:ea typeface="Apple SD Gothic Neo"/>
                <a:cs typeface="Apple SD Gothic Neo"/>
              </a:rPr>
              <a:t>목표 ≤1초</a:t>
            </a:r>
          </a:p>
        </p:txBody>
      </p:sp>
      <p:sp>
        <p:nvSpPr>
          <p:cNvPr id="66" name="dp41-v4-qa-detail / n62 / circle">
            <a:extLst xmlns:a="http://schemas.openxmlformats.org/drawingml/2006/main">
              <a:ext uri="{FF2B5EF4-FFF2-40B4-BE49-F238E27FC236}">
                <a16:creationId xmlns:a16="http://schemas.microsoft.com/office/drawing/2014/main" id="{52A1CB57-EB65-46F0-967F-DAA6DF27469C}"/>
              </a:ext>
            </a:extLst>
          </p:cNvPr>
          <p:cNvSpPr>
            <a:spLocks xmlns:a="http://schemas.openxmlformats.org/drawingml/2006/main" noGrp="1"/>
          </p:cNvSpPr>
          <p:nvPr/>
        </p:nvSpPr>
        <p:spPr>
          <a:xfrm xmlns:a="http://schemas.openxmlformats.org/drawingml/2006/main">
            <a:off x="3457575" y="3752850"/>
            <a:ext cx="171450" cy="171450"/>
          </a:xfrm>
          <a:prstGeom xmlns:a="http://schemas.openxmlformats.org/drawingml/2006/main" prst="ellipse">
            <a:avLst/>
          </a:prstGeom>
          <a:solidFill xmlns:a="http://schemas.openxmlformats.org/drawingml/2006/main">
            <a:srgbClr val="18232E"/>
          </a:solidFill>
          <a:ln xmlns:a="http://schemas.openxmlformats.org/drawingml/2006/main" w="10478">
            <a:solidFill>
              <a:srgbClr val="18232E"/>
            </a:solidFill>
          </a:ln>
        </p:spPr>
      </p:sp>
      <p:sp>
        <p:nvSpPr>
          <p:cNvPr id="67" name="dp41-v4-qa-detail / n63 / circle">
            <a:extLst xmlns:a="http://schemas.openxmlformats.org/drawingml/2006/main">
              <a:ext uri="{FF2B5EF4-FFF2-40B4-BE49-F238E27FC236}">
                <a16:creationId xmlns:a16="http://schemas.microsoft.com/office/drawing/2014/main" id="{DFF5E390-33A1-44D0-8D8B-EBEA40016718}"/>
              </a:ext>
            </a:extLst>
          </p:cNvPr>
          <p:cNvSpPr>
            <a:spLocks xmlns:a="http://schemas.openxmlformats.org/drawingml/2006/main" noGrp="1"/>
          </p:cNvSpPr>
          <p:nvPr/>
        </p:nvSpPr>
        <p:spPr>
          <a:xfrm xmlns:a="http://schemas.openxmlformats.org/drawingml/2006/main">
            <a:off x="3667125" y="3752850"/>
            <a:ext cx="171450" cy="171450"/>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68" name="dp41-v4-qa-detail / n64 / circle">
            <a:extLst xmlns:a="http://schemas.openxmlformats.org/drawingml/2006/main">
              <a:ext uri="{FF2B5EF4-FFF2-40B4-BE49-F238E27FC236}">
                <a16:creationId xmlns:a16="http://schemas.microsoft.com/office/drawing/2014/main" id="{87FA899F-A663-4FD7-A514-3F2391425580}"/>
              </a:ext>
            </a:extLst>
          </p:cNvPr>
          <p:cNvSpPr>
            <a:spLocks xmlns:a="http://schemas.openxmlformats.org/drawingml/2006/main" noGrp="1"/>
          </p:cNvSpPr>
          <p:nvPr/>
        </p:nvSpPr>
        <p:spPr>
          <a:xfrm xmlns:a="http://schemas.openxmlformats.org/drawingml/2006/main">
            <a:off x="3876675" y="3752850"/>
            <a:ext cx="171450" cy="171450"/>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69" name="dp41-v4-qa-detail / n65">
            <a:extLst xmlns:a="http://schemas.openxmlformats.org/drawingml/2006/main">
              <a:ext uri="{FF2B5EF4-FFF2-40B4-BE49-F238E27FC236}">
                <a16:creationId xmlns:a16="http://schemas.microsoft.com/office/drawing/2014/main" id="{252EF8E8-9E24-49AF-8E32-FF4E75AB7083}"/>
              </a:ext>
            </a:extLst>
          </p:cNvPr>
          <p:cNvSpPr>
            <a:spLocks xmlns:a="http://schemas.openxmlformats.org/drawingml/2006/main" noGrp="1"/>
          </p:cNvSpPr>
          <p:nvPr/>
        </p:nvSpPr>
        <p:spPr>
          <a:xfrm xmlns:a="http://schemas.openxmlformats.org/drawingml/2006/main">
            <a:off x="4181475" y="3686175"/>
            <a:ext cx="809625" cy="357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1">
                <a:solidFill>
                  <a:srgbClr val="18232E"/>
                </a:solidFill>
                <a:latin typeface="Apple SD Gothic Neo"/>
                <a:ea typeface="Apple SD Gothic Neo"/>
                <a:cs typeface="Apple SD Gothic Neo"/>
              </a:defRPr>
            </a:pPr>
            <a:r>
              <a:rPr sz="1875" b="1">
                <a:solidFill>
                  <a:srgbClr val="18232E"/>
                </a:solidFill>
                <a:latin typeface="Apple SD Gothic Neo"/>
                <a:ea typeface="Apple SD Gothic Neo"/>
                <a:cs typeface="Apple SD Gothic Neo"/>
              </a:rPr>
              <a:t>2점</a:t>
            </a:r>
          </a:p>
        </p:txBody>
      </p:sp>
      <p:sp>
        <p:nvSpPr>
          <p:cNvPr id="70" name="dp41-v4-qa-detail / n66">
            <a:extLst xmlns:a="http://schemas.openxmlformats.org/drawingml/2006/main">
              <a:ext uri="{FF2B5EF4-FFF2-40B4-BE49-F238E27FC236}">
                <a16:creationId xmlns:a16="http://schemas.microsoft.com/office/drawing/2014/main" id="{A0A5EEC0-579E-46C0-851F-68F9B0EA777A}"/>
              </a:ext>
            </a:extLst>
          </p:cNvPr>
          <p:cNvSpPr>
            <a:spLocks xmlns:a="http://schemas.openxmlformats.org/drawingml/2006/main" noGrp="1"/>
          </p:cNvSpPr>
          <p:nvPr/>
        </p:nvSpPr>
        <p:spPr>
          <a:xfrm xmlns:a="http://schemas.openxmlformats.org/drawingml/2006/main">
            <a:off x="5076825" y="3667125"/>
            <a:ext cx="4000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1">
                <a:solidFill>
                  <a:srgbClr val="18232E"/>
                </a:solidFill>
                <a:latin typeface="Apple SD Gothic Neo"/>
                <a:ea typeface="Apple SD Gothic Neo"/>
                <a:cs typeface="Apple SD Gothic Neo"/>
              </a:defRPr>
            </a:pPr>
            <a:r>
              <a:rPr sz="2100" b="1">
                <a:solidFill>
                  <a:srgbClr val="18232E"/>
                </a:solidFill>
                <a:latin typeface="Apple SD Gothic Neo"/>
                <a:ea typeface="Apple SD Gothic Neo"/>
                <a:cs typeface="Apple SD Gothic Neo"/>
              </a:rPr>
              <a:t>0.818초</a:t>
            </a:r>
          </a:p>
        </p:txBody>
      </p:sp>
      <p:sp>
        <p:nvSpPr>
          <p:cNvPr id="71" name="dp41-v4-qa-detail / n67">
            <a:extLst xmlns:a="http://schemas.openxmlformats.org/drawingml/2006/main">
              <a:ext uri="{FF2B5EF4-FFF2-40B4-BE49-F238E27FC236}">
                <a16:creationId xmlns:a16="http://schemas.microsoft.com/office/drawing/2014/main" id="{FC1094EC-9A02-4C3A-8C7A-EFEFD5E32876}"/>
              </a:ext>
            </a:extLst>
          </p:cNvPr>
          <p:cNvSpPr>
            <a:spLocks xmlns:a="http://schemas.openxmlformats.org/drawingml/2006/main" noGrp="1"/>
          </p:cNvSpPr>
          <p:nvPr/>
        </p:nvSpPr>
        <p:spPr>
          <a:xfrm xmlns:a="http://schemas.openxmlformats.org/drawingml/2006/main">
            <a:off x="3457575" y="4095750"/>
            <a:ext cx="58293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18232E"/>
                </a:solidFill>
                <a:latin typeface="Apple SD Gothic Neo"/>
                <a:ea typeface="Apple SD Gothic Neo"/>
                <a:cs typeface="Apple SD Gothic Neo"/>
              </a:defRPr>
            </a:pPr>
            <a:r>
              <a:rPr sz="1500" b="0">
                <a:solidFill>
                  <a:srgbClr val="18232E"/>
                </a:solidFill>
                <a:latin typeface="Apple SD Gothic Neo"/>
                <a:ea typeface="Apple SD Gothic Neo"/>
                <a:cs typeface="Apple SD Gothic Neo"/>
              </a:rPr>
              <a:t>조회 결과를 받은 뒤 모델 재판단</a:t>
            </a:r>
          </a:p>
        </p:txBody>
      </p:sp>
      <p:sp>
        <p:nvSpPr>
          <p:cNvPr id="72" name="dp41-v4-qa-detail / n68 / circle">
            <a:extLst xmlns:a="http://schemas.openxmlformats.org/drawingml/2006/main">
              <a:ext uri="{FF2B5EF4-FFF2-40B4-BE49-F238E27FC236}">
                <a16:creationId xmlns:a16="http://schemas.microsoft.com/office/drawing/2014/main" id="{3EF8AC0B-0338-4524-932F-C7AFD9EE25E2}"/>
              </a:ext>
            </a:extLst>
          </p:cNvPr>
          <p:cNvSpPr>
            <a:spLocks xmlns:a="http://schemas.openxmlformats.org/drawingml/2006/main" noGrp="1"/>
          </p:cNvSpPr>
          <p:nvPr/>
        </p:nvSpPr>
        <p:spPr>
          <a:xfrm xmlns:a="http://schemas.openxmlformats.org/drawingml/2006/main">
            <a:off x="9648825" y="3752850"/>
            <a:ext cx="171450" cy="171450"/>
          </a:xfrm>
          <a:prstGeom xmlns:a="http://schemas.openxmlformats.org/drawingml/2006/main" prst="ellipse">
            <a:avLst/>
          </a:prstGeom>
          <a:solidFill xmlns:a="http://schemas.openxmlformats.org/drawingml/2006/main">
            <a:srgbClr val="18232E"/>
          </a:solidFill>
          <a:ln xmlns:a="http://schemas.openxmlformats.org/drawingml/2006/main" w="10478">
            <a:solidFill>
              <a:srgbClr val="18232E"/>
            </a:solidFill>
          </a:ln>
        </p:spPr>
      </p:sp>
      <p:sp>
        <p:nvSpPr>
          <p:cNvPr id="73" name="dp41-v4-qa-detail / n69 / circle">
            <a:extLst xmlns:a="http://schemas.openxmlformats.org/drawingml/2006/main">
              <a:ext uri="{FF2B5EF4-FFF2-40B4-BE49-F238E27FC236}">
                <a16:creationId xmlns:a16="http://schemas.microsoft.com/office/drawing/2014/main" id="{4EB51D0C-35F0-412E-80F4-40C75861708E}"/>
              </a:ext>
            </a:extLst>
          </p:cNvPr>
          <p:cNvSpPr>
            <a:spLocks xmlns:a="http://schemas.openxmlformats.org/drawingml/2006/main" noGrp="1"/>
          </p:cNvSpPr>
          <p:nvPr/>
        </p:nvSpPr>
        <p:spPr>
          <a:xfrm xmlns:a="http://schemas.openxmlformats.org/drawingml/2006/main">
            <a:off x="9858375" y="3752850"/>
            <a:ext cx="171450" cy="171450"/>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74" name="dp41-v4-qa-detail / n69 / half">
            <a:extLst xmlns:a="http://schemas.openxmlformats.org/drawingml/2006/main">
              <a:ext uri="{FF2B5EF4-FFF2-40B4-BE49-F238E27FC236}">
                <a16:creationId xmlns:a16="http://schemas.microsoft.com/office/drawing/2014/main" id="{54E4A89C-B6EB-4754-9DC1-079270E44656}"/>
              </a:ext>
            </a:extLst>
          </p:cNvPr>
          <p:cNvSpPr>
            <a:spLocks xmlns:a="http://schemas.openxmlformats.org/drawingml/2006/main" noGrp="1"/>
          </p:cNvSpPr>
          <p:nvPr/>
        </p:nvSpPr>
        <p:spPr>
          <a:xfrm xmlns:a="http://schemas.openxmlformats.org/drawingml/2006/main">
            <a:off x="9858375" y="3752850"/>
            <a:ext cx="171450" cy="171450"/>
          </a:xfrm>
          <a:custGeom xmlns:a="http://schemas.openxmlformats.org/drawingml/2006/main">
            <a:pathLst>
              <a:path w="171450" h="171450">
                <a:moveTo>
                  <a:pt x="85725" y="0"/>
                </a:moveTo>
                <a:lnTo>
                  <a:pt x="77322" y="413"/>
                </a:lnTo>
                <a:lnTo>
                  <a:pt x="69001" y="1647"/>
                </a:lnTo>
                <a:lnTo>
                  <a:pt x="60840" y="3691"/>
                </a:lnTo>
                <a:lnTo>
                  <a:pt x="52919" y="6525"/>
                </a:lnTo>
                <a:lnTo>
                  <a:pt x="45315" y="10122"/>
                </a:lnTo>
                <a:lnTo>
                  <a:pt x="38099" y="14447"/>
                </a:lnTo>
                <a:lnTo>
                  <a:pt x="31342" y="19459"/>
                </a:lnTo>
                <a:lnTo>
                  <a:pt x="25108" y="25108"/>
                </a:lnTo>
                <a:lnTo>
                  <a:pt x="19459" y="31342"/>
                </a:lnTo>
                <a:lnTo>
                  <a:pt x="14447" y="38099"/>
                </a:lnTo>
                <a:lnTo>
                  <a:pt x="10122" y="45315"/>
                </a:lnTo>
                <a:lnTo>
                  <a:pt x="6525" y="52919"/>
                </a:lnTo>
                <a:lnTo>
                  <a:pt x="3691" y="60840"/>
                </a:lnTo>
                <a:lnTo>
                  <a:pt x="1647" y="69001"/>
                </a:lnTo>
                <a:lnTo>
                  <a:pt x="413" y="77322"/>
                </a:lnTo>
                <a:lnTo>
                  <a:pt x="0" y="85725"/>
                </a:lnTo>
                <a:lnTo>
                  <a:pt x="413" y="94128"/>
                </a:lnTo>
                <a:lnTo>
                  <a:pt x="1647" y="102449"/>
                </a:lnTo>
                <a:lnTo>
                  <a:pt x="3691" y="110610"/>
                </a:lnTo>
                <a:lnTo>
                  <a:pt x="6525" y="118531"/>
                </a:lnTo>
                <a:lnTo>
                  <a:pt x="10122" y="126135"/>
                </a:lnTo>
                <a:lnTo>
                  <a:pt x="14447" y="133351"/>
                </a:lnTo>
                <a:lnTo>
                  <a:pt x="19459" y="140108"/>
                </a:lnTo>
                <a:lnTo>
                  <a:pt x="25108" y="146342"/>
                </a:lnTo>
                <a:lnTo>
                  <a:pt x="31342" y="151991"/>
                </a:lnTo>
                <a:lnTo>
                  <a:pt x="38099" y="157003"/>
                </a:lnTo>
                <a:lnTo>
                  <a:pt x="45315" y="161328"/>
                </a:lnTo>
                <a:lnTo>
                  <a:pt x="52919" y="164925"/>
                </a:lnTo>
                <a:lnTo>
                  <a:pt x="60840" y="167759"/>
                </a:lnTo>
                <a:lnTo>
                  <a:pt x="69001" y="169803"/>
                </a:lnTo>
                <a:lnTo>
                  <a:pt x="77322" y="171037"/>
                </a:lnTo>
                <a:lnTo>
                  <a:pt x="85725" y="171450"/>
                </a:lnTo>
                <a:close/>
              </a:path>
            </a:pathLst>
          </a:custGeom>
          <a:solidFill xmlns:a="http://schemas.openxmlformats.org/drawingml/2006/main">
            <a:srgbClr val="18232E"/>
          </a:solidFill>
          <a:ln xmlns:a="http://schemas.openxmlformats.org/drawingml/2006/main" w="0">
            <a:noFill/>
          </a:ln>
        </p:spPr>
      </p:sp>
      <p:sp>
        <p:nvSpPr>
          <p:cNvPr id="75" name="dp41-v4-qa-detail / n70 / circle">
            <a:extLst xmlns:a="http://schemas.openxmlformats.org/drawingml/2006/main">
              <a:ext uri="{FF2B5EF4-FFF2-40B4-BE49-F238E27FC236}">
                <a16:creationId xmlns:a16="http://schemas.microsoft.com/office/drawing/2014/main" id="{9DA00C08-9886-445E-8F2B-848125F17C68}"/>
              </a:ext>
            </a:extLst>
          </p:cNvPr>
          <p:cNvSpPr>
            <a:spLocks xmlns:a="http://schemas.openxmlformats.org/drawingml/2006/main" noGrp="1"/>
          </p:cNvSpPr>
          <p:nvPr/>
        </p:nvSpPr>
        <p:spPr>
          <a:xfrm xmlns:a="http://schemas.openxmlformats.org/drawingml/2006/main">
            <a:off x="10067925" y="3752850"/>
            <a:ext cx="171450" cy="171450"/>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76" name="dp41-v4-qa-detail / n71">
            <a:extLst xmlns:a="http://schemas.openxmlformats.org/drawingml/2006/main">
              <a:ext uri="{FF2B5EF4-FFF2-40B4-BE49-F238E27FC236}">
                <a16:creationId xmlns:a16="http://schemas.microsoft.com/office/drawing/2014/main" id="{A06C708C-B65E-49CC-B425-9F8EE8A5B109}"/>
              </a:ext>
            </a:extLst>
          </p:cNvPr>
          <p:cNvSpPr>
            <a:spLocks xmlns:a="http://schemas.openxmlformats.org/drawingml/2006/main" noGrp="1"/>
          </p:cNvSpPr>
          <p:nvPr/>
        </p:nvSpPr>
        <p:spPr>
          <a:xfrm xmlns:a="http://schemas.openxmlformats.org/drawingml/2006/main">
            <a:off x="10372725" y="3686175"/>
            <a:ext cx="809625" cy="357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1">
                <a:solidFill>
                  <a:srgbClr val="18232E"/>
                </a:solidFill>
                <a:latin typeface="Apple SD Gothic Neo"/>
                <a:ea typeface="Apple SD Gothic Neo"/>
                <a:cs typeface="Apple SD Gothic Neo"/>
              </a:defRPr>
            </a:pPr>
            <a:r>
              <a:rPr sz="1875" b="1">
                <a:solidFill>
                  <a:srgbClr val="18232E"/>
                </a:solidFill>
                <a:latin typeface="Apple SD Gothic Neo"/>
                <a:ea typeface="Apple SD Gothic Neo"/>
                <a:cs typeface="Apple SD Gothic Neo"/>
              </a:rPr>
              <a:t>3점</a:t>
            </a:r>
          </a:p>
        </p:txBody>
      </p:sp>
      <p:sp>
        <p:nvSpPr>
          <p:cNvPr id="77" name="dp41-v4-qa-detail / n72">
            <a:extLst xmlns:a="http://schemas.openxmlformats.org/drawingml/2006/main">
              <a:ext uri="{FF2B5EF4-FFF2-40B4-BE49-F238E27FC236}">
                <a16:creationId xmlns:a16="http://schemas.microsoft.com/office/drawing/2014/main" id="{67CE92E7-D38F-4B82-8594-8850D35BA1C0}"/>
              </a:ext>
            </a:extLst>
          </p:cNvPr>
          <p:cNvSpPr>
            <a:spLocks xmlns:a="http://schemas.openxmlformats.org/drawingml/2006/main" noGrp="1"/>
          </p:cNvSpPr>
          <p:nvPr/>
        </p:nvSpPr>
        <p:spPr>
          <a:xfrm xmlns:a="http://schemas.openxmlformats.org/drawingml/2006/main">
            <a:off x="11268075" y="3667125"/>
            <a:ext cx="4000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1">
                <a:solidFill>
                  <a:srgbClr val="18232E"/>
                </a:solidFill>
                <a:latin typeface="Apple SD Gothic Neo"/>
                <a:ea typeface="Apple SD Gothic Neo"/>
                <a:cs typeface="Apple SD Gothic Neo"/>
              </a:defRPr>
            </a:pPr>
            <a:r>
              <a:rPr sz="2100" b="1">
                <a:solidFill>
                  <a:srgbClr val="18232E"/>
                </a:solidFill>
                <a:latin typeface="Apple SD Gothic Neo"/>
                <a:ea typeface="Apple SD Gothic Neo"/>
                <a:cs typeface="Apple SD Gothic Neo"/>
              </a:rPr>
              <a:t>0.673초</a:t>
            </a:r>
          </a:p>
        </p:txBody>
      </p:sp>
      <p:sp>
        <p:nvSpPr>
          <p:cNvPr id="78" name="dp41-v4-qa-detail / n73">
            <a:extLst xmlns:a="http://schemas.openxmlformats.org/drawingml/2006/main">
              <a:ext uri="{FF2B5EF4-FFF2-40B4-BE49-F238E27FC236}">
                <a16:creationId xmlns:a16="http://schemas.microsoft.com/office/drawing/2014/main" id="{A7E5C13D-EFBB-44CE-BCE3-B4D1A5879FFE}"/>
              </a:ext>
            </a:extLst>
          </p:cNvPr>
          <p:cNvSpPr>
            <a:spLocks xmlns:a="http://schemas.openxmlformats.org/drawingml/2006/main" noGrp="1"/>
          </p:cNvSpPr>
          <p:nvPr/>
        </p:nvSpPr>
        <p:spPr>
          <a:xfrm xmlns:a="http://schemas.openxmlformats.org/drawingml/2006/main">
            <a:off x="9648825" y="4095750"/>
            <a:ext cx="58293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18232E"/>
                </a:solidFill>
                <a:latin typeface="Apple SD Gothic Neo"/>
                <a:ea typeface="Apple SD Gothic Neo"/>
                <a:cs typeface="Apple SD Gothic Neo"/>
              </a:defRPr>
            </a:pPr>
            <a:r>
              <a:rPr sz="1500" b="0">
                <a:solidFill>
                  <a:srgbClr val="18232E"/>
                </a:solidFill>
                <a:latin typeface="Apple SD Gothic Neo"/>
                <a:ea typeface="Apple SD Gothic Neo"/>
                <a:cs typeface="Apple SD Gothic Neo"/>
              </a:rPr>
              <a:t>지원 항목을 코드로 해결</a:t>
            </a:r>
          </a:p>
        </p:txBody>
      </p:sp>
      <p:sp>
        <p:nvSpPr>
          <p:cNvPr id="79" name="dp41-v4-qa-detail / n74">
            <a:extLst xmlns:a="http://schemas.openxmlformats.org/drawingml/2006/main">
              <a:ext uri="{FF2B5EF4-FFF2-40B4-BE49-F238E27FC236}">
                <a16:creationId xmlns:a16="http://schemas.microsoft.com/office/drawing/2014/main" id="{5375BE3A-BF0F-43DE-BCA4-27E6F4893F83}"/>
              </a:ext>
            </a:extLst>
          </p:cNvPr>
          <p:cNvSpPr>
            <a:spLocks xmlns:a="http://schemas.openxmlformats.org/drawingml/2006/main" noGrp="1"/>
          </p:cNvSpPr>
          <p:nvPr/>
        </p:nvSpPr>
        <p:spPr>
          <a:xfrm xmlns:a="http://schemas.openxmlformats.org/drawingml/2006/main">
            <a:off x="9648825" y="4333875"/>
            <a:ext cx="58293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18232E"/>
                </a:solidFill>
                <a:latin typeface="Apple SD Gothic Neo"/>
                <a:ea typeface="Apple SD Gothic Neo"/>
                <a:cs typeface="Apple SD Gothic Neo"/>
              </a:defRPr>
            </a:pPr>
            <a:r>
              <a:rPr sz="1500" b="0">
                <a:solidFill>
                  <a:srgbClr val="18232E"/>
                </a:solidFill>
                <a:latin typeface="Apple SD Gothic Neo"/>
                <a:ea typeface="Apple SD Gothic Neo"/>
                <a:cs typeface="Apple SD Gothic Neo"/>
              </a:rPr>
              <a:t>재판단 축소</a:t>
            </a:r>
          </a:p>
        </p:txBody>
      </p:sp>
      <p:sp>
        <p:nvSpPr>
          <p:cNvPr id="80" name="dp41-v4-qa-detail / n75">
            <a:extLst xmlns:a="http://schemas.openxmlformats.org/drawingml/2006/main">
              <a:ext uri="{FF2B5EF4-FFF2-40B4-BE49-F238E27FC236}">
                <a16:creationId xmlns:a16="http://schemas.microsoft.com/office/drawing/2014/main" id="{6902509D-8E13-4E02-B3E2-EAD76797A590}"/>
              </a:ext>
            </a:extLst>
          </p:cNvPr>
          <p:cNvSpPr>
            <a:spLocks xmlns:a="http://schemas.openxmlformats.org/drawingml/2006/main" noGrp="1"/>
          </p:cNvSpPr>
          <p:nvPr/>
        </p:nvSpPr>
        <p:spPr>
          <a:xfrm xmlns:a="http://schemas.openxmlformats.org/drawingml/2006/main">
            <a:off x="15801975" y="3743325"/>
            <a:ext cx="1952625" cy="3286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1">
                <a:solidFill>
                  <a:srgbClr val="18232E"/>
                </a:solidFill>
                <a:latin typeface="Apple SD Gothic Neo"/>
                <a:ea typeface="Apple SD Gothic Neo"/>
                <a:cs typeface="Apple SD Gothic Neo"/>
              </a:defRPr>
            </a:pPr>
            <a:r>
              <a:rPr sz="1725" b="1">
                <a:solidFill>
                  <a:srgbClr val="18232E"/>
                </a:solidFill>
                <a:latin typeface="Apple SD Gothic Neo"/>
                <a:ea typeface="Apple SD Gothic Neo"/>
                <a:cs typeface="Apple SD Gothic Neo"/>
              </a:rPr>
              <a:t>0.145초</a:t>
            </a:r>
          </a:p>
        </p:txBody>
      </p:sp>
      <p:sp>
        <p:nvSpPr>
          <p:cNvPr id="81" name="dp41-v4-qa-detail / n76">
            <a:extLst xmlns:a="http://schemas.openxmlformats.org/drawingml/2006/main">
              <a:ext uri="{FF2B5EF4-FFF2-40B4-BE49-F238E27FC236}">
                <a16:creationId xmlns:a16="http://schemas.microsoft.com/office/drawing/2014/main" id="{5D25CD61-C962-481A-96F6-73E66F3DAA32}"/>
              </a:ext>
            </a:extLst>
          </p:cNvPr>
          <p:cNvSpPr>
            <a:spLocks xmlns:a="http://schemas.openxmlformats.org/drawingml/2006/main" noGrp="1"/>
          </p:cNvSpPr>
          <p:nvPr/>
        </p:nvSpPr>
        <p:spPr>
          <a:xfrm xmlns:a="http://schemas.openxmlformats.org/drawingml/2006/main">
            <a:off x="15801975" y="4124325"/>
            <a:ext cx="1952625" cy="2714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425" b="0">
                <a:solidFill>
                  <a:srgbClr val="5F6B77"/>
                </a:solidFill>
                <a:latin typeface="Apple SD Gothic Neo"/>
                <a:ea typeface="Apple SD Gothic Neo"/>
                <a:cs typeface="Apple SD Gothic Neo"/>
              </a:defRPr>
            </a:pPr>
            <a:r>
              <a:rPr sz="1425" b="0">
                <a:solidFill>
                  <a:srgbClr val="5F6B77"/>
                </a:solidFill>
                <a:latin typeface="Apple SD Gothic Neo"/>
                <a:ea typeface="Apple SD Gothic Neo"/>
                <a:cs typeface="Apple SD Gothic Neo"/>
              </a:rPr>
              <a:t>가정상 B 유리</a:t>
            </a:r>
          </a:p>
        </p:txBody>
      </p:sp>
      <p:sp>
        <p:nvSpPr>
          <p:cNvPr id="82" name="dp41-v4-qa-detail / n77">
            <a:extLst xmlns:a="http://schemas.openxmlformats.org/drawingml/2006/main">
              <a:ext uri="{FF2B5EF4-FFF2-40B4-BE49-F238E27FC236}">
                <a16:creationId xmlns:a16="http://schemas.microsoft.com/office/drawing/2014/main" id="{555B76AA-5155-484C-AE3D-965D74888CE0}"/>
              </a:ext>
            </a:extLst>
          </p:cNvPr>
          <p:cNvSpPr>
            <a:spLocks xmlns:a="http://schemas.openxmlformats.org/drawingml/2006/main" noGrp="1"/>
          </p:cNvSpPr>
          <p:nvPr/>
        </p:nvSpPr>
        <p:spPr>
          <a:xfrm xmlns:a="http://schemas.openxmlformats.org/drawingml/2006/main">
            <a:off x="15801975" y="4352925"/>
            <a:ext cx="1952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5F6B77"/>
                </a:solidFill>
                <a:latin typeface="Apple SD Gothic Neo"/>
                <a:ea typeface="Apple SD Gothic Neo"/>
                <a:cs typeface="Apple SD Gothic Neo"/>
              </a:defRPr>
            </a:pPr>
            <a:r>
              <a:rPr sz="1200" b="0">
                <a:solidFill>
                  <a:srgbClr val="5F6B77"/>
                </a:solidFill>
                <a:latin typeface="Apple SD Gothic Neo"/>
                <a:ea typeface="Apple SD Gothic Neo"/>
                <a:cs typeface="Apple SD Gothic Neo"/>
              </a:rPr>
              <a:t>기준 0.10초</a:t>
            </a:r>
          </a:p>
        </p:txBody>
      </p:sp>
      <p:sp>
        <p:nvSpPr>
          <p:cNvPr id="83" name="dp41-v4-qa-detail / n78">
            <a:extLst xmlns:a="http://schemas.openxmlformats.org/drawingml/2006/main">
              <a:ext uri="{FF2B5EF4-FFF2-40B4-BE49-F238E27FC236}">
                <a16:creationId xmlns:a16="http://schemas.microsoft.com/office/drawing/2014/main" id="{E500AF6F-94E2-491B-BBD8-42865F260302}"/>
              </a:ext>
            </a:extLst>
          </p:cNvPr>
          <p:cNvSpPr>
            <a:spLocks xmlns:a="http://schemas.openxmlformats.org/drawingml/2006/main" noGrp="1"/>
          </p:cNvSpPr>
          <p:nvPr/>
        </p:nvSpPr>
        <p:spPr>
          <a:xfrm xmlns:a="http://schemas.openxmlformats.org/drawingml/2006/main">
            <a:off x="381000" y="5591175"/>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1430">
            <a:solidFill>
              <a:srgbClr val="CDD6DE"/>
            </a:solidFill>
          </a:ln>
        </p:spPr>
      </p:sp>
      <p:sp>
        <p:nvSpPr>
          <p:cNvPr id="84" name="dp41-v4-qa-detail / n79">
            <a:extLst xmlns:a="http://schemas.openxmlformats.org/drawingml/2006/main">
              <a:ext uri="{FF2B5EF4-FFF2-40B4-BE49-F238E27FC236}">
                <a16:creationId xmlns:a16="http://schemas.microsoft.com/office/drawing/2014/main" id="{FC563E58-70C4-4BA9-A2A5-0655643998AE}"/>
              </a:ext>
            </a:extLst>
          </p:cNvPr>
          <p:cNvSpPr>
            <a:spLocks xmlns:a="http://schemas.openxmlformats.org/drawingml/2006/main" noGrp="1"/>
          </p:cNvSpPr>
          <p:nvPr/>
        </p:nvSpPr>
        <p:spPr>
          <a:xfrm xmlns:a="http://schemas.openxmlformats.org/drawingml/2006/main">
            <a:off x="533400" y="4695825"/>
            <a:ext cx="25146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1">
                <a:solidFill>
                  <a:srgbClr val="18232E"/>
                </a:solidFill>
                <a:latin typeface="Apple SD Gothic Neo"/>
                <a:ea typeface="Apple SD Gothic Neo"/>
                <a:cs typeface="Apple SD Gothic Neo"/>
              </a:defRPr>
            </a:pPr>
            <a:r>
              <a:rPr sz="1650" b="1">
                <a:solidFill>
                  <a:srgbClr val="18232E"/>
                </a:solidFill>
                <a:latin typeface="Apple SD Gothic Neo"/>
                <a:ea typeface="Apple SD Gothic Neo"/>
                <a:cs typeface="Apple SD Gothic Neo"/>
              </a:rPr>
              <a:t>03  VIA 요청 처리시간</a:t>
            </a:r>
          </a:p>
        </p:txBody>
      </p:sp>
      <p:sp>
        <p:nvSpPr>
          <p:cNvPr id="85" name="dp41-v4-qa-detail / n80">
            <a:extLst xmlns:a="http://schemas.openxmlformats.org/drawingml/2006/main">
              <a:ext uri="{FF2B5EF4-FFF2-40B4-BE49-F238E27FC236}">
                <a16:creationId xmlns:a16="http://schemas.microsoft.com/office/drawing/2014/main" id="{A0DA6331-A827-400E-9AAA-C67A715BD66F}"/>
              </a:ext>
            </a:extLst>
          </p:cNvPr>
          <p:cNvSpPr>
            <a:spLocks xmlns:a="http://schemas.openxmlformats.org/drawingml/2006/main" noGrp="1"/>
          </p:cNvSpPr>
          <p:nvPr/>
        </p:nvSpPr>
        <p:spPr>
          <a:xfrm xmlns:a="http://schemas.openxmlformats.org/drawingml/2006/main">
            <a:off x="533400" y="5057775"/>
            <a:ext cx="2514600" cy="2714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425" b="0">
                <a:solidFill>
                  <a:srgbClr val="5F6B77"/>
                </a:solidFill>
                <a:latin typeface="Apple SD Gothic Neo"/>
                <a:ea typeface="Apple SD Gothic Neo"/>
                <a:cs typeface="Apple SD Gothic Neo"/>
              </a:defRPr>
            </a:pPr>
            <a:r>
              <a:rPr sz="1425" b="0">
                <a:solidFill>
                  <a:srgbClr val="5F6B77"/>
                </a:solidFill>
                <a:latin typeface="Apple SD Gothic Neo"/>
                <a:ea typeface="Apple SD Gothic Neo"/>
                <a:cs typeface="Apple SD Gothic Neo"/>
              </a:rPr>
              <a:t>목표 ≤10초</a:t>
            </a:r>
          </a:p>
        </p:txBody>
      </p:sp>
      <p:sp>
        <p:nvSpPr>
          <p:cNvPr id="86" name="dp41-v4-qa-detail / n81 / circle">
            <a:extLst xmlns:a="http://schemas.openxmlformats.org/drawingml/2006/main">
              <a:ext uri="{FF2B5EF4-FFF2-40B4-BE49-F238E27FC236}">
                <a16:creationId xmlns:a16="http://schemas.microsoft.com/office/drawing/2014/main" id="{DE3B643B-3FF6-4DCB-94C3-64C87A29EA13}"/>
              </a:ext>
            </a:extLst>
          </p:cNvPr>
          <p:cNvSpPr>
            <a:spLocks xmlns:a="http://schemas.openxmlformats.org/drawingml/2006/main" noGrp="1"/>
          </p:cNvSpPr>
          <p:nvPr/>
        </p:nvSpPr>
        <p:spPr>
          <a:xfrm xmlns:a="http://schemas.openxmlformats.org/drawingml/2006/main">
            <a:off x="3457575" y="4752975"/>
            <a:ext cx="171450" cy="171450"/>
          </a:xfrm>
          <a:prstGeom xmlns:a="http://schemas.openxmlformats.org/drawingml/2006/main" prst="ellipse">
            <a:avLst/>
          </a:prstGeom>
          <a:solidFill xmlns:a="http://schemas.openxmlformats.org/drawingml/2006/main">
            <a:srgbClr val="18232E"/>
          </a:solidFill>
          <a:ln xmlns:a="http://schemas.openxmlformats.org/drawingml/2006/main" w="10478">
            <a:solidFill>
              <a:srgbClr val="18232E"/>
            </a:solidFill>
          </a:ln>
        </p:spPr>
      </p:sp>
      <p:sp>
        <p:nvSpPr>
          <p:cNvPr id="87" name="dp41-v4-qa-detail / n82 / circle">
            <a:extLst xmlns:a="http://schemas.openxmlformats.org/drawingml/2006/main">
              <a:ext uri="{FF2B5EF4-FFF2-40B4-BE49-F238E27FC236}">
                <a16:creationId xmlns:a16="http://schemas.microsoft.com/office/drawing/2014/main" id="{B00195F0-F5D5-4B42-B3E8-8C392325BE87}"/>
              </a:ext>
            </a:extLst>
          </p:cNvPr>
          <p:cNvSpPr>
            <a:spLocks xmlns:a="http://schemas.openxmlformats.org/drawingml/2006/main" noGrp="1"/>
          </p:cNvSpPr>
          <p:nvPr/>
        </p:nvSpPr>
        <p:spPr>
          <a:xfrm xmlns:a="http://schemas.openxmlformats.org/drawingml/2006/main">
            <a:off x="3667125" y="4752975"/>
            <a:ext cx="171450" cy="171450"/>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88" name="dp41-v4-qa-detail / n82 / half">
            <a:extLst xmlns:a="http://schemas.openxmlformats.org/drawingml/2006/main">
              <a:ext uri="{FF2B5EF4-FFF2-40B4-BE49-F238E27FC236}">
                <a16:creationId xmlns:a16="http://schemas.microsoft.com/office/drawing/2014/main" id="{82B945A2-DB94-4CDF-96E7-5E7C99E77F27}"/>
              </a:ext>
            </a:extLst>
          </p:cNvPr>
          <p:cNvSpPr>
            <a:spLocks xmlns:a="http://schemas.openxmlformats.org/drawingml/2006/main" noGrp="1"/>
          </p:cNvSpPr>
          <p:nvPr/>
        </p:nvSpPr>
        <p:spPr>
          <a:xfrm xmlns:a="http://schemas.openxmlformats.org/drawingml/2006/main">
            <a:off x="3667125" y="4752975"/>
            <a:ext cx="171450" cy="171450"/>
          </a:xfrm>
          <a:custGeom xmlns:a="http://schemas.openxmlformats.org/drawingml/2006/main">
            <a:pathLst>
              <a:path w="171450" h="171450">
                <a:moveTo>
                  <a:pt x="85725" y="0"/>
                </a:moveTo>
                <a:lnTo>
                  <a:pt x="77322" y="413"/>
                </a:lnTo>
                <a:lnTo>
                  <a:pt x="69001" y="1647"/>
                </a:lnTo>
                <a:lnTo>
                  <a:pt x="60840" y="3691"/>
                </a:lnTo>
                <a:lnTo>
                  <a:pt x="52919" y="6525"/>
                </a:lnTo>
                <a:lnTo>
                  <a:pt x="45315" y="10122"/>
                </a:lnTo>
                <a:lnTo>
                  <a:pt x="38099" y="14447"/>
                </a:lnTo>
                <a:lnTo>
                  <a:pt x="31342" y="19459"/>
                </a:lnTo>
                <a:lnTo>
                  <a:pt x="25108" y="25108"/>
                </a:lnTo>
                <a:lnTo>
                  <a:pt x="19459" y="31342"/>
                </a:lnTo>
                <a:lnTo>
                  <a:pt x="14447" y="38099"/>
                </a:lnTo>
                <a:lnTo>
                  <a:pt x="10122" y="45315"/>
                </a:lnTo>
                <a:lnTo>
                  <a:pt x="6525" y="52919"/>
                </a:lnTo>
                <a:lnTo>
                  <a:pt x="3691" y="60840"/>
                </a:lnTo>
                <a:lnTo>
                  <a:pt x="1647" y="69001"/>
                </a:lnTo>
                <a:lnTo>
                  <a:pt x="413" y="77322"/>
                </a:lnTo>
                <a:lnTo>
                  <a:pt x="0" y="85725"/>
                </a:lnTo>
                <a:lnTo>
                  <a:pt x="413" y="94128"/>
                </a:lnTo>
                <a:lnTo>
                  <a:pt x="1647" y="102449"/>
                </a:lnTo>
                <a:lnTo>
                  <a:pt x="3691" y="110610"/>
                </a:lnTo>
                <a:lnTo>
                  <a:pt x="6525" y="118531"/>
                </a:lnTo>
                <a:lnTo>
                  <a:pt x="10122" y="126135"/>
                </a:lnTo>
                <a:lnTo>
                  <a:pt x="14447" y="133351"/>
                </a:lnTo>
                <a:lnTo>
                  <a:pt x="19459" y="140108"/>
                </a:lnTo>
                <a:lnTo>
                  <a:pt x="25108" y="146342"/>
                </a:lnTo>
                <a:lnTo>
                  <a:pt x="31342" y="151991"/>
                </a:lnTo>
                <a:lnTo>
                  <a:pt x="38099" y="157003"/>
                </a:lnTo>
                <a:lnTo>
                  <a:pt x="45315" y="161328"/>
                </a:lnTo>
                <a:lnTo>
                  <a:pt x="52919" y="164925"/>
                </a:lnTo>
                <a:lnTo>
                  <a:pt x="60840" y="167759"/>
                </a:lnTo>
                <a:lnTo>
                  <a:pt x="69001" y="169803"/>
                </a:lnTo>
                <a:lnTo>
                  <a:pt x="77322" y="171037"/>
                </a:lnTo>
                <a:lnTo>
                  <a:pt x="85725" y="171450"/>
                </a:lnTo>
                <a:close/>
              </a:path>
            </a:pathLst>
          </a:custGeom>
          <a:solidFill xmlns:a="http://schemas.openxmlformats.org/drawingml/2006/main">
            <a:srgbClr val="18232E"/>
          </a:solidFill>
          <a:ln xmlns:a="http://schemas.openxmlformats.org/drawingml/2006/main" w="0">
            <a:noFill/>
          </a:ln>
        </p:spPr>
      </p:sp>
      <p:sp>
        <p:nvSpPr>
          <p:cNvPr id="89" name="dp41-v4-qa-detail / n83 / circle">
            <a:extLst xmlns:a="http://schemas.openxmlformats.org/drawingml/2006/main">
              <a:ext uri="{FF2B5EF4-FFF2-40B4-BE49-F238E27FC236}">
                <a16:creationId xmlns:a16="http://schemas.microsoft.com/office/drawing/2014/main" id="{FD7619F3-79DA-44D7-B28B-69E3CD637A4E}"/>
              </a:ext>
            </a:extLst>
          </p:cNvPr>
          <p:cNvSpPr>
            <a:spLocks xmlns:a="http://schemas.openxmlformats.org/drawingml/2006/main" noGrp="1"/>
          </p:cNvSpPr>
          <p:nvPr/>
        </p:nvSpPr>
        <p:spPr>
          <a:xfrm xmlns:a="http://schemas.openxmlformats.org/drawingml/2006/main">
            <a:off x="3876675" y="4752975"/>
            <a:ext cx="171450" cy="171450"/>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90" name="dp41-v4-qa-detail / n84">
            <a:extLst xmlns:a="http://schemas.openxmlformats.org/drawingml/2006/main">
              <a:ext uri="{FF2B5EF4-FFF2-40B4-BE49-F238E27FC236}">
                <a16:creationId xmlns:a16="http://schemas.microsoft.com/office/drawing/2014/main" id="{6D6006C4-2096-4731-84D6-9192CE339DE1}"/>
              </a:ext>
            </a:extLst>
          </p:cNvPr>
          <p:cNvSpPr>
            <a:spLocks xmlns:a="http://schemas.openxmlformats.org/drawingml/2006/main" noGrp="1"/>
          </p:cNvSpPr>
          <p:nvPr/>
        </p:nvSpPr>
        <p:spPr>
          <a:xfrm xmlns:a="http://schemas.openxmlformats.org/drawingml/2006/main">
            <a:off x="4181475" y="4686300"/>
            <a:ext cx="809625" cy="357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1">
                <a:solidFill>
                  <a:srgbClr val="18232E"/>
                </a:solidFill>
                <a:latin typeface="Apple SD Gothic Neo"/>
                <a:ea typeface="Apple SD Gothic Neo"/>
                <a:cs typeface="Apple SD Gothic Neo"/>
              </a:defRPr>
            </a:pPr>
            <a:r>
              <a:rPr sz="1875" b="1">
                <a:solidFill>
                  <a:srgbClr val="18232E"/>
                </a:solidFill>
                <a:latin typeface="Apple SD Gothic Neo"/>
                <a:ea typeface="Apple SD Gothic Neo"/>
                <a:cs typeface="Apple SD Gothic Neo"/>
              </a:rPr>
              <a:t>3점</a:t>
            </a:r>
          </a:p>
        </p:txBody>
      </p:sp>
      <p:sp>
        <p:nvSpPr>
          <p:cNvPr id="91" name="dp41-v4-qa-detail / n85">
            <a:extLst xmlns:a="http://schemas.openxmlformats.org/drawingml/2006/main">
              <a:ext uri="{FF2B5EF4-FFF2-40B4-BE49-F238E27FC236}">
                <a16:creationId xmlns:a16="http://schemas.microsoft.com/office/drawing/2014/main" id="{5AD2C5F0-E743-4225-A681-0DD977630095}"/>
              </a:ext>
            </a:extLst>
          </p:cNvPr>
          <p:cNvSpPr>
            <a:spLocks xmlns:a="http://schemas.openxmlformats.org/drawingml/2006/main" noGrp="1"/>
          </p:cNvSpPr>
          <p:nvPr/>
        </p:nvSpPr>
        <p:spPr>
          <a:xfrm xmlns:a="http://schemas.openxmlformats.org/drawingml/2006/main">
            <a:off x="5076825" y="4667250"/>
            <a:ext cx="4000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1">
                <a:solidFill>
                  <a:srgbClr val="18232E"/>
                </a:solidFill>
                <a:latin typeface="Apple SD Gothic Neo"/>
                <a:ea typeface="Apple SD Gothic Neo"/>
                <a:cs typeface="Apple SD Gothic Neo"/>
              </a:defRPr>
            </a:pPr>
            <a:r>
              <a:rPr sz="2100" b="1">
                <a:solidFill>
                  <a:srgbClr val="18232E"/>
                </a:solidFill>
                <a:latin typeface="Apple SD Gothic Neo"/>
                <a:ea typeface="Apple SD Gothic Neo"/>
                <a:cs typeface="Apple SD Gothic Neo"/>
              </a:rPr>
              <a:t>5.600초</a:t>
            </a:r>
          </a:p>
        </p:txBody>
      </p:sp>
      <p:sp>
        <p:nvSpPr>
          <p:cNvPr id="92" name="dp41-v4-qa-detail / n86">
            <a:extLst xmlns:a="http://schemas.openxmlformats.org/drawingml/2006/main">
              <a:ext uri="{FF2B5EF4-FFF2-40B4-BE49-F238E27FC236}">
                <a16:creationId xmlns:a16="http://schemas.microsoft.com/office/drawing/2014/main" id="{87662E04-CE09-4F2A-B35F-7C41446D3296}"/>
              </a:ext>
            </a:extLst>
          </p:cNvPr>
          <p:cNvSpPr>
            <a:spLocks xmlns:a="http://schemas.openxmlformats.org/drawingml/2006/main" noGrp="1"/>
          </p:cNvSpPr>
          <p:nvPr/>
        </p:nvSpPr>
        <p:spPr>
          <a:xfrm xmlns:a="http://schemas.openxmlformats.org/drawingml/2006/main">
            <a:off x="3457575" y="5095875"/>
            <a:ext cx="58293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18232E"/>
                </a:solidFill>
                <a:latin typeface="Apple SD Gothic Neo"/>
                <a:ea typeface="Apple SD Gothic Neo"/>
                <a:cs typeface="Apple SD Gothic Neo"/>
              </a:defRPr>
            </a:pPr>
            <a:r>
              <a:rPr sz="1500" b="0">
                <a:solidFill>
                  <a:srgbClr val="18232E"/>
                </a:solidFill>
                <a:latin typeface="Apple SD Gothic Neo"/>
                <a:ea typeface="Apple SD Gothic Neo"/>
                <a:cs typeface="Apple SD Gothic Neo"/>
              </a:rPr>
              <a:t>조회와 모델 판단의 반복 처리</a:t>
            </a:r>
          </a:p>
        </p:txBody>
      </p:sp>
      <p:sp>
        <p:nvSpPr>
          <p:cNvPr id="93" name="dp41-v4-qa-detail / n87 / circle">
            <a:extLst xmlns:a="http://schemas.openxmlformats.org/drawingml/2006/main">
              <a:ext uri="{FF2B5EF4-FFF2-40B4-BE49-F238E27FC236}">
                <a16:creationId xmlns:a16="http://schemas.microsoft.com/office/drawing/2014/main" id="{E78ECA51-2A61-4536-B6C7-7A64AA14C1AC}"/>
              </a:ext>
            </a:extLst>
          </p:cNvPr>
          <p:cNvSpPr>
            <a:spLocks xmlns:a="http://schemas.openxmlformats.org/drawingml/2006/main" noGrp="1"/>
          </p:cNvSpPr>
          <p:nvPr/>
        </p:nvSpPr>
        <p:spPr>
          <a:xfrm xmlns:a="http://schemas.openxmlformats.org/drawingml/2006/main">
            <a:off x="9648825" y="4752975"/>
            <a:ext cx="171450" cy="171450"/>
          </a:xfrm>
          <a:prstGeom xmlns:a="http://schemas.openxmlformats.org/drawingml/2006/main" prst="ellipse">
            <a:avLst/>
          </a:prstGeom>
          <a:solidFill xmlns:a="http://schemas.openxmlformats.org/drawingml/2006/main">
            <a:srgbClr val="18232E"/>
          </a:solidFill>
          <a:ln xmlns:a="http://schemas.openxmlformats.org/drawingml/2006/main" w="10478">
            <a:solidFill>
              <a:srgbClr val="18232E"/>
            </a:solidFill>
          </a:ln>
        </p:spPr>
      </p:sp>
      <p:sp>
        <p:nvSpPr>
          <p:cNvPr id="94" name="dp41-v4-qa-detail / n88 / circle">
            <a:extLst xmlns:a="http://schemas.openxmlformats.org/drawingml/2006/main">
              <a:ext uri="{FF2B5EF4-FFF2-40B4-BE49-F238E27FC236}">
                <a16:creationId xmlns:a16="http://schemas.microsoft.com/office/drawing/2014/main" id="{EE92764B-F585-4A46-8949-9AA0D15B04D6}"/>
              </a:ext>
            </a:extLst>
          </p:cNvPr>
          <p:cNvSpPr>
            <a:spLocks xmlns:a="http://schemas.openxmlformats.org/drawingml/2006/main" noGrp="1"/>
          </p:cNvSpPr>
          <p:nvPr/>
        </p:nvSpPr>
        <p:spPr>
          <a:xfrm xmlns:a="http://schemas.openxmlformats.org/drawingml/2006/main">
            <a:off x="9858375" y="4752975"/>
            <a:ext cx="171450" cy="171450"/>
          </a:xfrm>
          <a:prstGeom xmlns:a="http://schemas.openxmlformats.org/drawingml/2006/main" prst="ellipse">
            <a:avLst/>
          </a:prstGeom>
          <a:solidFill xmlns:a="http://schemas.openxmlformats.org/drawingml/2006/main">
            <a:srgbClr val="18232E"/>
          </a:solidFill>
          <a:ln xmlns:a="http://schemas.openxmlformats.org/drawingml/2006/main" w="10478">
            <a:solidFill>
              <a:srgbClr val="18232E"/>
            </a:solidFill>
          </a:ln>
        </p:spPr>
      </p:sp>
      <p:sp>
        <p:nvSpPr>
          <p:cNvPr id="95" name="dp41-v4-qa-detail / n89 / circle">
            <a:extLst xmlns:a="http://schemas.openxmlformats.org/drawingml/2006/main">
              <a:ext uri="{FF2B5EF4-FFF2-40B4-BE49-F238E27FC236}">
                <a16:creationId xmlns:a16="http://schemas.microsoft.com/office/drawing/2014/main" id="{29784FDD-3E7D-4683-93FB-5E61AD561022}"/>
              </a:ext>
            </a:extLst>
          </p:cNvPr>
          <p:cNvSpPr>
            <a:spLocks xmlns:a="http://schemas.openxmlformats.org/drawingml/2006/main" noGrp="1"/>
          </p:cNvSpPr>
          <p:nvPr/>
        </p:nvSpPr>
        <p:spPr>
          <a:xfrm xmlns:a="http://schemas.openxmlformats.org/drawingml/2006/main">
            <a:off x="10067925" y="4752975"/>
            <a:ext cx="171450" cy="171450"/>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96" name="dp41-v4-qa-detail / n90">
            <a:extLst xmlns:a="http://schemas.openxmlformats.org/drawingml/2006/main">
              <a:ext uri="{FF2B5EF4-FFF2-40B4-BE49-F238E27FC236}">
                <a16:creationId xmlns:a16="http://schemas.microsoft.com/office/drawing/2014/main" id="{84E6103E-BDF5-4DA3-A0A7-DDB6B0222ED8}"/>
              </a:ext>
            </a:extLst>
          </p:cNvPr>
          <p:cNvSpPr>
            <a:spLocks xmlns:a="http://schemas.openxmlformats.org/drawingml/2006/main" noGrp="1"/>
          </p:cNvSpPr>
          <p:nvPr/>
        </p:nvSpPr>
        <p:spPr>
          <a:xfrm xmlns:a="http://schemas.openxmlformats.org/drawingml/2006/main">
            <a:off x="10372725" y="4686300"/>
            <a:ext cx="809625" cy="357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1">
                <a:solidFill>
                  <a:srgbClr val="18232E"/>
                </a:solidFill>
                <a:latin typeface="Apple SD Gothic Neo"/>
                <a:ea typeface="Apple SD Gothic Neo"/>
                <a:cs typeface="Apple SD Gothic Neo"/>
              </a:defRPr>
            </a:pPr>
            <a:r>
              <a:rPr sz="1875" b="1">
                <a:solidFill>
                  <a:srgbClr val="18232E"/>
                </a:solidFill>
                <a:latin typeface="Apple SD Gothic Neo"/>
                <a:ea typeface="Apple SD Gothic Neo"/>
                <a:cs typeface="Apple SD Gothic Neo"/>
              </a:rPr>
              <a:t>4점</a:t>
            </a:r>
          </a:p>
        </p:txBody>
      </p:sp>
      <p:sp>
        <p:nvSpPr>
          <p:cNvPr id="97" name="dp41-v4-qa-detail / n91">
            <a:extLst xmlns:a="http://schemas.openxmlformats.org/drawingml/2006/main">
              <a:ext uri="{FF2B5EF4-FFF2-40B4-BE49-F238E27FC236}">
                <a16:creationId xmlns:a16="http://schemas.microsoft.com/office/drawing/2014/main" id="{15FD375A-D235-48D9-AB94-2B9485ED102B}"/>
              </a:ext>
            </a:extLst>
          </p:cNvPr>
          <p:cNvSpPr>
            <a:spLocks xmlns:a="http://schemas.openxmlformats.org/drawingml/2006/main" noGrp="1"/>
          </p:cNvSpPr>
          <p:nvPr/>
        </p:nvSpPr>
        <p:spPr>
          <a:xfrm xmlns:a="http://schemas.openxmlformats.org/drawingml/2006/main">
            <a:off x="11268075" y="4667250"/>
            <a:ext cx="4000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1">
                <a:solidFill>
                  <a:srgbClr val="18232E"/>
                </a:solidFill>
                <a:latin typeface="Apple SD Gothic Neo"/>
                <a:ea typeface="Apple SD Gothic Neo"/>
                <a:cs typeface="Apple SD Gothic Neo"/>
              </a:defRPr>
            </a:pPr>
            <a:r>
              <a:rPr sz="2100" b="1">
                <a:solidFill>
                  <a:srgbClr val="18232E"/>
                </a:solidFill>
                <a:latin typeface="Apple SD Gothic Neo"/>
                <a:ea typeface="Apple SD Gothic Neo"/>
                <a:cs typeface="Apple SD Gothic Neo"/>
              </a:rPr>
              <a:t>4.800초</a:t>
            </a:r>
          </a:p>
        </p:txBody>
      </p:sp>
      <p:sp>
        <p:nvSpPr>
          <p:cNvPr id="98" name="dp41-v4-qa-detail / n92">
            <a:extLst xmlns:a="http://schemas.openxmlformats.org/drawingml/2006/main">
              <a:ext uri="{FF2B5EF4-FFF2-40B4-BE49-F238E27FC236}">
                <a16:creationId xmlns:a16="http://schemas.microsoft.com/office/drawing/2014/main" id="{631B377B-BBEF-40DD-86D1-98C7044310A3}"/>
              </a:ext>
            </a:extLst>
          </p:cNvPr>
          <p:cNvSpPr>
            <a:spLocks xmlns:a="http://schemas.openxmlformats.org/drawingml/2006/main" noGrp="1"/>
          </p:cNvSpPr>
          <p:nvPr/>
        </p:nvSpPr>
        <p:spPr>
          <a:xfrm xmlns:a="http://schemas.openxmlformats.org/drawingml/2006/main">
            <a:off x="9648825" y="5095875"/>
            <a:ext cx="58293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18232E"/>
                </a:solidFill>
                <a:latin typeface="Apple SD Gothic Neo"/>
                <a:ea typeface="Apple SD Gothic Neo"/>
                <a:cs typeface="Apple SD Gothic Neo"/>
              </a:defRPr>
            </a:pPr>
            <a:r>
              <a:rPr sz="1500" b="0">
                <a:solidFill>
                  <a:srgbClr val="18232E"/>
                </a:solidFill>
                <a:latin typeface="Apple SD Gothic Neo"/>
                <a:ea typeface="Apple SD Gothic Neo"/>
                <a:cs typeface="Apple SD Gothic Neo"/>
              </a:rPr>
              <a:t>항목별 해결과 코드 결합</a:t>
            </a:r>
          </a:p>
        </p:txBody>
      </p:sp>
      <p:sp>
        <p:nvSpPr>
          <p:cNvPr id="99" name="dp41-v4-qa-detail / n93">
            <a:extLst xmlns:a="http://schemas.openxmlformats.org/drawingml/2006/main">
              <a:ext uri="{FF2B5EF4-FFF2-40B4-BE49-F238E27FC236}">
                <a16:creationId xmlns:a16="http://schemas.microsoft.com/office/drawing/2014/main" id="{64C13396-46D8-4E30-877D-3C15ADF7F06E}"/>
              </a:ext>
            </a:extLst>
          </p:cNvPr>
          <p:cNvSpPr>
            <a:spLocks xmlns:a="http://schemas.openxmlformats.org/drawingml/2006/main" noGrp="1"/>
          </p:cNvSpPr>
          <p:nvPr/>
        </p:nvSpPr>
        <p:spPr>
          <a:xfrm xmlns:a="http://schemas.openxmlformats.org/drawingml/2006/main">
            <a:off x="9648825" y="5334000"/>
            <a:ext cx="58293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18232E"/>
                </a:solidFill>
                <a:latin typeface="Apple SD Gothic Neo"/>
                <a:ea typeface="Apple SD Gothic Neo"/>
                <a:cs typeface="Apple SD Gothic Neo"/>
              </a:defRPr>
            </a:pPr>
            <a:r>
              <a:rPr sz="1500" b="0">
                <a:solidFill>
                  <a:srgbClr val="18232E"/>
                </a:solidFill>
                <a:latin typeface="Apple SD Gothic Neo"/>
                <a:ea typeface="Apple SD Gothic Neo"/>
                <a:cs typeface="Apple SD Gothic Neo"/>
              </a:rPr>
              <a:t>추가 호출 허용</a:t>
            </a:r>
          </a:p>
        </p:txBody>
      </p:sp>
      <p:sp>
        <p:nvSpPr>
          <p:cNvPr id="100" name="dp41-v4-qa-detail / n94">
            <a:extLst xmlns:a="http://schemas.openxmlformats.org/drawingml/2006/main">
              <a:ext uri="{FF2B5EF4-FFF2-40B4-BE49-F238E27FC236}">
                <a16:creationId xmlns:a16="http://schemas.microsoft.com/office/drawing/2014/main" id="{6105116A-AE8A-437D-9220-44F0BDA595AF}"/>
              </a:ext>
            </a:extLst>
          </p:cNvPr>
          <p:cNvSpPr>
            <a:spLocks xmlns:a="http://schemas.openxmlformats.org/drawingml/2006/main" noGrp="1"/>
          </p:cNvSpPr>
          <p:nvPr/>
        </p:nvSpPr>
        <p:spPr>
          <a:xfrm xmlns:a="http://schemas.openxmlformats.org/drawingml/2006/main">
            <a:off x="15801975" y="4743450"/>
            <a:ext cx="1952625" cy="3286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1">
                <a:solidFill>
                  <a:srgbClr val="18232E"/>
                </a:solidFill>
                <a:latin typeface="Apple SD Gothic Neo"/>
                <a:ea typeface="Apple SD Gothic Neo"/>
                <a:cs typeface="Apple SD Gothic Neo"/>
              </a:defRPr>
            </a:pPr>
            <a:r>
              <a:rPr sz="1725" b="1">
                <a:solidFill>
                  <a:srgbClr val="18232E"/>
                </a:solidFill>
                <a:latin typeface="Apple SD Gothic Neo"/>
                <a:ea typeface="Apple SD Gothic Neo"/>
                <a:cs typeface="Apple SD Gothic Neo"/>
              </a:rPr>
              <a:t>0.800초</a:t>
            </a:r>
          </a:p>
        </p:txBody>
      </p:sp>
      <p:sp>
        <p:nvSpPr>
          <p:cNvPr id="101" name="dp41-v4-qa-detail / n95">
            <a:extLst xmlns:a="http://schemas.openxmlformats.org/drawingml/2006/main">
              <a:ext uri="{FF2B5EF4-FFF2-40B4-BE49-F238E27FC236}">
                <a16:creationId xmlns:a16="http://schemas.microsoft.com/office/drawing/2014/main" id="{CADBCAD3-FE54-4F97-ACFB-CAF634E21C8D}"/>
              </a:ext>
            </a:extLst>
          </p:cNvPr>
          <p:cNvSpPr>
            <a:spLocks xmlns:a="http://schemas.openxmlformats.org/drawingml/2006/main" noGrp="1"/>
          </p:cNvSpPr>
          <p:nvPr/>
        </p:nvSpPr>
        <p:spPr>
          <a:xfrm xmlns:a="http://schemas.openxmlformats.org/drawingml/2006/main">
            <a:off x="15801975" y="5124450"/>
            <a:ext cx="1952625" cy="2714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425" b="0">
                <a:solidFill>
                  <a:srgbClr val="5F6B77"/>
                </a:solidFill>
                <a:latin typeface="Apple SD Gothic Neo"/>
                <a:ea typeface="Apple SD Gothic Neo"/>
                <a:cs typeface="Apple SD Gothic Neo"/>
              </a:defRPr>
            </a:pPr>
            <a:r>
              <a:rPr sz="1425" b="0">
                <a:solidFill>
                  <a:srgbClr val="5F6B77"/>
                </a:solidFill>
                <a:latin typeface="Apple SD Gothic Neo"/>
                <a:ea typeface="Apple SD Gothic Neo"/>
                <a:cs typeface="Apple SD Gothic Neo"/>
              </a:rPr>
              <a:t>가정상 B 유리</a:t>
            </a:r>
          </a:p>
        </p:txBody>
      </p:sp>
      <p:sp>
        <p:nvSpPr>
          <p:cNvPr id="102" name="dp41-v4-qa-detail / n96">
            <a:extLst xmlns:a="http://schemas.openxmlformats.org/drawingml/2006/main">
              <a:ext uri="{FF2B5EF4-FFF2-40B4-BE49-F238E27FC236}">
                <a16:creationId xmlns:a16="http://schemas.microsoft.com/office/drawing/2014/main" id="{2DD47F73-C800-45F1-AE2D-B0F575003598}"/>
              </a:ext>
            </a:extLst>
          </p:cNvPr>
          <p:cNvSpPr>
            <a:spLocks xmlns:a="http://schemas.openxmlformats.org/drawingml/2006/main" noGrp="1"/>
          </p:cNvSpPr>
          <p:nvPr/>
        </p:nvSpPr>
        <p:spPr>
          <a:xfrm xmlns:a="http://schemas.openxmlformats.org/drawingml/2006/main">
            <a:off x="15801975" y="5353050"/>
            <a:ext cx="1952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5F6B77"/>
                </a:solidFill>
                <a:latin typeface="Apple SD Gothic Neo"/>
                <a:ea typeface="Apple SD Gothic Neo"/>
                <a:cs typeface="Apple SD Gothic Neo"/>
              </a:defRPr>
            </a:pPr>
            <a:r>
              <a:rPr sz="1200" b="0">
                <a:solidFill>
                  <a:srgbClr val="5F6B77"/>
                </a:solidFill>
                <a:latin typeface="Apple SD Gothic Neo"/>
                <a:ea typeface="Apple SD Gothic Neo"/>
                <a:cs typeface="Apple SD Gothic Neo"/>
              </a:rPr>
              <a:t>기준 0.50초</a:t>
            </a:r>
          </a:p>
        </p:txBody>
      </p:sp>
      <p:sp>
        <p:nvSpPr>
          <p:cNvPr id="103" name="dp41-v4-qa-detail / n97">
            <a:extLst xmlns:a="http://schemas.openxmlformats.org/drawingml/2006/main">
              <a:ext uri="{FF2B5EF4-FFF2-40B4-BE49-F238E27FC236}">
                <a16:creationId xmlns:a16="http://schemas.microsoft.com/office/drawing/2014/main" id="{22160009-32C2-41D8-8838-CD93B1FFE642}"/>
              </a:ext>
            </a:extLst>
          </p:cNvPr>
          <p:cNvSpPr>
            <a:spLocks xmlns:a="http://schemas.openxmlformats.org/drawingml/2006/main" noGrp="1"/>
          </p:cNvSpPr>
          <p:nvPr/>
        </p:nvSpPr>
        <p:spPr>
          <a:xfrm xmlns:a="http://schemas.openxmlformats.org/drawingml/2006/main">
            <a:off x="381000" y="6591300"/>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1430">
            <a:solidFill>
              <a:srgbClr val="CDD6DE"/>
            </a:solidFill>
          </a:ln>
        </p:spPr>
      </p:sp>
      <p:sp>
        <p:nvSpPr>
          <p:cNvPr id="104" name="dp41-v4-qa-detail / n98">
            <a:extLst xmlns:a="http://schemas.openxmlformats.org/drawingml/2006/main">
              <a:ext uri="{FF2B5EF4-FFF2-40B4-BE49-F238E27FC236}">
                <a16:creationId xmlns:a16="http://schemas.microsoft.com/office/drawing/2014/main" id="{772BFC95-F201-4EC7-B554-85CB92B67C87}"/>
              </a:ext>
            </a:extLst>
          </p:cNvPr>
          <p:cNvSpPr>
            <a:spLocks xmlns:a="http://schemas.openxmlformats.org/drawingml/2006/main" noGrp="1"/>
          </p:cNvSpPr>
          <p:nvPr/>
        </p:nvSpPr>
        <p:spPr>
          <a:xfrm xmlns:a="http://schemas.openxmlformats.org/drawingml/2006/main">
            <a:off x="533400" y="5695950"/>
            <a:ext cx="25146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1">
                <a:solidFill>
                  <a:srgbClr val="18232E"/>
                </a:solidFill>
                <a:latin typeface="Apple SD Gothic Neo"/>
                <a:ea typeface="Apple SD Gothic Neo"/>
                <a:cs typeface="Apple SD Gothic Neo"/>
              </a:defRPr>
            </a:pPr>
            <a:r>
              <a:rPr sz="1650" b="1">
                <a:solidFill>
                  <a:srgbClr val="18232E"/>
                </a:solidFill>
                <a:latin typeface="Apple SD Gothic Neo"/>
                <a:ea typeface="Apple SD Gothic Neo"/>
                <a:cs typeface="Apple SD Gothic Neo"/>
              </a:rPr>
              <a:t>04  VIA 모델 사용 비용</a:t>
            </a:r>
          </a:p>
        </p:txBody>
      </p:sp>
      <p:sp>
        <p:nvSpPr>
          <p:cNvPr id="105" name="dp41-v4-qa-detail / n99">
            <a:extLst xmlns:a="http://schemas.openxmlformats.org/drawingml/2006/main">
              <a:ext uri="{FF2B5EF4-FFF2-40B4-BE49-F238E27FC236}">
                <a16:creationId xmlns:a16="http://schemas.microsoft.com/office/drawing/2014/main" id="{779DBEE1-D41C-494C-8DE1-FE145E9E3AE8}"/>
              </a:ext>
            </a:extLst>
          </p:cNvPr>
          <p:cNvSpPr>
            <a:spLocks xmlns:a="http://schemas.openxmlformats.org/drawingml/2006/main" noGrp="1"/>
          </p:cNvSpPr>
          <p:nvPr/>
        </p:nvSpPr>
        <p:spPr>
          <a:xfrm xmlns:a="http://schemas.openxmlformats.org/drawingml/2006/main">
            <a:off x="533400" y="6057900"/>
            <a:ext cx="2514600" cy="2714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425" b="0">
                <a:solidFill>
                  <a:srgbClr val="5F6B77"/>
                </a:solidFill>
                <a:latin typeface="Apple SD Gothic Neo"/>
                <a:ea typeface="Apple SD Gothic Neo"/>
                <a:cs typeface="Apple SD Gothic Neo"/>
              </a:defRPr>
            </a:pPr>
            <a:r>
              <a:rPr sz="1425" b="0">
                <a:solidFill>
                  <a:srgbClr val="5F6B77"/>
                </a:solidFill>
                <a:latin typeface="Apple SD Gothic Neo"/>
                <a:ea typeface="Apple SD Gothic Neo"/>
                <a:cs typeface="Apple SD Gothic Neo"/>
              </a:rPr>
              <a:t>목표 ≤$1.50/W100</a:t>
            </a:r>
          </a:p>
        </p:txBody>
      </p:sp>
      <p:sp>
        <p:nvSpPr>
          <p:cNvPr id="106" name="dp41-v4-qa-detail / n100 / circle">
            <a:extLst xmlns:a="http://schemas.openxmlformats.org/drawingml/2006/main">
              <a:ext uri="{FF2B5EF4-FFF2-40B4-BE49-F238E27FC236}">
                <a16:creationId xmlns:a16="http://schemas.microsoft.com/office/drawing/2014/main" id="{D70A2D39-4544-4FA4-A809-1A824580C1CA}"/>
              </a:ext>
            </a:extLst>
          </p:cNvPr>
          <p:cNvSpPr>
            <a:spLocks xmlns:a="http://schemas.openxmlformats.org/drawingml/2006/main" noGrp="1"/>
          </p:cNvSpPr>
          <p:nvPr/>
        </p:nvSpPr>
        <p:spPr>
          <a:xfrm xmlns:a="http://schemas.openxmlformats.org/drawingml/2006/main">
            <a:off x="3457575" y="5753100"/>
            <a:ext cx="171450" cy="171450"/>
          </a:xfrm>
          <a:prstGeom xmlns:a="http://schemas.openxmlformats.org/drawingml/2006/main" prst="ellipse">
            <a:avLst/>
          </a:prstGeom>
          <a:solidFill xmlns:a="http://schemas.openxmlformats.org/drawingml/2006/main">
            <a:srgbClr val="18232E"/>
          </a:solidFill>
          <a:ln xmlns:a="http://schemas.openxmlformats.org/drawingml/2006/main" w="10478">
            <a:solidFill>
              <a:srgbClr val="18232E"/>
            </a:solidFill>
          </a:ln>
        </p:spPr>
      </p:sp>
      <p:sp>
        <p:nvSpPr>
          <p:cNvPr id="107" name="dp41-v4-qa-detail / n101 / circle">
            <a:extLst xmlns:a="http://schemas.openxmlformats.org/drawingml/2006/main">
              <a:ext uri="{FF2B5EF4-FFF2-40B4-BE49-F238E27FC236}">
                <a16:creationId xmlns:a16="http://schemas.microsoft.com/office/drawing/2014/main" id="{5FAB945C-9A64-4814-B74F-5FD0BA25E97A}"/>
              </a:ext>
            </a:extLst>
          </p:cNvPr>
          <p:cNvSpPr>
            <a:spLocks xmlns:a="http://schemas.openxmlformats.org/drawingml/2006/main" noGrp="1"/>
          </p:cNvSpPr>
          <p:nvPr/>
        </p:nvSpPr>
        <p:spPr>
          <a:xfrm xmlns:a="http://schemas.openxmlformats.org/drawingml/2006/main">
            <a:off x="3667125" y="5753100"/>
            <a:ext cx="171450" cy="171450"/>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108" name="dp41-v4-qa-detail / n102 / circle">
            <a:extLst xmlns:a="http://schemas.openxmlformats.org/drawingml/2006/main">
              <a:ext uri="{FF2B5EF4-FFF2-40B4-BE49-F238E27FC236}">
                <a16:creationId xmlns:a16="http://schemas.microsoft.com/office/drawing/2014/main" id="{DB36D553-BCDD-46BE-A37D-D61C20F20526}"/>
              </a:ext>
            </a:extLst>
          </p:cNvPr>
          <p:cNvSpPr>
            <a:spLocks xmlns:a="http://schemas.openxmlformats.org/drawingml/2006/main" noGrp="1"/>
          </p:cNvSpPr>
          <p:nvPr/>
        </p:nvSpPr>
        <p:spPr>
          <a:xfrm xmlns:a="http://schemas.openxmlformats.org/drawingml/2006/main">
            <a:off x="3876675" y="5753100"/>
            <a:ext cx="171450" cy="171450"/>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109" name="dp41-v4-qa-detail / n103">
            <a:extLst xmlns:a="http://schemas.openxmlformats.org/drawingml/2006/main">
              <a:ext uri="{FF2B5EF4-FFF2-40B4-BE49-F238E27FC236}">
                <a16:creationId xmlns:a16="http://schemas.microsoft.com/office/drawing/2014/main" id="{187B340F-9BB4-4790-911B-AF4B095BE940}"/>
              </a:ext>
            </a:extLst>
          </p:cNvPr>
          <p:cNvSpPr>
            <a:spLocks xmlns:a="http://schemas.openxmlformats.org/drawingml/2006/main" noGrp="1"/>
          </p:cNvSpPr>
          <p:nvPr/>
        </p:nvSpPr>
        <p:spPr>
          <a:xfrm xmlns:a="http://schemas.openxmlformats.org/drawingml/2006/main">
            <a:off x="4181475" y="5686425"/>
            <a:ext cx="809625" cy="357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1">
                <a:solidFill>
                  <a:srgbClr val="18232E"/>
                </a:solidFill>
                <a:latin typeface="Apple SD Gothic Neo"/>
                <a:ea typeface="Apple SD Gothic Neo"/>
                <a:cs typeface="Apple SD Gothic Neo"/>
              </a:defRPr>
            </a:pPr>
            <a:r>
              <a:rPr sz="1875" b="1">
                <a:solidFill>
                  <a:srgbClr val="18232E"/>
                </a:solidFill>
                <a:latin typeface="Apple SD Gothic Neo"/>
                <a:ea typeface="Apple SD Gothic Neo"/>
                <a:cs typeface="Apple SD Gothic Neo"/>
              </a:rPr>
              <a:t>2점</a:t>
            </a:r>
          </a:p>
        </p:txBody>
      </p:sp>
      <p:sp>
        <p:nvSpPr>
          <p:cNvPr id="110" name="dp41-v4-qa-detail / n104">
            <a:extLst xmlns:a="http://schemas.openxmlformats.org/drawingml/2006/main">
              <a:ext uri="{FF2B5EF4-FFF2-40B4-BE49-F238E27FC236}">
                <a16:creationId xmlns:a16="http://schemas.microsoft.com/office/drawing/2014/main" id="{6B2A1EF1-2A37-43C8-BB56-A1D22D163123}"/>
              </a:ext>
            </a:extLst>
          </p:cNvPr>
          <p:cNvSpPr>
            <a:spLocks xmlns:a="http://schemas.openxmlformats.org/drawingml/2006/main" noGrp="1"/>
          </p:cNvSpPr>
          <p:nvPr/>
        </p:nvSpPr>
        <p:spPr>
          <a:xfrm xmlns:a="http://schemas.openxmlformats.org/drawingml/2006/main">
            <a:off x="5076825" y="5667375"/>
            <a:ext cx="4000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1">
                <a:solidFill>
                  <a:srgbClr val="18232E"/>
                </a:solidFill>
                <a:latin typeface="Apple SD Gothic Neo"/>
                <a:ea typeface="Apple SD Gothic Neo"/>
                <a:cs typeface="Apple SD Gothic Neo"/>
              </a:defRPr>
            </a:pPr>
            <a:r>
              <a:rPr sz="2100" b="1">
                <a:solidFill>
                  <a:srgbClr val="18232E"/>
                </a:solidFill>
                <a:latin typeface="Apple SD Gothic Neo"/>
                <a:ea typeface="Apple SD Gothic Neo"/>
                <a:cs typeface="Apple SD Gothic Neo"/>
              </a:rPr>
              <a:t>$1.1867</a:t>
            </a:r>
          </a:p>
        </p:txBody>
      </p:sp>
      <p:sp>
        <p:nvSpPr>
          <p:cNvPr id="111" name="dp41-v4-qa-detail / n105">
            <a:extLst xmlns:a="http://schemas.openxmlformats.org/drawingml/2006/main">
              <a:ext uri="{FF2B5EF4-FFF2-40B4-BE49-F238E27FC236}">
                <a16:creationId xmlns:a16="http://schemas.microsoft.com/office/drawing/2014/main" id="{65A4F6CC-6C19-400B-98C9-68A59CDAEC10}"/>
              </a:ext>
            </a:extLst>
          </p:cNvPr>
          <p:cNvSpPr>
            <a:spLocks xmlns:a="http://schemas.openxmlformats.org/drawingml/2006/main" noGrp="1"/>
          </p:cNvSpPr>
          <p:nvPr/>
        </p:nvSpPr>
        <p:spPr>
          <a:xfrm xmlns:a="http://schemas.openxmlformats.org/drawingml/2006/main">
            <a:off x="3457575" y="6096000"/>
            <a:ext cx="58293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18232E"/>
                </a:solidFill>
                <a:latin typeface="Apple SD Gothic Neo"/>
                <a:ea typeface="Apple SD Gothic Neo"/>
                <a:cs typeface="Apple SD Gothic Neo"/>
              </a:defRPr>
            </a:pPr>
            <a:r>
              <a:rPr sz="1500" b="0">
                <a:solidFill>
                  <a:srgbClr val="18232E"/>
                </a:solidFill>
                <a:latin typeface="Apple SD Gothic Neo"/>
                <a:ea typeface="Apple SD Gothic Neo"/>
                <a:cs typeface="Apple SD Gothic Neo"/>
              </a:rPr>
              <a:t>추가 재판단 70회 청구 가정</a:t>
            </a:r>
          </a:p>
        </p:txBody>
      </p:sp>
      <p:sp>
        <p:nvSpPr>
          <p:cNvPr id="112" name="dp41-v4-qa-detail / n106 / circle">
            <a:extLst xmlns:a="http://schemas.openxmlformats.org/drawingml/2006/main">
              <a:ext uri="{FF2B5EF4-FFF2-40B4-BE49-F238E27FC236}">
                <a16:creationId xmlns:a16="http://schemas.microsoft.com/office/drawing/2014/main" id="{CCCDCCD8-A680-484B-846A-B3442EA6365A}"/>
              </a:ext>
            </a:extLst>
          </p:cNvPr>
          <p:cNvSpPr>
            <a:spLocks xmlns:a="http://schemas.openxmlformats.org/drawingml/2006/main" noGrp="1"/>
          </p:cNvSpPr>
          <p:nvPr/>
        </p:nvSpPr>
        <p:spPr>
          <a:xfrm xmlns:a="http://schemas.openxmlformats.org/drawingml/2006/main">
            <a:off x="9648825" y="5753100"/>
            <a:ext cx="171450" cy="171450"/>
          </a:xfrm>
          <a:prstGeom xmlns:a="http://schemas.openxmlformats.org/drawingml/2006/main" prst="ellipse">
            <a:avLst/>
          </a:prstGeom>
          <a:solidFill xmlns:a="http://schemas.openxmlformats.org/drawingml/2006/main">
            <a:srgbClr val="18232E"/>
          </a:solidFill>
          <a:ln xmlns:a="http://schemas.openxmlformats.org/drawingml/2006/main" w="10478">
            <a:solidFill>
              <a:srgbClr val="18232E"/>
            </a:solidFill>
          </a:ln>
        </p:spPr>
      </p:sp>
      <p:sp>
        <p:nvSpPr>
          <p:cNvPr id="113" name="dp41-v4-qa-detail / n107 / circle">
            <a:extLst xmlns:a="http://schemas.openxmlformats.org/drawingml/2006/main">
              <a:ext uri="{FF2B5EF4-FFF2-40B4-BE49-F238E27FC236}">
                <a16:creationId xmlns:a16="http://schemas.microsoft.com/office/drawing/2014/main" id="{BD00EC60-F954-4946-AD40-C6FFC794983F}"/>
              </a:ext>
            </a:extLst>
          </p:cNvPr>
          <p:cNvSpPr>
            <a:spLocks xmlns:a="http://schemas.openxmlformats.org/drawingml/2006/main" noGrp="1"/>
          </p:cNvSpPr>
          <p:nvPr/>
        </p:nvSpPr>
        <p:spPr>
          <a:xfrm xmlns:a="http://schemas.openxmlformats.org/drawingml/2006/main">
            <a:off x="9858375" y="5753100"/>
            <a:ext cx="171450" cy="171450"/>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114" name="dp41-v4-qa-detail / n107 / half">
            <a:extLst xmlns:a="http://schemas.openxmlformats.org/drawingml/2006/main">
              <a:ext uri="{FF2B5EF4-FFF2-40B4-BE49-F238E27FC236}">
                <a16:creationId xmlns:a16="http://schemas.microsoft.com/office/drawing/2014/main" id="{30D18E99-C9CC-4B3C-9095-C1E5FD1964AB}"/>
              </a:ext>
            </a:extLst>
          </p:cNvPr>
          <p:cNvSpPr>
            <a:spLocks xmlns:a="http://schemas.openxmlformats.org/drawingml/2006/main" noGrp="1"/>
          </p:cNvSpPr>
          <p:nvPr/>
        </p:nvSpPr>
        <p:spPr>
          <a:xfrm xmlns:a="http://schemas.openxmlformats.org/drawingml/2006/main">
            <a:off x="9858375" y="5753100"/>
            <a:ext cx="171450" cy="171450"/>
          </a:xfrm>
          <a:custGeom xmlns:a="http://schemas.openxmlformats.org/drawingml/2006/main">
            <a:pathLst>
              <a:path w="171450" h="171450">
                <a:moveTo>
                  <a:pt x="85725" y="0"/>
                </a:moveTo>
                <a:lnTo>
                  <a:pt x="77322" y="413"/>
                </a:lnTo>
                <a:lnTo>
                  <a:pt x="69001" y="1647"/>
                </a:lnTo>
                <a:lnTo>
                  <a:pt x="60840" y="3691"/>
                </a:lnTo>
                <a:lnTo>
                  <a:pt x="52919" y="6525"/>
                </a:lnTo>
                <a:lnTo>
                  <a:pt x="45315" y="10122"/>
                </a:lnTo>
                <a:lnTo>
                  <a:pt x="38099" y="14447"/>
                </a:lnTo>
                <a:lnTo>
                  <a:pt x="31342" y="19459"/>
                </a:lnTo>
                <a:lnTo>
                  <a:pt x="25108" y="25108"/>
                </a:lnTo>
                <a:lnTo>
                  <a:pt x="19459" y="31342"/>
                </a:lnTo>
                <a:lnTo>
                  <a:pt x="14447" y="38099"/>
                </a:lnTo>
                <a:lnTo>
                  <a:pt x="10122" y="45315"/>
                </a:lnTo>
                <a:lnTo>
                  <a:pt x="6525" y="52919"/>
                </a:lnTo>
                <a:lnTo>
                  <a:pt x="3691" y="60840"/>
                </a:lnTo>
                <a:lnTo>
                  <a:pt x="1647" y="69001"/>
                </a:lnTo>
                <a:lnTo>
                  <a:pt x="413" y="77322"/>
                </a:lnTo>
                <a:lnTo>
                  <a:pt x="0" y="85725"/>
                </a:lnTo>
                <a:lnTo>
                  <a:pt x="413" y="94128"/>
                </a:lnTo>
                <a:lnTo>
                  <a:pt x="1647" y="102449"/>
                </a:lnTo>
                <a:lnTo>
                  <a:pt x="3691" y="110610"/>
                </a:lnTo>
                <a:lnTo>
                  <a:pt x="6525" y="118531"/>
                </a:lnTo>
                <a:lnTo>
                  <a:pt x="10122" y="126135"/>
                </a:lnTo>
                <a:lnTo>
                  <a:pt x="14447" y="133351"/>
                </a:lnTo>
                <a:lnTo>
                  <a:pt x="19459" y="140108"/>
                </a:lnTo>
                <a:lnTo>
                  <a:pt x="25108" y="146342"/>
                </a:lnTo>
                <a:lnTo>
                  <a:pt x="31342" y="151991"/>
                </a:lnTo>
                <a:lnTo>
                  <a:pt x="38099" y="157003"/>
                </a:lnTo>
                <a:lnTo>
                  <a:pt x="45315" y="161328"/>
                </a:lnTo>
                <a:lnTo>
                  <a:pt x="52919" y="164925"/>
                </a:lnTo>
                <a:lnTo>
                  <a:pt x="60840" y="167759"/>
                </a:lnTo>
                <a:lnTo>
                  <a:pt x="69001" y="169803"/>
                </a:lnTo>
                <a:lnTo>
                  <a:pt x="77322" y="171037"/>
                </a:lnTo>
                <a:lnTo>
                  <a:pt x="85725" y="171450"/>
                </a:lnTo>
                <a:close/>
              </a:path>
            </a:pathLst>
          </a:custGeom>
          <a:solidFill xmlns:a="http://schemas.openxmlformats.org/drawingml/2006/main">
            <a:srgbClr val="18232E"/>
          </a:solidFill>
          <a:ln xmlns:a="http://schemas.openxmlformats.org/drawingml/2006/main" w="0">
            <a:noFill/>
          </a:ln>
        </p:spPr>
      </p:sp>
      <p:sp>
        <p:nvSpPr>
          <p:cNvPr id="115" name="dp41-v4-qa-detail / n108 / circle">
            <a:extLst xmlns:a="http://schemas.openxmlformats.org/drawingml/2006/main">
              <a:ext uri="{FF2B5EF4-FFF2-40B4-BE49-F238E27FC236}">
                <a16:creationId xmlns:a16="http://schemas.microsoft.com/office/drawing/2014/main" id="{DC538514-11D4-4A37-BE6E-68A4D6464282}"/>
              </a:ext>
            </a:extLst>
          </p:cNvPr>
          <p:cNvSpPr>
            <a:spLocks xmlns:a="http://schemas.openxmlformats.org/drawingml/2006/main" noGrp="1"/>
          </p:cNvSpPr>
          <p:nvPr/>
        </p:nvSpPr>
        <p:spPr>
          <a:xfrm xmlns:a="http://schemas.openxmlformats.org/drawingml/2006/main">
            <a:off x="10067925" y="5753100"/>
            <a:ext cx="171450" cy="171450"/>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116" name="dp41-v4-qa-detail / n109">
            <a:extLst xmlns:a="http://schemas.openxmlformats.org/drawingml/2006/main">
              <a:ext uri="{FF2B5EF4-FFF2-40B4-BE49-F238E27FC236}">
                <a16:creationId xmlns:a16="http://schemas.microsoft.com/office/drawing/2014/main" id="{EDE5436A-F503-44EB-8835-3DABC9CB48D3}"/>
              </a:ext>
            </a:extLst>
          </p:cNvPr>
          <p:cNvSpPr>
            <a:spLocks xmlns:a="http://schemas.openxmlformats.org/drawingml/2006/main" noGrp="1"/>
          </p:cNvSpPr>
          <p:nvPr/>
        </p:nvSpPr>
        <p:spPr>
          <a:xfrm xmlns:a="http://schemas.openxmlformats.org/drawingml/2006/main">
            <a:off x="10372725" y="5686425"/>
            <a:ext cx="809625" cy="357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1">
                <a:solidFill>
                  <a:srgbClr val="18232E"/>
                </a:solidFill>
                <a:latin typeface="Apple SD Gothic Neo"/>
                <a:ea typeface="Apple SD Gothic Neo"/>
                <a:cs typeface="Apple SD Gothic Neo"/>
              </a:defRPr>
            </a:pPr>
            <a:r>
              <a:rPr sz="1875" b="1">
                <a:solidFill>
                  <a:srgbClr val="18232E"/>
                </a:solidFill>
                <a:latin typeface="Apple SD Gothic Neo"/>
                <a:ea typeface="Apple SD Gothic Neo"/>
                <a:cs typeface="Apple SD Gothic Neo"/>
              </a:rPr>
              <a:t>3점</a:t>
            </a:r>
          </a:p>
        </p:txBody>
      </p:sp>
      <p:sp>
        <p:nvSpPr>
          <p:cNvPr id="117" name="dp41-v4-qa-detail / n110">
            <a:extLst xmlns:a="http://schemas.openxmlformats.org/drawingml/2006/main">
              <a:ext uri="{FF2B5EF4-FFF2-40B4-BE49-F238E27FC236}">
                <a16:creationId xmlns:a16="http://schemas.microsoft.com/office/drawing/2014/main" id="{99940397-B30A-4BCC-ABBA-5B8918C67847}"/>
              </a:ext>
            </a:extLst>
          </p:cNvPr>
          <p:cNvSpPr>
            <a:spLocks xmlns:a="http://schemas.openxmlformats.org/drawingml/2006/main" noGrp="1"/>
          </p:cNvSpPr>
          <p:nvPr/>
        </p:nvSpPr>
        <p:spPr>
          <a:xfrm xmlns:a="http://schemas.openxmlformats.org/drawingml/2006/main">
            <a:off x="11268075" y="5667375"/>
            <a:ext cx="4000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1">
                <a:solidFill>
                  <a:srgbClr val="18232E"/>
                </a:solidFill>
                <a:latin typeface="Apple SD Gothic Neo"/>
                <a:ea typeface="Apple SD Gothic Neo"/>
                <a:cs typeface="Apple SD Gothic Neo"/>
              </a:defRPr>
            </a:pPr>
            <a:r>
              <a:rPr sz="2100" b="1">
                <a:solidFill>
                  <a:srgbClr val="18232E"/>
                </a:solidFill>
                <a:latin typeface="Apple SD Gothic Neo"/>
                <a:ea typeface="Apple SD Gothic Neo"/>
                <a:cs typeface="Apple SD Gothic Neo"/>
              </a:rPr>
              <a:t>$1.0187</a:t>
            </a:r>
          </a:p>
        </p:txBody>
      </p:sp>
      <p:sp>
        <p:nvSpPr>
          <p:cNvPr id="118" name="dp41-v4-qa-detail / n111">
            <a:extLst xmlns:a="http://schemas.openxmlformats.org/drawingml/2006/main">
              <a:ext uri="{FF2B5EF4-FFF2-40B4-BE49-F238E27FC236}">
                <a16:creationId xmlns:a16="http://schemas.microsoft.com/office/drawing/2014/main" id="{096491A7-C1F7-4B5E-A282-0728D757DF55}"/>
              </a:ext>
            </a:extLst>
          </p:cNvPr>
          <p:cNvSpPr>
            <a:spLocks xmlns:a="http://schemas.openxmlformats.org/drawingml/2006/main" noGrp="1"/>
          </p:cNvSpPr>
          <p:nvPr/>
        </p:nvSpPr>
        <p:spPr>
          <a:xfrm xmlns:a="http://schemas.openxmlformats.org/drawingml/2006/main">
            <a:off x="9648825" y="6096000"/>
            <a:ext cx="58293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18232E"/>
                </a:solidFill>
                <a:latin typeface="Apple SD Gothic Neo"/>
                <a:ea typeface="Apple SD Gothic Neo"/>
                <a:cs typeface="Apple SD Gothic Neo"/>
              </a:defRPr>
            </a:pPr>
            <a:r>
              <a:rPr sz="1500" b="0">
                <a:solidFill>
                  <a:srgbClr val="18232E"/>
                </a:solidFill>
                <a:latin typeface="Apple SD Gothic Neo"/>
                <a:ea typeface="Apple SD Gothic Neo"/>
                <a:cs typeface="Apple SD Gothic Neo"/>
              </a:rPr>
              <a:t>같은 활동에서 추가 재판단 70회 축소 가정</a:t>
            </a:r>
          </a:p>
        </p:txBody>
      </p:sp>
      <p:sp>
        <p:nvSpPr>
          <p:cNvPr id="119" name="dp41-v4-qa-detail / n112">
            <a:extLst xmlns:a="http://schemas.openxmlformats.org/drawingml/2006/main">
              <a:ext uri="{FF2B5EF4-FFF2-40B4-BE49-F238E27FC236}">
                <a16:creationId xmlns:a16="http://schemas.microsoft.com/office/drawing/2014/main" id="{C43350DB-70CA-4F7A-AE79-C2ACBE13E998}"/>
              </a:ext>
            </a:extLst>
          </p:cNvPr>
          <p:cNvSpPr>
            <a:spLocks xmlns:a="http://schemas.openxmlformats.org/drawingml/2006/main" noGrp="1"/>
          </p:cNvSpPr>
          <p:nvPr/>
        </p:nvSpPr>
        <p:spPr>
          <a:xfrm xmlns:a="http://schemas.openxmlformats.org/drawingml/2006/main">
            <a:off x="15801975" y="5743575"/>
            <a:ext cx="1952625" cy="3286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1">
                <a:solidFill>
                  <a:srgbClr val="18232E"/>
                </a:solidFill>
                <a:latin typeface="Apple SD Gothic Neo"/>
                <a:ea typeface="Apple SD Gothic Neo"/>
                <a:cs typeface="Apple SD Gothic Neo"/>
              </a:defRPr>
            </a:pPr>
            <a:r>
              <a:rPr sz="1725" b="1">
                <a:solidFill>
                  <a:srgbClr val="18232E"/>
                </a:solidFill>
                <a:latin typeface="Apple SD Gothic Neo"/>
                <a:ea typeface="Apple SD Gothic Neo"/>
                <a:cs typeface="Apple SD Gothic Neo"/>
              </a:rPr>
              <a:t>0.1680USD</a:t>
            </a:r>
          </a:p>
        </p:txBody>
      </p:sp>
      <p:sp>
        <p:nvSpPr>
          <p:cNvPr id="120" name="dp41-v4-qa-detail / n113">
            <a:extLst xmlns:a="http://schemas.openxmlformats.org/drawingml/2006/main">
              <a:ext uri="{FF2B5EF4-FFF2-40B4-BE49-F238E27FC236}">
                <a16:creationId xmlns:a16="http://schemas.microsoft.com/office/drawing/2014/main" id="{85BEECB8-F624-44CC-9FAA-2843B34718A4}"/>
              </a:ext>
            </a:extLst>
          </p:cNvPr>
          <p:cNvSpPr>
            <a:spLocks xmlns:a="http://schemas.openxmlformats.org/drawingml/2006/main" noGrp="1"/>
          </p:cNvSpPr>
          <p:nvPr/>
        </p:nvSpPr>
        <p:spPr>
          <a:xfrm xmlns:a="http://schemas.openxmlformats.org/drawingml/2006/main">
            <a:off x="15801975" y="6124575"/>
            <a:ext cx="1952625" cy="2714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425" b="0">
                <a:solidFill>
                  <a:srgbClr val="5F6B77"/>
                </a:solidFill>
                <a:latin typeface="Apple SD Gothic Neo"/>
                <a:ea typeface="Apple SD Gothic Neo"/>
                <a:cs typeface="Apple SD Gothic Neo"/>
              </a:defRPr>
            </a:pPr>
            <a:r>
              <a:rPr sz="1425" b="0">
                <a:solidFill>
                  <a:srgbClr val="5F6B77"/>
                </a:solidFill>
                <a:latin typeface="Apple SD Gothic Neo"/>
                <a:ea typeface="Apple SD Gothic Neo"/>
                <a:cs typeface="Apple SD Gothic Neo"/>
              </a:rPr>
              <a:t>가정상 B 유리</a:t>
            </a:r>
          </a:p>
        </p:txBody>
      </p:sp>
      <p:sp>
        <p:nvSpPr>
          <p:cNvPr id="121" name="dp41-v4-qa-detail / n114">
            <a:extLst xmlns:a="http://schemas.openxmlformats.org/drawingml/2006/main">
              <a:ext uri="{FF2B5EF4-FFF2-40B4-BE49-F238E27FC236}">
                <a16:creationId xmlns:a16="http://schemas.microsoft.com/office/drawing/2014/main" id="{7AC9B5B4-308E-4031-9261-A7098B6E3816}"/>
              </a:ext>
            </a:extLst>
          </p:cNvPr>
          <p:cNvSpPr>
            <a:spLocks xmlns:a="http://schemas.openxmlformats.org/drawingml/2006/main" noGrp="1"/>
          </p:cNvSpPr>
          <p:nvPr/>
        </p:nvSpPr>
        <p:spPr>
          <a:xfrm xmlns:a="http://schemas.openxmlformats.org/drawingml/2006/main">
            <a:off x="15801975" y="6353175"/>
            <a:ext cx="1952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5F6B77"/>
                </a:solidFill>
                <a:latin typeface="Apple SD Gothic Neo"/>
                <a:ea typeface="Apple SD Gothic Neo"/>
                <a:cs typeface="Apple SD Gothic Neo"/>
              </a:defRPr>
            </a:pPr>
            <a:r>
              <a:rPr sz="1200" b="0">
                <a:solidFill>
                  <a:srgbClr val="5F6B77"/>
                </a:solidFill>
                <a:latin typeface="Apple SD Gothic Neo"/>
                <a:ea typeface="Apple SD Gothic Neo"/>
                <a:cs typeface="Apple SD Gothic Neo"/>
              </a:rPr>
              <a:t>기준 0.15USD</a:t>
            </a:r>
          </a:p>
        </p:txBody>
      </p:sp>
      <p:sp>
        <p:nvSpPr>
          <p:cNvPr id="122" name="dp41-v4-qa-detail / n115">
            <a:extLst xmlns:a="http://schemas.openxmlformats.org/drawingml/2006/main">
              <a:ext uri="{FF2B5EF4-FFF2-40B4-BE49-F238E27FC236}">
                <a16:creationId xmlns:a16="http://schemas.microsoft.com/office/drawing/2014/main" id="{5FADE822-2864-4A5D-9AB9-7C2415F39F69}"/>
              </a:ext>
            </a:extLst>
          </p:cNvPr>
          <p:cNvSpPr>
            <a:spLocks xmlns:a="http://schemas.openxmlformats.org/drawingml/2006/main" noGrp="1"/>
          </p:cNvSpPr>
          <p:nvPr/>
        </p:nvSpPr>
        <p:spPr>
          <a:xfrm xmlns:a="http://schemas.openxmlformats.org/drawingml/2006/main">
            <a:off x="381000" y="7591425"/>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1430">
            <a:solidFill>
              <a:srgbClr val="CDD6DE"/>
            </a:solidFill>
          </a:ln>
        </p:spPr>
      </p:sp>
      <p:sp>
        <p:nvSpPr>
          <p:cNvPr id="123" name="dp41-v4-qa-detail / n116">
            <a:extLst xmlns:a="http://schemas.openxmlformats.org/drawingml/2006/main">
              <a:ext uri="{FF2B5EF4-FFF2-40B4-BE49-F238E27FC236}">
                <a16:creationId xmlns:a16="http://schemas.microsoft.com/office/drawing/2014/main" id="{6C5C6AF0-5C31-439F-AFB1-6C43E2D1CFFE}"/>
              </a:ext>
            </a:extLst>
          </p:cNvPr>
          <p:cNvSpPr>
            <a:spLocks xmlns:a="http://schemas.openxmlformats.org/drawingml/2006/main" noGrp="1"/>
          </p:cNvSpPr>
          <p:nvPr/>
        </p:nvSpPr>
        <p:spPr>
          <a:xfrm xmlns:a="http://schemas.openxmlformats.org/drawingml/2006/main">
            <a:off x="533400" y="6696075"/>
            <a:ext cx="25146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1">
                <a:solidFill>
                  <a:srgbClr val="18232E"/>
                </a:solidFill>
                <a:latin typeface="Apple SD Gothic Neo"/>
                <a:ea typeface="Apple SD Gothic Neo"/>
                <a:cs typeface="Apple SD Gothic Neo"/>
              </a:defRPr>
            </a:pPr>
            <a:r>
              <a:rPr sz="1650" b="1">
                <a:solidFill>
                  <a:srgbClr val="18232E"/>
                </a:solidFill>
                <a:latin typeface="Apple SD Gothic Neo"/>
                <a:ea typeface="Apple SD Gothic Neo"/>
                <a:cs typeface="Apple SD Gothic Neo"/>
              </a:rPr>
              <a:t>05  VIA 변경 용이성</a:t>
            </a:r>
          </a:p>
        </p:txBody>
      </p:sp>
      <p:sp>
        <p:nvSpPr>
          <p:cNvPr id="124" name="dp41-v4-qa-detail / n117">
            <a:extLst xmlns:a="http://schemas.openxmlformats.org/drawingml/2006/main">
              <a:ext uri="{FF2B5EF4-FFF2-40B4-BE49-F238E27FC236}">
                <a16:creationId xmlns:a16="http://schemas.microsoft.com/office/drawing/2014/main" id="{A1471743-D826-44C0-91C7-5CD361790041}"/>
              </a:ext>
            </a:extLst>
          </p:cNvPr>
          <p:cNvSpPr>
            <a:spLocks xmlns:a="http://schemas.openxmlformats.org/drawingml/2006/main" noGrp="1"/>
          </p:cNvSpPr>
          <p:nvPr/>
        </p:nvSpPr>
        <p:spPr>
          <a:xfrm xmlns:a="http://schemas.openxmlformats.org/drawingml/2006/main">
            <a:off x="533400" y="7058025"/>
            <a:ext cx="2514600" cy="2714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425" b="0">
                <a:solidFill>
                  <a:srgbClr val="5F6B77"/>
                </a:solidFill>
                <a:latin typeface="Apple SD Gothic Neo"/>
                <a:ea typeface="Apple SD Gothic Neo"/>
                <a:cs typeface="Apple SD Gothic Neo"/>
              </a:defRPr>
            </a:pPr>
            <a:r>
              <a:rPr sz="1425" b="0">
                <a:solidFill>
                  <a:srgbClr val="5F6B77"/>
                </a:solidFill>
                <a:latin typeface="Apple SD Gothic Neo"/>
                <a:ea typeface="Apple SD Gothic Neo"/>
                <a:cs typeface="Apple SD Gothic Neo"/>
              </a:rPr>
              <a:t>목표 ≤3개 / 과제</a:t>
            </a:r>
          </a:p>
        </p:txBody>
      </p:sp>
      <p:sp>
        <p:nvSpPr>
          <p:cNvPr id="125" name="dp41-v4-qa-detail / n118 / circle">
            <a:extLst xmlns:a="http://schemas.openxmlformats.org/drawingml/2006/main">
              <a:ext uri="{FF2B5EF4-FFF2-40B4-BE49-F238E27FC236}">
                <a16:creationId xmlns:a16="http://schemas.microsoft.com/office/drawing/2014/main" id="{DAF0FCB0-6F52-4973-B1DA-143B53EEF00B}"/>
              </a:ext>
            </a:extLst>
          </p:cNvPr>
          <p:cNvSpPr>
            <a:spLocks xmlns:a="http://schemas.openxmlformats.org/drawingml/2006/main" noGrp="1"/>
          </p:cNvSpPr>
          <p:nvPr/>
        </p:nvSpPr>
        <p:spPr>
          <a:xfrm xmlns:a="http://schemas.openxmlformats.org/drawingml/2006/main">
            <a:off x="3457575" y="6753225"/>
            <a:ext cx="171450" cy="171450"/>
          </a:xfrm>
          <a:prstGeom xmlns:a="http://schemas.openxmlformats.org/drawingml/2006/main" prst="ellipse">
            <a:avLst/>
          </a:prstGeom>
          <a:solidFill xmlns:a="http://schemas.openxmlformats.org/drawingml/2006/main">
            <a:srgbClr val="18232E"/>
          </a:solidFill>
          <a:ln xmlns:a="http://schemas.openxmlformats.org/drawingml/2006/main" w="10478">
            <a:solidFill>
              <a:srgbClr val="18232E"/>
            </a:solidFill>
          </a:ln>
        </p:spPr>
      </p:sp>
      <p:sp>
        <p:nvSpPr>
          <p:cNvPr id="126" name="dp41-v4-qa-detail / n119 / circle">
            <a:extLst xmlns:a="http://schemas.openxmlformats.org/drawingml/2006/main">
              <a:ext uri="{FF2B5EF4-FFF2-40B4-BE49-F238E27FC236}">
                <a16:creationId xmlns:a16="http://schemas.microsoft.com/office/drawing/2014/main" id="{9620D61E-6B49-4853-A0AB-2CFDCC3E6F33}"/>
              </a:ext>
            </a:extLst>
          </p:cNvPr>
          <p:cNvSpPr>
            <a:spLocks xmlns:a="http://schemas.openxmlformats.org/drawingml/2006/main" noGrp="1"/>
          </p:cNvSpPr>
          <p:nvPr/>
        </p:nvSpPr>
        <p:spPr>
          <a:xfrm xmlns:a="http://schemas.openxmlformats.org/drawingml/2006/main">
            <a:off x="3667125" y="6753225"/>
            <a:ext cx="171450" cy="171450"/>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127" name="dp41-v4-qa-detail / n119 / half">
            <a:extLst xmlns:a="http://schemas.openxmlformats.org/drawingml/2006/main">
              <a:ext uri="{FF2B5EF4-FFF2-40B4-BE49-F238E27FC236}">
                <a16:creationId xmlns:a16="http://schemas.microsoft.com/office/drawing/2014/main" id="{C01FF8FB-40CB-4BE8-8D5D-80C1D7000D54}"/>
              </a:ext>
            </a:extLst>
          </p:cNvPr>
          <p:cNvSpPr>
            <a:spLocks xmlns:a="http://schemas.openxmlformats.org/drawingml/2006/main" noGrp="1"/>
          </p:cNvSpPr>
          <p:nvPr/>
        </p:nvSpPr>
        <p:spPr>
          <a:xfrm xmlns:a="http://schemas.openxmlformats.org/drawingml/2006/main">
            <a:off x="3667125" y="6753225"/>
            <a:ext cx="171450" cy="171450"/>
          </a:xfrm>
          <a:custGeom xmlns:a="http://schemas.openxmlformats.org/drawingml/2006/main">
            <a:pathLst>
              <a:path w="171450" h="171450">
                <a:moveTo>
                  <a:pt x="85725" y="0"/>
                </a:moveTo>
                <a:lnTo>
                  <a:pt x="77322" y="413"/>
                </a:lnTo>
                <a:lnTo>
                  <a:pt x="69001" y="1647"/>
                </a:lnTo>
                <a:lnTo>
                  <a:pt x="60840" y="3691"/>
                </a:lnTo>
                <a:lnTo>
                  <a:pt x="52919" y="6525"/>
                </a:lnTo>
                <a:lnTo>
                  <a:pt x="45315" y="10122"/>
                </a:lnTo>
                <a:lnTo>
                  <a:pt x="38099" y="14447"/>
                </a:lnTo>
                <a:lnTo>
                  <a:pt x="31342" y="19459"/>
                </a:lnTo>
                <a:lnTo>
                  <a:pt x="25108" y="25108"/>
                </a:lnTo>
                <a:lnTo>
                  <a:pt x="19459" y="31342"/>
                </a:lnTo>
                <a:lnTo>
                  <a:pt x="14447" y="38099"/>
                </a:lnTo>
                <a:lnTo>
                  <a:pt x="10122" y="45315"/>
                </a:lnTo>
                <a:lnTo>
                  <a:pt x="6525" y="52919"/>
                </a:lnTo>
                <a:lnTo>
                  <a:pt x="3691" y="60840"/>
                </a:lnTo>
                <a:lnTo>
                  <a:pt x="1647" y="69001"/>
                </a:lnTo>
                <a:lnTo>
                  <a:pt x="413" y="77322"/>
                </a:lnTo>
                <a:lnTo>
                  <a:pt x="0" y="85725"/>
                </a:lnTo>
                <a:lnTo>
                  <a:pt x="413" y="94128"/>
                </a:lnTo>
                <a:lnTo>
                  <a:pt x="1647" y="102449"/>
                </a:lnTo>
                <a:lnTo>
                  <a:pt x="3691" y="110610"/>
                </a:lnTo>
                <a:lnTo>
                  <a:pt x="6525" y="118531"/>
                </a:lnTo>
                <a:lnTo>
                  <a:pt x="10122" y="126135"/>
                </a:lnTo>
                <a:lnTo>
                  <a:pt x="14447" y="133351"/>
                </a:lnTo>
                <a:lnTo>
                  <a:pt x="19459" y="140108"/>
                </a:lnTo>
                <a:lnTo>
                  <a:pt x="25108" y="146342"/>
                </a:lnTo>
                <a:lnTo>
                  <a:pt x="31342" y="151991"/>
                </a:lnTo>
                <a:lnTo>
                  <a:pt x="38099" y="157003"/>
                </a:lnTo>
                <a:lnTo>
                  <a:pt x="45315" y="161328"/>
                </a:lnTo>
                <a:lnTo>
                  <a:pt x="52919" y="164925"/>
                </a:lnTo>
                <a:lnTo>
                  <a:pt x="60840" y="167759"/>
                </a:lnTo>
                <a:lnTo>
                  <a:pt x="69001" y="169803"/>
                </a:lnTo>
                <a:lnTo>
                  <a:pt x="77322" y="171037"/>
                </a:lnTo>
                <a:lnTo>
                  <a:pt x="85725" y="171450"/>
                </a:lnTo>
                <a:close/>
              </a:path>
            </a:pathLst>
          </a:custGeom>
          <a:solidFill xmlns:a="http://schemas.openxmlformats.org/drawingml/2006/main">
            <a:srgbClr val="18232E"/>
          </a:solidFill>
          <a:ln xmlns:a="http://schemas.openxmlformats.org/drawingml/2006/main" w="0">
            <a:noFill/>
          </a:ln>
        </p:spPr>
      </p:sp>
      <p:sp>
        <p:nvSpPr>
          <p:cNvPr id="128" name="dp41-v4-qa-detail / n120 / circle">
            <a:extLst xmlns:a="http://schemas.openxmlformats.org/drawingml/2006/main">
              <a:ext uri="{FF2B5EF4-FFF2-40B4-BE49-F238E27FC236}">
                <a16:creationId xmlns:a16="http://schemas.microsoft.com/office/drawing/2014/main" id="{0FE3272E-AEEF-4EBF-8731-DBC3B2DFF659}"/>
              </a:ext>
            </a:extLst>
          </p:cNvPr>
          <p:cNvSpPr>
            <a:spLocks xmlns:a="http://schemas.openxmlformats.org/drawingml/2006/main" noGrp="1"/>
          </p:cNvSpPr>
          <p:nvPr/>
        </p:nvSpPr>
        <p:spPr>
          <a:xfrm xmlns:a="http://schemas.openxmlformats.org/drawingml/2006/main">
            <a:off x="3876675" y="6753225"/>
            <a:ext cx="171450" cy="171450"/>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129" name="dp41-v4-qa-detail / n121">
            <a:extLst xmlns:a="http://schemas.openxmlformats.org/drawingml/2006/main">
              <a:ext uri="{FF2B5EF4-FFF2-40B4-BE49-F238E27FC236}">
                <a16:creationId xmlns:a16="http://schemas.microsoft.com/office/drawing/2014/main" id="{81296F54-A104-4168-86B4-524263520CAB}"/>
              </a:ext>
            </a:extLst>
          </p:cNvPr>
          <p:cNvSpPr>
            <a:spLocks xmlns:a="http://schemas.openxmlformats.org/drawingml/2006/main" noGrp="1"/>
          </p:cNvSpPr>
          <p:nvPr/>
        </p:nvSpPr>
        <p:spPr>
          <a:xfrm xmlns:a="http://schemas.openxmlformats.org/drawingml/2006/main">
            <a:off x="4181475" y="6686550"/>
            <a:ext cx="809625" cy="357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1">
                <a:solidFill>
                  <a:srgbClr val="18232E"/>
                </a:solidFill>
                <a:latin typeface="Apple SD Gothic Neo"/>
                <a:ea typeface="Apple SD Gothic Neo"/>
                <a:cs typeface="Apple SD Gothic Neo"/>
              </a:defRPr>
            </a:pPr>
            <a:r>
              <a:rPr sz="1875" b="1">
                <a:solidFill>
                  <a:srgbClr val="18232E"/>
                </a:solidFill>
                <a:latin typeface="Apple SD Gothic Neo"/>
                <a:ea typeface="Apple SD Gothic Neo"/>
                <a:cs typeface="Apple SD Gothic Neo"/>
              </a:rPr>
              <a:t>3점</a:t>
            </a:r>
          </a:p>
        </p:txBody>
      </p:sp>
      <p:sp>
        <p:nvSpPr>
          <p:cNvPr id="130" name="dp41-v4-qa-detail / n122">
            <a:extLst xmlns:a="http://schemas.openxmlformats.org/drawingml/2006/main">
              <a:ext uri="{FF2B5EF4-FFF2-40B4-BE49-F238E27FC236}">
                <a16:creationId xmlns:a16="http://schemas.microsoft.com/office/drawing/2014/main" id="{3564C042-30E9-4714-91E4-5466799927DD}"/>
              </a:ext>
            </a:extLst>
          </p:cNvPr>
          <p:cNvSpPr>
            <a:spLocks xmlns:a="http://schemas.openxmlformats.org/drawingml/2006/main" noGrp="1"/>
          </p:cNvSpPr>
          <p:nvPr/>
        </p:nvSpPr>
        <p:spPr>
          <a:xfrm xmlns:a="http://schemas.openxmlformats.org/drawingml/2006/main">
            <a:off x="5076825" y="6667500"/>
            <a:ext cx="4000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1">
                <a:solidFill>
                  <a:srgbClr val="18232E"/>
                </a:solidFill>
                <a:latin typeface="Apple SD Gothic Neo"/>
                <a:ea typeface="Apple SD Gothic Neo"/>
                <a:cs typeface="Apple SD Gothic Neo"/>
              </a:defRPr>
            </a:pPr>
            <a:r>
              <a:rPr sz="2100" b="1">
                <a:solidFill>
                  <a:srgbClr val="18232E"/>
                </a:solidFill>
                <a:latin typeface="Apple SD Gothic Neo"/>
                <a:ea typeface="Apple SD Gothic Neo"/>
                <a:cs typeface="Apple SD Gothic Neo"/>
              </a:rPr>
              <a:t>2.167개</a:t>
            </a:r>
          </a:p>
        </p:txBody>
      </p:sp>
      <p:sp>
        <p:nvSpPr>
          <p:cNvPr id="131" name="dp41-v4-qa-detail / n123">
            <a:extLst xmlns:a="http://schemas.openxmlformats.org/drawingml/2006/main">
              <a:ext uri="{FF2B5EF4-FFF2-40B4-BE49-F238E27FC236}">
                <a16:creationId xmlns:a16="http://schemas.microsoft.com/office/drawing/2014/main" id="{BDFD1B41-2E96-44FD-B635-991EA359E53C}"/>
              </a:ext>
            </a:extLst>
          </p:cNvPr>
          <p:cNvSpPr>
            <a:spLocks xmlns:a="http://schemas.openxmlformats.org/drawingml/2006/main" noGrp="1"/>
          </p:cNvSpPr>
          <p:nvPr/>
        </p:nvSpPr>
        <p:spPr>
          <a:xfrm xmlns:a="http://schemas.openxmlformats.org/drawingml/2006/main">
            <a:off x="3457575" y="7096125"/>
            <a:ext cx="58293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18232E"/>
                </a:solidFill>
                <a:latin typeface="Apple SD Gothic Neo"/>
                <a:ea typeface="Apple SD Gothic Neo"/>
                <a:cs typeface="Apple SD Gothic Neo"/>
              </a:defRPr>
            </a:pPr>
            <a:r>
              <a:rPr sz="1500" b="0">
                <a:solidFill>
                  <a:srgbClr val="18232E"/>
                </a:solidFill>
                <a:latin typeface="Apple SD Gothic Neo"/>
                <a:ea typeface="Apple SD Gothic Neo"/>
                <a:cs typeface="Apple SD Gothic Neo"/>
              </a:rPr>
              <a:t>새 관계의 모델 지침과 검증 변경</a:t>
            </a:r>
          </a:p>
        </p:txBody>
      </p:sp>
      <p:sp>
        <p:nvSpPr>
          <p:cNvPr id="132" name="dp41-v4-qa-detail / n124 / circle">
            <a:extLst xmlns:a="http://schemas.openxmlformats.org/drawingml/2006/main">
              <a:ext uri="{FF2B5EF4-FFF2-40B4-BE49-F238E27FC236}">
                <a16:creationId xmlns:a16="http://schemas.microsoft.com/office/drawing/2014/main" id="{EDC63DF1-2805-480E-8A27-9F5485100481}"/>
              </a:ext>
            </a:extLst>
          </p:cNvPr>
          <p:cNvSpPr>
            <a:spLocks xmlns:a="http://schemas.openxmlformats.org/drawingml/2006/main" noGrp="1"/>
          </p:cNvSpPr>
          <p:nvPr/>
        </p:nvSpPr>
        <p:spPr>
          <a:xfrm xmlns:a="http://schemas.openxmlformats.org/drawingml/2006/main">
            <a:off x="9648825" y="6753225"/>
            <a:ext cx="171450" cy="171450"/>
          </a:xfrm>
          <a:prstGeom xmlns:a="http://schemas.openxmlformats.org/drawingml/2006/main" prst="ellipse">
            <a:avLst/>
          </a:prstGeom>
          <a:solidFill xmlns:a="http://schemas.openxmlformats.org/drawingml/2006/main">
            <a:srgbClr val="18232E"/>
          </a:solidFill>
          <a:ln xmlns:a="http://schemas.openxmlformats.org/drawingml/2006/main" w="10478">
            <a:solidFill>
              <a:srgbClr val="18232E"/>
            </a:solidFill>
          </a:ln>
        </p:spPr>
      </p:sp>
      <p:sp>
        <p:nvSpPr>
          <p:cNvPr id="133" name="dp41-v4-qa-detail / n125 / circle">
            <a:extLst xmlns:a="http://schemas.openxmlformats.org/drawingml/2006/main">
              <a:ext uri="{FF2B5EF4-FFF2-40B4-BE49-F238E27FC236}">
                <a16:creationId xmlns:a16="http://schemas.microsoft.com/office/drawing/2014/main" id="{961809DF-4218-4FD0-A538-A761CECD8DAA}"/>
              </a:ext>
            </a:extLst>
          </p:cNvPr>
          <p:cNvSpPr>
            <a:spLocks xmlns:a="http://schemas.openxmlformats.org/drawingml/2006/main" noGrp="1"/>
          </p:cNvSpPr>
          <p:nvPr/>
        </p:nvSpPr>
        <p:spPr>
          <a:xfrm xmlns:a="http://schemas.openxmlformats.org/drawingml/2006/main">
            <a:off x="9858375" y="6753225"/>
            <a:ext cx="171450" cy="171450"/>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134" name="dp41-v4-qa-detail / n126 / circle">
            <a:extLst xmlns:a="http://schemas.openxmlformats.org/drawingml/2006/main">
              <a:ext uri="{FF2B5EF4-FFF2-40B4-BE49-F238E27FC236}">
                <a16:creationId xmlns:a16="http://schemas.microsoft.com/office/drawing/2014/main" id="{3B3FD8E6-00F1-4D6A-BF80-2575113F8DF3}"/>
              </a:ext>
            </a:extLst>
          </p:cNvPr>
          <p:cNvSpPr>
            <a:spLocks xmlns:a="http://schemas.openxmlformats.org/drawingml/2006/main" noGrp="1"/>
          </p:cNvSpPr>
          <p:nvPr/>
        </p:nvSpPr>
        <p:spPr>
          <a:xfrm xmlns:a="http://schemas.openxmlformats.org/drawingml/2006/main">
            <a:off x="10067925" y="6753225"/>
            <a:ext cx="171450" cy="171450"/>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135" name="dp41-v4-qa-detail / n127">
            <a:extLst xmlns:a="http://schemas.openxmlformats.org/drawingml/2006/main">
              <a:ext uri="{FF2B5EF4-FFF2-40B4-BE49-F238E27FC236}">
                <a16:creationId xmlns:a16="http://schemas.microsoft.com/office/drawing/2014/main" id="{FE9A9C39-37DF-4F4B-89B1-7224D90A5502}"/>
              </a:ext>
            </a:extLst>
          </p:cNvPr>
          <p:cNvSpPr>
            <a:spLocks xmlns:a="http://schemas.openxmlformats.org/drawingml/2006/main" noGrp="1"/>
          </p:cNvSpPr>
          <p:nvPr/>
        </p:nvSpPr>
        <p:spPr>
          <a:xfrm xmlns:a="http://schemas.openxmlformats.org/drawingml/2006/main">
            <a:off x="10372725" y="6686550"/>
            <a:ext cx="809625" cy="357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1">
                <a:solidFill>
                  <a:srgbClr val="18232E"/>
                </a:solidFill>
                <a:latin typeface="Apple SD Gothic Neo"/>
                <a:ea typeface="Apple SD Gothic Neo"/>
                <a:cs typeface="Apple SD Gothic Neo"/>
              </a:defRPr>
            </a:pPr>
            <a:r>
              <a:rPr sz="1875" b="1">
                <a:solidFill>
                  <a:srgbClr val="18232E"/>
                </a:solidFill>
                <a:latin typeface="Apple SD Gothic Neo"/>
                <a:ea typeface="Apple SD Gothic Neo"/>
                <a:cs typeface="Apple SD Gothic Neo"/>
              </a:rPr>
              <a:t>2점</a:t>
            </a:r>
          </a:p>
        </p:txBody>
      </p:sp>
      <p:sp>
        <p:nvSpPr>
          <p:cNvPr id="136" name="dp41-v4-qa-detail / n128">
            <a:extLst xmlns:a="http://schemas.openxmlformats.org/drawingml/2006/main">
              <a:ext uri="{FF2B5EF4-FFF2-40B4-BE49-F238E27FC236}">
                <a16:creationId xmlns:a16="http://schemas.microsoft.com/office/drawing/2014/main" id="{64339464-7EC1-4712-A318-A6CE3CD75687}"/>
              </a:ext>
            </a:extLst>
          </p:cNvPr>
          <p:cNvSpPr>
            <a:spLocks xmlns:a="http://schemas.openxmlformats.org/drawingml/2006/main" noGrp="1"/>
          </p:cNvSpPr>
          <p:nvPr/>
        </p:nvSpPr>
        <p:spPr>
          <a:xfrm xmlns:a="http://schemas.openxmlformats.org/drawingml/2006/main">
            <a:off x="11268075" y="6667500"/>
            <a:ext cx="4000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1">
                <a:solidFill>
                  <a:srgbClr val="18232E"/>
                </a:solidFill>
                <a:latin typeface="Apple SD Gothic Neo"/>
                <a:ea typeface="Apple SD Gothic Neo"/>
                <a:cs typeface="Apple SD Gothic Neo"/>
              </a:defRPr>
            </a:pPr>
            <a:r>
              <a:rPr sz="2100" b="1">
                <a:solidFill>
                  <a:srgbClr val="18232E"/>
                </a:solidFill>
                <a:latin typeface="Apple SD Gothic Neo"/>
                <a:ea typeface="Apple SD Gothic Neo"/>
                <a:cs typeface="Apple SD Gothic Neo"/>
              </a:rPr>
              <a:t>2.333개</a:t>
            </a:r>
          </a:p>
        </p:txBody>
      </p:sp>
      <p:sp>
        <p:nvSpPr>
          <p:cNvPr id="137" name="dp41-v4-qa-detail / n129">
            <a:extLst xmlns:a="http://schemas.openxmlformats.org/drawingml/2006/main">
              <a:ext uri="{FF2B5EF4-FFF2-40B4-BE49-F238E27FC236}">
                <a16:creationId xmlns:a16="http://schemas.microsoft.com/office/drawing/2014/main" id="{DA03B5C5-9130-4DFC-BD41-BBCF32538D99}"/>
              </a:ext>
            </a:extLst>
          </p:cNvPr>
          <p:cNvSpPr>
            <a:spLocks xmlns:a="http://schemas.openxmlformats.org/drawingml/2006/main" noGrp="1"/>
          </p:cNvSpPr>
          <p:nvPr/>
        </p:nvSpPr>
        <p:spPr>
          <a:xfrm xmlns:a="http://schemas.openxmlformats.org/drawingml/2006/main">
            <a:off x="9648825" y="7096125"/>
            <a:ext cx="58293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18232E"/>
                </a:solidFill>
                <a:latin typeface="Apple SD Gothic Neo"/>
                <a:ea typeface="Apple SD Gothic Neo"/>
                <a:cs typeface="Apple SD Gothic Neo"/>
              </a:defRPr>
            </a:pPr>
            <a:r>
              <a:rPr sz="1500" b="0">
                <a:solidFill>
                  <a:srgbClr val="18232E"/>
                </a:solidFill>
                <a:latin typeface="Apple SD Gothic Neo"/>
                <a:ea typeface="Apple SD Gothic Neo"/>
                <a:cs typeface="Apple SD Gothic Neo"/>
              </a:rPr>
              <a:t>새 관계의 틀과 Engine 규칙 변경</a:t>
            </a:r>
          </a:p>
        </p:txBody>
      </p:sp>
      <p:sp>
        <p:nvSpPr>
          <p:cNvPr id="138" name="dp41-v4-qa-detail / n130">
            <a:extLst xmlns:a="http://schemas.openxmlformats.org/drawingml/2006/main">
              <a:ext uri="{FF2B5EF4-FFF2-40B4-BE49-F238E27FC236}">
                <a16:creationId xmlns:a16="http://schemas.microsoft.com/office/drawing/2014/main" id="{F87DDE10-6936-457D-AD65-0C2BAE192E28}"/>
              </a:ext>
            </a:extLst>
          </p:cNvPr>
          <p:cNvSpPr>
            <a:spLocks xmlns:a="http://schemas.openxmlformats.org/drawingml/2006/main" noGrp="1"/>
          </p:cNvSpPr>
          <p:nvPr/>
        </p:nvSpPr>
        <p:spPr>
          <a:xfrm xmlns:a="http://schemas.openxmlformats.org/drawingml/2006/main">
            <a:off x="15801975" y="6743700"/>
            <a:ext cx="1952625" cy="3286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1">
                <a:solidFill>
                  <a:srgbClr val="18232E"/>
                </a:solidFill>
                <a:latin typeface="Apple SD Gothic Neo"/>
                <a:ea typeface="Apple SD Gothic Neo"/>
                <a:cs typeface="Apple SD Gothic Neo"/>
              </a:defRPr>
            </a:pPr>
            <a:r>
              <a:rPr sz="1725" b="1">
                <a:solidFill>
                  <a:srgbClr val="18232E"/>
                </a:solidFill>
                <a:latin typeface="Apple SD Gothic Neo"/>
                <a:ea typeface="Apple SD Gothic Neo"/>
                <a:cs typeface="Apple SD Gothic Neo"/>
              </a:rPr>
              <a:t>0.167개</a:t>
            </a:r>
          </a:p>
        </p:txBody>
      </p:sp>
      <p:sp>
        <p:nvSpPr>
          <p:cNvPr id="139" name="dp41-v4-qa-detail / n131">
            <a:extLst xmlns:a="http://schemas.openxmlformats.org/drawingml/2006/main">
              <a:ext uri="{FF2B5EF4-FFF2-40B4-BE49-F238E27FC236}">
                <a16:creationId xmlns:a16="http://schemas.microsoft.com/office/drawing/2014/main" id="{BA381530-1800-4128-B6BA-13338645B570}"/>
              </a:ext>
            </a:extLst>
          </p:cNvPr>
          <p:cNvSpPr>
            <a:spLocks xmlns:a="http://schemas.openxmlformats.org/drawingml/2006/main" noGrp="1"/>
          </p:cNvSpPr>
          <p:nvPr/>
        </p:nvSpPr>
        <p:spPr>
          <a:xfrm xmlns:a="http://schemas.openxmlformats.org/drawingml/2006/main">
            <a:off x="15801975" y="7124700"/>
            <a:ext cx="1952625" cy="2714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425" b="0">
                <a:solidFill>
                  <a:srgbClr val="5F6B77"/>
                </a:solidFill>
                <a:latin typeface="Apple SD Gothic Neo"/>
                <a:ea typeface="Apple SD Gothic Neo"/>
                <a:cs typeface="Apple SD Gothic Neo"/>
              </a:defRPr>
            </a:pPr>
            <a:r>
              <a:rPr sz="1425" b="0">
                <a:solidFill>
                  <a:srgbClr val="5F6B77"/>
                </a:solidFill>
                <a:latin typeface="Apple SD Gothic Neo"/>
                <a:ea typeface="Apple SD Gothic Neo"/>
                <a:cs typeface="Apple SD Gothic Neo"/>
              </a:rPr>
              <a:t>차이 기준 미만</a:t>
            </a:r>
          </a:p>
        </p:txBody>
      </p:sp>
      <p:sp>
        <p:nvSpPr>
          <p:cNvPr id="140" name="dp41-v4-qa-detail / n132">
            <a:extLst xmlns:a="http://schemas.openxmlformats.org/drawingml/2006/main">
              <a:ext uri="{FF2B5EF4-FFF2-40B4-BE49-F238E27FC236}">
                <a16:creationId xmlns:a16="http://schemas.microsoft.com/office/drawing/2014/main" id="{FA2A4384-69CB-4B37-A160-0FDA08EFA17B}"/>
              </a:ext>
            </a:extLst>
          </p:cNvPr>
          <p:cNvSpPr>
            <a:spLocks xmlns:a="http://schemas.openxmlformats.org/drawingml/2006/main" noGrp="1"/>
          </p:cNvSpPr>
          <p:nvPr/>
        </p:nvSpPr>
        <p:spPr>
          <a:xfrm xmlns:a="http://schemas.openxmlformats.org/drawingml/2006/main">
            <a:off x="15801975" y="7353300"/>
            <a:ext cx="1952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5F6B77"/>
                </a:solidFill>
                <a:latin typeface="Apple SD Gothic Neo"/>
                <a:ea typeface="Apple SD Gothic Neo"/>
                <a:cs typeface="Apple SD Gothic Neo"/>
              </a:defRPr>
            </a:pPr>
            <a:r>
              <a:rPr sz="1200" b="0">
                <a:solidFill>
                  <a:srgbClr val="5F6B77"/>
                </a:solidFill>
                <a:latin typeface="Apple SD Gothic Neo"/>
                <a:ea typeface="Apple SD Gothic Neo"/>
                <a:cs typeface="Apple SD Gothic Neo"/>
              </a:rPr>
              <a:t>기준 0.50개</a:t>
            </a:r>
          </a:p>
        </p:txBody>
      </p:sp>
      <p:sp>
        <p:nvSpPr>
          <p:cNvPr id="141" name="dp41-v4-qa-detail / n133">
            <a:extLst xmlns:a="http://schemas.openxmlformats.org/drawingml/2006/main">
              <a:ext uri="{FF2B5EF4-FFF2-40B4-BE49-F238E27FC236}">
                <a16:creationId xmlns:a16="http://schemas.microsoft.com/office/drawing/2014/main" id="{EF07AD9B-6FFC-4452-90EB-D0FC79CB7039}"/>
              </a:ext>
            </a:extLst>
          </p:cNvPr>
          <p:cNvSpPr>
            <a:spLocks xmlns:a="http://schemas.openxmlformats.org/drawingml/2006/main" noGrp="1"/>
          </p:cNvSpPr>
          <p:nvPr/>
        </p:nvSpPr>
        <p:spPr>
          <a:xfrm xmlns:a="http://schemas.openxmlformats.org/drawingml/2006/main">
            <a:off x="381000" y="8591550"/>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1430">
            <a:solidFill>
              <a:srgbClr val="CDD6DE"/>
            </a:solidFill>
          </a:ln>
        </p:spPr>
      </p:sp>
      <p:sp>
        <p:nvSpPr>
          <p:cNvPr id="142" name="dp41-v4-qa-detail / n134">
            <a:extLst xmlns:a="http://schemas.openxmlformats.org/drawingml/2006/main">
              <a:ext uri="{FF2B5EF4-FFF2-40B4-BE49-F238E27FC236}">
                <a16:creationId xmlns:a16="http://schemas.microsoft.com/office/drawing/2014/main" id="{3584DDBD-F4D7-405E-A0D3-B3F5C35DD2C5}"/>
              </a:ext>
            </a:extLst>
          </p:cNvPr>
          <p:cNvSpPr>
            <a:spLocks xmlns:a="http://schemas.openxmlformats.org/drawingml/2006/main" noGrp="1"/>
          </p:cNvSpPr>
          <p:nvPr/>
        </p:nvSpPr>
        <p:spPr>
          <a:xfrm xmlns:a="http://schemas.openxmlformats.org/drawingml/2006/main">
            <a:off x="533400" y="7696200"/>
            <a:ext cx="25146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1">
                <a:solidFill>
                  <a:srgbClr val="18232E"/>
                </a:solidFill>
                <a:latin typeface="Apple SD Gothic Neo"/>
                <a:ea typeface="Apple SD Gothic Neo"/>
                <a:cs typeface="Apple SD Gothic Neo"/>
              </a:defRPr>
            </a:pPr>
            <a:r>
              <a:rPr sz="1650" b="1">
                <a:solidFill>
                  <a:srgbClr val="18232E"/>
                </a:solidFill>
                <a:latin typeface="Apple SD Gothic Neo"/>
                <a:ea typeface="Apple SD Gothic Neo"/>
                <a:cs typeface="Apple SD Gothic Neo"/>
              </a:rPr>
              <a:t>06  로컬 VIA 메모리 사용량</a:t>
            </a:r>
          </a:p>
        </p:txBody>
      </p:sp>
      <p:sp>
        <p:nvSpPr>
          <p:cNvPr id="143" name="dp41-v4-qa-detail / n135">
            <a:extLst xmlns:a="http://schemas.openxmlformats.org/drawingml/2006/main">
              <a:ext uri="{FF2B5EF4-FFF2-40B4-BE49-F238E27FC236}">
                <a16:creationId xmlns:a16="http://schemas.microsoft.com/office/drawing/2014/main" id="{56A1CC55-1899-4C75-970A-8D0EFF0EFCD0}"/>
              </a:ext>
            </a:extLst>
          </p:cNvPr>
          <p:cNvSpPr>
            <a:spLocks xmlns:a="http://schemas.openxmlformats.org/drawingml/2006/main" noGrp="1"/>
          </p:cNvSpPr>
          <p:nvPr/>
        </p:nvSpPr>
        <p:spPr>
          <a:xfrm xmlns:a="http://schemas.openxmlformats.org/drawingml/2006/main">
            <a:off x="533400" y="8058150"/>
            <a:ext cx="2514600" cy="2714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425" b="0">
                <a:solidFill>
                  <a:srgbClr val="5F6B77"/>
                </a:solidFill>
                <a:latin typeface="Apple SD Gothic Neo"/>
                <a:ea typeface="Apple SD Gothic Neo"/>
                <a:cs typeface="Apple SD Gothic Neo"/>
              </a:defRPr>
            </a:pPr>
            <a:r>
              <a:rPr sz="1425" b="0">
                <a:solidFill>
                  <a:srgbClr val="5F6B77"/>
                </a:solidFill>
                <a:latin typeface="Apple SD Gothic Neo"/>
                <a:ea typeface="Apple SD Gothic Neo"/>
                <a:cs typeface="Apple SD Gothic Neo"/>
              </a:rPr>
              <a:t>목표 ≤4,096MiB</a:t>
            </a:r>
          </a:p>
        </p:txBody>
      </p:sp>
      <p:sp>
        <p:nvSpPr>
          <p:cNvPr id="144" name="dp41-v4-qa-detail / n136 / circle">
            <a:extLst xmlns:a="http://schemas.openxmlformats.org/drawingml/2006/main">
              <a:ext uri="{FF2B5EF4-FFF2-40B4-BE49-F238E27FC236}">
                <a16:creationId xmlns:a16="http://schemas.microsoft.com/office/drawing/2014/main" id="{92EFF1E0-AECF-4B77-8175-5081157036B4}"/>
              </a:ext>
            </a:extLst>
          </p:cNvPr>
          <p:cNvSpPr>
            <a:spLocks xmlns:a="http://schemas.openxmlformats.org/drawingml/2006/main" noGrp="1"/>
          </p:cNvSpPr>
          <p:nvPr/>
        </p:nvSpPr>
        <p:spPr>
          <a:xfrm xmlns:a="http://schemas.openxmlformats.org/drawingml/2006/main">
            <a:off x="3457575" y="7753350"/>
            <a:ext cx="171450" cy="171450"/>
          </a:xfrm>
          <a:prstGeom xmlns:a="http://schemas.openxmlformats.org/drawingml/2006/main" prst="ellipse">
            <a:avLst/>
          </a:prstGeom>
          <a:solidFill xmlns:a="http://schemas.openxmlformats.org/drawingml/2006/main">
            <a:srgbClr val="18232E"/>
          </a:solidFill>
          <a:ln xmlns:a="http://schemas.openxmlformats.org/drawingml/2006/main" w="10478">
            <a:solidFill>
              <a:srgbClr val="18232E"/>
            </a:solidFill>
          </a:ln>
        </p:spPr>
      </p:sp>
      <p:sp>
        <p:nvSpPr>
          <p:cNvPr id="145" name="dp41-v4-qa-detail / n137 / circle">
            <a:extLst xmlns:a="http://schemas.openxmlformats.org/drawingml/2006/main">
              <a:ext uri="{FF2B5EF4-FFF2-40B4-BE49-F238E27FC236}">
                <a16:creationId xmlns:a16="http://schemas.microsoft.com/office/drawing/2014/main" id="{19A0C594-355E-48EA-9557-561DF847D32F}"/>
              </a:ext>
            </a:extLst>
          </p:cNvPr>
          <p:cNvSpPr>
            <a:spLocks xmlns:a="http://schemas.openxmlformats.org/drawingml/2006/main" noGrp="1"/>
          </p:cNvSpPr>
          <p:nvPr/>
        </p:nvSpPr>
        <p:spPr>
          <a:xfrm xmlns:a="http://schemas.openxmlformats.org/drawingml/2006/main">
            <a:off x="3667125" y="7753350"/>
            <a:ext cx="171450" cy="171450"/>
          </a:xfrm>
          <a:prstGeom xmlns:a="http://schemas.openxmlformats.org/drawingml/2006/main" prst="ellipse">
            <a:avLst/>
          </a:prstGeom>
          <a:solidFill xmlns:a="http://schemas.openxmlformats.org/drawingml/2006/main">
            <a:srgbClr val="18232E"/>
          </a:solidFill>
          <a:ln xmlns:a="http://schemas.openxmlformats.org/drawingml/2006/main" w="10478">
            <a:solidFill>
              <a:srgbClr val="18232E"/>
            </a:solidFill>
          </a:ln>
        </p:spPr>
      </p:sp>
      <p:sp>
        <p:nvSpPr>
          <p:cNvPr id="146" name="dp41-v4-qa-detail / n138 / circle">
            <a:extLst xmlns:a="http://schemas.openxmlformats.org/drawingml/2006/main">
              <a:ext uri="{FF2B5EF4-FFF2-40B4-BE49-F238E27FC236}">
                <a16:creationId xmlns:a16="http://schemas.microsoft.com/office/drawing/2014/main" id="{0CF14261-188E-46B3-9045-1865399125D7}"/>
              </a:ext>
            </a:extLst>
          </p:cNvPr>
          <p:cNvSpPr>
            <a:spLocks xmlns:a="http://schemas.openxmlformats.org/drawingml/2006/main" noGrp="1"/>
          </p:cNvSpPr>
          <p:nvPr/>
        </p:nvSpPr>
        <p:spPr>
          <a:xfrm xmlns:a="http://schemas.openxmlformats.org/drawingml/2006/main">
            <a:off x="3876675" y="7753350"/>
            <a:ext cx="171450" cy="171450"/>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147" name="dp41-v4-qa-detail / n139">
            <a:extLst xmlns:a="http://schemas.openxmlformats.org/drawingml/2006/main">
              <a:ext uri="{FF2B5EF4-FFF2-40B4-BE49-F238E27FC236}">
                <a16:creationId xmlns:a16="http://schemas.microsoft.com/office/drawing/2014/main" id="{D85F76E7-26D0-46F6-858F-63D71C3F5790}"/>
              </a:ext>
            </a:extLst>
          </p:cNvPr>
          <p:cNvSpPr>
            <a:spLocks xmlns:a="http://schemas.openxmlformats.org/drawingml/2006/main" noGrp="1"/>
          </p:cNvSpPr>
          <p:nvPr/>
        </p:nvSpPr>
        <p:spPr>
          <a:xfrm xmlns:a="http://schemas.openxmlformats.org/drawingml/2006/main">
            <a:off x="4181475" y="7686675"/>
            <a:ext cx="809625" cy="357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1">
                <a:solidFill>
                  <a:srgbClr val="18232E"/>
                </a:solidFill>
                <a:latin typeface="Apple SD Gothic Neo"/>
                <a:ea typeface="Apple SD Gothic Neo"/>
                <a:cs typeface="Apple SD Gothic Neo"/>
              </a:defRPr>
            </a:pPr>
            <a:r>
              <a:rPr sz="1875" b="1">
                <a:solidFill>
                  <a:srgbClr val="18232E"/>
                </a:solidFill>
                <a:latin typeface="Apple SD Gothic Neo"/>
                <a:ea typeface="Apple SD Gothic Neo"/>
                <a:cs typeface="Apple SD Gothic Neo"/>
              </a:rPr>
              <a:t>4점</a:t>
            </a:r>
          </a:p>
        </p:txBody>
      </p:sp>
      <p:sp>
        <p:nvSpPr>
          <p:cNvPr id="148" name="dp41-v4-qa-detail / n140">
            <a:extLst xmlns:a="http://schemas.openxmlformats.org/drawingml/2006/main">
              <a:ext uri="{FF2B5EF4-FFF2-40B4-BE49-F238E27FC236}">
                <a16:creationId xmlns:a16="http://schemas.microsoft.com/office/drawing/2014/main" id="{576FF78C-FD0E-4F52-B573-F60AB5A6C535}"/>
              </a:ext>
            </a:extLst>
          </p:cNvPr>
          <p:cNvSpPr>
            <a:spLocks xmlns:a="http://schemas.openxmlformats.org/drawingml/2006/main" noGrp="1"/>
          </p:cNvSpPr>
          <p:nvPr/>
        </p:nvSpPr>
        <p:spPr>
          <a:xfrm xmlns:a="http://schemas.openxmlformats.org/drawingml/2006/main">
            <a:off x="5076825" y="7667625"/>
            <a:ext cx="4000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1">
                <a:solidFill>
                  <a:srgbClr val="18232E"/>
                </a:solidFill>
                <a:latin typeface="Apple SD Gothic Neo"/>
                <a:ea typeface="Apple SD Gothic Neo"/>
                <a:cs typeface="Apple SD Gothic Neo"/>
              </a:defRPr>
            </a:pPr>
            <a:r>
              <a:rPr sz="2100" b="1">
                <a:solidFill>
                  <a:srgbClr val="18232E"/>
                </a:solidFill>
                <a:latin typeface="Apple SD Gothic Neo"/>
                <a:ea typeface="Apple SD Gothic Neo"/>
                <a:cs typeface="Apple SD Gothic Neo"/>
              </a:rPr>
              <a:t>1,792MiB</a:t>
            </a:r>
          </a:p>
        </p:txBody>
      </p:sp>
      <p:sp>
        <p:nvSpPr>
          <p:cNvPr id="149" name="dp41-v4-qa-detail / n141">
            <a:extLst xmlns:a="http://schemas.openxmlformats.org/drawingml/2006/main">
              <a:ext uri="{FF2B5EF4-FFF2-40B4-BE49-F238E27FC236}">
                <a16:creationId xmlns:a16="http://schemas.microsoft.com/office/drawing/2014/main" id="{DCD75D3D-6A29-460A-A80D-03A0B7D7F1EA}"/>
              </a:ext>
            </a:extLst>
          </p:cNvPr>
          <p:cNvSpPr>
            <a:spLocks xmlns:a="http://schemas.openxmlformats.org/drawingml/2006/main" noGrp="1"/>
          </p:cNvSpPr>
          <p:nvPr/>
        </p:nvSpPr>
        <p:spPr>
          <a:xfrm xmlns:a="http://schemas.openxmlformats.org/drawingml/2006/main">
            <a:off x="3457575" y="8096250"/>
            <a:ext cx="58293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18232E"/>
                </a:solidFill>
                <a:latin typeface="Apple SD Gothic Neo"/>
                <a:ea typeface="Apple SD Gothic Neo"/>
                <a:cs typeface="Apple SD Gothic Neo"/>
              </a:defRPr>
            </a:pPr>
            <a:r>
              <a:rPr sz="1500" b="0">
                <a:solidFill>
                  <a:srgbClr val="18232E"/>
                </a:solidFill>
                <a:latin typeface="Apple SD Gothic Neo"/>
                <a:ea typeface="Apple SD Gothic Neo"/>
                <a:cs typeface="Apple SD Gothic Neo"/>
              </a:rPr>
              <a:t>조회 결과와 모델 제공 Context 유지</a:t>
            </a:r>
          </a:p>
        </p:txBody>
      </p:sp>
      <p:sp>
        <p:nvSpPr>
          <p:cNvPr id="150" name="dp41-v4-qa-detail / n142 / circle">
            <a:extLst xmlns:a="http://schemas.openxmlformats.org/drawingml/2006/main">
              <a:ext uri="{FF2B5EF4-FFF2-40B4-BE49-F238E27FC236}">
                <a16:creationId xmlns:a16="http://schemas.microsoft.com/office/drawing/2014/main" id="{F3191F64-0F9F-4BEB-B436-1844147074DE}"/>
              </a:ext>
            </a:extLst>
          </p:cNvPr>
          <p:cNvSpPr>
            <a:spLocks xmlns:a="http://schemas.openxmlformats.org/drawingml/2006/main" noGrp="1"/>
          </p:cNvSpPr>
          <p:nvPr/>
        </p:nvSpPr>
        <p:spPr>
          <a:xfrm xmlns:a="http://schemas.openxmlformats.org/drawingml/2006/main">
            <a:off x="9648825" y="7753350"/>
            <a:ext cx="171450" cy="171450"/>
          </a:xfrm>
          <a:prstGeom xmlns:a="http://schemas.openxmlformats.org/drawingml/2006/main" prst="ellipse">
            <a:avLst/>
          </a:prstGeom>
          <a:solidFill xmlns:a="http://schemas.openxmlformats.org/drawingml/2006/main">
            <a:srgbClr val="18232E"/>
          </a:solidFill>
          <a:ln xmlns:a="http://schemas.openxmlformats.org/drawingml/2006/main" w="10478">
            <a:solidFill>
              <a:srgbClr val="18232E"/>
            </a:solidFill>
          </a:ln>
        </p:spPr>
      </p:sp>
      <p:sp>
        <p:nvSpPr>
          <p:cNvPr id="151" name="dp41-v4-qa-detail / n143 / circle">
            <a:extLst xmlns:a="http://schemas.openxmlformats.org/drawingml/2006/main">
              <a:ext uri="{FF2B5EF4-FFF2-40B4-BE49-F238E27FC236}">
                <a16:creationId xmlns:a16="http://schemas.microsoft.com/office/drawing/2014/main" id="{0C8F1AFF-FB5E-458F-B9E7-3725C26B0F18}"/>
              </a:ext>
            </a:extLst>
          </p:cNvPr>
          <p:cNvSpPr>
            <a:spLocks xmlns:a="http://schemas.openxmlformats.org/drawingml/2006/main" noGrp="1"/>
          </p:cNvSpPr>
          <p:nvPr/>
        </p:nvSpPr>
        <p:spPr>
          <a:xfrm xmlns:a="http://schemas.openxmlformats.org/drawingml/2006/main">
            <a:off x="9858375" y="7753350"/>
            <a:ext cx="171450" cy="171450"/>
          </a:xfrm>
          <a:prstGeom xmlns:a="http://schemas.openxmlformats.org/drawingml/2006/main" prst="ellipse">
            <a:avLst/>
          </a:prstGeom>
          <a:solidFill xmlns:a="http://schemas.openxmlformats.org/drawingml/2006/main">
            <a:srgbClr val="18232E"/>
          </a:solidFill>
          <a:ln xmlns:a="http://schemas.openxmlformats.org/drawingml/2006/main" w="10478">
            <a:solidFill>
              <a:srgbClr val="18232E"/>
            </a:solidFill>
          </a:ln>
        </p:spPr>
      </p:sp>
      <p:sp>
        <p:nvSpPr>
          <p:cNvPr id="152" name="dp41-v4-qa-detail / n144 / circle">
            <a:extLst xmlns:a="http://schemas.openxmlformats.org/drawingml/2006/main">
              <a:ext uri="{FF2B5EF4-FFF2-40B4-BE49-F238E27FC236}">
                <a16:creationId xmlns:a16="http://schemas.microsoft.com/office/drawing/2014/main" id="{F28AC2AE-F9B6-4924-968C-C80BD87C6812}"/>
              </a:ext>
            </a:extLst>
          </p:cNvPr>
          <p:cNvSpPr>
            <a:spLocks xmlns:a="http://schemas.openxmlformats.org/drawingml/2006/main" noGrp="1"/>
          </p:cNvSpPr>
          <p:nvPr/>
        </p:nvSpPr>
        <p:spPr>
          <a:xfrm xmlns:a="http://schemas.openxmlformats.org/drawingml/2006/main">
            <a:off x="10067925" y="7753350"/>
            <a:ext cx="171450" cy="171450"/>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153" name="dp41-v4-qa-detail / n145">
            <a:extLst xmlns:a="http://schemas.openxmlformats.org/drawingml/2006/main">
              <a:ext uri="{FF2B5EF4-FFF2-40B4-BE49-F238E27FC236}">
                <a16:creationId xmlns:a16="http://schemas.microsoft.com/office/drawing/2014/main" id="{1AF16E9B-7D45-4989-B35B-ABAFC68B5B2A}"/>
              </a:ext>
            </a:extLst>
          </p:cNvPr>
          <p:cNvSpPr>
            <a:spLocks xmlns:a="http://schemas.openxmlformats.org/drawingml/2006/main" noGrp="1"/>
          </p:cNvSpPr>
          <p:nvPr/>
        </p:nvSpPr>
        <p:spPr>
          <a:xfrm xmlns:a="http://schemas.openxmlformats.org/drawingml/2006/main">
            <a:off x="10372725" y="7686675"/>
            <a:ext cx="809625" cy="357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1">
                <a:solidFill>
                  <a:srgbClr val="18232E"/>
                </a:solidFill>
                <a:latin typeface="Apple SD Gothic Neo"/>
                <a:ea typeface="Apple SD Gothic Neo"/>
                <a:cs typeface="Apple SD Gothic Neo"/>
              </a:defRPr>
            </a:pPr>
            <a:r>
              <a:rPr sz="1875" b="1">
                <a:solidFill>
                  <a:srgbClr val="18232E"/>
                </a:solidFill>
                <a:latin typeface="Apple SD Gothic Neo"/>
                <a:ea typeface="Apple SD Gothic Neo"/>
                <a:cs typeface="Apple SD Gothic Neo"/>
              </a:rPr>
              <a:t>4점</a:t>
            </a:r>
          </a:p>
        </p:txBody>
      </p:sp>
      <p:sp>
        <p:nvSpPr>
          <p:cNvPr id="154" name="dp41-v4-qa-detail / n146">
            <a:extLst xmlns:a="http://schemas.openxmlformats.org/drawingml/2006/main">
              <a:ext uri="{FF2B5EF4-FFF2-40B4-BE49-F238E27FC236}">
                <a16:creationId xmlns:a16="http://schemas.microsoft.com/office/drawing/2014/main" id="{1E4AF2C6-1D20-4EBB-9F0C-E314FABDD017}"/>
              </a:ext>
            </a:extLst>
          </p:cNvPr>
          <p:cNvSpPr>
            <a:spLocks xmlns:a="http://schemas.openxmlformats.org/drawingml/2006/main" noGrp="1"/>
          </p:cNvSpPr>
          <p:nvPr/>
        </p:nvSpPr>
        <p:spPr>
          <a:xfrm xmlns:a="http://schemas.openxmlformats.org/drawingml/2006/main">
            <a:off x="11268075" y="7667625"/>
            <a:ext cx="4000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1">
                <a:solidFill>
                  <a:srgbClr val="18232E"/>
                </a:solidFill>
                <a:latin typeface="Apple SD Gothic Neo"/>
                <a:ea typeface="Apple SD Gothic Neo"/>
                <a:cs typeface="Apple SD Gothic Neo"/>
              </a:defRPr>
            </a:pPr>
            <a:r>
              <a:rPr sz="2100" b="1">
                <a:solidFill>
                  <a:srgbClr val="18232E"/>
                </a:solidFill>
                <a:latin typeface="Apple SD Gothic Neo"/>
                <a:ea typeface="Apple SD Gothic Neo"/>
                <a:cs typeface="Apple SD Gothic Neo"/>
              </a:rPr>
              <a:t>1,760MiB</a:t>
            </a:r>
          </a:p>
        </p:txBody>
      </p:sp>
      <p:sp>
        <p:nvSpPr>
          <p:cNvPr id="155" name="dp41-v4-qa-detail / n147">
            <a:extLst xmlns:a="http://schemas.openxmlformats.org/drawingml/2006/main">
              <a:ext uri="{FF2B5EF4-FFF2-40B4-BE49-F238E27FC236}">
                <a16:creationId xmlns:a16="http://schemas.microsoft.com/office/drawing/2014/main" id="{967497D2-6D4A-4DB2-92DF-91379392A7BA}"/>
              </a:ext>
            </a:extLst>
          </p:cNvPr>
          <p:cNvSpPr>
            <a:spLocks xmlns:a="http://schemas.openxmlformats.org/drawingml/2006/main" noGrp="1"/>
          </p:cNvSpPr>
          <p:nvPr/>
        </p:nvSpPr>
        <p:spPr>
          <a:xfrm xmlns:a="http://schemas.openxmlformats.org/drawingml/2006/main">
            <a:off x="9648825" y="8096250"/>
            <a:ext cx="58293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18232E"/>
                </a:solidFill>
                <a:latin typeface="Apple SD Gothic Neo"/>
                <a:ea typeface="Apple SD Gothic Neo"/>
                <a:cs typeface="Apple SD Gothic Neo"/>
              </a:defRPr>
            </a:pPr>
            <a:r>
              <a:rPr sz="1500" b="0">
                <a:solidFill>
                  <a:srgbClr val="18232E"/>
                </a:solidFill>
                <a:latin typeface="Apple SD Gothic Neo"/>
                <a:ea typeface="Apple SD Gothic Neo"/>
                <a:cs typeface="Apple SD Gothic Neo"/>
              </a:rPr>
              <a:t>요청 틀과 항목별 후보</a:t>
            </a:r>
          </a:p>
        </p:txBody>
      </p:sp>
      <p:sp>
        <p:nvSpPr>
          <p:cNvPr id="156" name="dp41-v4-qa-detail / n148">
            <a:extLst xmlns:a="http://schemas.openxmlformats.org/drawingml/2006/main">
              <a:ext uri="{FF2B5EF4-FFF2-40B4-BE49-F238E27FC236}">
                <a16:creationId xmlns:a16="http://schemas.microsoft.com/office/drawing/2014/main" id="{D0E8ED1A-FCC8-4EEA-9FE3-8F40997185C1}"/>
              </a:ext>
            </a:extLst>
          </p:cNvPr>
          <p:cNvSpPr>
            <a:spLocks xmlns:a="http://schemas.openxmlformats.org/drawingml/2006/main" noGrp="1"/>
          </p:cNvSpPr>
          <p:nvPr/>
        </p:nvSpPr>
        <p:spPr>
          <a:xfrm xmlns:a="http://schemas.openxmlformats.org/drawingml/2006/main">
            <a:off x="9648825" y="8334375"/>
            <a:ext cx="58293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18232E"/>
                </a:solidFill>
                <a:latin typeface="Apple SD Gothic Neo"/>
                <a:ea typeface="Apple SD Gothic Neo"/>
                <a:cs typeface="Apple SD Gothic Neo"/>
              </a:defRPr>
            </a:pPr>
            <a:r>
              <a:rPr sz="1500" b="0">
                <a:solidFill>
                  <a:srgbClr val="18232E"/>
                </a:solidFill>
                <a:latin typeface="Apple SD Gothic Neo"/>
                <a:ea typeface="Apple SD Gothic Neo"/>
                <a:cs typeface="Apple SD Gothic Neo"/>
              </a:rPr>
              <a:t>해결 상태 유지</a:t>
            </a:r>
          </a:p>
        </p:txBody>
      </p:sp>
      <p:sp>
        <p:nvSpPr>
          <p:cNvPr id="157" name="dp41-v4-qa-detail / n149">
            <a:extLst xmlns:a="http://schemas.openxmlformats.org/drawingml/2006/main">
              <a:ext uri="{FF2B5EF4-FFF2-40B4-BE49-F238E27FC236}">
                <a16:creationId xmlns:a16="http://schemas.microsoft.com/office/drawing/2014/main" id="{04793F50-3AC5-4D40-AFD4-8E8BBEBBAAC4}"/>
              </a:ext>
            </a:extLst>
          </p:cNvPr>
          <p:cNvSpPr>
            <a:spLocks xmlns:a="http://schemas.openxmlformats.org/drawingml/2006/main" noGrp="1"/>
          </p:cNvSpPr>
          <p:nvPr/>
        </p:nvSpPr>
        <p:spPr>
          <a:xfrm xmlns:a="http://schemas.openxmlformats.org/drawingml/2006/main">
            <a:off x="15801975" y="7743825"/>
            <a:ext cx="1952625" cy="3286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1">
                <a:solidFill>
                  <a:srgbClr val="18232E"/>
                </a:solidFill>
                <a:latin typeface="Apple SD Gothic Neo"/>
                <a:ea typeface="Apple SD Gothic Neo"/>
                <a:cs typeface="Apple SD Gothic Neo"/>
              </a:defRPr>
            </a:pPr>
            <a:r>
              <a:rPr sz="1725" b="1">
                <a:solidFill>
                  <a:srgbClr val="18232E"/>
                </a:solidFill>
                <a:latin typeface="Apple SD Gothic Neo"/>
                <a:ea typeface="Apple SD Gothic Neo"/>
                <a:cs typeface="Apple SD Gothic Neo"/>
              </a:rPr>
              <a:t>32MiB</a:t>
            </a:r>
          </a:p>
        </p:txBody>
      </p:sp>
      <p:sp>
        <p:nvSpPr>
          <p:cNvPr id="158" name="dp41-v4-qa-detail / n150">
            <a:extLst xmlns:a="http://schemas.openxmlformats.org/drawingml/2006/main">
              <a:ext uri="{FF2B5EF4-FFF2-40B4-BE49-F238E27FC236}">
                <a16:creationId xmlns:a16="http://schemas.microsoft.com/office/drawing/2014/main" id="{A819023A-84B4-43F3-9B10-D3261B20B2FE}"/>
              </a:ext>
            </a:extLst>
          </p:cNvPr>
          <p:cNvSpPr>
            <a:spLocks xmlns:a="http://schemas.openxmlformats.org/drawingml/2006/main" noGrp="1"/>
          </p:cNvSpPr>
          <p:nvPr/>
        </p:nvSpPr>
        <p:spPr>
          <a:xfrm xmlns:a="http://schemas.openxmlformats.org/drawingml/2006/main">
            <a:off x="15801975" y="8124825"/>
            <a:ext cx="1952625" cy="2714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425" b="0">
                <a:solidFill>
                  <a:srgbClr val="5F6B77"/>
                </a:solidFill>
                <a:latin typeface="Apple SD Gothic Neo"/>
                <a:ea typeface="Apple SD Gothic Neo"/>
                <a:cs typeface="Apple SD Gothic Neo"/>
              </a:defRPr>
            </a:pPr>
            <a:r>
              <a:rPr sz="1425" b="0">
                <a:solidFill>
                  <a:srgbClr val="5F6B77"/>
                </a:solidFill>
                <a:latin typeface="Apple SD Gothic Neo"/>
                <a:ea typeface="Apple SD Gothic Neo"/>
                <a:cs typeface="Apple SD Gothic Neo"/>
              </a:rPr>
              <a:t>차이 기준 미만</a:t>
            </a:r>
          </a:p>
        </p:txBody>
      </p:sp>
      <p:sp>
        <p:nvSpPr>
          <p:cNvPr id="159" name="dp41-v4-qa-detail / n151">
            <a:extLst xmlns:a="http://schemas.openxmlformats.org/drawingml/2006/main">
              <a:ext uri="{FF2B5EF4-FFF2-40B4-BE49-F238E27FC236}">
                <a16:creationId xmlns:a16="http://schemas.microsoft.com/office/drawing/2014/main" id="{16F82E7A-99C4-4681-A5FC-BC7BDAC414EB}"/>
              </a:ext>
            </a:extLst>
          </p:cNvPr>
          <p:cNvSpPr>
            <a:spLocks xmlns:a="http://schemas.openxmlformats.org/drawingml/2006/main" noGrp="1"/>
          </p:cNvSpPr>
          <p:nvPr/>
        </p:nvSpPr>
        <p:spPr>
          <a:xfrm xmlns:a="http://schemas.openxmlformats.org/drawingml/2006/main">
            <a:off x="15801975" y="8353425"/>
            <a:ext cx="1952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5F6B77"/>
                </a:solidFill>
                <a:latin typeface="Apple SD Gothic Neo"/>
                <a:ea typeface="Apple SD Gothic Neo"/>
                <a:cs typeface="Apple SD Gothic Neo"/>
              </a:defRPr>
            </a:pPr>
            <a:r>
              <a:rPr sz="1200" b="0">
                <a:solidFill>
                  <a:srgbClr val="5F6B77"/>
                </a:solidFill>
                <a:latin typeface="Apple SD Gothic Neo"/>
                <a:ea typeface="Apple SD Gothic Neo"/>
                <a:cs typeface="Apple SD Gothic Neo"/>
              </a:rPr>
              <a:t>기준 128MiB</a:t>
            </a:r>
          </a:p>
        </p:txBody>
      </p:sp>
      <p:sp>
        <p:nvSpPr>
          <p:cNvPr id="160" name="dp41-v4-qa-detail / n152">
            <a:extLst xmlns:a="http://schemas.openxmlformats.org/drawingml/2006/main">
              <a:ext uri="{FF2B5EF4-FFF2-40B4-BE49-F238E27FC236}">
                <a16:creationId xmlns:a16="http://schemas.microsoft.com/office/drawing/2014/main" id="{719204EF-7346-4879-A1F3-F1E799B47BF0}"/>
              </a:ext>
            </a:extLst>
          </p:cNvPr>
          <p:cNvSpPr>
            <a:spLocks xmlns:a="http://schemas.openxmlformats.org/drawingml/2006/main" noGrp="1"/>
          </p:cNvSpPr>
          <p:nvPr/>
        </p:nvSpPr>
        <p:spPr>
          <a:xfrm xmlns:a="http://schemas.openxmlformats.org/drawingml/2006/main">
            <a:off x="3238500" y="2143125"/>
            <a:ext cx="953" cy="6457950"/>
          </a:xfrm>
          <a:custGeom xmlns:a="http://schemas.openxmlformats.org/drawingml/2006/main">
            <a:pathLst>
              <a:path w="953" h="6457950">
                <a:moveTo>
                  <a:pt x="0" y="0"/>
                </a:moveTo>
                <a:lnTo>
                  <a:pt x="953" y="6457950"/>
                </a:lnTo>
              </a:path>
            </a:pathLst>
          </a:custGeom>
          <a:noFill xmlns:a="http://schemas.openxmlformats.org/drawingml/2006/main"/>
          <a:ln xmlns:a="http://schemas.openxmlformats.org/drawingml/2006/main" w="11430">
            <a:solidFill>
              <a:srgbClr val="CDD6DE"/>
            </a:solidFill>
          </a:ln>
        </p:spPr>
      </p:sp>
      <p:sp>
        <p:nvSpPr>
          <p:cNvPr id="161" name="dp41-v4-qa-detail / n153">
            <a:extLst xmlns:a="http://schemas.openxmlformats.org/drawingml/2006/main">
              <a:ext uri="{FF2B5EF4-FFF2-40B4-BE49-F238E27FC236}">
                <a16:creationId xmlns:a16="http://schemas.microsoft.com/office/drawing/2014/main" id="{E61698A6-9E73-4A09-8CCC-08A3A3B0C3FD}"/>
              </a:ext>
            </a:extLst>
          </p:cNvPr>
          <p:cNvSpPr>
            <a:spLocks xmlns:a="http://schemas.openxmlformats.org/drawingml/2006/main" noGrp="1"/>
          </p:cNvSpPr>
          <p:nvPr/>
        </p:nvSpPr>
        <p:spPr>
          <a:xfrm xmlns:a="http://schemas.openxmlformats.org/drawingml/2006/main">
            <a:off x="9429750" y="2143125"/>
            <a:ext cx="953" cy="6457950"/>
          </a:xfrm>
          <a:custGeom xmlns:a="http://schemas.openxmlformats.org/drawingml/2006/main">
            <a:pathLst>
              <a:path w="953" h="6457950">
                <a:moveTo>
                  <a:pt x="0" y="0"/>
                </a:moveTo>
                <a:lnTo>
                  <a:pt x="953" y="6457950"/>
                </a:lnTo>
              </a:path>
            </a:pathLst>
          </a:custGeom>
          <a:noFill xmlns:a="http://schemas.openxmlformats.org/drawingml/2006/main"/>
          <a:ln xmlns:a="http://schemas.openxmlformats.org/drawingml/2006/main" w="11430">
            <a:solidFill>
              <a:srgbClr val="CDD6DE"/>
            </a:solidFill>
          </a:ln>
        </p:spPr>
      </p:sp>
      <p:sp>
        <p:nvSpPr>
          <p:cNvPr id="162" name="dp41-v4-qa-detail / n154">
            <a:extLst xmlns:a="http://schemas.openxmlformats.org/drawingml/2006/main">
              <a:ext uri="{FF2B5EF4-FFF2-40B4-BE49-F238E27FC236}">
                <a16:creationId xmlns:a16="http://schemas.microsoft.com/office/drawing/2014/main" id="{F2618894-CF61-4226-A681-8A4CD1D56BFD}"/>
              </a:ext>
            </a:extLst>
          </p:cNvPr>
          <p:cNvSpPr>
            <a:spLocks xmlns:a="http://schemas.openxmlformats.org/drawingml/2006/main" noGrp="1"/>
          </p:cNvSpPr>
          <p:nvPr/>
        </p:nvSpPr>
        <p:spPr>
          <a:xfrm xmlns:a="http://schemas.openxmlformats.org/drawingml/2006/main">
            <a:off x="15621000" y="2143125"/>
            <a:ext cx="953" cy="6457950"/>
          </a:xfrm>
          <a:custGeom xmlns:a="http://schemas.openxmlformats.org/drawingml/2006/main">
            <a:pathLst>
              <a:path w="953" h="6457950">
                <a:moveTo>
                  <a:pt x="0" y="0"/>
                </a:moveTo>
                <a:lnTo>
                  <a:pt x="953" y="6457950"/>
                </a:lnTo>
              </a:path>
            </a:pathLst>
          </a:custGeom>
          <a:noFill xmlns:a="http://schemas.openxmlformats.org/drawingml/2006/main"/>
          <a:ln xmlns:a="http://schemas.openxmlformats.org/drawingml/2006/main" w="11430">
            <a:solidFill>
              <a:srgbClr val="CDD6DE"/>
            </a:solidFill>
          </a:ln>
        </p:spPr>
      </p:sp>
      <p:sp>
        <p:nvSpPr>
          <p:cNvPr id="163" name="dp41-v4-qa-detail / n155">
            <a:extLst xmlns:a="http://schemas.openxmlformats.org/drawingml/2006/main">
              <a:ext uri="{FF2B5EF4-FFF2-40B4-BE49-F238E27FC236}">
                <a16:creationId xmlns:a16="http://schemas.microsoft.com/office/drawing/2014/main" id="{EE53B89E-B923-45E4-83FA-A097CDF772CA}"/>
              </a:ext>
            </a:extLst>
          </p:cNvPr>
          <p:cNvSpPr>
            <a:spLocks xmlns:a="http://schemas.openxmlformats.org/drawingml/2006/main" noGrp="1"/>
          </p:cNvSpPr>
          <p:nvPr/>
        </p:nvSpPr>
        <p:spPr>
          <a:xfrm xmlns:a="http://schemas.openxmlformats.org/drawingml/2006/main">
            <a:off x="381000" y="8867775"/>
            <a:ext cx="17526000" cy="3286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0">
                <a:solidFill>
                  <a:srgbClr val="18232E"/>
                </a:solidFill>
                <a:latin typeface="Apple SD Gothic Neo"/>
                <a:ea typeface="Apple SD Gothic Neo"/>
                <a:cs typeface="Apple SD Gothic Neo"/>
              </a:defRPr>
            </a:pPr>
            <a:r>
              <a:rPr sz="1725" b="0">
                <a:solidFill>
                  <a:srgbClr val="18232E"/>
                </a:solidFill>
                <a:latin typeface="Apple SD Gothic Neo"/>
                <a:ea typeface="Apple SD Gothic Neo"/>
                <a:cs typeface="Apple SD Gothic Neo"/>
              </a:rPr>
              <a:t>B 지원 관계의 코드 해결로 모델 재판단을 줄이는 상황</a:t>
            </a:r>
          </a:p>
        </p:txBody>
      </p:sp>
      <p:sp>
        <p:nvSpPr>
          <p:cNvPr id="164" name="dp41-v4-qa-detail / n156">
            <a:extLst xmlns:a="http://schemas.openxmlformats.org/drawingml/2006/main">
              <a:ext uri="{FF2B5EF4-FFF2-40B4-BE49-F238E27FC236}">
                <a16:creationId xmlns:a16="http://schemas.microsoft.com/office/drawing/2014/main" id="{890F2637-E210-4FBA-BD8A-588382B4E80D}"/>
              </a:ext>
            </a:extLst>
          </p:cNvPr>
          <p:cNvSpPr>
            <a:spLocks xmlns:a="http://schemas.openxmlformats.org/drawingml/2006/main" noGrp="1"/>
          </p:cNvSpPr>
          <p:nvPr/>
        </p:nvSpPr>
        <p:spPr>
          <a:xfrm xmlns:a="http://schemas.openxmlformats.org/drawingml/2006/main">
            <a:off x="381000" y="9220200"/>
            <a:ext cx="175260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5F6B77"/>
                </a:solidFill>
                <a:latin typeface="Apple SD Gothic Neo"/>
                <a:ea typeface="Apple SD Gothic Neo"/>
                <a:cs typeface="Apple SD Gothic Neo"/>
              </a:defRPr>
            </a:pPr>
            <a:r>
              <a:rPr sz="1650" b="0">
                <a:solidFill>
                  <a:srgbClr val="5F6B77"/>
                </a:solidFill>
                <a:latin typeface="Apple SD Gothic Neo"/>
                <a:ea typeface="Apple SD Gothic Neo"/>
                <a:cs typeface="Apple SD Gothic Neo"/>
              </a:rPr>
              <a:t>B 추가 해석 증가 또는 A 최초 Context 완성 시 시간과 비용 차이 축소</a:t>
            </a:r>
          </a:p>
        </p:txBody>
      </p:sp>
      <p:sp>
        <p:nvSpPr>
          <p:cNvPr id="165" name="dp41-v4-qa-detail / n157">
            <a:extLst xmlns:a="http://schemas.openxmlformats.org/drawingml/2006/main">
              <a:ext uri="{FF2B5EF4-FFF2-40B4-BE49-F238E27FC236}">
                <a16:creationId xmlns:a16="http://schemas.microsoft.com/office/drawing/2014/main" id="{46A2CD25-2C6D-432D-8BDD-DD170C31E092}"/>
              </a:ext>
            </a:extLst>
          </p:cNvPr>
          <p:cNvSpPr>
            <a:spLocks xmlns:a="http://schemas.openxmlformats.org/drawingml/2006/main" noGrp="1"/>
          </p:cNvSpPr>
          <p:nvPr/>
        </p:nvSpPr>
        <p:spPr>
          <a:xfrm xmlns:a="http://schemas.openxmlformats.org/drawingml/2006/main">
            <a:off x="381000" y="9858375"/>
            <a:ext cx="17526000" cy="2714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425" b="0">
                <a:solidFill>
                  <a:srgbClr val="5F6B77"/>
                </a:solidFill>
                <a:latin typeface="Apple SD Gothic Neo"/>
                <a:ea typeface="Apple SD Gothic Neo"/>
                <a:cs typeface="Apple SD Gothic Neo"/>
              </a:defRPr>
            </a:pPr>
            <a:r>
              <a:rPr sz="1425" b="0">
                <a:solidFill>
                  <a:srgbClr val="5F6B77"/>
                </a:solidFill>
                <a:latin typeface="Apple SD Gothic Neo"/>
                <a:ea typeface="Apple SD Gothic Neo"/>
                <a:cs typeface="Apple SD Gothic Neo"/>
              </a:rPr>
              <a:t>사고 실험 / ASR-QA-v5 스냅샷 / 실측 전 / 보호 조건 별도 / 점수 합산 없음</a:t>
            </a:r>
          </a:p>
        </p:txBody>
      </p:sp>
    </p:spTree>
    <p:extLst>
      <p:ext uri="{BB962C8B-B14F-4D97-AF65-F5344CB8AC3E}">
        <p14:creationId xmlns:p14="http://schemas.microsoft.com/office/powerpoint/2010/main" val="37655577"/>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3" name="dp44-v4-qa-detail / n1">
            <a:extLst xmlns:a="http://schemas.openxmlformats.org/drawingml/2006/main">
              <a:ext uri="{FF2B5EF4-FFF2-40B4-BE49-F238E27FC236}">
                <a16:creationId xmlns:a16="http://schemas.microsoft.com/office/drawing/2014/main" id="{B0179ED5-F6DF-4540-8AFF-EDF2EE7CD605}"/>
              </a:ext>
            </a:extLst>
          </p:cNvPr>
          <p:cNvSpPr>
            <a:spLocks xmlns:a="http://schemas.openxmlformats.org/drawingml/2006/main" noGrp="1"/>
          </p:cNvSpPr>
          <p:nvPr/>
        </p:nvSpPr>
        <p:spPr>
          <a:xfrm xmlns:a="http://schemas.openxmlformats.org/drawingml/2006/main">
            <a:off x="381000" y="209550"/>
            <a:ext cx="13335000" cy="2714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425" b="1">
                <a:solidFill>
                  <a:srgbClr val="087E8B"/>
                </a:solidFill>
                <a:latin typeface="Apple SD Gothic Neo"/>
                <a:ea typeface="Apple SD Gothic Neo"/>
                <a:cs typeface="Apple SD Gothic Neo"/>
              </a:defRPr>
            </a:pPr>
            <a:r>
              <a:rPr sz="1425" b="1">
                <a:solidFill>
                  <a:srgbClr val="087E8B"/>
                </a:solidFill>
                <a:latin typeface="Apple SD Gothic Neo"/>
                <a:ea typeface="Apple SD Gothic Neo"/>
                <a:cs typeface="Apple SD Gothic Neo"/>
              </a:rPr>
              <a:t>VIA SOFTWARE ARCHITECTURE / ASR-QA 사고 실험</a:t>
            </a:r>
          </a:p>
        </p:txBody>
      </p:sp>
      <p:sp>
        <p:nvSpPr>
          <p:cNvPr id="2" name="dp44-v4-qa-detail / n2">
            <a:extLst xmlns:a="http://schemas.openxmlformats.org/drawingml/2006/main">
              <a:ext uri="{FF2B5EF4-FFF2-40B4-BE49-F238E27FC236}">
                <a16:creationId xmlns:a16="http://schemas.microsoft.com/office/drawing/2014/main" id="{DF003C98-1895-48E9-901C-D8B863C3696F}"/>
              </a:ext>
            </a:extLst>
          </p:cNvPr>
          <p:cNvSpPr>
            <a:spLocks xmlns:a="http://schemas.openxmlformats.org/drawingml/2006/main" noGrp="1"/>
          </p:cNvSpPr>
          <p:nvPr/>
        </p:nvSpPr>
        <p:spPr>
          <a:xfrm xmlns:a="http://schemas.openxmlformats.org/drawingml/2006/main">
            <a:off x="381000" y="619125"/>
            <a:ext cx="17526000" cy="5286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775" b="1">
                <a:solidFill>
                  <a:srgbClr val="18232E"/>
                </a:solidFill>
                <a:latin typeface="Apple SD Gothic Neo"/>
                <a:ea typeface="Apple SD Gothic Neo"/>
                <a:cs typeface="Apple SD Gothic Neo"/>
              </a:defRPr>
            </a:pPr>
            <a:r>
              <a:rPr sz="2775" b="1">
                <a:solidFill>
                  <a:srgbClr val="18232E"/>
                </a:solidFill>
                <a:latin typeface="Apple SD Gothic Neo"/>
                <a:ea typeface="Apple SD Gothic Neo"/>
                <a:cs typeface="Apple SD Gothic Neo"/>
              </a:rPr>
              <a:t>04-44. 중앙 후속 지시와 단계별 실행 연결 / ASR-QA 비교</a:t>
            </a:r>
          </a:p>
        </p:txBody>
      </p:sp>
      <p:sp>
        <p:nvSpPr>
          <p:cNvPr id="3" name="dp44-v4-qa-detail / n3">
            <a:extLst xmlns:a="http://schemas.openxmlformats.org/drawingml/2006/main">
              <a:ext uri="{FF2B5EF4-FFF2-40B4-BE49-F238E27FC236}">
                <a16:creationId xmlns:a16="http://schemas.microsoft.com/office/drawing/2014/main" id="{2677E5CE-E695-49D0-8F47-EE5EB5CF25D8}"/>
              </a:ext>
            </a:extLst>
          </p:cNvPr>
          <p:cNvSpPr>
            <a:spLocks xmlns:a="http://schemas.openxmlformats.org/drawingml/2006/main" noGrp="1"/>
          </p:cNvSpPr>
          <p:nvPr/>
        </p:nvSpPr>
        <p:spPr>
          <a:xfrm xmlns:a="http://schemas.openxmlformats.org/drawingml/2006/main">
            <a:off x="381000" y="1152525"/>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1430">
            <a:solidFill>
              <a:srgbClr val="CDD6DE"/>
            </a:solidFill>
          </a:ln>
        </p:spPr>
      </p:sp>
      <p:sp>
        <p:nvSpPr>
          <p:cNvPr id="4" name="dp44-v4-qa-detail / n4">
            <a:extLst xmlns:a="http://schemas.openxmlformats.org/drawingml/2006/main">
              <a:ext uri="{FF2B5EF4-FFF2-40B4-BE49-F238E27FC236}">
                <a16:creationId xmlns:a16="http://schemas.microsoft.com/office/drawing/2014/main" id="{FC9427AD-109A-4E56-88FF-5FDFE586C22E}"/>
              </a:ext>
            </a:extLst>
          </p:cNvPr>
          <p:cNvSpPr>
            <a:spLocks xmlns:a="http://schemas.openxmlformats.org/drawingml/2006/main" noGrp="1"/>
          </p:cNvSpPr>
          <p:nvPr/>
        </p:nvSpPr>
        <p:spPr>
          <a:xfrm xmlns:a="http://schemas.openxmlformats.org/drawingml/2006/main">
            <a:off x="381000" y="1352550"/>
            <a:ext cx="17526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b="0">
                <a:solidFill>
                  <a:srgbClr val="5F6B77"/>
                </a:solidFill>
                <a:latin typeface="Apple SD Gothic Neo"/>
                <a:ea typeface="Apple SD Gothic Neo"/>
                <a:cs typeface="Apple SD Gothic Neo"/>
              </a:defRPr>
            </a:pPr>
            <a:r>
              <a:rPr sz="1800" b="0">
                <a:solidFill>
                  <a:srgbClr val="5F6B77"/>
                </a:solidFill>
                <a:latin typeface="Apple SD Gothic Neo"/>
                <a:ea typeface="Apple SD Gothic Neo"/>
                <a:cs typeface="Apple SD Gothic Neo"/>
              </a:rPr>
              <a:t>동일 활동 기준의 A/B 가정값과 0–6점 비교 / 보호 조건 별도</a:t>
            </a:r>
          </a:p>
        </p:txBody>
      </p:sp>
      <p:sp>
        <p:nvSpPr>
          <p:cNvPr id="5" name="dp44-v4-qa-detail / n5 / circle">
            <a:extLst xmlns:a="http://schemas.openxmlformats.org/drawingml/2006/main">
              <a:ext uri="{FF2B5EF4-FFF2-40B4-BE49-F238E27FC236}">
                <a16:creationId xmlns:a16="http://schemas.microsoft.com/office/drawing/2014/main" id="{AC5E1CDE-7ED8-41ED-9F95-4592F709ACE2}"/>
              </a:ext>
            </a:extLst>
          </p:cNvPr>
          <p:cNvSpPr>
            <a:spLocks xmlns:a="http://schemas.openxmlformats.org/drawingml/2006/main" noGrp="1"/>
          </p:cNvSpPr>
          <p:nvPr/>
        </p:nvSpPr>
        <p:spPr>
          <a:xfrm xmlns:a="http://schemas.openxmlformats.org/drawingml/2006/main">
            <a:off x="381000" y="1790700"/>
            <a:ext cx="161925" cy="161925"/>
          </a:xfrm>
          <a:prstGeom xmlns:a="http://schemas.openxmlformats.org/drawingml/2006/main" prst="ellipse">
            <a:avLst/>
          </a:prstGeom>
          <a:solidFill xmlns:a="http://schemas.openxmlformats.org/drawingml/2006/main">
            <a:srgbClr val="18232E"/>
          </a:solidFill>
          <a:ln xmlns:a="http://schemas.openxmlformats.org/drawingml/2006/main" w="10478">
            <a:solidFill>
              <a:srgbClr val="18232E"/>
            </a:solidFill>
          </a:ln>
        </p:spPr>
      </p:sp>
      <p:sp>
        <p:nvSpPr>
          <p:cNvPr id="6" name="dp44-v4-qa-detail / n6 / circle">
            <a:extLst xmlns:a="http://schemas.openxmlformats.org/drawingml/2006/main">
              <a:ext uri="{FF2B5EF4-FFF2-40B4-BE49-F238E27FC236}">
                <a16:creationId xmlns:a16="http://schemas.microsoft.com/office/drawing/2014/main" id="{583FA8E3-1436-4D50-BF13-6A85D40D54D5}"/>
              </a:ext>
            </a:extLst>
          </p:cNvPr>
          <p:cNvSpPr>
            <a:spLocks xmlns:a="http://schemas.openxmlformats.org/drawingml/2006/main" noGrp="1"/>
          </p:cNvSpPr>
          <p:nvPr/>
        </p:nvSpPr>
        <p:spPr>
          <a:xfrm xmlns:a="http://schemas.openxmlformats.org/drawingml/2006/main">
            <a:off x="581025" y="1790700"/>
            <a:ext cx="161925" cy="161925"/>
          </a:xfrm>
          <a:prstGeom xmlns:a="http://schemas.openxmlformats.org/drawingml/2006/main" prst="ellipse">
            <a:avLst/>
          </a:prstGeom>
          <a:solidFill xmlns:a="http://schemas.openxmlformats.org/drawingml/2006/main">
            <a:srgbClr val="18232E"/>
          </a:solidFill>
          <a:ln xmlns:a="http://schemas.openxmlformats.org/drawingml/2006/main" w="10478">
            <a:solidFill>
              <a:srgbClr val="18232E"/>
            </a:solidFill>
          </a:ln>
        </p:spPr>
      </p:sp>
      <p:sp>
        <p:nvSpPr>
          <p:cNvPr id="7" name="dp44-v4-qa-detail / n7 / circle">
            <a:extLst xmlns:a="http://schemas.openxmlformats.org/drawingml/2006/main">
              <a:ext uri="{FF2B5EF4-FFF2-40B4-BE49-F238E27FC236}">
                <a16:creationId xmlns:a16="http://schemas.microsoft.com/office/drawing/2014/main" id="{F1154CED-096C-46D7-B0E9-5FAE92D663DB}"/>
              </a:ext>
            </a:extLst>
          </p:cNvPr>
          <p:cNvSpPr>
            <a:spLocks xmlns:a="http://schemas.openxmlformats.org/drawingml/2006/main" noGrp="1"/>
          </p:cNvSpPr>
          <p:nvPr/>
        </p:nvSpPr>
        <p:spPr>
          <a:xfrm xmlns:a="http://schemas.openxmlformats.org/drawingml/2006/main">
            <a:off x="781050" y="1790700"/>
            <a:ext cx="161925" cy="161925"/>
          </a:xfrm>
          <a:prstGeom xmlns:a="http://schemas.openxmlformats.org/drawingml/2006/main" prst="ellipse">
            <a:avLst/>
          </a:prstGeom>
          <a:solidFill xmlns:a="http://schemas.openxmlformats.org/drawingml/2006/main">
            <a:srgbClr val="18232E"/>
          </a:solidFill>
          <a:ln xmlns:a="http://schemas.openxmlformats.org/drawingml/2006/main" w="10478">
            <a:solidFill>
              <a:srgbClr val="18232E"/>
            </a:solidFill>
          </a:ln>
        </p:spPr>
      </p:sp>
      <p:sp>
        <p:nvSpPr>
          <p:cNvPr id="8" name="dp44-v4-qa-detail / n8">
            <a:extLst xmlns:a="http://schemas.openxmlformats.org/drawingml/2006/main">
              <a:ext uri="{FF2B5EF4-FFF2-40B4-BE49-F238E27FC236}">
                <a16:creationId xmlns:a16="http://schemas.microsoft.com/office/drawing/2014/main" id="{3EDACB91-7894-4656-BA05-B1D2C1125869}"/>
              </a:ext>
            </a:extLst>
          </p:cNvPr>
          <p:cNvSpPr>
            <a:spLocks xmlns:a="http://schemas.openxmlformats.org/drawingml/2006/main" noGrp="1"/>
          </p:cNvSpPr>
          <p:nvPr/>
        </p:nvSpPr>
        <p:spPr>
          <a:xfrm xmlns:a="http://schemas.openxmlformats.org/drawingml/2006/main">
            <a:off x="1038225" y="1743075"/>
            <a:ext cx="809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18232E"/>
                </a:solidFill>
                <a:latin typeface="Apple SD Gothic Neo"/>
                <a:ea typeface="Apple SD Gothic Neo"/>
                <a:cs typeface="Apple SD Gothic Neo"/>
              </a:defRPr>
            </a:pPr>
            <a:r>
              <a:rPr sz="1500" b="0">
                <a:solidFill>
                  <a:srgbClr val="18232E"/>
                </a:solidFill>
                <a:latin typeface="Apple SD Gothic Neo"/>
                <a:ea typeface="Apple SD Gothic Neo"/>
                <a:cs typeface="Apple SD Gothic Neo"/>
              </a:rPr>
              <a:t>6점</a:t>
            </a:r>
          </a:p>
        </p:txBody>
      </p:sp>
      <p:sp>
        <p:nvSpPr>
          <p:cNvPr id="9" name="dp44-v4-qa-detail / n9 / circle">
            <a:extLst xmlns:a="http://schemas.openxmlformats.org/drawingml/2006/main">
              <a:ext uri="{FF2B5EF4-FFF2-40B4-BE49-F238E27FC236}">
                <a16:creationId xmlns:a16="http://schemas.microsoft.com/office/drawing/2014/main" id="{ED3720E8-CDC7-4120-9B39-137296EF2011}"/>
              </a:ext>
            </a:extLst>
          </p:cNvPr>
          <p:cNvSpPr>
            <a:spLocks xmlns:a="http://schemas.openxmlformats.org/drawingml/2006/main" noGrp="1"/>
          </p:cNvSpPr>
          <p:nvPr/>
        </p:nvSpPr>
        <p:spPr>
          <a:xfrm xmlns:a="http://schemas.openxmlformats.org/drawingml/2006/main">
            <a:off x="1943100" y="1790700"/>
            <a:ext cx="161925" cy="161925"/>
          </a:xfrm>
          <a:prstGeom xmlns:a="http://schemas.openxmlformats.org/drawingml/2006/main" prst="ellipse">
            <a:avLst/>
          </a:prstGeom>
          <a:solidFill xmlns:a="http://schemas.openxmlformats.org/drawingml/2006/main">
            <a:srgbClr val="18232E"/>
          </a:solidFill>
          <a:ln xmlns:a="http://schemas.openxmlformats.org/drawingml/2006/main" w="10478">
            <a:solidFill>
              <a:srgbClr val="18232E"/>
            </a:solidFill>
          </a:ln>
        </p:spPr>
      </p:sp>
      <p:sp>
        <p:nvSpPr>
          <p:cNvPr id="10" name="dp44-v4-qa-detail / n10 / circle">
            <a:extLst xmlns:a="http://schemas.openxmlformats.org/drawingml/2006/main">
              <a:ext uri="{FF2B5EF4-FFF2-40B4-BE49-F238E27FC236}">
                <a16:creationId xmlns:a16="http://schemas.microsoft.com/office/drawing/2014/main" id="{DDA43E74-D823-4CBC-B719-AE80E40648D6}"/>
              </a:ext>
            </a:extLst>
          </p:cNvPr>
          <p:cNvSpPr>
            <a:spLocks xmlns:a="http://schemas.openxmlformats.org/drawingml/2006/main" noGrp="1"/>
          </p:cNvSpPr>
          <p:nvPr/>
        </p:nvSpPr>
        <p:spPr>
          <a:xfrm xmlns:a="http://schemas.openxmlformats.org/drawingml/2006/main">
            <a:off x="2143125" y="1790700"/>
            <a:ext cx="161925" cy="161925"/>
          </a:xfrm>
          <a:prstGeom xmlns:a="http://schemas.openxmlformats.org/drawingml/2006/main" prst="ellipse">
            <a:avLst/>
          </a:prstGeom>
          <a:solidFill xmlns:a="http://schemas.openxmlformats.org/drawingml/2006/main">
            <a:srgbClr val="18232E"/>
          </a:solidFill>
          <a:ln xmlns:a="http://schemas.openxmlformats.org/drawingml/2006/main" w="10478">
            <a:solidFill>
              <a:srgbClr val="18232E"/>
            </a:solidFill>
          </a:ln>
        </p:spPr>
      </p:sp>
      <p:sp>
        <p:nvSpPr>
          <p:cNvPr id="11" name="dp44-v4-qa-detail / n11 / circle">
            <a:extLst xmlns:a="http://schemas.openxmlformats.org/drawingml/2006/main">
              <a:ext uri="{FF2B5EF4-FFF2-40B4-BE49-F238E27FC236}">
                <a16:creationId xmlns:a16="http://schemas.microsoft.com/office/drawing/2014/main" id="{DB19A21F-19A4-47B8-8F40-A03FFC3E3A0D}"/>
              </a:ext>
            </a:extLst>
          </p:cNvPr>
          <p:cNvSpPr>
            <a:spLocks xmlns:a="http://schemas.openxmlformats.org/drawingml/2006/main" noGrp="1"/>
          </p:cNvSpPr>
          <p:nvPr/>
        </p:nvSpPr>
        <p:spPr>
          <a:xfrm xmlns:a="http://schemas.openxmlformats.org/drawingml/2006/main">
            <a:off x="2343150" y="1790700"/>
            <a:ext cx="161925" cy="161925"/>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12" name="dp44-v4-qa-detail / n11 / half">
            <a:extLst xmlns:a="http://schemas.openxmlformats.org/drawingml/2006/main">
              <a:ext uri="{FF2B5EF4-FFF2-40B4-BE49-F238E27FC236}">
                <a16:creationId xmlns:a16="http://schemas.microsoft.com/office/drawing/2014/main" id="{938DCE04-FF45-4DE9-BBBD-FD590436A85D}"/>
              </a:ext>
            </a:extLst>
          </p:cNvPr>
          <p:cNvSpPr>
            <a:spLocks xmlns:a="http://schemas.openxmlformats.org/drawingml/2006/main" noGrp="1"/>
          </p:cNvSpPr>
          <p:nvPr/>
        </p:nvSpPr>
        <p:spPr>
          <a:xfrm xmlns:a="http://schemas.openxmlformats.org/drawingml/2006/main">
            <a:off x="2343150" y="1790700"/>
            <a:ext cx="161925" cy="161925"/>
          </a:xfrm>
          <a:custGeom xmlns:a="http://schemas.openxmlformats.org/drawingml/2006/main">
            <a:pathLst>
              <a:path w="161925" h="161925">
                <a:moveTo>
                  <a:pt x="80963" y="0"/>
                </a:moveTo>
                <a:lnTo>
                  <a:pt x="73027" y="390"/>
                </a:lnTo>
                <a:lnTo>
                  <a:pt x="65167" y="1556"/>
                </a:lnTo>
                <a:lnTo>
                  <a:pt x="57460" y="3486"/>
                </a:lnTo>
                <a:lnTo>
                  <a:pt x="49979" y="6163"/>
                </a:lnTo>
                <a:lnTo>
                  <a:pt x="42797" y="9560"/>
                </a:lnTo>
                <a:lnTo>
                  <a:pt x="35982" y="13645"/>
                </a:lnTo>
                <a:lnTo>
                  <a:pt x="29600" y="18378"/>
                </a:lnTo>
                <a:lnTo>
                  <a:pt x="23713" y="23713"/>
                </a:lnTo>
                <a:lnTo>
                  <a:pt x="18378" y="29600"/>
                </a:lnTo>
                <a:lnTo>
                  <a:pt x="13645" y="35982"/>
                </a:lnTo>
                <a:lnTo>
                  <a:pt x="9560" y="42797"/>
                </a:lnTo>
                <a:lnTo>
                  <a:pt x="6163" y="49979"/>
                </a:lnTo>
                <a:lnTo>
                  <a:pt x="3486" y="57460"/>
                </a:lnTo>
                <a:lnTo>
                  <a:pt x="1556" y="65167"/>
                </a:lnTo>
                <a:lnTo>
                  <a:pt x="390" y="73027"/>
                </a:lnTo>
                <a:lnTo>
                  <a:pt x="0" y="80962"/>
                </a:lnTo>
                <a:lnTo>
                  <a:pt x="390" y="88898"/>
                </a:lnTo>
                <a:lnTo>
                  <a:pt x="1556" y="96758"/>
                </a:lnTo>
                <a:lnTo>
                  <a:pt x="3486" y="104465"/>
                </a:lnTo>
                <a:lnTo>
                  <a:pt x="6163" y="111946"/>
                </a:lnTo>
                <a:lnTo>
                  <a:pt x="9560" y="119128"/>
                </a:lnTo>
                <a:lnTo>
                  <a:pt x="13645" y="125943"/>
                </a:lnTo>
                <a:lnTo>
                  <a:pt x="18378" y="132325"/>
                </a:lnTo>
                <a:lnTo>
                  <a:pt x="23713" y="138212"/>
                </a:lnTo>
                <a:lnTo>
                  <a:pt x="29600" y="143547"/>
                </a:lnTo>
                <a:lnTo>
                  <a:pt x="35982" y="148280"/>
                </a:lnTo>
                <a:lnTo>
                  <a:pt x="42797" y="152365"/>
                </a:lnTo>
                <a:lnTo>
                  <a:pt x="49979" y="155762"/>
                </a:lnTo>
                <a:lnTo>
                  <a:pt x="57460" y="158439"/>
                </a:lnTo>
                <a:lnTo>
                  <a:pt x="65167" y="160369"/>
                </a:lnTo>
                <a:lnTo>
                  <a:pt x="73027" y="161535"/>
                </a:lnTo>
                <a:lnTo>
                  <a:pt x="80962" y="161925"/>
                </a:lnTo>
                <a:close/>
              </a:path>
            </a:pathLst>
          </a:custGeom>
          <a:solidFill xmlns:a="http://schemas.openxmlformats.org/drawingml/2006/main">
            <a:srgbClr val="18232E"/>
          </a:solidFill>
          <a:ln xmlns:a="http://schemas.openxmlformats.org/drawingml/2006/main" w="0">
            <a:noFill/>
          </a:ln>
        </p:spPr>
      </p:sp>
      <p:sp>
        <p:nvSpPr>
          <p:cNvPr id="13" name="dp44-v4-qa-detail / n12">
            <a:extLst xmlns:a="http://schemas.openxmlformats.org/drawingml/2006/main">
              <a:ext uri="{FF2B5EF4-FFF2-40B4-BE49-F238E27FC236}">
                <a16:creationId xmlns:a16="http://schemas.microsoft.com/office/drawing/2014/main" id="{54E96979-19AA-4F2C-8C5E-DC9692E5D5BA}"/>
              </a:ext>
            </a:extLst>
          </p:cNvPr>
          <p:cNvSpPr>
            <a:spLocks xmlns:a="http://schemas.openxmlformats.org/drawingml/2006/main" noGrp="1"/>
          </p:cNvSpPr>
          <p:nvPr/>
        </p:nvSpPr>
        <p:spPr>
          <a:xfrm xmlns:a="http://schemas.openxmlformats.org/drawingml/2006/main">
            <a:off x="2600325" y="1743075"/>
            <a:ext cx="809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18232E"/>
                </a:solidFill>
                <a:latin typeface="Apple SD Gothic Neo"/>
                <a:ea typeface="Apple SD Gothic Neo"/>
                <a:cs typeface="Apple SD Gothic Neo"/>
              </a:defRPr>
            </a:pPr>
            <a:r>
              <a:rPr sz="1500" b="0">
                <a:solidFill>
                  <a:srgbClr val="18232E"/>
                </a:solidFill>
                <a:latin typeface="Apple SD Gothic Neo"/>
                <a:ea typeface="Apple SD Gothic Neo"/>
                <a:cs typeface="Apple SD Gothic Neo"/>
              </a:rPr>
              <a:t>5점</a:t>
            </a:r>
          </a:p>
        </p:txBody>
      </p:sp>
      <p:sp>
        <p:nvSpPr>
          <p:cNvPr id="14" name="dp44-v4-qa-detail / n13 / circle">
            <a:extLst xmlns:a="http://schemas.openxmlformats.org/drawingml/2006/main">
              <a:ext uri="{FF2B5EF4-FFF2-40B4-BE49-F238E27FC236}">
                <a16:creationId xmlns:a16="http://schemas.microsoft.com/office/drawing/2014/main" id="{E5FD976B-088D-46BE-8889-C9EF70B8E28D}"/>
              </a:ext>
            </a:extLst>
          </p:cNvPr>
          <p:cNvSpPr>
            <a:spLocks xmlns:a="http://schemas.openxmlformats.org/drawingml/2006/main" noGrp="1"/>
          </p:cNvSpPr>
          <p:nvPr/>
        </p:nvSpPr>
        <p:spPr>
          <a:xfrm xmlns:a="http://schemas.openxmlformats.org/drawingml/2006/main">
            <a:off x="3505200" y="1790700"/>
            <a:ext cx="161925" cy="161925"/>
          </a:xfrm>
          <a:prstGeom xmlns:a="http://schemas.openxmlformats.org/drawingml/2006/main" prst="ellipse">
            <a:avLst/>
          </a:prstGeom>
          <a:solidFill xmlns:a="http://schemas.openxmlformats.org/drawingml/2006/main">
            <a:srgbClr val="18232E"/>
          </a:solidFill>
          <a:ln xmlns:a="http://schemas.openxmlformats.org/drawingml/2006/main" w="10478">
            <a:solidFill>
              <a:srgbClr val="18232E"/>
            </a:solidFill>
          </a:ln>
        </p:spPr>
      </p:sp>
      <p:sp>
        <p:nvSpPr>
          <p:cNvPr id="15" name="dp44-v4-qa-detail / n14 / circle">
            <a:extLst xmlns:a="http://schemas.openxmlformats.org/drawingml/2006/main">
              <a:ext uri="{FF2B5EF4-FFF2-40B4-BE49-F238E27FC236}">
                <a16:creationId xmlns:a16="http://schemas.microsoft.com/office/drawing/2014/main" id="{478229E3-B2FA-45CB-B372-AE8B9B39E230}"/>
              </a:ext>
            </a:extLst>
          </p:cNvPr>
          <p:cNvSpPr>
            <a:spLocks xmlns:a="http://schemas.openxmlformats.org/drawingml/2006/main" noGrp="1"/>
          </p:cNvSpPr>
          <p:nvPr/>
        </p:nvSpPr>
        <p:spPr>
          <a:xfrm xmlns:a="http://schemas.openxmlformats.org/drawingml/2006/main">
            <a:off x="3705225" y="1790700"/>
            <a:ext cx="161925" cy="161925"/>
          </a:xfrm>
          <a:prstGeom xmlns:a="http://schemas.openxmlformats.org/drawingml/2006/main" prst="ellipse">
            <a:avLst/>
          </a:prstGeom>
          <a:solidFill xmlns:a="http://schemas.openxmlformats.org/drawingml/2006/main">
            <a:srgbClr val="18232E"/>
          </a:solidFill>
          <a:ln xmlns:a="http://schemas.openxmlformats.org/drawingml/2006/main" w="10478">
            <a:solidFill>
              <a:srgbClr val="18232E"/>
            </a:solidFill>
          </a:ln>
        </p:spPr>
      </p:sp>
      <p:sp>
        <p:nvSpPr>
          <p:cNvPr id="16" name="dp44-v4-qa-detail / n15 / circle">
            <a:extLst xmlns:a="http://schemas.openxmlformats.org/drawingml/2006/main">
              <a:ext uri="{FF2B5EF4-FFF2-40B4-BE49-F238E27FC236}">
                <a16:creationId xmlns:a16="http://schemas.microsoft.com/office/drawing/2014/main" id="{5ED1FE78-1CB0-4DFB-919B-400AE2986434}"/>
              </a:ext>
            </a:extLst>
          </p:cNvPr>
          <p:cNvSpPr>
            <a:spLocks xmlns:a="http://schemas.openxmlformats.org/drawingml/2006/main" noGrp="1"/>
          </p:cNvSpPr>
          <p:nvPr/>
        </p:nvSpPr>
        <p:spPr>
          <a:xfrm xmlns:a="http://schemas.openxmlformats.org/drawingml/2006/main">
            <a:off x="3905250" y="1790700"/>
            <a:ext cx="161925" cy="161925"/>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17" name="dp44-v4-qa-detail / n16">
            <a:extLst xmlns:a="http://schemas.openxmlformats.org/drawingml/2006/main">
              <a:ext uri="{FF2B5EF4-FFF2-40B4-BE49-F238E27FC236}">
                <a16:creationId xmlns:a16="http://schemas.microsoft.com/office/drawing/2014/main" id="{8B12DCBF-7B9E-4DA7-A1C7-639AF2924B56}"/>
              </a:ext>
            </a:extLst>
          </p:cNvPr>
          <p:cNvSpPr>
            <a:spLocks xmlns:a="http://schemas.openxmlformats.org/drawingml/2006/main" noGrp="1"/>
          </p:cNvSpPr>
          <p:nvPr/>
        </p:nvSpPr>
        <p:spPr>
          <a:xfrm xmlns:a="http://schemas.openxmlformats.org/drawingml/2006/main">
            <a:off x="4162425" y="1743075"/>
            <a:ext cx="809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18232E"/>
                </a:solidFill>
                <a:latin typeface="Apple SD Gothic Neo"/>
                <a:ea typeface="Apple SD Gothic Neo"/>
                <a:cs typeface="Apple SD Gothic Neo"/>
              </a:defRPr>
            </a:pPr>
            <a:r>
              <a:rPr sz="1500" b="0">
                <a:solidFill>
                  <a:srgbClr val="18232E"/>
                </a:solidFill>
                <a:latin typeface="Apple SD Gothic Neo"/>
                <a:ea typeface="Apple SD Gothic Neo"/>
                <a:cs typeface="Apple SD Gothic Neo"/>
              </a:rPr>
              <a:t>4점</a:t>
            </a:r>
          </a:p>
        </p:txBody>
      </p:sp>
      <p:sp>
        <p:nvSpPr>
          <p:cNvPr id="18" name="dp44-v4-qa-detail / n17 / circle">
            <a:extLst xmlns:a="http://schemas.openxmlformats.org/drawingml/2006/main">
              <a:ext uri="{FF2B5EF4-FFF2-40B4-BE49-F238E27FC236}">
                <a16:creationId xmlns:a16="http://schemas.microsoft.com/office/drawing/2014/main" id="{159CABC4-93F1-4785-ABC9-80F71AB5C12A}"/>
              </a:ext>
            </a:extLst>
          </p:cNvPr>
          <p:cNvSpPr>
            <a:spLocks xmlns:a="http://schemas.openxmlformats.org/drawingml/2006/main" noGrp="1"/>
          </p:cNvSpPr>
          <p:nvPr/>
        </p:nvSpPr>
        <p:spPr>
          <a:xfrm xmlns:a="http://schemas.openxmlformats.org/drawingml/2006/main">
            <a:off x="5067300" y="1790700"/>
            <a:ext cx="161925" cy="161925"/>
          </a:xfrm>
          <a:prstGeom xmlns:a="http://schemas.openxmlformats.org/drawingml/2006/main" prst="ellipse">
            <a:avLst/>
          </a:prstGeom>
          <a:solidFill xmlns:a="http://schemas.openxmlformats.org/drawingml/2006/main">
            <a:srgbClr val="18232E"/>
          </a:solidFill>
          <a:ln xmlns:a="http://schemas.openxmlformats.org/drawingml/2006/main" w="10478">
            <a:solidFill>
              <a:srgbClr val="18232E"/>
            </a:solidFill>
          </a:ln>
        </p:spPr>
      </p:sp>
      <p:sp>
        <p:nvSpPr>
          <p:cNvPr id="19" name="dp44-v4-qa-detail / n18 / circle">
            <a:extLst xmlns:a="http://schemas.openxmlformats.org/drawingml/2006/main">
              <a:ext uri="{FF2B5EF4-FFF2-40B4-BE49-F238E27FC236}">
                <a16:creationId xmlns:a16="http://schemas.microsoft.com/office/drawing/2014/main" id="{3F828D60-2F79-4BC1-8A99-DC3DEFA896E5}"/>
              </a:ext>
            </a:extLst>
          </p:cNvPr>
          <p:cNvSpPr>
            <a:spLocks xmlns:a="http://schemas.openxmlformats.org/drawingml/2006/main" noGrp="1"/>
          </p:cNvSpPr>
          <p:nvPr/>
        </p:nvSpPr>
        <p:spPr>
          <a:xfrm xmlns:a="http://schemas.openxmlformats.org/drawingml/2006/main">
            <a:off x="5267325" y="1790700"/>
            <a:ext cx="161925" cy="161925"/>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20" name="dp44-v4-qa-detail / n18 / half">
            <a:extLst xmlns:a="http://schemas.openxmlformats.org/drawingml/2006/main">
              <a:ext uri="{FF2B5EF4-FFF2-40B4-BE49-F238E27FC236}">
                <a16:creationId xmlns:a16="http://schemas.microsoft.com/office/drawing/2014/main" id="{376626FB-8AA5-4631-9315-173D3DA713CE}"/>
              </a:ext>
            </a:extLst>
          </p:cNvPr>
          <p:cNvSpPr>
            <a:spLocks xmlns:a="http://schemas.openxmlformats.org/drawingml/2006/main" noGrp="1"/>
          </p:cNvSpPr>
          <p:nvPr/>
        </p:nvSpPr>
        <p:spPr>
          <a:xfrm xmlns:a="http://schemas.openxmlformats.org/drawingml/2006/main">
            <a:off x="5267325" y="1790700"/>
            <a:ext cx="161925" cy="161925"/>
          </a:xfrm>
          <a:custGeom xmlns:a="http://schemas.openxmlformats.org/drawingml/2006/main">
            <a:pathLst>
              <a:path w="161925" h="161925">
                <a:moveTo>
                  <a:pt x="80963" y="0"/>
                </a:moveTo>
                <a:lnTo>
                  <a:pt x="73027" y="390"/>
                </a:lnTo>
                <a:lnTo>
                  <a:pt x="65167" y="1556"/>
                </a:lnTo>
                <a:lnTo>
                  <a:pt x="57460" y="3486"/>
                </a:lnTo>
                <a:lnTo>
                  <a:pt x="49979" y="6163"/>
                </a:lnTo>
                <a:lnTo>
                  <a:pt x="42797" y="9560"/>
                </a:lnTo>
                <a:lnTo>
                  <a:pt x="35982" y="13645"/>
                </a:lnTo>
                <a:lnTo>
                  <a:pt x="29600" y="18378"/>
                </a:lnTo>
                <a:lnTo>
                  <a:pt x="23713" y="23713"/>
                </a:lnTo>
                <a:lnTo>
                  <a:pt x="18378" y="29600"/>
                </a:lnTo>
                <a:lnTo>
                  <a:pt x="13645" y="35982"/>
                </a:lnTo>
                <a:lnTo>
                  <a:pt x="9560" y="42797"/>
                </a:lnTo>
                <a:lnTo>
                  <a:pt x="6163" y="49979"/>
                </a:lnTo>
                <a:lnTo>
                  <a:pt x="3486" y="57460"/>
                </a:lnTo>
                <a:lnTo>
                  <a:pt x="1556" y="65167"/>
                </a:lnTo>
                <a:lnTo>
                  <a:pt x="390" y="73027"/>
                </a:lnTo>
                <a:lnTo>
                  <a:pt x="0" y="80962"/>
                </a:lnTo>
                <a:lnTo>
                  <a:pt x="390" y="88898"/>
                </a:lnTo>
                <a:lnTo>
                  <a:pt x="1556" y="96758"/>
                </a:lnTo>
                <a:lnTo>
                  <a:pt x="3486" y="104465"/>
                </a:lnTo>
                <a:lnTo>
                  <a:pt x="6163" y="111946"/>
                </a:lnTo>
                <a:lnTo>
                  <a:pt x="9560" y="119128"/>
                </a:lnTo>
                <a:lnTo>
                  <a:pt x="13645" y="125943"/>
                </a:lnTo>
                <a:lnTo>
                  <a:pt x="18378" y="132325"/>
                </a:lnTo>
                <a:lnTo>
                  <a:pt x="23713" y="138212"/>
                </a:lnTo>
                <a:lnTo>
                  <a:pt x="29600" y="143547"/>
                </a:lnTo>
                <a:lnTo>
                  <a:pt x="35982" y="148280"/>
                </a:lnTo>
                <a:lnTo>
                  <a:pt x="42797" y="152365"/>
                </a:lnTo>
                <a:lnTo>
                  <a:pt x="49979" y="155762"/>
                </a:lnTo>
                <a:lnTo>
                  <a:pt x="57460" y="158439"/>
                </a:lnTo>
                <a:lnTo>
                  <a:pt x="65167" y="160369"/>
                </a:lnTo>
                <a:lnTo>
                  <a:pt x="73027" y="161535"/>
                </a:lnTo>
                <a:lnTo>
                  <a:pt x="80962" y="161925"/>
                </a:lnTo>
                <a:close/>
              </a:path>
            </a:pathLst>
          </a:custGeom>
          <a:solidFill xmlns:a="http://schemas.openxmlformats.org/drawingml/2006/main">
            <a:srgbClr val="18232E"/>
          </a:solidFill>
          <a:ln xmlns:a="http://schemas.openxmlformats.org/drawingml/2006/main" w="0">
            <a:noFill/>
          </a:ln>
        </p:spPr>
      </p:sp>
      <p:sp>
        <p:nvSpPr>
          <p:cNvPr id="21" name="dp44-v4-qa-detail / n19 / circle">
            <a:extLst xmlns:a="http://schemas.openxmlformats.org/drawingml/2006/main">
              <a:ext uri="{FF2B5EF4-FFF2-40B4-BE49-F238E27FC236}">
                <a16:creationId xmlns:a16="http://schemas.microsoft.com/office/drawing/2014/main" id="{9482DB7A-7DE9-4C07-A26E-4A807BEC1302}"/>
              </a:ext>
            </a:extLst>
          </p:cNvPr>
          <p:cNvSpPr>
            <a:spLocks xmlns:a="http://schemas.openxmlformats.org/drawingml/2006/main" noGrp="1"/>
          </p:cNvSpPr>
          <p:nvPr/>
        </p:nvSpPr>
        <p:spPr>
          <a:xfrm xmlns:a="http://schemas.openxmlformats.org/drawingml/2006/main">
            <a:off x="5467350" y="1790700"/>
            <a:ext cx="161925" cy="161925"/>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22" name="dp44-v4-qa-detail / n20">
            <a:extLst xmlns:a="http://schemas.openxmlformats.org/drawingml/2006/main">
              <a:ext uri="{FF2B5EF4-FFF2-40B4-BE49-F238E27FC236}">
                <a16:creationId xmlns:a16="http://schemas.microsoft.com/office/drawing/2014/main" id="{06A3E2C0-641D-4598-BF33-708EFC5C7211}"/>
              </a:ext>
            </a:extLst>
          </p:cNvPr>
          <p:cNvSpPr>
            <a:spLocks xmlns:a="http://schemas.openxmlformats.org/drawingml/2006/main" noGrp="1"/>
          </p:cNvSpPr>
          <p:nvPr/>
        </p:nvSpPr>
        <p:spPr>
          <a:xfrm xmlns:a="http://schemas.openxmlformats.org/drawingml/2006/main">
            <a:off x="5724525" y="1743075"/>
            <a:ext cx="809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18232E"/>
                </a:solidFill>
                <a:latin typeface="Apple SD Gothic Neo"/>
                <a:ea typeface="Apple SD Gothic Neo"/>
                <a:cs typeface="Apple SD Gothic Neo"/>
              </a:defRPr>
            </a:pPr>
            <a:r>
              <a:rPr sz="1500" b="0">
                <a:solidFill>
                  <a:srgbClr val="18232E"/>
                </a:solidFill>
                <a:latin typeface="Apple SD Gothic Neo"/>
                <a:ea typeface="Apple SD Gothic Neo"/>
                <a:cs typeface="Apple SD Gothic Neo"/>
              </a:rPr>
              <a:t>3점</a:t>
            </a:r>
          </a:p>
        </p:txBody>
      </p:sp>
      <p:sp>
        <p:nvSpPr>
          <p:cNvPr id="23" name="dp44-v4-qa-detail / n21 / circle">
            <a:extLst xmlns:a="http://schemas.openxmlformats.org/drawingml/2006/main">
              <a:ext uri="{FF2B5EF4-FFF2-40B4-BE49-F238E27FC236}">
                <a16:creationId xmlns:a16="http://schemas.microsoft.com/office/drawing/2014/main" id="{050BE517-2BF5-47B1-89DC-1685961F00A8}"/>
              </a:ext>
            </a:extLst>
          </p:cNvPr>
          <p:cNvSpPr>
            <a:spLocks xmlns:a="http://schemas.openxmlformats.org/drawingml/2006/main" noGrp="1"/>
          </p:cNvSpPr>
          <p:nvPr/>
        </p:nvSpPr>
        <p:spPr>
          <a:xfrm xmlns:a="http://schemas.openxmlformats.org/drawingml/2006/main">
            <a:off x="6629400" y="1790700"/>
            <a:ext cx="161925" cy="161925"/>
          </a:xfrm>
          <a:prstGeom xmlns:a="http://schemas.openxmlformats.org/drawingml/2006/main" prst="ellipse">
            <a:avLst/>
          </a:prstGeom>
          <a:solidFill xmlns:a="http://schemas.openxmlformats.org/drawingml/2006/main">
            <a:srgbClr val="18232E"/>
          </a:solidFill>
          <a:ln xmlns:a="http://schemas.openxmlformats.org/drawingml/2006/main" w="10478">
            <a:solidFill>
              <a:srgbClr val="18232E"/>
            </a:solidFill>
          </a:ln>
        </p:spPr>
      </p:sp>
      <p:sp>
        <p:nvSpPr>
          <p:cNvPr id="24" name="dp44-v4-qa-detail / n22 / circle">
            <a:extLst xmlns:a="http://schemas.openxmlformats.org/drawingml/2006/main">
              <a:ext uri="{FF2B5EF4-FFF2-40B4-BE49-F238E27FC236}">
                <a16:creationId xmlns:a16="http://schemas.microsoft.com/office/drawing/2014/main" id="{2CB27CAC-9646-48EF-AF9F-8814B169B9F2}"/>
              </a:ext>
            </a:extLst>
          </p:cNvPr>
          <p:cNvSpPr>
            <a:spLocks xmlns:a="http://schemas.openxmlformats.org/drawingml/2006/main" noGrp="1"/>
          </p:cNvSpPr>
          <p:nvPr/>
        </p:nvSpPr>
        <p:spPr>
          <a:xfrm xmlns:a="http://schemas.openxmlformats.org/drawingml/2006/main">
            <a:off x="6829425" y="1790700"/>
            <a:ext cx="161925" cy="161925"/>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25" name="dp44-v4-qa-detail / n23 / circle">
            <a:extLst xmlns:a="http://schemas.openxmlformats.org/drawingml/2006/main">
              <a:ext uri="{FF2B5EF4-FFF2-40B4-BE49-F238E27FC236}">
                <a16:creationId xmlns:a16="http://schemas.microsoft.com/office/drawing/2014/main" id="{A1519D20-E53D-4841-BACE-56A8A8AC20FE}"/>
              </a:ext>
            </a:extLst>
          </p:cNvPr>
          <p:cNvSpPr>
            <a:spLocks xmlns:a="http://schemas.openxmlformats.org/drawingml/2006/main" noGrp="1"/>
          </p:cNvSpPr>
          <p:nvPr/>
        </p:nvSpPr>
        <p:spPr>
          <a:xfrm xmlns:a="http://schemas.openxmlformats.org/drawingml/2006/main">
            <a:off x="7029450" y="1790700"/>
            <a:ext cx="161925" cy="161925"/>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26" name="dp44-v4-qa-detail / n24">
            <a:extLst xmlns:a="http://schemas.openxmlformats.org/drawingml/2006/main">
              <a:ext uri="{FF2B5EF4-FFF2-40B4-BE49-F238E27FC236}">
                <a16:creationId xmlns:a16="http://schemas.microsoft.com/office/drawing/2014/main" id="{6F5D89CF-5FFD-4712-B975-3C6B4DB8E0C9}"/>
              </a:ext>
            </a:extLst>
          </p:cNvPr>
          <p:cNvSpPr>
            <a:spLocks xmlns:a="http://schemas.openxmlformats.org/drawingml/2006/main" noGrp="1"/>
          </p:cNvSpPr>
          <p:nvPr/>
        </p:nvSpPr>
        <p:spPr>
          <a:xfrm xmlns:a="http://schemas.openxmlformats.org/drawingml/2006/main">
            <a:off x="7286625" y="1743075"/>
            <a:ext cx="809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18232E"/>
                </a:solidFill>
                <a:latin typeface="Apple SD Gothic Neo"/>
                <a:ea typeface="Apple SD Gothic Neo"/>
                <a:cs typeface="Apple SD Gothic Neo"/>
              </a:defRPr>
            </a:pPr>
            <a:r>
              <a:rPr sz="1500" b="0">
                <a:solidFill>
                  <a:srgbClr val="18232E"/>
                </a:solidFill>
                <a:latin typeface="Apple SD Gothic Neo"/>
                <a:ea typeface="Apple SD Gothic Neo"/>
                <a:cs typeface="Apple SD Gothic Neo"/>
              </a:rPr>
              <a:t>2점</a:t>
            </a:r>
          </a:p>
        </p:txBody>
      </p:sp>
      <p:sp>
        <p:nvSpPr>
          <p:cNvPr id="27" name="dp44-v4-qa-detail / n25 / circle">
            <a:extLst xmlns:a="http://schemas.openxmlformats.org/drawingml/2006/main">
              <a:ext uri="{FF2B5EF4-FFF2-40B4-BE49-F238E27FC236}">
                <a16:creationId xmlns:a16="http://schemas.microsoft.com/office/drawing/2014/main" id="{E1AD8D53-317C-45CB-8EC1-E7126EA38874}"/>
              </a:ext>
            </a:extLst>
          </p:cNvPr>
          <p:cNvSpPr>
            <a:spLocks xmlns:a="http://schemas.openxmlformats.org/drawingml/2006/main" noGrp="1"/>
          </p:cNvSpPr>
          <p:nvPr/>
        </p:nvSpPr>
        <p:spPr>
          <a:xfrm xmlns:a="http://schemas.openxmlformats.org/drawingml/2006/main">
            <a:off x="8191500" y="1790700"/>
            <a:ext cx="161925" cy="161925"/>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28" name="dp44-v4-qa-detail / n25 / half">
            <a:extLst xmlns:a="http://schemas.openxmlformats.org/drawingml/2006/main">
              <a:ext uri="{FF2B5EF4-FFF2-40B4-BE49-F238E27FC236}">
                <a16:creationId xmlns:a16="http://schemas.microsoft.com/office/drawing/2014/main" id="{7E53E232-AB06-4544-9F65-965D69032886}"/>
              </a:ext>
            </a:extLst>
          </p:cNvPr>
          <p:cNvSpPr>
            <a:spLocks xmlns:a="http://schemas.openxmlformats.org/drawingml/2006/main" noGrp="1"/>
          </p:cNvSpPr>
          <p:nvPr/>
        </p:nvSpPr>
        <p:spPr>
          <a:xfrm xmlns:a="http://schemas.openxmlformats.org/drawingml/2006/main">
            <a:off x="8191500" y="1790700"/>
            <a:ext cx="161925" cy="161925"/>
          </a:xfrm>
          <a:custGeom xmlns:a="http://schemas.openxmlformats.org/drawingml/2006/main">
            <a:pathLst>
              <a:path w="161925" h="161925">
                <a:moveTo>
                  <a:pt x="80963" y="0"/>
                </a:moveTo>
                <a:lnTo>
                  <a:pt x="73027" y="390"/>
                </a:lnTo>
                <a:lnTo>
                  <a:pt x="65167" y="1556"/>
                </a:lnTo>
                <a:lnTo>
                  <a:pt x="57460" y="3486"/>
                </a:lnTo>
                <a:lnTo>
                  <a:pt x="49979" y="6163"/>
                </a:lnTo>
                <a:lnTo>
                  <a:pt x="42797" y="9560"/>
                </a:lnTo>
                <a:lnTo>
                  <a:pt x="35982" y="13645"/>
                </a:lnTo>
                <a:lnTo>
                  <a:pt x="29600" y="18378"/>
                </a:lnTo>
                <a:lnTo>
                  <a:pt x="23713" y="23713"/>
                </a:lnTo>
                <a:lnTo>
                  <a:pt x="18378" y="29600"/>
                </a:lnTo>
                <a:lnTo>
                  <a:pt x="13645" y="35982"/>
                </a:lnTo>
                <a:lnTo>
                  <a:pt x="9560" y="42797"/>
                </a:lnTo>
                <a:lnTo>
                  <a:pt x="6163" y="49979"/>
                </a:lnTo>
                <a:lnTo>
                  <a:pt x="3486" y="57460"/>
                </a:lnTo>
                <a:lnTo>
                  <a:pt x="1556" y="65167"/>
                </a:lnTo>
                <a:lnTo>
                  <a:pt x="390" y="73027"/>
                </a:lnTo>
                <a:lnTo>
                  <a:pt x="0" y="80962"/>
                </a:lnTo>
                <a:lnTo>
                  <a:pt x="390" y="88898"/>
                </a:lnTo>
                <a:lnTo>
                  <a:pt x="1556" y="96758"/>
                </a:lnTo>
                <a:lnTo>
                  <a:pt x="3486" y="104465"/>
                </a:lnTo>
                <a:lnTo>
                  <a:pt x="6163" y="111946"/>
                </a:lnTo>
                <a:lnTo>
                  <a:pt x="9560" y="119128"/>
                </a:lnTo>
                <a:lnTo>
                  <a:pt x="13645" y="125943"/>
                </a:lnTo>
                <a:lnTo>
                  <a:pt x="18378" y="132325"/>
                </a:lnTo>
                <a:lnTo>
                  <a:pt x="23713" y="138212"/>
                </a:lnTo>
                <a:lnTo>
                  <a:pt x="29600" y="143547"/>
                </a:lnTo>
                <a:lnTo>
                  <a:pt x="35982" y="148280"/>
                </a:lnTo>
                <a:lnTo>
                  <a:pt x="42797" y="152365"/>
                </a:lnTo>
                <a:lnTo>
                  <a:pt x="49979" y="155762"/>
                </a:lnTo>
                <a:lnTo>
                  <a:pt x="57460" y="158439"/>
                </a:lnTo>
                <a:lnTo>
                  <a:pt x="65167" y="160369"/>
                </a:lnTo>
                <a:lnTo>
                  <a:pt x="73027" y="161535"/>
                </a:lnTo>
                <a:lnTo>
                  <a:pt x="80962" y="161925"/>
                </a:lnTo>
                <a:close/>
              </a:path>
            </a:pathLst>
          </a:custGeom>
          <a:solidFill xmlns:a="http://schemas.openxmlformats.org/drawingml/2006/main">
            <a:srgbClr val="18232E"/>
          </a:solidFill>
          <a:ln xmlns:a="http://schemas.openxmlformats.org/drawingml/2006/main" w="0">
            <a:noFill/>
          </a:ln>
        </p:spPr>
      </p:sp>
      <p:sp>
        <p:nvSpPr>
          <p:cNvPr id="29" name="dp44-v4-qa-detail / n26 / circle">
            <a:extLst xmlns:a="http://schemas.openxmlformats.org/drawingml/2006/main">
              <a:ext uri="{FF2B5EF4-FFF2-40B4-BE49-F238E27FC236}">
                <a16:creationId xmlns:a16="http://schemas.microsoft.com/office/drawing/2014/main" id="{61EF7028-3829-403C-ACC2-DA2688CCD6CD}"/>
              </a:ext>
            </a:extLst>
          </p:cNvPr>
          <p:cNvSpPr>
            <a:spLocks xmlns:a="http://schemas.openxmlformats.org/drawingml/2006/main" noGrp="1"/>
          </p:cNvSpPr>
          <p:nvPr/>
        </p:nvSpPr>
        <p:spPr>
          <a:xfrm xmlns:a="http://schemas.openxmlformats.org/drawingml/2006/main">
            <a:off x="8391525" y="1790700"/>
            <a:ext cx="161925" cy="161925"/>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30" name="dp44-v4-qa-detail / n27 / circle">
            <a:extLst xmlns:a="http://schemas.openxmlformats.org/drawingml/2006/main">
              <a:ext uri="{FF2B5EF4-FFF2-40B4-BE49-F238E27FC236}">
                <a16:creationId xmlns:a16="http://schemas.microsoft.com/office/drawing/2014/main" id="{09E0883F-51CC-4614-9D2D-D4084EECD328}"/>
              </a:ext>
            </a:extLst>
          </p:cNvPr>
          <p:cNvSpPr>
            <a:spLocks xmlns:a="http://schemas.openxmlformats.org/drawingml/2006/main" noGrp="1"/>
          </p:cNvSpPr>
          <p:nvPr/>
        </p:nvSpPr>
        <p:spPr>
          <a:xfrm xmlns:a="http://schemas.openxmlformats.org/drawingml/2006/main">
            <a:off x="8591550" y="1790700"/>
            <a:ext cx="161925" cy="161925"/>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31" name="dp44-v4-qa-detail / n28">
            <a:extLst xmlns:a="http://schemas.openxmlformats.org/drawingml/2006/main">
              <a:ext uri="{FF2B5EF4-FFF2-40B4-BE49-F238E27FC236}">
                <a16:creationId xmlns:a16="http://schemas.microsoft.com/office/drawing/2014/main" id="{BBE0F2D4-CF70-4E59-A4DC-86BCD31A9051}"/>
              </a:ext>
            </a:extLst>
          </p:cNvPr>
          <p:cNvSpPr>
            <a:spLocks xmlns:a="http://schemas.openxmlformats.org/drawingml/2006/main" noGrp="1"/>
          </p:cNvSpPr>
          <p:nvPr/>
        </p:nvSpPr>
        <p:spPr>
          <a:xfrm xmlns:a="http://schemas.openxmlformats.org/drawingml/2006/main">
            <a:off x="8848725" y="1743075"/>
            <a:ext cx="809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18232E"/>
                </a:solidFill>
                <a:latin typeface="Apple SD Gothic Neo"/>
                <a:ea typeface="Apple SD Gothic Neo"/>
                <a:cs typeface="Apple SD Gothic Neo"/>
              </a:defRPr>
            </a:pPr>
            <a:r>
              <a:rPr sz="1500" b="0">
                <a:solidFill>
                  <a:srgbClr val="18232E"/>
                </a:solidFill>
                <a:latin typeface="Apple SD Gothic Neo"/>
                <a:ea typeface="Apple SD Gothic Neo"/>
                <a:cs typeface="Apple SD Gothic Neo"/>
              </a:rPr>
              <a:t>1점</a:t>
            </a:r>
          </a:p>
        </p:txBody>
      </p:sp>
      <p:sp>
        <p:nvSpPr>
          <p:cNvPr id="32" name="dp44-v4-qa-detail / n29 / circle">
            <a:extLst xmlns:a="http://schemas.openxmlformats.org/drawingml/2006/main">
              <a:ext uri="{FF2B5EF4-FFF2-40B4-BE49-F238E27FC236}">
                <a16:creationId xmlns:a16="http://schemas.microsoft.com/office/drawing/2014/main" id="{E8C0B347-3102-4D17-8FC3-AEFFC6BFA226}"/>
              </a:ext>
            </a:extLst>
          </p:cNvPr>
          <p:cNvSpPr>
            <a:spLocks xmlns:a="http://schemas.openxmlformats.org/drawingml/2006/main" noGrp="1"/>
          </p:cNvSpPr>
          <p:nvPr/>
        </p:nvSpPr>
        <p:spPr>
          <a:xfrm xmlns:a="http://schemas.openxmlformats.org/drawingml/2006/main">
            <a:off x="9753600" y="1790700"/>
            <a:ext cx="161925" cy="161925"/>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33" name="dp44-v4-qa-detail / n30 / circle">
            <a:extLst xmlns:a="http://schemas.openxmlformats.org/drawingml/2006/main">
              <a:ext uri="{FF2B5EF4-FFF2-40B4-BE49-F238E27FC236}">
                <a16:creationId xmlns:a16="http://schemas.microsoft.com/office/drawing/2014/main" id="{D8F28E0F-AD41-431B-9C91-9C3D16A1880D}"/>
              </a:ext>
            </a:extLst>
          </p:cNvPr>
          <p:cNvSpPr>
            <a:spLocks xmlns:a="http://schemas.openxmlformats.org/drawingml/2006/main" noGrp="1"/>
          </p:cNvSpPr>
          <p:nvPr/>
        </p:nvSpPr>
        <p:spPr>
          <a:xfrm xmlns:a="http://schemas.openxmlformats.org/drawingml/2006/main">
            <a:off x="9953625" y="1790700"/>
            <a:ext cx="161925" cy="161925"/>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34" name="dp44-v4-qa-detail / n31 / circle">
            <a:extLst xmlns:a="http://schemas.openxmlformats.org/drawingml/2006/main">
              <a:ext uri="{FF2B5EF4-FFF2-40B4-BE49-F238E27FC236}">
                <a16:creationId xmlns:a16="http://schemas.microsoft.com/office/drawing/2014/main" id="{A464DCFA-CCFC-4603-9790-5DC5B526B30F}"/>
              </a:ext>
            </a:extLst>
          </p:cNvPr>
          <p:cNvSpPr>
            <a:spLocks xmlns:a="http://schemas.openxmlformats.org/drawingml/2006/main" noGrp="1"/>
          </p:cNvSpPr>
          <p:nvPr/>
        </p:nvSpPr>
        <p:spPr>
          <a:xfrm xmlns:a="http://schemas.openxmlformats.org/drawingml/2006/main">
            <a:off x="10153650" y="1790700"/>
            <a:ext cx="161925" cy="161925"/>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35" name="dp44-v4-qa-detail / n32">
            <a:extLst xmlns:a="http://schemas.openxmlformats.org/drawingml/2006/main">
              <a:ext uri="{FF2B5EF4-FFF2-40B4-BE49-F238E27FC236}">
                <a16:creationId xmlns:a16="http://schemas.microsoft.com/office/drawing/2014/main" id="{A7F5FC46-82A5-492B-9C74-EAEB5AB9AB4D}"/>
              </a:ext>
            </a:extLst>
          </p:cNvPr>
          <p:cNvSpPr>
            <a:spLocks xmlns:a="http://schemas.openxmlformats.org/drawingml/2006/main" noGrp="1"/>
          </p:cNvSpPr>
          <p:nvPr/>
        </p:nvSpPr>
        <p:spPr>
          <a:xfrm xmlns:a="http://schemas.openxmlformats.org/drawingml/2006/main">
            <a:off x="10410825" y="1743075"/>
            <a:ext cx="809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18232E"/>
                </a:solidFill>
                <a:latin typeface="Apple SD Gothic Neo"/>
                <a:ea typeface="Apple SD Gothic Neo"/>
                <a:cs typeface="Apple SD Gothic Neo"/>
              </a:defRPr>
            </a:pPr>
            <a:r>
              <a:rPr sz="1500" b="0">
                <a:solidFill>
                  <a:srgbClr val="18232E"/>
                </a:solidFill>
                <a:latin typeface="Apple SD Gothic Neo"/>
                <a:ea typeface="Apple SD Gothic Neo"/>
                <a:cs typeface="Apple SD Gothic Neo"/>
              </a:rPr>
              <a:t>0점</a:t>
            </a:r>
          </a:p>
        </p:txBody>
      </p:sp>
      <p:sp>
        <p:nvSpPr>
          <p:cNvPr id="36" name="dp44-v4-qa-detail / n33">
            <a:extLst xmlns:a="http://schemas.openxmlformats.org/drawingml/2006/main">
              <a:ext uri="{FF2B5EF4-FFF2-40B4-BE49-F238E27FC236}">
                <a16:creationId xmlns:a16="http://schemas.microsoft.com/office/drawing/2014/main" id="{05F879E8-C702-4D59-8A1E-294F25095476}"/>
              </a:ext>
            </a:extLst>
          </p:cNvPr>
          <p:cNvSpPr>
            <a:spLocks xmlns:a="http://schemas.openxmlformats.org/drawingml/2006/main" noGrp="1"/>
          </p:cNvSpPr>
          <p:nvPr/>
        </p:nvSpPr>
        <p:spPr>
          <a:xfrm xmlns:a="http://schemas.openxmlformats.org/drawingml/2006/main">
            <a:off x="11811000" y="1762125"/>
            <a:ext cx="6096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5F6B77"/>
                </a:solidFill>
                <a:latin typeface="Apple SD Gothic Neo"/>
                <a:ea typeface="Apple SD Gothic Neo"/>
                <a:cs typeface="Apple SD Gothic Neo"/>
              </a:defRPr>
            </a:pPr>
            <a:r>
              <a:rPr sz="1500" b="0">
                <a:solidFill>
                  <a:srgbClr val="5F6B77"/>
                </a:solidFill>
                <a:latin typeface="Apple SD Gothic Neo"/>
                <a:ea typeface="Apple SD Gothic Neo"/>
                <a:cs typeface="Apple SD Gothic Neo"/>
              </a:rPr>
              <a:t>원값 차이와 점수 차이는 별도 확인</a:t>
            </a:r>
          </a:p>
        </p:txBody>
      </p:sp>
      <p:sp>
        <p:nvSpPr>
          <p:cNvPr id="37" name="dp44-v4-qa-detail / n34">
            <a:extLst xmlns:a="http://schemas.openxmlformats.org/drawingml/2006/main">
              <a:ext uri="{FF2B5EF4-FFF2-40B4-BE49-F238E27FC236}">
                <a16:creationId xmlns:a16="http://schemas.microsoft.com/office/drawing/2014/main" id="{0171296D-05E6-41F1-8A82-560E68D6F218}"/>
              </a:ext>
            </a:extLst>
          </p:cNvPr>
          <p:cNvSpPr>
            <a:spLocks xmlns:a="http://schemas.openxmlformats.org/drawingml/2006/main" noGrp="1"/>
          </p:cNvSpPr>
          <p:nvPr/>
        </p:nvSpPr>
        <p:spPr>
          <a:xfrm xmlns:a="http://schemas.openxmlformats.org/drawingml/2006/main">
            <a:off x="381000" y="2143125"/>
            <a:ext cx="17526000" cy="457200"/>
          </a:xfrm>
          <a:prstGeom xmlns:a="http://schemas.openxmlformats.org/drawingml/2006/main" prst="rect">
            <a:avLst/>
          </a:prstGeom>
          <a:solidFill xmlns:a="http://schemas.openxmlformats.org/drawingml/2006/main">
            <a:srgbClr val="D5E7C7"/>
          </a:solidFill>
          <a:ln xmlns:a="http://schemas.openxmlformats.org/drawingml/2006/main" w="0">
            <a:noFill/>
          </a:ln>
        </p:spPr>
      </p:sp>
      <p:sp>
        <p:nvSpPr>
          <p:cNvPr id="38" name="dp44-v4-qa-detail / n35">
            <a:extLst xmlns:a="http://schemas.openxmlformats.org/drawingml/2006/main">
              <a:ext uri="{FF2B5EF4-FFF2-40B4-BE49-F238E27FC236}">
                <a16:creationId xmlns:a16="http://schemas.microsoft.com/office/drawing/2014/main" id="{D05BA823-C4EC-402F-9AB8-5A078722FA2F}"/>
              </a:ext>
            </a:extLst>
          </p:cNvPr>
          <p:cNvSpPr>
            <a:spLocks xmlns:a="http://schemas.openxmlformats.org/drawingml/2006/main" noGrp="1"/>
          </p:cNvSpPr>
          <p:nvPr/>
        </p:nvSpPr>
        <p:spPr>
          <a:xfrm xmlns:a="http://schemas.openxmlformats.org/drawingml/2006/main">
            <a:off x="533400" y="2238375"/>
            <a:ext cx="2476500" cy="3286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1">
                <a:solidFill>
                  <a:srgbClr val="18232E"/>
                </a:solidFill>
                <a:latin typeface="Apple SD Gothic Neo"/>
                <a:ea typeface="Apple SD Gothic Neo"/>
                <a:cs typeface="Apple SD Gothic Neo"/>
              </a:defRPr>
            </a:pPr>
            <a:r>
              <a:rPr sz="1725" b="1">
                <a:solidFill>
                  <a:srgbClr val="18232E"/>
                </a:solidFill>
                <a:latin typeface="Apple SD Gothic Neo"/>
                <a:ea typeface="Apple SD Gothic Neo"/>
                <a:cs typeface="Apple SD Gothic Neo"/>
              </a:rPr>
              <a:t>QA / 목표</a:t>
            </a:r>
          </a:p>
        </p:txBody>
      </p:sp>
      <p:sp>
        <p:nvSpPr>
          <p:cNvPr id="39" name="dp44-v4-qa-detail / n36">
            <a:extLst xmlns:a="http://schemas.openxmlformats.org/drawingml/2006/main">
              <a:ext uri="{FF2B5EF4-FFF2-40B4-BE49-F238E27FC236}">
                <a16:creationId xmlns:a16="http://schemas.microsoft.com/office/drawing/2014/main" id="{532A19DE-9C04-46CC-B0FC-F946CC6ECE13}"/>
              </a:ext>
            </a:extLst>
          </p:cNvPr>
          <p:cNvSpPr>
            <a:spLocks xmlns:a="http://schemas.openxmlformats.org/drawingml/2006/main" noGrp="1"/>
          </p:cNvSpPr>
          <p:nvPr/>
        </p:nvSpPr>
        <p:spPr>
          <a:xfrm xmlns:a="http://schemas.openxmlformats.org/drawingml/2006/main">
            <a:off x="3457575" y="2238375"/>
            <a:ext cx="5810250" cy="3286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1">
                <a:solidFill>
                  <a:srgbClr val="18232E"/>
                </a:solidFill>
                <a:latin typeface="Apple SD Gothic Neo"/>
                <a:ea typeface="Apple SD Gothic Neo"/>
                <a:cs typeface="Apple SD Gothic Neo"/>
              </a:defRPr>
            </a:pPr>
            <a:r>
              <a:rPr sz="1725" b="1">
                <a:solidFill>
                  <a:srgbClr val="18232E"/>
                </a:solidFill>
                <a:latin typeface="Apple SD Gothic Neo"/>
                <a:ea typeface="Apple SD Gothic Neo"/>
                <a:cs typeface="Apple SD Gothic Neo"/>
              </a:rPr>
              <a:t>A 중앙에서 다음 실행 지시</a:t>
            </a:r>
          </a:p>
        </p:txBody>
      </p:sp>
      <p:sp>
        <p:nvSpPr>
          <p:cNvPr id="40" name="dp44-v4-qa-detail / n37">
            <a:extLst xmlns:a="http://schemas.openxmlformats.org/drawingml/2006/main">
              <a:ext uri="{FF2B5EF4-FFF2-40B4-BE49-F238E27FC236}">
                <a16:creationId xmlns:a16="http://schemas.microsoft.com/office/drawing/2014/main" id="{6D01D0E4-871C-4348-B03D-4E639A1D95CF}"/>
              </a:ext>
            </a:extLst>
          </p:cNvPr>
          <p:cNvSpPr>
            <a:spLocks xmlns:a="http://schemas.openxmlformats.org/drawingml/2006/main" noGrp="1"/>
          </p:cNvSpPr>
          <p:nvPr/>
        </p:nvSpPr>
        <p:spPr>
          <a:xfrm xmlns:a="http://schemas.openxmlformats.org/drawingml/2006/main">
            <a:off x="9648825" y="2238375"/>
            <a:ext cx="5810250" cy="3286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1">
                <a:solidFill>
                  <a:srgbClr val="18232E"/>
                </a:solidFill>
                <a:latin typeface="Apple SD Gothic Neo"/>
                <a:ea typeface="Apple SD Gothic Neo"/>
                <a:cs typeface="Apple SD Gothic Neo"/>
              </a:defRPr>
            </a:pPr>
            <a:r>
              <a:rPr sz="1725" b="1">
                <a:solidFill>
                  <a:srgbClr val="18232E"/>
                </a:solidFill>
                <a:latin typeface="Apple SD Gothic Neo"/>
                <a:ea typeface="Apple SD Gothic Neo"/>
                <a:cs typeface="Apple SD Gothic Neo"/>
              </a:rPr>
              <a:t>B 연결된 단계가 조건으로 실행</a:t>
            </a:r>
          </a:p>
        </p:txBody>
      </p:sp>
      <p:sp>
        <p:nvSpPr>
          <p:cNvPr id="41" name="dp44-v4-qa-detail / n38">
            <a:extLst xmlns:a="http://schemas.openxmlformats.org/drawingml/2006/main">
              <a:ext uri="{FF2B5EF4-FFF2-40B4-BE49-F238E27FC236}">
                <a16:creationId xmlns:a16="http://schemas.microsoft.com/office/drawing/2014/main" id="{DBAF5831-6495-4354-A6FB-1B65D608871A}"/>
              </a:ext>
            </a:extLst>
          </p:cNvPr>
          <p:cNvSpPr>
            <a:spLocks xmlns:a="http://schemas.openxmlformats.org/drawingml/2006/main" noGrp="1"/>
          </p:cNvSpPr>
          <p:nvPr/>
        </p:nvSpPr>
        <p:spPr>
          <a:xfrm xmlns:a="http://schemas.openxmlformats.org/drawingml/2006/main">
            <a:off x="15801975" y="2238375"/>
            <a:ext cx="1952625" cy="3286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1">
                <a:solidFill>
                  <a:srgbClr val="18232E"/>
                </a:solidFill>
                <a:latin typeface="Apple SD Gothic Neo"/>
                <a:ea typeface="Apple SD Gothic Neo"/>
                <a:cs typeface="Apple SD Gothic Neo"/>
              </a:defRPr>
            </a:pPr>
            <a:r>
              <a:rPr sz="1725" b="1">
                <a:solidFill>
                  <a:srgbClr val="18232E"/>
                </a:solidFill>
                <a:latin typeface="Apple SD Gothic Neo"/>
                <a:ea typeface="Apple SD Gothic Neo"/>
                <a:cs typeface="Apple SD Gothic Neo"/>
              </a:rPr>
              <a:t>원값 차이</a:t>
            </a:r>
          </a:p>
        </p:txBody>
      </p:sp>
      <p:sp>
        <p:nvSpPr>
          <p:cNvPr id="42" name="dp44-v4-qa-detail / n39">
            <a:extLst xmlns:a="http://schemas.openxmlformats.org/drawingml/2006/main">
              <a:ext uri="{FF2B5EF4-FFF2-40B4-BE49-F238E27FC236}">
                <a16:creationId xmlns:a16="http://schemas.microsoft.com/office/drawing/2014/main" id="{EB069E54-D7B4-486A-9522-9630B7DA84B3}"/>
              </a:ext>
            </a:extLst>
          </p:cNvPr>
          <p:cNvSpPr>
            <a:spLocks xmlns:a="http://schemas.openxmlformats.org/drawingml/2006/main" noGrp="1"/>
          </p:cNvSpPr>
          <p:nvPr/>
        </p:nvSpPr>
        <p:spPr>
          <a:xfrm xmlns:a="http://schemas.openxmlformats.org/drawingml/2006/main">
            <a:off x="381000" y="3590925"/>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1430">
            <a:solidFill>
              <a:srgbClr val="CDD6DE"/>
            </a:solidFill>
          </a:ln>
        </p:spPr>
      </p:sp>
      <p:sp>
        <p:nvSpPr>
          <p:cNvPr id="43" name="dp44-v4-qa-detail / n40">
            <a:extLst xmlns:a="http://schemas.openxmlformats.org/drawingml/2006/main">
              <a:ext uri="{FF2B5EF4-FFF2-40B4-BE49-F238E27FC236}">
                <a16:creationId xmlns:a16="http://schemas.microsoft.com/office/drawing/2014/main" id="{4606494B-3182-4FB7-80D3-FF9519A1CB4B}"/>
              </a:ext>
            </a:extLst>
          </p:cNvPr>
          <p:cNvSpPr>
            <a:spLocks xmlns:a="http://schemas.openxmlformats.org/drawingml/2006/main" noGrp="1"/>
          </p:cNvSpPr>
          <p:nvPr/>
        </p:nvSpPr>
        <p:spPr>
          <a:xfrm xmlns:a="http://schemas.openxmlformats.org/drawingml/2006/main">
            <a:off x="533400" y="2695575"/>
            <a:ext cx="25146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1">
                <a:solidFill>
                  <a:srgbClr val="18232E"/>
                </a:solidFill>
                <a:latin typeface="Apple SD Gothic Neo"/>
                <a:ea typeface="Apple SD Gothic Neo"/>
                <a:cs typeface="Apple SD Gothic Neo"/>
              </a:defRPr>
            </a:pPr>
            <a:r>
              <a:rPr sz="1650" b="1">
                <a:solidFill>
                  <a:srgbClr val="18232E"/>
                </a:solidFill>
                <a:latin typeface="Apple SD Gothic Neo"/>
                <a:ea typeface="Apple SD Gothic Neo"/>
                <a:cs typeface="Apple SD Gothic Neo"/>
              </a:rPr>
              <a:t>01  요청 처리 정확성</a:t>
            </a:r>
          </a:p>
        </p:txBody>
      </p:sp>
      <p:sp>
        <p:nvSpPr>
          <p:cNvPr id="44" name="dp44-v4-qa-detail / n41">
            <a:extLst xmlns:a="http://schemas.openxmlformats.org/drawingml/2006/main">
              <a:ext uri="{FF2B5EF4-FFF2-40B4-BE49-F238E27FC236}">
                <a16:creationId xmlns:a16="http://schemas.microsoft.com/office/drawing/2014/main" id="{23E73933-3D92-4C5A-AD5E-F42D3012AD8C}"/>
              </a:ext>
            </a:extLst>
          </p:cNvPr>
          <p:cNvSpPr>
            <a:spLocks xmlns:a="http://schemas.openxmlformats.org/drawingml/2006/main" noGrp="1"/>
          </p:cNvSpPr>
          <p:nvPr/>
        </p:nvSpPr>
        <p:spPr>
          <a:xfrm xmlns:a="http://schemas.openxmlformats.org/drawingml/2006/main">
            <a:off x="533400" y="3057525"/>
            <a:ext cx="2514600" cy="2714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425" b="0">
                <a:solidFill>
                  <a:srgbClr val="5F6B77"/>
                </a:solidFill>
                <a:latin typeface="Apple SD Gothic Neo"/>
                <a:ea typeface="Apple SD Gothic Neo"/>
                <a:cs typeface="Apple SD Gothic Neo"/>
              </a:defRPr>
            </a:pPr>
            <a:r>
              <a:rPr sz="1425" b="0">
                <a:solidFill>
                  <a:srgbClr val="5F6B77"/>
                </a:solidFill>
                <a:latin typeface="Apple SD Gothic Neo"/>
                <a:ea typeface="Apple SD Gothic Neo"/>
                <a:cs typeface="Apple SD Gothic Neo"/>
              </a:rPr>
              <a:t>목표 ≥98%</a:t>
            </a:r>
          </a:p>
        </p:txBody>
      </p:sp>
      <p:sp>
        <p:nvSpPr>
          <p:cNvPr id="45" name="dp44-v4-qa-detail / n42 / circle">
            <a:extLst xmlns:a="http://schemas.openxmlformats.org/drawingml/2006/main">
              <a:ext uri="{FF2B5EF4-FFF2-40B4-BE49-F238E27FC236}">
                <a16:creationId xmlns:a16="http://schemas.microsoft.com/office/drawing/2014/main" id="{3A931BFD-1538-4209-BC2B-C0DB8405B053}"/>
              </a:ext>
            </a:extLst>
          </p:cNvPr>
          <p:cNvSpPr>
            <a:spLocks xmlns:a="http://schemas.openxmlformats.org/drawingml/2006/main" noGrp="1"/>
          </p:cNvSpPr>
          <p:nvPr/>
        </p:nvSpPr>
        <p:spPr>
          <a:xfrm xmlns:a="http://schemas.openxmlformats.org/drawingml/2006/main">
            <a:off x="3457575" y="2752725"/>
            <a:ext cx="171450" cy="171450"/>
          </a:xfrm>
          <a:prstGeom xmlns:a="http://schemas.openxmlformats.org/drawingml/2006/main" prst="ellipse">
            <a:avLst/>
          </a:prstGeom>
          <a:solidFill xmlns:a="http://schemas.openxmlformats.org/drawingml/2006/main">
            <a:srgbClr val="18232E"/>
          </a:solidFill>
          <a:ln xmlns:a="http://schemas.openxmlformats.org/drawingml/2006/main" w="10478">
            <a:solidFill>
              <a:srgbClr val="18232E"/>
            </a:solidFill>
          </a:ln>
        </p:spPr>
      </p:sp>
      <p:sp>
        <p:nvSpPr>
          <p:cNvPr id="46" name="dp44-v4-qa-detail / n43 / circle">
            <a:extLst xmlns:a="http://schemas.openxmlformats.org/drawingml/2006/main">
              <a:ext uri="{FF2B5EF4-FFF2-40B4-BE49-F238E27FC236}">
                <a16:creationId xmlns:a16="http://schemas.microsoft.com/office/drawing/2014/main" id="{F08FC9EF-2C91-4FB9-ABD0-77FDDE26AD3F}"/>
              </a:ext>
            </a:extLst>
          </p:cNvPr>
          <p:cNvSpPr>
            <a:spLocks xmlns:a="http://schemas.openxmlformats.org/drawingml/2006/main" noGrp="1"/>
          </p:cNvSpPr>
          <p:nvPr/>
        </p:nvSpPr>
        <p:spPr>
          <a:xfrm xmlns:a="http://schemas.openxmlformats.org/drawingml/2006/main">
            <a:off x="3667125" y="2752725"/>
            <a:ext cx="171450" cy="171450"/>
          </a:xfrm>
          <a:prstGeom xmlns:a="http://schemas.openxmlformats.org/drawingml/2006/main" prst="ellipse">
            <a:avLst/>
          </a:prstGeom>
          <a:solidFill xmlns:a="http://schemas.openxmlformats.org/drawingml/2006/main">
            <a:srgbClr val="18232E"/>
          </a:solidFill>
          <a:ln xmlns:a="http://schemas.openxmlformats.org/drawingml/2006/main" w="10478">
            <a:solidFill>
              <a:srgbClr val="18232E"/>
            </a:solidFill>
          </a:ln>
        </p:spPr>
      </p:sp>
      <p:sp>
        <p:nvSpPr>
          <p:cNvPr id="47" name="dp44-v4-qa-detail / n44 / circle">
            <a:extLst xmlns:a="http://schemas.openxmlformats.org/drawingml/2006/main">
              <a:ext uri="{FF2B5EF4-FFF2-40B4-BE49-F238E27FC236}">
                <a16:creationId xmlns:a16="http://schemas.microsoft.com/office/drawing/2014/main" id="{43FD093D-8EDD-4B8C-AF76-A33B89DF1D8F}"/>
              </a:ext>
            </a:extLst>
          </p:cNvPr>
          <p:cNvSpPr>
            <a:spLocks xmlns:a="http://schemas.openxmlformats.org/drawingml/2006/main" noGrp="1"/>
          </p:cNvSpPr>
          <p:nvPr/>
        </p:nvSpPr>
        <p:spPr>
          <a:xfrm xmlns:a="http://schemas.openxmlformats.org/drawingml/2006/main">
            <a:off x="3876675" y="2752725"/>
            <a:ext cx="171450" cy="171450"/>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48" name="dp44-v4-qa-detail / n44 / half">
            <a:extLst xmlns:a="http://schemas.openxmlformats.org/drawingml/2006/main">
              <a:ext uri="{FF2B5EF4-FFF2-40B4-BE49-F238E27FC236}">
                <a16:creationId xmlns:a16="http://schemas.microsoft.com/office/drawing/2014/main" id="{F28B9D87-764D-4BDE-A964-B1A770D0F6F8}"/>
              </a:ext>
            </a:extLst>
          </p:cNvPr>
          <p:cNvSpPr>
            <a:spLocks xmlns:a="http://schemas.openxmlformats.org/drawingml/2006/main" noGrp="1"/>
          </p:cNvSpPr>
          <p:nvPr/>
        </p:nvSpPr>
        <p:spPr>
          <a:xfrm xmlns:a="http://schemas.openxmlformats.org/drawingml/2006/main">
            <a:off x="3876675" y="2752725"/>
            <a:ext cx="171450" cy="171450"/>
          </a:xfrm>
          <a:custGeom xmlns:a="http://schemas.openxmlformats.org/drawingml/2006/main">
            <a:pathLst>
              <a:path w="171450" h="171450">
                <a:moveTo>
                  <a:pt x="85725" y="0"/>
                </a:moveTo>
                <a:lnTo>
                  <a:pt x="77322" y="413"/>
                </a:lnTo>
                <a:lnTo>
                  <a:pt x="69001" y="1647"/>
                </a:lnTo>
                <a:lnTo>
                  <a:pt x="60840" y="3691"/>
                </a:lnTo>
                <a:lnTo>
                  <a:pt x="52919" y="6525"/>
                </a:lnTo>
                <a:lnTo>
                  <a:pt x="45315" y="10122"/>
                </a:lnTo>
                <a:lnTo>
                  <a:pt x="38099" y="14447"/>
                </a:lnTo>
                <a:lnTo>
                  <a:pt x="31342" y="19459"/>
                </a:lnTo>
                <a:lnTo>
                  <a:pt x="25108" y="25108"/>
                </a:lnTo>
                <a:lnTo>
                  <a:pt x="19459" y="31342"/>
                </a:lnTo>
                <a:lnTo>
                  <a:pt x="14447" y="38099"/>
                </a:lnTo>
                <a:lnTo>
                  <a:pt x="10122" y="45315"/>
                </a:lnTo>
                <a:lnTo>
                  <a:pt x="6525" y="52919"/>
                </a:lnTo>
                <a:lnTo>
                  <a:pt x="3691" y="60840"/>
                </a:lnTo>
                <a:lnTo>
                  <a:pt x="1647" y="69001"/>
                </a:lnTo>
                <a:lnTo>
                  <a:pt x="413" y="77322"/>
                </a:lnTo>
                <a:lnTo>
                  <a:pt x="0" y="85725"/>
                </a:lnTo>
                <a:lnTo>
                  <a:pt x="413" y="94128"/>
                </a:lnTo>
                <a:lnTo>
                  <a:pt x="1647" y="102449"/>
                </a:lnTo>
                <a:lnTo>
                  <a:pt x="3691" y="110610"/>
                </a:lnTo>
                <a:lnTo>
                  <a:pt x="6525" y="118531"/>
                </a:lnTo>
                <a:lnTo>
                  <a:pt x="10122" y="126135"/>
                </a:lnTo>
                <a:lnTo>
                  <a:pt x="14447" y="133351"/>
                </a:lnTo>
                <a:lnTo>
                  <a:pt x="19459" y="140108"/>
                </a:lnTo>
                <a:lnTo>
                  <a:pt x="25108" y="146342"/>
                </a:lnTo>
                <a:lnTo>
                  <a:pt x="31342" y="151991"/>
                </a:lnTo>
                <a:lnTo>
                  <a:pt x="38099" y="157003"/>
                </a:lnTo>
                <a:lnTo>
                  <a:pt x="45315" y="161328"/>
                </a:lnTo>
                <a:lnTo>
                  <a:pt x="52919" y="164925"/>
                </a:lnTo>
                <a:lnTo>
                  <a:pt x="60840" y="167759"/>
                </a:lnTo>
                <a:lnTo>
                  <a:pt x="69001" y="169803"/>
                </a:lnTo>
                <a:lnTo>
                  <a:pt x="77322" y="171037"/>
                </a:lnTo>
                <a:lnTo>
                  <a:pt x="85725" y="171450"/>
                </a:lnTo>
                <a:close/>
              </a:path>
            </a:pathLst>
          </a:custGeom>
          <a:solidFill xmlns:a="http://schemas.openxmlformats.org/drawingml/2006/main">
            <a:srgbClr val="18232E"/>
          </a:solidFill>
          <a:ln xmlns:a="http://schemas.openxmlformats.org/drawingml/2006/main" w="0">
            <a:noFill/>
          </a:ln>
        </p:spPr>
      </p:sp>
      <p:sp>
        <p:nvSpPr>
          <p:cNvPr id="49" name="dp44-v4-qa-detail / n45">
            <a:extLst xmlns:a="http://schemas.openxmlformats.org/drawingml/2006/main">
              <a:ext uri="{FF2B5EF4-FFF2-40B4-BE49-F238E27FC236}">
                <a16:creationId xmlns:a16="http://schemas.microsoft.com/office/drawing/2014/main" id="{4542ABA3-253E-4C98-9536-A2EA874CDF18}"/>
              </a:ext>
            </a:extLst>
          </p:cNvPr>
          <p:cNvSpPr>
            <a:spLocks xmlns:a="http://schemas.openxmlformats.org/drawingml/2006/main" noGrp="1"/>
          </p:cNvSpPr>
          <p:nvPr/>
        </p:nvSpPr>
        <p:spPr>
          <a:xfrm xmlns:a="http://schemas.openxmlformats.org/drawingml/2006/main">
            <a:off x="4181475" y="2686050"/>
            <a:ext cx="809625" cy="357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1">
                <a:solidFill>
                  <a:srgbClr val="18232E"/>
                </a:solidFill>
                <a:latin typeface="Apple SD Gothic Neo"/>
                <a:ea typeface="Apple SD Gothic Neo"/>
                <a:cs typeface="Apple SD Gothic Neo"/>
              </a:defRPr>
            </a:pPr>
            <a:r>
              <a:rPr sz="1875" b="1">
                <a:solidFill>
                  <a:srgbClr val="18232E"/>
                </a:solidFill>
                <a:latin typeface="Apple SD Gothic Neo"/>
                <a:ea typeface="Apple SD Gothic Neo"/>
                <a:cs typeface="Apple SD Gothic Neo"/>
              </a:rPr>
              <a:t>5점</a:t>
            </a:r>
          </a:p>
        </p:txBody>
      </p:sp>
      <p:sp>
        <p:nvSpPr>
          <p:cNvPr id="50" name="dp44-v4-qa-detail / n46">
            <a:extLst xmlns:a="http://schemas.openxmlformats.org/drawingml/2006/main">
              <a:ext uri="{FF2B5EF4-FFF2-40B4-BE49-F238E27FC236}">
                <a16:creationId xmlns:a16="http://schemas.microsoft.com/office/drawing/2014/main" id="{D39FAEB9-85BD-4D8E-8D1B-B121059954F4}"/>
              </a:ext>
            </a:extLst>
          </p:cNvPr>
          <p:cNvSpPr>
            <a:spLocks xmlns:a="http://schemas.openxmlformats.org/drawingml/2006/main" noGrp="1"/>
          </p:cNvSpPr>
          <p:nvPr/>
        </p:nvSpPr>
        <p:spPr>
          <a:xfrm xmlns:a="http://schemas.openxmlformats.org/drawingml/2006/main">
            <a:off x="5076825" y="2667000"/>
            <a:ext cx="4000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1">
                <a:solidFill>
                  <a:srgbClr val="18232E"/>
                </a:solidFill>
                <a:latin typeface="Apple SD Gothic Neo"/>
                <a:ea typeface="Apple SD Gothic Neo"/>
                <a:cs typeface="Apple SD Gothic Neo"/>
              </a:defRPr>
            </a:pPr>
            <a:r>
              <a:rPr sz="2100" b="1">
                <a:solidFill>
                  <a:srgbClr val="18232E"/>
                </a:solidFill>
                <a:latin typeface="Apple SD Gothic Neo"/>
                <a:ea typeface="Apple SD Gothic Neo"/>
                <a:cs typeface="Apple SD Gothic Neo"/>
              </a:rPr>
              <a:t>99.63%</a:t>
            </a:r>
          </a:p>
        </p:txBody>
      </p:sp>
      <p:sp>
        <p:nvSpPr>
          <p:cNvPr id="51" name="dp44-v4-qa-detail / n47">
            <a:extLst xmlns:a="http://schemas.openxmlformats.org/drawingml/2006/main">
              <a:ext uri="{FF2B5EF4-FFF2-40B4-BE49-F238E27FC236}">
                <a16:creationId xmlns:a16="http://schemas.microsoft.com/office/drawing/2014/main" id="{11B13C6E-3AB8-4D57-AF7F-CCCE05B2D342}"/>
              </a:ext>
            </a:extLst>
          </p:cNvPr>
          <p:cNvSpPr>
            <a:spLocks xmlns:a="http://schemas.openxmlformats.org/drawingml/2006/main" noGrp="1"/>
          </p:cNvSpPr>
          <p:nvPr/>
        </p:nvSpPr>
        <p:spPr>
          <a:xfrm xmlns:a="http://schemas.openxmlformats.org/drawingml/2006/main">
            <a:off x="3457575" y="3095625"/>
            <a:ext cx="58293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18232E"/>
                </a:solidFill>
                <a:latin typeface="Apple SD Gothic Neo"/>
                <a:ea typeface="Apple SD Gothic Neo"/>
                <a:cs typeface="Apple SD Gothic Neo"/>
              </a:defRPr>
            </a:pPr>
            <a:r>
              <a:rPr sz="1500" b="0">
                <a:solidFill>
                  <a:srgbClr val="18232E"/>
                </a:solidFill>
                <a:latin typeface="Apple SD Gothic Neo"/>
                <a:ea typeface="Apple SD Gothic Neo"/>
                <a:cs typeface="Apple SD Gothic Neo"/>
              </a:rPr>
              <a:t>같은 의미 판단과 현재성 검사</a:t>
            </a:r>
          </a:p>
        </p:txBody>
      </p:sp>
      <p:sp>
        <p:nvSpPr>
          <p:cNvPr id="52" name="dp44-v4-qa-detail / n48 / circle">
            <a:extLst xmlns:a="http://schemas.openxmlformats.org/drawingml/2006/main">
              <a:ext uri="{FF2B5EF4-FFF2-40B4-BE49-F238E27FC236}">
                <a16:creationId xmlns:a16="http://schemas.microsoft.com/office/drawing/2014/main" id="{EF98AA08-E8FB-4567-9D1C-D1094AA2BF88}"/>
              </a:ext>
            </a:extLst>
          </p:cNvPr>
          <p:cNvSpPr>
            <a:spLocks xmlns:a="http://schemas.openxmlformats.org/drawingml/2006/main" noGrp="1"/>
          </p:cNvSpPr>
          <p:nvPr/>
        </p:nvSpPr>
        <p:spPr>
          <a:xfrm xmlns:a="http://schemas.openxmlformats.org/drawingml/2006/main">
            <a:off x="9648825" y="2752725"/>
            <a:ext cx="171450" cy="171450"/>
          </a:xfrm>
          <a:prstGeom xmlns:a="http://schemas.openxmlformats.org/drawingml/2006/main" prst="ellipse">
            <a:avLst/>
          </a:prstGeom>
          <a:solidFill xmlns:a="http://schemas.openxmlformats.org/drawingml/2006/main">
            <a:srgbClr val="18232E"/>
          </a:solidFill>
          <a:ln xmlns:a="http://schemas.openxmlformats.org/drawingml/2006/main" w="10478">
            <a:solidFill>
              <a:srgbClr val="18232E"/>
            </a:solidFill>
          </a:ln>
        </p:spPr>
      </p:sp>
      <p:sp>
        <p:nvSpPr>
          <p:cNvPr id="53" name="dp44-v4-qa-detail / n49 / circle">
            <a:extLst xmlns:a="http://schemas.openxmlformats.org/drawingml/2006/main">
              <a:ext uri="{FF2B5EF4-FFF2-40B4-BE49-F238E27FC236}">
                <a16:creationId xmlns:a16="http://schemas.microsoft.com/office/drawing/2014/main" id="{16B3C872-1F3B-4C4A-B02B-F7B90AD51C84}"/>
              </a:ext>
            </a:extLst>
          </p:cNvPr>
          <p:cNvSpPr>
            <a:spLocks xmlns:a="http://schemas.openxmlformats.org/drawingml/2006/main" noGrp="1"/>
          </p:cNvSpPr>
          <p:nvPr/>
        </p:nvSpPr>
        <p:spPr>
          <a:xfrm xmlns:a="http://schemas.openxmlformats.org/drawingml/2006/main">
            <a:off x="9858375" y="2752725"/>
            <a:ext cx="171450" cy="171450"/>
          </a:xfrm>
          <a:prstGeom xmlns:a="http://schemas.openxmlformats.org/drawingml/2006/main" prst="ellipse">
            <a:avLst/>
          </a:prstGeom>
          <a:solidFill xmlns:a="http://schemas.openxmlformats.org/drawingml/2006/main">
            <a:srgbClr val="18232E"/>
          </a:solidFill>
          <a:ln xmlns:a="http://schemas.openxmlformats.org/drawingml/2006/main" w="10478">
            <a:solidFill>
              <a:srgbClr val="18232E"/>
            </a:solidFill>
          </a:ln>
        </p:spPr>
      </p:sp>
      <p:sp>
        <p:nvSpPr>
          <p:cNvPr id="54" name="dp44-v4-qa-detail / n50 / circle">
            <a:extLst xmlns:a="http://schemas.openxmlformats.org/drawingml/2006/main">
              <a:ext uri="{FF2B5EF4-FFF2-40B4-BE49-F238E27FC236}">
                <a16:creationId xmlns:a16="http://schemas.microsoft.com/office/drawing/2014/main" id="{79E813D6-D453-431D-A7EA-892A6162572A}"/>
              </a:ext>
            </a:extLst>
          </p:cNvPr>
          <p:cNvSpPr>
            <a:spLocks xmlns:a="http://schemas.openxmlformats.org/drawingml/2006/main" noGrp="1"/>
          </p:cNvSpPr>
          <p:nvPr/>
        </p:nvSpPr>
        <p:spPr>
          <a:xfrm xmlns:a="http://schemas.openxmlformats.org/drawingml/2006/main">
            <a:off x="10067925" y="2752725"/>
            <a:ext cx="171450" cy="171450"/>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55" name="dp44-v4-qa-detail / n50 / half">
            <a:extLst xmlns:a="http://schemas.openxmlformats.org/drawingml/2006/main">
              <a:ext uri="{FF2B5EF4-FFF2-40B4-BE49-F238E27FC236}">
                <a16:creationId xmlns:a16="http://schemas.microsoft.com/office/drawing/2014/main" id="{81150349-D395-4D9C-BB41-0B21094A2E2D}"/>
              </a:ext>
            </a:extLst>
          </p:cNvPr>
          <p:cNvSpPr>
            <a:spLocks xmlns:a="http://schemas.openxmlformats.org/drawingml/2006/main" noGrp="1"/>
          </p:cNvSpPr>
          <p:nvPr/>
        </p:nvSpPr>
        <p:spPr>
          <a:xfrm xmlns:a="http://schemas.openxmlformats.org/drawingml/2006/main">
            <a:off x="10067925" y="2752725"/>
            <a:ext cx="171450" cy="171450"/>
          </a:xfrm>
          <a:custGeom xmlns:a="http://schemas.openxmlformats.org/drawingml/2006/main">
            <a:pathLst>
              <a:path w="171450" h="171450">
                <a:moveTo>
                  <a:pt x="85725" y="0"/>
                </a:moveTo>
                <a:lnTo>
                  <a:pt x="77322" y="413"/>
                </a:lnTo>
                <a:lnTo>
                  <a:pt x="69001" y="1647"/>
                </a:lnTo>
                <a:lnTo>
                  <a:pt x="60840" y="3691"/>
                </a:lnTo>
                <a:lnTo>
                  <a:pt x="52919" y="6525"/>
                </a:lnTo>
                <a:lnTo>
                  <a:pt x="45315" y="10122"/>
                </a:lnTo>
                <a:lnTo>
                  <a:pt x="38099" y="14447"/>
                </a:lnTo>
                <a:lnTo>
                  <a:pt x="31342" y="19459"/>
                </a:lnTo>
                <a:lnTo>
                  <a:pt x="25108" y="25108"/>
                </a:lnTo>
                <a:lnTo>
                  <a:pt x="19459" y="31342"/>
                </a:lnTo>
                <a:lnTo>
                  <a:pt x="14447" y="38099"/>
                </a:lnTo>
                <a:lnTo>
                  <a:pt x="10122" y="45315"/>
                </a:lnTo>
                <a:lnTo>
                  <a:pt x="6525" y="52919"/>
                </a:lnTo>
                <a:lnTo>
                  <a:pt x="3691" y="60840"/>
                </a:lnTo>
                <a:lnTo>
                  <a:pt x="1647" y="69001"/>
                </a:lnTo>
                <a:lnTo>
                  <a:pt x="413" y="77322"/>
                </a:lnTo>
                <a:lnTo>
                  <a:pt x="0" y="85725"/>
                </a:lnTo>
                <a:lnTo>
                  <a:pt x="413" y="94128"/>
                </a:lnTo>
                <a:lnTo>
                  <a:pt x="1647" y="102449"/>
                </a:lnTo>
                <a:lnTo>
                  <a:pt x="3691" y="110610"/>
                </a:lnTo>
                <a:lnTo>
                  <a:pt x="6525" y="118531"/>
                </a:lnTo>
                <a:lnTo>
                  <a:pt x="10122" y="126135"/>
                </a:lnTo>
                <a:lnTo>
                  <a:pt x="14447" y="133351"/>
                </a:lnTo>
                <a:lnTo>
                  <a:pt x="19459" y="140108"/>
                </a:lnTo>
                <a:lnTo>
                  <a:pt x="25108" y="146342"/>
                </a:lnTo>
                <a:lnTo>
                  <a:pt x="31342" y="151991"/>
                </a:lnTo>
                <a:lnTo>
                  <a:pt x="38099" y="157003"/>
                </a:lnTo>
                <a:lnTo>
                  <a:pt x="45315" y="161328"/>
                </a:lnTo>
                <a:lnTo>
                  <a:pt x="52919" y="164925"/>
                </a:lnTo>
                <a:lnTo>
                  <a:pt x="60840" y="167759"/>
                </a:lnTo>
                <a:lnTo>
                  <a:pt x="69001" y="169803"/>
                </a:lnTo>
                <a:lnTo>
                  <a:pt x="77322" y="171037"/>
                </a:lnTo>
                <a:lnTo>
                  <a:pt x="85725" y="171450"/>
                </a:lnTo>
                <a:close/>
              </a:path>
            </a:pathLst>
          </a:custGeom>
          <a:solidFill xmlns:a="http://schemas.openxmlformats.org/drawingml/2006/main">
            <a:srgbClr val="18232E"/>
          </a:solidFill>
          <a:ln xmlns:a="http://schemas.openxmlformats.org/drawingml/2006/main" w="0">
            <a:noFill/>
          </a:ln>
        </p:spPr>
      </p:sp>
      <p:sp>
        <p:nvSpPr>
          <p:cNvPr id="56" name="dp44-v4-qa-detail / n51">
            <a:extLst xmlns:a="http://schemas.openxmlformats.org/drawingml/2006/main">
              <a:ext uri="{FF2B5EF4-FFF2-40B4-BE49-F238E27FC236}">
                <a16:creationId xmlns:a16="http://schemas.microsoft.com/office/drawing/2014/main" id="{F3843FC4-CB75-49F9-A8BF-AB8ABFC6092C}"/>
              </a:ext>
            </a:extLst>
          </p:cNvPr>
          <p:cNvSpPr>
            <a:spLocks xmlns:a="http://schemas.openxmlformats.org/drawingml/2006/main" noGrp="1"/>
          </p:cNvSpPr>
          <p:nvPr/>
        </p:nvSpPr>
        <p:spPr>
          <a:xfrm xmlns:a="http://schemas.openxmlformats.org/drawingml/2006/main">
            <a:off x="10372725" y="2686050"/>
            <a:ext cx="809625" cy="357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1">
                <a:solidFill>
                  <a:srgbClr val="18232E"/>
                </a:solidFill>
                <a:latin typeface="Apple SD Gothic Neo"/>
                <a:ea typeface="Apple SD Gothic Neo"/>
                <a:cs typeface="Apple SD Gothic Neo"/>
              </a:defRPr>
            </a:pPr>
            <a:r>
              <a:rPr sz="1875" b="1">
                <a:solidFill>
                  <a:srgbClr val="18232E"/>
                </a:solidFill>
                <a:latin typeface="Apple SD Gothic Neo"/>
                <a:ea typeface="Apple SD Gothic Neo"/>
                <a:cs typeface="Apple SD Gothic Neo"/>
              </a:rPr>
              <a:t>5점</a:t>
            </a:r>
          </a:p>
        </p:txBody>
      </p:sp>
      <p:sp>
        <p:nvSpPr>
          <p:cNvPr id="57" name="dp44-v4-qa-detail / n52">
            <a:extLst xmlns:a="http://schemas.openxmlformats.org/drawingml/2006/main">
              <a:ext uri="{FF2B5EF4-FFF2-40B4-BE49-F238E27FC236}">
                <a16:creationId xmlns:a16="http://schemas.microsoft.com/office/drawing/2014/main" id="{8D79F474-4D56-4167-A1A9-02BB75C1D827}"/>
              </a:ext>
            </a:extLst>
          </p:cNvPr>
          <p:cNvSpPr>
            <a:spLocks xmlns:a="http://schemas.openxmlformats.org/drawingml/2006/main" noGrp="1"/>
          </p:cNvSpPr>
          <p:nvPr/>
        </p:nvSpPr>
        <p:spPr>
          <a:xfrm xmlns:a="http://schemas.openxmlformats.org/drawingml/2006/main">
            <a:off x="11268075" y="2667000"/>
            <a:ext cx="4000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1">
                <a:solidFill>
                  <a:srgbClr val="18232E"/>
                </a:solidFill>
                <a:latin typeface="Apple SD Gothic Neo"/>
                <a:ea typeface="Apple SD Gothic Neo"/>
                <a:cs typeface="Apple SD Gothic Neo"/>
              </a:defRPr>
            </a:pPr>
            <a:r>
              <a:rPr sz="2100" b="1">
                <a:solidFill>
                  <a:srgbClr val="18232E"/>
                </a:solidFill>
                <a:latin typeface="Apple SD Gothic Neo"/>
                <a:ea typeface="Apple SD Gothic Neo"/>
                <a:cs typeface="Apple SD Gothic Neo"/>
              </a:rPr>
              <a:t>99.63%</a:t>
            </a:r>
          </a:p>
        </p:txBody>
      </p:sp>
      <p:sp>
        <p:nvSpPr>
          <p:cNvPr id="58" name="dp44-v4-qa-detail / n53">
            <a:extLst xmlns:a="http://schemas.openxmlformats.org/drawingml/2006/main">
              <a:ext uri="{FF2B5EF4-FFF2-40B4-BE49-F238E27FC236}">
                <a16:creationId xmlns:a16="http://schemas.microsoft.com/office/drawing/2014/main" id="{75BC89DF-B73B-4EF1-807B-8EF5FED18D7D}"/>
              </a:ext>
            </a:extLst>
          </p:cNvPr>
          <p:cNvSpPr>
            <a:spLocks xmlns:a="http://schemas.openxmlformats.org/drawingml/2006/main" noGrp="1"/>
          </p:cNvSpPr>
          <p:nvPr/>
        </p:nvSpPr>
        <p:spPr>
          <a:xfrm xmlns:a="http://schemas.openxmlformats.org/drawingml/2006/main">
            <a:off x="9648825" y="3095625"/>
            <a:ext cx="58293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18232E"/>
                </a:solidFill>
                <a:latin typeface="Apple SD Gothic Neo"/>
                <a:ea typeface="Apple SD Gothic Neo"/>
                <a:cs typeface="Apple SD Gothic Neo"/>
              </a:defRPr>
            </a:pPr>
            <a:r>
              <a:rPr sz="1500" b="0">
                <a:solidFill>
                  <a:srgbClr val="18232E"/>
                </a:solidFill>
                <a:latin typeface="Apple SD Gothic Neo"/>
                <a:ea typeface="Apple SD Gothic Neo"/>
                <a:cs typeface="Apple SD Gothic Neo"/>
              </a:rPr>
              <a:t>같은 의미 판단과 현재성 검사</a:t>
            </a:r>
          </a:p>
        </p:txBody>
      </p:sp>
      <p:sp>
        <p:nvSpPr>
          <p:cNvPr id="59" name="dp44-v4-qa-detail / n54">
            <a:extLst xmlns:a="http://schemas.openxmlformats.org/drawingml/2006/main">
              <a:ext uri="{FF2B5EF4-FFF2-40B4-BE49-F238E27FC236}">
                <a16:creationId xmlns:a16="http://schemas.microsoft.com/office/drawing/2014/main" id="{38219D2E-B064-45A3-A2A7-6366F1D57C9E}"/>
              </a:ext>
            </a:extLst>
          </p:cNvPr>
          <p:cNvSpPr>
            <a:spLocks xmlns:a="http://schemas.openxmlformats.org/drawingml/2006/main" noGrp="1"/>
          </p:cNvSpPr>
          <p:nvPr/>
        </p:nvSpPr>
        <p:spPr>
          <a:xfrm xmlns:a="http://schemas.openxmlformats.org/drawingml/2006/main">
            <a:off x="15801975" y="2743200"/>
            <a:ext cx="1952625" cy="3286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1">
                <a:solidFill>
                  <a:srgbClr val="18232E"/>
                </a:solidFill>
                <a:latin typeface="Apple SD Gothic Neo"/>
                <a:ea typeface="Apple SD Gothic Neo"/>
                <a:cs typeface="Apple SD Gothic Neo"/>
              </a:defRPr>
            </a:pPr>
            <a:r>
              <a:rPr sz="1725" b="1">
                <a:solidFill>
                  <a:srgbClr val="18232E"/>
                </a:solidFill>
                <a:latin typeface="Apple SD Gothic Neo"/>
                <a:ea typeface="Apple SD Gothic Neo"/>
                <a:cs typeface="Apple SD Gothic Neo"/>
              </a:rPr>
              <a:t>0.00%p</a:t>
            </a:r>
          </a:p>
        </p:txBody>
      </p:sp>
      <p:sp>
        <p:nvSpPr>
          <p:cNvPr id="60" name="dp44-v4-qa-detail / n55">
            <a:extLst xmlns:a="http://schemas.openxmlformats.org/drawingml/2006/main">
              <a:ext uri="{FF2B5EF4-FFF2-40B4-BE49-F238E27FC236}">
                <a16:creationId xmlns:a16="http://schemas.microsoft.com/office/drawing/2014/main" id="{B1FE7564-696C-49F9-9E11-DDAF9A8DDF29}"/>
              </a:ext>
            </a:extLst>
          </p:cNvPr>
          <p:cNvSpPr>
            <a:spLocks xmlns:a="http://schemas.openxmlformats.org/drawingml/2006/main" noGrp="1"/>
          </p:cNvSpPr>
          <p:nvPr/>
        </p:nvSpPr>
        <p:spPr>
          <a:xfrm xmlns:a="http://schemas.openxmlformats.org/drawingml/2006/main">
            <a:off x="15801975" y="3124200"/>
            <a:ext cx="1952625" cy="2714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425" b="0">
                <a:solidFill>
                  <a:srgbClr val="5F6B77"/>
                </a:solidFill>
                <a:latin typeface="Apple SD Gothic Neo"/>
                <a:ea typeface="Apple SD Gothic Neo"/>
                <a:cs typeface="Apple SD Gothic Neo"/>
              </a:defRPr>
            </a:pPr>
            <a:r>
              <a:rPr sz="1425" b="0">
                <a:solidFill>
                  <a:srgbClr val="5F6B77"/>
                </a:solidFill>
                <a:latin typeface="Apple SD Gothic Neo"/>
                <a:ea typeface="Apple SD Gothic Neo"/>
                <a:cs typeface="Apple SD Gothic Neo"/>
              </a:rPr>
              <a:t>같은 가정값</a:t>
            </a:r>
          </a:p>
        </p:txBody>
      </p:sp>
      <p:sp>
        <p:nvSpPr>
          <p:cNvPr id="61" name="dp44-v4-qa-detail / n56">
            <a:extLst xmlns:a="http://schemas.openxmlformats.org/drawingml/2006/main">
              <a:ext uri="{FF2B5EF4-FFF2-40B4-BE49-F238E27FC236}">
                <a16:creationId xmlns:a16="http://schemas.microsoft.com/office/drawing/2014/main" id="{D7874663-17C0-4315-86CA-CFD8B99EFBC4}"/>
              </a:ext>
            </a:extLst>
          </p:cNvPr>
          <p:cNvSpPr>
            <a:spLocks xmlns:a="http://schemas.openxmlformats.org/drawingml/2006/main" noGrp="1"/>
          </p:cNvSpPr>
          <p:nvPr/>
        </p:nvSpPr>
        <p:spPr>
          <a:xfrm xmlns:a="http://schemas.openxmlformats.org/drawingml/2006/main">
            <a:off x="15801975" y="3352800"/>
            <a:ext cx="1952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5F6B77"/>
                </a:solidFill>
                <a:latin typeface="Apple SD Gothic Neo"/>
                <a:ea typeface="Apple SD Gothic Neo"/>
                <a:cs typeface="Apple SD Gothic Neo"/>
              </a:defRPr>
            </a:pPr>
            <a:r>
              <a:rPr sz="1200" b="0">
                <a:solidFill>
                  <a:srgbClr val="5F6B77"/>
                </a:solidFill>
                <a:latin typeface="Apple SD Gothic Neo"/>
                <a:ea typeface="Apple SD Gothic Neo"/>
                <a:cs typeface="Apple SD Gothic Neo"/>
              </a:rPr>
              <a:t>기준 1%p</a:t>
            </a:r>
          </a:p>
        </p:txBody>
      </p:sp>
      <p:sp>
        <p:nvSpPr>
          <p:cNvPr id="62" name="dp44-v4-qa-detail / n57">
            <a:extLst xmlns:a="http://schemas.openxmlformats.org/drawingml/2006/main">
              <a:ext uri="{FF2B5EF4-FFF2-40B4-BE49-F238E27FC236}">
                <a16:creationId xmlns:a16="http://schemas.microsoft.com/office/drawing/2014/main" id="{EF409611-46F9-4022-A3D5-63CF871DDF58}"/>
              </a:ext>
            </a:extLst>
          </p:cNvPr>
          <p:cNvSpPr>
            <a:spLocks xmlns:a="http://schemas.openxmlformats.org/drawingml/2006/main" noGrp="1"/>
          </p:cNvSpPr>
          <p:nvPr/>
        </p:nvSpPr>
        <p:spPr>
          <a:xfrm xmlns:a="http://schemas.openxmlformats.org/drawingml/2006/main">
            <a:off x="381000" y="4591050"/>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1430">
            <a:solidFill>
              <a:srgbClr val="CDD6DE"/>
            </a:solidFill>
          </a:ln>
        </p:spPr>
      </p:sp>
      <p:sp>
        <p:nvSpPr>
          <p:cNvPr id="63" name="dp44-v4-qa-detail / n58">
            <a:extLst xmlns:a="http://schemas.openxmlformats.org/drawingml/2006/main">
              <a:ext uri="{FF2B5EF4-FFF2-40B4-BE49-F238E27FC236}">
                <a16:creationId xmlns:a16="http://schemas.microsoft.com/office/drawing/2014/main" id="{B69EEF54-1E0A-4354-A703-6CE03A90EBD1}"/>
              </a:ext>
            </a:extLst>
          </p:cNvPr>
          <p:cNvSpPr>
            <a:spLocks xmlns:a="http://schemas.openxmlformats.org/drawingml/2006/main" noGrp="1"/>
          </p:cNvSpPr>
          <p:nvPr/>
        </p:nvSpPr>
        <p:spPr>
          <a:xfrm xmlns:a="http://schemas.openxmlformats.org/drawingml/2006/main">
            <a:off x="533400" y="3695700"/>
            <a:ext cx="25146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1">
                <a:solidFill>
                  <a:srgbClr val="18232E"/>
                </a:solidFill>
                <a:latin typeface="Apple SD Gothic Neo"/>
                <a:ea typeface="Apple SD Gothic Neo"/>
                <a:cs typeface="Apple SD Gothic Neo"/>
              </a:defRPr>
            </a:pPr>
            <a:r>
              <a:rPr sz="1650" b="1">
                <a:solidFill>
                  <a:srgbClr val="18232E"/>
                </a:solidFill>
                <a:latin typeface="Apple SD Gothic Neo"/>
                <a:ea typeface="Apple SD Gothic Neo"/>
                <a:cs typeface="Apple SD Gothic Neo"/>
              </a:rPr>
              <a:t>02  상호작용 응답시간</a:t>
            </a:r>
          </a:p>
        </p:txBody>
      </p:sp>
      <p:sp>
        <p:nvSpPr>
          <p:cNvPr id="64" name="dp44-v4-qa-detail / n59">
            <a:extLst xmlns:a="http://schemas.openxmlformats.org/drawingml/2006/main">
              <a:ext uri="{FF2B5EF4-FFF2-40B4-BE49-F238E27FC236}">
                <a16:creationId xmlns:a16="http://schemas.microsoft.com/office/drawing/2014/main" id="{52DD79C3-448A-4DDD-A303-45A037A21172}"/>
              </a:ext>
            </a:extLst>
          </p:cNvPr>
          <p:cNvSpPr>
            <a:spLocks xmlns:a="http://schemas.openxmlformats.org/drawingml/2006/main" noGrp="1"/>
          </p:cNvSpPr>
          <p:nvPr/>
        </p:nvSpPr>
        <p:spPr>
          <a:xfrm xmlns:a="http://schemas.openxmlformats.org/drawingml/2006/main">
            <a:off x="533400" y="4057650"/>
            <a:ext cx="2514600" cy="2714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425" b="0">
                <a:solidFill>
                  <a:srgbClr val="5F6B77"/>
                </a:solidFill>
                <a:latin typeface="Apple SD Gothic Neo"/>
                <a:ea typeface="Apple SD Gothic Neo"/>
                <a:cs typeface="Apple SD Gothic Neo"/>
              </a:defRPr>
            </a:pPr>
            <a:r>
              <a:rPr sz="1425" b="0">
                <a:solidFill>
                  <a:srgbClr val="5F6B77"/>
                </a:solidFill>
                <a:latin typeface="Apple SD Gothic Neo"/>
                <a:ea typeface="Apple SD Gothic Neo"/>
                <a:cs typeface="Apple SD Gothic Neo"/>
              </a:rPr>
              <a:t>목표 ≤1초</a:t>
            </a:r>
          </a:p>
        </p:txBody>
      </p:sp>
      <p:sp>
        <p:nvSpPr>
          <p:cNvPr id="65" name="dp44-v4-qa-detail / n60 / circle">
            <a:extLst xmlns:a="http://schemas.openxmlformats.org/drawingml/2006/main">
              <a:ext uri="{FF2B5EF4-FFF2-40B4-BE49-F238E27FC236}">
                <a16:creationId xmlns:a16="http://schemas.microsoft.com/office/drawing/2014/main" id="{D10650BC-D866-407A-94CE-EB2CF23FAFF3}"/>
              </a:ext>
            </a:extLst>
          </p:cNvPr>
          <p:cNvSpPr>
            <a:spLocks xmlns:a="http://schemas.openxmlformats.org/drawingml/2006/main" noGrp="1"/>
          </p:cNvSpPr>
          <p:nvPr/>
        </p:nvSpPr>
        <p:spPr>
          <a:xfrm xmlns:a="http://schemas.openxmlformats.org/drawingml/2006/main">
            <a:off x="3457575" y="3752850"/>
            <a:ext cx="171450" cy="171450"/>
          </a:xfrm>
          <a:prstGeom xmlns:a="http://schemas.openxmlformats.org/drawingml/2006/main" prst="ellipse">
            <a:avLst/>
          </a:prstGeom>
          <a:solidFill xmlns:a="http://schemas.openxmlformats.org/drawingml/2006/main">
            <a:srgbClr val="18232E"/>
          </a:solidFill>
          <a:ln xmlns:a="http://schemas.openxmlformats.org/drawingml/2006/main" w="10478">
            <a:solidFill>
              <a:srgbClr val="18232E"/>
            </a:solidFill>
          </a:ln>
        </p:spPr>
      </p:sp>
      <p:sp>
        <p:nvSpPr>
          <p:cNvPr id="66" name="dp44-v4-qa-detail / n61 / circle">
            <a:extLst xmlns:a="http://schemas.openxmlformats.org/drawingml/2006/main">
              <a:ext uri="{FF2B5EF4-FFF2-40B4-BE49-F238E27FC236}">
                <a16:creationId xmlns:a16="http://schemas.microsoft.com/office/drawing/2014/main" id="{5864CC71-E530-4FC7-944F-E2E21A13B7D3}"/>
              </a:ext>
            </a:extLst>
          </p:cNvPr>
          <p:cNvSpPr>
            <a:spLocks xmlns:a="http://schemas.openxmlformats.org/drawingml/2006/main" noGrp="1"/>
          </p:cNvSpPr>
          <p:nvPr/>
        </p:nvSpPr>
        <p:spPr>
          <a:xfrm xmlns:a="http://schemas.openxmlformats.org/drawingml/2006/main">
            <a:off x="3667125" y="3752850"/>
            <a:ext cx="171450" cy="171450"/>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67" name="dp44-v4-qa-detail / n62 / circle">
            <a:extLst xmlns:a="http://schemas.openxmlformats.org/drawingml/2006/main">
              <a:ext uri="{FF2B5EF4-FFF2-40B4-BE49-F238E27FC236}">
                <a16:creationId xmlns:a16="http://schemas.microsoft.com/office/drawing/2014/main" id="{D682AD5D-E333-4E27-B99A-B510791D3A45}"/>
              </a:ext>
            </a:extLst>
          </p:cNvPr>
          <p:cNvSpPr>
            <a:spLocks xmlns:a="http://schemas.openxmlformats.org/drawingml/2006/main" noGrp="1"/>
          </p:cNvSpPr>
          <p:nvPr/>
        </p:nvSpPr>
        <p:spPr>
          <a:xfrm xmlns:a="http://schemas.openxmlformats.org/drawingml/2006/main">
            <a:off x="3876675" y="3752850"/>
            <a:ext cx="171450" cy="171450"/>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68" name="dp44-v4-qa-detail / n63">
            <a:extLst xmlns:a="http://schemas.openxmlformats.org/drawingml/2006/main">
              <a:ext uri="{FF2B5EF4-FFF2-40B4-BE49-F238E27FC236}">
                <a16:creationId xmlns:a16="http://schemas.microsoft.com/office/drawing/2014/main" id="{24467ABB-C2D1-4268-9233-881EDEC2C112}"/>
              </a:ext>
            </a:extLst>
          </p:cNvPr>
          <p:cNvSpPr>
            <a:spLocks xmlns:a="http://schemas.openxmlformats.org/drawingml/2006/main" noGrp="1"/>
          </p:cNvSpPr>
          <p:nvPr/>
        </p:nvSpPr>
        <p:spPr>
          <a:xfrm xmlns:a="http://schemas.openxmlformats.org/drawingml/2006/main">
            <a:off x="4181475" y="3686175"/>
            <a:ext cx="809625" cy="357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1">
                <a:solidFill>
                  <a:srgbClr val="18232E"/>
                </a:solidFill>
                <a:latin typeface="Apple SD Gothic Neo"/>
                <a:ea typeface="Apple SD Gothic Neo"/>
                <a:cs typeface="Apple SD Gothic Neo"/>
              </a:defRPr>
            </a:pPr>
            <a:r>
              <a:rPr sz="1875" b="1">
                <a:solidFill>
                  <a:srgbClr val="18232E"/>
                </a:solidFill>
                <a:latin typeface="Apple SD Gothic Neo"/>
                <a:ea typeface="Apple SD Gothic Neo"/>
                <a:cs typeface="Apple SD Gothic Neo"/>
              </a:rPr>
              <a:t>2점</a:t>
            </a:r>
          </a:p>
        </p:txBody>
      </p:sp>
      <p:sp>
        <p:nvSpPr>
          <p:cNvPr id="69" name="dp44-v4-qa-detail / n64">
            <a:extLst xmlns:a="http://schemas.openxmlformats.org/drawingml/2006/main">
              <a:ext uri="{FF2B5EF4-FFF2-40B4-BE49-F238E27FC236}">
                <a16:creationId xmlns:a16="http://schemas.microsoft.com/office/drawing/2014/main" id="{DD260888-655F-4A78-9D68-DEB63D22E7E8}"/>
              </a:ext>
            </a:extLst>
          </p:cNvPr>
          <p:cNvSpPr>
            <a:spLocks xmlns:a="http://schemas.openxmlformats.org/drawingml/2006/main" noGrp="1"/>
          </p:cNvSpPr>
          <p:nvPr/>
        </p:nvSpPr>
        <p:spPr>
          <a:xfrm xmlns:a="http://schemas.openxmlformats.org/drawingml/2006/main">
            <a:off x="5076825" y="3667125"/>
            <a:ext cx="4000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1">
                <a:solidFill>
                  <a:srgbClr val="18232E"/>
                </a:solidFill>
                <a:latin typeface="Apple SD Gothic Neo"/>
                <a:ea typeface="Apple SD Gothic Neo"/>
                <a:cs typeface="Apple SD Gothic Neo"/>
              </a:defRPr>
            </a:pPr>
            <a:r>
              <a:rPr sz="2100" b="1">
                <a:solidFill>
                  <a:srgbClr val="18232E"/>
                </a:solidFill>
                <a:latin typeface="Apple SD Gothic Neo"/>
                <a:ea typeface="Apple SD Gothic Neo"/>
                <a:cs typeface="Apple SD Gothic Neo"/>
              </a:rPr>
              <a:t>0.818초</a:t>
            </a:r>
          </a:p>
        </p:txBody>
      </p:sp>
      <p:sp>
        <p:nvSpPr>
          <p:cNvPr id="70" name="dp44-v4-qa-detail / n65">
            <a:extLst xmlns:a="http://schemas.openxmlformats.org/drawingml/2006/main">
              <a:ext uri="{FF2B5EF4-FFF2-40B4-BE49-F238E27FC236}">
                <a16:creationId xmlns:a16="http://schemas.microsoft.com/office/drawing/2014/main" id="{3DC34D29-EACC-4282-8AD5-9067BB030A56}"/>
              </a:ext>
            </a:extLst>
          </p:cNvPr>
          <p:cNvSpPr>
            <a:spLocks xmlns:a="http://schemas.openxmlformats.org/drawingml/2006/main" noGrp="1"/>
          </p:cNvSpPr>
          <p:nvPr/>
        </p:nvSpPr>
        <p:spPr>
          <a:xfrm xmlns:a="http://schemas.openxmlformats.org/drawingml/2006/main">
            <a:off x="3457575" y="4095750"/>
            <a:ext cx="58293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18232E"/>
                </a:solidFill>
                <a:latin typeface="Apple SD Gothic Neo"/>
                <a:ea typeface="Apple SD Gothic Neo"/>
                <a:cs typeface="Apple SD Gothic Neo"/>
              </a:defRPr>
            </a:pPr>
            <a:r>
              <a:rPr sz="1500" b="0">
                <a:solidFill>
                  <a:srgbClr val="18232E"/>
                </a:solidFill>
                <a:latin typeface="Apple SD Gothic Neo"/>
                <a:ea typeface="Apple SD Gothic Neo"/>
                <a:cs typeface="Apple SD Gothic Neo"/>
              </a:rPr>
              <a:t>짧은 중앙 완료 회수와 다음 지시</a:t>
            </a:r>
          </a:p>
        </p:txBody>
      </p:sp>
      <p:sp>
        <p:nvSpPr>
          <p:cNvPr id="71" name="dp44-v4-qa-detail / n66 / circle">
            <a:extLst xmlns:a="http://schemas.openxmlformats.org/drawingml/2006/main">
              <a:ext uri="{FF2B5EF4-FFF2-40B4-BE49-F238E27FC236}">
                <a16:creationId xmlns:a16="http://schemas.microsoft.com/office/drawing/2014/main" id="{81D26A65-C20C-419C-A5EC-BE1B53C493A4}"/>
              </a:ext>
            </a:extLst>
          </p:cNvPr>
          <p:cNvSpPr>
            <a:spLocks xmlns:a="http://schemas.openxmlformats.org/drawingml/2006/main" noGrp="1"/>
          </p:cNvSpPr>
          <p:nvPr/>
        </p:nvSpPr>
        <p:spPr>
          <a:xfrm xmlns:a="http://schemas.openxmlformats.org/drawingml/2006/main">
            <a:off x="9648825" y="3752850"/>
            <a:ext cx="171450" cy="171450"/>
          </a:xfrm>
          <a:prstGeom xmlns:a="http://schemas.openxmlformats.org/drawingml/2006/main" prst="ellipse">
            <a:avLst/>
          </a:prstGeom>
          <a:solidFill xmlns:a="http://schemas.openxmlformats.org/drawingml/2006/main">
            <a:srgbClr val="18232E"/>
          </a:solidFill>
          <a:ln xmlns:a="http://schemas.openxmlformats.org/drawingml/2006/main" w="10478">
            <a:solidFill>
              <a:srgbClr val="18232E"/>
            </a:solidFill>
          </a:ln>
        </p:spPr>
      </p:sp>
      <p:sp>
        <p:nvSpPr>
          <p:cNvPr id="72" name="dp44-v4-qa-detail / n67 / circle">
            <a:extLst xmlns:a="http://schemas.openxmlformats.org/drawingml/2006/main">
              <a:ext uri="{FF2B5EF4-FFF2-40B4-BE49-F238E27FC236}">
                <a16:creationId xmlns:a16="http://schemas.microsoft.com/office/drawing/2014/main" id="{4645B4F2-D4DC-4FB2-BAFE-F7606B567EBE}"/>
              </a:ext>
            </a:extLst>
          </p:cNvPr>
          <p:cNvSpPr>
            <a:spLocks xmlns:a="http://schemas.openxmlformats.org/drawingml/2006/main" noGrp="1"/>
          </p:cNvSpPr>
          <p:nvPr/>
        </p:nvSpPr>
        <p:spPr>
          <a:xfrm xmlns:a="http://schemas.openxmlformats.org/drawingml/2006/main">
            <a:off x="9858375" y="3752850"/>
            <a:ext cx="171450" cy="171450"/>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73" name="dp44-v4-qa-detail / n68 / circle">
            <a:extLst xmlns:a="http://schemas.openxmlformats.org/drawingml/2006/main">
              <a:ext uri="{FF2B5EF4-FFF2-40B4-BE49-F238E27FC236}">
                <a16:creationId xmlns:a16="http://schemas.microsoft.com/office/drawing/2014/main" id="{F46B64E7-6365-4356-B807-94F2E7359333}"/>
              </a:ext>
            </a:extLst>
          </p:cNvPr>
          <p:cNvSpPr>
            <a:spLocks xmlns:a="http://schemas.openxmlformats.org/drawingml/2006/main" noGrp="1"/>
          </p:cNvSpPr>
          <p:nvPr/>
        </p:nvSpPr>
        <p:spPr>
          <a:xfrm xmlns:a="http://schemas.openxmlformats.org/drawingml/2006/main">
            <a:off x="10067925" y="3752850"/>
            <a:ext cx="171450" cy="171450"/>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74" name="dp44-v4-qa-detail / n69">
            <a:extLst xmlns:a="http://schemas.openxmlformats.org/drawingml/2006/main">
              <a:ext uri="{FF2B5EF4-FFF2-40B4-BE49-F238E27FC236}">
                <a16:creationId xmlns:a16="http://schemas.microsoft.com/office/drawing/2014/main" id="{7BCD015F-51E4-42A0-A49D-EFE30BACBADC}"/>
              </a:ext>
            </a:extLst>
          </p:cNvPr>
          <p:cNvSpPr>
            <a:spLocks xmlns:a="http://schemas.openxmlformats.org/drawingml/2006/main" noGrp="1"/>
          </p:cNvSpPr>
          <p:nvPr/>
        </p:nvSpPr>
        <p:spPr>
          <a:xfrm xmlns:a="http://schemas.openxmlformats.org/drawingml/2006/main">
            <a:off x="10372725" y="3686175"/>
            <a:ext cx="809625" cy="357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1">
                <a:solidFill>
                  <a:srgbClr val="18232E"/>
                </a:solidFill>
                <a:latin typeface="Apple SD Gothic Neo"/>
                <a:ea typeface="Apple SD Gothic Neo"/>
                <a:cs typeface="Apple SD Gothic Neo"/>
              </a:defRPr>
            </a:pPr>
            <a:r>
              <a:rPr sz="1875" b="1">
                <a:solidFill>
                  <a:srgbClr val="18232E"/>
                </a:solidFill>
                <a:latin typeface="Apple SD Gothic Neo"/>
                <a:ea typeface="Apple SD Gothic Neo"/>
                <a:cs typeface="Apple SD Gothic Neo"/>
              </a:rPr>
              <a:t>2점</a:t>
            </a:r>
          </a:p>
        </p:txBody>
      </p:sp>
      <p:sp>
        <p:nvSpPr>
          <p:cNvPr id="75" name="dp44-v4-qa-detail / n70">
            <a:extLst xmlns:a="http://schemas.openxmlformats.org/drawingml/2006/main">
              <a:ext uri="{FF2B5EF4-FFF2-40B4-BE49-F238E27FC236}">
                <a16:creationId xmlns:a16="http://schemas.microsoft.com/office/drawing/2014/main" id="{699BF453-5116-44B8-9318-32E14D41C3AE}"/>
              </a:ext>
            </a:extLst>
          </p:cNvPr>
          <p:cNvSpPr>
            <a:spLocks xmlns:a="http://schemas.openxmlformats.org/drawingml/2006/main" noGrp="1"/>
          </p:cNvSpPr>
          <p:nvPr/>
        </p:nvSpPr>
        <p:spPr>
          <a:xfrm xmlns:a="http://schemas.openxmlformats.org/drawingml/2006/main">
            <a:off x="11268075" y="3667125"/>
            <a:ext cx="4000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1">
                <a:solidFill>
                  <a:srgbClr val="18232E"/>
                </a:solidFill>
                <a:latin typeface="Apple SD Gothic Neo"/>
                <a:ea typeface="Apple SD Gothic Neo"/>
                <a:cs typeface="Apple SD Gothic Neo"/>
              </a:defRPr>
            </a:pPr>
            <a:r>
              <a:rPr sz="2100" b="1">
                <a:solidFill>
                  <a:srgbClr val="18232E"/>
                </a:solidFill>
                <a:latin typeface="Apple SD Gothic Neo"/>
                <a:ea typeface="Apple SD Gothic Neo"/>
                <a:cs typeface="Apple SD Gothic Neo"/>
              </a:rPr>
              <a:t>0.816초</a:t>
            </a:r>
          </a:p>
        </p:txBody>
      </p:sp>
      <p:sp>
        <p:nvSpPr>
          <p:cNvPr id="76" name="dp44-v4-qa-detail / n71">
            <a:extLst xmlns:a="http://schemas.openxmlformats.org/drawingml/2006/main">
              <a:ext uri="{FF2B5EF4-FFF2-40B4-BE49-F238E27FC236}">
                <a16:creationId xmlns:a16="http://schemas.microsoft.com/office/drawing/2014/main" id="{2182939F-FB53-406B-8944-19E9EBC759B4}"/>
              </a:ext>
            </a:extLst>
          </p:cNvPr>
          <p:cNvSpPr>
            <a:spLocks xmlns:a="http://schemas.openxmlformats.org/drawingml/2006/main" noGrp="1"/>
          </p:cNvSpPr>
          <p:nvPr/>
        </p:nvSpPr>
        <p:spPr>
          <a:xfrm xmlns:a="http://schemas.openxmlformats.org/drawingml/2006/main">
            <a:off x="9648825" y="4095750"/>
            <a:ext cx="58293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18232E"/>
                </a:solidFill>
                <a:latin typeface="Apple SD Gothic Neo"/>
                <a:ea typeface="Apple SD Gothic Neo"/>
                <a:cs typeface="Apple SD Gothic Neo"/>
              </a:defRPr>
            </a:pPr>
            <a:r>
              <a:rPr sz="1500" b="0">
                <a:solidFill>
                  <a:srgbClr val="18232E"/>
                </a:solidFill>
                <a:latin typeface="Apple SD Gothic Neo"/>
                <a:ea typeface="Apple SD Gothic Neo"/>
                <a:cs typeface="Apple SD Gothic Neo"/>
              </a:rPr>
              <a:t>Stage 활성화와 Join 대기 포함</a:t>
            </a:r>
          </a:p>
        </p:txBody>
      </p:sp>
      <p:sp>
        <p:nvSpPr>
          <p:cNvPr id="77" name="dp44-v4-qa-detail / n72">
            <a:extLst xmlns:a="http://schemas.openxmlformats.org/drawingml/2006/main">
              <a:ext uri="{FF2B5EF4-FFF2-40B4-BE49-F238E27FC236}">
                <a16:creationId xmlns:a16="http://schemas.microsoft.com/office/drawing/2014/main" id="{EB2DC736-DEE4-4EB1-A23F-AB39409A321D}"/>
              </a:ext>
            </a:extLst>
          </p:cNvPr>
          <p:cNvSpPr>
            <a:spLocks xmlns:a="http://schemas.openxmlformats.org/drawingml/2006/main" noGrp="1"/>
          </p:cNvSpPr>
          <p:nvPr/>
        </p:nvSpPr>
        <p:spPr>
          <a:xfrm xmlns:a="http://schemas.openxmlformats.org/drawingml/2006/main">
            <a:off x="15801975" y="3743325"/>
            <a:ext cx="1952625" cy="3286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1">
                <a:solidFill>
                  <a:srgbClr val="18232E"/>
                </a:solidFill>
                <a:latin typeface="Apple SD Gothic Neo"/>
                <a:ea typeface="Apple SD Gothic Neo"/>
                <a:cs typeface="Apple SD Gothic Neo"/>
              </a:defRPr>
            </a:pPr>
            <a:r>
              <a:rPr sz="1725" b="1">
                <a:solidFill>
                  <a:srgbClr val="18232E"/>
                </a:solidFill>
                <a:latin typeface="Apple SD Gothic Neo"/>
                <a:ea typeface="Apple SD Gothic Neo"/>
                <a:cs typeface="Apple SD Gothic Neo"/>
              </a:rPr>
              <a:t>0.002초</a:t>
            </a:r>
          </a:p>
        </p:txBody>
      </p:sp>
      <p:sp>
        <p:nvSpPr>
          <p:cNvPr id="78" name="dp44-v4-qa-detail / n73">
            <a:extLst xmlns:a="http://schemas.openxmlformats.org/drawingml/2006/main">
              <a:ext uri="{FF2B5EF4-FFF2-40B4-BE49-F238E27FC236}">
                <a16:creationId xmlns:a16="http://schemas.microsoft.com/office/drawing/2014/main" id="{5AA288CE-F093-49F8-A043-028B21E9B842}"/>
              </a:ext>
            </a:extLst>
          </p:cNvPr>
          <p:cNvSpPr>
            <a:spLocks xmlns:a="http://schemas.openxmlformats.org/drawingml/2006/main" noGrp="1"/>
          </p:cNvSpPr>
          <p:nvPr/>
        </p:nvSpPr>
        <p:spPr>
          <a:xfrm xmlns:a="http://schemas.openxmlformats.org/drawingml/2006/main">
            <a:off x="15801975" y="4124325"/>
            <a:ext cx="1952625" cy="2714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425" b="0">
                <a:solidFill>
                  <a:srgbClr val="5F6B77"/>
                </a:solidFill>
                <a:latin typeface="Apple SD Gothic Neo"/>
                <a:ea typeface="Apple SD Gothic Neo"/>
                <a:cs typeface="Apple SD Gothic Neo"/>
              </a:defRPr>
            </a:pPr>
            <a:r>
              <a:rPr sz="1425" b="0">
                <a:solidFill>
                  <a:srgbClr val="5F6B77"/>
                </a:solidFill>
                <a:latin typeface="Apple SD Gothic Neo"/>
                <a:ea typeface="Apple SD Gothic Neo"/>
                <a:cs typeface="Apple SD Gothic Neo"/>
              </a:rPr>
              <a:t>차이 기준 미만</a:t>
            </a:r>
          </a:p>
        </p:txBody>
      </p:sp>
      <p:sp>
        <p:nvSpPr>
          <p:cNvPr id="79" name="dp44-v4-qa-detail / n74">
            <a:extLst xmlns:a="http://schemas.openxmlformats.org/drawingml/2006/main">
              <a:ext uri="{FF2B5EF4-FFF2-40B4-BE49-F238E27FC236}">
                <a16:creationId xmlns:a16="http://schemas.microsoft.com/office/drawing/2014/main" id="{6DDCF18A-F665-43BD-8902-DBFBCBDB83A8}"/>
              </a:ext>
            </a:extLst>
          </p:cNvPr>
          <p:cNvSpPr>
            <a:spLocks xmlns:a="http://schemas.openxmlformats.org/drawingml/2006/main" noGrp="1"/>
          </p:cNvSpPr>
          <p:nvPr/>
        </p:nvSpPr>
        <p:spPr>
          <a:xfrm xmlns:a="http://schemas.openxmlformats.org/drawingml/2006/main">
            <a:off x="15801975" y="4352925"/>
            <a:ext cx="1952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5F6B77"/>
                </a:solidFill>
                <a:latin typeface="Apple SD Gothic Neo"/>
                <a:ea typeface="Apple SD Gothic Neo"/>
                <a:cs typeface="Apple SD Gothic Neo"/>
              </a:defRPr>
            </a:pPr>
            <a:r>
              <a:rPr sz="1200" b="0">
                <a:solidFill>
                  <a:srgbClr val="5F6B77"/>
                </a:solidFill>
                <a:latin typeface="Apple SD Gothic Neo"/>
                <a:ea typeface="Apple SD Gothic Neo"/>
                <a:cs typeface="Apple SD Gothic Neo"/>
              </a:rPr>
              <a:t>기준 0.10초</a:t>
            </a:r>
          </a:p>
        </p:txBody>
      </p:sp>
      <p:sp>
        <p:nvSpPr>
          <p:cNvPr id="80" name="dp44-v4-qa-detail / n75">
            <a:extLst xmlns:a="http://schemas.openxmlformats.org/drawingml/2006/main">
              <a:ext uri="{FF2B5EF4-FFF2-40B4-BE49-F238E27FC236}">
                <a16:creationId xmlns:a16="http://schemas.microsoft.com/office/drawing/2014/main" id="{93340555-0CAD-40FC-9EA0-E3799364F86D}"/>
              </a:ext>
            </a:extLst>
          </p:cNvPr>
          <p:cNvSpPr>
            <a:spLocks xmlns:a="http://schemas.openxmlformats.org/drawingml/2006/main" noGrp="1"/>
          </p:cNvSpPr>
          <p:nvPr/>
        </p:nvSpPr>
        <p:spPr>
          <a:xfrm xmlns:a="http://schemas.openxmlformats.org/drawingml/2006/main">
            <a:off x="381000" y="5591175"/>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1430">
            <a:solidFill>
              <a:srgbClr val="CDD6DE"/>
            </a:solidFill>
          </a:ln>
        </p:spPr>
      </p:sp>
      <p:sp>
        <p:nvSpPr>
          <p:cNvPr id="81" name="dp44-v4-qa-detail / n76">
            <a:extLst xmlns:a="http://schemas.openxmlformats.org/drawingml/2006/main">
              <a:ext uri="{FF2B5EF4-FFF2-40B4-BE49-F238E27FC236}">
                <a16:creationId xmlns:a16="http://schemas.microsoft.com/office/drawing/2014/main" id="{C754F6FC-4132-4B7E-B664-F53AFF9AEB04}"/>
              </a:ext>
            </a:extLst>
          </p:cNvPr>
          <p:cNvSpPr>
            <a:spLocks xmlns:a="http://schemas.openxmlformats.org/drawingml/2006/main" noGrp="1"/>
          </p:cNvSpPr>
          <p:nvPr/>
        </p:nvSpPr>
        <p:spPr>
          <a:xfrm xmlns:a="http://schemas.openxmlformats.org/drawingml/2006/main">
            <a:off x="533400" y="4695825"/>
            <a:ext cx="25146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1">
                <a:solidFill>
                  <a:srgbClr val="18232E"/>
                </a:solidFill>
                <a:latin typeface="Apple SD Gothic Neo"/>
                <a:ea typeface="Apple SD Gothic Neo"/>
                <a:cs typeface="Apple SD Gothic Neo"/>
              </a:defRPr>
            </a:pPr>
            <a:r>
              <a:rPr sz="1650" b="1">
                <a:solidFill>
                  <a:srgbClr val="18232E"/>
                </a:solidFill>
                <a:latin typeface="Apple SD Gothic Neo"/>
                <a:ea typeface="Apple SD Gothic Neo"/>
                <a:cs typeface="Apple SD Gothic Neo"/>
              </a:rPr>
              <a:t>03  VIA 요청 처리시간</a:t>
            </a:r>
          </a:p>
        </p:txBody>
      </p:sp>
      <p:sp>
        <p:nvSpPr>
          <p:cNvPr id="82" name="dp44-v4-qa-detail / n77">
            <a:extLst xmlns:a="http://schemas.openxmlformats.org/drawingml/2006/main">
              <a:ext uri="{FF2B5EF4-FFF2-40B4-BE49-F238E27FC236}">
                <a16:creationId xmlns:a16="http://schemas.microsoft.com/office/drawing/2014/main" id="{5CC1BBE7-F131-4A3B-98F3-1A2056166A59}"/>
              </a:ext>
            </a:extLst>
          </p:cNvPr>
          <p:cNvSpPr>
            <a:spLocks xmlns:a="http://schemas.openxmlformats.org/drawingml/2006/main" noGrp="1"/>
          </p:cNvSpPr>
          <p:nvPr/>
        </p:nvSpPr>
        <p:spPr>
          <a:xfrm xmlns:a="http://schemas.openxmlformats.org/drawingml/2006/main">
            <a:off x="533400" y="5057775"/>
            <a:ext cx="2514600" cy="2714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425" b="0">
                <a:solidFill>
                  <a:srgbClr val="5F6B77"/>
                </a:solidFill>
                <a:latin typeface="Apple SD Gothic Neo"/>
                <a:ea typeface="Apple SD Gothic Neo"/>
                <a:cs typeface="Apple SD Gothic Neo"/>
              </a:defRPr>
            </a:pPr>
            <a:r>
              <a:rPr sz="1425" b="0">
                <a:solidFill>
                  <a:srgbClr val="5F6B77"/>
                </a:solidFill>
                <a:latin typeface="Apple SD Gothic Neo"/>
                <a:ea typeface="Apple SD Gothic Neo"/>
                <a:cs typeface="Apple SD Gothic Neo"/>
              </a:rPr>
              <a:t>목표 ≤10초</a:t>
            </a:r>
          </a:p>
        </p:txBody>
      </p:sp>
      <p:sp>
        <p:nvSpPr>
          <p:cNvPr id="83" name="dp44-v4-qa-detail / n78 / circle">
            <a:extLst xmlns:a="http://schemas.openxmlformats.org/drawingml/2006/main">
              <a:ext uri="{FF2B5EF4-FFF2-40B4-BE49-F238E27FC236}">
                <a16:creationId xmlns:a16="http://schemas.microsoft.com/office/drawing/2014/main" id="{73C3C7F5-4C67-4941-AEF9-F38640AE7437}"/>
              </a:ext>
            </a:extLst>
          </p:cNvPr>
          <p:cNvSpPr>
            <a:spLocks xmlns:a="http://schemas.openxmlformats.org/drawingml/2006/main" noGrp="1"/>
          </p:cNvSpPr>
          <p:nvPr/>
        </p:nvSpPr>
        <p:spPr>
          <a:xfrm xmlns:a="http://schemas.openxmlformats.org/drawingml/2006/main">
            <a:off x="3457575" y="4752975"/>
            <a:ext cx="171450" cy="171450"/>
          </a:xfrm>
          <a:prstGeom xmlns:a="http://schemas.openxmlformats.org/drawingml/2006/main" prst="ellipse">
            <a:avLst/>
          </a:prstGeom>
          <a:solidFill xmlns:a="http://schemas.openxmlformats.org/drawingml/2006/main">
            <a:srgbClr val="18232E"/>
          </a:solidFill>
          <a:ln xmlns:a="http://schemas.openxmlformats.org/drawingml/2006/main" w="10478">
            <a:solidFill>
              <a:srgbClr val="18232E"/>
            </a:solidFill>
          </a:ln>
        </p:spPr>
      </p:sp>
      <p:sp>
        <p:nvSpPr>
          <p:cNvPr id="84" name="dp44-v4-qa-detail / n79 / circle">
            <a:extLst xmlns:a="http://schemas.openxmlformats.org/drawingml/2006/main">
              <a:ext uri="{FF2B5EF4-FFF2-40B4-BE49-F238E27FC236}">
                <a16:creationId xmlns:a16="http://schemas.microsoft.com/office/drawing/2014/main" id="{8C1ADB73-409B-49E0-83E6-AAB842338F8F}"/>
              </a:ext>
            </a:extLst>
          </p:cNvPr>
          <p:cNvSpPr>
            <a:spLocks xmlns:a="http://schemas.openxmlformats.org/drawingml/2006/main" noGrp="1"/>
          </p:cNvSpPr>
          <p:nvPr/>
        </p:nvSpPr>
        <p:spPr>
          <a:xfrm xmlns:a="http://schemas.openxmlformats.org/drawingml/2006/main">
            <a:off x="3667125" y="4752975"/>
            <a:ext cx="171450" cy="171450"/>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85" name="dp44-v4-qa-detail / n79 / half">
            <a:extLst xmlns:a="http://schemas.openxmlformats.org/drawingml/2006/main">
              <a:ext uri="{FF2B5EF4-FFF2-40B4-BE49-F238E27FC236}">
                <a16:creationId xmlns:a16="http://schemas.microsoft.com/office/drawing/2014/main" id="{17DAD611-E6F4-4319-90D7-F370A5B7AF00}"/>
              </a:ext>
            </a:extLst>
          </p:cNvPr>
          <p:cNvSpPr>
            <a:spLocks xmlns:a="http://schemas.openxmlformats.org/drawingml/2006/main" noGrp="1"/>
          </p:cNvSpPr>
          <p:nvPr/>
        </p:nvSpPr>
        <p:spPr>
          <a:xfrm xmlns:a="http://schemas.openxmlformats.org/drawingml/2006/main">
            <a:off x="3667125" y="4752975"/>
            <a:ext cx="171450" cy="171450"/>
          </a:xfrm>
          <a:custGeom xmlns:a="http://schemas.openxmlformats.org/drawingml/2006/main">
            <a:pathLst>
              <a:path w="171450" h="171450">
                <a:moveTo>
                  <a:pt x="85725" y="0"/>
                </a:moveTo>
                <a:lnTo>
                  <a:pt x="77322" y="413"/>
                </a:lnTo>
                <a:lnTo>
                  <a:pt x="69001" y="1647"/>
                </a:lnTo>
                <a:lnTo>
                  <a:pt x="60840" y="3691"/>
                </a:lnTo>
                <a:lnTo>
                  <a:pt x="52919" y="6525"/>
                </a:lnTo>
                <a:lnTo>
                  <a:pt x="45315" y="10122"/>
                </a:lnTo>
                <a:lnTo>
                  <a:pt x="38099" y="14447"/>
                </a:lnTo>
                <a:lnTo>
                  <a:pt x="31342" y="19459"/>
                </a:lnTo>
                <a:lnTo>
                  <a:pt x="25108" y="25108"/>
                </a:lnTo>
                <a:lnTo>
                  <a:pt x="19459" y="31342"/>
                </a:lnTo>
                <a:lnTo>
                  <a:pt x="14447" y="38099"/>
                </a:lnTo>
                <a:lnTo>
                  <a:pt x="10122" y="45315"/>
                </a:lnTo>
                <a:lnTo>
                  <a:pt x="6525" y="52919"/>
                </a:lnTo>
                <a:lnTo>
                  <a:pt x="3691" y="60840"/>
                </a:lnTo>
                <a:lnTo>
                  <a:pt x="1647" y="69001"/>
                </a:lnTo>
                <a:lnTo>
                  <a:pt x="413" y="77322"/>
                </a:lnTo>
                <a:lnTo>
                  <a:pt x="0" y="85725"/>
                </a:lnTo>
                <a:lnTo>
                  <a:pt x="413" y="94128"/>
                </a:lnTo>
                <a:lnTo>
                  <a:pt x="1647" y="102449"/>
                </a:lnTo>
                <a:lnTo>
                  <a:pt x="3691" y="110610"/>
                </a:lnTo>
                <a:lnTo>
                  <a:pt x="6525" y="118531"/>
                </a:lnTo>
                <a:lnTo>
                  <a:pt x="10122" y="126135"/>
                </a:lnTo>
                <a:lnTo>
                  <a:pt x="14447" y="133351"/>
                </a:lnTo>
                <a:lnTo>
                  <a:pt x="19459" y="140108"/>
                </a:lnTo>
                <a:lnTo>
                  <a:pt x="25108" y="146342"/>
                </a:lnTo>
                <a:lnTo>
                  <a:pt x="31342" y="151991"/>
                </a:lnTo>
                <a:lnTo>
                  <a:pt x="38099" y="157003"/>
                </a:lnTo>
                <a:lnTo>
                  <a:pt x="45315" y="161328"/>
                </a:lnTo>
                <a:lnTo>
                  <a:pt x="52919" y="164925"/>
                </a:lnTo>
                <a:lnTo>
                  <a:pt x="60840" y="167759"/>
                </a:lnTo>
                <a:lnTo>
                  <a:pt x="69001" y="169803"/>
                </a:lnTo>
                <a:lnTo>
                  <a:pt x="77322" y="171037"/>
                </a:lnTo>
                <a:lnTo>
                  <a:pt x="85725" y="171450"/>
                </a:lnTo>
                <a:close/>
              </a:path>
            </a:pathLst>
          </a:custGeom>
          <a:solidFill xmlns:a="http://schemas.openxmlformats.org/drawingml/2006/main">
            <a:srgbClr val="18232E"/>
          </a:solidFill>
          <a:ln xmlns:a="http://schemas.openxmlformats.org/drawingml/2006/main" w="0">
            <a:noFill/>
          </a:ln>
        </p:spPr>
      </p:sp>
      <p:sp>
        <p:nvSpPr>
          <p:cNvPr id="86" name="dp44-v4-qa-detail / n80 / circle">
            <a:extLst xmlns:a="http://schemas.openxmlformats.org/drawingml/2006/main">
              <a:ext uri="{FF2B5EF4-FFF2-40B4-BE49-F238E27FC236}">
                <a16:creationId xmlns:a16="http://schemas.microsoft.com/office/drawing/2014/main" id="{5660CC89-1AE6-4B47-A90C-C56A819EB22D}"/>
              </a:ext>
            </a:extLst>
          </p:cNvPr>
          <p:cNvSpPr>
            <a:spLocks xmlns:a="http://schemas.openxmlformats.org/drawingml/2006/main" noGrp="1"/>
          </p:cNvSpPr>
          <p:nvPr/>
        </p:nvSpPr>
        <p:spPr>
          <a:xfrm xmlns:a="http://schemas.openxmlformats.org/drawingml/2006/main">
            <a:off x="3876675" y="4752975"/>
            <a:ext cx="171450" cy="171450"/>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87" name="dp44-v4-qa-detail / n81">
            <a:extLst xmlns:a="http://schemas.openxmlformats.org/drawingml/2006/main">
              <a:ext uri="{FF2B5EF4-FFF2-40B4-BE49-F238E27FC236}">
                <a16:creationId xmlns:a16="http://schemas.microsoft.com/office/drawing/2014/main" id="{B09E6B0C-AA7C-408C-8262-B3D1BA90075D}"/>
              </a:ext>
            </a:extLst>
          </p:cNvPr>
          <p:cNvSpPr>
            <a:spLocks xmlns:a="http://schemas.openxmlformats.org/drawingml/2006/main" noGrp="1"/>
          </p:cNvSpPr>
          <p:nvPr/>
        </p:nvSpPr>
        <p:spPr>
          <a:xfrm xmlns:a="http://schemas.openxmlformats.org/drawingml/2006/main">
            <a:off x="4181475" y="4686300"/>
            <a:ext cx="809625" cy="357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1">
                <a:solidFill>
                  <a:srgbClr val="18232E"/>
                </a:solidFill>
                <a:latin typeface="Apple SD Gothic Neo"/>
                <a:ea typeface="Apple SD Gothic Neo"/>
                <a:cs typeface="Apple SD Gothic Neo"/>
              </a:defRPr>
            </a:pPr>
            <a:r>
              <a:rPr sz="1875" b="1">
                <a:solidFill>
                  <a:srgbClr val="18232E"/>
                </a:solidFill>
                <a:latin typeface="Apple SD Gothic Neo"/>
                <a:ea typeface="Apple SD Gothic Neo"/>
                <a:cs typeface="Apple SD Gothic Neo"/>
              </a:rPr>
              <a:t>3점</a:t>
            </a:r>
          </a:p>
        </p:txBody>
      </p:sp>
      <p:sp>
        <p:nvSpPr>
          <p:cNvPr id="88" name="dp44-v4-qa-detail / n82">
            <a:extLst xmlns:a="http://schemas.openxmlformats.org/drawingml/2006/main">
              <a:ext uri="{FF2B5EF4-FFF2-40B4-BE49-F238E27FC236}">
                <a16:creationId xmlns:a16="http://schemas.microsoft.com/office/drawing/2014/main" id="{8FA71F0E-0CE9-4D26-A554-1CD99CE8456C}"/>
              </a:ext>
            </a:extLst>
          </p:cNvPr>
          <p:cNvSpPr>
            <a:spLocks xmlns:a="http://schemas.openxmlformats.org/drawingml/2006/main" noGrp="1"/>
          </p:cNvSpPr>
          <p:nvPr/>
        </p:nvSpPr>
        <p:spPr>
          <a:xfrm xmlns:a="http://schemas.openxmlformats.org/drawingml/2006/main">
            <a:off x="5076825" y="4667250"/>
            <a:ext cx="4000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1">
                <a:solidFill>
                  <a:srgbClr val="18232E"/>
                </a:solidFill>
                <a:latin typeface="Apple SD Gothic Neo"/>
                <a:ea typeface="Apple SD Gothic Neo"/>
                <a:cs typeface="Apple SD Gothic Neo"/>
              </a:defRPr>
            </a:pPr>
            <a:r>
              <a:rPr sz="2100" b="1">
                <a:solidFill>
                  <a:srgbClr val="18232E"/>
                </a:solidFill>
                <a:latin typeface="Apple SD Gothic Neo"/>
                <a:ea typeface="Apple SD Gothic Neo"/>
                <a:cs typeface="Apple SD Gothic Neo"/>
              </a:rPr>
              <a:t>5.600초</a:t>
            </a:r>
          </a:p>
        </p:txBody>
      </p:sp>
      <p:sp>
        <p:nvSpPr>
          <p:cNvPr id="89" name="dp44-v4-qa-detail / n83">
            <a:extLst xmlns:a="http://schemas.openxmlformats.org/drawingml/2006/main">
              <a:ext uri="{FF2B5EF4-FFF2-40B4-BE49-F238E27FC236}">
                <a16:creationId xmlns:a16="http://schemas.microsoft.com/office/drawing/2014/main" id="{428E5C03-A3E1-41DD-87D5-D3EC42910C16}"/>
              </a:ext>
            </a:extLst>
          </p:cNvPr>
          <p:cNvSpPr>
            <a:spLocks xmlns:a="http://schemas.openxmlformats.org/drawingml/2006/main" noGrp="1"/>
          </p:cNvSpPr>
          <p:nvPr/>
        </p:nvSpPr>
        <p:spPr>
          <a:xfrm xmlns:a="http://schemas.openxmlformats.org/drawingml/2006/main">
            <a:off x="3457575" y="5095875"/>
            <a:ext cx="58293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18232E"/>
                </a:solidFill>
                <a:latin typeface="Apple SD Gothic Neo"/>
                <a:ea typeface="Apple SD Gothic Neo"/>
                <a:cs typeface="Apple SD Gothic Neo"/>
              </a:defRPr>
            </a:pPr>
            <a:r>
              <a:rPr sz="1500" b="0">
                <a:solidFill>
                  <a:srgbClr val="18232E"/>
                </a:solidFill>
                <a:latin typeface="Apple SD Gothic Neo"/>
                <a:ea typeface="Apple SD Gothic Neo"/>
                <a:cs typeface="Apple SD Gothic Neo"/>
              </a:rPr>
              <a:t>중앙 전이 6회 × 0.010초 가정</a:t>
            </a:r>
          </a:p>
        </p:txBody>
      </p:sp>
      <p:sp>
        <p:nvSpPr>
          <p:cNvPr id="90" name="dp44-v4-qa-detail / n84 / circle">
            <a:extLst xmlns:a="http://schemas.openxmlformats.org/drawingml/2006/main">
              <a:ext uri="{FF2B5EF4-FFF2-40B4-BE49-F238E27FC236}">
                <a16:creationId xmlns:a16="http://schemas.microsoft.com/office/drawing/2014/main" id="{A0425D93-6361-4930-9517-FC8D83E980C8}"/>
              </a:ext>
            </a:extLst>
          </p:cNvPr>
          <p:cNvSpPr>
            <a:spLocks xmlns:a="http://schemas.openxmlformats.org/drawingml/2006/main" noGrp="1"/>
          </p:cNvSpPr>
          <p:nvPr/>
        </p:nvSpPr>
        <p:spPr>
          <a:xfrm xmlns:a="http://schemas.openxmlformats.org/drawingml/2006/main">
            <a:off x="9648825" y="4752975"/>
            <a:ext cx="171450" cy="171450"/>
          </a:xfrm>
          <a:prstGeom xmlns:a="http://schemas.openxmlformats.org/drawingml/2006/main" prst="ellipse">
            <a:avLst/>
          </a:prstGeom>
          <a:solidFill xmlns:a="http://schemas.openxmlformats.org/drawingml/2006/main">
            <a:srgbClr val="18232E"/>
          </a:solidFill>
          <a:ln xmlns:a="http://schemas.openxmlformats.org/drawingml/2006/main" w="10478">
            <a:solidFill>
              <a:srgbClr val="18232E"/>
            </a:solidFill>
          </a:ln>
        </p:spPr>
      </p:sp>
      <p:sp>
        <p:nvSpPr>
          <p:cNvPr id="91" name="dp44-v4-qa-detail / n85 / circle">
            <a:extLst xmlns:a="http://schemas.openxmlformats.org/drawingml/2006/main">
              <a:ext uri="{FF2B5EF4-FFF2-40B4-BE49-F238E27FC236}">
                <a16:creationId xmlns:a16="http://schemas.microsoft.com/office/drawing/2014/main" id="{E2C62AF3-5B83-4335-A99B-CCF96EF8BFCD}"/>
              </a:ext>
            </a:extLst>
          </p:cNvPr>
          <p:cNvSpPr>
            <a:spLocks xmlns:a="http://schemas.openxmlformats.org/drawingml/2006/main" noGrp="1"/>
          </p:cNvSpPr>
          <p:nvPr/>
        </p:nvSpPr>
        <p:spPr>
          <a:xfrm xmlns:a="http://schemas.openxmlformats.org/drawingml/2006/main">
            <a:off x="9858375" y="4752975"/>
            <a:ext cx="171450" cy="171450"/>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92" name="dp44-v4-qa-detail / n85 / half">
            <a:extLst xmlns:a="http://schemas.openxmlformats.org/drawingml/2006/main">
              <a:ext uri="{FF2B5EF4-FFF2-40B4-BE49-F238E27FC236}">
                <a16:creationId xmlns:a16="http://schemas.microsoft.com/office/drawing/2014/main" id="{DF1BA87B-4D09-44FC-A54F-070E10222318}"/>
              </a:ext>
            </a:extLst>
          </p:cNvPr>
          <p:cNvSpPr>
            <a:spLocks xmlns:a="http://schemas.openxmlformats.org/drawingml/2006/main" noGrp="1"/>
          </p:cNvSpPr>
          <p:nvPr/>
        </p:nvSpPr>
        <p:spPr>
          <a:xfrm xmlns:a="http://schemas.openxmlformats.org/drawingml/2006/main">
            <a:off x="9858375" y="4752975"/>
            <a:ext cx="171450" cy="171450"/>
          </a:xfrm>
          <a:custGeom xmlns:a="http://schemas.openxmlformats.org/drawingml/2006/main">
            <a:pathLst>
              <a:path w="171450" h="171450">
                <a:moveTo>
                  <a:pt x="85725" y="0"/>
                </a:moveTo>
                <a:lnTo>
                  <a:pt x="77322" y="413"/>
                </a:lnTo>
                <a:lnTo>
                  <a:pt x="69001" y="1647"/>
                </a:lnTo>
                <a:lnTo>
                  <a:pt x="60840" y="3691"/>
                </a:lnTo>
                <a:lnTo>
                  <a:pt x="52919" y="6525"/>
                </a:lnTo>
                <a:lnTo>
                  <a:pt x="45315" y="10122"/>
                </a:lnTo>
                <a:lnTo>
                  <a:pt x="38099" y="14447"/>
                </a:lnTo>
                <a:lnTo>
                  <a:pt x="31342" y="19459"/>
                </a:lnTo>
                <a:lnTo>
                  <a:pt x="25108" y="25108"/>
                </a:lnTo>
                <a:lnTo>
                  <a:pt x="19459" y="31342"/>
                </a:lnTo>
                <a:lnTo>
                  <a:pt x="14447" y="38099"/>
                </a:lnTo>
                <a:lnTo>
                  <a:pt x="10122" y="45315"/>
                </a:lnTo>
                <a:lnTo>
                  <a:pt x="6525" y="52919"/>
                </a:lnTo>
                <a:lnTo>
                  <a:pt x="3691" y="60840"/>
                </a:lnTo>
                <a:lnTo>
                  <a:pt x="1647" y="69001"/>
                </a:lnTo>
                <a:lnTo>
                  <a:pt x="413" y="77322"/>
                </a:lnTo>
                <a:lnTo>
                  <a:pt x="0" y="85725"/>
                </a:lnTo>
                <a:lnTo>
                  <a:pt x="413" y="94128"/>
                </a:lnTo>
                <a:lnTo>
                  <a:pt x="1647" y="102449"/>
                </a:lnTo>
                <a:lnTo>
                  <a:pt x="3691" y="110610"/>
                </a:lnTo>
                <a:lnTo>
                  <a:pt x="6525" y="118531"/>
                </a:lnTo>
                <a:lnTo>
                  <a:pt x="10122" y="126135"/>
                </a:lnTo>
                <a:lnTo>
                  <a:pt x="14447" y="133351"/>
                </a:lnTo>
                <a:lnTo>
                  <a:pt x="19459" y="140108"/>
                </a:lnTo>
                <a:lnTo>
                  <a:pt x="25108" y="146342"/>
                </a:lnTo>
                <a:lnTo>
                  <a:pt x="31342" y="151991"/>
                </a:lnTo>
                <a:lnTo>
                  <a:pt x="38099" y="157003"/>
                </a:lnTo>
                <a:lnTo>
                  <a:pt x="45315" y="161328"/>
                </a:lnTo>
                <a:lnTo>
                  <a:pt x="52919" y="164925"/>
                </a:lnTo>
                <a:lnTo>
                  <a:pt x="60840" y="167759"/>
                </a:lnTo>
                <a:lnTo>
                  <a:pt x="69001" y="169803"/>
                </a:lnTo>
                <a:lnTo>
                  <a:pt x="77322" y="171037"/>
                </a:lnTo>
                <a:lnTo>
                  <a:pt x="85725" y="171450"/>
                </a:lnTo>
                <a:close/>
              </a:path>
            </a:pathLst>
          </a:custGeom>
          <a:solidFill xmlns:a="http://schemas.openxmlformats.org/drawingml/2006/main">
            <a:srgbClr val="18232E"/>
          </a:solidFill>
          <a:ln xmlns:a="http://schemas.openxmlformats.org/drawingml/2006/main" w="0">
            <a:noFill/>
          </a:ln>
        </p:spPr>
      </p:sp>
      <p:sp>
        <p:nvSpPr>
          <p:cNvPr id="93" name="dp44-v4-qa-detail / n86 / circle">
            <a:extLst xmlns:a="http://schemas.openxmlformats.org/drawingml/2006/main">
              <a:ext uri="{FF2B5EF4-FFF2-40B4-BE49-F238E27FC236}">
                <a16:creationId xmlns:a16="http://schemas.microsoft.com/office/drawing/2014/main" id="{7BED0D19-885B-4661-8C1D-6A8F5E2E8317}"/>
              </a:ext>
            </a:extLst>
          </p:cNvPr>
          <p:cNvSpPr>
            <a:spLocks xmlns:a="http://schemas.openxmlformats.org/drawingml/2006/main" noGrp="1"/>
          </p:cNvSpPr>
          <p:nvPr/>
        </p:nvSpPr>
        <p:spPr>
          <a:xfrm xmlns:a="http://schemas.openxmlformats.org/drawingml/2006/main">
            <a:off x="10067925" y="4752975"/>
            <a:ext cx="171450" cy="171450"/>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94" name="dp44-v4-qa-detail / n87">
            <a:extLst xmlns:a="http://schemas.openxmlformats.org/drawingml/2006/main">
              <a:ext uri="{FF2B5EF4-FFF2-40B4-BE49-F238E27FC236}">
                <a16:creationId xmlns:a16="http://schemas.microsoft.com/office/drawing/2014/main" id="{25FB72E2-8F5F-42C0-9153-9CD8135A73B4}"/>
              </a:ext>
            </a:extLst>
          </p:cNvPr>
          <p:cNvSpPr>
            <a:spLocks xmlns:a="http://schemas.openxmlformats.org/drawingml/2006/main" noGrp="1"/>
          </p:cNvSpPr>
          <p:nvPr/>
        </p:nvSpPr>
        <p:spPr>
          <a:xfrm xmlns:a="http://schemas.openxmlformats.org/drawingml/2006/main">
            <a:off x="10372725" y="4686300"/>
            <a:ext cx="809625" cy="357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1">
                <a:solidFill>
                  <a:srgbClr val="18232E"/>
                </a:solidFill>
                <a:latin typeface="Apple SD Gothic Neo"/>
                <a:ea typeface="Apple SD Gothic Neo"/>
                <a:cs typeface="Apple SD Gothic Neo"/>
              </a:defRPr>
            </a:pPr>
            <a:r>
              <a:rPr sz="1875" b="1">
                <a:solidFill>
                  <a:srgbClr val="18232E"/>
                </a:solidFill>
                <a:latin typeface="Apple SD Gothic Neo"/>
                <a:ea typeface="Apple SD Gothic Neo"/>
                <a:cs typeface="Apple SD Gothic Neo"/>
              </a:rPr>
              <a:t>3점</a:t>
            </a:r>
          </a:p>
        </p:txBody>
      </p:sp>
      <p:sp>
        <p:nvSpPr>
          <p:cNvPr id="95" name="dp44-v4-qa-detail / n88">
            <a:extLst xmlns:a="http://schemas.openxmlformats.org/drawingml/2006/main">
              <a:ext uri="{FF2B5EF4-FFF2-40B4-BE49-F238E27FC236}">
                <a16:creationId xmlns:a16="http://schemas.microsoft.com/office/drawing/2014/main" id="{D3B4A3B6-90B4-4DF0-93B8-7E73DE8E69FB}"/>
              </a:ext>
            </a:extLst>
          </p:cNvPr>
          <p:cNvSpPr>
            <a:spLocks xmlns:a="http://schemas.openxmlformats.org/drawingml/2006/main" noGrp="1"/>
          </p:cNvSpPr>
          <p:nvPr/>
        </p:nvSpPr>
        <p:spPr>
          <a:xfrm xmlns:a="http://schemas.openxmlformats.org/drawingml/2006/main">
            <a:off x="11268075" y="4667250"/>
            <a:ext cx="4000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1">
                <a:solidFill>
                  <a:srgbClr val="18232E"/>
                </a:solidFill>
                <a:latin typeface="Apple SD Gothic Neo"/>
                <a:ea typeface="Apple SD Gothic Neo"/>
                <a:cs typeface="Apple SD Gothic Neo"/>
              </a:defRPr>
            </a:pPr>
            <a:r>
              <a:rPr sz="2100" b="1">
                <a:solidFill>
                  <a:srgbClr val="18232E"/>
                </a:solidFill>
                <a:latin typeface="Apple SD Gothic Neo"/>
                <a:ea typeface="Apple SD Gothic Neo"/>
                <a:cs typeface="Apple SD Gothic Neo"/>
              </a:rPr>
              <a:t>5.590초</a:t>
            </a:r>
          </a:p>
        </p:txBody>
      </p:sp>
      <p:sp>
        <p:nvSpPr>
          <p:cNvPr id="96" name="dp44-v4-qa-detail / n89">
            <a:extLst xmlns:a="http://schemas.openxmlformats.org/drawingml/2006/main">
              <a:ext uri="{FF2B5EF4-FFF2-40B4-BE49-F238E27FC236}">
                <a16:creationId xmlns:a16="http://schemas.microsoft.com/office/drawing/2014/main" id="{320FF90E-2EC6-4CEC-9278-111420DCD8A2}"/>
              </a:ext>
            </a:extLst>
          </p:cNvPr>
          <p:cNvSpPr>
            <a:spLocks xmlns:a="http://schemas.openxmlformats.org/drawingml/2006/main" noGrp="1"/>
          </p:cNvSpPr>
          <p:nvPr/>
        </p:nvSpPr>
        <p:spPr>
          <a:xfrm xmlns:a="http://schemas.openxmlformats.org/drawingml/2006/main">
            <a:off x="9648825" y="5095875"/>
            <a:ext cx="58293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18232E"/>
                </a:solidFill>
                <a:latin typeface="Apple SD Gothic Neo"/>
                <a:ea typeface="Apple SD Gothic Neo"/>
                <a:cs typeface="Apple SD Gothic Neo"/>
              </a:defRPr>
            </a:pPr>
            <a:r>
              <a:rPr sz="1500" b="0">
                <a:solidFill>
                  <a:srgbClr val="18232E"/>
                </a:solidFill>
                <a:latin typeface="Apple SD Gothic Neo"/>
                <a:ea typeface="Apple SD Gothic Neo"/>
                <a:cs typeface="Apple SD Gothic Neo"/>
              </a:rPr>
              <a:t>전이 6회 × 0.005초 + Join 0.020초 가정</a:t>
            </a:r>
          </a:p>
        </p:txBody>
      </p:sp>
      <p:sp>
        <p:nvSpPr>
          <p:cNvPr id="97" name="dp44-v4-qa-detail / n90">
            <a:extLst xmlns:a="http://schemas.openxmlformats.org/drawingml/2006/main">
              <a:ext uri="{FF2B5EF4-FFF2-40B4-BE49-F238E27FC236}">
                <a16:creationId xmlns:a16="http://schemas.microsoft.com/office/drawing/2014/main" id="{266D14F1-C7DB-41A5-BFDF-B8EA033245EA}"/>
              </a:ext>
            </a:extLst>
          </p:cNvPr>
          <p:cNvSpPr>
            <a:spLocks xmlns:a="http://schemas.openxmlformats.org/drawingml/2006/main" noGrp="1"/>
          </p:cNvSpPr>
          <p:nvPr/>
        </p:nvSpPr>
        <p:spPr>
          <a:xfrm xmlns:a="http://schemas.openxmlformats.org/drawingml/2006/main">
            <a:off x="15801975" y="4743450"/>
            <a:ext cx="1952625" cy="3286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1">
                <a:solidFill>
                  <a:srgbClr val="18232E"/>
                </a:solidFill>
                <a:latin typeface="Apple SD Gothic Neo"/>
                <a:ea typeface="Apple SD Gothic Neo"/>
                <a:cs typeface="Apple SD Gothic Neo"/>
              </a:defRPr>
            </a:pPr>
            <a:r>
              <a:rPr sz="1725" b="1">
                <a:solidFill>
                  <a:srgbClr val="18232E"/>
                </a:solidFill>
                <a:latin typeface="Apple SD Gothic Neo"/>
                <a:ea typeface="Apple SD Gothic Neo"/>
                <a:cs typeface="Apple SD Gothic Neo"/>
              </a:rPr>
              <a:t>0.010초</a:t>
            </a:r>
          </a:p>
        </p:txBody>
      </p:sp>
      <p:sp>
        <p:nvSpPr>
          <p:cNvPr id="98" name="dp44-v4-qa-detail / n91">
            <a:extLst xmlns:a="http://schemas.openxmlformats.org/drawingml/2006/main">
              <a:ext uri="{FF2B5EF4-FFF2-40B4-BE49-F238E27FC236}">
                <a16:creationId xmlns:a16="http://schemas.microsoft.com/office/drawing/2014/main" id="{EF2FDA3C-DC60-47AF-A7CE-8786645E2026}"/>
              </a:ext>
            </a:extLst>
          </p:cNvPr>
          <p:cNvSpPr>
            <a:spLocks xmlns:a="http://schemas.openxmlformats.org/drawingml/2006/main" noGrp="1"/>
          </p:cNvSpPr>
          <p:nvPr/>
        </p:nvSpPr>
        <p:spPr>
          <a:xfrm xmlns:a="http://schemas.openxmlformats.org/drawingml/2006/main">
            <a:off x="15801975" y="5124450"/>
            <a:ext cx="1952625" cy="2714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425" b="0">
                <a:solidFill>
                  <a:srgbClr val="5F6B77"/>
                </a:solidFill>
                <a:latin typeface="Apple SD Gothic Neo"/>
                <a:ea typeface="Apple SD Gothic Neo"/>
                <a:cs typeface="Apple SD Gothic Neo"/>
              </a:defRPr>
            </a:pPr>
            <a:r>
              <a:rPr sz="1425" b="0">
                <a:solidFill>
                  <a:srgbClr val="5F6B77"/>
                </a:solidFill>
                <a:latin typeface="Apple SD Gothic Neo"/>
                <a:ea typeface="Apple SD Gothic Neo"/>
                <a:cs typeface="Apple SD Gothic Neo"/>
              </a:rPr>
              <a:t>차이 기준 미만</a:t>
            </a:r>
          </a:p>
        </p:txBody>
      </p:sp>
      <p:sp>
        <p:nvSpPr>
          <p:cNvPr id="99" name="dp44-v4-qa-detail / n92">
            <a:extLst xmlns:a="http://schemas.openxmlformats.org/drawingml/2006/main">
              <a:ext uri="{FF2B5EF4-FFF2-40B4-BE49-F238E27FC236}">
                <a16:creationId xmlns:a16="http://schemas.microsoft.com/office/drawing/2014/main" id="{D1055731-E937-4FB2-93BB-009D4FD28A0A}"/>
              </a:ext>
            </a:extLst>
          </p:cNvPr>
          <p:cNvSpPr>
            <a:spLocks xmlns:a="http://schemas.openxmlformats.org/drawingml/2006/main" noGrp="1"/>
          </p:cNvSpPr>
          <p:nvPr/>
        </p:nvSpPr>
        <p:spPr>
          <a:xfrm xmlns:a="http://schemas.openxmlformats.org/drawingml/2006/main">
            <a:off x="15801975" y="5353050"/>
            <a:ext cx="1952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5F6B77"/>
                </a:solidFill>
                <a:latin typeface="Apple SD Gothic Neo"/>
                <a:ea typeface="Apple SD Gothic Neo"/>
                <a:cs typeface="Apple SD Gothic Neo"/>
              </a:defRPr>
            </a:pPr>
            <a:r>
              <a:rPr sz="1200" b="0">
                <a:solidFill>
                  <a:srgbClr val="5F6B77"/>
                </a:solidFill>
                <a:latin typeface="Apple SD Gothic Neo"/>
                <a:ea typeface="Apple SD Gothic Neo"/>
                <a:cs typeface="Apple SD Gothic Neo"/>
              </a:rPr>
              <a:t>기준 0.50초</a:t>
            </a:r>
          </a:p>
        </p:txBody>
      </p:sp>
      <p:sp>
        <p:nvSpPr>
          <p:cNvPr id="100" name="dp44-v4-qa-detail / n93">
            <a:extLst xmlns:a="http://schemas.openxmlformats.org/drawingml/2006/main">
              <a:ext uri="{FF2B5EF4-FFF2-40B4-BE49-F238E27FC236}">
                <a16:creationId xmlns:a16="http://schemas.microsoft.com/office/drawing/2014/main" id="{4F0FC690-2803-439B-8003-9CF3AD5ED8E2}"/>
              </a:ext>
            </a:extLst>
          </p:cNvPr>
          <p:cNvSpPr>
            <a:spLocks xmlns:a="http://schemas.openxmlformats.org/drawingml/2006/main" noGrp="1"/>
          </p:cNvSpPr>
          <p:nvPr/>
        </p:nvSpPr>
        <p:spPr>
          <a:xfrm xmlns:a="http://schemas.openxmlformats.org/drawingml/2006/main">
            <a:off x="381000" y="6591300"/>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1430">
            <a:solidFill>
              <a:srgbClr val="CDD6DE"/>
            </a:solidFill>
          </a:ln>
        </p:spPr>
      </p:sp>
      <p:sp>
        <p:nvSpPr>
          <p:cNvPr id="101" name="dp44-v4-qa-detail / n94">
            <a:extLst xmlns:a="http://schemas.openxmlformats.org/drawingml/2006/main">
              <a:ext uri="{FF2B5EF4-FFF2-40B4-BE49-F238E27FC236}">
                <a16:creationId xmlns:a16="http://schemas.microsoft.com/office/drawing/2014/main" id="{97839A44-8122-4741-B85B-7BC9C0714506}"/>
              </a:ext>
            </a:extLst>
          </p:cNvPr>
          <p:cNvSpPr>
            <a:spLocks xmlns:a="http://schemas.openxmlformats.org/drawingml/2006/main" noGrp="1"/>
          </p:cNvSpPr>
          <p:nvPr/>
        </p:nvSpPr>
        <p:spPr>
          <a:xfrm xmlns:a="http://schemas.openxmlformats.org/drawingml/2006/main">
            <a:off x="533400" y="5695950"/>
            <a:ext cx="25146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1">
                <a:solidFill>
                  <a:srgbClr val="18232E"/>
                </a:solidFill>
                <a:latin typeface="Apple SD Gothic Neo"/>
                <a:ea typeface="Apple SD Gothic Neo"/>
                <a:cs typeface="Apple SD Gothic Neo"/>
              </a:defRPr>
            </a:pPr>
            <a:r>
              <a:rPr sz="1650" b="1">
                <a:solidFill>
                  <a:srgbClr val="18232E"/>
                </a:solidFill>
                <a:latin typeface="Apple SD Gothic Neo"/>
                <a:ea typeface="Apple SD Gothic Neo"/>
                <a:cs typeface="Apple SD Gothic Neo"/>
              </a:rPr>
              <a:t>04  VIA 모델 사용 비용</a:t>
            </a:r>
          </a:p>
        </p:txBody>
      </p:sp>
      <p:sp>
        <p:nvSpPr>
          <p:cNvPr id="102" name="dp44-v4-qa-detail / n95">
            <a:extLst xmlns:a="http://schemas.openxmlformats.org/drawingml/2006/main">
              <a:ext uri="{FF2B5EF4-FFF2-40B4-BE49-F238E27FC236}">
                <a16:creationId xmlns:a16="http://schemas.microsoft.com/office/drawing/2014/main" id="{8A7FBB2A-CFD9-4DBF-9548-741B2586BBAE}"/>
              </a:ext>
            </a:extLst>
          </p:cNvPr>
          <p:cNvSpPr>
            <a:spLocks xmlns:a="http://schemas.openxmlformats.org/drawingml/2006/main" noGrp="1"/>
          </p:cNvSpPr>
          <p:nvPr/>
        </p:nvSpPr>
        <p:spPr>
          <a:xfrm xmlns:a="http://schemas.openxmlformats.org/drawingml/2006/main">
            <a:off x="533400" y="6057900"/>
            <a:ext cx="2514600" cy="2714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425" b="0">
                <a:solidFill>
                  <a:srgbClr val="5F6B77"/>
                </a:solidFill>
                <a:latin typeface="Apple SD Gothic Neo"/>
                <a:ea typeface="Apple SD Gothic Neo"/>
                <a:cs typeface="Apple SD Gothic Neo"/>
              </a:defRPr>
            </a:pPr>
            <a:r>
              <a:rPr sz="1425" b="0">
                <a:solidFill>
                  <a:srgbClr val="5F6B77"/>
                </a:solidFill>
                <a:latin typeface="Apple SD Gothic Neo"/>
                <a:ea typeface="Apple SD Gothic Neo"/>
                <a:cs typeface="Apple SD Gothic Neo"/>
              </a:rPr>
              <a:t>목표 ≤$1.50/W100</a:t>
            </a:r>
          </a:p>
        </p:txBody>
      </p:sp>
      <p:sp>
        <p:nvSpPr>
          <p:cNvPr id="103" name="dp44-v4-qa-detail / n96 / circle">
            <a:extLst xmlns:a="http://schemas.openxmlformats.org/drawingml/2006/main">
              <a:ext uri="{FF2B5EF4-FFF2-40B4-BE49-F238E27FC236}">
                <a16:creationId xmlns:a16="http://schemas.microsoft.com/office/drawing/2014/main" id="{4BF944A1-F783-47A8-A220-D2F98CD6197F}"/>
              </a:ext>
            </a:extLst>
          </p:cNvPr>
          <p:cNvSpPr>
            <a:spLocks xmlns:a="http://schemas.openxmlformats.org/drawingml/2006/main" noGrp="1"/>
          </p:cNvSpPr>
          <p:nvPr/>
        </p:nvSpPr>
        <p:spPr>
          <a:xfrm xmlns:a="http://schemas.openxmlformats.org/drawingml/2006/main">
            <a:off x="3457575" y="5753100"/>
            <a:ext cx="171450" cy="171450"/>
          </a:xfrm>
          <a:prstGeom xmlns:a="http://schemas.openxmlformats.org/drawingml/2006/main" prst="ellipse">
            <a:avLst/>
          </a:prstGeom>
          <a:solidFill xmlns:a="http://schemas.openxmlformats.org/drawingml/2006/main">
            <a:srgbClr val="18232E"/>
          </a:solidFill>
          <a:ln xmlns:a="http://schemas.openxmlformats.org/drawingml/2006/main" w="10478">
            <a:solidFill>
              <a:srgbClr val="18232E"/>
            </a:solidFill>
          </a:ln>
        </p:spPr>
      </p:sp>
      <p:sp>
        <p:nvSpPr>
          <p:cNvPr id="104" name="dp44-v4-qa-detail / n97 / circle">
            <a:extLst xmlns:a="http://schemas.openxmlformats.org/drawingml/2006/main">
              <a:ext uri="{FF2B5EF4-FFF2-40B4-BE49-F238E27FC236}">
                <a16:creationId xmlns:a16="http://schemas.microsoft.com/office/drawing/2014/main" id="{DA18DC41-304D-4391-AF5D-0199A33A423A}"/>
              </a:ext>
            </a:extLst>
          </p:cNvPr>
          <p:cNvSpPr>
            <a:spLocks xmlns:a="http://schemas.openxmlformats.org/drawingml/2006/main" noGrp="1"/>
          </p:cNvSpPr>
          <p:nvPr/>
        </p:nvSpPr>
        <p:spPr>
          <a:xfrm xmlns:a="http://schemas.openxmlformats.org/drawingml/2006/main">
            <a:off x="3667125" y="5753100"/>
            <a:ext cx="171450" cy="171450"/>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105" name="dp44-v4-qa-detail / n98 / circle">
            <a:extLst xmlns:a="http://schemas.openxmlformats.org/drawingml/2006/main">
              <a:ext uri="{FF2B5EF4-FFF2-40B4-BE49-F238E27FC236}">
                <a16:creationId xmlns:a16="http://schemas.microsoft.com/office/drawing/2014/main" id="{EE490223-AF47-4634-A0D5-B621A9DFE6C5}"/>
              </a:ext>
            </a:extLst>
          </p:cNvPr>
          <p:cNvSpPr>
            <a:spLocks xmlns:a="http://schemas.openxmlformats.org/drawingml/2006/main" noGrp="1"/>
          </p:cNvSpPr>
          <p:nvPr/>
        </p:nvSpPr>
        <p:spPr>
          <a:xfrm xmlns:a="http://schemas.openxmlformats.org/drawingml/2006/main">
            <a:off x="3876675" y="5753100"/>
            <a:ext cx="171450" cy="171450"/>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106" name="dp44-v4-qa-detail / n99">
            <a:extLst xmlns:a="http://schemas.openxmlformats.org/drawingml/2006/main">
              <a:ext uri="{FF2B5EF4-FFF2-40B4-BE49-F238E27FC236}">
                <a16:creationId xmlns:a16="http://schemas.microsoft.com/office/drawing/2014/main" id="{614FABEF-7CD9-4466-9BED-CA1EB8BD554A}"/>
              </a:ext>
            </a:extLst>
          </p:cNvPr>
          <p:cNvSpPr>
            <a:spLocks xmlns:a="http://schemas.openxmlformats.org/drawingml/2006/main" noGrp="1"/>
          </p:cNvSpPr>
          <p:nvPr/>
        </p:nvSpPr>
        <p:spPr>
          <a:xfrm xmlns:a="http://schemas.openxmlformats.org/drawingml/2006/main">
            <a:off x="4181475" y="5686425"/>
            <a:ext cx="809625" cy="357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1">
                <a:solidFill>
                  <a:srgbClr val="18232E"/>
                </a:solidFill>
                <a:latin typeface="Apple SD Gothic Neo"/>
                <a:ea typeface="Apple SD Gothic Neo"/>
                <a:cs typeface="Apple SD Gothic Neo"/>
              </a:defRPr>
            </a:pPr>
            <a:r>
              <a:rPr sz="1875" b="1">
                <a:solidFill>
                  <a:srgbClr val="18232E"/>
                </a:solidFill>
                <a:latin typeface="Apple SD Gothic Neo"/>
                <a:ea typeface="Apple SD Gothic Neo"/>
                <a:cs typeface="Apple SD Gothic Neo"/>
              </a:rPr>
              <a:t>2점</a:t>
            </a:r>
          </a:p>
        </p:txBody>
      </p:sp>
      <p:sp>
        <p:nvSpPr>
          <p:cNvPr id="107" name="dp44-v4-qa-detail / n100">
            <a:extLst xmlns:a="http://schemas.openxmlformats.org/drawingml/2006/main">
              <a:ext uri="{FF2B5EF4-FFF2-40B4-BE49-F238E27FC236}">
                <a16:creationId xmlns:a16="http://schemas.microsoft.com/office/drawing/2014/main" id="{B696B93E-D12C-4DBB-9324-25A84332461E}"/>
              </a:ext>
            </a:extLst>
          </p:cNvPr>
          <p:cNvSpPr>
            <a:spLocks xmlns:a="http://schemas.openxmlformats.org/drawingml/2006/main" noGrp="1"/>
          </p:cNvSpPr>
          <p:nvPr/>
        </p:nvSpPr>
        <p:spPr>
          <a:xfrm xmlns:a="http://schemas.openxmlformats.org/drawingml/2006/main">
            <a:off x="5076825" y="5667375"/>
            <a:ext cx="4000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1">
                <a:solidFill>
                  <a:srgbClr val="18232E"/>
                </a:solidFill>
                <a:latin typeface="Apple SD Gothic Neo"/>
                <a:ea typeface="Apple SD Gothic Neo"/>
                <a:cs typeface="Apple SD Gothic Neo"/>
              </a:defRPr>
            </a:pPr>
            <a:r>
              <a:rPr sz="2100" b="1">
                <a:solidFill>
                  <a:srgbClr val="18232E"/>
                </a:solidFill>
                <a:latin typeface="Apple SD Gothic Neo"/>
                <a:ea typeface="Apple SD Gothic Neo"/>
                <a:cs typeface="Apple SD Gothic Neo"/>
              </a:rPr>
              <a:t>$1.1867</a:t>
            </a:r>
          </a:p>
        </p:txBody>
      </p:sp>
      <p:sp>
        <p:nvSpPr>
          <p:cNvPr id="108" name="dp44-v4-qa-detail / n101">
            <a:extLst xmlns:a="http://schemas.openxmlformats.org/drawingml/2006/main">
              <a:ext uri="{FF2B5EF4-FFF2-40B4-BE49-F238E27FC236}">
                <a16:creationId xmlns:a16="http://schemas.microsoft.com/office/drawing/2014/main" id="{79591D85-75EE-45E9-8B90-B62AD2A1EB2B}"/>
              </a:ext>
            </a:extLst>
          </p:cNvPr>
          <p:cNvSpPr>
            <a:spLocks xmlns:a="http://schemas.openxmlformats.org/drawingml/2006/main" noGrp="1"/>
          </p:cNvSpPr>
          <p:nvPr/>
        </p:nvSpPr>
        <p:spPr>
          <a:xfrm xmlns:a="http://schemas.openxmlformats.org/drawingml/2006/main">
            <a:off x="3457575" y="6096000"/>
            <a:ext cx="58293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18232E"/>
                </a:solidFill>
                <a:latin typeface="Apple SD Gothic Neo"/>
                <a:ea typeface="Apple SD Gothic Neo"/>
                <a:cs typeface="Apple SD Gothic Neo"/>
              </a:defRPr>
            </a:pPr>
            <a:r>
              <a:rPr sz="1500" b="0">
                <a:solidFill>
                  <a:srgbClr val="18232E"/>
                </a:solidFill>
                <a:latin typeface="Apple SD Gothic Neo"/>
                <a:ea typeface="Apple SD Gothic Neo"/>
                <a:cs typeface="Apple SD Gothic Neo"/>
              </a:rPr>
              <a:t>같은 의미 판단과 응답 준비 호출</a:t>
            </a:r>
          </a:p>
        </p:txBody>
      </p:sp>
      <p:sp>
        <p:nvSpPr>
          <p:cNvPr id="109" name="dp44-v4-qa-detail / n102 / circle">
            <a:extLst xmlns:a="http://schemas.openxmlformats.org/drawingml/2006/main">
              <a:ext uri="{FF2B5EF4-FFF2-40B4-BE49-F238E27FC236}">
                <a16:creationId xmlns:a16="http://schemas.microsoft.com/office/drawing/2014/main" id="{78AA9AC4-F8CD-4983-87E0-7A3049BE372B}"/>
              </a:ext>
            </a:extLst>
          </p:cNvPr>
          <p:cNvSpPr>
            <a:spLocks xmlns:a="http://schemas.openxmlformats.org/drawingml/2006/main" noGrp="1"/>
          </p:cNvSpPr>
          <p:nvPr/>
        </p:nvSpPr>
        <p:spPr>
          <a:xfrm xmlns:a="http://schemas.openxmlformats.org/drawingml/2006/main">
            <a:off x="9648825" y="5753100"/>
            <a:ext cx="171450" cy="171450"/>
          </a:xfrm>
          <a:prstGeom xmlns:a="http://schemas.openxmlformats.org/drawingml/2006/main" prst="ellipse">
            <a:avLst/>
          </a:prstGeom>
          <a:solidFill xmlns:a="http://schemas.openxmlformats.org/drawingml/2006/main">
            <a:srgbClr val="18232E"/>
          </a:solidFill>
          <a:ln xmlns:a="http://schemas.openxmlformats.org/drawingml/2006/main" w="10478">
            <a:solidFill>
              <a:srgbClr val="18232E"/>
            </a:solidFill>
          </a:ln>
        </p:spPr>
      </p:sp>
      <p:sp>
        <p:nvSpPr>
          <p:cNvPr id="110" name="dp44-v4-qa-detail / n103 / circle">
            <a:extLst xmlns:a="http://schemas.openxmlformats.org/drawingml/2006/main">
              <a:ext uri="{FF2B5EF4-FFF2-40B4-BE49-F238E27FC236}">
                <a16:creationId xmlns:a16="http://schemas.microsoft.com/office/drawing/2014/main" id="{C95261A7-F868-4E2F-BC5C-8CB44C1DE33D}"/>
              </a:ext>
            </a:extLst>
          </p:cNvPr>
          <p:cNvSpPr>
            <a:spLocks xmlns:a="http://schemas.openxmlformats.org/drawingml/2006/main" noGrp="1"/>
          </p:cNvSpPr>
          <p:nvPr/>
        </p:nvSpPr>
        <p:spPr>
          <a:xfrm xmlns:a="http://schemas.openxmlformats.org/drawingml/2006/main">
            <a:off x="9858375" y="5753100"/>
            <a:ext cx="171450" cy="171450"/>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111" name="dp44-v4-qa-detail / n104 / circle">
            <a:extLst xmlns:a="http://schemas.openxmlformats.org/drawingml/2006/main">
              <a:ext uri="{FF2B5EF4-FFF2-40B4-BE49-F238E27FC236}">
                <a16:creationId xmlns:a16="http://schemas.microsoft.com/office/drawing/2014/main" id="{8FB5E191-CD8F-4CFE-B699-5D4922063618}"/>
              </a:ext>
            </a:extLst>
          </p:cNvPr>
          <p:cNvSpPr>
            <a:spLocks xmlns:a="http://schemas.openxmlformats.org/drawingml/2006/main" noGrp="1"/>
          </p:cNvSpPr>
          <p:nvPr/>
        </p:nvSpPr>
        <p:spPr>
          <a:xfrm xmlns:a="http://schemas.openxmlformats.org/drawingml/2006/main">
            <a:off x="10067925" y="5753100"/>
            <a:ext cx="171450" cy="171450"/>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112" name="dp44-v4-qa-detail / n105">
            <a:extLst xmlns:a="http://schemas.openxmlformats.org/drawingml/2006/main">
              <a:ext uri="{FF2B5EF4-FFF2-40B4-BE49-F238E27FC236}">
                <a16:creationId xmlns:a16="http://schemas.microsoft.com/office/drawing/2014/main" id="{7359DD74-5BAC-46FB-88A4-DD02601FC4B1}"/>
              </a:ext>
            </a:extLst>
          </p:cNvPr>
          <p:cNvSpPr>
            <a:spLocks xmlns:a="http://schemas.openxmlformats.org/drawingml/2006/main" noGrp="1"/>
          </p:cNvSpPr>
          <p:nvPr/>
        </p:nvSpPr>
        <p:spPr>
          <a:xfrm xmlns:a="http://schemas.openxmlformats.org/drawingml/2006/main">
            <a:off x="10372725" y="5686425"/>
            <a:ext cx="809625" cy="357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1">
                <a:solidFill>
                  <a:srgbClr val="18232E"/>
                </a:solidFill>
                <a:latin typeface="Apple SD Gothic Neo"/>
                <a:ea typeface="Apple SD Gothic Neo"/>
                <a:cs typeface="Apple SD Gothic Neo"/>
              </a:defRPr>
            </a:pPr>
            <a:r>
              <a:rPr sz="1875" b="1">
                <a:solidFill>
                  <a:srgbClr val="18232E"/>
                </a:solidFill>
                <a:latin typeface="Apple SD Gothic Neo"/>
                <a:ea typeface="Apple SD Gothic Neo"/>
                <a:cs typeface="Apple SD Gothic Neo"/>
              </a:rPr>
              <a:t>2점</a:t>
            </a:r>
          </a:p>
        </p:txBody>
      </p:sp>
      <p:sp>
        <p:nvSpPr>
          <p:cNvPr id="113" name="dp44-v4-qa-detail / n106">
            <a:extLst xmlns:a="http://schemas.openxmlformats.org/drawingml/2006/main">
              <a:ext uri="{FF2B5EF4-FFF2-40B4-BE49-F238E27FC236}">
                <a16:creationId xmlns:a16="http://schemas.microsoft.com/office/drawing/2014/main" id="{6B612470-41FC-4B48-8F97-E98FDBCA4A35}"/>
              </a:ext>
            </a:extLst>
          </p:cNvPr>
          <p:cNvSpPr>
            <a:spLocks xmlns:a="http://schemas.openxmlformats.org/drawingml/2006/main" noGrp="1"/>
          </p:cNvSpPr>
          <p:nvPr/>
        </p:nvSpPr>
        <p:spPr>
          <a:xfrm xmlns:a="http://schemas.openxmlformats.org/drawingml/2006/main">
            <a:off x="11268075" y="5667375"/>
            <a:ext cx="4000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1">
                <a:solidFill>
                  <a:srgbClr val="18232E"/>
                </a:solidFill>
                <a:latin typeface="Apple SD Gothic Neo"/>
                <a:ea typeface="Apple SD Gothic Neo"/>
                <a:cs typeface="Apple SD Gothic Neo"/>
              </a:defRPr>
            </a:pPr>
            <a:r>
              <a:rPr sz="2100" b="1">
                <a:solidFill>
                  <a:srgbClr val="18232E"/>
                </a:solidFill>
                <a:latin typeface="Apple SD Gothic Neo"/>
                <a:ea typeface="Apple SD Gothic Neo"/>
                <a:cs typeface="Apple SD Gothic Neo"/>
              </a:rPr>
              <a:t>$1.1867</a:t>
            </a:r>
          </a:p>
        </p:txBody>
      </p:sp>
      <p:sp>
        <p:nvSpPr>
          <p:cNvPr id="114" name="dp44-v4-qa-detail / n107">
            <a:extLst xmlns:a="http://schemas.openxmlformats.org/drawingml/2006/main">
              <a:ext uri="{FF2B5EF4-FFF2-40B4-BE49-F238E27FC236}">
                <a16:creationId xmlns:a16="http://schemas.microsoft.com/office/drawing/2014/main" id="{786A988B-23D8-446C-AB72-877418EC012D}"/>
              </a:ext>
            </a:extLst>
          </p:cNvPr>
          <p:cNvSpPr>
            <a:spLocks xmlns:a="http://schemas.openxmlformats.org/drawingml/2006/main" noGrp="1"/>
          </p:cNvSpPr>
          <p:nvPr/>
        </p:nvSpPr>
        <p:spPr>
          <a:xfrm xmlns:a="http://schemas.openxmlformats.org/drawingml/2006/main">
            <a:off x="9648825" y="6096000"/>
            <a:ext cx="58293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18232E"/>
                </a:solidFill>
                <a:latin typeface="Apple SD Gothic Neo"/>
                <a:ea typeface="Apple SD Gothic Neo"/>
                <a:cs typeface="Apple SD Gothic Neo"/>
              </a:defRPr>
            </a:pPr>
            <a:r>
              <a:rPr sz="1500" b="0">
                <a:solidFill>
                  <a:srgbClr val="18232E"/>
                </a:solidFill>
                <a:latin typeface="Apple SD Gothic Neo"/>
                <a:ea typeface="Apple SD Gothic Neo"/>
                <a:cs typeface="Apple SD Gothic Neo"/>
              </a:rPr>
              <a:t>같은 모델 작업</a:t>
            </a:r>
          </a:p>
        </p:txBody>
      </p:sp>
      <p:sp>
        <p:nvSpPr>
          <p:cNvPr id="115" name="dp44-v4-qa-detail / n108">
            <a:extLst xmlns:a="http://schemas.openxmlformats.org/drawingml/2006/main">
              <a:ext uri="{FF2B5EF4-FFF2-40B4-BE49-F238E27FC236}">
                <a16:creationId xmlns:a16="http://schemas.microsoft.com/office/drawing/2014/main" id="{EB7CFAD7-437A-4B7E-BC82-86A94587335E}"/>
              </a:ext>
            </a:extLst>
          </p:cNvPr>
          <p:cNvSpPr>
            <a:spLocks xmlns:a="http://schemas.openxmlformats.org/drawingml/2006/main" noGrp="1"/>
          </p:cNvSpPr>
          <p:nvPr/>
        </p:nvSpPr>
        <p:spPr>
          <a:xfrm xmlns:a="http://schemas.openxmlformats.org/drawingml/2006/main">
            <a:off x="9648825" y="6334125"/>
            <a:ext cx="58293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18232E"/>
                </a:solidFill>
                <a:latin typeface="Apple SD Gothic Neo"/>
                <a:ea typeface="Apple SD Gothic Neo"/>
                <a:cs typeface="Apple SD Gothic Neo"/>
              </a:defRPr>
            </a:pPr>
            <a:r>
              <a:rPr sz="1500" b="0">
                <a:solidFill>
                  <a:srgbClr val="18232E"/>
                </a:solidFill>
                <a:latin typeface="Apple SD Gothic Neo"/>
                <a:ea typeface="Apple SD Gothic Neo"/>
                <a:cs typeface="Apple SD Gothic Neo"/>
              </a:rPr>
              <a:t>폐기와 재시도 동일 가정</a:t>
            </a:r>
          </a:p>
        </p:txBody>
      </p:sp>
      <p:sp>
        <p:nvSpPr>
          <p:cNvPr id="116" name="dp44-v4-qa-detail / n109">
            <a:extLst xmlns:a="http://schemas.openxmlformats.org/drawingml/2006/main">
              <a:ext uri="{FF2B5EF4-FFF2-40B4-BE49-F238E27FC236}">
                <a16:creationId xmlns:a16="http://schemas.microsoft.com/office/drawing/2014/main" id="{3222FCCD-7915-48F9-B571-96EEEA9B2DF9}"/>
              </a:ext>
            </a:extLst>
          </p:cNvPr>
          <p:cNvSpPr>
            <a:spLocks xmlns:a="http://schemas.openxmlformats.org/drawingml/2006/main" noGrp="1"/>
          </p:cNvSpPr>
          <p:nvPr/>
        </p:nvSpPr>
        <p:spPr>
          <a:xfrm xmlns:a="http://schemas.openxmlformats.org/drawingml/2006/main">
            <a:off x="15801975" y="5743575"/>
            <a:ext cx="1952625" cy="3286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1">
                <a:solidFill>
                  <a:srgbClr val="18232E"/>
                </a:solidFill>
                <a:latin typeface="Apple SD Gothic Neo"/>
                <a:ea typeface="Apple SD Gothic Neo"/>
                <a:cs typeface="Apple SD Gothic Neo"/>
              </a:defRPr>
            </a:pPr>
            <a:r>
              <a:rPr sz="1725" b="1">
                <a:solidFill>
                  <a:srgbClr val="18232E"/>
                </a:solidFill>
                <a:latin typeface="Apple SD Gothic Neo"/>
                <a:ea typeface="Apple SD Gothic Neo"/>
                <a:cs typeface="Apple SD Gothic Neo"/>
              </a:rPr>
              <a:t>0.0000USD</a:t>
            </a:r>
          </a:p>
        </p:txBody>
      </p:sp>
      <p:sp>
        <p:nvSpPr>
          <p:cNvPr id="117" name="dp44-v4-qa-detail / n110">
            <a:extLst xmlns:a="http://schemas.openxmlformats.org/drawingml/2006/main">
              <a:ext uri="{FF2B5EF4-FFF2-40B4-BE49-F238E27FC236}">
                <a16:creationId xmlns:a16="http://schemas.microsoft.com/office/drawing/2014/main" id="{5AB7C9A9-9A39-4B1C-A6DD-AB8DDDEAA548}"/>
              </a:ext>
            </a:extLst>
          </p:cNvPr>
          <p:cNvSpPr>
            <a:spLocks xmlns:a="http://schemas.openxmlformats.org/drawingml/2006/main" noGrp="1"/>
          </p:cNvSpPr>
          <p:nvPr/>
        </p:nvSpPr>
        <p:spPr>
          <a:xfrm xmlns:a="http://schemas.openxmlformats.org/drawingml/2006/main">
            <a:off x="15801975" y="6124575"/>
            <a:ext cx="1952625" cy="2714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425" b="0">
                <a:solidFill>
                  <a:srgbClr val="5F6B77"/>
                </a:solidFill>
                <a:latin typeface="Apple SD Gothic Neo"/>
                <a:ea typeface="Apple SD Gothic Neo"/>
                <a:cs typeface="Apple SD Gothic Neo"/>
              </a:defRPr>
            </a:pPr>
            <a:r>
              <a:rPr sz="1425" b="0">
                <a:solidFill>
                  <a:srgbClr val="5F6B77"/>
                </a:solidFill>
                <a:latin typeface="Apple SD Gothic Neo"/>
                <a:ea typeface="Apple SD Gothic Neo"/>
                <a:cs typeface="Apple SD Gothic Neo"/>
              </a:rPr>
              <a:t>같은 가정값</a:t>
            </a:r>
          </a:p>
        </p:txBody>
      </p:sp>
      <p:sp>
        <p:nvSpPr>
          <p:cNvPr id="118" name="dp44-v4-qa-detail / n111">
            <a:extLst xmlns:a="http://schemas.openxmlformats.org/drawingml/2006/main">
              <a:ext uri="{FF2B5EF4-FFF2-40B4-BE49-F238E27FC236}">
                <a16:creationId xmlns:a16="http://schemas.microsoft.com/office/drawing/2014/main" id="{165C32B3-E841-4799-8E9A-262F6AB677EA}"/>
              </a:ext>
            </a:extLst>
          </p:cNvPr>
          <p:cNvSpPr>
            <a:spLocks xmlns:a="http://schemas.openxmlformats.org/drawingml/2006/main" noGrp="1"/>
          </p:cNvSpPr>
          <p:nvPr/>
        </p:nvSpPr>
        <p:spPr>
          <a:xfrm xmlns:a="http://schemas.openxmlformats.org/drawingml/2006/main">
            <a:off x="15801975" y="6353175"/>
            <a:ext cx="1952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5F6B77"/>
                </a:solidFill>
                <a:latin typeface="Apple SD Gothic Neo"/>
                <a:ea typeface="Apple SD Gothic Neo"/>
                <a:cs typeface="Apple SD Gothic Neo"/>
              </a:defRPr>
            </a:pPr>
            <a:r>
              <a:rPr sz="1200" b="0">
                <a:solidFill>
                  <a:srgbClr val="5F6B77"/>
                </a:solidFill>
                <a:latin typeface="Apple SD Gothic Neo"/>
                <a:ea typeface="Apple SD Gothic Neo"/>
                <a:cs typeface="Apple SD Gothic Neo"/>
              </a:rPr>
              <a:t>기준 0.15USD</a:t>
            </a:r>
          </a:p>
        </p:txBody>
      </p:sp>
      <p:sp>
        <p:nvSpPr>
          <p:cNvPr id="119" name="dp44-v4-qa-detail / n112">
            <a:extLst xmlns:a="http://schemas.openxmlformats.org/drawingml/2006/main">
              <a:ext uri="{FF2B5EF4-FFF2-40B4-BE49-F238E27FC236}">
                <a16:creationId xmlns:a16="http://schemas.microsoft.com/office/drawing/2014/main" id="{0E5F17CB-8AFB-4443-8C9E-6FADCC976C61}"/>
              </a:ext>
            </a:extLst>
          </p:cNvPr>
          <p:cNvSpPr>
            <a:spLocks xmlns:a="http://schemas.openxmlformats.org/drawingml/2006/main" noGrp="1"/>
          </p:cNvSpPr>
          <p:nvPr/>
        </p:nvSpPr>
        <p:spPr>
          <a:xfrm xmlns:a="http://schemas.openxmlformats.org/drawingml/2006/main">
            <a:off x="381000" y="7591425"/>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1430">
            <a:solidFill>
              <a:srgbClr val="CDD6DE"/>
            </a:solidFill>
          </a:ln>
        </p:spPr>
      </p:sp>
      <p:sp>
        <p:nvSpPr>
          <p:cNvPr id="120" name="dp44-v4-qa-detail / n113">
            <a:extLst xmlns:a="http://schemas.openxmlformats.org/drawingml/2006/main">
              <a:ext uri="{FF2B5EF4-FFF2-40B4-BE49-F238E27FC236}">
                <a16:creationId xmlns:a16="http://schemas.microsoft.com/office/drawing/2014/main" id="{1394CA65-DE85-4F05-A595-C2A4F4728B1F}"/>
              </a:ext>
            </a:extLst>
          </p:cNvPr>
          <p:cNvSpPr>
            <a:spLocks xmlns:a="http://schemas.openxmlformats.org/drawingml/2006/main" noGrp="1"/>
          </p:cNvSpPr>
          <p:nvPr/>
        </p:nvSpPr>
        <p:spPr>
          <a:xfrm xmlns:a="http://schemas.openxmlformats.org/drawingml/2006/main">
            <a:off x="533400" y="6696075"/>
            <a:ext cx="25146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1">
                <a:solidFill>
                  <a:srgbClr val="18232E"/>
                </a:solidFill>
                <a:latin typeface="Apple SD Gothic Neo"/>
                <a:ea typeface="Apple SD Gothic Neo"/>
                <a:cs typeface="Apple SD Gothic Neo"/>
              </a:defRPr>
            </a:pPr>
            <a:r>
              <a:rPr sz="1650" b="1">
                <a:solidFill>
                  <a:srgbClr val="18232E"/>
                </a:solidFill>
                <a:latin typeface="Apple SD Gothic Neo"/>
                <a:ea typeface="Apple SD Gothic Neo"/>
                <a:cs typeface="Apple SD Gothic Neo"/>
              </a:rPr>
              <a:t>05  VIA 변경 용이성</a:t>
            </a:r>
          </a:p>
        </p:txBody>
      </p:sp>
      <p:sp>
        <p:nvSpPr>
          <p:cNvPr id="121" name="dp44-v4-qa-detail / n114">
            <a:extLst xmlns:a="http://schemas.openxmlformats.org/drawingml/2006/main">
              <a:ext uri="{FF2B5EF4-FFF2-40B4-BE49-F238E27FC236}">
                <a16:creationId xmlns:a16="http://schemas.microsoft.com/office/drawing/2014/main" id="{3702E4F3-A702-4241-A65A-08EA0BBE1E39}"/>
              </a:ext>
            </a:extLst>
          </p:cNvPr>
          <p:cNvSpPr>
            <a:spLocks xmlns:a="http://schemas.openxmlformats.org/drawingml/2006/main" noGrp="1"/>
          </p:cNvSpPr>
          <p:nvPr/>
        </p:nvSpPr>
        <p:spPr>
          <a:xfrm xmlns:a="http://schemas.openxmlformats.org/drawingml/2006/main">
            <a:off x="533400" y="7058025"/>
            <a:ext cx="2514600" cy="2714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425" b="0">
                <a:solidFill>
                  <a:srgbClr val="5F6B77"/>
                </a:solidFill>
                <a:latin typeface="Apple SD Gothic Neo"/>
                <a:ea typeface="Apple SD Gothic Neo"/>
                <a:cs typeface="Apple SD Gothic Neo"/>
              </a:defRPr>
            </a:pPr>
            <a:r>
              <a:rPr sz="1425" b="0">
                <a:solidFill>
                  <a:srgbClr val="5F6B77"/>
                </a:solidFill>
                <a:latin typeface="Apple SD Gothic Neo"/>
                <a:ea typeface="Apple SD Gothic Neo"/>
                <a:cs typeface="Apple SD Gothic Neo"/>
              </a:rPr>
              <a:t>목표 ≤3개 / 과제</a:t>
            </a:r>
          </a:p>
        </p:txBody>
      </p:sp>
      <p:sp>
        <p:nvSpPr>
          <p:cNvPr id="122" name="dp44-v4-qa-detail / n115 / circle">
            <a:extLst xmlns:a="http://schemas.openxmlformats.org/drawingml/2006/main">
              <a:ext uri="{FF2B5EF4-FFF2-40B4-BE49-F238E27FC236}">
                <a16:creationId xmlns:a16="http://schemas.microsoft.com/office/drawing/2014/main" id="{6437B03F-2FDE-4A96-B44F-A6C0904CB934}"/>
              </a:ext>
            </a:extLst>
          </p:cNvPr>
          <p:cNvSpPr>
            <a:spLocks xmlns:a="http://schemas.openxmlformats.org/drawingml/2006/main" noGrp="1"/>
          </p:cNvSpPr>
          <p:nvPr/>
        </p:nvSpPr>
        <p:spPr>
          <a:xfrm xmlns:a="http://schemas.openxmlformats.org/drawingml/2006/main">
            <a:off x="3457575" y="6753225"/>
            <a:ext cx="171450" cy="171450"/>
          </a:xfrm>
          <a:prstGeom xmlns:a="http://schemas.openxmlformats.org/drawingml/2006/main" prst="ellipse">
            <a:avLst/>
          </a:prstGeom>
          <a:solidFill xmlns:a="http://schemas.openxmlformats.org/drawingml/2006/main">
            <a:srgbClr val="18232E"/>
          </a:solidFill>
          <a:ln xmlns:a="http://schemas.openxmlformats.org/drawingml/2006/main" w="10478">
            <a:solidFill>
              <a:srgbClr val="18232E"/>
            </a:solidFill>
          </a:ln>
        </p:spPr>
      </p:sp>
      <p:sp>
        <p:nvSpPr>
          <p:cNvPr id="123" name="dp44-v4-qa-detail / n116 / circle">
            <a:extLst xmlns:a="http://schemas.openxmlformats.org/drawingml/2006/main">
              <a:ext uri="{FF2B5EF4-FFF2-40B4-BE49-F238E27FC236}">
                <a16:creationId xmlns:a16="http://schemas.microsoft.com/office/drawing/2014/main" id="{D000EFFD-06A6-4A5C-8838-CC9BE099726B}"/>
              </a:ext>
            </a:extLst>
          </p:cNvPr>
          <p:cNvSpPr>
            <a:spLocks xmlns:a="http://schemas.openxmlformats.org/drawingml/2006/main" noGrp="1"/>
          </p:cNvSpPr>
          <p:nvPr/>
        </p:nvSpPr>
        <p:spPr>
          <a:xfrm xmlns:a="http://schemas.openxmlformats.org/drawingml/2006/main">
            <a:off x="3667125" y="6753225"/>
            <a:ext cx="171450" cy="171450"/>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124" name="dp44-v4-qa-detail / n116 / half">
            <a:extLst xmlns:a="http://schemas.openxmlformats.org/drawingml/2006/main">
              <a:ext uri="{FF2B5EF4-FFF2-40B4-BE49-F238E27FC236}">
                <a16:creationId xmlns:a16="http://schemas.microsoft.com/office/drawing/2014/main" id="{7BFB036F-786F-4134-9D59-398B7900D4CB}"/>
              </a:ext>
            </a:extLst>
          </p:cNvPr>
          <p:cNvSpPr>
            <a:spLocks xmlns:a="http://schemas.openxmlformats.org/drawingml/2006/main" noGrp="1"/>
          </p:cNvSpPr>
          <p:nvPr/>
        </p:nvSpPr>
        <p:spPr>
          <a:xfrm xmlns:a="http://schemas.openxmlformats.org/drawingml/2006/main">
            <a:off x="3667125" y="6753225"/>
            <a:ext cx="171450" cy="171450"/>
          </a:xfrm>
          <a:custGeom xmlns:a="http://schemas.openxmlformats.org/drawingml/2006/main">
            <a:pathLst>
              <a:path w="171450" h="171450">
                <a:moveTo>
                  <a:pt x="85725" y="0"/>
                </a:moveTo>
                <a:lnTo>
                  <a:pt x="77322" y="413"/>
                </a:lnTo>
                <a:lnTo>
                  <a:pt x="69001" y="1647"/>
                </a:lnTo>
                <a:lnTo>
                  <a:pt x="60840" y="3691"/>
                </a:lnTo>
                <a:lnTo>
                  <a:pt x="52919" y="6525"/>
                </a:lnTo>
                <a:lnTo>
                  <a:pt x="45315" y="10122"/>
                </a:lnTo>
                <a:lnTo>
                  <a:pt x="38099" y="14447"/>
                </a:lnTo>
                <a:lnTo>
                  <a:pt x="31342" y="19459"/>
                </a:lnTo>
                <a:lnTo>
                  <a:pt x="25108" y="25108"/>
                </a:lnTo>
                <a:lnTo>
                  <a:pt x="19459" y="31342"/>
                </a:lnTo>
                <a:lnTo>
                  <a:pt x="14447" y="38099"/>
                </a:lnTo>
                <a:lnTo>
                  <a:pt x="10122" y="45315"/>
                </a:lnTo>
                <a:lnTo>
                  <a:pt x="6525" y="52919"/>
                </a:lnTo>
                <a:lnTo>
                  <a:pt x="3691" y="60840"/>
                </a:lnTo>
                <a:lnTo>
                  <a:pt x="1647" y="69001"/>
                </a:lnTo>
                <a:lnTo>
                  <a:pt x="413" y="77322"/>
                </a:lnTo>
                <a:lnTo>
                  <a:pt x="0" y="85725"/>
                </a:lnTo>
                <a:lnTo>
                  <a:pt x="413" y="94128"/>
                </a:lnTo>
                <a:lnTo>
                  <a:pt x="1647" y="102449"/>
                </a:lnTo>
                <a:lnTo>
                  <a:pt x="3691" y="110610"/>
                </a:lnTo>
                <a:lnTo>
                  <a:pt x="6525" y="118531"/>
                </a:lnTo>
                <a:lnTo>
                  <a:pt x="10122" y="126135"/>
                </a:lnTo>
                <a:lnTo>
                  <a:pt x="14447" y="133351"/>
                </a:lnTo>
                <a:lnTo>
                  <a:pt x="19459" y="140108"/>
                </a:lnTo>
                <a:lnTo>
                  <a:pt x="25108" y="146342"/>
                </a:lnTo>
                <a:lnTo>
                  <a:pt x="31342" y="151991"/>
                </a:lnTo>
                <a:lnTo>
                  <a:pt x="38099" y="157003"/>
                </a:lnTo>
                <a:lnTo>
                  <a:pt x="45315" y="161328"/>
                </a:lnTo>
                <a:lnTo>
                  <a:pt x="52919" y="164925"/>
                </a:lnTo>
                <a:lnTo>
                  <a:pt x="60840" y="167759"/>
                </a:lnTo>
                <a:lnTo>
                  <a:pt x="69001" y="169803"/>
                </a:lnTo>
                <a:lnTo>
                  <a:pt x="77322" y="171037"/>
                </a:lnTo>
                <a:lnTo>
                  <a:pt x="85725" y="171450"/>
                </a:lnTo>
                <a:close/>
              </a:path>
            </a:pathLst>
          </a:custGeom>
          <a:solidFill xmlns:a="http://schemas.openxmlformats.org/drawingml/2006/main">
            <a:srgbClr val="18232E"/>
          </a:solidFill>
          <a:ln xmlns:a="http://schemas.openxmlformats.org/drawingml/2006/main" w="0">
            <a:noFill/>
          </a:ln>
        </p:spPr>
      </p:sp>
      <p:sp>
        <p:nvSpPr>
          <p:cNvPr id="125" name="dp44-v4-qa-detail / n117 / circle">
            <a:extLst xmlns:a="http://schemas.openxmlformats.org/drawingml/2006/main">
              <a:ext uri="{FF2B5EF4-FFF2-40B4-BE49-F238E27FC236}">
                <a16:creationId xmlns:a16="http://schemas.microsoft.com/office/drawing/2014/main" id="{D1A927CE-1041-4C94-A03D-63861225AD1F}"/>
              </a:ext>
            </a:extLst>
          </p:cNvPr>
          <p:cNvSpPr>
            <a:spLocks xmlns:a="http://schemas.openxmlformats.org/drawingml/2006/main" noGrp="1"/>
          </p:cNvSpPr>
          <p:nvPr/>
        </p:nvSpPr>
        <p:spPr>
          <a:xfrm xmlns:a="http://schemas.openxmlformats.org/drawingml/2006/main">
            <a:off x="3876675" y="6753225"/>
            <a:ext cx="171450" cy="171450"/>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126" name="dp44-v4-qa-detail / n118">
            <a:extLst xmlns:a="http://schemas.openxmlformats.org/drawingml/2006/main">
              <a:ext uri="{FF2B5EF4-FFF2-40B4-BE49-F238E27FC236}">
                <a16:creationId xmlns:a16="http://schemas.microsoft.com/office/drawing/2014/main" id="{A5CEFB3B-FFD3-4F45-8318-A113A490DA9F}"/>
              </a:ext>
            </a:extLst>
          </p:cNvPr>
          <p:cNvSpPr>
            <a:spLocks xmlns:a="http://schemas.openxmlformats.org/drawingml/2006/main" noGrp="1"/>
          </p:cNvSpPr>
          <p:nvPr/>
        </p:nvSpPr>
        <p:spPr>
          <a:xfrm xmlns:a="http://schemas.openxmlformats.org/drawingml/2006/main">
            <a:off x="4181475" y="6686550"/>
            <a:ext cx="809625" cy="357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1">
                <a:solidFill>
                  <a:srgbClr val="18232E"/>
                </a:solidFill>
                <a:latin typeface="Apple SD Gothic Neo"/>
                <a:ea typeface="Apple SD Gothic Neo"/>
                <a:cs typeface="Apple SD Gothic Neo"/>
              </a:defRPr>
            </a:pPr>
            <a:r>
              <a:rPr sz="1875" b="1">
                <a:solidFill>
                  <a:srgbClr val="18232E"/>
                </a:solidFill>
                <a:latin typeface="Apple SD Gothic Neo"/>
                <a:ea typeface="Apple SD Gothic Neo"/>
                <a:cs typeface="Apple SD Gothic Neo"/>
              </a:rPr>
              <a:t>3점</a:t>
            </a:r>
          </a:p>
        </p:txBody>
      </p:sp>
      <p:sp>
        <p:nvSpPr>
          <p:cNvPr id="127" name="dp44-v4-qa-detail / n119">
            <a:extLst xmlns:a="http://schemas.openxmlformats.org/drawingml/2006/main">
              <a:ext uri="{FF2B5EF4-FFF2-40B4-BE49-F238E27FC236}">
                <a16:creationId xmlns:a16="http://schemas.microsoft.com/office/drawing/2014/main" id="{A65D5F55-6419-4E60-9926-695DCBC910CF}"/>
              </a:ext>
            </a:extLst>
          </p:cNvPr>
          <p:cNvSpPr>
            <a:spLocks xmlns:a="http://schemas.openxmlformats.org/drawingml/2006/main" noGrp="1"/>
          </p:cNvSpPr>
          <p:nvPr/>
        </p:nvSpPr>
        <p:spPr>
          <a:xfrm xmlns:a="http://schemas.openxmlformats.org/drawingml/2006/main">
            <a:off x="5076825" y="6667500"/>
            <a:ext cx="4000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1">
                <a:solidFill>
                  <a:srgbClr val="18232E"/>
                </a:solidFill>
                <a:latin typeface="Apple SD Gothic Neo"/>
                <a:ea typeface="Apple SD Gothic Neo"/>
                <a:cs typeface="Apple SD Gothic Neo"/>
              </a:defRPr>
            </a:pPr>
            <a:r>
              <a:rPr sz="2100" b="1">
                <a:solidFill>
                  <a:srgbClr val="18232E"/>
                </a:solidFill>
                <a:latin typeface="Apple SD Gothic Neo"/>
                <a:ea typeface="Apple SD Gothic Neo"/>
                <a:cs typeface="Apple SD Gothic Neo"/>
              </a:rPr>
              <a:t>2.167개</a:t>
            </a:r>
          </a:p>
        </p:txBody>
      </p:sp>
      <p:sp>
        <p:nvSpPr>
          <p:cNvPr id="128" name="dp44-v4-qa-detail / n120">
            <a:extLst xmlns:a="http://schemas.openxmlformats.org/drawingml/2006/main">
              <a:ext uri="{FF2B5EF4-FFF2-40B4-BE49-F238E27FC236}">
                <a16:creationId xmlns:a16="http://schemas.microsoft.com/office/drawing/2014/main" id="{504582FE-61E6-4318-8312-CF3326376FE0}"/>
              </a:ext>
            </a:extLst>
          </p:cNvPr>
          <p:cNvSpPr>
            <a:spLocks xmlns:a="http://schemas.openxmlformats.org/drawingml/2006/main" noGrp="1"/>
          </p:cNvSpPr>
          <p:nvPr/>
        </p:nvSpPr>
        <p:spPr>
          <a:xfrm xmlns:a="http://schemas.openxmlformats.org/drawingml/2006/main">
            <a:off x="3457575" y="7096125"/>
            <a:ext cx="58293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18232E"/>
                </a:solidFill>
                <a:latin typeface="Apple SD Gothic Neo"/>
                <a:ea typeface="Apple SD Gothic Neo"/>
                <a:cs typeface="Apple SD Gothic Neo"/>
              </a:defRPr>
            </a:pPr>
            <a:r>
              <a:rPr sz="1500" b="0">
                <a:solidFill>
                  <a:srgbClr val="18232E"/>
                </a:solidFill>
                <a:latin typeface="Apple SD Gothic Neo"/>
                <a:ea typeface="Apple SD Gothic Neo"/>
                <a:cs typeface="Apple SD Gothic Neo"/>
              </a:rPr>
              <a:t>안정된 사건 계약 안에서 후속 규칙 변경</a:t>
            </a:r>
          </a:p>
        </p:txBody>
      </p:sp>
      <p:sp>
        <p:nvSpPr>
          <p:cNvPr id="129" name="dp44-v4-qa-detail / n121 / circle">
            <a:extLst xmlns:a="http://schemas.openxmlformats.org/drawingml/2006/main">
              <a:ext uri="{FF2B5EF4-FFF2-40B4-BE49-F238E27FC236}">
                <a16:creationId xmlns:a16="http://schemas.microsoft.com/office/drawing/2014/main" id="{D5F7CCC5-5972-4DC9-9FF6-098D9E6E8C39}"/>
              </a:ext>
            </a:extLst>
          </p:cNvPr>
          <p:cNvSpPr>
            <a:spLocks xmlns:a="http://schemas.openxmlformats.org/drawingml/2006/main" noGrp="1"/>
          </p:cNvSpPr>
          <p:nvPr/>
        </p:nvSpPr>
        <p:spPr>
          <a:xfrm xmlns:a="http://schemas.openxmlformats.org/drawingml/2006/main">
            <a:off x="9648825" y="6753225"/>
            <a:ext cx="171450" cy="171450"/>
          </a:xfrm>
          <a:prstGeom xmlns:a="http://schemas.openxmlformats.org/drawingml/2006/main" prst="ellipse">
            <a:avLst/>
          </a:prstGeom>
          <a:solidFill xmlns:a="http://schemas.openxmlformats.org/drawingml/2006/main">
            <a:srgbClr val="18232E"/>
          </a:solidFill>
          <a:ln xmlns:a="http://schemas.openxmlformats.org/drawingml/2006/main" w="10478">
            <a:solidFill>
              <a:srgbClr val="18232E"/>
            </a:solidFill>
          </a:ln>
        </p:spPr>
      </p:sp>
      <p:sp>
        <p:nvSpPr>
          <p:cNvPr id="130" name="dp44-v4-qa-detail / n122 / circle">
            <a:extLst xmlns:a="http://schemas.openxmlformats.org/drawingml/2006/main">
              <a:ext uri="{FF2B5EF4-FFF2-40B4-BE49-F238E27FC236}">
                <a16:creationId xmlns:a16="http://schemas.microsoft.com/office/drawing/2014/main" id="{2081F839-6436-4E05-843D-0BD1CC8F989D}"/>
              </a:ext>
            </a:extLst>
          </p:cNvPr>
          <p:cNvSpPr>
            <a:spLocks xmlns:a="http://schemas.openxmlformats.org/drawingml/2006/main" noGrp="1"/>
          </p:cNvSpPr>
          <p:nvPr/>
        </p:nvSpPr>
        <p:spPr>
          <a:xfrm xmlns:a="http://schemas.openxmlformats.org/drawingml/2006/main">
            <a:off x="9858375" y="6753225"/>
            <a:ext cx="171450" cy="171450"/>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131" name="dp44-v4-qa-detail / n122 / half">
            <a:extLst xmlns:a="http://schemas.openxmlformats.org/drawingml/2006/main">
              <a:ext uri="{FF2B5EF4-FFF2-40B4-BE49-F238E27FC236}">
                <a16:creationId xmlns:a16="http://schemas.microsoft.com/office/drawing/2014/main" id="{F6873A84-67C1-438B-AECC-D0843C7A7595}"/>
              </a:ext>
            </a:extLst>
          </p:cNvPr>
          <p:cNvSpPr>
            <a:spLocks xmlns:a="http://schemas.openxmlformats.org/drawingml/2006/main" noGrp="1"/>
          </p:cNvSpPr>
          <p:nvPr/>
        </p:nvSpPr>
        <p:spPr>
          <a:xfrm xmlns:a="http://schemas.openxmlformats.org/drawingml/2006/main">
            <a:off x="9858375" y="6753225"/>
            <a:ext cx="171450" cy="171450"/>
          </a:xfrm>
          <a:custGeom xmlns:a="http://schemas.openxmlformats.org/drawingml/2006/main">
            <a:pathLst>
              <a:path w="171450" h="171450">
                <a:moveTo>
                  <a:pt x="85725" y="0"/>
                </a:moveTo>
                <a:lnTo>
                  <a:pt x="77322" y="413"/>
                </a:lnTo>
                <a:lnTo>
                  <a:pt x="69001" y="1647"/>
                </a:lnTo>
                <a:lnTo>
                  <a:pt x="60840" y="3691"/>
                </a:lnTo>
                <a:lnTo>
                  <a:pt x="52919" y="6525"/>
                </a:lnTo>
                <a:lnTo>
                  <a:pt x="45315" y="10122"/>
                </a:lnTo>
                <a:lnTo>
                  <a:pt x="38099" y="14447"/>
                </a:lnTo>
                <a:lnTo>
                  <a:pt x="31342" y="19459"/>
                </a:lnTo>
                <a:lnTo>
                  <a:pt x="25108" y="25108"/>
                </a:lnTo>
                <a:lnTo>
                  <a:pt x="19459" y="31342"/>
                </a:lnTo>
                <a:lnTo>
                  <a:pt x="14447" y="38099"/>
                </a:lnTo>
                <a:lnTo>
                  <a:pt x="10122" y="45315"/>
                </a:lnTo>
                <a:lnTo>
                  <a:pt x="6525" y="52919"/>
                </a:lnTo>
                <a:lnTo>
                  <a:pt x="3691" y="60840"/>
                </a:lnTo>
                <a:lnTo>
                  <a:pt x="1647" y="69001"/>
                </a:lnTo>
                <a:lnTo>
                  <a:pt x="413" y="77322"/>
                </a:lnTo>
                <a:lnTo>
                  <a:pt x="0" y="85725"/>
                </a:lnTo>
                <a:lnTo>
                  <a:pt x="413" y="94128"/>
                </a:lnTo>
                <a:lnTo>
                  <a:pt x="1647" y="102449"/>
                </a:lnTo>
                <a:lnTo>
                  <a:pt x="3691" y="110610"/>
                </a:lnTo>
                <a:lnTo>
                  <a:pt x="6525" y="118531"/>
                </a:lnTo>
                <a:lnTo>
                  <a:pt x="10122" y="126135"/>
                </a:lnTo>
                <a:lnTo>
                  <a:pt x="14447" y="133351"/>
                </a:lnTo>
                <a:lnTo>
                  <a:pt x="19459" y="140108"/>
                </a:lnTo>
                <a:lnTo>
                  <a:pt x="25108" y="146342"/>
                </a:lnTo>
                <a:lnTo>
                  <a:pt x="31342" y="151991"/>
                </a:lnTo>
                <a:lnTo>
                  <a:pt x="38099" y="157003"/>
                </a:lnTo>
                <a:lnTo>
                  <a:pt x="45315" y="161328"/>
                </a:lnTo>
                <a:lnTo>
                  <a:pt x="52919" y="164925"/>
                </a:lnTo>
                <a:lnTo>
                  <a:pt x="60840" y="167759"/>
                </a:lnTo>
                <a:lnTo>
                  <a:pt x="69001" y="169803"/>
                </a:lnTo>
                <a:lnTo>
                  <a:pt x="77322" y="171037"/>
                </a:lnTo>
                <a:lnTo>
                  <a:pt x="85725" y="171450"/>
                </a:lnTo>
                <a:close/>
              </a:path>
            </a:pathLst>
          </a:custGeom>
          <a:solidFill xmlns:a="http://schemas.openxmlformats.org/drawingml/2006/main">
            <a:srgbClr val="18232E"/>
          </a:solidFill>
          <a:ln xmlns:a="http://schemas.openxmlformats.org/drawingml/2006/main" w="0">
            <a:noFill/>
          </a:ln>
        </p:spPr>
      </p:sp>
      <p:sp>
        <p:nvSpPr>
          <p:cNvPr id="132" name="dp44-v4-qa-detail / n123 / circle">
            <a:extLst xmlns:a="http://schemas.openxmlformats.org/drawingml/2006/main">
              <a:ext uri="{FF2B5EF4-FFF2-40B4-BE49-F238E27FC236}">
                <a16:creationId xmlns:a16="http://schemas.microsoft.com/office/drawing/2014/main" id="{DBF44F21-BA16-4483-996D-AADE8379A5AA}"/>
              </a:ext>
            </a:extLst>
          </p:cNvPr>
          <p:cNvSpPr>
            <a:spLocks xmlns:a="http://schemas.openxmlformats.org/drawingml/2006/main" noGrp="1"/>
          </p:cNvSpPr>
          <p:nvPr/>
        </p:nvSpPr>
        <p:spPr>
          <a:xfrm xmlns:a="http://schemas.openxmlformats.org/drawingml/2006/main">
            <a:off x="10067925" y="6753225"/>
            <a:ext cx="171450" cy="171450"/>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133" name="dp44-v4-qa-detail / n124">
            <a:extLst xmlns:a="http://schemas.openxmlformats.org/drawingml/2006/main">
              <a:ext uri="{FF2B5EF4-FFF2-40B4-BE49-F238E27FC236}">
                <a16:creationId xmlns:a16="http://schemas.microsoft.com/office/drawing/2014/main" id="{EA8F9F57-80C9-4A5C-9E8C-F0CCC432129E}"/>
              </a:ext>
            </a:extLst>
          </p:cNvPr>
          <p:cNvSpPr>
            <a:spLocks xmlns:a="http://schemas.openxmlformats.org/drawingml/2006/main" noGrp="1"/>
          </p:cNvSpPr>
          <p:nvPr/>
        </p:nvSpPr>
        <p:spPr>
          <a:xfrm xmlns:a="http://schemas.openxmlformats.org/drawingml/2006/main">
            <a:off x="10372725" y="6686550"/>
            <a:ext cx="809625" cy="357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1">
                <a:solidFill>
                  <a:srgbClr val="18232E"/>
                </a:solidFill>
                <a:latin typeface="Apple SD Gothic Neo"/>
                <a:ea typeface="Apple SD Gothic Neo"/>
                <a:cs typeface="Apple SD Gothic Neo"/>
              </a:defRPr>
            </a:pPr>
            <a:r>
              <a:rPr sz="1875" b="1">
                <a:solidFill>
                  <a:srgbClr val="18232E"/>
                </a:solidFill>
                <a:latin typeface="Apple SD Gothic Neo"/>
                <a:ea typeface="Apple SD Gothic Neo"/>
                <a:cs typeface="Apple SD Gothic Neo"/>
              </a:rPr>
              <a:t>3점</a:t>
            </a:r>
          </a:p>
        </p:txBody>
      </p:sp>
      <p:sp>
        <p:nvSpPr>
          <p:cNvPr id="134" name="dp44-v4-qa-detail / n125">
            <a:extLst xmlns:a="http://schemas.openxmlformats.org/drawingml/2006/main">
              <a:ext uri="{FF2B5EF4-FFF2-40B4-BE49-F238E27FC236}">
                <a16:creationId xmlns:a16="http://schemas.microsoft.com/office/drawing/2014/main" id="{37F4F8DD-507F-4868-B16F-18D7E4CCFC51}"/>
              </a:ext>
            </a:extLst>
          </p:cNvPr>
          <p:cNvSpPr>
            <a:spLocks xmlns:a="http://schemas.openxmlformats.org/drawingml/2006/main" noGrp="1"/>
          </p:cNvSpPr>
          <p:nvPr/>
        </p:nvSpPr>
        <p:spPr>
          <a:xfrm xmlns:a="http://schemas.openxmlformats.org/drawingml/2006/main">
            <a:off x="11268075" y="6667500"/>
            <a:ext cx="4000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1">
                <a:solidFill>
                  <a:srgbClr val="18232E"/>
                </a:solidFill>
                <a:latin typeface="Apple SD Gothic Neo"/>
                <a:ea typeface="Apple SD Gothic Neo"/>
                <a:cs typeface="Apple SD Gothic Neo"/>
              </a:defRPr>
            </a:pPr>
            <a:r>
              <a:rPr sz="2100" b="1">
                <a:solidFill>
                  <a:srgbClr val="18232E"/>
                </a:solidFill>
                <a:latin typeface="Apple SD Gothic Neo"/>
                <a:ea typeface="Apple SD Gothic Neo"/>
                <a:cs typeface="Apple SD Gothic Neo"/>
              </a:rPr>
              <a:t>2.167개</a:t>
            </a:r>
          </a:p>
        </p:txBody>
      </p:sp>
      <p:sp>
        <p:nvSpPr>
          <p:cNvPr id="135" name="dp44-v4-qa-detail / n126">
            <a:extLst xmlns:a="http://schemas.openxmlformats.org/drawingml/2006/main">
              <a:ext uri="{FF2B5EF4-FFF2-40B4-BE49-F238E27FC236}">
                <a16:creationId xmlns:a16="http://schemas.microsoft.com/office/drawing/2014/main" id="{6705600C-0AE8-42F4-8554-2F08E984682D}"/>
              </a:ext>
            </a:extLst>
          </p:cNvPr>
          <p:cNvSpPr>
            <a:spLocks xmlns:a="http://schemas.openxmlformats.org/drawingml/2006/main" noGrp="1"/>
          </p:cNvSpPr>
          <p:nvPr/>
        </p:nvSpPr>
        <p:spPr>
          <a:xfrm xmlns:a="http://schemas.openxmlformats.org/drawingml/2006/main">
            <a:off x="9648825" y="7096125"/>
            <a:ext cx="58293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18232E"/>
                </a:solidFill>
                <a:latin typeface="Apple SD Gothic Neo"/>
                <a:ea typeface="Apple SD Gothic Neo"/>
                <a:cs typeface="Apple SD Gothic Neo"/>
              </a:defRPr>
            </a:pPr>
            <a:r>
              <a:rPr sz="1500" b="0">
                <a:solidFill>
                  <a:srgbClr val="18232E"/>
                </a:solidFill>
                <a:latin typeface="Apple SD Gothic Neo"/>
                <a:ea typeface="Apple SD Gothic Neo"/>
                <a:cs typeface="Apple SD Gothic Neo"/>
              </a:rPr>
              <a:t>안정된 단계 계약으로 같은 변경 흡수</a:t>
            </a:r>
          </a:p>
        </p:txBody>
      </p:sp>
      <p:sp>
        <p:nvSpPr>
          <p:cNvPr id="136" name="dp44-v4-qa-detail / n127">
            <a:extLst xmlns:a="http://schemas.openxmlformats.org/drawingml/2006/main">
              <a:ext uri="{FF2B5EF4-FFF2-40B4-BE49-F238E27FC236}">
                <a16:creationId xmlns:a16="http://schemas.microsoft.com/office/drawing/2014/main" id="{E6040A81-6867-4B4A-95E7-D31FF351B1CB}"/>
              </a:ext>
            </a:extLst>
          </p:cNvPr>
          <p:cNvSpPr>
            <a:spLocks xmlns:a="http://schemas.openxmlformats.org/drawingml/2006/main" noGrp="1"/>
          </p:cNvSpPr>
          <p:nvPr/>
        </p:nvSpPr>
        <p:spPr>
          <a:xfrm xmlns:a="http://schemas.openxmlformats.org/drawingml/2006/main">
            <a:off x="15801975" y="6743700"/>
            <a:ext cx="1952625" cy="3286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1">
                <a:solidFill>
                  <a:srgbClr val="18232E"/>
                </a:solidFill>
                <a:latin typeface="Apple SD Gothic Neo"/>
                <a:ea typeface="Apple SD Gothic Neo"/>
                <a:cs typeface="Apple SD Gothic Neo"/>
              </a:defRPr>
            </a:pPr>
            <a:r>
              <a:rPr sz="1725" b="1">
                <a:solidFill>
                  <a:srgbClr val="18232E"/>
                </a:solidFill>
                <a:latin typeface="Apple SD Gothic Neo"/>
                <a:ea typeface="Apple SD Gothic Neo"/>
                <a:cs typeface="Apple SD Gothic Neo"/>
              </a:rPr>
              <a:t>0.000개</a:t>
            </a:r>
          </a:p>
        </p:txBody>
      </p:sp>
      <p:sp>
        <p:nvSpPr>
          <p:cNvPr id="137" name="dp44-v4-qa-detail / n128">
            <a:extLst xmlns:a="http://schemas.openxmlformats.org/drawingml/2006/main">
              <a:ext uri="{FF2B5EF4-FFF2-40B4-BE49-F238E27FC236}">
                <a16:creationId xmlns:a16="http://schemas.microsoft.com/office/drawing/2014/main" id="{2B03DB59-A858-4F3C-9B0C-B51A831F2FF2}"/>
              </a:ext>
            </a:extLst>
          </p:cNvPr>
          <p:cNvSpPr>
            <a:spLocks xmlns:a="http://schemas.openxmlformats.org/drawingml/2006/main" noGrp="1"/>
          </p:cNvSpPr>
          <p:nvPr/>
        </p:nvSpPr>
        <p:spPr>
          <a:xfrm xmlns:a="http://schemas.openxmlformats.org/drawingml/2006/main">
            <a:off x="15801975" y="7124700"/>
            <a:ext cx="1952625" cy="2714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425" b="0">
                <a:solidFill>
                  <a:srgbClr val="5F6B77"/>
                </a:solidFill>
                <a:latin typeface="Apple SD Gothic Neo"/>
                <a:ea typeface="Apple SD Gothic Neo"/>
                <a:cs typeface="Apple SD Gothic Neo"/>
              </a:defRPr>
            </a:pPr>
            <a:r>
              <a:rPr sz="1425" b="0">
                <a:solidFill>
                  <a:srgbClr val="5F6B77"/>
                </a:solidFill>
                <a:latin typeface="Apple SD Gothic Neo"/>
                <a:ea typeface="Apple SD Gothic Neo"/>
                <a:cs typeface="Apple SD Gothic Neo"/>
              </a:rPr>
              <a:t>같은 가정값</a:t>
            </a:r>
          </a:p>
        </p:txBody>
      </p:sp>
      <p:sp>
        <p:nvSpPr>
          <p:cNvPr id="138" name="dp44-v4-qa-detail / n129">
            <a:extLst xmlns:a="http://schemas.openxmlformats.org/drawingml/2006/main">
              <a:ext uri="{FF2B5EF4-FFF2-40B4-BE49-F238E27FC236}">
                <a16:creationId xmlns:a16="http://schemas.microsoft.com/office/drawing/2014/main" id="{9AD691A4-6BB6-4667-A98F-15B8CFA109D6}"/>
              </a:ext>
            </a:extLst>
          </p:cNvPr>
          <p:cNvSpPr>
            <a:spLocks xmlns:a="http://schemas.openxmlformats.org/drawingml/2006/main" noGrp="1"/>
          </p:cNvSpPr>
          <p:nvPr/>
        </p:nvSpPr>
        <p:spPr>
          <a:xfrm xmlns:a="http://schemas.openxmlformats.org/drawingml/2006/main">
            <a:off x="15801975" y="7353300"/>
            <a:ext cx="1952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5F6B77"/>
                </a:solidFill>
                <a:latin typeface="Apple SD Gothic Neo"/>
                <a:ea typeface="Apple SD Gothic Neo"/>
                <a:cs typeface="Apple SD Gothic Neo"/>
              </a:defRPr>
            </a:pPr>
            <a:r>
              <a:rPr sz="1200" b="0">
                <a:solidFill>
                  <a:srgbClr val="5F6B77"/>
                </a:solidFill>
                <a:latin typeface="Apple SD Gothic Neo"/>
                <a:ea typeface="Apple SD Gothic Neo"/>
                <a:cs typeface="Apple SD Gothic Neo"/>
              </a:rPr>
              <a:t>기준 0.50개</a:t>
            </a:r>
          </a:p>
        </p:txBody>
      </p:sp>
      <p:sp>
        <p:nvSpPr>
          <p:cNvPr id="139" name="dp44-v4-qa-detail / n130">
            <a:extLst xmlns:a="http://schemas.openxmlformats.org/drawingml/2006/main">
              <a:ext uri="{FF2B5EF4-FFF2-40B4-BE49-F238E27FC236}">
                <a16:creationId xmlns:a16="http://schemas.microsoft.com/office/drawing/2014/main" id="{5C14207B-A6DA-47E0-A580-44884B6C3E9D}"/>
              </a:ext>
            </a:extLst>
          </p:cNvPr>
          <p:cNvSpPr>
            <a:spLocks xmlns:a="http://schemas.openxmlformats.org/drawingml/2006/main" noGrp="1"/>
          </p:cNvSpPr>
          <p:nvPr/>
        </p:nvSpPr>
        <p:spPr>
          <a:xfrm xmlns:a="http://schemas.openxmlformats.org/drawingml/2006/main">
            <a:off x="381000" y="8591550"/>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1430">
            <a:solidFill>
              <a:srgbClr val="CDD6DE"/>
            </a:solidFill>
          </a:ln>
        </p:spPr>
      </p:sp>
      <p:sp>
        <p:nvSpPr>
          <p:cNvPr id="140" name="dp44-v4-qa-detail / n131">
            <a:extLst xmlns:a="http://schemas.openxmlformats.org/drawingml/2006/main">
              <a:ext uri="{FF2B5EF4-FFF2-40B4-BE49-F238E27FC236}">
                <a16:creationId xmlns:a16="http://schemas.microsoft.com/office/drawing/2014/main" id="{DC51E5D1-F615-4CD9-8576-F8C3849AC8F3}"/>
              </a:ext>
            </a:extLst>
          </p:cNvPr>
          <p:cNvSpPr>
            <a:spLocks xmlns:a="http://schemas.openxmlformats.org/drawingml/2006/main" noGrp="1"/>
          </p:cNvSpPr>
          <p:nvPr/>
        </p:nvSpPr>
        <p:spPr>
          <a:xfrm xmlns:a="http://schemas.openxmlformats.org/drawingml/2006/main">
            <a:off x="533400" y="7696200"/>
            <a:ext cx="25146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1">
                <a:solidFill>
                  <a:srgbClr val="18232E"/>
                </a:solidFill>
                <a:latin typeface="Apple SD Gothic Neo"/>
                <a:ea typeface="Apple SD Gothic Neo"/>
                <a:cs typeface="Apple SD Gothic Neo"/>
              </a:defRPr>
            </a:pPr>
            <a:r>
              <a:rPr sz="1650" b="1">
                <a:solidFill>
                  <a:srgbClr val="18232E"/>
                </a:solidFill>
                <a:latin typeface="Apple SD Gothic Neo"/>
                <a:ea typeface="Apple SD Gothic Neo"/>
                <a:cs typeface="Apple SD Gothic Neo"/>
              </a:rPr>
              <a:t>06  로컬 VIA 메모리 사용량</a:t>
            </a:r>
          </a:p>
        </p:txBody>
      </p:sp>
      <p:sp>
        <p:nvSpPr>
          <p:cNvPr id="141" name="dp44-v4-qa-detail / n132">
            <a:extLst xmlns:a="http://schemas.openxmlformats.org/drawingml/2006/main">
              <a:ext uri="{FF2B5EF4-FFF2-40B4-BE49-F238E27FC236}">
                <a16:creationId xmlns:a16="http://schemas.microsoft.com/office/drawing/2014/main" id="{9B78CBCF-321B-4A0B-8753-0DFCD0C912C4}"/>
              </a:ext>
            </a:extLst>
          </p:cNvPr>
          <p:cNvSpPr>
            <a:spLocks xmlns:a="http://schemas.openxmlformats.org/drawingml/2006/main" noGrp="1"/>
          </p:cNvSpPr>
          <p:nvPr/>
        </p:nvSpPr>
        <p:spPr>
          <a:xfrm xmlns:a="http://schemas.openxmlformats.org/drawingml/2006/main">
            <a:off x="533400" y="8058150"/>
            <a:ext cx="2514600" cy="2714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425" b="0">
                <a:solidFill>
                  <a:srgbClr val="5F6B77"/>
                </a:solidFill>
                <a:latin typeface="Apple SD Gothic Neo"/>
                <a:ea typeface="Apple SD Gothic Neo"/>
                <a:cs typeface="Apple SD Gothic Neo"/>
              </a:defRPr>
            </a:pPr>
            <a:r>
              <a:rPr sz="1425" b="0">
                <a:solidFill>
                  <a:srgbClr val="5F6B77"/>
                </a:solidFill>
                <a:latin typeface="Apple SD Gothic Neo"/>
                <a:ea typeface="Apple SD Gothic Neo"/>
                <a:cs typeface="Apple SD Gothic Neo"/>
              </a:rPr>
              <a:t>목표 ≤4,096MiB</a:t>
            </a:r>
          </a:p>
        </p:txBody>
      </p:sp>
      <p:sp>
        <p:nvSpPr>
          <p:cNvPr id="142" name="dp44-v4-qa-detail / n133 / circle">
            <a:extLst xmlns:a="http://schemas.openxmlformats.org/drawingml/2006/main">
              <a:ext uri="{FF2B5EF4-FFF2-40B4-BE49-F238E27FC236}">
                <a16:creationId xmlns:a16="http://schemas.microsoft.com/office/drawing/2014/main" id="{24602CB1-05F3-4C03-885B-FEC13BD6EFC4}"/>
              </a:ext>
            </a:extLst>
          </p:cNvPr>
          <p:cNvSpPr>
            <a:spLocks xmlns:a="http://schemas.openxmlformats.org/drawingml/2006/main" noGrp="1"/>
          </p:cNvSpPr>
          <p:nvPr/>
        </p:nvSpPr>
        <p:spPr>
          <a:xfrm xmlns:a="http://schemas.openxmlformats.org/drawingml/2006/main">
            <a:off x="3457575" y="7753350"/>
            <a:ext cx="171450" cy="171450"/>
          </a:xfrm>
          <a:prstGeom xmlns:a="http://schemas.openxmlformats.org/drawingml/2006/main" prst="ellipse">
            <a:avLst/>
          </a:prstGeom>
          <a:solidFill xmlns:a="http://schemas.openxmlformats.org/drawingml/2006/main">
            <a:srgbClr val="18232E"/>
          </a:solidFill>
          <a:ln xmlns:a="http://schemas.openxmlformats.org/drawingml/2006/main" w="10478">
            <a:solidFill>
              <a:srgbClr val="18232E"/>
            </a:solidFill>
          </a:ln>
        </p:spPr>
      </p:sp>
      <p:sp>
        <p:nvSpPr>
          <p:cNvPr id="143" name="dp44-v4-qa-detail / n134 / circle">
            <a:extLst xmlns:a="http://schemas.openxmlformats.org/drawingml/2006/main">
              <a:ext uri="{FF2B5EF4-FFF2-40B4-BE49-F238E27FC236}">
                <a16:creationId xmlns:a16="http://schemas.microsoft.com/office/drawing/2014/main" id="{609401B0-1EC1-436E-871E-178D6FAE83C1}"/>
              </a:ext>
            </a:extLst>
          </p:cNvPr>
          <p:cNvSpPr>
            <a:spLocks xmlns:a="http://schemas.openxmlformats.org/drawingml/2006/main" noGrp="1"/>
          </p:cNvSpPr>
          <p:nvPr/>
        </p:nvSpPr>
        <p:spPr>
          <a:xfrm xmlns:a="http://schemas.openxmlformats.org/drawingml/2006/main">
            <a:off x="3667125" y="7753350"/>
            <a:ext cx="171450" cy="171450"/>
          </a:xfrm>
          <a:prstGeom xmlns:a="http://schemas.openxmlformats.org/drawingml/2006/main" prst="ellipse">
            <a:avLst/>
          </a:prstGeom>
          <a:solidFill xmlns:a="http://schemas.openxmlformats.org/drawingml/2006/main">
            <a:srgbClr val="18232E"/>
          </a:solidFill>
          <a:ln xmlns:a="http://schemas.openxmlformats.org/drawingml/2006/main" w="10478">
            <a:solidFill>
              <a:srgbClr val="18232E"/>
            </a:solidFill>
          </a:ln>
        </p:spPr>
      </p:sp>
      <p:sp>
        <p:nvSpPr>
          <p:cNvPr id="144" name="dp44-v4-qa-detail / n135 / circle">
            <a:extLst xmlns:a="http://schemas.openxmlformats.org/drawingml/2006/main">
              <a:ext uri="{FF2B5EF4-FFF2-40B4-BE49-F238E27FC236}">
                <a16:creationId xmlns:a16="http://schemas.microsoft.com/office/drawing/2014/main" id="{FDB73FFB-DF8D-4CD3-A920-9A7C459E89B7}"/>
              </a:ext>
            </a:extLst>
          </p:cNvPr>
          <p:cNvSpPr>
            <a:spLocks xmlns:a="http://schemas.openxmlformats.org/drawingml/2006/main" noGrp="1"/>
          </p:cNvSpPr>
          <p:nvPr/>
        </p:nvSpPr>
        <p:spPr>
          <a:xfrm xmlns:a="http://schemas.openxmlformats.org/drawingml/2006/main">
            <a:off x="3876675" y="7753350"/>
            <a:ext cx="171450" cy="171450"/>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145" name="dp44-v4-qa-detail / n136">
            <a:extLst xmlns:a="http://schemas.openxmlformats.org/drawingml/2006/main">
              <a:ext uri="{FF2B5EF4-FFF2-40B4-BE49-F238E27FC236}">
                <a16:creationId xmlns:a16="http://schemas.microsoft.com/office/drawing/2014/main" id="{44F47BDB-66A0-4045-AECE-9400B4993DBF}"/>
              </a:ext>
            </a:extLst>
          </p:cNvPr>
          <p:cNvSpPr>
            <a:spLocks xmlns:a="http://schemas.openxmlformats.org/drawingml/2006/main" noGrp="1"/>
          </p:cNvSpPr>
          <p:nvPr/>
        </p:nvSpPr>
        <p:spPr>
          <a:xfrm xmlns:a="http://schemas.openxmlformats.org/drawingml/2006/main">
            <a:off x="4181475" y="7686675"/>
            <a:ext cx="809625" cy="357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1">
                <a:solidFill>
                  <a:srgbClr val="18232E"/>
                </a:solidFill>
                <a:latin typeface="Apple SD Gothic Neo"/>
                <a:ea typeface="Apple SD Gothic Neo"/>
                <a:cs typeface="Apple SD Gothic Neo"/>
              </a:defRPr>
            </a:pPr>
            <a:r>
              <a:rPr sz="1875" b="1">
                <a:solidFill>
                  <a:srgbClr val="18232E"/>
                </a:solidFill>
                <a:latin typeface="Apple SD Gothic Neo"/>
                <a:ea typeface="Apple SD Gothic Neo"/>
                <a:cs typeface="Apple SD Gothic Neo"/>
              </a:rPr>
              <a:t>4점</a:t>
            </a:r>
          </a:p>
        </p:txBody>
      </p:sp>
      <p:sp>
        <p:nvSpPr>
          <p:cNvPr id="146" name="dp44-v4-qa-detail / n137">
            <a:extLst xmlns:a="http://schemas.openxmlformats.org/drawingml/2006/main">
              <a:ext uri="{FF2B5EF4-FFF2-40B4-BE49-F238E27FC236}">
                <a16:creationId xmlns:a16="http://schemas.microsoft.com/office/drawing/2014/main" id="{30520570-E891-40F7-923D-A49284C40BD0}"/>
              </a:ext>
            </a:extLst>
          </p:cNvPr>
          <p:cNvSpPr>
            <a:spLocks xmlns:a="http://schemas.openxmlformats.org/drawingml/2006/main" noGrp="1"/>
          </p:cNvSpPr>
          <p:nvPr/>
        </p:nvSpPr>
        <p:spPr>
          <a:xfrm xmlns:a="http://schemas.openxmlformats.org/drawingml/2006/main">
            <a:off x="5076825" y="7667625"/>
            <a:ext cx="4000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1">
                <a:solidFill>
                  <a:srgbClr val="18232E"/>
                </a:solidFill>
                <a:latin typeface="Apple SD Gothic Neo"/>
                <a:ea typeface="Apple SD Gothic Neo"/>
                <a:cs typeface="Apple SD Gothic Neo"/>
              </a:defRPr>
            </a:pPr>
            <a:r>
              <a:rPr sz="2100" b="1">
                <a:solidFill>
                  <a:srgbClr val="18232E"/>
                </a:solidFill>
                <a:latin typeface="Apple SD Gothic Neo"/>
                <a:ea typeface="Apple SD Gothic Neo"/>
                <a:cs typeface="Apple SD Gothic Neo"/>
              </a:rPr>
              <a:t>1,792MiB</a:t>
            </a:r>
          </a:p>
        </p:txBody>
      </p:sp>
      <p:sp>
        <p:nvSpPr>
          <p:cNvPr id="147" name="dp44-v4-qa-detail / n138">
            <a:extLst xmlns:a="http://schemas.openxmlformats.org/drawingml/2006/main">
              <a:ext uri="{FF2B5EF4-FFF2-40B4-BE49-F238E27FC236}">
                <a16:creationId xmlns:a16="http://schemas.microsoft.com/office/drawing/2014/main" id="{EEA38F78-B2F0-42DA-BD41-D143668CFD0C}"/>
              </a:ext>
            </a:extLst>
          </p:cNvPr>
          <p:cNvSpPr>
            <a:spLocks xmlns:a="http://schemas.openxmlformats.org/drawingml/2006/main" noGrp="1"/>
          </p:cNvSpPr>
          <p:nvPr/>
        </p:nvSpPr>
        <p:spPr>
          <a:xfrm xmlns:a="http://schemas.openxmlformats.org/drawingml/2006/main">
            <a:off x="3457575" y="8096250"/>
            <a:ext cx="58293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18232E"/>
                </a:solidFill>
                <a:latin typeface="Apple SD Gothic Neo"/>
                <a:ea typeface="Apple SD Gothic Neo"/>
                <a:cs typeface="Apple SD Gothic Neo"/>
              </a:defRPr>
            </a:pPr>
            <a:r>
              <a:rPr sz="1500" b="0">
                <a:solidFill>
                  <a:srgbClr val="18232E"/>
                </a:solidFill>
                <a:latin typeface="Apple SD Gothic Neo"/>
                <a:ea typeface="Apple SD Gothic Neo"/>
                <a:cs typeface="Apple SD Gothic Neo"/>
              </a:rPr>
              <a:t>중앙 진행 상태와 실행 대기열</a:t>
            </a:r>
          </a:p>
        </p:txBody>
      </p:sp>
      <p:sp>
        <p:nvSpPr>
          <p:cNvPr id="148" name="dp44-v4-qa-detail / n139 / circle">
            <a:extLst xmlns:a="http://schemas.openxmlformats.org/drawingml/2006/main">
              <a:ext uri="{FF2B5EF4-FFF2-40B4-BE49-F238E27FC236}">
                <a16:creationId xmlns:a16="http://schemas.microsoft.com/office/drawing/2014/main" id="{8F3D0C17-A2C1-4D79-8314-573100339A28}"/>
              </a:ext>
            </a:extLst>
          </p:cNvPr>
          <p:cNvSpPr>
            <a:spLocks xmlns:a="http://schemas.openxmlformats.org/drawingml/2006/main" noGrp="1"/>
          </p:cNvSpPr>
          <p:nvPr/>
        </p:nvSpPr>
        <p:spPr>
          <a:xfrm xmlns:a="http://schemas.openxmlformats.org/drawingml/2006/main">
            <a:off x="9648825" y="7753350"/>
            <a:ext cx="171450" cy="171450"/>
          </a:xfrm>
          <a:prstGeom xmlns:a="http://schemas.openxmlformats.org/drawingml/2006/main" prst="ellipse">
            <a:avLst/>
          </a:prstGeom>
          <a:solidFill xmlns:a="http://schemas.openxmlformats.org/drawingml/2006/main">
            <a:srgbClr val="18232E"/>
          </a:solidFill>
          <a:ln xmlns:a="http://schemas.openxmlformats.org/drawingml/2006/main" w="10478">
            <a:solidFill>
              <a:srgbClr val="18232E"/>
            </a:solidFill>
          </a:ln>
        </p:spPr>
      </p:sp>
      <p:sp>
        <p:nvSpPr>
          <p:cNvPr id="149" name="dp44-v4-qa-detail / n140 / circle">
            <a:extLst xmlns:a="http://schemas.openxmlformats.org/drawingml/2006/main">
              <a:ext uri="{FF2B5EF4-FFF2-40B4-BE49-F238E27FC236}">
                <a16:creationId xmlns:a16="http://schemas.microsoft.com/office/drawing/2014/main" id="{68AD1F4D-94E4-48A5-9E6B-C069A941CF0A}"/>
              </a:ext>
            </a:extLst>
          </p:cNvPr>
          <p:cNvSpPr>
            <a:spLocks xmlns:a="http://schemas.openxmlformats.org/drawingml/2006/main" noGrp="1"/>
          </p:cNvSpPr>
          <p:nvPr/>
        </p:nvSpPr>
        <p:spPr>
          <a:xfrm xmlns:a="http://schemas.openxmlformats.org/drawingml/2006/main">
            <a:off x="9858375" y="7753350"/>
            <a:ext cx="171450" cy="171450"/>
          </a:xfrm>
          <a:prstGeom xmlns:a="http://schemas.openxmlformats.org/drawingml/2006/main" prst="ellipse">
            <a:avLst/>
          </a:prstGeom>
          <a:solidFill xmlns:a="http://schemas.openxmlformats.org/drawingml/2006/main">
            <a:srgbClr val="18232E"/>
          </a:solidFill>
          <a:ln xmlns:a="http://schemas.openxmlformats.org/drawingml/2006/main" w="10478">
            <a:solidFill>
              <a:srgbClr val="18232E"/>
            </a:solidFill>
          </a:ln>
        </p:spPr>
      </p:sp>
      <p:sp>
        <p:nvSpPr>
          <p:cNvPr id="150" name="dp44-v4-qa-detail / n141 / circle">
            <a:extLst xmlns:a="http://schemas.openxmlformats.org/drawingml/2006/main">
              <a:ext uri="{FF2B5EF4-FFF2-40B4-BE49-F238E27FC236}">
                <a16:creationId xmlns:a16="http://schemas.microsoft.com/office/drawing/2014/main" id="{66C61519-DB70-4061-A759-BDB4DF28F8B5}"/>
              </a:ext>
            </a:extLst>
          </p:cNvPr>
          <p:cNvSpPr>
            <a:spLocks xmlns:a="http://schemas.openxmlformats.org/drawingml/2006/main" noGrp="1"/>
          </p:cNvSpPr>
          <p:nvPr/>
        </p:nvSpPr>
        <p:spPr>
          <a:xfrm xmlns:a="http://schemas.openxmlformats.org/drawingml/2006/main">
            <a:off x="10067925" y="7753350"/>
            <a:ext cx="171450" cy="171450"/>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151" name="dp44-v4-qa-detail / n142">
            <a:extLst xmlns:a="http://schemas.openxmlformats.org/drawingml/2006/main">
              <a:ext uri="{FF2B5EF4-FFF2-40B4-BE49-F238E27FC236}">
                <a16:creationId xmlns:a16="http://schemas.microsoft.com/office/drawing/2014/main" id="{CE78752F-DF98-4BC3-B9EF-59854C45F4DB}"/>
              </a:ext>
            </a:extLst>
          </p:cNvPr>
          <p:cNvSpPr>
            <a:spLocks xmlns:a="http://schemas.openxmlformats.org/drawingml/2006/main" noGrp="1"/>
          </p:cNvSpPr>
          <p:nvPr/>
        </p:nvSpPr>
        <p:spPr>
          <a:xfrm xmlns:a="http://schemas.openxmlformats.org/drawingml/2006/main">
            <a:off x="10372725" y="7686675"/>
            <a:ext cx="809625" cy="357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1">
                <a:solidFill>
                  <a:srgbClr val="18232E"/>
                </a:solidFill>
                <a:latin typeface="Apple SD Gothic Neo"/>
                <a:ea typeface="Apple SD Gothic Neo"/>
                <a:cs typeface="Apple SD Gothic Neo"/>
              </a:defRPr>
            </a:pPr>
            <a:r>
              <a:rPr sz="1875" b="1">
                <a:solidFill>
                  <a:srgbClr val="18232E"/>
                </a:solidFill>
                <a:latin typeface="Apple SD Gothic Neo"/>
                <a:ea typeface="Apple SD Gothic Neo"/>
                <a:cs typeface="Apple SD Gothic Neo"/>
              </a:rPr>
              <a:t>4점</a:t>
            </a:r>
          </a:p>
        </p:txBody>
      </p:sp>
      <p:sp>
        <p:nvSpPr>
          <p:cNvPr id="152" name="dp44-v4-qa-detail / n143">
            <a:extLst xmlns:a="http://schemas.openxmlformats.org/drawingml/2006/main">
              <a:ext uri="{FF2B5EF4-FFF2-40B4-BE49-F238E27FC236}">
                <a16:creationId xmlns:a16="http://schemas.microsoft.com/office/drawing/2014/main" id="{A3B3F28A-0B75-4A1F-9F66-D19D7B12B2BA}"/>
              </a:ext>
            </a:extLst>
          </p:cNvPr>
          <p:cNvSpPr>
            <a:spLocks xmlns:a="http://schemas.openxmlformats.org/drawingml/2006/main" noGrp="1"/>
          </p:cNvSpPr>
          <p:nvPr/>
        </p:nvSpPr>
        <p:spPr>
          <a:xfrm xmlns:a="http://schemas.openxmlformats.org/drawingml/2006/main">
            <a:off x="11268075" y="7667625"/>
            <a:ext cx="4000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1">
                <a:solidFill>
                  <a:srgbClr val="18232E"/>
                </a:solidFill>
                <a:latin typeface="Apple SD Gothic Neo"/>
                <a:ea typeface="Apple SD Gothic Neo"/>
                <a:cs typeface="Apple SD Gothic Neo"/>
              </a:defRPr>
            </a:pPr>
            <a:r>
              <a:rPr sz="2100" b="1">
                <a:solidFill>
                  <a:srgbClr val="18232E"/>
                </a:solidFill>
                <a:latin typeface="Apple SD Gothic Neo"/>
                <a:ea typeface="Apple SD Gothic Neo"/>
                <a:cs typeface="Apple SD Gothic Neo"/>
              </a:rPr>
              <a:t>1,840MiB</a:t>
            </a:r>
          </a:p>
        </p:txBody>
      </p:sp>
      <p:sp>
        <p:nvSpPr>
          <p:cNvPr id="153" name="dp44-v4-qa-detail / n144">
            <a:extLst xmlns:a="http://schemas.openxmlformats.org/drawingml/2006/main">
              <a:ext uri="{FF2B5EF4-FFF2-40B4-BE49-F238E27FC236}">
                <a16:creationId xmlns:a16="http://schemas.microsoft.com/office/drawing/2014/main" id="{2A67BDF0-D8A3-4B34-B497-87044C8ED991}"/>
              </a:ext>
            </a:extLst>
          </p:cNvPr>
          <p:cNvSpPr>
            <a:spLocks xmlns:a="http://schemas.openxmlformats.org/drawingml/2006/main" noGrp="1"/>
          </p:cNvSpPr>
          <p:nvPr/>
        </p:nvSpPr>
        <p:spPr>
          <a:xfrm xmlns:a="http://schemas.openxmlformats.org/drawingml/2006/main">
            <a:off x="9648825" y="8096250"/>
            <a:ext cx="58293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18232E"/>
                </a:solidFill>
                <a:latin typeface="Apple SD Gothic Neo"/>
                <a:ea typeface="Apple SD Gothic Neo"/>
                <a:cs typeface="Apple SD Gothic Neo"/>
              </a:defRPr>
            </a:pPr>
            <a:r>
              <a:rPr sz="1500" b="0">
                <a:solidFill>
                  <a:srgbClr val="18232E"/>
                </a:solidFill>
                <a:latin typeface="Apple SD Gothic Neo"/>
                <a:ea typeface="Apple SD Gothic Neo"/>
                <a:cs typeface="Apple SD Gothic Neo"/>
              </a:rPr>
              <a:t>Window와 채널 상태 48MiB 순증가 가정</a:t>
            </a:r>
          </a:p>
        </p:txBody>
      </p:sp>
      <p:sp>
        <p:nvSpPr>
          <p:cNvPr id="154" name="dp44-v4-qa-detail / n145">
            <a:extLst xmlns:a="http://schemas.openxmlformats.org/drawingml/2006/main">
              <a:ext uri="{FF2B5EF4-FFF2-40B4-BE49-F238E27FC236}">
                <a16:creationId xmlns:a16="http://schemas.microsoft.com/office/drawing/2014/main" id="{001BB045-05DB-4211-9AE7-764C47FC4CCF}"/>
              </a:ext>
            </a:extLst>
          </p:cNvPr>
          <p:cNvSpPr>
            <a:spLocks xmlns:a="http://schemas.openxmlformats.org/drawingml/2006/main" noGrp="1"/>
          </p:cNvSpPr>
          <p:nvPr/>
        </p:nvSpPr>
        <p:spPr>
          <a:xfrm xmlns:a="http://schemas.openxmlformats.org/drawingml/2006/main">
            <a:off x="15801975" y="7743825"/>
            <a:ext cx="1952625" cy="3286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1">
                <a:solidFill>
                  <a:srgbClr val="18232E"/>
                </a:solidFill>
                <a:latin typeface="Apple SD Gothic Neo"/>
                <a:ea typeface="Apple SD Gothic Neo"/>
                <a:cs typeface="Apple SD Gothic Neo"/>
              </a:defRPr>
            </a:pPr>
            <a:r>
              <a:rPr sz="1725" b="1">
                <a:solidFill>
                  <a:srgbClr val="18232E"/>
                </a:solidFill>
                <a:latin typeface="Apple SD Gothic Neo"/>
                <a:ea typeface="Apple SD Gothic Neo"/>
                <a:cs typeface="Apple SD Gothic Neo"/>
              </a:rPr>
              <a:t>48MiB</a:t>
            </a:r>
          </a:p>
        </p:txBody>
      </p:sp>
      <p:sp>
        <p:nvSpPr>
          <p:cNvPr id="155" name="dp44-v4-qa-detail / n146">
            <a:extLst xmlns:a="http://schemas.openxmlformats.org/drawingml/2006/main">
              <a:ext uri="{FF2B5EF4-FFF2-40B4-BE49-F238E27FC236}">
                <a16:creationId xmlns:a16="http://schemas.microsoft.com/office/drawing/2014/main" id="{0103C4B5-DDA4-474C-90E3-A83EEA52CE5A}"/>
              </a:ext>
            </a:extLst>
          </p:cNvPr>
          <p:cNvSpPr>
            <a:spLocks xmlns:a="http://schemas.openxmlformats.org/drawingml/2006/main" noGrp="1"/>
          </p:cNvSpPr>
          <p:nvPr/>
        </p:nvSpPr>
        <p:spPr>
          <a:xfrm xmlns:a="http://schemas.openxmlformats.org/drawingml/2006/main">
            <a:off x="15801975" y="8124825"/>
            <a:ext cx="1952625" cy="2714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425" b="0">
                <a:solidFill>
                  <a:srgbClr val="5F6B77"/>
                </a:solidFill>
                <a:latin typeface="Apple SD Gothic Neo"/>
                <a:ea typeface="Apple SD Gothic Neo"/>
                <a:cs typeface="Apple SD Gothic Neo"/>
              </a:defRPr>
            </a:pPr>
            <a:r>
              <a:rPr sz="1425" b="0">
                <a:solidFill>
                  <a:srgbClr val="5F6B77"/>
                </a:solidFill>
                <a:latin typeface="Apple SD Gothic Neo"/>
                <a:ea typeface="Apple SD Gothic Neo"/>
                <a:cs typeface="Apple SD Gothic Neo"/>
              </a:rPr>
              <a:t>차이 기준 미만</a:t>
            </a:r>
          </a:p>
        </p:txBody>
      </p:sp>
      <p:sp>
        <p:nvSpPr>
          <p:cNvPr id="156" name="dp44-v4-qa-detail / n147">
            <a:extLst xmlns:a="http://schemas.openxmlformats.org/drawingml/2006/main">
              <a:ext uri="{FF2B5EF4-FFF2-40B4-BE49-F238E27FC236}">
                <a16:creationId xmlns:a16="http://schemas.microsoft.com/office/drawing/2014/main" id="{7ED511AE-E518-43F3-86A9-E6E540A10587}"/>
              </a:ext>
            </a:extLst>
          </p:cNvPr>
          <p:cNvSpPr>
            <a:spLocks xmlns:a="http://schemas.openxmlformats.org/drawingml/2006/main" noGrp="1"/>
          </p:cNvSpPr>
          <p:nvPr/>
        </p:nvSpPr>
        <p:spPr>
          <a:xfrm xmlns:a="http://schemas.openxmlformats.org/drawingml/2006/main">
            <a:off x="15801975" y="8353425"/>
            <a:ext cx="1952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5F6B77"/>
                </a:solidFill>
                <a:latin typeface="Apple SD Gothic Neo"/>
                <a:ea typeface="Apple SD Gothic Neo"/>
                <a:cs typeface="Apple SD Gothic Neo"/>
              </a:defRPr>
            </a:pPr>
            <a:r>
              <a:rPr sz="1200" b="0">
                <a:solidFill>
                  <a:srgbClr val="5F6B77"/>
                </a:solidFill>
                <a:latin typeface="Apple SD Gothic Neo"/>
                <a:ea typeface="Apple SD Gothic Neo"/>
                <a:cs typeface="Apple SD Gothic Neo"/>
              </a:rPr>
              <a:t>기준 128MiB</a:t>
            </a:r>
          </a:p>
        </p:txBody>
      </p:sp>
      <p:sp>
        <p:nvSpPr>
          <p:cNvPr id="157" name="dp44-v4-qa-detail / n148">
            <a:extLst xmlns:a="http://schemas.openxmlformats.org/drawingml/2006/main">
              <a:ext uri="{FF2B5EF4-FFF2-40B4-BE49-F238E27FC236}">
                <a16:creationId xmlns:a16="http://schemas.microsoft.com/office/drawing/2014/main" id="{29D71728-3AD2-4C21-AD24-08477DD4D402}"/>
              </a:ext>
            </a:extLst>
          </p:cNvPr>
          <p:cNvSpPr>
            <a:spLocks xmlns:a="http://schemas.openxmlformats.org/drawingml/2006/main" noGrp="1"/>
          </p:cNvSpPr>
          <p:nvPr/>
        </p:nvSpPr>
        <p:spPr>
          <a:xfrm xmlns:a="http://schemas.openxmlformats.org/drawingml/2006/main">
            <a:off x="3238500" y="2143125"/>
            <a:ext cx="953" cy="6457950"/>
          </a:xfrm>
          <a:custGeom xmlns:a="http://schemas.openxmlformats.org/drawingml/2006/main">
            <a:pathLst>
              <a:path w="953" h="6457950">
                <a:moveTo>
                  <a:pt x="0" y="0"/>
                </a:moveTo>
                <a:lnTo>
                  <a:pt x="953" y="6457950"/>
                </a:lnTo>
              </a:path>
            </a:pathLst>
          </a:custGeom>
          <a:noFill xmlns:a="http://schemas.openxmlformats.org/drawingml/2006/main"/>
          <a:ln xmlns:a="http://schemas.openxmlformats.org/drawingml/2006/main" w="11430">
            <a:solidFill>
              <a:srgbClr val="CDD6DE"/>
            </a:solidFill>
          </a:ln>
        </p:spPr>
      </p:sp>
      <p:sp>
        <p:nvSpPr>
          <p:cNvPr id="158" name="dp44-v4-qa-detail / n149">
            <a:extLst xmlns:a="http://schemas.openxmlformats.org/drawingml/2006/main">
              <a:ext uri="{FF2B5EF4-FFF2-40B4-BE49-F238E27FC236}">
                <a16:creationId xmlns:a16="http://schemas.microsoft.com/office/drawing/2014/main" id="{1FF8812F-6952-477B-99FF-42788B3116BA}"/>
              </a:ext>
            </a:extLst>
          </p:cNvPr>
          <p:cNvSpPr>
            <a:spLocks xmlns:a="http://schemas.openxmlformats.org/drawingml/2006/main" noGrp="1"/>
          </p:cNvSpPr>
          <p:nvPr/>
        </p:nvSpPr>
        <p:spPr>
          <a:xfrm xmlns:a="http://schemas.openxmlformats.org/drawingml/2006/main">
            <a:off x="9429750" y="2143125"/>
            <a:ext cx="953" cy="6457950"/>
          </a:xfrm>
          <a:custGeom xmlns:a="http://schemas.openxmlformats.org/drawingml/2006/main">
            <a:pathLst>
              <a:path w="953" h="6457950">
                <a:moveTo>
                  <a:pt x="0" y="0"/>
                </a:moveTo>
                <a:lnTo>
                  <a:pt x="953" y="6457950"/>
                </a:lnTo>
              </a:path>
            </a:pathLst>
          </a:custGeom>
          <a:noFill xmlns:a="http://schemas.openxmlformats.org/drawingml/2006/main"/>
          <a:ln xmlns:a="http://schemas.openxmlformats.org/drawingml/2006/main" w="11430">
            <a:solidFill>
              <a:srgbClr val="CDD6DE"/>
            </a:solidFill>
          </a:ln>
        </p:spPr>
      </p:sp>
      <p:sp>
        <p:nvSpPr>
          <p:cNvPr id="159" name="dp44-v4-qa-detail / n150">
            <a:extLst xmlns:a="http://schemas.openxmlformats.org/drawingml/2006/main">
              <a:ext uri="{FF2B5EF4-FFF2-40B4-BE49-F238E27FC236}">
                <a16:creationId xmlns:a16="http://schemas.microsoft.com/office/drawing/2014/main" id="{F2521002-13E7-45C0-9A72-0EB2A07AE90C}"/>
              </a:ext>
            </a:extLst>
          </p:cNvPr>
          <p:cNvSpPr>
            <a:spLocks xmlns:a="http://schemas.openxmlformats.org/drawingml/2006/main" noGrp="1"/>
          </p:cNvSpPr>
          <p:nvPr/>
        </p:nvSpPr>
        <p:spPr>
          <a:xfrm xmlns:a="http://schemas.openxmlformats.org/drawingml/2006/main">
            <a:off x="15621000" y="2143125"/>
            <a:ext cx="953" cy="6457950"/>
          </a:xfrm>
          <a:custGeom xmlns:a="http://schemas.openxmlformats.org/drawingml/2006/main">
            <a:pathLst>
              <a:path w="953" h="6457950">
                <a:moveTo>
                  <a:pt x="0" y="0"/>
                </a:moveTo>
                <a:lnTo>
                  <a:pt x="953" y="6457950"/>
                </a:lnTo>
              </a:path>
            </a:pathLst>
          </a:custGeom>
          <a:noFill xmlns:a="http://schemas.openxmlformats.org/drawingml/2006/main"/>
          <a:ln xmlns:a="http://schemas.openxmlformats.org/drawingml/2006/main" w="11430">
            <a:solidFill>
              <a:srgbClr val="CDD6DE"/>
            </a:solidFill>
          </a:ln>
        </p:spPr>
      </p:sp>
      <p:sp>
        <p:nvSpPr>
          <p:cNvPr id="160" name="dp44-v4-qa-detail / n151">
            <a:extLst xmlns:a="http://schemas.openxmlformats.org/drawingml/2006/main">
              <a:ext uri="{FF2B5EF4-FFF2-40B4-BE49-F238E27FC236}">
                <a16:creationId xmlns:a16="http://schemas.microsoft.com/office/drawing/2014/main" id="{7B30E25E-6635-424D-AB4F-1B3A598A5F62}"/>
              </a:ext>
            </a:extLst>
          </p:cNvPr>
          <p:cNvSpPr>
            <a:spLocks xmlns:a="http://schemas.openxmlformats.org/drawingml/2006/main" noGrp="1"/>
          </p:cNvSpPr>
          <p:nvPr/>
        </p:nvSpPr>
        <p:spPr>
          <a:xfrm xmlns:a="http://schemas.openxmlformats.org/drawingml/2006/main">
            <a:off x="381000" y="8867775"/>
            <a:ext cx="17526000" cy="3286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0">
                <a:solidFill>
                  <a:srgbClr val="18232E"/>
                </a:solidFill>
                <a:latin typeface="Apple SD Gothic Neo"/>
                <a:ea typeface="Apple SD Gothic Neo"/>
                <a:cs typeface="Apple SD Gothic Neo"/>
              </a:defRPr>
            </a:pPr>
            <a:r>
              <a:rPr sz="1725" b="0">
                <a:solidFill>
                  <a:srgbClr val="18232E"/>
                </a:solidFill>
                <a:latin typeface="Apple SD Gothic Neo"/>
                <a:ea typeface="Apple SD Gothic Neo"/>
                <a:cs typeface="Apple SD Gothic Neo"/>
              </a:rPr>
              <a:t>양안 모두 비동기와 병렬 실행 / 짧은 전이 비용의 기본 상황</a:t>
            </a:r>
          </a:p>
        </p:txBody>
      </p:sp>
      <p:sp>
        <p:nvSpPr>
          <p:cNvPr id="161" name="dp44-v4-qa-detail / n152">
            <a:extLst xmlns:a="http://schemas.openxmlformats.org/drawingml/2006/main">
              <a:ext uri="{FF2B5EF4-FFF2-40B4-BE49-F238E27FC236}">
                <a16:creationId xmlns:a16="http://schemas.microsoft.com/office/drawing/2014/main" id="{A62C93AB-84F4-48F9-8091-40E7C30B0144}"/>
              </a:ext>
            </a:extLst>
          </p:cNvPr>
          <p:cNvSpPr>
            <a:spLocks xmlns:a="http://schemas.openxmlformats.org/drawingml/2006/main" noGrp="1"/>
          </p:cNvSpPr>
          <p:nvPr/>
        </p:nvSpPr>
        <p:spPr>
          <a:xfrm xmlns:a="http://schemas.openxmlformats.org/drawingml/2006/main">
            <a:off x="381000" y="9220200"/>
            <a:ext cx="175260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5F6B77"/>
                </a:solidFill>
                <a:latin typeface="Apple SD Gothic Neo"/>
                <a:ea typeface="Apple SD Gothic Neo"/>
                <a:cs typeface="Apple SD Gothic Neo"/>
              </a:defRPr>
            </a:pPr>
            <a:r>
              <a:rPr sz="1650" b="0">
                <a:solidFill>
                  <a:srgbClr val="5F6B77"/>
                </a:solidFill>
                <a:latin typeface="Apple SD Gothic Neo"/>
                <a:ea typeface="Apple SD Gothic Neo"/>
                <a:cs typeface="Apple SD Gothic Neo"/>
              </a:rPr>
              <a:t>BURST 대기는 별도 관측 / 우선순위 처리와 Join 비용에 따른 차이 확인</a:t>
            </a:r>
          </a:p>
        </p:txBody>
      </p:sp>
      <p:sp>
        <p:nvSpPr>
          <p:cNvPr id="162" name="dp44-v4-qa-detail / n153">
            <a:extLst xmlns:a="http://schemas.openxmlformats.org/drawingml/2006/main">
              <a:ext uri="{FF2B5EF4-FFF2-40B4-BE49-F238E27FC236}">
                <a16:creationId xmlns:a16="http://schemas.microsoft.com/office/drawing/2014/main" id="{ED479345-CBF4-4996-A653-AD860E8DC3D1}"/>
              </a:ext>
            </a:extLst>
          </p:cNvPr>
          <p:cNvSpPr>
            <a:spLocks xmlns:a="http://schemas.openxmlformats.org/drawingml/2006/main" noGrp="1"/>
          </p:cNvSpPr>
          <p:nvPr/>
        </p:nvSpPr>
        <p:spPr>
          <a:xfrm xmlns:a="http://schemas.openxmlformats.org/drawingml/2006/main">
            <a:off x="381000" y="9858375"/>
            <a:ext cx="17526000" cy="2714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425" b="0">
                <a:solidFill>
                  <a:srgbClr val="5F6B77"/>
                </a:solidFill>
                <a:latin typeface="Apple SD Gothic Neo"/>
                <a:ea typeface="Apple SD Gothic Neo"/>
                <a:cs typeface="Apple SD Gothic Neo"/>
              </a:defRPr>
            </a:pPr>
            <a:r>
              <a:rPr sz="1425" b="0">
                <a:solidFill>
                  <a:srgbClr val="5F6B77"/>
                </a:solidFill>
                <a:latin typeface="Apple SD Gothic Neo"/>
                <a:ea typeface="Apple SD Gothic Neo"/>
                <a:cs typeface="Apple SD Gothic Neo"/>
              </a:rPr>
              <a:t>사고 실험 / ASR-QA-v5 스냅샷 / 실측 전 / 보호 조건 별도 / 점수 합산 없음</a:t>
            </a:r>
          </a:p>
        </p:txBody>
      </p:sp>
    </p:spTree>
    <p:extLst>
      <p:ext uri="{BB962C8B-B14F-4D97-AF65-F5344CB8AC3E}">
        <p14:creationId xmlns:p14="http://schemas.microsoft.com/office/powerpoint/2010/main" val="1043284798"/>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3" name="dp45-v4-qa-detail / n1">
            <a:extLst xmlns:a="http://schemas.openxmlformats.org/drawingml/2006/main">
              <a:ext uri="{FF2B5EF4-FFF2-40B4-BE49-F238E27FC236}">
                <a16:creationId xmlns:a16="http://schemas.microsoft.com/office/drawing/2014/main" id="{A6FED7FC-D780-4864-8D23-2BDE62B8DF79}"/>
              </a:ext>
            </a:extLst>
          </p:cNvPr>
          <p:cNvSpPr>
            <a:spLocks xmlns:a="http://schemas.openxmlformats.org/drawingml/2006/main" noGrp="1"/>
          </p:cNvSpPr>
          <p:nvPr/>
        </p:nvSpPr>
        <p:spPr>
          <a:xfrm xmlns:a="http://schemas.openxmlformats.org/drawingml/2006/main">
            <a:off x="381000" y="209550"/>
            <a:ext cx="13335000" cy="2714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425" b="1">
                <a:solidFill>
                  <a:srgbClr val="087E8B"/>
                </a:solidFill>
                <a:latin typeface="Apple SD Gothic Neo"/>
                <a:ea typeface="Apple SD Gothic Neo"/>
                <a:cs typeface="Apple SD Gothic Neo"/>
              </a:defRPr>
            </a:pPr>
            <a:r>
              <a:rPr sz="1425" b="1">
                <a:solidFill>
                  <a:srgbClr val="087E8B"/>
                </a:solidFill>
                <a:latin typeface="Apple SD Gothic Neo"/>
                <a:ea typeface="Apple SD Gothic Neo"/>
                <a:cs typeface="Apple SD Gothic Neo"/>
              </a:rPr>
              <a:t>VIA SOFTWARE ARCHITECTURE / ASR-QA 사고 실험</a:t>
            </a:r>
          </a:p>
        </p:txBody>
      </p:sp>
      <p:sp>
        <p:nvSpPr>
          <p:cNvPr id="2" name="dp45-v4-qa-detail / n2">
            <a:extLst xmlns:a="http://schemas.openxmlformats.org/drawingml/2006/main">
              <a:ext uri="{FF2B5EF4-FFF2-40B4-BE49-F238E27FC236}">
                <a16:creationId xmlns:a16="http://schemas.microsoft.com/office/drawing/2014/main" id="{CCA36012-ED30-4F17-A263-20CC8D908A0F}"/>
              </a:ext>
            </a:extLst>
          </p:cNvPr>
          <p:cNvSpPr>
            <a:spLocks xmlns:a="http://schemas.openxmlformats.org/drawingml/2006/main" noGrp="1"/>
          </p:cNvSpPr>
          <p:nvPr/>
        </p:nvSpPr>
        <p:spPr>
          <a:xfrm xmlns:a="http://schemas.openxmlformats.org/drawingml/2006/main">
            <a:off x="381000" y="619125"/>
            <a:ext cx="17526000" cy="5286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775" b="1">
                <a:solidFill>
                  <a:srgbClr val="18232E"/>
                </a:solidFill>
                <a:latin typeface="Apple SD Gothic Neo"/>
                <a:ea typeface="Apple SD Gothic Neo"/>
                <a:cs typeface="Apple SD Gothic Neo"/>
              </a:defRPr>
            </a:pPr>
            <a:r>
              <a:rPr sz="2775" b="1">
                <a:solidFill>
                  <a:srgbClr val="18232E"/>
                </a:solidFill>
                <a:latin typeface="Apple SD Gothic Neo"/>
                <a:ea typeface="Apple SD Gothic Neo"/>
                <a:cs typeface="Apple SD Gothic Neo"/>
              </a:rPr>
              <a:t>04-45. 원본 조합과 공통 가공 정보 조회 / ASR-QA 비교</a:t>
            </a:r>
          </a:p>
        </p:txBody>
      </p:sp>
      <p:sp>
        <p:nvSpPr>
          <p:cNvPr id="3" name="dp45-v4-qa-detail / n3">
            <a:extLst xmlns:a="http://schemas.openxmlformats.org/drawingml/2006/main">
              <a:ext uri="{FF2B5EF4-FFF2-40B4-BE49-F238E27FC236}">
                <a16:creationId xmlns:a16="http://schemas.microsoft.com/office/drawing/2014/main" id="{F54C566D-C663-4936-BE0F-36564CA25F6E}"/>
              </a:ext>
            </a:extLst>
          </p:cNvPr>
          <p:cNvSpPr>
            <a:spLocks xmlns:a="http://schemas.openxmlformats.org/drawingml/2006/main" noGrp="1"/>
          </p:cNvSpPr>
          <p:nvPr/>
        </p:nvSpPr>
        <p:spPr>
          <a:xfrm xmlns:a="http://schemas.openxmlformats.org/drawingml/2006/main">
            <a:off x="381000" y="1152525"/>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1430">
            <a:solidFill>
              <a:srgbClr val="CDD6DE"/>
            </a:solidFill>
          </a:ln>
        </p:spPr>
      </p:sp>
      <p:sp>
        <p:nvSpPr>
          <p:cNvPr id="4" name="dp45-v4-qa-detail / n4">
            <a:extLst xmlns:a="http://schemas.openxmlformats.org/drawingml/2006/main">
              <a:ext uri="{FF2B5EF4-FFF2-40B4-BE49-F238E27FC236}">
                <a16:creationId xmlns:a16="http://schemas.microsoft.com/office/drawing/2014/main" id="{8CF94BA3-96B2-466E-9000-8BA6F9D1603E}"/>
              </a:ext>
            </a:extLst>
          </p:cNvPr>
          <p:cNvSpPr>
            <a:spLocks xmlns:a="http://schemas.openxmlformats.org/drawingml/2006/main" noGrp="1"/>
          </p:cNvSpPr>
          <p:nvPr/>
        </p:nvSpPr>
        <p:spPr>
          <a:xfrm xmlns:a="http://schemas.openxmlformats.org/drawingml/2006/main">
            <a:off x="381000" y="1352550"/>
            <a:ext cx="17526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b="0">
                <a:solidFill>
                  <a:srgbClr val="5F6B77"/>
                </a:solidFill>
                <a:latin typeface="Apple SD Gothic Neo"/>
                <a:ea typeface="Apple SD Gothic Neo"/>
                <a:cs typeface="Apple SD Gothic Neo"/>
              </a:defRPr>
            </a:pPr>
            <a:r>
              <a:rPr sz="1800" b="0">
                <a:solidFill>
                  <a:srgbClr val="5F6B77"/>
                </a:solidFill>
                <a:latin typeface="Apple SD Gothic Neo"/>
                <a:ea typeface="Apple SD Gothic Neo"/>
                <a:cs typeface="Apple SD Gothic Neo"/>
              </a:rPr>
              <a:t>동일 활동 기준의 A/B 가정값과 0–6점 비교 / 보호 조건 별도</a:t>
            </a:r>
          </a:p>
        </p:txBody>
      </p:sp>
      <p:sp>
        <p:nvSpPr>
          <p:cNvPr id="5" name="dp45-v4-qa-detail / n5 / circle">
            <a:extLst xmlns:a="http://schemas.openxmlformats.org/drawingml/2006/main">
              <a:ext uri="{FF2B5EF4-FFF2-40B4-BE49-F238E27FC236}">
                <a16:creationId xmlns:a16="http://schemas.microsoft.com/office/drawing/2014/main" id="{784D88CC-24B9-4618-975D-E3777CE0B282}"/>
              </a:ext>
            </a:extLst>
          </p:cNvPr>
          <p:cNvSpPr>
            <a:spLocks xmlns:a="http://schemas.openxmlformats.org/drawingml/2006/main" noGrp="1"/>
          </p:cNvSpPr>
          <p:nvPr/>
        </p:nvSpPr>
        <p:spPr>
          <a:xfrm xmlns:a="http://schemas.openxmlformats.org/drawingml/2006/main">
            <a:off x="381000" y="1790700"/>
            <a:ext cx="161925" cy="161925"/>
          </a:xfrm>
          <a:prstGeom xmlns:a="http://schemas.openxmlformats.org/drawingml/2006/main" prst="ellipse">
            <a:avLst/>
          </a:prstGeom>
          <a:solidFill xmlns:a="http://schemas.openxmlformats.org/drawingml/2006/main">
            <a:srgbClr val="18232E"/>
          </a:solidFill>
          <a:ln xmlns:a="http://schemas.openxmlformats.org/drawingml/2006/main" w="10478">
            <a:solidFill>
              <a:srgbClr val="18232E"/>
            </a:solidFill>
          </a:ln>
        </p:spPr>
      </p:sp>
      <p:sp>
        <p:nvSpPr>
          <p:cNvPr id="6" name="dp45-v4-qa-detail / n6 / circle">
            <a:extLst xmlns:a="http://schemas.openxmlformats.org/drawingml/2006/main">
              <a:ext uri="{FF2B5EF4-FFF2-40B4-BE49-F238E27FC236}">
                <a16:creationId xmlns:a16="http://schemas.microsoft.com/office/drawing/2014/main" id="{A95B8985-F065-4F99-843A-A174630E6BE5}"/>
              </a:ext>
            </a:extLst>
          </p:cNvPr>
          <p:cNvSpPr>
            <a:spLocks xmlns:a="http://schemas.openxmlformats.org/drawingml/2006/main" noGrp="1"/>
          </p:cNvSpPr>
          <p:nvPr/>
        </p:nvSpPr>
        <p:spPr>
          <a:xfrm xmlns:a="http://schemas.openxmlformats.org/drawingml/2006/main">
            <a:off x="581025" y="1790700"/>
            <a:ext cx="161925" cy="161925"/>
          </a:xfrm>
          <a:prstGeom xmlns:a="http://schemas.openxmlformats.org/drawingml/2006/main" prst="ellipse">
            <a:avLst/>
          </a:prstGeom>
          <a:solidFill xmlns:a="http://schemas.openxmlformats.org/drawingml/2006/main">
            <a:srgbClr val="18232E"/>
          </a:solidFill>
          <a:ln xmlns:a="http://schemas.openxmlformats.org/drawingml/2006/main" w="10478">
            <a:solidFill>
              <a:srgbClr val="18232E"/>
            </a:solidFill>
          </a:ln>
        </p:spPr>
      </p:sp>
      <p:sp>
        <p:nvSpPr>
          <p:cNvPr id="7" name="dp45-v4-qa-detail / n7 / circle">
            <a:extLst xmlns:a="http://schemas.openxmlformats.org/drawingml/2006/main">
              <a:ext uri="{FF2B5EF4-FFF2-40B4-BE49-F238E27FC236}">
                <a16:creationId xmlns:a16="http://schemas.microsoft.com/office/drawing/2014/main" id="{15677A97-DC38-414A-ADF5-A79A6DD56E49}"/>
              </a:ext>
            </a:extLst>
          </p:cNvPr>
          <p:cNvSpPr>
            <a:spLocks xmlns:a="http://schemas.openxmlformats.org/drawingml/2006/main" noGrp="1"/>
          </p:cNvSpPr>
          <p:nvPr/>
        </p:nvSpPr>
        <p:spPr>
          <a:xfrm xmlns:a="http://schemas.openxmlformats.org/drawingml/2006/main">
            <a:off x="781050" y="1790700"/>
            <a:ext cx="161925" cy="161925"/>
          </a:xfrm>
          <a:prstGeom xmlns:a="http://schemas.openxmlformats.org/drawingml/2006/main" prst="ellipse">
            <a:avLst/>
          </a:prstGeom>
          <a:solidFill xmlns:a="http://schemas.openxmlformats.org/drawingml/2006/main">
            <a:srgbClr val="18232E"/>
          </a:solidFill>
          <a:ln xmlns:a="http://schemas.openxmlformats.org/drawingml/2006/main" w="10478">
            <a:solidFill>
              <a:srgbClr val="18232E"/>
            </a:solidFill>
          </a:ln>
        </p:spPr>
      </p:sp>
      <p:sp>
        <p:nvSpPr>
          <p:cNvPr id="8" name="dp45-v4-qa-detail / n8">
            <a:extLst xmlns:a="http://schemas.openxmlformats.org/drawingml/2006/main">
              <a:ext uri="{FF2B5EF4-FFF2-40B4-BE49-F238E27FC236}">
                <a16:creationId xmlns:a16="http://schemas.microsoft.com/office/drawing/2014/main" id="{561004CA-F7C6-48CB-9AF9-BFE01B7496BE}"/>
              </a:ext>
            </a:extLst>
          </p:cNvPr>
          <p:cNvSpPr>
            <a:spLocks xmlns:a="http://schemas.openxmlformats.org/drawingml/2006/main" noGrp="1"/>
          </p:cNvSpPr>
          <p:nvPr/>
        </p:nvSpPr>
        <p:spPr>
          <a:xfrm xmlns:a="http://schemas.openxmlformats.org/drawingml/2006/main">
            <a:off x="1038225" y="1743075"/>
            <a:ext cx="809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18232E"/>
                </a:solidFill>
                <a:latin typeface="Apple SD Gothic Neo"/>
                <a:ea typeface="Apple SD Gothic Neo"/>
                <a:cs typeface="Apple SD Gothic Neo"/>
              </a:defRPr>
            </a:pPr>
            <a:r>
              <a:rPr sz="1500" b="0">
                <a:solidFill>
                  <a:srgbClr val="18232E"/>
                </a:solidFill>
                <a:latin typeface="Apple SD Gothic Neo"/>
                <a:ea typeface="Apple SD Gothic Neo"/>
                <a:cs typeface="Apple SD Gothic Neo"/>
              </a:rPr>
              <a:t>6점</a:t>
            </a:r>
          </a:p>
        </p:txBody>
      </p:sp>
      <p:sp>
        <p:nvSpPr>
          <p:cNvPr id="9" name="dp45-v4-qa-detail / n9 / circle">
            <a:extLst xmlns:a="http://schemas.openxmlformats.org/drawingml/2006/main">
              <a:ext uri="{FF2B5EF4-FFF2-40B4-BE49-F238E27FC236}">
                <a16:creationId xmlns:a16="http://schemas.microsoft.com/office/drawing/2014/main" id="{B55215C6-E303-4024-8036-6D93CAD68DAA}"/>
              </a:ext>
            </a:extLst>
          </p:cNvPr>
          <p:cNvSpPr>
            <a:spLocks xmlns:a="http://schemas.openxmlformats.org/drawingml/2006/main" noGrp="1"/>
          </p:cNvSpPr>
          <p:nvPr/>
        </p:nvSpPr>
        <p:spPr>
          <a:xfrm xmlns:a="http://schemas.openxmlformats.org/drawingml/2006/main">
            <a:off x="1943100" y="1790700"/>
            <a:ext cx="161925" cy="161925"/>
          </a:xfrm>
          <a:prstGeom xmlns:a="http://schemas.openxmlformats.org/drawingml/2006/main" prst="ellipse">
            <a:avLst/>
          </a:prstGeom>
          <a:solidFill xmlns:a="http://schemas.openxmlformats.org/drawingml/2006/main">
            <a:srgbClr val="18232E"/>
          </a:solidFill>
          <a:ln xmlns:a="http://schemas.openxmlformats.org/drawingml/2006/main" w="10478">
            <a:solidFill>
              <a:srgbClr val="18232E"/>
            </a:solidFill>
          </a:ln>
        </p:spPr>
      </p:sp>
      <p:sp>
        <p:nvSpPr>
          <p:cNvPr id="10" name="dp45-v4-qa-detail / n10 / circle">
            <a:extLst xmlns:a="http://schemas.openxmlformats.org/drawingml/2006/main">
              <a:ext uri="{FF2B5EF4-FFF2-40B4-BE49-F238E27FC236}">
                <a16:creationId xmlns:a16="http://schemas.microsoft.com/office/drawing/2014/main" id="{0CA1B310-E444-4B3C-BD1B-C9B463D6EF8B}"/>
              </a:ext>
            </a:extLst>
          </p:cNvPr>
          <p:cNvSpPr>
            <a:spLocks xmlns:a="http://schemas.openxmlformats.org/drawingml/2006/main" noGrp="1"/>
          </p:cNvSpPr>
          <p:nvPr/>
        </p:nvSpPr>
        <p:spPr>
          <a:xfrm xmlns:a="http://schemas.openxmlformats.org/drawingml/2006/main">
            <a:off x="2143125" y="1790700"/>
            <a:ext cx="161925" cy="161925"/>
          </a:xfrm>
          <a:prstGeom xmlns:a="http://schemas.openxmlformats.org/drawingml/2006/main" prst="ellipse">
            <a:avLst/>
          </a:prstGeom>
          <a:solidFill xmlns:a="http://schemas.openxmlformats.org/drawingml/2006/main">
            <a:srgbClr val="18232E"/>
          </a:solidFill>
          <a:ln xmlns:a="http://schemas.openxmlformats.org/drawingml/2006/main" w="10478">
            <a:solidFill>
              <a:srgbClr val="18232E"/>
            </a:solidFill>
          </a:ln>
        </p:spPr>
      </p:sp>
      <p:sp>
        <p:nvSpPr>
          <p:cNvPr id="11" name="dp45-v4-qa-detail / n11 / circle">
            <a:extLst xmlns:a="http://schemas.openxmlformats.org/drawingml/2006/main">
              <a:ext uri="{FF2B5EF4-FFF2-40B4-BE49-F238E27FC236}">
                <a16:creationId xmlns:a16="http://schemas.microsoft.com/office/drawing/2014/main" id="{4DED7C5F-4555-43ED-BC79-FB5319B017E9}"/>
              </a:ext>
            </a:extLst>
          </p:cNvPr>
          <p:cNvSpPr>
            <a:spLocks xmlns:a="http://schemas.openxmlformats.org/drawingml/2006/main" noGrp="1"/>
          </p:cNvSpPr>
          <p:nvPr/>
        </p:nvSpPr>
        <p:spPr>
          <a:xfrm xmlns:a="http://schemas.openxmlformats.org/drawingml/2006/main">
            <a:off x="2343150" y="1790700"/>
            <a:ext cx="161925" cy="161925"/>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12" name="dp45-v4-qa-detail / n11 / half">
            <a:extLst xmlns:a="http://schemas.openxmlformats.org/drawingml/2006/main">
              <a:ext uri="{FF2B5EF4-FFF2-40B4-BE49-F238E27FC236}">
                <a16:creationId xmlns:a16="http://schemas.microsoft.com/office/drawing/2014/main" id="{D58C79DF-18EA-4181-9A6A-F17DACF2DF01}"/>
              </a:ext>
            </a:extLst>
          </p:cNvPr>
          <p:cNvSpPr>
            <a:spLocks xmlns:a="http://schemas.openxmlformats.org/drawingml/2006/main" noGrp="1"/>
          </p:cNvSpPr>
          <p:nvPr/>
        </p:nvSpPr>
        <p:spPr>
          <a:xfrm xmlns:a="http://schemas.openxmlformats.org/drawingml/2006/main">
            <a:off x="2343150" y="1790700"/>
            <a:ext cx="161925" cy="161925"/>
          </a:xfrm>
          <a:custGeom xmlns:a="http://schemas.openxmlformats.org/drawingml/2006/main">
            <a:pathLst>
              <a:path w="161925" h="161925">
                <a:moveTo>
                  <a:pt x="80963" y="0"/>
                </a:moveTo>
                <a:lnTo>
                  <a:pt x="73027" y="390"/>
                </a:lnTo>
                <a:lnTo>
                  <a:pt x="65167" y="1556"/>
                </a:lnTo>
                <a:lnTo>
                  <a:pt x="57460" y="3486"/>
                </a:lnTo>
                <a:lnTo>
                  <a:pt x="49979" y="6163"/>
                </a:lnTo>
                <a:lnTo>
                  <a:pt x="42797" y="9560"/>
                </a:lnTo>
                <a:lnTo>
                  <a:pt x="35982" y="13645"/>
                </a:lnTo>
                <a:lnTo>
                  <a:pt x="29600" y="18378"/>
                </a:lnTo>
                <a:lnTo>
                  <a:pt x="23713" y="23713"/>
                </a:lnTo>
                <a:lnTo>
                  <a:pt x="18378" y="29600"/>
                </a:lnTo>
                <a:lnTo>
                  <a:pt x="13645" y="35982"/>
                </a:lnTo>
                <a:lnTo>
                  <a:pt x="9560" y="42797"/>
                </a:lnTo>
                <a:lnTo>
                  <a:pt x="6163" y="49979"/>
                </a:lnTo>
                <a:lnTo>
                  <a:pt x="3486" y="57460"/>
                </a:lnTo>
                <a:lnTo>
                  <a:pt x="1556" y="65167"/>
                </a:lnTo>
                <a:lnTo>
                  <a:pt x="390" y="73027"/>
                </a:lnTo>
                <a:lnTo>
                  <a:pt x="0" y="80962"/>
                </a:lnTo>
                <a:lnTo>
                  <a:pt x="390" y="88898"/>
                </a:lnTo>
                <a:lnTo>
                  <a:pt x="1556" y="96758"/>
                </a:lnTo>
                <a:lnTo>
                  <a:pt x="3486" y="104465"/>
                </a:lnTo>
                <a:lnTo>
                  <a:pt x="6163" y="111946"/>
                </a:lnTo>
                <a:lnTo>
                  <a:pt x="9560" y="119128"/>
                </a:lnTo>
                <a:lnTo>
                  <a:pt x="13645" y="125943"/>
                </a:lnTo>
                <a:lnTo>
                  <a:pt x="18378" y="132325"/>
                </a:lnTo>
                <a:lnTo>
                  <a:pt x="23713" y="138212"/>
                </a:lnTo>
                <a:lnTo>
                  <a:pt x="29600" y="143547"/>
                </a:lnTo>
                <a:lnTo>
                  <a:pt x="35982" y="148280"/>
                </a:lnTo>
                <a:lnTo>
                  <a:pt x="42797" y="152365"/>
                </a:lnTo>
                <a:lnTo>
                  <a:pt x="49979" y="155762"/>
                </a:lnTo>
                <a:lnTo>
                  <a:pt x="57460" y="158439"/>
                </a:lnTo>
                <a:lnTo>
                  <a:pt x="65167" y="160369"/>
                </a:lnTo>
                <a:lnTo>
                  <a:pt x="73027" y="161535"/>
                </a:lnTo>
                <a:lnTo>
                  <a:pt x="80962" y="161925"/>
                </a:lnTo>
                <a:close/>
              </a:path>
            </a:pathLst>
          </a:custGeom>
          <a:solidFill xmlns:a="http://schemas.openxmlformats.org/drawingml/2006/main">
            <a:srgbClr val="18232E"/>
          </a:solidFill>
          <a:ln xmlns:a="http://schemas.openxmlformats.org/drawingml/2006/main" w="0">
            <a:noFill/>
          </a:ln>
        </p:spPr>
      </p:sp>
      <p:sp>
        <p:nvSpPr>
          <p:cNvPr id="13" name="dp45-v4-qa-detail / n12">
            <a:extLst xmlns:a="http://schemas.openxmlformats.org/drawingml/2006/main">
              <a:ext uri="{FF2B5EF4-FFF2-40B4-BE49-F238E27FC236}">
                <a16:creationId xmlns:a16="http://schemas.microsoft.com/office/drawing/2014/main" id="{8B3781CD-9836-4CCE-AFE9-67F77B442CDC}"/>
              </a:ext>
            </a:extLst>
          </p:cNvPr>
          <p:cNvSpPr>
            <a:spLocks xmlns:a="http://schemas.openxmlformats.org/drawingml/2006/main" noGrp="1"/>
          </p:cNvSpPr>
          <p:nvPr/>
        </p:nvSpPr>
        <p:spPr>
          <a:xfrm xmlns:a="http://schemas.openxmlformats.org/drawingml/2006/main">
            <a:off x="2600325" y="1743075"/>
            <a:ext cx="809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18232E"/>
                </a:solidFill>
                <a:latin typeface="Apple SD Gothic Neo"/>
                <a:ea typeface="Apple SD Gothic Neo"/>
                <a:cs typeface="Apple SD Gothic Neo"/>
              </a:defRPr>
            </a:pPr>
            <a:r>
              <a:rPr sz="1500" b="0">
                <a:solidFill>
                  <a:srgbClr val="18232E"/>
                </a:solidFill>
                <a:latin typeface="Apple SD Gothic Neo"/>
                <a:ea typeface="Apple SD Gothic Neo"/>
                <a:cs typeface="Apple SD Gothic Neo"/>
              </a:rPr>
              <a:t>5점</a:t>
            </a:r>
          </a:p>
        </p:txBody>
      </p:sp>
      <p:sp>
        <p:nvSpPr>
          <p:cNvPr id="14" name="dp45-v4-qa-detail / n13 / circle">
            <a:extLst xmlns:a="http://schemas.openxmlformats.org/drawingml/2006/main">
              <a:ext uri="{FF2B5EF4-FFF2-40B4-BE49-F238E27FC236}">
                <a16:creationId xmlns:a16="http://schemas.microsoft.com/office/drawing/2014/main" id="{8D6049B7-0ACD-422E-B971-DE5E3594A0F9}"/>
              </a:ext>
            </a:extLst>
          </p:cNvPr>
          <p:cNvSpPr>
            <a:spLocks xmlns:a="http://schemas.openxmlformats.org/drawingml/2006/main" noGrp="1"/>
          </p:cNvSpPr>
          <p:nvPr/>
        </p:nvSpPr>
        <p:spPr>
          <a:xfrm xmlns:a="http://schemas.openxmlformats.org/drawingml/2006/main">
            <a:off x="3505200" y="1790700"/>
            <a:ext cx="161925" cy="161925"/>
          </a:xfrm>
          <a:prstGeom xmlns:a="http://schemas.openxmlformats.org/drawingml/2006/main" prst="ellipse">
            <a:avLst/>
          </a:prstGeom>
          <a:solidFill xmlns:a="http://schemas.openxmlformats.org/drawingml/2006/main">
            <a:srgbClr val="18232E"/>
          </a:solidFill>
          <a:ln xmlns:a="http://schemas.openxmlformats.org/drawingml/2006/main" w="10478">
            <a:solidFill>
              <a:srgbClr val="18232E"/>
            </a:solidFill>
          </a:ln>
        </p:spPr>
      </p:sp>
      <p:sp>
        <p:nvSpPr>
          <p:cNvPr id="15" name="dp45-v4-qa-detail / n14 / circle">
            <a:extLst xmlns:a="http://schemas.openxmlformats.org/drawingml/2006/main">
              <a:ext uri="{FF2B5EF4-FFF2-40B4-BE49-F238E27FC236}">
                <a16:creationId xmlns:a16="http://schemas.microsoft.com/office/drawing/2014/main" id="{DDE181E2-7F00-4463-BFD4-B3D5B0D220D5}"/>
              </a:ext>
            </a:extLst>
          </p:cNvPr>
          <p:cNvSpPr>
            <a:spLocks xmlns:a="http://schemas.openxmlformats.org/drawingml/2006/main" noGrp="1"/>
          </p:cNvSpPr>
          <p:nvPr/>
        </p:nvSpPr>
        <p:spPr>
          <a:xfrm xmlns:a="http://schemas.openxmlformats.org/drawingml/2006/main">
            <a:off x="3705225" y="1790700"/>
            <a:ext cx="161925" cy="161925"/>
          </a:xfrm>
          <a:prstGeom xmlns:a="http://schemas.openxmlformats.org/drawingml/2006/main" prst="ellipse">
            <a:avLst/>
          </a:prstGeom>
          <a:solidFill xmlns:a="http://schemas.openxmlformats.org/drawingml/2006/main">
            <a:srgbClr val="18232E"/>
          </a:solidFill>
          <a:ln xmlns:a="http://schemas.openxmlformats.org/drawingml/2006/main" w="10478">
            <a:solidFill>
              <a:srgbClr val="18232E"/>
            </a:solidFill>
          </a:ln>
        </p:spPr>
      </p:sp>
      <p:sp>
        <p:nvSpPr>
          <p:cNvPr id="16" name="dp45-v4-qa-detail / n15 / circle">
            <a:extLst xmlns:a="http://schemas.openxmlformats.org/drawingml/2006/main">
              <a:ext uri="{FF2B5EF4-FFF2-40B4-BE49-F238E27FC236}">
                <a16:creationId xmlns:a16="http://schemas.microsoft.com/office/drawing/2014/main" id="{30A8BD8F-FCEC-4865-B5AC-463FC9820C4A}"/>
              </a:ext>
            </a:extLst>
          </p:cNvPr>
          <p:cNvSpPr>
            <a:spLocks xmlns:a="http://schemas.openxmlformats.org/drawingml/2006/main" noGrp="1"/>
          </p:cNvSpPr>
          <p:nvPr/>
        </p:nvSpPr>
        <p:spPr>
          <a:xfrm xmlns:a="http://schemas.openxmlformats.org/drawingml/2006/main">
            <a:off x="3905250" y="1790700"/>
            <a:ext cx="161925" cy="161925"/>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17" name="dp45-v4-qa-detail / n16">
            <a:extLst xmlns:a="http://schemas.openxmlformats.org/drawingml/2006/main">
              <a:ext uri="{FF2B5EF4-FFF2-40B4-BE49-F238E27FC236}">
                <a16:creationId xmlns:a16="http://schemas.microsoft.com/office/drawing/2014/main" id="{90062AEF-7A13-45BA-9847-CF1BE986BE14}"/>
              </a:ext>
            </a:extLst>
          </p:cNvPr>
          <p:cNvSpPr>
            <a:spLocks xmlns:a="http://schemas.openxmlformats.org/drawingml/2006/main" noGrp="1"/>
          </p:cNvSpPr>
          <p:nvPr/>
        </p:nvSpPr>
        <p:spPr>
          <a:xfrm xmlns:a="http://schemas.openxmlformats.org/drawingml/2006/main">
            <a:off x="4162425" y="1743075"/>
            <a:ext cx="809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18232E"/>
                </a:solidFill>
                <a:latin typeface="Apple SD Gothic Neo"/>
                <a:ea typeface="Apple SD Gothic Neo"/>
                <a:cs typeface="Apple SD Gothic Neo"/>
              </a:defRPr>
            </a:pPr>
            <a:r>
              <a:rPr sz="1500" b="0">
                <a:solidFill>
                  <a:srgbClr val="18232E"/>
                </a:solidFill>
                <a:latin typeface="Apple SD Gothic Neo"/>
                <a:ea typeface="Apple SD Gothic Neo"/>
                <a:cs typeface="Apple SD Gothic Neo"/>
              </a:rPr>
              <a:t>4점</a:t>
            </a:r>
          </a:p>
        </p:txBody>
      </p:sp>
      <p:sp>
        <p:nvSpPr>
          <p:cNvPr id="18" name="dp45-v4-qa-detail / n17 / circle">
            <a:extLst xmlns:a="http://schemas.openxmlformats.org/drawingml/2006/main">
              <a:ext uri="{FF2B5EF4-FFF2-40B4-BE49-F238E27FC236}">
                <a16:creationId xmlns:a16="http://schemas.microsoft.com/office/drawing/2014/main" id="{94C5F49E-B87E-426E-8B43-528EC98ACC95}"/>
              </a:ext>
            </a:extLst>
          </p:cNvPr>
          <p:cNvSpPr>
            <a:spLocks xmlns:a="http://schemas.openxmlformats.org/drawingml/2006/main" noGrp="1"/>
          </p:cNvSpPr>
          <p:nvPr/>
        </p:nvSpPr>
        <p:spPr>
          <a:xfrm xmlns:a="http://schemas.openxmlformats.org/drawingml/2006/main">
            <a:off x="5067300" y="1790700"/>
            <a:ext cx="161925" cy="161925"/>
          </a:xfrm>
          <a:prstGeom xmlns:a="http://schemas.openxmlformats.org/drawingml/2006/main" prst="ellipse">
            <a:avLst/>
          </a:prstGeom>
          <a:solidFill xmlns:a="http://schemas.openxmlformats.org/drawingml/2006/main">
            <a:srgbClr val="18232E"/>
          </a:solidFill>
          <a:ln xmlns:a="http://schemas.openxmlformats.org/drawingml/2006/main" w="10478">
            <a:solidFill>
              <a:srgbClr val="18232E"/>
            </a:solidFill>
          </a:ln>
        </p:spPr>
      </p:sp>
      <p:sp>
        <p:nvSpPr>
          <p:cNvPr id="19" name="dp45-v4-qa-detail / n18 / circle">
            <a:extLst xmlns:a="http://schemas.openxmlformats.org/drawingml/2006/main">
              <a:ext uri="{FF2B5EF4-FFF2-40B4-BE49-F238E27FC236}">
                <a16:creationId xmlns:a16="http://schemas.microsoft.com/office/drawing/2014/main" id="{689EC658-29DB-490E-A30B-CC9906CFECA6}"/>
              </a:ext>
            </a:extLst>
          </p:cNvPr>
          <p:cNvSpPr>
            <a:spLocks xmlns:a="http://schemas.openxmlformats.org/drawingml/2006/main" noGrp="1"/>
          </p:cNvSpPr>
          <p:nvPr/>
        </p:nvSpPr>
        <p:spPr>
          <a:xfrm xmlns:a="http://schemas.openxmlformats.org/drawingml/2006/main">
            <a:off x="5267325" y="1790700"/>
            <a:ext cx="161925" cy="161925"/>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20" name="dp45-v4-qa-detail / n18 / half">
            <a:extLst xmlns:a="http://schemas.openxmlformats.org/drawingml/2006/main">
              <a:ext uri="{FF2B5EF4-FFF2-40B4-BE49-F238E27FC236}">
                <a16:creationId xmlns:a16="http://schemas.microsoft.com/office/drawing/2014/main" id="{3CC3FB35-68F1-4187-9163-CB6A84280320}"/>
              </a:ext>
            </a:extLst>
          </p:cNvPr>
          <p:cNvSpPr>
            <a:spLocks xmlns:a="http://schemas.openxmlformats.org/drawingml/2006/main" noGrp="1"/>
          </p:cNvSpPr>
          <p:nvPr/>
        </p:nvSpPr>
        <p:spPr>
          <a:xfrm xmlns:a="http://schemas.openxmlformats.org/drawingml/2006/main">
            <a:off x="5267325" y="1790700"/>
            <a:ext cx="161925" cy="161925"/>
          </a:xfrm>
          <a:custGeom xmlns:a="http://schemas.openxmlformats.org/drawingml/2006/main">
            <a:pathLst>
              <a:path w="161925" h="161925">
                <a:moveTo>
                  <a:pt x="80963" y="0"/>
                </a:moveTo>
                <a:lnTo>
                  <a:pt x="73027" y="390"/>
                </a:lnTo>
                <a:lnTo>
                  <a:pt x="65167" y="1556"/>
                </a:lnTo>
                <a:lnTo>
                  <a:pt x="57460" y="3486"/>
                </a:lnTo>
                <a:lnTo>
                  <a:pt x="49979" y="6163"/>
                </a:lnTo>
                <a:lnTo>
                  <a:pt x="42797" y="9560"/>
                </a:lnTo>
                <a:lnTo>
                  <a:pt x="35982" y="13645"/>
                </a:lnTo>
                <a:lnTo>
                  <a:pt x="29600" y="18378"/>
                </a:lnTo>
                <a:lnTo>
                  <a:pt x="23713" y="23713"/>
                </a:lnTo>
                <a:lnTo>
                  <a:pt x="18378" y="29600"/>
                </a:lnTo>
                <a:lnTo>
                  <a:pt x="13645" y="35982"/>
                </a:lnTo>
                <a:lnTo>
                  <a:pt x="9560" y="42797"/>
                </a:lnTo>
                <a:lnTo>
                  <a:pt x="6163" y="49979"/>
                </a:lnTo>
                <a:lnTo>
                  <a:pt x="3486" y="57460"/>
                </a:lnTo>
                <a:lnTo>
                  <a:pt x="1556" y="65167"/>
                </a:lnTo>
                <a:lnTo>
                  <a:pt x="390" y="73027"/>
                </a:lnTo>
                <a:lnTo>
                  <a:pt x="0" y="80962"/>
                </a:lnTo>
                <a:lnTo>
                  <a:pt x="390" y="88898"/>
                </a:lnTo>
                <a:lnTo>
                  <a:pt x="1556" y="96758"/>
                </a:lnTo>
                <a:lnTo>
                  <a:pt x="3486" y="104465"/>
                </a:lnTo>
                <a:lnTo>
                  <a:pt x="6163" y="111946"/>
                </a:lnTo>
                <a:lnTo>
                  <a:pt x="9560" y="119128"/>
                </a:lnTo>
                <a:lnTo>
                  <a:pt x="13645" y="125943"/>
                </a:lnTo>
                <a:lnTo>
                  <a:pt x="18378" y="132325"/>
                </a:lnTo>
                <a:lnTo>
                  <a:pt x="23713" y="138212"/>
                </a:lnTo>
                <a:lnTo>
                  <a:pt x="29600" y="143547"/>
                </a:lnTo>
                <a:lnTo>
                  <a:pt x="35982" y="148280"/>
                </a:lnTo>
                <a:lnTo>
                  <a:pt x="42797" y="152365"/>
                </a:lnTo>
                <a:lnTo>
                  <a:pt x="49979" y="155762"/>
                </a:lnTo>
                <a:lnTo>
                  <a:pt x="57460" y="158439"/>
                </a:lnTo>
                <a:lnTo>
                  <a:pt x="65167" y="160369"/>
                </a:lnTo>
                <a:lnTo>
                  <a:pt x="73027" y="161535"/>
                </a:lnTo>
                <a:lnTo>
                  <a:pt x="80962" y="161925"/>
                </a:lnTo>
                <a:close/>
              </a:path>
            </a:pathLst>
          </a:custGeom>
          <a:solidFill xmlns:a="http://schemas.openxmlformats.org/drawingml/2006/main">
            <a:srgbClr val="18232E"/>
          </a:solidFill>
          <a:ln xmlns:a="http://schemas.openxmlformats.org/drawingml/2006/main" w="0">
            <a:noFill/>
          </a:ln>
        </p:spPr>
      </p:sp>
      <p:sp>
        <p:nvSpPr>
          <p:cNvPr id="21" name="dp45-v4-qa-detail / n19 / circle">
            <a:extLst xmlns:a="http://schemas.openxmlformats.org/drawingml/2006/main">
              <a:ext uri="{FF2B5EF4-FFF2-40B4-BE49-F238E27FC236}">
                <a16:creationId xmlns:a16="http://schemas.microsoft.com/office/drawing/2014/main" id="{DC32EFC8-555C-4D94-8887-11DC365B5D64}"/>
              </a:ext>
            </a:extLst>
          </p:cNvPr>
          <p:cNvSpPr>
            <a:spLocks xmlns:a="http://schemas.openxmlformats.org/drawingml/2006/main" noGrp="1"/>
          </p:cNvSpPr>
          <p:nvPr/>
        </p:nvSpPr>
        <p:spPr>
          <a:xfrm xmlns:a="http://schemas.openxmlformats.org/drawingml/2006/main">
            <a:off x="5467350" y="1790700"/>
            <a:ext cx="161925" cy="161925"/>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22" name="dp45-v4-qa-detail / n20">
            <a:extLst xmlns:a="http://schemas.openxmlformats.org/drawingml/2006/main">
              <a:ext uri="{FF2B5EF4-FFF2-40B4-BE49-F238E27FC236}">
                <a16:creationId xmlns:a16="http://schemas.microsoft.com/office/drawing/2014/main" id="{26E0DACC-C476-46D5-BFBB-8C6F145BA855}"/>
              </a:ext>
            </a:extLst>
          </p:cNvPr>
          <p:cNvSpPr>
            <a:spLocks xmlns:a="http://schemas.openxmlformats.org/drawingml/2006/main" noGrp="1"/>
          </p:cNvSpPr>
          <p:nvPr/>
        </p:nvSpPr>
        <p:spPr>
          <a:xfrm xmlns:a="http://schemas.openxmlformats.org/drawingml/2006/main">
            <a:off x="5724525" y="1743075"/>
            <a:ext cx="809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18232E"/>
                </a:solidFill>
                <a:latin typeface="Apple SD Gothic Neo"/>
                <a:ea typeface="Apple SD Gothic Neo"/>
                <a:cs typeface="Apple SD Gothic Neo"/>
              </a:defRPr>
            </a:pPr>
            <a:r>
              <a:rPr sz="1500" b="0">
                <a:solidFill>
                  <a:srgbClr val="18232E"/>
                </a:solidFill>
                <a:latin typeface="Apple SD Gothic Neo"/>
                <a:ea typeface="Apple SD Gothic Neo"/>
                <a:cs typeface="Apple SD Gothic Neo"/>
              </a:rPr>
              <a:t>3점</a:t>
            </a:r>
          </a:p>
        </p:txBody>
      </p:sp>
      <p:sp>
        <p:nvSpPr>
          <p:cNvPr id="23" name="dp45-v4-qa-detail / n21 / circle">
            <a:extLst xmlns:a="http://schemas.openxmlformats.org/drawingml/2006/main">
              <a:ext uri="{FF2B5EF4-FFF2-40B4-BE49-F238E27FC236}">
                <a16:creationId xmlns:a16="http://schemas.microsoft.com/office/drawing/2014/main" id="{F3E50CF9-9B85-4AA0-9BA7-3D31B47E0641}"/>
              </a:ext>
            </a:extLst>
          </p:cNvPr>
          <p:cNvSpPr>
            <a:spLocks xmlns:a="http://schemas.openxmlformats.org/drawingml/2006/main" noGrp="1"/>
          </p:cNvSpPr>
          <p:nvPr/>
        </p:nvSpPr>
        <p:spPr>
          <a:xfrm xmlns:a="http://schemas.openxmlformats.org/drawingml/2006/main">
            <a:off x="6629400" y="1790700"/>
            <a:ext cx="161925" cy="161925"/>
          </a:xfrm>
          <a:prstGeom xmlns:a="http://schemas.openxmlformats.org/drawingml/2006/main" prst="ellipse">
            <a:avLst/>
          </a:prstGeom>
          <a:solidFill xmlns:a="http://schemas.openxmlformats.org/drawingml/2006/main">
            <a:srgbClr val="18232E"/>
          </a:solidFill>
          <a:ln xmlns:a="http://schemas.openxmlformats.org/drawingml/2006/main" w="10478">
            <a:solidFill>
              <a:srgbClr val="18232E"/>
            </a:solidFill>
          </a:ln>
        </p:spPr>
      </p:sp>
      <p:sp>
        <p:nvSpPr>
          <p:cNvPr id="24" name="dp45-v4-qa-detail / n22 / circle">
            <a:extLst xmlns:a="http://schemas.openxmlformats.org/drawingml/2006/main">
              <a:ext uri="{FF2B5EF4-FFF2-40B4-BE49-F238E27FC236}">
                <a16:creationId xmlns:a16="http://schemas.microsoft.com/office/drawing/2014/main" id="{F674E50C-7BC5-4091-B135-4FD9536FF4EF}"/>
              </a:ext>
            </a:extLst>
          </p:cNvPr>
          <p:cNvSpPr>
            <a:spLocks xmlns:a="http://schemas.openxmlformats.org/drawingml/2006/main" noGrp="1"/>
          </p:cNvSpPr>
          <p:nvPr/>
        </p:nvSpPr>
        <p:spPr>
          <a:xfrm xmlns:a="http://schemas.openxmlformats.org/drawingml/2006/main">
            <a:off x="6829425" y="1790700"/>
            <a:ext cx="161925" cy="161925"/>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25" name="dp45-v4-qa-detail / n23 / circle">
            <a:extLst xmlns:a="http://schemas.openxmlformats.org/drawingml/2006/main">
              <a:ext uri="{FF2B5EF4-FFF2-40B4-BE49-F238E27FC236}">
                <a16:creationId xmlns:a16="http://schemas.microsoft.com/office/drawing/2014/main" id="{6CBA49F3-AA3E-4294-826E-1B9621E043B5}"/>
              </a:ext>
            </a:extLst>
          </p:cNvPr>
          <p:cNvSpPr>
            <a:spLocks xmlns:a="http://schemas.openxmlformats.org/drawingml/2006/main" noGrp="1"/>
          </p:cNvSpPr>
          <p:nvPr/>
        </p:nvSpPr>
        <p:spPr>
          <a:xfrm xmlns:a="http://schemas.openxmlformats.org/drawingml/2006/main">
            <a:off x="7029450" y="1790700"/>
            <a:ext cx="161925" cy="161925"/>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26" name="dp45-v4-qa-detail / n24">
            <a:extLst xmlns:a="http://schemas.openxmlformats.org/drawingml/2006/main">
              <a:ext uri="{FF2B5EF4-FFF2-40B4-BE49-F238E27FC236}">
                <a16:creationId xmlns:a16="http://schemas.microsoft.com/office/drawing/2014/main" id="{6991EC26-80F2-4784-87D9-BE88983E90D9}"/>
              </a:ext>
            </a:extLst>
          </p:cNvPr>
          <p:cNvSpPr>
            <a:spLocks xmlns:a="http://schemas.openxmlformats.org/drawingml/2006/main" noGrp="1"/>
          </p:cNvSpPr>
          <p:nvPr/>
        </p:nvSpPr>
        <p:spPr>
          <a:xfrm xmlns:a="http://schemas.openxmlformats.org/drawingml/2006/main">
            <a:off x="7286625" y="1743075"/>
            <a:ext cx="809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18232E"/>
                </a:solidFill>
                <a:latin typeface="Apple SD Gothic Neo"/>
                <a:ea typeface="Apple SD Gothic Neo"/>
                <a:cs typeface="Apple SD Gothic Neo"/>
              </a:defRPr>
            </a:pPr>
            <a:r>
              <a:rPr sz="1500" b="0">
                <a:solidFill>
                  <a:srgbClr val="18232E"/>
                </a:solidFill>
                <a:latin typeface="Apple SD Gothic Neo"/>
                <a:ea typeface="Apple SD Gothic Neo"/>
                <a:cs typeface="Apple SD Gothic Neo"/>
              </a:rPr>
              <a:t>2점</a:t>
            </a:r>
          </a:p>
        </p:txBody>
      </p:sp>
      <p:sp>
        <p:nvSpPr>
          <p:cNvPr id="27" name="dp45-v4-qa-detail / n25 / circle">
            <a:extLst xmlns:a="http://schemas.openxmlformats.org/drawingml/2006/main">
              <a:ext uri="{FF2B5EF4-FFF2-40B4-BE49-F238E27FC236}">
                <a16:creationId xmlns:a16="http://schemas.microsoft.com/office/drawing/2014/main" id="{284B6B82-A3A7-4408-B2E5-347CBDE4A445}"/>
              </a:ext>
            </a:extLst>
          </p:cNvPr>
          <p:cNvSpPr>
            <a:spLocks xmlns:a="http://schemas.openxmlformats.org/drawingml/2006/main" noGrp="1"/>
          </p:cNvSpPr>
          <p:nvPr/>
        </p:nvSpPr>
        <p:spPr>
          <a:xfrm xmlns:a="http://schemas.openxmlformats.org/drawingml/2006/main">
            <a:off x="8191500" y="1790700"/>
            <a:ext cx="161925" cy="161925"/>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28" name="dp45-v4-qa-detail / n25 / half">
            <a:extLst xmlns:a="http://schemas.openxmlformats.org/drawingml/2006/main">
              <a:ext uri="{FF2B5EF4-FFF2-40B4-BE49-F238E27FC236}">
                <a16:creationId xmlns:a16="http://schemas.microsoft.com/office/drawing/2014/main" id="{675FF1A6-7EBA-454C-9F69-77DFB92C6529}"/>
              </a:ext>
            </a:extLst>
          </p:cNvPr>
          <p:cNvSpPr>
            <a:spLocks xmlns:a="http://schemas.openxmlformats.org/drawingml/2006/main" noGrp="1"/>
          </p:cNvSpPr>
          <p:nvPr/>
        </p:nvSpPr>
        <p:spPr>
          <a:xfrm xmlns:a="http://schemas.openxmlformats.org/drawingml/2006/main">
            <a:off x="8191500" y="1790700"/>
            <a:ext cx="161925" cy="161925"/>
          </a:xfrm>
          <a:custGeom xmlns:a="http://schemas.openxmlformats.org/drawingml/2006/main">
            <a:pathLst>
              <a:path w="161925" h="161925">
                <a:moveTo>
                  <a:pt x="80963" y="0"/>
                </a:moveTo>
                <a:lnTo>
                  <a:pt x="73027" y="390"/>
                </a:lnTo>
                <a:lnTo>
                  <a:pt x="65167" y="1556"/>
                </a:lnTo>
                <a:lnTo>
                  <a:pt x="57460" y="3486"/>
                </a:lnTo>
                <a:lnTo>
                  <a:pt x="49979" y="6163"/>
                </a:lnTo>
                <a:lnTo>
                  <a:pt x="42797" y="9560"/>
                </a:lnTo>
                <a:lnTo>
                  <a:pt x="35982" y="13645"/>
                </a:lnTo>
                <a:lnTo>
                  <a:pt x="29600" y="18378"/>
                </a:lnTo>
                <a:lnTo>
                  <a:pt x="23713" y="23713"/>
                </a:lnTo>
                <a:lnTo>
                  <a:pt x="18378" y="29600"/>
                </a:lnTo>
                <a:lnTo>
                  <a:pt x="13645" y="35982"/>
                </a:lnTo>
                <a:lnTo>
                  <a:pt x="9560" y="42797"/>
                </a:lnTo>
                <a:lnTo>
                  <a:pt x="6163" y="49979"/>
                </a:lnTo>
                <a:lnTo>
                  <a:pt x="3486" y="57460"/>
                </a:lnTo>
                <a:lnTo>
                  <a:pt x="1556" y="65167"/>
                </a:lnTo>
                <a:lnTo>
                  <a:pt x="390" y="73027"/>
                </a:lnTo>
                <a:lnTo>
                  <a:pt x="0" y="80962"/>
                </a:lnTo>
                <a:lnTo>
                  <a:pt x="390" y="88898"/>
                </a:lnTo>
                <a:lnTo>
                  <a:pt x="1556" y="96758"/>
                </a:lnTo>
                <a:lnTo>
                  <a:pt x="3486" y="104465"/>
                </a:lnTo>
                <a:lnTo>
                  <a:pt x="6163" y="111946"/>
                </a:lnTo>
                <a:lnTo>
                  <a:pt x="9560" y="119128"/>
                </a:lnTo>
                <a:lnTo>
                  <a:pt x="13645" y="125943"/>
                </a:lnTo>
                <a:lnTo>
                  <a:pt x="18378" y="132325"/>
                </a:lnTo>
                <a:lnTo>
                  <a:pt x="23713" y="138212"/>
                </a:lnTo>
                <a:lnTo>
                  <a:pt x="29600" y="143547"/>
                </a:lnTo>
                <a:lnTo>
                  <a:pt x="35982" y="148280"/>
                </a:lnTo>
                <a:lnTo>
                  <a:pt x="42797" y="152365"/>
                </a:lnTo>
                <a:lnTo>
                  <a:pt x="49979" y="155762"/>
                </a:lnTo>
                <a:lnTo>
                  <a:pt x="57460" y="158439"/>
                </a:lnTo>
                <a:lnTo>
                  <a:pt x="65167" y="160369"/>
                </a:lnTo>
                <a:lnTo>
                  <a:pt x="73027" y="161535"/>
                </a:lnTo>
                <a:lnTo>
                  <a:pt x="80962" y="161925"/>
                </a:lnTo>
                <a:close/>
              </a:path>
            </a:pathLst>
          </a:custGeom>
          <a:solidFill xmlns:a="http://schemas.openxmlformats.org/drawingml/2006/main">
            <a:srgbClr val="18232E"/>
          </a:solidFill>
          <a:ln xmlns:a="http://schemas.openxmlformats.org/drawingml/2006/main" w="0">
            <a:noFill/>
          </a:ln>
        </p:spPr>
      </p:sp>
      <p:sp>
        <p:nvSpPr>
          <p:cNvPr id="29" name="dp45-v4-qa-detail / n26 / circle">
            <a:extLst xmlns:a="http://schemas.openxmlformats.org/drawingml/2006/main">
              <a:ext uri="{FF2B5EF4-FFF2-40B4-BE49-F238E27FC236}">
                <a16:creationId xmlns:a16="http://schemas.microsoft.com/office/drawing/2014/main" id="{BD3F09BD-4A30-4CFC-8A8C-F45E2AD0E42C}"/>
              </a:ext>
            </a:extLst>
          </p:cNvPr>
          <p:cNvSpPr>
            <a:spLocks xmlns:a="http://schemas.openxmlformats.org/drawingml/2006/main" noGrp="1"/>
          </p:cNvSpPr>
          <p:nvPr/>
        </p:nvSpPr>
        <p:spPr>
          <a:xfrm xmlns:a="http://schemas.openxmlformats.org/drawingml/2006/main">
            <a:off x="8391525" y="1790700"/>
            <a:ext cx="161925" cy="161925"/>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30" name="dp45-v4-qa-detail / n27 / circle">
            <a:extLst xmlns:a="http://schemas.openxmlformats.org/drawingml/2006/main">
              <a:ext uri="{FF2B5EF4-FFF2-40B4-BE49-F238E27FC236}">
                <a16:creationId xmlns:a16="http://schemas.microsoft.com/office/drawing/2014/main" id="{2D3116E3-ED17-4492-B1FB-CC3D6BC0C27C}"/>
              </a:ext>
            </a:extLst>
          </p:cNvPr>
          <p:cNvSpPr>
            <a:spLocks xmlns:a="http://schemas.openxmlformats.org/drawingml/2006/main" noGrp="1"/>
          </p:cNvSpPr>
          <p:nvPr/>
        </p:nvSpPr>
        <p:spPr>
          <a:xfrm xmlns:a="http://schemas.openxmlformats.org/drawingml/2006/main">
            <a:off x="8591550" y="1790700"/>
            <a:ext cx="161925" cy="161925"/>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31" name="dp45-v4-qa-detail / n28">
            <a:extLst xmlns:a="http://schemas.openxmlformats.org/drawingml/2006/main">
              <a:ext uri="{FF2B5EF4-FFF2-40B4-BE49-F238E27FC236}">
                <a16:creationId xmlns:a16="http://schemas.microsoft.com/office/drawing/2014/main" id="{33311C2D-0F27-44EF-B759-4D9F6FEF119B}"/>
              </a:ext>
            </a:extLst>
          </p:cNvPr>
          <p:cNvSpPr>
            <a:spLocks xmlns:a="http://schemas.openxmlformats.org/drawingml/2006/main" noGrp="1"/>
          </p:cNvSpPr>
          <p:nvPr/>
        </p:nvSpPr>
        <p:spPr>
          <a:xfrm xmlns:a="http://schemas.openxmlformats.org/drawingml/2006/main">
            <a:off x="8848725" y="1743075"/>
            <a:ext cx="809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18232E"/>
                </a:solidFill>
                <a:latin typeface="Apple SD Gothic Neo"/>
                <a:ea typeface="Apple SD Gothic Neo"/>
                <a:cs typeface="Apple SD Gothic Neo"/>
              </a:defRPr>
            </a:pPr>
            <a:r>
              <a:rPr sz="1500" b="0">
                <a:solidFill>
                  <a:srgbClr val="18232E"/>
                </a:solidFill>
                <a:latin typeface="Apple SD Gothic Neo"/>
                <a:ea typeface="Apple SD Gothic Neo"/>
                <a:cs typeface="Apple SD Gothic Neo"/>
              </a:rPr>
              <a:t>1점</a:t>
            </a:r>
          </a:p>
        </p:txBody>
      </p:sp>
      <p:sp>
        <p:nvSpPr>
          <p:cNvPr id="32" name="dp45-v4-qa-detail / n29 / circle">
            <a:extLst xmlns:a="http://schemas.openxmlformats.org/drawingml/2006/main">
              <a:ext uri="{FF2B5EF4-FFF2-40B4-BE49-F238E27FC236}">
                <a16:creationId xmlns:a16="http://schemas.microsoft.com/office/drawing/2014/main" id="{2622CFE0-8559-4B62-9F0C-39ECFFCFC5DE}"/>
              </a:ext>
            </a:extLst>
          </p:cNvPr>
          <p:cNvSpPr>
            <a:spLocks xmlns:a="http://schemas.openxmlformats.org/drawingml/2006/main" noGrp="1"/>
          </p:cNvSpPr>
          <p:nvPr/>
        </p:nvSpPr>
        <p:spPr>
          <a:xfrm xmlns:a="http://schemas.openxmlformats.org/drawingml/2006/main">
            <a:off x="9753600" y="1790700"/>
            <a:ext cx="161925" cy="161925"/>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33" name="dp45-v4-qa-detail / n30 / circle">
            <a:extLst xmlns:a="http://schemas.openxmlformats.org/drawingml/2006/main">
              <a:ext uri="{FF2B5EF4-FFF2-40B4-BE49-F238E27FC236}">
                <a16:creationId xmlns:a16="http://schemas.microsoft.com/office/drawing/2014/main" id="{19061AD7-1D36-4133-9219-AD099647F6FB}"/>
              </a:ext>
            </a:extLst>
          </p:cNvPr>
          <p:cNvSpPr>
            <a:spLocks xmlns:a="http://schemas.openxmlformats.org/drawingml/2006/main" noGrp="1"/>
          </p:cNvSpPr>
          <p:nvPr/>
        </p:nvSpPr>
        <p:spPr>
          <a:xfrm xmlns:a="http://schemas.openxmlformats.org/drawingml/2006/main">
            <a:off x="9953625" y="1790700"/>
            <a:ext cx="161925" cy="161925"/>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34" name="dp45-v4-qa-detail / n31 / circle">
            <a:extLst xmlns:a="http://schemas.openxmlformats.org/drawingml/2006/main">
              <a:ext uri="{FF2B5EF4-FFF2-40B4-BE49-F238E27FC236}">
                <a16:creationId xmlns:a16="http://schemas.microsoft.com/office/drawing/2014/main" id="{249A3780-4264-4ED6-A53D-9EE488FA478B}"/>
              </a:ext>
            </a:extLst>
          </p:cNvPr>
          <p:cNvSpPr>
            <a:spLocks xmlns:a="http://schemas.openxmlformats.org/drawingml/2006/main" noGrp="1"/>
          </p:cNvSpPr>
          <p:nvPr/>
        </p:nvSpPr>
        <p:spPr>
          <a:xfrm xmlns:a="http://schemas.openxmlformats.org/drawingml/2006/main">
            <a:off x="10153650" y="1790700"/>
            <a:ext cx="161925" cy="161925"/>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35" name="dp45-v4-qa-detail / n32">
            <a:extLst xmlns:a="http://schemas.openxmlformats.org/drawingml/2006/main">
              <a:ext uri="{FF2B5EF4-FFF2-40B4-BE49-F238E27FC236}">
                <a16:creationId xmlns:a16="http://schemas.microsoft.com/office/drawing/2014/main" id="{9CFDA157-F811-4323-8AF9-9838A4CBDD33}"/>
              </a:ext>
            </a:extLst>
          </p:cNvPr>
          <p:cNvSpPr>
            <a:spLocks xmlns:a="http://schemas.openxmlformats.org/drawingml/2006/main" noGrp="1"/>
          </p:cNvSpPr>
          <p:nvPr/>
        </p:nvSpPr>
        <p:spPr>
          <a:xfrm xmlns:a="http://schemas.openxmlformats.org/drawingml/2006/main">
            <a:off x="10410825" y="1743075"/>
            <a:ext cx="809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18232E"/>
                </a:solidFill>
                <a:latin typeface="Apple SD Gothic Neo"/>
                <a:ea typeface="Apple SD Gothic Neo"/>
                <a:cs typeface="Apple SD Gothic Neo"/>
              </a:defRPr>
            </a:pPr>
            <a:r>
              <a:rPr sz="1500" b="0">
                <a:solidFill>
                  <a:srgbClr val="18232E"/>
                </a:solidFill>
                <a:latin typeface="Apple SD Gothic Neo"/>
                <a:ea typeface="Apple SD Gothic Neo"/>
                <a:cs typeface="Apple SD Gothic Neo"/>
              </a:rPr>
              <a:t>0점</a:t>
            </a:r>
          </a:p>
        </p:txBody>
      </p:sp>
      <p:sp>
        <p:nvSpPr>
          <p:cNvPr id="36" name="dp45-v4-qa-detail / n33">
            <a:extLst xmlns:a="http://schemas.openxmlformats.org/drawingml/2006/main">
              <a:ext uri="{FF2B5EF4-FFF2-40B4-BE49-F238E27FC236}">
                <a16:creationId xmlns:a16="http://schemas.microsoft.com/office/drawing/2014/main" id="{2569391B-47C3-4219-B353-FE01DBCFA0D8}"/>
              </a:ext>
            </a:extLst>
          </p:cNvPr>
          <p:cNvSpPr>
            <a:spLocks xmlns:a="http://schemas.openxmlformats.org/drawingml/2006/main" noGrp="1"/>
          </p:cNvSpPr>
          <p:nvPr/>
        </p:nvSpPr>
        <p:spPr>
          <a:xfrm xmlns:a="http://schemas.openxmlformats.org/drawingml/2006/main">
            <a:off x="11811000" y="1762125"/>
            <a:ext cx="6096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5F6B77"/>
                </a:solidFill>
                <a:latin typeface="Apple SD Gothic Neo"/>
                <a:ea typeface="Apple SD Gothic Neo"/>
                <a:cs typeface="Apple SD Gothic Neo"/>
              </a:defRPr>
            </a:pPr>
            <a:r>
              <a:rPr sz="1500" b="0">
                <a:solidFill>
                  <a:srgbClr val="5F6B77"/>
                </a:solidFill>
                <a:latin typeface="Apple SD Gothic Neo"/>
                <a:ea typeface="Apple SD Gothic Neo"/>
                <a:cs typeface="Apple SD Gothic Neo"/>
              </a:rPr>
              <a:t>원값 차이와 점수 차이는 별도 확인</a:t>
            </a:r>
          </a:p>
        </p:txBody>
      </p:sp>
      <p:sp>
        <p:nvSpPr>
          <p:cNvPr id="37" name="dp45-v4-qa-detail / n34">
            <a:extLst xmlns:a="http://schemas.openxmlformats.org/drawingml/2006/main">
              <a:ext uri="{FF2B5EF4-FFF2-40B4-BE49-F238E27FC236}">
                <a16:creationId xmlns:a16="http://schemas.microsoft.com/office/drawing/2014/main" id="{045E7A47-D2F6-4E40-888F-18BE9FCA530F}"/>
              </a:ext>
            </a:extLst>
          </p:cNvPr>
          <p:cNvSpPr>
            <a:spLocks xmlns:a="http://schemas.openxmlformats.org/drawingml/2006/main" noGrp="1"/>
          </p:cNvSpPr>
          <p:nvPr/>
        </p:nvSpPr>
        <p:spPr>
          <a:xfrm xmlns:a="http://schemas.openxmlformats.org/drawingml/2006/main">
            <a:off x="381000" y="2143125"/>
            <a:ext cx="17526000" cy="457200"/>
          </a:xfrm>
          <a:prstGeom xmlns:a="http://schemas.openxmlformats.org/drawingml/2006/main" prst="rect">
            <a:avLst/>
          </a:prstGeom>
          <a:solidFill xmlns:a="http://schemas.openxmlformats.org/drawingml/2006/main">
            <a:srgbClr val="D5E7C7"/>
          </a:solidFill>
          <a:ln xmlns:a="http://schemas.openxmlformats.org/drawingml/2006/main" w="0">
            <a:noFill/>
          </a:ln>
        </p:spPr>
      </p:sp>
      <p:sp>
        <p:nvSpPr>
          <p:cNvPr id="38" name="dp45-v4-qa-detail / n35">
            <a:extLst xmlns:a="http://schemas.openxmlformats.org/drawingml/2006/main">
              <a:ext uri="{FF2B5EF4-FFF2-40B4-BE49-F238E27FC236}">
                <a16:creationId xmlns:a16="http://schemas.microsoft.com/office/drawing/2014/main" id="{107948F1-A60C-4E3D-8CF8-C121BE9AA2D5}"/>
              </a:ext>
            </a:extLst>
          </p:cNvPr>
          <p:cNvSpPr>
            <a:spLocks xmlns:a="http://schemas.openxmlformats.org/drawingml/2006/main" noGrp="1"/>
          </p:cNvSpPr>
          <p:nvPr/>
        </p:nvSpPr>
        <p:spPr>
          <a:xfrm xmlns:a="http://schemas.openxmlformats.org/drawingml/2006/main">
            <a:off x="533400" y="2238375"/>
            <a:ext cx="2476500" cy="3286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1">
                <a:solidFill>
                  <a:srgbClr val="18232E"/>
                </a:solidFill>
                <a:latin typeface="Apple SD Gothic Neo"/>
                <a:ea typeface="Apple SD Gothic Neo"/>
                <a:cs typeface="Apple SD Gothic Neo"/>
              </a:defRPr>
            </a:pPr>
            <a:r>
              <a:rPr sz="1725" b="1">
                <a:solidFill>
                  <a:srgbClr val="18232E"/>
                </a:solidFill>
                <a:latin typeface="Apple SD Gothic Neo"/>
                <a:ea typeface="Apple SD Gothic Neo"/>
                <a:cs typeface="Apple SD Gothic Neo"/>
              </a:rPr>
              <a:t>QA / 목표</a:t>
            </a:r>
          </a:p>
        </p:txBody>
      </p:sp>
      <p:sp>
        <p:nvSpPr>
          <p:cNvPr id="39" name="dp45-v4-qa-detail / n36">
            <a:extLst xmlns:a="http://schemas.openxmlformats.org/drawingml/2006/main">
              <a:ext uri="{FF2B5EF4-FFF2-40B4-BE49-F238E27FC236}">
                <a16:creationId xmlns:a16="http://schemas.microsoft.com/office/drawing/2014/main" id="{1AE97DB5-6B41-4F7E-AE44-FF8D6CE33655}"/>
              </a:ext>
            </a:extLst>
          </p:cNvPr>
          <p:cNvSpPr>
            <a:spLocks xmlns:a="http://schemas.openxmlformats.org/drawingml/2006/main" noGrp="1"/>
          </p:cNvSpPr>
          <p:nvPr/>
        </p:nvSpPr>
        <p:spPr>
          <a:xfrm xmlns:a="http://schemas.openxmlformats.org/drawingml/2006/main">
            <a:off x="3457575" y="2238375"/>
            <a:ext cx="5810250" cy="3286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1">
                <a:solidFill>
                  <a:srgbClr val="18232E"/>
                </a:solidFill>
                <a:latin typeface="Apple SD Gothic Neo"/>
                <a:ea typeface="Apple SD Gothic Neo"/>
                <a:cs typeface="Apple SD Gothic Neo"/>
              </a:defRPr>
            </a:pPr>
            <a:r>
              <a:rPr sz="1725" b="1">
                <a:solidFill>
                  <a:srgbClr val="18232E"/>
                </a:solidFill>
                <a:latin typeface="Apple SD Gothic Neo"/>
                <a:ea typeface="Apple SD Gothic Neo"/>
                <a:cs typeface="Apple SD Gothic Neo"/>
              </a:rPr>
              <a:t>A Request별 원본 조합</a:t>
            </a:r>
          </a:p>
        </p:txBody>
      </p:sp>
      <p:sp>
        <p:nvSpPr>
          <p:cNvPr id="40" name="dp45-v4-qa-detail / n37">
            <a:extLst xmlns:a="http://schemas.openxmlformats.org/drawingml/2006/main">
              <a:ext uri="{FF2B5EF4-FFF2-40B4-BE49-F238E27FC236}">
                <a16:creationId xmlns:a16="http://schemas.microsoft.com/office/drawing/2014/main" id="{9F961D5A-DA78-40C1-A6F6-680070932B05}"/>
              </a:ext>
            </a:extLst>
          </p:cNvPr>
          <p:cNvSpPr>
            <a:spLocks xmlns:a="http://schemas.openxmlformats.org/drawingml/2006/main" noGrp="1"/>
          </p:cNvSpPr>
          <p:nvPr/>
        </p:nvSpPr>
        <p:spPr>
          <a:xfrm xmlns:a="http://schemas.openxmlformats.org/drawingml/2006/main">
            <a:off x="9648825" y="2238375"/>
            <a:ext cx="5810250" cy="3286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1">
                <a:solidFill>
                  <a:srgbClr val="18232E"/>
                </a:solidFill>
                <a:latin typeface="Apple SD Gothic Neo"/>
                <a:ea typeface="Apple SD Gothic Neo"/>
                <a:cs typeface="Apple SD Gothic Neo"/>
              </a:defRPr>
            </a:pPr>
            <a:r>
              <a:rPr sz="1725" b="1">
                <a:solidFill>
                  <a:srgbClr val="18232E"/>
                </a:solidFill>
                <a:latin typeface="Apple SD Gothic Neo"/>
                <a:ea typeface="Apple SD Gothic Neo"/>
                <a:cs typeface="Apple SD Gothic Neo"/>
              </a:rPr>
              <a:t>B 공통 가공 정보 생산과 조회</a:t>
            </a:r>
          </a:p>
        </p:txBody>
      </p:sp>
      <p:sp>
        <p:nvSpPr>
          <p:cNvPr id="41" name="dp45-v4-qa-detail / n38">
            <a:extLst xmlns:a="http://schemas.openxmlformats.org/drawingml/2006/main">
              <a:ext uri="{FF2B5EF4-FFF2-40B4-BE49-F238E27FC236}">
                <a16:creationId xmlns:a16="http://schemas.microsoft.com/office/drawing/2014/main" id="{D4E2FF83-CEDF-412B-9D9B-3094C0FB7D9E}"/>
              </a:ext>
            </a:extLst>
          </p:cNvPr>
          <p:cNvSpPr>
            <a:spLocks xmlns:a="http://schemas.openxmlformats.org/drawingml/2006/main" noGrp="1"/>
          </p:cNvSpPr>
          <p:nvPr/>
        </p:nvSpPr>
        <p:spPr>
          <a:xfrm xmlns:a="http://schemas.openxmlformats.org/drawingml/2006/main">
            <a:off x="15801975" y="2238375"/>
            <a:ext cx="1952625" cy="3286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1">
                <a:solidFill>
                  <a:srgbClr val="18232E"/>
                </a:solidFill>
                <a:latin typeface="Apple SD Gothic Neo"/>
                <a:ea typeface="Apple SD Gothic Neo"/>
                <a:cs typeface="Apple SD Gothic Neo"/>
              </a:defRPr>
            </a:pPr>
            <a:r>
              <a:rPr sz="1725" b="1">
                <a:solidFill>
                  <a:srgbClr val="18232E"/>
                </a:solidFill>
                <a:latin typeface="Apple SD Gothic Neo"/>
                <a:ea typeface="Apple SD Gothic Neo"/>
                <a:cs typeface="Apple SD Gothic Neo"/>
              </a:rPr>
              <a:t>원값 차이</a:t>
            </a:r>
          </a:p>
        </p:txBody>
      </p:sp>
      <p:sp>
        <p:nvSpPr>
          <p:cNvPr id="42" name="dp45-v4-qa-detail / n39">
            <a:extLst xmlns:a="http://schemas.openxmlformats.org/drawingml/2006/main">
              <a:ext uri="{FF2B5EF4-FFF2-40B4-BE49-F238E27FC236}">
                <a16:creationId xmlns:a16="http://schemas.microsoft.com/office/drawing/2014/main" id="{4138FD7C-C3BE-4B82-83E5-6903BC34C945}"/>
              </a:ext>
            </a:extLst>
          </p:cNvPr>
          <p:cNvSpPr>
            <a:spLocks xmlns:a="http://schemas.openxmlformats.org/drawingml/2006/main" noGrp="1"/>
          </p:cNvSpPr>
          <p:nvPr/>
        </p:nvSpPr>
        <p:spPr>
          <a:xfrm xmlns:a="http://schemas.openxmlformats.org/drawingml/2006/main">
            <a:off x="381000" y="3590925"/>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1430">
            <a:solidFill>
              <a:srgbClr val="CDD6DE"/>
            </a:solidFill>
          </a:ln>
        </p:spPr>
      </p:sp>
      <p:sp>
        <p:nvSpPr>
          <p:cNvPr id="43" name="dp45-v4-qa-detail / n40">
            <a:extLst xmlns:a="http://schemas.openxmlformats.org/drawingml/2006/main">
              <a:ext uri="{FF2B5EF4-FFF2-40B4-BE49-F238E27FC236}">
                <a16:creationId xmlns:a16="http://schemas.microsoft.com/office/drawing/2014/main" id="{0C490349-80AC-4342-B7E0-CBB95CEAD0BB}"/>
              </a:ext>
            </a:extLst>
          </p:cNvPr>
          <p:cNvSpPr>
            <a:spLocks xmlns:a="http://schemas.openxmlformats.org/drawingml/2006/main" noGrp="1"/>
          </p:cNvSpPr>
          <p:nvPr/>
        </p:nvSpPr>
        <p:spPr>
          <a:xfrm xmlns:a="http://schemas.openxmlformats.org/drawingml/2006/main">
            <a:off x="533400" y="2695575"/>
            <a:ext cx="25146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1">
                <a:solidFill>
                  <a:srgbClr val="18232E"/>
                </a:solidFill>
                <a:latin typeface="Apple SD Gothic Neo"/>
                <a:ea typeface="Apple SD Gothic Neo"/>
                <a:cs typeface="Apple SD Gothic Neo"/>
              </a:defRPr>
            </a:pPr>
            <a:r>
              <a:rPr sz="1650" b="1">
                <a:solidFill>
                  <a:srgbClr val="18232E"/>
                </a:solidFill>
                <a:latin typeface="Apple SD Gothic Neo"/>
                <a:ea typeface="Apple SD Gothic Neo"/>
                <a:cs typeface="Apple SD Gothic Neo"/>
              </a:rPr>
              <a:t>01  요청 처리 정확성</a:t>
            </a:r>
          </a:p>
        </p:txBody>
      </p:sp>
      <p:sp>
        <p:nvSpPr>
          <p:cNvPr id="44" name="dp45-v4-qa-detail / n41">
            <a:extLst xmlns:a="http://schemas.openxmlformats.org/drawingml/2006/main">
              <a:ext uri="{FF2B5EF4-FFF2-40B4-BE49-F238E27FC236}">
                <a16:creationId xmlns:a16="http://schemas.microsoft.com/office/drawing/2014/main" id="{C7B5245E-B4E7-4A7A-804A-8F68CA9CD477}"/>
              </a:ext>
            </a:extLst>
          </p:cNvPr>
          <p:cNvSpPr>
            <a:spLocks xmlns:a="http://schemas.openxmlformats.org/drawingml/2006/main" noGrp="1"/>
          </p:cNvSpPr>
          <p:nvPr/>
        </p:nvSpPr>
        <p:spPr>
          <a:xfrm xmlns:a="http://schemas.openxmlformats.org/drawingml/2006/main">
            <a:off x="533400" y="3057525"/>
            <a:ext cx="2514600" cy="2714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425" b="0">
                <a:solidFill>
                  <a:srgbClr val="5F6B77"/>
                </a:solidFill>
                <a:latin typeface="Apple SD Gothic Neo"/>
                <a:ea typeface="Apple SD Gothic Neo"/>
                <a:cs typeface="Apple SD Gothic Neo"/>
              </a:defRPr>
            </a:pPr>
            <a:r>
              <a:rPr sz="1425" b="0">
                <a:solidFill>
                  <a:srgbClr val="5F6B77"/>
                </a:solidFill>
                <a:latin typeface="Apple SD Gothic Neo"/>
                <a:ea typeface="Apple SD Gothic Neo"/>
                <a:cs typeface="Apple SD Gothic Neo"/>
              </a:rPr>
              <a:t>목표 ≥98%</a:t>
            </a:r>
          </a:p>
        </p:txBody>
      </p:sp>
      <p:sp>
        <p:nvSpPr>
          <p:cNvPr id="45" name="dp45-v4-qa-detail / n42 / circle">
            <a:extLst xmlns:a="http://schemas.openxmlformats.org/drawingml/2006/main">
              <a:ext uri="{FF2B5EF4-FFF2-40B4-BE49-F238E27FC236}">
                <a16:creationId xmlns:a16="http://schemas.microsoft.com/office/drawing/2014/main" id="{D9039502-5240-40DE-A9D4-5425CB00F1FC}"/>
              </a:ext>
            </a:extLst>
          </p:cNvPr>
          <p:cNvSpPr>
            <a:spLocks xmlns:a="http://schemas.openxmlformats.org/drawingml/2006/main" noGrp="1"/>
          </p:cNvSpPr>
          <p:nvPr/>
        </p:nvSpPr>
        <p:spPr>
          <a:xfrm xmlns:a="http://schemas.openxmlformats.org/drawingml/2006/main">
            <a:off x="3457575" y="2752725"/>
            <a:ext cx="171450" cy="171450"/>
          </a:xfrm>
          <a:prstGeom xmlns:a="http://schemas.openxmlformats.org/drawingml/2006/main" prst="ellipse">
            <a:avLst/>
          </a:prstGeom>
          <a:solidFill xmlns:a="http://schemas.openxmlformats.org/drawingml/2006/main">
            <a:srgbClr val="18232E"/>
          </a:solidFill>
          <a:ln xmlns:a="http://schemas.openxmlformats.org/drawingml/2006/main" w="10478">
            <a:solidFill>
              <a:srgbClr val="18232E"/>
            </a:solidFill>
          </a:ln>
        </p:spPr>
      </p:sp>
      <p:sp>
        <p:nvSpPr>
          <p:cNvPr id="46" name="dp45-v4-qa-detail / n43 / circle">
            <a:extLst xmlns:a="http://schemas.openxmlformats.org/drawingml/2006/main">
              <a:ext uri="{FF2B5EF4-FFF2-40B4-BE49-F238E27FC236}">
                <a16:creationId xmlns:a16="http://schemas.microsoft.com/office/drawing/2014/main" id="{69938842-4C93-44C6-AB7D-B1654B433868}"/>
              </a:ext>
            </a:extLst>
          </p:cNvPr>
          <p:cNvSpPr>
            <a:spLocks xmlns:a="http://schemas.openxmlformats.org/drawingml/2006/main" noGrp="1"/>
          </p:cNvSpPr>
          <p:nvPr/>
        </p:nvSpPr>
        <p:spPr>
          <a:xfrm xmlns:a="http://schemas.openxmlformats.org/drawingml/2006/main">
            <a:off x="3667125" y="2752725"/>
            <a:ext cx="171450" cy="171450"/>
          </a:xfrm>
          <a:prstGeom xmlns:a="http://schemas.openxmlformats.org/drawingml/2006/main" prst="ellipse">
            <a:avLst/>
          </a:prstGeom>
          <a:solidFill xmlns:a="http://schemas.openxmlformats.org/drawingml/2006/main">
            <a:srgbClr val="18232E"/>
          </a:solidFill>
          <a:ln xmlns:a="http://schemas.openxmlformats.org/drawingml/2006/main" w="10478">
            <a:solidFill>
              <a:srgbClr val="18232E"/>
            </a:solidFill>
          </a:ln>
        </p:spPr>
      </p:sp>
      <p:sp>
        <p:nvSpPr>
          <p:cNvPr id="47" name="dp45-v4-qa-detail / n44 / circle">
            <a:extLst xmlns:a="http://schemas.openxmlformats.org/drawingml/2006/main">
              <a:ext uri="{FF2B5EF4-FFF2-40B4-BE49-F238E27FC236}">
                <a16:creationId xmlns:a16="http://schemas.microsoft.com/office/drawing/2014/main" id="{44937797-DCE0-43DE-994C-5189A11C8881}"/>
              </a:ext>
            </a:extLst>
          </p:cNvPr>
          <p:cNvSpPr>
            <a:spLocks xmlns:a="http://schemas.openxmlformats.org/drawingml/2006/main" noGrp="1"/>
          </p:cNvSpPr>
          <p:nvPr/>
        </p:nvSpPr>
        <p:spPr>
          <a:xfrm xmlns:a="http://schemas.openxmlformats.org/drawingml/2006/main">
            <a:off x="3876675" y="2752725"/>
            <a:ext cx="171450" cy="171450"/>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48" name="dp45-v4-qa-detail / n44 / half">
            <a:extLst xmlns:a="http://schemas.openxmlformats.org/drawingml/2006/main">
              <a:ext uri="{FF2B5EF4-FFF2-40B4-BE49-F238E27FC236}">
                <a16:creationId xmlns:a16="http://schemas.microsoft.com/office/drawing/2014/main" id="{CC550073-9DCC-401C-9783-4622162CA2C9}"/>
              </a:ext>
            </a:extLst>
          </p:cNvPr>
          <p:cNvSpPr>
            <a:spLocks xmlns:a="http://schemas.openxmlformats.org/drawingml/2006/main" noGrp="1"/>
          </p:cNvSpPr>
          <p:nvPr/>
        </p:nvSpPr>
        <p:spPr>
          <a:xfrm xmlns:a="http://schemas.openxmlformats.org/drawingml/2006/main">
            <a:off x="3876675" y="2752725"/>
            <a:ext cx="171450" cy="171450"/>
          </a:xfrm>
          <a:custGeom xmlns:a="http://schemas.openxmlformats.org/drawingml/2006/main">
            <a:pathLst>
              <a:path w="171450" h="171450">
                <a:moveTo>
                  <a:pt x="85725" y="0"/>
                </a:moveTo>
                <a:lnTo>
                  <a:pt x="77322" y="413"/>
                </a:lnTo>
                <a:lnTo>
                  <a:pt x="69001" y="1647"/>
                </a:lnTo>
                <a:lnTo>
                  <a:pt x="60840" y="3691"/>
                </a:lnTo>
                <a:lnTo>
                  <a:pt x="52919" y="6525"/>
                </a:lnTo>
                <a:lnTo>
                  <a:pt x="45315" y="10122"/>
                </a:lnTo>
                <a:lnTo>
                  <a:pt x="38099" y="14447"/>
                </a:lnTo>
                <a:lnTo>
                  <a:pt x="31342" y="19459"/>
                </a:lnTo>
                <a:lnTo>
                  <a:pt x="25108" y="25108"/>
                </a:lnTo>
                <a:lnTo>
                  <a:pt x="19459" y="31342"/>
                </a:lnTo>
                <a:lnTo>
                  <a:pt x="14447" y="38099"/>
                </a:lnTo>
                <a:lnTo>
                  <a:pt x="10122" y="45315"/>
                </a:lnTo>
                <a:lnTo>
                  <a:pt x="6525" y="52919"/>
                </a:lnTo>
                <a:lnTo>
                  <a:pt x="3691" y="60840"/>
                </a:lnTo>
                <a:lnTo>
                  <a:pt x="1647" y="69001"/>
                </a:lnTo>
                <a:lnTo>
                  <a:pt x="413" y="77322"/>
                </a:lnTo>
                <a:lnTo>
                  <a:pt x="0" y="85725"/>
                </a:lnTo>
                <a:lnTo>
                  <a:pt x="413" y="94128"/>
                </a:lnTo>
                <a:lnTo>
                  <a:pt x="1647" y="102449"/>
                </a:lnTo>
                <a:lnTo>
                  <a:pt x="3691" y="110610"/>
                </a:lnTo>
                <a:lnTo>
                  <a:pt x="6525" y="118531"/>
                </a:lnTo>
                <a:lnTo>
                  <a:pt x="10122" y="126135"/>
                </a:lnTo>
                <a:lnTo>
                  <a:pt x="14447" y="133351"/>
                </a:lnTo>
                <a:lnTo>
                  <a:pt x="19459" y="140108"/>
                </a:lnTo>
                <a:lnTo>
                  <a:pt x="25108" y="146342"/>
                </a:lnTo>
                <a:lnTo>
                  <a:pt x="31342" y="151991"/>
                </a:lnTo>
                <a:lnTo>
                  <a:pt x="38099" y="157003"/>
                </a:lnTo>
                <a:lnTo>
                  <a:pt x="45315" y="161328"/>
                </a:lnTo>
                <a:lnTo>
                  <a:pt x="52919" y="164925"/>
                </a:lnTo>
                <a:lnTo>
                  <a:pt x="60840" y="167759"/>
                </a:lnTo>
                <a:lnTo>
                  <a:pt x="69001" y="169803"/>
                </a:lnTo>
                <a:lnTo>
                  <a:pt x="77322" y="171037"/>
                </a:lnTo>
                <a:lnTo>
                  <a:pt x="85725" y="171450"/>
                </a:lnTo>
                <a:close/>
              </a:path>
            </a:pathLst>
          </a:custGeom>
          <a:solidFill xmlns:a="http://schemas.openxmlformats.org/drawingml/2006/main">
            <a:srgbClr val="18232E"/>
          </a:solidFill>
          <a:ln xmlns:a="http://schemas.openxmlformats.org/drawingml/2006/main" w="0">
            <a:noFill/>
          </a:ln>
        </p:spPr>
      </p:sp>
      <p:sp>
        <p:nvSpPr>
          <p:cNvPr id="49" name="dp45-v4-qa-detail / n45">
            <a:extLst xmlns:a="http://schemas.openxmlformats.org/drawingml/2006/main">
              <a:ext uri="{FF2B5EF4-FFF2-40B4-BE49-F238E27FC236}">
                <a16:creationId xmlns:a16="http://schemas.microsoft.com/office/drawing/2014/main" id="{7FF73979-8BED-4C84-8727-D6AFBE3F20A6}"/>
              </a:ext>
            </a:extLst>
          </p:cNvPr>
          <p:cNvSpPr>
            <a:spLocks xmlns:a="http://schemas.openxmlformats.org/drawingml/2006/main" noGrp="1"/>
          </p:cNvSpPr>
          <p:nvPr/>
        </p:nvSpPr>
        <p:spPr>
          <a:xfrm xmlns:a="http://schemas.openxmlformats.org/drawingml/2006/main">
            <a:off x="4181475" y="2686050"/>
            <a:ext cx="809625" cy="357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1">
                <a:solidFill>
                  <a:srgbClr val="18232E"/>
                </a:solidFill>
                <a:latin typeface="Apple SD Gothic Neo"/>
                <a:ea typeface="Apple SD Gothic Neo"/>
                <a:cs typeface="Apple SD Gothic Neo"/>
              </a:defRPr>
            </a:pPr>
            <a:r>
              <a:rPr sz="1875" b="1">
                <a:solidFill>
                  <a:srgbClr val="18232E"/>
                </a:solidFill>
                <a:latin typeface="Apple SD Gothic Neo"/>
                <a:ea typeface="Apple SD Gothic Neo"/>
                <a:cs typeface="Apple SD Gothic Neo"/>
              </a:rPr>
              <a:t>5점</a:t>
            </a:r>
          </a:p>
        </p:txBody>
      </p:sp>
      <p:sp>
        <p:nvSpPr>
          <p:cNvPr id="50" name="dp45-v4-qa-detail / n46">
            <a:extLst xmlns:a="http://schemas.openxmlformats.org/drawingml/2006/main">
              <a:ext uri="{FF2B5EF4-FFF2-40B4-BE49-F238E27FC236}">
                <a16:creationId xmlns:a16="http://schemas.microsoft.com/office/drawing/2014/main" id="{EB60D1D8-45C2-4E40-B1AA-043EE2D2461E}"/>
              </a:ext>
            </a:extLst>
          </p:cNvPr>
          <p:cNvSpPr>
            <a:spLocks xmlns:a="http://schemas.openxmlformats.org/drawingml/2006/main" noGrp="1"/>
          </p:cNvSpPr>
          <p:nvPr/>
        </p:nvSpPr>
        <p:spPr>
          <a:xfrm xmlns:a="http://schemas.openxmlformats.org/drawingml/2006/main">
            <a:off x="5076825" y="2667000"/>
            <a:ext cx="4000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1">
                <a:solidFill>
                  <a:srgbClr val="18232E"/>
                </a:solidFill>
                <a:latin typeface="Apple SD Gothic Neo"/>
                <a:ea typeface="Apple SD Gothic Neo"/>
                <a:cs typeface="Apple SD Gothic Neo"/>
              </a:defRPr>
            </a:pPr>
            <a:r>
              <a:rPr sz="2100" b="1">
                <a:solidFill>
                  <a:srgbClr val="18232E"/>
                </a:solidFill>
                <a:latin typeface="Apple SD Gothic Neo"/>
                <a:ea typeface="Apple SD Gothic Neo"/>
                <a:cs typeface="Apple SD Gothic Neo"/>
              </a:rPr>
              <a:t>99.63%</a:t>
            </a:r>
          </a:p>
        </p:txBody>
      </p:sp>
      <p:sp>
        <p:nvSpPr>
          <p:cNvPr id="51" name="dp45-v4-qa-detail / n47">
            <a:extLst xmlns:a="http://schemas.openxmlformats.org/drawingml/2006/main">
              <a:ext uri="{FF2B5EF4-FFF2-40B4-BE49-F238E27FC236}">
                <a16:creationId xmlns:a16="http://schemas.microsoft.com/office/drawing/2014/main" id="{3CAD42FB-CD3C-4CCD-900B-129640B8E001}"/>
              </a:ext>
            </a:extLst>
          </p:cNvPr>
          <p:cNvSpPr>
            <a:spLocks xmlns:a="http://schemas.openxmlformats.org/drawingml/2006/main" noGrp="1"/>
          </p:cNvSpPr>
          <p:nvPr/>
        </p:nvSpPr>
        <p:spPr>
          <a:xfrm xmlns:a="http://schemas.openxmlformats.org/drawingml/2006/main">
            <a:off x="3457575" y="3095625"/>
            <a:ext cx="58293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18232E"/>
                </a:solidFill>
                <a:latin typeface="Apple SD Gothic Neo"/>
                <a:ea typeface="Apple SD Gothic Neo"/>
                <a:cs typeface="Apple SD Gothic Neo"/>
              </a:defRPr>
            </a:pPr>
            <a:r>
              <a:rPr sz="1500" b="0">
                <a:solidFill>
                  <a:srgbClr val="18232E"/>
                </a:solidFill>
                <a:latin typeface="Apple SD Gothic Neo"/>
                <a:ea typeface="Apple SD Gothic Neo"/>
                <a:cs typeface="Apple SD Gothic Neo"/>
              </a:rPr>
              <a:t>현재 원문에서 관계 구성</a:t>
            </a:r>
          </a:p>
        </p:txBody>
      </p:sp>
      <p:sp>
        <p:nvSpPr>
          <p:cNvPr id="52" name="dp45-v4-qa-detail / n48">
            <a:extLst xmlns:a="http://schemas.openxmlformats.org/drawingml/2006/main">
              <a:ext uri="{FF2B5EF4-FFF2-40B4-BE49-F238E27FC236}">
                <a16:creationId xmlns:a16="http://schemas.microsoft.com/office/drawing/2014/main" id="{4DA287E0-F6C5-44F1-B45F-BE3BD4A9EA90}"/>
              </a:ext>
            </a:extLst>
          </p:cNvPr>
          <p:cNvSpPr>
            <a:spLocks xmlns:a="http://schemas.openxmlformats.org/drawingml/2006/main" noGrp="1"/>
          </p:cNvSpPr>
          <p:nvPr/>
        </p:nvSpPr>
        <p:spPr>
          <a:xfrm xmlns:a="http://schemas.openxmlformats.org/drawingml/2006/main">
            <a:off x="3457575" y="3333750"/>
            <a:ext cx="58293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18232E"/>
                </a:solidFill>
                <a:latin typeface="Apple SD Gothic Neo"/>
                <a:ea typeface="Apple SD Gothic Neo"/>
                <a:cs typeface="Apple SD Gothic Neo"/>
              </a:defRPr>
            </a:pPr>
            <a:r>
              <a:rPr sz="1500" b="0">
                <a:solidFill>
                  <a:srgbClr val="18232E"/>
                </a:solidFill>
                <a:latin typeface="Apple SD Gothic Neo"/>
                <a:ea typeface="Apple SD Gothic Neo"/>
                <a:cs typeface="Apple SD Gothic Neo"/>
              </a:rPr>
              <a:t>오류 2개 가정</a:t>
            </a:r>
          </a:p>
        </p:txBody>
      </p:sp>
      <p:sp>
        <p:nvSpPr>
          <p:cNvPr id="53" name="dp45-v4-qa-detail / n49 / circle">
            <a:extLst xmlns:a="http://schemas.openxmlformats.org/drawingml/2006/main">
              <a:ext uri="{FF2B5EF4-FFF2-40B4-BE49-F238E27FC236}">
                <a16:creationId xmlns:a16="http://schemas.microsoft.com/office/drawing/2014/main" id="{7785587C-E71E-47BB-A6B5-A0E7082CF312}"/>
              </a:ext>
            </a:extLst>
          </p:cNvPr>
          <p:cNvSpPr>
            <a:spLocks xmlns:a="http://schemas.openxmlformats.org/drawingml/2006/main" noGrp="1"/>
          </p:cNvSpPr>
          <p:nvPr/>
        </p:nvSpPr>
        <p:spPr>
          <a:xfrm xmlns:a="http://schemas.openxmlformats.org/drawingml/2006/main">
            <a:off x="9648825" y="2752725"/>
            <a:ext cx="171450" cy="171450"/>
          </a:xfrm>
          <a:prstGeom xmlns:a="http://schemas.openxmlformats.org/drawingml/2006/main" prst="ellipse">
            <a:avLst/>
          </a:prstGeom>
          <a:solidFill xmlns:a="http://schemas.openxmlformats.org/drawingml/2006/main">
            <a:srgbClr val="18232E"/>
          </a:solidFill>
          <a:ln xmlns:a="http://schemas.openxmlformats.org/drawingml/2006/main" w="10478">
            <a:solidFill>
              <a:srgbClr val="18232E"/>
            </a:solidFill>
          </a:ln>
        </p:spPr>
      </p:sp>
      <p:sp>
        <p:nvSpPr>
          <p:cNvPr id="54" name="dp45-v4-qa-detail / n50 / circle">
            <a:extLst xmlns:a="http://schemas.openxmlformats.org/drawingml/2006/main">
              <a:ext uri="{FF2B5EF4-FFF2-40B4-BE49-F238E27FC236}">
                <a16:creationId xmlns:a16="http://schemas.microsoft.com/office/drawing/2014/main" id="{BAAEECB3-743E-4BD4-BE5E-4D6715503A67}"/>
              </a:ext>
            </a:extLst>
          </p:cNvPr>
          <p:cNvSpPr>
            <a:spLocks xmlns:a="http://schemas.openxmlformats.org/drawingml/2006/main" noGrp="1"/>
          </p:cNvSpPr>
          <p:nvPr/>
        </p:nvSpPr>
        <p:spPr>
          <a:xfrm xmlns:a="http://schemas.openxmlformats.org/drawingml/2006/main">
            <a:off x="9858375" y="2752725"/>
            <a:ext cx="171450" cy="171450"/>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55" name="dp45-v4-qa-detail / n51 / circle">
            <a:extLst xmlns:a="http://schemas.openxmlformats.org/drawingml/2006/main">
              <a:ext uri="{FF2B5EF4-FFF2-40B4-BE49-F238E27FC236}">
                <a16:creationId xmlns:a16="http://schemas.microsoft.com/office/drawing/2014/main" id="{7DBDBE19-6944-4E90-A834-E77DD57B1303}"/>
              </a:ext>
            </a:extLst>
          </p:cNvPr>
          <p:cNvSpPr>
            <a:spLocks xmlns:a="http://schemas.openxmlformats.org/drawingml/2006/main" noGrp="1"/>
          </p:cNvSpPr>
          <p:nvPr/>
        </p:nvSpPr>
        <p:spPr>
          <a:xfrm xmlns:a="http://schemas.openxmlformats.org/drawingml/2006/main">
            <a:off x="10067925" y="2752725"/>
            <a:ext cx="171450" cy="171450"/>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56" name="dp45-v4-qa-detail / n52">
            <a:extLst xmlns:a="http://schemas.openxmlformats.org/drawingml/2006/main">
              <a:ext uri="{FF2B5EF4-FFF2-40B4-BE49-F238E27FC236}">
                <a16:creationId xmlns:a16="http://schemas.microsoft.com/office/drawing/2014/main" id="{313E8673-A0B1-4405-9EBF-E392246C21EC}"/>
              </a:ext>
            </a:extLst>
          </p:cNvPr>
          <p:cNvSpPr>
            <a:spLocks xmlns:a="http://schemas.openxmlformats.org/drawingml/2006/main" noGrp="1"/>
          </p:cNvSpPr>
          <p:nvPr/>
        </p:nvSpPr>
        <p:spPr>
          <a:xfrm xmlns:a="http://schemas.openxmlformats.org/drawingml/2006/main">
            <a:off x="10372725" y="2686050"/>
            <a:ext cx="809625" cy="357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1">
                <a:solidFill>
                  <a:srgbClr val="18232E"/>
                </a:solidFill>
                <a:latin typeface="Apple SD Gothic Neo"/>
                <a:ea typeface="Apple SD Gothic Neo"/>
                <a:cs typeface="Apple SD Gothic Neo"/>
              </a:defRPr>
            </a:pPr>
            <a:r>
              <a:rPr sz="1875" b="1">
                <a:solidFill>
                  <a:srgbClr val="18232E"/>
                </a:solidFill>
                <a:latin typeface="Apple SD Gothic Neo"/>
                <a:ea typeface="Apple SD Gothic Neo"/>
                <a:cs typeface="Apple SD Gothic Neo"/>
              </a:rPr>
              <a:t>2점</a:t>
            </a:r>
          </a:p>
        </p:txBody>
      </p:sp>
      <p:sp>
        <p:nvSpPr>
          <p:cNvPr id="57" name="dp45-v4-qa-detail / n53">
            <a:extLst xmlns:a="http://schemas.openxmlformats.org/drawingml/2006/main">
              <a:ext uri="{FF2B5EF4-FFF2-40B4-BE49-F238E27FC236}">
                <a16:creationId xmlns:a16="http://schemas.microsoft.com/office/drawing/2014/main" id="{AADFC4E0-CF59-4BAB-BD16-C282928764BB}"/>
              </a:ext>
            </a:extLst>
          </p:cNvPr>
          <p:cNvSpPr>
            <a:spLocks xmlns:a="http://schemas.openxmlformats.org/drawingml/2006/main" noGrp="1"/>
          </p:cNvSpPr>
          <p:nvPr/>
        </p:nvSpPr>
        <p:spPr>
          <a:xfrm xmlns:a="http://schemas.openxmlformats.org/drawingml/2006/main">
            <a:off x="11268075" y="2667000"/>
            <a:ext cx="4000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1">
                <a:solidFill>
                  <a:srgbClr val="18232E"/>
                </a:solidFill>
                <a:latin typeface="Apple SD Gothic Neo"/>
                <a:ea typeface="Apple SD Gothic Neo"/>
                <a:cs typeface="Apple SD Gothic Neo"/>
              </a:defRPr>
            </a:pPr>
            <a:r>
              <a:rPr sz="2100" b="1">
                <a:solidFill>
                  <a:srgbClr val="18232E"/>
                </a:solidFill>
                <a:latin typeface="Apple SD Gothic Neo"/>
                <a:ea typeface="Apple SD Gothic Neo"/>
                <a:cs typeface="Apple SD Gothic Neo"/>
              </a:rPr>
              <a:t>98.52%</a:t>
            </a:r>
          </a:p>
        </p:txBody>
      </p:sp>
      <p:sp>
        <p:nvSpPr>
          <p:cNvPr id="58" name="dp45-v4-qa-detail / n54">
            <a:extLst xmlns:a="http://schemas.openxmlformats.org/drawingml/2006/main">
              <a:ext uri="{FF2B5EF4-FFF2-40B4-BE49-F238E27FC236}">
                <a16:creationId xmlns:a16="http://schemas.microsoft.com/office/drawing/2014/main" id="{CB283C83-1203-429F-98B7-90E108A929DB}"/>
              </a:ext>
            </a:extLst>
          </p:cNvPr>
          <p:cNvSpPr>
            <a:spLocks xmlns:a="http://schemas.openxmlformats.org/drawingml/2006/main" noGrp="1"/>
          </p:cNvSpPr>
          <p:nvPr/>
        </p:nvSpPr>
        <p:spPr>
          <a:xfrm xmlns:a="http://schemas.openxmlformats.org/drawingml/2006/main">
            <a:off x="9648825" y="3095625"/>
            <a:ext cx="58293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18232E"/>
                </a:solidFill>
                <a:latin typeface="Apple SD Gothic Neo"/>
                <a:ea typeface="Apple SD Gothic Neo"/>
                <a:cs typeface="Apple SD Gothic Neo"/>
              </a:defRPr>
            </a:pPr>
            <a:r>
              <a:rPr sz="1500" b="0">
                <a:solidFill>
                  <a:srgbClr val="18232E"/>
                </a:solidFill>
                <a:latin typeface="Apple SD Gothic Neo"/>
                <a:ea typeface="Apple SD Gothic Neo"/>
                <a:cs typeface="Apple SD Gothic Neo"/>
              </a:rPr>
              <a:t>가공 정보의 예외 누락</a:t>
            </a:r>
          </a:p>
        </p:txBody>
      </p:sp>
      <p:sp>
        <p:nvSpPr>
          <p:cNvPr id="59" name="dp45-v4-qa-detail / n55">
            <a:extLst xmlns:a="http://schemas.openxmlformats.org/drawingml/2006/main">
              <a:ext uri="{FF2B5EF4-FFF2-40B4-BE49-F238E27FC236}">
                <a16:creationId xmlns:a16="http://schemas.microsoft.com/office/drawing/2014/main" id="{CA3542FA-CBFE-4A89-8344-6B85B9CAD2C3}"/>
              </a:ext>
            </a:extLst>
          </p:cNvPr>
          <p:cNvSpPr>
            <a:spLocks xmlns:a="http://schemas.openxmlformats.org/drawingml/2006/main" noGrp="1"/>
          </p:cNvSpPr>
          <p:nvPr/>
        </p:nvSpPr>
        <p:spPr>
          <a:xfrm xmlns:a="http://schemas.openxmlformats.org/drawingml/2006/main">
            <a:off x="9648825" y="3333750"/>
            <a:ext cx="58293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18232E"/>
                </a:solidFill>
                <a:latin typeface="Apple SD Gothic Neo"/>
                <a:ea typeface="Apple SD Gothic Neo"/>
                <a:cs typeface="Apple SD Gothic Neo"/>
              </a:defRPr>
            </a:pPr>
            <a:r>
              <a:rPr sz="1500" b="0">
                <a:solidFill>
                  <a:srgbClr val="18232E"/>
                </a:solidFill>
                <a:latin typeface="Apple SD Gothic Neo"/>
                <a:ea typeface="Apple SD Gothic Neo"/>
                <a:cs typeface="Apple SD Gothic Neo"/>
              </a:rPr>
              <a:t>오류 8개 가정</a:t>
            </a:r>
          </a:p>
        </p:txBody>
      </p:sp>
      <p:sp>
        <p:nvSpPr>
          <p:cNvPr id="60" name="dp45-v4-qa-detail / n56">
            <a:extLst xmlns:a="http://schemas.openxmlformats.org/drawingml/2006/main">
              <a:ext uri="{FF2B5EF4-FFF2-40B4-BE49-F238E27FC236}">
                <a16:creationId xmlns:a16="http://schemas.microsoft.com/office/drawing/2014/main" id="{C4993406-464A-41B5-8AC7-4C94CDF63C95}"/>
              </a:ext>
            </a:extLst>
          </p:cNvPr>
          <p:cNvSpPr>
            <a:spLocks xmlns:a="http://schemas.openxmlformats.org/drawingml/2006/main" noGrp="1"/>
          </p:cNvSpPr>
          <p:nvPr/>
        </p:nvSpPr>
        <p:spPr>
          <a:xfrm xmlns:a="http://schemas.openxmlformats.org/drawingml/2006/main">
            <a:off x="15801975" y="2743200"/>
            <a:ext cx="1952625" cy="3286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1">
                <a:solidFill>
                  <a:srgbClr val="18232E"/>
                </a:solidFill>
                <a:latin typeface="Apple SD Gothic Neo"/>
                <a:ea typeface="Apple SD Gothic Neo"/>
                <a:cs typeface="Apple SD Gothic Neo"/>
              </a:defRPr>
            </a:pPr>
            <a:r>
              <a:rPr sz="1725" b="1">
                <a:solidFill>
                  <a:srgbClr val="18232E"/>
                </a:solidFill>
                <a:latin typeface="Apple SD Gothic Neo"/>
                <a:ea typeface="Apple SD Gothic Neo"/>
                <a:cs typeface="Apple SD Gothic Neo"/>
              </a:rPr>
              <a:t>1.11%p</a:t>
            </a:r>
          </a:p>
        </p:txBody>
      </p:sp>
      <p:sp>
        <p:nvSpPr>
          <p:cNvPr id="61" name="dp45-v4-qa-detail / n57">
            <a:extLst xmlns:a="http://schemas.openxmlformats.org/drawingml/2006/main">
              <a:ext uri="{FF2B5EF4-FFF2-40B4-BE49-F238E27FC236}">
                <a16:creationId xmlns:a16="http://schemas.microsoft.com/office/drawing/2014/main" id="{A3E3FD81-0E12-4E57-B2F0-A4997A47B508}"/>
              </a:ext>
            </a:extLst>
          </p:cNvPr>
          <p:cNvSpPr>
            <a:spLocks xmlns:a="http://schemas.openxmlformats.org/drawingml/2006/main" noGrp="1"/>
          </p:cNvSpPr>
          <p:nvPr/>
        </p:nvSpPr>
        <p:spPr>
          <a:xfrm xmlns:a="http://schemas.openxmlformats.org/drawingml/2006/main">
            <a:off x="15801975" y="3124200"/>
            <a:ext cx="1952625" cy="2714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425" b="0">
                <a:solidFill>
                  <a:srgbClr val="5F6B77"/>
                </a:solidFill>
                <a:latin typeface="Apple SD Gothic Neo"/>
                <a:ea typeface="Apple SD Gothic Neo"/>
                <a:cs typeface="Apple SD Gothic Neo"/>
              </a:defRPr>
            </a:pPr>
            <a:r>
              <a:rPr sz="1425" b="0">
                <a:solidFill>
                  <a:srgbClr val="5F6B77"/>
                </a:solidFill>
                <a:latin typeface="Apple SD Gothic Neo"/>
                <a:ea typeface="Apple SD Gothic Neo"/>
                <a:cs typeface="Apple SD Gothic Neo"/>
              </a:rPr>
              <a:t>가정상 A 유리</a:t>
            </a:r>
          </a:p>
        </p:txBody>
      </p:sp>
      <p:sp>
        <p:nvSpPr>
          <p:cNvPr id="62" name="dp45-v4-qa-detail / n58">
            <a:extLst xmlns:a="http://schemas.openxmlformats.org/drawingml/2006/main">
              <a:ext uri="{FF2B5EF4-FFF2-40B4-BE49-F238E27FC236}">
                <a16:creationId xmlns:a16="http://schemas.microsoft.com/office/drawing/2014/main" id="{C53D8CEC-1782-4B65-90AA-431808628A16}"/>
              </a:ext>
            </a:extLst>
          </p:cNvPr>
          <p:cNvSpPr>
            <a:spLocks xmlns:a="http://schemas.openxmlformats.org/drawingml/2006/main" noGrp="1"/>
          </p:cNvSpPr>
          <p:nvPr/>
        </p:nvSpPr>
        <p:spPr>
          <a:xfrm xmlns:a="http://schemas.openxmlformats.org/drawingml/2006/main">
            <a:off x="15801975" y="3352800"/>
            <a:ext cx="1952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5F6B77"/>
                </a:solidFill>
                <a:latin typeface="Apple SD Gothic Neo"/>
                <a:ea typeface="Apple SD Gothic Neo"/>
                <a:cs typeface="Apple SD Gothic Neo"/>
              </a:defRPr>
            </a:pPr>
            <a:r>
              <a:rPr sz="1200" b="0">
                <a:solidFill>
                  <a:srgbClr val="5F6B77"/>
                </a:solidFill>
                <a:latin typeface="Apple SD Gothic Neo"/>
                <a:ea typeface="Apple SD Gothic Neo"/>
                <a:cs typeface="Apple SD Gothic Neo"/>
              </a:rPr>
              <a:t>기준 1%p</a:t>
            </a:r>
          </a:p>
        </p:txBody>
      </p:sp>
      <p:sp>
        <p:nvSpPr>
          <p:cNvPr id="63" name="dp45-v4-qa-detail / n59">
            <a:extLst xmlns:a="http://schemas.openxmlformats.org/drawingml/2006/main">
              <a:ext uri="{FF2B5EF4-FFF2-40B4-BE49-F238E27FC236}">
                <a16:creationId xmlns:a16="http://schemas.microsoft.com/office/drawing/2014/main" id="{FD7756EF-4FB4-43A6-8B2F-155F8122345E}"/>
              </a:ext>
            </a:extLst>
          </p:cNvPr>
          <p:cNvSpPr>
            <a:spLocks xmlns:a="http://schemas.openxmlformats.org/drawingml/2006/main" noGrp="1"/>
          </p:cNvSpPr>
          <p:nvPr/>
        </p:nvSpPr>
        <p:spPr>
          <a:xfrm xmlns:a="http://schemas.openxmlformats.org/drawingml/2006/main">
            <a:off x="381000" y="4591050"/>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1430">
            <a:solidFill>
              <a:srgbClr val="CDD6DE"/>
            </a:solidFill>
          </a:ln>
        </p:spPr>
      </p:sp>
      <p:sp>
        <p:nvSpPr>
          <p:cNvPr id="64" name="dp45-v4-qa-detail / n60">
            <a:extLst xmlns:a="http://schemas.openxmlformats.org/drawingml/2006/main">
              <a:ext uri="{FF2B5EF4-FFF2-40B4-BE49-F238E27FC236}">
                <a16:creationId xmlns:a16="http://schemas.microsoft.com/office/drawing/2014/main" id="{FED9F573-CCEC-42E8-AA92-35582A078765}"/>
              </a:ext>
            </a:extLst>
          </p:cNvPr>
          <p:cNvSpPr>
            <a:spLocks xmlns:a="http://schemas.openxmlformats.org/drawingml/2006/main" noGrp="1"/>
          </p:cNvSpPr>
          <p:nvPr/>
        </p:nvSpPr>
        <p:spPr>
          <a:xfrm xmlns:a="http://schemas.openxmlformats.org/drawingml/2006/main">
            <a:off x="533400" y="3695700"/>
            <a:ext cx="25146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1">
                <a:solidFill>
                  <a:srgbClr val="18232E"/>
                </a:solidFill>
                <a:latin typeface="Apple SD Gothic Neo"/>
                <a:ea typeface="Apple SD Gothic Neo"/>
                <a:cs typeface="Apple SD Gothic Neo"/>
              </a:defRPr>
            </a:pPr>
            <a:r>
              <a:rPr sz="1650" b="1">
                <a:solidFill>
                  <a:srgbClr val="18232E"/>
                </a:solidFill>
                <a:latin typeface="Apple SD Gothic Neo"/>
                <a:ea typeface="Apple SD Gothic Neo"/>
                <a:cs typeface="Apple SD Gothic Neo"/>
              </a:rPr>
              <a:t>02  상호작용 응답시간</a:t>
            </a:r>
          </a:p>
        </p:txBody>
      </p:sp>
      <p:sp>
        <p:nvSpPr>
          <p:cNvPr id="65" name="dp45-v4-qa-detail / n61">
            <a:extLst xmlns:a="http://schemas.openxmlformats.org/drawingml/2006/main">
              <a:ext uri="{FF2B5EF4-FFF2-40B4-BE49-F238E27FC236}">
                <a16:creationId xmlns:a16="http://schemas.microsoft.com/office/drawing/2014/main" id="{04187B8A-79CA-4B25-B32D-804E4BBC08CF}"/>
              </a:ext>
            </a:extLst>
          </p:cNvPr>
          <p:cNvSpPr>
            <a:spLocks xmlns:a="http://schemas.openxmlformats.org/drawingml/2006/main" noGrp="1"/>
          </p:cNvSpPr>
          <p:nvPr/>
        </p:nvSpPr>
        <p:spPr>
          <a:xfrm xmlns:a="http://schemas.openxmlformats.org/drawingml/2006/main">
            <a:off x="533400" y="4057650"/>
            <a:ext cx="2514600" cy="2714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425" b="0">
                <a:solidFill>
                  <a:srgbClr val="5F6B77"/>
                </a:solidFill>
                <a:latin typeface="Apple SD Gothic Neo"/>
                <a:ea typeface="Apple SD Gothic Neo"/>
                <a:cs typeface="Apple SD Gothic Neo"/>
              </a:defRPr>
            </a:pPr>
            <a:r>
              <a:rPr sz="1425" b="0">
                <a:solidFill>
                  <a:srgbClr val="5F6B77"/>
                </a:solidFill>
                <a:latin typeface="Apple SD Gothic Neo"/>
                <a:ea typeface="Apple SD Gothic Neo"/>
                <a:cs typeface="Apple SD Gothic Neo"/>
              </a:rPr>
              <a:t>목표 ≤1초</a:t>
            </a:r>
          </a:p>
        </p:txBody>
      </p:sp>
      <p:sp>
        <p:nvSpPr>
          <p:cNvPr id="66" name="dp45-v4-qa-detail / n62 / circle">
            <a:extLst xmlns:a="http://schemas.openxmlformats.org/drawingml/2006/main">
              <a:ext uri="{FF2B5EF4-FFF2-40B4-BE49-F238E27FC236}">
                <a16:creationId xmlns:a16="http://schemas.microsoft.com/office/drawing/2014/main" id="{ACB1D979-BCF8-495C-B257-B860F3E5A88A}"/>
              </a:ext>
            </a:extLst>
          </p:cNvPr>
          <p:cNvSpPr>
            <a:spLocks xmlns:a="http://schemas.openxmlformats.org/drawingml/2006/main" noGrp="1"/>
          </p:cNvSpPr>
          <p:nvPr/>
        </p:nvSpPr>
        <p:spPr>
          <a:xfrm xmlns:a="http://schemas.openxmlformats.org/drawingml/2006/main">
            <a:off x="3457575" y="3752850"/>
            <a:ext cx="171450" cy="171450"/>
          </a:xfrm>
          <a:prstGeom xmlns:a="http://schemas.openxmlformats.org/drawingml/2006/main" prst="ellipse">
            <a:avLst/>
          </a:prstGeom>
          <a:solidFill xmlns:a="http://schemas.openxmlformats.org/drawingml/2006/main">
            <a:srgbClr val="18232E"/>
          </a:solidFill>
          <a:ln xmlns:a="http://schemas.openxmlformats.org/drawingml/2006/main" w="10478">
            <a:solidFill>
              <a:srgbClr val="18232E"/>
            </a:solidFill>
          </a:ln>
        </p:spPr>
      </p:sp>
      <p:sp>
        <p:nvSpPr>
          <p:cNvPr id="67" name="dp45-v4-qa-detail / n63 / circle">
            <a:extLst xmlns:a="http://schemas.openxmlformats.org/drawingml/2006/main">
              <a:ext uri="{FF2B5EF4-FFF2-40B4-BE49-F238E27FC236}">
                <a16:creationId xmlns:a16="http://schemas.microsoft.com/office/drawing/2014/main" id="{10EC2F20-1E23-4869-869B-7694F23B1B1B}"/>
              </a:ext>
            </a:extLst>
          </p:cNvPr>
          <p:cNvSpPr>
            <a:spLocks xmlns:a="http://schemas.openxmlformats.org/drawingml/2006/main" noGrp="1"/>
          </p:cNvSpPr>
          <p:nvPr/>
        </p:nvSpPr>
        <p:spPr>
          <a:xfrm xmlns:a="http://schemas.openxmlformats.org/drawingml/2006/main">
            <a:off x="3667125" y="3752850"/>
            <a:ext cx="171450" cy="171450"/>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68" name="dp45-v4-qa-detail / n64 / circle">
            <a:extLst xmlns:a="http://schemas.openxmlformats.org/drawingml/2006/main">
              <a:ext uri="{FF2B5EF4-FFF2-40B4-BE49-F238E27FC236}">
                <a16:creationId xmlns:a16="http://schemas.microsoft.com/office/drawing/2014/main" id="{197A3C77-127E-4C58-BDBD-3C82C4FF42A6}"/>
              </a:ext>
            </a:extLst>
          </p:cNvPr>
          <p:cNvSpPr>
            <a:spLocks xmlns:a="http://schemas.openxmlformats.org/drawingml/2006/main" noGrp="1"/>
          </p:cNvSpPr>
          <p:nvPr/>
        </p:nvSpPr>
        <p:spPr>
          <a:xfrm xmlns:a="http://schemas.openxmlformats.org/drawingml/2006/main">
            <a:off x="3876675" y="3752850"/>
            <a:ext cx="171450" cy="171450"/>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69" name="dp45-v4-qa-detail / n65">
            <a:extLst xmlns:a="http://schemas.openxmlformats.org/drawingml/2006/main">
              <a:ext uri="{FF2B5EF4-FFF2-40B4-BE49-F238E27FC236}">
                <a16:creationId xmlns:a16="http://schemas.microsoft.com/office/drawing/2014/main" id="{00712B8E-22D6-4413-8A9A-2720333D112F}"/>
              </a:ext>
            </a:extLst>
          </p:cNvPr>
          <p:cNvSpPr>
            <a:spLocks xmlns:a="http://schemas.openxmlformats.org/drawingml/2006/main" noGrp="1"/>
          </p:cNvSpPr>
          <p:nvPr/>
        </p:nvSpPr>
        <p:spPr>
          <a:xfrm xmlns:a="http://schemas.openxmlformats.org/drawingml/2006/main">
            <a:off x="4181475" y="3686175"/>
            <a:ext cx="809625" cy="357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1">
                <a:solidFill>
                  <a:srgbClr val="18232E"/>
                </a:solidFill>
                <a:latin typeface="Apple SD Gothic Neo"/>
                <a:ea typeface="Apple SD Gothic Neo"/>
                <a:cs typeface="Apple SD Gothic Neo"/>
              </a:defRPr>
            </a:pPr>
            <a:r>
              <a:rPr sz="1875" b="1">
                <a:solidFill>
                  <a:srgbClr val="18232E"/>
                </a:solidFill>
                <a:latin typeface="Apple SD Gothic Neo"/>
                <a:ea typeface="Apple SD Gothic Neo"/>
                <a:cs typeface="Apple SD Gothic Neo"/>
              </a:rPr>
              <a:t>2점</a:t>
            </a:r>
          </a:p>
        </p:txBody>
      </p:sp>
      <p:sp>
        <p:nvSpPr>
          <p:cNvPr id="70" name="dp45-v4-qa-detail / n66">
            <a:extLst xmlns:a="http://schemas.openxmlformats.org/drawingml/2006/main">
              <a:ext uri="{FF2B5EF4-FFF2-40B4-BE49-F238E27FC236}">
                <a16:creationId xmlns:a16="http://schemas.microsoft.com/office/drawing/2014/main" id="{04C5F408-B6F8-4AD0-BD5B-48B64E8D44C6}"/>
              </a:ext>
            </a:extLst>
          </p:cNvPr>
          <p:cNvSpPr>
            <a:spLocks xmlns:a="http://schemas.openxmlformats.org/drawingml/2006/main" noGrp="1"/>
          </p:cNvSpPr>
          <p:nvPr/>
        </p:nvSpPr>
        <p:spPr>
          <a:xfrm xmlns:a="http://schemas.openxmlformats.org/drawingml/2006/main">
            <a:off x="5076825" y="3667125"/>
            <a:ext cx="4000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1">
                <a:solidFill>
                  <a:srgbClr val="18232E"/>
                </a:solidFill>
                <a:latin typeface="Apple SD Gothic Neo"/>
                <a:ea typeface="Apple SD Gothic Neo"/>
                <a:cs typeface="Apple SD Gothic Neo"/>
              </a:defRPr>
            </a:pPr>
            <a:r>
              <a:rPr sz="2100" b="1">
                <a:solidFill>
                  <a:srgbClr val="18232E"/>
                </a:solidFill>
                <a:latin typeface="Apple SD Gothic Neo"/>
                <a:ea typeface="Apple SD Gothic Neo"/>
                <a:cs typeface="Apple SD Gothic Neo"/>
              </a:rPr>
              <a:t>0.818초</a:t>
            </a:r>
          </a:p>
        </p:txBody>
      </p:sp>
      <p:sp>
        <p:nvSpPr>
          <p:cNvPr id="71" name="dp45-v4-qa-detail / n67">
            <a:extLst xmlns:a="http://schemas.openxmlformats.org/drawingml/2006/main">
              <a:ext uri="{FF2B5EF4-FFF2-40B4-BE49-F238E27FC236}">
                <a16:creationId xmlns:a16="http://schemas.microsoft.com/office/drawing/2014/main" id="{A57032BE-6CCC-4714-9C73-6E4A4C669F43}"/>
              </a:ext>
            </a:extLst>
          </p:cNvPr>
          <p:cNvSpPr>
            <a:spLocks xmlns:a="http://schemas.openxmlformats.org/drawingml/2006/main" noGrp="1"/>
          </p:cNvSpPr>
          <p:nvPr/>
        </p:nvSpPr>
        <p:spPr>
          <a:xfrm xmlns:a="http://schemas.openxmlformats.org/drawingml/2006/main">
            <a:off x="3457575" y="4095750"/>
            <a:ext cx="58293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18232E"/>
                </a:solidFill>
                <a:latin typeface="Apple SD Gothic Neo"/>
                <a:ea typeface="Apple SD Gothic Neo"/>
                <a:cs typeface="Apple SD Gothic Neo"/>
              </a:defRPr>
            </a:pPr>
            <a:r>
              <a:rPr sz="1500" b="0">
                <a:solidFill>
                  <a:srgbClr val="18232E"/>
                </a:solidFill>
                <a:latin typeface="Apple SD Gothic Neo"/>
                <a:ea typeface="Apple SD Gothic Neo"/>
                <a:cs typeface="Apple SD Gothic Neo"/>
              </a:rPr>
              <a:t>지정 첫 반응 사례의 과거 재구성 비용 동일</a:t>
            </a:r>
          </a:p>
        </p:txBody>
      </p:sp>
      <p:sp>
        <p:nvSpPr>
          <p:cNvPr id="72" name="dp45-v4-qa-detail / n68 / circle">
            <a:extLst xmlns:a="http://schemas.openxmlformats.org/drawingml/2006/main">
              <a:ext uri="{FF2B5EF4-FFF2-40B4-BE49-F238E27FC236}">
                <a16:creationId xmlns:a16="http://schemas.microsoft.com/office/drawing/2014/main" id="{9362795E-7814-4ADB-B8DF-8FE3457E094F}"/>
              </a:ext>
            </a:extLst>
          </p:cNvPr>
          <p:cNvSpPr>
            <a:spLocks xmlns:a="http://schemas.openxmlformats.org/drawingml/2006/main" noGrp="1"/>
          </p:cNvSpPr>
          <p:nvPr/>
        </p:nvSpPr>
        <p:spPr>
          <a:xfrm xmlns:a="http://schemas.openxmlformats.org/drawingml/2006/main">
            <a:off x="9648825" y="3752850"/>
            <a:ext cx="171450" cy="171450"/>
          </a:xfrm>
          <a:prstGeom xmlns:a="http://schemas.openxmlformats.org/drawingml/2006/main" prst="ellipse">
            <a:avLst/>
          </a:prstGeom>
          <a:solidFill xmlns:a="http://schemas.openxmlformats.org/drawingml/2006/main">
            <a:srgbClr val="18232E"/>
          </a:solidFill>
          <a:ln xmlns:a="http://schemas.openxmlformats.org/drawingml/2006/main" w="10478">
            <a:solidFill>
              <a:srgbClr val="18232E"/>
            </a:solidFill>
          </a:ln>
        </p:spPr>
      </p:sp>
      <p:sp>
        <p:nvSpPr>
          <p:cNvPr id="73" name="dp45-v4-qa-detail / n69 / circle">
            <a:extLst xmlns:a="http://schemas.openxmlformats.org/drawingml/2006/main">
              <a:ext uri="{FF2B5EF4-FFF2-40B4-BE49-F238E27FC236}">
                <a16:creationId xmlns:a16="http://schemas.microsoft.com/office/drawing/2014/main" id="{B1C7F578-8A91-4387-8C3E-343DA6F7C098}"/>
              </a:ext>
            </a:extLst>
          </p:cNvPr>
          <p:cNvSpPr>
            <a:spLocks xmlns:a="http://schemas.openxmlformats.org/drawingml/2006/main" noGrp="1"/>
          </p:cNvSpPr>
          <p:nvPr/>
        </p:nvSpPr>
        <p:spPr>
          <a:xfrm xmlns:a="http://schemas.openxmlformats.org/drawingml/2006/main">
            <a:off x="9858375" y="3752850"/>
            <a:ext cx="171450" cy="171450"/>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74" name="dp45-v4-qa-detail / n70 / circle">
            <a:extLst xmlns:a="http://schemas.openxmlformats.org/drawingml/2006/main">
              <a:ext uri="{FF2B5EF4-FFF2-40B4-BE49-F238E27FC236}">
                <a16:creationId xmlns:a16="http://schemas.microsoft.com/office/drawing/2014/main" id="{A763E2B4-1A7E-40E8-9C2E-D4E424D74FF6}"/>
              </a:ext>
            </a:extLst>
          </p:cNvPr>
          <p:cNvSpPr>
            <a:spLocks xmlns:a="http://schemas.openxmlformats.org/drawingml/2006/main" noGrp="1"/>
          </p:cNvSpPr>
          <p:nvPr/>
        </p:nvSpPr>
        <p:spPr>
          <a:xfrm xmlns:a="http://schemas.openxmlformats.org/drawingml/2006/main">
            <a:off x="10067925" y="3752850"/>
            <a:ext cx="171450" cy="171450"/>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75" name="dp45-v4-qa-detail / n71">
            <a:extLst xmlns:a="http://schemas.openxmlformats.org/drawingml/2006/main">
              <a:ext uri="{FF2B5EF4-FFF2-40B4-BE49-F238E27FC236}">
                <a16:creationId xmlns:a16="http://schemas.microsoft.com/office/drawing/2014/main" id="{823FC79E-ABF8-4C39-8F7C-E3AEE607F4FF}"/>
              </a:ext>
            </a:extLst>
          </p:cNvPr>
          <p:cNvSpPr>
            <a:spLocks xmlns:a="http://schemas.openxmlformats.org/drawingml/2006/main" noGrp="1"/>
          </p:cNvSpPr>
          <p:nvPr/>
        </p:nvSpPr>
        <p:spPr>
          <a:xfrm xmlns:a="http://schemas.openxmlformats.org/drawingml/2006/main">
            <a:off x="10372725" y="3686175"/>
            <a:ext cx="809625" cy="357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1">
                <a:solidFill>
                  <a:srgbClr val="18232E"/>
                </a:solidFill>
                <a:latin typeface="Apple SD Gothic Neo"/>
                <a:ea typeface="Apple SD Gothic Neo"/>
                <a:cs typeface="Apple SD Gothic Neo"/>
              </a:defRPr>
            </a:pPr>
            <a:r>
              <a:rPr sz="1875" b="1">
                <a:solidFill>
                  <a:srgbClr val="18232E"/>
                </a:solidFill>
                <a:latin typeface="Apple SD Gothic Neo"/>
                <a:ea typeface="Apple SD Gothic Neo"/>
                <a:cs typeface="Apple SD Gothic Neo"/>
              </a:rPr>
              <a:t>2점</a:t>
            </a:r>
          </a:p>
        </p:txBody>
      </p:sp>
      <p:sp>
        <p:nvSpPr>
          <p:cNvPr id="76" name="dp45-v4-qa-detail / n72">
            <a:extLst xmlns:a="http://schemas.openxmlformats.org/drawingml/2006/main">
              <a:ext uri="{FF2B5EF4-FFF2-40B4-BE49-F238E27FC236}">
                <a16:creationId xmlns:a16="http://schemas.microsoft.com/office/drawing/2014/main" id="{A4C28D50-50EE-4A67-8073-19D27D418AF8}"/>
              </a:ext>
            </a:extLst>
          </p:cNvPr>
          <p:cNvSpPr>
            <a:spLocks xmlns:a="http://schemas.openxmlformats.org/drawingml/2006/main" noGrp="1"/>
          </p:cNvSpPr>
          <p:nvPr/>
        </p:nvSpPr>
        <p:spPr>
          <a:xfrm xmlns:a="http://schemas.openxmlformats.org/drawingml/2006/main">
            <a:off x="11268075" y="3667125"/>
            <a:ext cx="4000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1">
                <a:solidFill>
                  <a:srgbClr val="18232E"/>
                </a:solidFill>
                <a:latin typeface="Apple SD Gothic Neo"/>
                <a:ea typeface="Apple SD Gothic Neo"/>
                <a:cs typeface="Apple SD Gothic Neo"/>
              </a:defRPr>
            </a:pPr>
            <a:r>
              <a:rPr sz="2100" b="1">
                <a:solidFill>
                  <a:srgbClr val="18232E"/>
                </a:solidFill>
                <a:latin typeface="Apple SD Gothic Neo"/>
                <a:ea typeface="Apple SD Gothic Neo"/>
                <a:cs typeface="Apple SD Gothic Neo"/>
              </a:rPr>
              <a:t>0.818초</a:t>
            </a:r>
          </a:p>
        </p:txBody>
      </p:sp>
      <p:sp>
        <p:nvSpPr>
          <p:cNvPr id="77" name="dp45-v4-qa-detail / n73">
            <a:extLst xmlns:a="http://schemas.openxmlformats.org/drawingml/2006/main">
              <a:ext uri="{FF2B5EF4-FFF2-40B4-BE49-F238E27FC236}">
                <a16:creationId xmlns:a16="http://schemas.microsoft.com/office/drawing/2014/main" id="{8556147F-5E3C-47F2-96B7-7BA26EEB1865}"/>
              </a:ext>
            </a:extLst>
          </p:cNvPr>
          <p:cNvSpPr>
            <a:spLocks xmlns:a="http://schemas.openxmlformats.org/drawingml/2006/main" noGrp="1"/>
          </p:cNvSpPr>
          <p:nvPr/>
        </p:nvSpPr>
        <p:spPr>
          <a:xfrm xmlns:a="http://schemas.openxmlformats.org/drawingml/2006/main">
            <a:off x="9648825" y="4095750"/>
            <a:ext cx="58293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18232E"/>
                </a:solidFill>
                <a:latin typeface="Apple SD Gothic Neo"/>
                <a:ea typeface="Apple SD Gothic Neo"/>
                <a:cs typeface="Apple SD Gothic Neo"/>
              </a:defRPr>
            </a:pPr>
            <a:r>
              <a:rPr sz="1500" b="0">
                <a:solidFill>
                  <a:srgbClr val="18232E"/>
                </a:solidFill>
                <a:latin typeface="Apple SD Gothic Neo"/>
                <a:ea typeface="Apple SD Gothic Neo"/>
                <a:cs typeface="Apple SD Gothic Neo"/>
              </a:rPr>
              <a:t>지정 사례에서 준비된 관계 조회 이익 작음</a:t>
            </a:r>
          </a:p>
        </p:txBody>
      </p:sp>
      <p:sp>
        <p:nvSpPr>
          <p:cNvPr id="78" name="dp45-v4-qa-detail / n74">
            <a:extLst xmlns:a="http://schemas.openxmlformats.org/drawingml/2006/main">
              <a:ext uri="{FF2B5EF4-FFF2-40B4-BE49-F238E27FC236}">
                <a16:creationId xmlns:a16="http://schemas.microsoft.com/office/drawing/2014/main" id="{DDA8125B-9490-4DB5-A9E7-6518DA596846}"/>
              </a:ext>
            </a:extLst>
          </p:cNvPr>
          <p:cNvSpPr>
            <a:spLocks xmlns:a="http://schemas.openxmlformats.org/drawingml/2006/main" noGrp="1"/>
          </p:cNvSpPr>
          <p:nvPr/>
        </p:nvSpPr>
        <p:spPr>
          <a:xfrm xmlns:a="http://schemas.openxmlformats.org/drawingml/2006/main">
            <a:off x="15801975" y="3743325"/>
            <a:ext cx="1952625" cy="3286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1">
                <a:solidFill>
                  <a:srgbClr val="18232E"/>
                </a:solidFill>
                <a:latin typeface="Apple SD Gothic Neo"/>
                <a:ea typeface="Apple SD Gothic Neo"/>
                <a:cs typeface="Apple SD Gothic Neo"/>
              </a:defRPr>
            </a:pPr>
            <a:r>
              <a:rPr sz="1725" b="1">
                <a:solidFill>
                  <a:srgbClr val="18232E"/>
                </a:solidFill>
                <a:latin typeface="Apple SD Gothic Neo"/>
                <a:ea typeface="Apple SD Gothic Neo"/>
                <a:cs typeface="Apple SD Gothic Neo"/>
              </a:rPr>
              <a:t>0.000초</a:t>
            </a:r>
          </a:p>
        </p:txBody>
      </p:sp>
      <p:sp>
        <p:nvSpPr>
          <p:cNvPr id="79" name="dp45-v4-qa-detail / n75">
            <a:extLst xmlns:a="http://schemas.openxmlformats.org/drawingml/2006/main">
              <a:ext uri="{FF2B5EF4-FFF2-40B4-BE49-F238E27FC236}">
                <a16:creationId xmlns:a16="http://schemas.microsoft.com/office/drawing/2014/main" id="{E8D7C731-2294-4B44-8A41-4FE1467BE8BB}"/>
              </a:ext>
            </a:extLst>
          </p:cNvPr>
          <p:cNvSpPr>
            <a:spLocks xmlns:a="http://schemas.openxmlformats.org/drawingml/2006/main" noGrp="1"/>
          </p:cNvSpPr>
          <p:nvPr/>
        </p:nvSpPr>
        <p:spPr>
          <a:xfrm xmlns:a="http://schemas.openxmlformats.org/drawingml/2006/main">
            <a:off x="15801975" y="4124325"/>
            <a:ext cx="1952625" cy="2714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425" b="0">
                <a:solidFill>
                  <a:srgbClr val="5F6B77"/>
                </a:solidFill>
                <a:latin typeface="Apple SD Gothic Neo"/>
                <a:ea typeface="Apple SD Gothic Neo"/>
                <a:cs typeface="Apple SD Gothic Neo"/>
              </a:defRPr>
            </a:pPr>
            <a:r>
              <a:rPr sz="1425" b="0">
                <a:solidFill>
                  <a:srgbClr val="5F6B77"/>
                </a:solidFill>
                <a:latin typeface="Apple SD Gothic Neo"/>
                <a:ea typeface="Apple SD Gothic Neo"/>
                <a:cs typeface="Apple SD Gothic Neo"/>
              </a:rPr>
              <a:t>같은 가정값</a:t>
            </a:r>
          </a:p>
        </p:txBody>
      </p:sp>
      <p:sp>
        <p:nvSpPr>
          <p:cNvPr id="80" name="dp45-v4-qa-detail / n76">
            <a:extLst xmlns:a="http://schemas.openxmlformats.org/drawingml/2006/main">
              <a:ext uri="{FF2B5EF4-FFF2-40B4-BE49-F238E27FC236}">
                <a16:creationId xmlns:a16="http://schemas.microsoft.com/office/drawing/2014/main" id="{EE3B17E1-EFCB-4406-8C49-CBB5B89292D3}"/>
              </a:ext>
            </a:extLst>
          </p:cNvPr>
          <p:cNvSpPr>
            <a:spLocks xmlns:a="http://schemas.openxmlformats.org/drawingml/2006/main" noGrp="1"/>
          </p:cNvSpPr>
          <p:nvPr/>
        </p:nvSpPr>
        <p:spPr>
          <a:xfrm xmlns:a="http://schemas.openxmlformats.org/drawingml/2006/main">
            <a:off x="15801975" y="4352925"/>
            <a:ext cx="1952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5F6B77"/>
                </a:solidFill>
                <a:latin typeface="Apple SD Gothic Neo"/>
                <a:ea typeface="Apple SD Gothic Neo"/>
                <a:cs typeface="Apple SD Gothic Neo"/>
              </a:defRPr>
            </a:pPr>
            <a:r>
              <a:rPr sz="1200" b="0">
                <a:solidFill>
                  <a:srgbClr val="5F6B77"/>
                </a:solidFill>
                <a:latin typeface="Apple SD Gothic Neo"/>
                <a:ea typeface="Apple SD Gothic Neo"/>
                <a:cs typeface="Apple SD Gothic Neo"/>
              </a:rPr>
              <a:t>기준 0.10초</a:t>
            </a:r>
          </a:p>
        </p:txBody>
      </p:sp>
      <p:sp>
        <p:nvSpPr>
          <p:cNvPr id="81" name="dp45-v4-qa-detail / n77">
            <a:extLst xmlns:a="http://schemas.openxmlformats.org/drawingml/2006/main">
              <a:ext uri="{FF2B5EF4-FFF2-40B4-BE49-F238E27FC236}">
                <a16:creationId xmlns:a16="http://schemas.microsoft.com/office/drawing/2014/main" id="{ECC4D269-AB6D-4737-BA5E-D2D69F9BF795}"/>
              </a:ext>
            </a:extLst>
          </p:cNvPr>
          <p:cNvSpPr>
            <a:spLocks xmlns:a="http://schemas.openxmlformats.org/drawingml/2006/main" noGrp="1"/>
          </p:cNvSpPr>
          <p:nvPr/>
        </p:nvSpPr>
        <p:spPr>
          <a:xfrm xmlns:a="http://schemas.openxmlformats.org/drawingml/2006/main">
            <a:off x="381000" y="5591175"/>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1430">
            <a:solidFill>
              <a:srgbClr val="CDD6DE"/>
            </a:solidFill>
          </a:ln>
        </p:spPr>
      </p:sp>
      <p:sp>
        <p:nvSpPr>
          <p:cNvPr id="82" name="dp45-v4-qa-detail / n78">
            <a:extLst xmlns:a="http://schemas.openxmlformats.org/drawingml/2006/main">
              <a:ext uri="{FF2B5EF4-FFF2-40B4-BE49-F238E27FC236}">
                <a16:creationId xmlns:a16="http://schemas.microsoft.com/office/drawing/2014/main" id="{F1EB8B99-4E55-4F82-A734-62B34FFAB91D}"/>
              </a:ext>
            </a:extLst>
          </p:cNvPr>
          <p:cNvSpPr>
            <a:spLocks xmlns:a="http://schemas.openxmlformats.org/drawingml/2006/main" noGrp="1"/>
          </p:cNvSpPr>
          <p:nvPr/>
        </p:nvSpPr>
        <p:spPr>
          <a:xfrm xmlns:a="http://schemas.openxmlformats.org/drawingml/2006/main">
            <a:off x="533400" y="4695825"/>
            <a:ext cx="25146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1">
                <a:solidFill>
                  <a:srgbClr val="18232E"/>
                </a:solidFill>
                <a:latin typeface="Apple SD Gothic Neo"/>
                <a:ea typeface="Apple SD Gothic Neo"/>
                <a:cs typeface="Apple SD Gothic Neo"/>
              </a:defRPr>
            </a:pPr>
            <a:r>
              <a:rPr sz="1650" b="1">
                <a:solidFill>
                  <a:srgbClr val="18232E"/>
                </a:solidFill>
                <a:latin typeface="Apple SD Gothic Neo"/>
                <a:ea typeface="Apple SD Gothic Neo"/>
                <a:cs typeface="Apple SD Gothic Neo"/>
              </a:rPr>
              <a:t>03  VIA 요청 처리시간</a:t>
            </a:r>
          </a:p>
        </p:txBody>
      </p:sp>
      <p:sp>
        <p:nvSpPr>
          <p:cNvPr id="83" name="dp45-v4-qa-detail / n79">
            <a:extLst xmlns:a="http://schemas.openxmlformats.org/drawingml/2006/main">
              <a:ext uri="{FF2B5EF4-FFF2-40B4-BE49-F238E27FC236}">
                <a16:creationId xmlns:a16="http://schemas.microsoft.com/office/drawing/2014/main" id="{35AE70BF-C8CA-4CA2-9E90-4BA8D700348B}"/>
              </a:ext>
            </a:extLst>
          </p:cNvPr>
          <p:cNvSpPr>
            <a:spLocks xmlns:a="http://schemas.openxmlformats.org/drawingml/2006/main" noGrp="1"/>
          </p:cNvSpPr>
          <p:nvPr/>
        </p:nvSpPr>
        <p:spPr>
          <a:xfrm xmlns:a="http://schemas.openxmlformats.org/drawingml/2006/main">
            <a:off x="533400" y="5057775"/>
            <a:ext cx="2514600" cy="2714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425" b="0">
                <a:solidFill>
                  <a:srgbClr val="5F6B77"/>
                </a:solidFill>
                <a:latin typeface="Apple SD Gothic Neo"/>
                <a:ea typeface="Apple SD Gothic Neo"/>
                <a:cs typeface="Apple SD Gothic Neo"/>
              </a:defRPr>
            </a:pPr>
            <a:r>
              <a:rPr sz="1425" b="0">
                <a:solidFill>
                  <a:srgbClr val="5F6B77"/>
                </a:solidFill>
                <a:latin typeface="Apple SD Gothic Neo"/>
                <a:ea typeface="Apple SD Gothic Neo"/>
                <a:cs typeface="Apple SD Gothic Neo"/>
              </a:rPr>
              <a:t>목표 ≤10초</a:t>
            </a:r>
          </a:p>
        </p:txBody>
      </p:sp>
      <p:sp>
        <p:nvSpPr>
          <p:cNvPr id="84" name="dp45-v4-qa-detail / n80 / circle">
            <a:extLst xmlns:a="http://schemas.openxmlformats.org/drawingml/2006/main">
              <a:ext uri="{FF2B5EF4-FFF2-40B4-BE49-F238E27FC236}">
                <a16:creationId xmlns:a16="http://schemas.microsoft.com/office/drawing/2014/main" id="{8714E347-A48E-45E9-B76E-E57C4AC01408}"/>
              </a:ext>
            </a:extLst>
          </p:cNvPr>
          <p:cNvSpPr>
            <a:spLocks xmlns:a="http://schemas.openxmlformats.org/drawingml/2006/main" noGrp="1"/>
          </p:cNvSpPr>
          <p:nvPr/>
        </p:nvSpPr>
        <p:spPr>
          <a:xfrm xmlns:a="http://schemas.openxmlformats.org/drawingml/2006/main">
            <a:off x="3457575" y="4752975"/>
            <a:ext cx="171450" cy="171450"/>
          </a:xfrm>
          <a:prstGeom xmlns:a="http://schemas.openxmlformats.org/drawingml/2006/main" prst="ellipse">
            <a:avLst/>
          </a:prstGeom>
          <a:solidFill xmlns:a="http://schemas.openxmlformats.org/drawingml/2006/main">
            <a:srgbClr val="18232E"/>
          </a:solidFill>
          <a:ln xmlns:a="http://schemas.openxmlformats.org/drawingml/2006/main" w="10478">
            <a:solidFill>
              <a:srgbClr val="18232E"/>
            </a:solidFill>
          </a:ln>
        </p:spPr>
      </p:sp>
      <p:sp>
        <p:nvSpPr>
          <p:cNvPr id="85" name="dp45-v4-qa-detail / n81 / circle">
            <a:extLst xmlns:a="http://schemas.openxmlformats.org/drawingml/2006/main">
              <a:ext uri="{FF2B5EF4-FFF2-40B4-BE49-F238E27FC236}">
                <a16:creationId xmlns:a16="http://schemas.microsoft.com/office/drawing/2014/main" id="{31CD8E8E-8657-461D-A906-FC925C0969C9}"/>
              </a:ext>
            </a:extLst>
          </p:cNvPr>
          <p:cNvSpPr>
            <a:spLocks xmlns:a="http://schemas.openxmlformats.org/drawingml/2006/main" noGrp="1"/>
          </p:cNvSpPr>
          <p:nvPr/>
        </p:nvSpPr>
        <p:spPr>
          <a:xfrm xmlns:a="http://schemas.openxmlformats.org/drawingml/2006/main">
            <a:off x="3667125" y="4752975"/>
            <a:ext cx="171450" cy="171450"/>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86" name="dp45-v4-qa-detail / n81 / half">
            <a:extLst xmlns:a="http://schemas.openxmlformats.org/drawingml/2006/main">
              <a:ext uri="{FF2B5EF4-FFF2-40B4-BE49-F238E27FC236}">
                <a16:creationId xmlns:a16="http://schemas.microsoft.com/office/drawing/2014/main" id="{8B1F3C6B-414F-4C71-A97F-D1027988F30C}"/>
              </a:ext>
            </a:extLst>
          </p:cNvPr>
          <p:cNvSpPr>
            <a:spLocks xmlns:a="http://schemas.openxmlformats.org/drawingml/2006/main" noGrp="1"/>
          </p:cNvSpPr>
          <p:nvPr/>
        </p:nvSpPr>
        <p:spPr>
          <a:xfrm xmlns:a="http://schemas.openxmlformats.org/drawingml/2006/main">
            <a:off x="3667125" y="4752975"/>
            <a:ext cx="171450" cy="171450"/>
          </a:xfrm>
          <a:custGeom xmlns:a="http://schemas.openxmlformats.org/drawingml/2006/main">
            <a:pathLst>
              <a:path w="171450" h="171450">
                <a:moveTo>
                  <a:pt x="85725" y="0"/>
                </a:moveTo>
                <a:lnTo>
                  <a:pt x="77322" y="413"/>
                </a:lnTo>
                <a:lnTo>
                  <a:pt x="69001" y="1647"/>
                </a:lnTo>
                <a:lnTo>
                  <a:pt x="60840" y="3691"/>
                </a:lnTo>
                <a:lnTo>
                  <a:pt x="52919" y="6525"/>
                </a:lnTo>
                <a:lnTo>
                  <a:pt x="45315" y="10122"/>
                </a:lnTo>
                <a:lnTo>
                  <a:pt x="38099" y="14447"/>
                </a:lnTo>
                <a:lnTo>
                  <a:pt x="31342" y="19459"/>
                </a:lnTo>
                <a:lnTo>
                  <a:pt x="25108" y="25108"/>
                </a:lnTo>
                <a:lnTo>
                  <a:pt x="19459" y="31342"/>
                </a:lnTo>
                <a:lnTo>
                  <a:pt x="14447" y="38099"/>
                </a:lnTo>
                <a:lnTo>
                  <a:pt x="10122" y="45315"/>
                </a:lnTo>
                <a:lnTo>
                  <a:pt x="6525" y="52919"/>
                </a:lnTo>
                <a:lnTo>
                  <a:pt x="3691" y="60840"/>
                </a:lnTo>
                <a:lnTo>
                  <a:pt x="1647" y="69001"/>
                </a:lnTo>
                <a:lnTo>
                  <a:pt x="413" y="77322"/>
                </a:lnTo>
                <a:lnTo>
                  <a:pt x="0" y="85725"/>
                </a:lnTo>
                <a:lnTo>
                  <a:pt x="413" y="94128"/>
                </a:lnTo>
                <a:lnTo>
                  <a:pt x="1647" y="102449"/>
                </a:lnTo>
                <a:lnTo>
                  <a:pt x="3691" y="110610"/>
                </a:lnTo>
                <a:lnTo>
                  <a:pt x="6525" y="118531"/>
                </a:lnTo>
                <a:lnTo>
                  <a:pt x="10122" y="126135"/>
                </a:lnTo>
                <a:lnTo>
                  <a:pt x="14447" y="133351"/>
                </a:lnTo>
                <a:lnTo>
                  <a:pt x="19459" y="140108"/>
                </a:lnTo>
                <a:lnTo>
                  <a:pt x="25108" y="146342"/>
                </a:lnTo>
                <a:lnTo>
                  <a:pt x="31342" y="151991"/>
                </a:lnTo>
                <a:lnTo>
                  <a:pt x="38099" y="157003"/>
                </a:lnTo>
                <a:lnTo>
                  <a:pt x="45315" y="161328"/>
                </a:lnTo>
                <a:lnTo>
                  <a:pt x="52919" y="164925"/>
                </a:lnTo>
                <a:lnTo>
                  <a:pt x="60840" y="167759"/>
                </a:lnTo>
                <a:lnTo>
                  <a:pt x="69001" y="169803"/>
                </a:lnTo>
                <a:lnTo>
                  <a:pt x="77322" y="171037"/>
                </a:lnTo>
                <a:lnTo>
                  <a:pt x="85725" y="171450"/>
                </a:lnTo>
                <a:close/>
              </a:path>
            </a:pathLst>
          </a:custGeom>
          <a:solidFill xmlns:a="http://schemas.openxmlformats.org/drawingml/2006/main">
            <a:srgbClr val="18232E"/>
          </a:solidFill>
          <a:ln xmlns:a="http://schemas.openxmlformats.org/drawingml/2006/main" w="0">
            <a:noFill/>
          </a:ln>
        </p:spPr>
      </p:sp>
      <p:sp>
        <p:nvSpPr>
          <p:cNvPr id="87" name="dp45-v4-qa-detail / n82 / circle">
            <a:extLst xmlns:a="http://schemas.openxmlformats.org/drawingml/2006/main">
              <a:ext uri="{FF2B5EF4-FFF2-40B4-BE49-F238E27FC236}">
                <a16:creationId xmlns:a16="http://schemas.microsoft.com/office/drawing/2014/main" id="{8CA8FD26-B905-40E2-8EE2-F2C9598DFAD6}"/>
              </a:ext>
            </a:extLst>
          </p:cNvPr>
          <p:cNvSpPr>
            <a:spLocks xmlns:a="http://schemas.openxmlformats.org/drawingml/2006/main" noGrp="1"/>
          </p:cNvSpPr>
          <p:nvPr/>
        </p:nvSpPr>
        <p:spPr>
          <a:xfrm xmlns:a="http://schemas.openxmlformats.org/drawingml/2006/main">
            <a:off x="3876675" y="4752975"/>
            <a:ext cx="171450" cy="171450"/>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88" name="dp45-v4-qa-detail / n83">
            <a:extLst xmlns:a="http://schemas.openxmlformats.org/drawingml/2006/main">
              <a:ext uri="{FF2B5EF4-FFF2-40B4-BE49-F238E27FC236}">
                <a16:creationId xmlns:a16="http://schemas.microsoft.com/office/drawing/2014/main" id="{D9264034-573F-492D-91B1-21719C1D5D80}"/>
              </a:ext>
            </a:extLst>
          </p:cNvPr>
          <p:cNvSpPr>
            <a:spLocks xmlns:a="http://schemas.openxmlformats.org/drawingml/2006/main" noGrp="1"/>
          </p:cNvSpPr>
          <p:nvPr/>
        </p:nvSpPr>
        <p:spPr>
          <a:xfrm xmlns:a="http://schemas.openxmlformats.org/drawingml/2006/main">
            <a:off x="4181475" y="4686300"/>
            <a:ext cx="809625" cy="357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1">
                <a:solidFill>
                  <a:srgbClr val="18232E"/>
                </a:solidFill>
                <a:latin typeface="Apple SD Gothic Neo"/>
                <a:ea typeface="Apple SD Gothic Neo"/>
                <a:cs typeface="Apple SD Gothic Neo"/>
              </a:defRPr>
            </a:pPr>
            <a:r>
              <a:rPr sz="1875" b="1">
                <a:solidFill>
                  <a:srgbClr val="18232E"/>
                </a:solidFill>
                <a:latin typeface="Apple SD Gothic Neo"/>
                <a:ea typeface="Apple SD Gothic Neo"/>
                <a:cs typeface="Apple SD Gothic Neo"/>
              </a:rPr>
              <a:t>3점</a:t>
            </a:r>
          </a:p>
        </p:txBody>
      </p:sp>
      <p:sp>
        <p:nvSpPr>
          <p:cNvPr id="89" name="dp45-v4-qa-detail / n84">
            <a:extLst xmlns:a="http://schemas.openxmlformats.org/drawingml/2006/main">
              <a:ext uri="{FF2B5EF4-FFF2-40B4-BE49-F238E27FC236}">
                <a16:creationId xmlns:a16="http://schemas.microsoft.com/office/drawing/2014/main" id="{0DEC4B7D-2BD3-41E7-826C-CB2E7598E027}"/>
              </a:ext>
            </a:extLst>
          </p:cNvPr>
          <p:cNvSpPr>
            <a:spLocks xmlns:a="http://schemas.openxmlformats.org/drawingml/2006/main" noGrp="1"/>
          </p:cNvSpPr>
          <p:nvPr/>
        </p:nvSpPr>
        <p:spPr>
          <a:xfrm xmlns:a="http://schemas.openxmlformats.org/drawingml/2006/main">
            <a:off x="5076825" y="4667250"/>
            <a:ext cx="4000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1">
                <a:solidFill>
                  <a:srgbClr val="18232E"/>
                </a:solidFill>
                <a:latin typeface="Apple SD Gothic Neo"/>
                <a:ea typeface="Apple SD Gothic Neo"/>
                <a:cs typeface="Apple SD Gothic Neo"/>
              </a:defRPr>
            </a:pPr>
            <a:r>
              <a:rPr sz="2100" b="1">
                <a:solidFill>
                  <a:srgbClr val="18232E"/>
                </a:solidFill>
                <a:latin typeface="Apple SD Gothic Neo"/>
                <a:ea typeface="Apple SD Gothic Neo"/>
                <a:cs typeface="Apple SD Gothic Neo"/>
              </a:rPr>
              <a:t>5.600초</a:t>
            </a:r>
          </a:p>
        </p:txBody>
      </p:sp>
      <p:sp>
        <p:nvSpPr>
          <p:cNvPr id="90" name="dp45-v4-qa-detail / n85">
            <a:extLst xmlns:a="http://schemas.openxmlformats.org/drawingml/2006/main">
              <a:ext uri="{FF2B5EF4-FFF2-40B4-BE49-F238E27FC236}">
                <a16:creationId xmlns:a16="http://schemas.microsoft.com/office/drawing/2014/main" id="{CA53977E-C2FF-4E28-B158-6AD46C3671C4}"/>
              </a:ext>
            </a:extLst>
          </p:cNvPr>
          <p:cNvSpPr>
            <a:spLocks xmlns:a="http://schemas.openxmlformats.org/drawingml/2006/main" noGrp="1"/>
          </p:cNvSpPr>
          <p:nvPr/>
        </p:nvSpPr>
        <p:spPr>
          <a:xfrm xmlns:a="http://schemas.openxmlformats.org/drawingml/2006/main">
            <a:off x="3457575" y="5095875"/>
            <a:ext cx="58293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18232E"/>
                </a:solidFill>
                <a:latin typeface="Apple SD Gothic Neo"/>
                <a:ea typeface="Apple SD Gothic Neo"/>
                <a:cs typeface="Apple SD Gothic Neo"/>
              </a:defRPr>
            </a:pPr>
            <a:r>
              <a:rPr sz="1500" b="0">
                <a:solidFill>
                  <a:srgbClr val="18232E"/>
                </a:solidFill>
                <a:latin typeface="Apple SD Gothic Neo"/>
                <a:ea typeface="Apple SD Gothic Neo"/>
                <a:cs typeface="Apple SD Gothic Neo"/>
              </a:rPr>
              <a:t>과거 재사용 사이클의 원본 조합</a:t>
            </a:r>
          </a:p>
        </p:txBody>
      </p:sp>
      <p:sp>
        <p:nvSpPr>
          <p:cNvPr id="91" name="dp45-v4-qa-detail / n86 / circle">
            <a:extLst xmlns:a="http://schemas.openxmlformats.org/drawingml/2006/main">
              <a:ext uri="{FF2B5EF4-FFF2-40B4-BE49-F238E27FC236}">
                <a16:creationId xmlns:a16="http://schemas.microsoft.com/office/drawing/2014/main" id="{54C6CEE8-4094-4537-B278-ED291939894D}"/>
              </a:ext>
            </a:extLst>
          </p:cNvPr>
          <p:cNvSpPr>
            <a:spLocks xmlns:a="http://schemas.openxmlformats.org/drawingml/2006/main" noGrp="1"/>
          </p:cNvSpPr>
          <p:nvPr/>
        </p:nvSpPr>
        <p:spPr>
          <a:xfrm xmlns:a="http://schemas.openxmlformats.org/drawingml/2006/main">
            <a:off x="9648825" y="4752975"/>
            <a:ext cx="171450" cy="171450"/>
          </a:xfrm>
          <a:prstGeom xmlns:a="http://schemas.openxmlformats.org/drawingml/2006/main" prst="ellipse">
            <a:avLst/>
          </a:prstGeom>
          <a:solidFill xmlns:a="http://schemas.openxmlformats.org/drawingml/2006/main">
            <a:srgbClr val="18232E"/>
          </a:solidFill>
          <a:ln xmlns:a="http://schemas.openxmlformats.org/drawingml/2006/main" w="10478">
            <a:solidFill>
              <a:srgbClr val="18232E"/>
            </a:solidFill>
          </a:ln>
        </p:spPr>
      </p:sp>
      <p:sp>
        <p:nvSpPr>
          <p:cNvPr id="92" name="dp45-v4-qa-detail / n87 / circle">
            <a:extLst xmlns:a="http://schemas.openxmlformats.org/drawingml/2006/main">
              <a:ext uri="{FF2B5EF4-FFF2-40B4-BE49-F238E27FC236}">
                <a16:creationId xmlns:a16="http://schemas.microsoft.com/office/drawing/2014/main" id="{09E76515-1F09-4FC0-8608-C0EB8BD1FB9A}"/>
              </a:ext>
            </a:extLst>
          </p:cNvPr>
          <p:cNvSpPr>
            <a:spLocks xmlns:a="http://schemas.openxmlformats.org/drawingml/2006/main" noGrp="1"/>
          </p:cNvSpPr>
          <p:nvPr/>
        </p:nvSpPr>
        <p:spPr>
          <a:xfrm xmlns:a="http://schemas.openxmlformats.org/drawingml/2006/main">
            <a:off x="9858375" y="4752975"/>
            <a:ext cx="171450" cy="171450"/>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93" name="dp45-v4-qa-detail / n87 / half">
            <a:extLst xmlns:a="http://schemas.openxmlformats.org/drawingml/2006/main">
              <a:ext uri="{FF2B5EF4-FFF2-40B4-BE49-F238E27FC236}">
                <a16:creationId xmlns:a16="http://schemas.microsoft.com/office/drawing/2014/main" id="{D6FA10BC-97F7-4C23-9987-D2B1F0390188}"/>
              </a:ext>
            </a:extLst>
          </p:cNvPr>
          <p:cNvSpPr>
            <a:spLocks xmlns:a="http://schemas.openxmlformats.org/drawingml/2006/main" noGrp="1"/>
          </p:cNvSpPr>
          <p:nvPr/>
        </p:nvSpPr>
        <p:spPr>
          <a:xfrm xmlns:a="http://schemas.openxmlformats.org/drawingml/2006/main">
            <a:off x="9858375" y="4752975"/>
            <a:ext cx="171450" cy="171450"/>
          </a:xfrm>
          <a:custGeom xmlns:a="http://schemas.openxmlformats.org/drawingml/2006/main">
            <a:pathLst>
              <a:path w="171450" h="171450">
                <a:moveTo>
                  <a:pt x="85725" y="0"/>
                </a:moveTo>
                <a:lnTo>
                  <a:pt x="77322" y="413"/>
                </a:lnTo>
                <a:lnTo>
                  <a:pt x="69001" y="1647"/>
                </a:lnTo>
                <a:lnTo>
                  <a:pt x="60840" y="3691"/>
                </a:lnTo>
                <a:lnTo>
                  <a:pt x="52919" y="6525"/>
                </a:lnTo>
                <a:lnTo>
                  <a:pt x="45315" y="10122"/>
                </a:lnTo>
                <a:lnTo>
                  <a:pt x="38099" y="14447"/>
                </a:lnTo>
                <a:lnTo>
                  <a:pt x="31342" y="19459"/>
                </a:lnTo>
                <a:lnTo>
                  <a:pt x="25108" y="25108"/>
                </a:lnTo>
                <a:lnTo>
                  <a:pt x="19459" y="31342"/>
                </a:lnTo>
                <a:lnTo>
                  <a:pt x="14447" y="38099"/>
                </a:lnTo>
                <a:lnTo>
                  <a:pt x="10122" y="45315"/>
                </a:lnTo>
                <a:lnTo>
                  <a:pt x="6525" y="52919"/>
                </a:lnTo>
                <a:lnTo>
                  <a:pt x="3691" y="60840"/>
                </a:lnTo>
                <a:lnTo>
                  <a:pt x="1647" y="69001"/>
                </a:lnTo>
                <a:lnTo>
                  <a:pt x="413" y="77322"/>
                </a:lnTo>
                <a:lnTo>
                  <a:pt x="0" y="85725"/>
                </a:lnTo>
                <a:lnTo>
                  <a:pt x="413" y="94128"/>
                </a:lnTo>
                <a:lnTo>
                  <a:pt x="1647" y="102449"/>
                </a:lnTo>
                <a:lnTo>
                  <a:pt x="3691" y="110610"/>
                </a:lnTo>
                <a:lnTo>
                  <a:pt x="6525" y="118531"/>
                </a:lnTo>
                <a:lnTo>
                  <a:pt x="10122" y="126135"/>
                </a:lnTo>
                <a:lnTo>
                  <a:pt x="14447" y="133351"/>
                </a:lnTo>
                <a:lnTo>
                  <a:pt x="19459" y="140108"/>
                </a:lnTo>
                <a:lnTo>
                  <a:pt x="25108" y="146342"/>
                </a:lnTo>
                <a:lnTo>
                  <a:pt x="31342" y="151991"/>
                </a:lnTo>
                <a:lnTo>
                  <a:pt x="38099" y="157003"/>
                </a:lnTo>
                <a:lnTo>
                  <a:pt x="45315" y="161328"/>
                </a:lnTo>
                <a:lnTo>
                  <a:pt x="52919" y="164925"/>
                </a:lnTo>
                <a:lnTo>
                  <a:pt x="60840" y="167759"/>
                </a:lnTo>
                <a:lnTo>
                  <a:pt x="69001" y="169803"/>
                </a:lnTo>
                <a:lnTo>
                  <a:pt x="77322" y="171037"/>
                </a:lnTo>
                <a:lnTo>
                  <a:pt x="85725" y="171450"/>
                </a:lnTo>
                <a:close/>
              </a:path>
            </a:pathLst>
          </a:custGeom>
          <a:solidFill xmlns:a="http://schemas.openxmlformats.org/drawingml/2006/main">
            <a:srgbClr val="18232E"/>
          </a:solidFill>
          <a:ln xmlns:a="http://schemas.openxmlformats.org/drawingml/2006/main" w="0">
            <a:noFill/>
          </a:ln>
        </p:spPr>
      </p:sp>
      <p:sp>
        <p:nvSpPr>
          <p:cNvPr id="94" name="dp45-v4-qa-detail / n88 / circle">
            <a:extLst xmlns:a="http://schemas.openxmlformats.org/drawingml/2006/main">
              <a:ext uri="{FF2B5EF4-FFF2-40B4-BE49-F238E27FC236}">
                <a16:creationId xmlns:a16="http://schemas.microsoft.com/office/drawing/2014/main" id="{C3DDA789-2600-4D03-9D24-4291C88F7509}"/>
              </a:ext>
            </a:extLst>
          </p:cNvPr>
          <p:cNvSpPr>
            <a:spLocks xmlns:a="http://schemas.openxmlformats.org/drawingml/2006/main" noGrp="1"/>
          </p:cNvSpPr>
          <p:nvPr/>
        </p:nvSpPr>
        <p:spPr>
          <a:xfrm xmlns:a="http://schemas.openxmlformats.org/drawingml/2006/main">
            <a:off x="10067925" y="4752975"/>
            <a:ext cx="171450" cy="171450"/>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95" name="dp45-v4-qa-detail / n89">
            <a:extLst xmlns:a="http://schemas.openxmlformats.org/drawingml/2006/main">
              <a:ext uri="{FF2B5EF4-FFF2-40B4-BE49-F238E27FC236}">
                <a16:creationId xmlns:a16="http://schemas.microsoft.com/office/drawing/2014/main" id="{7EB264F0-0B8C-4780-A5B0-754E0A8DC41E}"/>
              </a:ext>
            </a:extLst>
          </p:cNvPr>
          <p:cNvSpPr>
            <a:spLocks xmlns:a="http://schemas.openxmlformats.org/drawingml/2006/main" noGrp="1"/>
          </p:cNvSpPr>
          <p:nvPr/>
        </p:nvSpPr>
        <p:spPr>
          <a:xfrm xmlns:a="http://schemas.openxmlformats.org/drawingml/2006/main">
            <a:off x="10372725" y="4686300"/>
            <a:ext cx="809625" cy="357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1">
                <a:solidFill>
                  <a:srgbClr val="18232E"/>
                </a:solidFill>
                <a:latin typeface="Apple SD Gothic Neo"/>
                <a:ea typeface="Apple SD Gothic Neo"/>
                <a:cs typeface="Apple SD Gothic Neo"/>
              </a:defRPr>
            </a:pPr>
            <a:r>
              <a:rPr sz="1875" b="1">
                <a:solidFill>
                  <a:srgbClr val="18232E"/>
                </a:solidFill>
                <a:latin typeface="Apple SD Gothic Neo"/>
                <a:ea typeface="Apple SD Gothic Neo"/>
                <a:cs typeface="Apple SD Gothic Neo"/>
              </a:rPr>
              <a:t>3점</a:t>
            </a:r>
          </a:p>
        </p:txBody>
      </p:sp>
      <p:sp>
        <p:nvSpPr>
          <p:cNvPr id="96" name="dp45-v4-qa-detail / n90">
            <a:extLst xmlns:a="http://schemas.openxmlformats.org/drawingml/2006/main">
              <a:ext uri="{FF2B5EF4-FFF2-40B4-BE49-F238E27FC236}">
                <a16:creationId xmlns:a16="http://schemas.microsoft.com/office/drawing/2014/main" id="{3E77725B-806D-4FAF-9A2A-563922FAE875}"/>
              </a:ext>
            </a:extLst>
          </p:cNvPr>
          <p:cNvSpPr>
            <a:spLocks xmlns:a="http://schemas.openxmlformats.org/drawingml/2006/main" noGrp="1"/>
          </p:cNvSpPr>
          <p:nvPr/>
        </p:nvSpPr>
        <p:spPr>
          <a:xfrm xmlns:a="http://schemas.openxmlformats.org/drawingml/2006/main">
            <a:off x="11268075" y="4667250"/>
            <a:ext cx="4000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1">
                <a:solidFill>
                  <a:srgbClr val="18232E"/>
                </a:solidFill>
                <a:latin typeface="Apple SD Gothic Neo"/>
                <a:ea typeface="Apple SD Gothic Neo"/>
                <a:cs typeface="Apple SD Gothic Neo"/>
              </a:defRPr>
            </a:pPr>
            <a:r>
              <a:rPr sz="2100" b="1">
                <a:solidFill>
                  <a:srgbClr val="18232E"/>
                </a:solidFill>
                <a:latin typeface="Apple SD Gothic Neo"/>
                <a:ea typeface="Apple SD Gothic Neo"/>
                <a:cs typeface="Apple SD Gothic Neo"/>
              </a:rPr>
              <a:t>5.420초</a:t>
            </a:r>
          </a:p>
        </p:txBody>
      </p:sp>
      <p:sp>
        <p:nvSpPr>
          <p:cNvPr id="97" name="dp45-v4-qa-detail / n91">
            <a:extLst xmlns:a="http://schemas.openxmlformats.org/drawingml/2006/main">
              <a:ext uri="{FF2B5EF4-FFF2-40B4-BE49-F238E27FC236}">
                <a16:creationId xmlns:a16="http://schemas.microsoft.com/office/drawing/2014/main" id="{3B4BBF79-C0D2-4676-BA32-4405F34BCAFF}"/>
              </a:ext>
            </a:extLst>
          </p:cNvPr>
          <p:cNvSpPr>
            <a:spLocks xmlns:a="http://schemas.openxmlformats.org/drawingml/2006/main" noGrp="1"/>
          </p:cNvSpPr>
          <p:nvPr/>
        </p:nvSpPr>
        <p:spPr>
          <a:xfrm xmlns:a="http://schemas.openxmlformats.org/drawingml/2006/main">
            <a:off x="9648825" y="5095875"/>
            <a:ext cx="58293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18232E"/>
                </a:solidFill>
                <a:latin typeface="Apple SD Gothic Neo"/>
                <a:ea typeface="Apple SD Gothic Neo"/>
                <a:cs typeface="Apple SD Gothic Neo"/>
              </a:defRPr>
            </a:pPr>
            <a:r>
              <a:rPr sz="1500" b="0">
                <a:solidFill>
                  <a:srgbClr val="18232E"/>
                </a:solidFill>
                <a:latin typeface="Apple SD Gothic Neo"/>
                <a:ea typeface="Apple SD Gothic Neo"/>
                <a:cs typeface="Apple SD Gothic Neo"/>
              </a:rPr>
              <a:t>한 사이클 1.08초 단축</a:t>
            </a:r>
          </a:p>
        </p:txBody>
      </p:sp>
      <p:sp>
        <p:nvSpPr>
          <p:cNvPr id="98" name="dp45-v4-qa-detail / n92">
            <a:extLst xmlns:a="http://schemas.openxmlformats.org/drawingml/2006/main">
              <a:ext uri="{FF2B5EF4-FFF2-40B4-BE49-F238E27FC236}">
                <a16:creationId xmlns:a16="http://schemas.microsoft.com/office/drawing/2014/main" id="{72FC0213-E65A-486F-9548-F761205D15BB}"/>
              </a:ext>
            </a:extLst>
          </p:cNvPr>
          <p:cNvSpPr>
            <a:spLocks xmlns:a="http://schemas.openxmlformats.org/drawingml/2006/main" noGrp="1"/>
          </p:cNvSpPr>
          <p:nvPr/>
        </p:nvSpPr>
        <p:spPr>
          <a:xfrm xmlns:a="http://schemas.openxmlformats.org/drawingml/2006/main">
            <a:off x="9648825" y="5334000"/>
            <a:ext cx="58293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18232E"/>
                </a:solidFill>
                <a:latin typeface="Apple SD Gothic Neo"/>
                <a:ea typeface="Apple SD Gothic Neo"/>
                <a:cs typeface="Apple SD Gothic Neo"/>
              </a:defRPr>
            </a:pPr>
            <a:r>
              <a:rPr sz="1500" b="0">
                <a:solidFill>
                  <a:srgbClr val="18232E"/>
                </a:solidFill>
                <a:latin typeface="Apple SD Gothic Neo"/>
                <a:ea typeface="Apple SD Gothic Neo"/>
                <a:cs typeface="Apple SD Gothic Neo"/>
              </a:rPr>
              <a:t>6개 평균 0.18초 단축</a:t>
            </a:r>
          </a:p>
        </p:txBody>
      </p:sp>
      <p:sp>
        <p:nvSpPr>
          <p:cNvPr id="99" name="dp45-v4-qa-detail / n93">
            <a:extLst xmlns:a="http://schemas.openxmlformats.org/drawingml/2006/main">
              <a:ext uri="{FF2B5EF4-FFF2-40B4-BE49-F238E27FC236}">
                <a16:creationId xmlns:a16="http://schemas.microsoft.com/office/drawing/2014/main" id="{991A412E-E964-4A43-AC71-581C0C7CF704}"/>
              </a:ext>
            </a:extLst>
          </p:cNvPr>
          <p:cNvSpPr>
            <a:spLocks xmlns:a="http://schemas.openxmlformats.org/drawingml/2006/main" noGrp="1"/>
          </p:cNvSpPr>
          <p:nvPr/>
        </p:nvSpPr>
        <p:spPr>
          <a:xfrm xmlns:a="http://schemas.openxmlformats.org/drawingml/2006/main">
            <a:off x="15801975" y="4743450"/>
            <a:ext cx="1952625" cy="3286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1">
                <a:solidFill>
                  <a:srgbClr val="18232E"/>
                </a:solidFill>
                <a:latin typeface="Apple SD Gothic Neo"/>
                <a:ea typeface="Apple SD Gothic Neo"/>
                <a:cs typeface="Apple SD Gothic Neo"/>
              </a:defRPr>
            </a:pPr>
            <a:r>
              <a:rPr sz="1725" b="1">
                <a:solidFill>
                  <a:srgbClr val="18232E"/>
                </a:solidFill>
                <a:latin typeface="Apple SD Gothic Neo"/>
                <a:ea typeface="Apple SD Gothic Neo"/>
                <a:cs typeface="Apple SD Gothic Neo"/>
              </a:rPr>
              <a:t>0.180초</a:t>
            </a:r>
          </a:p>
        </p:txBody>
      </p:sp>
      <p:sp>
        <p:nvSpPr>
          <p:cNvPr id="100" name="dp45-v4-qa-detail / n94">
            <a:extLst xmlns:a="http://schemas.openxmlformats.org/drawingml/2006/main">
              <a:ext uri="{FF2B5EF4-FFF2-40B4-BE49-F238E27FC236}">
                <a16:creationId xmlns:a16="http://schemas.microsoft.com/office/drawing/2014/main" id="{404E7485-25A4-428C-AFD6-C5AD0BE2A773}"/>
              </a:ext>
            </a:extLst>
          </p:cNvPr>
          <p:cNvSpPr>
            <a:spLocks xmlns:a="http://schemas.openxmlformats.org/drawingml/2006/main" noGrp="1"/>
          </p:cNvSpPr>
          <p:nvPr/>
        </p:nvSpPr>
        <p:spPr>
          <a:xfrm xmlns:a="http://schemas.openxmlformats.org/drawingml/2006/main">
            <a:off x="15801975" y="5124450"/>
            <a:ext cx="1952625" cy="2714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425" b="0">
                <a:solidFill>
                  <a:srgbClr val="5F6B77"/>
                </a:solidFill>
                <a:latin typeface="Apple SD Gothic Neo"/>
                <a:ea typeface="Apple SD Gothic Neo"/>
                <a:cs typeface="Apple SD Gothic Neo"/>
              </a:defRPr>
            </a:pPr>
            <a:r>
              <a:rPr sz="1425" b="0">
                <a:solidFill>
                  <a:srgbClr val="5F6B77"/>
                </a:solidFill>
                <a:latin typeface="Apple SD Gothic Neo"/>
                <a:ea typeface="Apple SD Gothic Neo"/>
                <a:cs typeface="Apple SD Gothic Neo"/>
              </a:rPr>
              <a:t>차이 기준 미만</a:t>
            </a:r>
          </a:p>
        </p:txBody>
      </p:sp>
      <p:sp>
        <p:nvSpPr>
          <p:cNvPr id="101" name="dp45-v4-qa-detail / n95">
            <a:extLst xmlns:a="http://schemas.openxmlformats.org/drawingml/2006/main">
              <a:ext uri="{FF2B5EF4-FFF2-40B4-BE49-F238E27FC236}">
                <a16:creationId xmlns:a16="http://schemas.microsoft.com/office/drawing/2014/main" id="{A1E50769-F327-45D2-A828-8DF46404FE3F}"/>
              </a:ext>
            </a:extLst>
          </p:cNvPr>
          <p:cNvSpPr>
            <a:spLocks xmlns:a="http://schemas.openxmlformats.org/drawingml/2006/main" noGrp="1"/>
          </p:cNvSpPr>
          <p:nvPr/>
        </p:nvSpPr>
        <p:spPr>
          <a:xfrm xmlns:a="http://schemas.openxmlformats.org/drawingml/2006/main">
            <a:off x="15801975" y="5353050"/>
            <a:ext cx="1952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5F6B77"/>
                </a:solidFill>
                <a:latin typeface="Apple SD Gothic Neo"/>
                <a:ea typeface="Apple SD Gothic Neo"/>
                <a:cs typeface="Apple SD Gothic Neo"/>
              </a:defRPr>
            </a:pPr>
            <a:r>
              <a:rPr sz="1200" b="0">
                <a:solidFill>
                  <a:srgbClr val="5F6B77"/>
                </a:solidFill>
                <a:latin typeface="Apple SD Gothic Neo"/>
                <a:ea typeface="Apple SD Gothic Neo"/>
                <a:cs typeface="Apple SD Gothic Neo"/>
              </a:rPr>
              <a:t>기준 0.50초</a:t>
            </a:r>
          </a:p>
        </p:txBody>
      </p:sp>
      <p:sp>
        <p:nvSpPr>
          <p:cNvPr id="102" name="dp45-v4-qa-detail / n96">
            <a:extLst xmlns:a="http://schemas.openxmlformats.org/drawingml/2006/main">
              <a:ext uri="{FF2B5EF4-FFF2-40B4-BE49-F238E27FC236}">
                <a16:creationId xmlns:a16="http://schemas.microsoft.com/office/drawing/2014/main" id="{337DDC2C-F32D-410B-8055-F513C60A5C14}"/>
              </a:ext>
            </a:extLst>
          </p:cNvPr>
          <p:cNvSpPr>
            <a:spLocks xmlns:a="http://schemas.openxmlformats.org/drawingml/2006/main" noGrp="1"/>
          </p:cNvSpPr>
          <p:nvPr/>
        </p:nvSpPr>
        <p:spPr>
          <a:xfrm xmlns:a="http://schemas.openxmlformats.org/drawingml/2006/main">
            <a:off x="381000" y="6591300"/>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1430">
            <a:solidFill>
              <a:srgbClr val="CDD6DE"/>
            </a:solidFill>
          </a:ln>
        </p:spPr>
      </p:sp>
      <p:sp>
        <p:nvSpPr>
          <p:cNvPr id="103" name="dp45-v4-qa-detail / n97">
            <a:extLst xmlns:a="http://schemas.openxmlformats.org/drawingml/2006/main">
              <a:ext uri="{FF2B5EF4-FFF2-40B4-BE49-F238E27FC236}">
                <a16:creationId xmlns:a16="http://schemas.microsoft.com/office/drawing/2014/main" id="{7CA9A02E-A5EE-4E76-BCA0-D3D3E6361DCE}"/>
              </a:ext>
            </a:extLst>
          </p:cNvPr>
          <p:cNvSpPr>
            <a:spLocks xmlns:a="http://schemas.openxmlformats.org/drawingml/2006/main" noGrp="1"/>
          </p:cNvSpPr>
          <p:nvPr/>
        </p:nvSpPr>
        <p:spPr>
          <a:xfrm xmlns:a="http://schemas.openxmlformats.org/drawingml/2006/main">
            <a:off x="533400" y="5695950"/>
            <a:ext cx="25146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1">
                <a:solidFill>
                  <a:srgbClr val="18232E"/>
                </a:solidFill>
                <a:latin typeface="Apple SD Gothic Neo"/>
                <a:ea typeface="Apple SD Gothic Neo"/>
                <a:cs typeface="Apple SD Gothic Neo"/>
              </a:defRPr>
            </a:pPr>
            <a:r>
              <a:rPr sz="1650" b="1">
                <a:solidFill>
                  <a:srgbClr val="18232E"/>
                </a:solidFill>
                <a:latin typeface="Apple SD Gothic Neo"/>
                <a:ea typeface="Apple SD Gothic Neo"/>
                <a:cs typeface="Apple SD Gothic Neo"/>
              </a:rPr>
              <a:t>04  VIA 모델 사용 비용</a:t>
            </a:r>
          </a:p>
        </p:txBody>
      </p:sp>
      <p:sp>
        <p:nvSpPr>
          <p:cNvPr id="104" name="dp45-v4-qa-detail / n98">
            <a:extLst xmlns:a="http://schemas.openxmlformats.org/drawingml/2006/main">
              <a:ext uri="{FF2B5EF4-FFF2-40B4-BE49-F238E27FC236}">
                <a16:creationId xmlns:a16="http://schemas.microsoft.com/office/drawing/2014/main" id="{42E3653A-5750-4299-931F-03FC94CE2223}"/>
              </a:ext>
            </a:extLst>
          </p:cNvPr>
          <p:cNvSpPr>
            <a:spLocks xmlns:a="http://schemas.openxmlformats.org/drawingml/2006/main" noGrp="1"/>
          </p:cNvSpPr>
          <p:nvPr/>
        </p:nvSpPr>
        <p:spPr>
          <a:xfrm xmlns:a="http://schemas.openxmlformats.org/drawingml/2006/main">
            <a:off x="533400" y="6057900"/>
            <a:ext cx="2514600" cy="2714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425" b="0">
                <a:solidFill>
                  <a:srgbClr val="5F6B77"/>
                </a:solidFill>
                <a:latin typeface="Apple SD Gothic Neo"/>
                <a:ea typeface="Apple SD Gothic Neo"/>
                <a:cs typeface="Apple SD Gothic Neo"/>
              </a:defRPr>
            </a:pPr>
            <a:r>
              <a:rPr sz="1425" b="0">
                <a:solidFill>
                  <a:srgbClr val="5F6B77"/>
                </a:solidFill>
                <a:latin typeface="Apple SD Gothic Neo"/>
                <a:ea typeface="Apple SD Gothic Neo"/>
                <a:cs typeface="Apple SD Gothic Neo"/>
              </a:rPr>
              <a:t>목표 ≤$1.50/W100</a:t>
            </a:r>
          </a:p>
        </p:txBody>
      </p:sp>
      <p:sp>
        <p:nvSpPr>
          <p:cNvPr id="105" name="dp45-v4-qa-detail / n99 / circle">
            <a:extLst xmlns:a="http://schemas.openxmlformats.org/drawingml/2006/main">
              <a:ext uri="{FF2B5EF4-FFF2-40B4-BE49-F238E27FC236}">
                <a16:creationId xmlns:a16="http://schemas.microsoft.com/office/drawing/2014/main" id="{ED75973F-93EF-433D-90C2-839C079640C4}"/>
              </a:ext>
            </a:extLst>
          </p:cNvPr>
          <p:cNvSpPr>
            <a:spLocks xmlns:a="http://schemas.openxmlformats.org/drawingml/2006/main" noGrp="1"/>
          </p:cNvSpPr>
          <p:nvPr/>
        </p:nvSpPr>
        <p:spPr>
          <a:xfrm xmlns:a="http://schemas.openxmlformats.org/drawingml/2006/main">
            <a:off x="3457575" y="5753100"/>
            <a:ext cx="171450" cy="171450"/>
          </a:xfrm>
          <a:prstGeom xmlns:a="http://schemas.openxmlformats.org/drawingml/2006/main" prst="ellipse">
            <a:avLst/>
          </a:prstGeom>
          <a:solidFill xmlns:a="http://schemas.openxmlformats.org/drawingml/2006/main">
            <a:srgbClr val="18232E"/>
          </a:solidFill>
          <a:ln xmlns:a="http://schemas.openxmlformats.org/drawingml/2006/main" w="10478">
            <a:solidFill>
              <a:srgbClr val="18232E"/>
            </a:solidFill>
          </a:ln>
        </p:spPr>
      </p:sp>
      <p:sp>
        <p:nvSpPr>
          <p:cNvPr id="106" name="dp45-v4-qa-detail / n100 / circle">
            <a:extLst xmlns:a="http://schemas.openxmlformats.org/drawingml/2006/main">
              <a:ext uri="{FF2B5EF4-FFF2-40B4-BE49-F238E27FC236}">
                <a16:creationId xmlns:a16="http://schemas.microsoft.com/office/drawing/2014/main" id="{BBBDC9F4-247C-45AA-86AC-18C3617DCC49}"/>
              </a:ext>
            </a:extLst>
          </p:cNvPr>
          <p:cNvSpPr>
            <a:spLocks xmlns:a="http://schemas.openxmlformats.org/drawingml/2006/main" noGrp="1"/>
          </p:cNvSpPr>
          <p:nvPr/>
        </p:nvSpPr>
        <p:spPr>
          <a:xfrm xmlns:a="http://schemas.openxmlformats.org/drawingml/2006/main">
            <a:off x="3667125" y="5753100"/>
            <a:ext cx="171450" cy="171450"/>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107" name="dp45-v4-qa-detail / n101 / circle">
            <a:extLst xmlns:a="http://schemas.openxmlformats.org/drawingml/2006/main">
              <a:ext uri="{FF2B5EF4-FFF2-40B4-BE49-F238E27FC236}">
                <a16:creationId xmlns:a16="http://schemas.microsoft.com/office/drawing/2014/main" id="{686E01E9-4340-4030-95DA-D56A757B9FA8}"/>
              </a:ext>
            </a:extLst>
          </p:cNvPr>
          <p:cNvSpPr>
            <a:spLocks xmlns:a="http://schemas.openxmlformats.org/drawingml/2006/main" noGrp="1"/>
          </p:cNvSpPr>
          <p:nvPr/>
        </p:nvSpPr>
        <p:spPr>
          <a:xfrm xmlns:a="http://schemas.openxmlformats.org/drawingml/2006/main">
            <a:off x="3876675" y="5753100"/>
            <a:ext cx="171450" cy="171450"/>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108" name="dp45-v4-qa-detail / n102">
            <a:extLst xmlns:a="http://schemas.openxmlformats.org/drawingml/2006/main">
              <a:ext uri="{FF2B5EF4-FFF2-40B4-BE49-F238E27FC236}">
                <a16:creationId xmlns:a16="http://schemas.microsoft.com/office/drawing/2014/main" id="{BA82E12E-E9BB-43D7-9503-4F07E30E24E1}"/>
              </a:ext>
            </a:extLst>
          </p:cNvPr>
          <p:cNvSpPr>
            <a:spLocks xmlns:a="http://schemas.openxmlformats.org/drawingml/2006/main" noGrp="1"/>
          </p:cNvSpPr>
          <p:nvPr/>
        </p:nvSpPr>
        <p:spPr>
          <a:xfrm xmlns:a="http://schemas.openxmlformats.org/drawingml/2006/main">
            <a:off x="4181475" y="5686425"/>
            <a:ext cx="809625" cy="357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1">
                <a:solidFill>
                  <a:srgbClr val="18232E"/>
                </a:solidFill>
                <a:latin typeface="Apple SD Gothic Neo"/>
                <a:ea typeface="Apple SD Gothic Neo"/>
                <a:cs typeface="Apple SD Gothic Neo"/>
              </a:defRPr>
            </a:pPr>
            <a:r>
              <a:rPr sz="1875" b="1">
                <a:solidFill>
                  <a:srgbClr val="18232E"/>
                </a:solidFill>
                <a:latin typeface="Apple SD Gothic Neo"/>
                <a:ea typeface="Apple SD Gothic Neo"/>
                <a:cs typeface="Apple SD Gothic Neo"/>
              </a:rPr>
              <a:t>2점</a:t>
            </a:r>
          </a:p>
        </p:txBody>
      </p:sp>
      <p:sp>
        <p:nvSpPr>
          <p:cNvPr id="109" name="dp45-v4-qa-detail / n103">
            <a:extLst xmlns:a="http://schemas.openxmlformats.org/drawingml/2006/main">
              <a:ext uri="{FF2B5EF4-FFF2-40B4-BE49-F238E27FC236}">
                <a16:creationId xmlns:a16="http://schemas.microsoft.com/office/drawing/2014/main" id="{ECD3DBFA-5BCF-46EC-B882-013AA4FA8510}"/>
              </a:ext>
            </a:extLst>
          </p:cNvPr>
          <p:cNvSpPr>
            <a:spLocks xmlns:a="http://schemas.openxmlformats.org/drawingml/2006/main" noGrp="1"/>
          </p:cNvSpPr>
          <p:nvPr/>
        </p:nvSpPr>
        <p:spPr>
          <a:xfrm xmlns:a="http://schemas.openxmlformats.org/drawingml/2006/main">
            <a:off x="5076825" y="5667375"/>
            <a:ext cx="4000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1">
                <a:solidFill>
                  <a:srgbClr val="18232E"/>
                </a:solidFill>
                <a:latin typeface="Apple SD Gothic Neo"/>
                <a:ea typeface="Apple SD Gothic Neo"/>
                <a:cs typeface="Apple SD Gothic Neo"/>
              </a:defRPr>
            </a:pPr>
            <a:r>
              <a:rPr sz="2100" b="1">
                <a:solidFill>
                  <a:srgbClr val="18232E"/>
                </a:solidFill>
                <a:latin typeface="Apple SD Gothic Neo"/>
                <a:ea typeface="Apple SD Gothic Neo"/>
                <a:cs typeface="Apple SD Gothic Neo"/>
              </a:rPr>
              <a:t>$1.1867</a:t>
            </a:r>
          </a:p>
        </p:txBody>
      </p:sp>
      <p:sp>
        <p:nvSpPr>
          <p:cNvPr id="110" name="dp45-v4-qa-detail / n104">
            <a:extLst xmlns:a="http://schemas.openxmlformats.org/drawingml/2006/main">
              <a:ext uri="{FF2B5EF4-FFF2-40B4-BE49-F238E27FC236}">
                <a16:creationId xmlns:a16="http://schemas.microsoft.com/office/drawing/2014/main" id="{1B82B0A4-F826-4C44-8DBD-33463C69F954}"/>
              </a:ext>
            </a:extLst>
          </p:cNvPr>
          <p:cNvSpPr>
            <a:spLocks xmlns:a="http://schemas.openxmlformats.org/drawingml/2006/main" noGrp="1"/>
          </p:cNvSpPr>
          <p:nvPr/>
        </p:nvSpPr>
        <p:spPr>
          <a:xfrm xmlns:a="http://schemas.openxmlformats.org/drawingml/2006/main">
            <a:off x="3457575" y="6096000"/>
            <a:ext cx="58293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18232E"/>
                </a:solidFill>
                <a:latin typeface="Apple SD Gothic Neo"/>
                <a:ea typeface="Apple SD Gothic Neo"/>
                <a:cs typeface="Apple SD Gothic Neo"/>
              </a:defRPr>
            </a:pPr>
            <a:r>
              <a:rPr sz="1500" b="0">
                <a:solidFill>
                  <a:srgbClr val="18232E"/>
                </a:solidFill>
                <a:latin typeface="Apple SD Gothic Neo"/>
                <a:ea typeface="Apple SD Gothic Neo"/>
                <a:cs typeface="Apple SD Gothic Neo"/>
              </a:rPr>
              <a:t>cache miss 40회 × $0.004 = $0.160</a:t>
            </a:r>
          </a:p>
        </p:txBody>
      </p:sp>
      <p:sp>
        <p:nvSpPr>
          <p:cNvPr id="111" name="dp45-v4-qa-detail / n105 / circle">
            <a:extLst xmlns:a="http://schemas.openxmlformats.org/drawingml/2006/main">
              <a:ext uri="{FF2B5EF4-FFF2-40B4-BE49-F238E27FC236}">
                <a16:creationId xmlns:a16="http://schemas.microsoft.com/office/drawing/2014/main" id="{16D8C61A-038C-4F45-AFC6-866658B3A05C}"/>
              </a:ext>
            </a:extLst>
          </p:cNvPr>
          <p:cNvSpPr>
            <a:spLocks xmlns:a="http://schemas.openxmlformats.org/drawingml/2006/main" noGrp="1"/>
          </p:cNvSpPr>
          <p:nvPr/>
        </p:nvSpPr>
        <p:spPr>
          <a:xfrm xmlns:a="http://schemas.openxmlformats.org/drawingml/2006/main">
            <a:off x="9648825" y="5753100"/>
            <a:ext cx="171450" cy="171450"/>
          </a:xfrm>
          <a:prstGeom xmlns:a="http://schemas.openxmlformats.org/drawingml/2006/main" prst="ellipse">
            <a:avLst/>
          </a:prstGeom>
          <a:solidFill xmlns:a="http://schemas.openxmlformats.org/drawingml/2006/main">
            <a:srgbClr val="18232E"/>
          </a:solidFill>
          <a:ln xmlns:a="http://schemas.openxmlformats.org/drawingml/2006/main" w="10478">
            <a:solidFill>
              <a:srgbClr val="18232E"/>
            </a:solidFill>
          </a:ln>
        </p:spPr>
      </p:sp>
      <p:sp>
        <p:nvSpPr>
          <p:cNvPr id="112" name="dp45-v4-qa-detail / n106 / circle">
            <a:extLst xmlns:a="http://schemas.openxmlformats.org/drawingml/2006/main">
              <a:ext uri="{FF2B5EF4-FFF2-40B4-BE49-F238E27FC236}">
                <a16:creationId xmlns:a16="http://schemas.microsoft.com/office/drawing/2014/main" id="{EAB0D41B-C14D-4816-BFE0-EEB8C72CD4DC}"/>
              </a:ext>
            </a:extLst>
          </p:cNvPr>
          <p:cNvSpPr>
            <a:spLocks xmlns:a="http://schemas.openxmlformats.org/drawingml/2006/main" noGrp="1"/>
          </p:cNvSpPr>
          <p:nvPr/>
        </p:nvSpPr>
        <p:spPr>
          <a:xfrm xmlns:a="http://schemas.openxmlformats.org/drawingml/2006/main">
            <a:off x="9858375" y="5753100"/>
            <a:ext cx="171450" cy="171450"/>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113" name="dp45-v4-qa-detail / n107 / circle">
            <a:extLst xmlns:a="http://schemas.openxmlformats.org/drawingml/2006/main">
              <a:ext uri="{FF2B5EF4-FFF2-40B4-BE49-F238E27FC236}">
                <a16:creationId xmlns:a16="http://schemas.microsoft.com/office/drawing/2014/main" id="{ED7D28B6-1590-414C-BC3A-476D5958146A}"/>
              </a:ext>
            </a:extLst>
          </p:cNvPr>
          <p:cNvSpPr>
            <a:spLocks xmlns:a="http://schemas.openxmlformats.org/drawingml/2006/main" noGrp="1"/>
          </p:cNvSpPr>
          <p:nvPr/>
        </p:nvSpPr>
        <p:spPr>
          <a:xfrm xmlns:a="http://schemas.openxmlformats.org/drawingml/2006/main">
            <a:off x="10067925" y="5753100"/>
            <a:ext cx="171450" cy="171450"/>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114" name="dp45-v4-qa-detail / n108">
            <a:extLst xmlns:a="http://schemas.openxmlformats.org/drawingml/2006/main">
              <a:ext uri="{FF2B5EF4-FFF2-40B4-BE49-F238E27FC236}">
                <a16:creationId xmlns:a16="http://schemas.microsoft.com/office/drawing/2014/main" id="{350BBB13-F4B9-4892-AFE4-2E1ADAD01357}"/>
              </a:ext>
            </a:extLst>
          </p:cNvPr>
          <p:cNvSpPr>
            <a:spLocks xmlns:a="http://schemas.openxmlformats.org/drawingml/2006/main" noGrp="1"/>
          </p:cNvSpPr>
          <p:nvPr/>
        </p:nvSpPr>
        <p:spPr>
          <a:xfrm xmlns:a="http://schemas.openxmlformats.org/drawingml/2006/main">
            <a:off x="10372725" y="5686425"/>
            <a:ext cx="809625" cy="357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1">
                <a:solidFill>
                  <a:srgbClr val="18232E"/>
                </a:solidFill>
                <a:latin typeface="Apple SD Gothic Neo"/>
                <a:ea typeface="Apple SD Gothic Neo"/>
                <a:cs typeface="Apple SD Gothic Neo"/>
              </a:defRPr>
            </a:pPr>
            <a:r>
              <a:rPr sz="1875" b="1">
                <a:solidFill>
                  <a:srgbClr val="18232E"/>
                </a:solidFill>
                <a:latin typeface="Apple SD Gothic Neo"/>
                <a:ea typeface="Apple SD Gothic Neo"/>
                <a:cs typeface="Apple SD Gothic Neo"/>
              </a:rPr>
              <a:t>2점</a:t>
            </a:r>
          </a:p>
        </p:txBody>
      </p:sp>
      <p:sp>
        <p:nvSpPr>
          <p:cNvPr id="115" name="dp45-v4-qa-detail / n109">
            <a:extLst xmlns:a="http://schemas.openxmlformats.org/drawingml/2006/main">
              <a:ext uri="{FF2B5EF4-FFF2-40B4-BE49-F238E27FC236}">
                <a16:creationId xmlns:a16="http://schemas.microsoft.com/office/drawing/2014/main" id="{726D725E-2150-40B3-8029-B92F855BB535}"/>
              </a:ext>
            </a:extLst>
          </p:cNvPr>
          <p:cNvSpPr>
            <a:spLocks xmlns:a="http://schemas.openxmlformats.org/drawingml/2006/main" noGrp="1"/>
          </p:cNvSpPr>
          <p:nvPr/>
        </p:nvSpPr>
        <p:spPr>
          <a:xfrm xmlns:a="http://schemas.openxmlformats.org/drawingml/2006/main">
            <a:off x="11268075" y="5667375"/>
            <a:ext cx="4000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1">
                <a:solidFill>
                  <a:srgbClr val="18232E"/>
                </a:solidFill>
                <a:latin typeface="Apple SD Gothic Neo"/>
                <a:ea typeface="Apple SD Gothic Neo"/>
                <a:cs typeface="Apple SD Gothic Neo"/>
              </a:defRPr>
            </a:pPr>
            <a:r>
              <a:rPr sz="2100" b="1">
                <a:solidFill>
                  <a:srgbClr val="18232E"/>
                </a:solidFill>
                <a:latin typeface="Apple SD Gothic Neo"/>
                <a:ea typeface="Apple SD Gothic Neo"/>
                <a:cs typeface="Apple SD Gothic Neo"/>
              </a:rPr>
              <a:t>$1.1547</a:t>
            </a:r>
          </a:p>
        </p:txBody>
      </p:sp>
      <p:sp>
        <p:nvSpPr>
          <p:cNvPr id="116" name="dp45-v4-qa-detail / n110">
            <a:extLst xmlns:a="http://schemas.openxmlformats.org/drawingml/2006/main">
              <a:ext uri="{FF2B5EF4-FFF2-40B4-BE49-F238E27FC236}">
                <a16:creationId xmlns:a16="http://schemas.microsoft.com/office/drawing/2014/main" id="{34ABD3BA-E196-4860-BBA7-C45DE66E42E4}"/>
              </a:ext>
            </a:extLst>
          </p:cNvPr>
          <p:cNvSpPr>
            <a:spLocks xmlns:a="http://schemas.openxmlformats.org/drawingml/2006/main" noGrp="1"/>
          </p:cNvSpPr>
          <p:nvPr/>
        </p:nvSpPr>
        <p:spPr>
          <a:xfrm xmlns:a="http://schemas.openxmlformats.org/drawingml/2006/main">
            <a:off x="9648825" y="6096000"/>
            <a:ext cx="58293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18232E"/>
                </a:solidFill>
                <a:latin typeface="Apple SD Gothic Neo"/>
                <a:ea typeface="Apple SD Gothic Neo"/>
                <a:cs typeface="Apple SD Gothic Neo"/>
              </a:defRPr>
            </a:pPr>
            <a:r>
              <a:rPr sz="1500" b="0">
                <a:solidFill>
                  <a:srgbClr val="18232E"/>
                </a:solidFill>
                <a:latin typeface="Apple SD Gothic Neo"/>
                <a:ea typeface="Apple SD Gothic Neo"/>
                <a:cs typeface="Apple SD Gothic Neo"/>
              </a:rPr>
              <a:t>초기와 갱신 생산 20회 × $0.0064 = $0.128</a:t>
            </a:r>
          </a:p>
        </p:txBody>
      </p:sp>
      <p:sp>
        <p:nvSpPr>
          <p:cNvPr id="117" name="dp45-v4-qa-detail / n111">
            <a:extLst xmlns:a="http://schemas.openxmlformats.org/drawingml/2006/main">
              <a:ext uri="{FF2B5EF4-FFF2-40B4-BE49-F238E27FC236}">
                <a16:creationId xmlns:a16="http://schemas.microsoft.com/office/drawing/2014/main" id="{F110FAE9-E673-4E91-9749-857A018BB6F9}"/>
              </a:ext>
            </a:extLst>
          </p:cNvPr>
          <p:cNvSpPr>
            <a:spLocks xmlns:a="http://schemas.openxmlformats.org/drawingml/2006/main" noGrp="1"/>
          </p:cNvSpPr>
          <p:nvPr/>
        </p:nvSpPr>
        <p:spPr>
          <a:xfrm xmlns:a="http://schemas.openxmlformats.org/drawingml/2006/main">
            <a:off x="15801975" y="5743575"/>
            <a:ext cx="1952625" cy="3286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1">
                <a:solidFill>
                  <a:srgbClr val="18232E"/>
                </a:solidFill>
                <a:latin typeface="Apple SD Gothic Neo"/>
                <a:ea typeface="Apple SD Gothic Neo"/>
                <a:cs typeface="Apple SD Gothic Neo"/>
              </a:defRPr>
            </a:pPr>
            <a:r>
              <a:rPr sz="1725" b="1">
                <a:solidFill>
                  <a:srgbClr val="18232E"/>
                </a:solidFill>
                <a:latin typeface="Apple SD Gothic Neo"/>
                <a:ea typeface="Apple SD Gothic Neo"/>
                <a:cs typeface="Apple SD Gothic Neo"/>
              </a:rPr>
              <a:t>0.0320USD</a:t>
            </a:r>
          </a:p>
        </p:txBody>
      </p:sp>
      <p:sp>
        <p:nvSpPr>
          <p:cNvPr id="118" name="dp45-v4-qa-detail / n112">
            <a:extLst xmlns:a="http://schemas.openxmlformats.org/drawingml/2006/main">
              <a:ext uri="{FF2B5EF4-FFF2-40B4-BE49-F238E27FC236}">
                <a16:creationId xmlns:a16="http://schemas.microsoft.com/office/drawing/2014/main" id="{060502CF-69C6-48BF-84CD-B73575EE89AA}"/>
              </a:ext>
            </a:extLst>
          </p:cNvPr>
          <p:cNvSpPr>
            <a:spLocks xmlns:a="http://schemas.openxmlformats.org/drawingml/2006/main" noGrp="1"/>
          </p:cNvSpPr>
          <p:nvPr/>
        </p:nvSpPr>
        <p:spPr>
          <a:xfrm xmlns:a="http://schemas.openxmlformats.org/drawingml/2006/main">
            <a:off x="15801975" y="6124575"/>
            <a:ext cx="1952625" cy="2714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425" b="0">
                <a:solidFill>
                  <a:srgbClr val="5F6B77"/>
                </a:solidFill>
                <a:latin typeface="Apple SD Gothic Neo"/>
                <a:ea typeface="Apple SD Gothic Neo"/>
                <a:cs typeface="Apple SD Gothic Neo"/>
              </a:defRPr>
            </a:pPr>
            <a:r>
              <a:rPr sz="1425" b="0">
                <a:solidFill>
                  <a:srgbClr val="5F6B77"/>
                </a:solidFill>
                <a:latin typeface="Apple SD Gothic Neo"/>
                <a:ea typeface="Apple SD Gothic Neo"/>
                <a:cs typeface="Apple SD Gothic Neo"/>
              </a:rPr>
              <a:t>차이 기준 미만</a:t>
            </a:r>
          </a:p>
        </p:txBody>
      </p:sp>
      <p:sp>
        <p:nvSpPr>
          <p:cNvPr id="119" name="dp45-v4-qa-detail / n113">
            <a:extLst xmlns:a="http://schemas.openxmlformats.org/drawingml/2006/main">
              <a:ext uri="{FF2B5EF4-FFF2-40B4-BE49-F238E27FC236}">
                <a16:creationId xmlns:a16="http://schemas.microsoft.com/office/drawing/2014/main" id="{45FE01AC-F656-42EE-87FD-E26BA63C3FB1}"/>
              </a:ext>
            </a:extLst>
          </p:cNvPr>
          <p:cNvSpPr>
            <a:spLocks xmlns:a="http://schemas.openxmlformats.org/drawingml/2006/main" noGrp="1"/>
          </p:cNvSpPr>
          <p:nvPr/>
        </p:nvSpPr>
        <p:spPr>
          <a:xfrm xmlns:a="http://schemas.openxmlformats.org/drawingml/2006/main">
            <a:off x="15801975" y="6353175"/>
            <a:ext cx="1952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5F6B77"/>
                </a:solidFill>
                <a:latin typeface="Apple SD Gothic Neo"/>
                <a:ea typeface="Apple SD Gothic Neo"/>
                <a:cs typeface="Apple SD Gothic Neo"/>
              </a:defRPr>
            </a:pPr>
            <a:r>
              <a:rPr sz="1200" b="0">
                <a:solidFill>
                  <a:srgbClr val="5F6B77"/>
                </a:solidFill>
                <a:latin typeface="Apple SD Gothic Neo"/>
                <a:ea typeface="Apple SD Gothic Neo"/>
                <a:cs typeface="Apple SD Gothic Neo"/>
              </a:rPr>
              <a:t>기준 0.15USD</a:t>
            </a:r>
          </a:p>
        </p:txBody>
      </p:sp>
      <p:sp>
        <p:nvSpPr>
          <p:cNvPr id="120" name="dp45-v4-qa-detail / n114">
            <a:extLst xmlns:a="http://schemas.openxmlformats.org/drawingml/2006/main">
              <a:ext uri="{FF2B5EF4-FFF2-40B4-BE49-F238E27FC236}">
                <a16:creationId xmlns:a16="http://schemas.microsoft.com/office/drawing/2014/main" id="{A112ADCA-39DA-4316-BB63-C1738AF78477}"/>
              </a:ext>
            </a:extLst>
          </p:cNvPr>
          <p:cNvSpPr>
            <a:spLocks xmlns:a="http://schemas.openxmlformats.org/drawingml/2006/main" noGrp="1"/>
          </p:cNvSpPr>
          <p:nvPr/>
        </p:nvSpPr>
        <p:spPr>
          <a:xfrm xmlns:a="http://schemas.openxmlformats.org/drawingml/2006/main">
            <a:off x="381000" y="7591425"/>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1430">
            <a:solidFill>
              <a:srgbClr val="CDD6DE"/>
            </a:solidFill>
          </a:ln>
        </p:spPr>
      </p:sp>
      <p:sp>
        <p:nvSpPr>
          <p:cNvPr id="121" name="dp45-v4-qa-detail / n115">
            <a:extLst xmlns:a="http://schemas.openxmlformats.org/drawingml/2006/main">
              <a:ext uri="{FF2B5EF4-FFF2-40B4-BE49-F238E27FC236}">
                <a16:creationId xmlns:a16="http://schemas.microsoft.com/office/drawing/2014/main" id="{4AF1FE1B-25C4-4192-BA23-41D89B835BFC}"/>
              </a:ext>
            </a:extLst>
          </p:cNvPr>
          <p:cNvSpPr>
            <a:spLocks xmlns:a="http://schemas.openxmlformats.org/drawingml/2006/main" noGrp="1"/>
          </p:cNvSpPr>
          <p:nvPr/>
        </p:nvSpPr>
        <p:spPr>
          <a:xfrm xmlns:a="http://schemas.openxmlformats.org/drawingml/2006/main">
            <a:off x="533400" y="6696075"/>
            <a:ext cx="25146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1">
                <a:solidFill>
                  <a:srgbClr val="18232E"/>
                </a:solidFill>
                <a:latin typeface="Apple SD Gothic Neo"/>
                <a:ea typeface="Apple SD Gothic Neo"/>
                <a:cs typeface="Apple SD Gothic Neo"/>
              </a:defRPr>
            </a:pPr>
            <a:r>
              <a:rPr sz="1650" b="1">
                <a:solidFill>
                  <a:srgbClr val="18232E"/>
                </a:solidFill>
                <a:latin typeface="Apple SD Gothic Neo"/>
                <a:ea typeface="Apple SD Gothic Neo"/>
                <a:cs typeface="Apple SD Gothic Neo"/>
              </a:rPr>
              <a:t>05  VIA 변경 용이성</a:t>
            </a:r>
          </a:p>
        </p:txBody>
      </p:sp>
      <p:sp>
        <p:nvSpPr>
          <p:cNvPr id="122" name="dp45-v4-qa-detail / n116">
            <a:extLst xmlns:a="http://schemas.openxmlformats.org/drawingml/2006/main">
              <a:ext uri="{FF2B5EF4-FFF2-40B4-BE49-F238E27FC236}">
                <a16:creationId xmlns:a16="http://schemas.microsoft.com/office/drawing/2014/main" id="{3F9490BF-0183-4677-A4A2-00F200BB2A9E}"/>
              </a:ext>
            </a:extLst>
          </p:cNvPr>
          <p:cNvSpPr>
            <a:spLocks xmlns:a="http://schemas.openxmlformats.org/drawingml/2006/main" noGrp="1"/>
          </p:cNvSpPr>
          <p:nvPr/>
        </p:nvSpPr>
        <p:spPr>
          <a:xfrm xmlns:a="http://schemas.openxmlformats.org/drawingml/2006/main">
            <a:off x="533400" y="7058025"/>
            <a:ext cx="2514600" cy="2714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425" b="0">
                <a:solidFill>
                  <a:srgbClr val="5F6B77"/>
                </a:solidFill>
                <a:latin typeface="Apple SD Gothic Neo"/>
                <a:ea typeface="Apple SD Gothic Neo"/>
                <a:cs typeface="Apple SD Gothic Neo"/>
              </a:defRPr>
            </a:pPr>
            <a:r>
              <a:rPr sz="1425" b="0">
                <a:solidFill>
                  <a:srgbClr val="5F6B77"/>
                </a:solidFill>
                <a:latin typeface="Apple SD Gothic Neo"/>
                <a:ea typeface="Apple SD Gothic Neo"/>
                <a:cs typeface="Apple SD Gothic Neo"/>
              </a:rPr>
              <a:t>목표 ≤3개 / 과제</a:t>
            </a:r>
          </a:p>
        </p:txBody>
      </p:sp>
      <p:sp>
        <p:nvSpPr>
          <p:cNvPr id="123" name="dp45-v4-qa-detail / n117 / circle">
            <a:extLst xmlns:a="http://schemas.openxmlformats.org/drawingml/2006/main">
              <a:ext uri="{FF2B5EF4-FFF2-40B4-BE49-F238E27FC236}">
                <a16:creationId xmlns:a16="http://schemas.microsoft.com/office/drawing/2014/main" id="{2FA10D4E-2651-4671-BF04-23D4EE655974}"/>
              </a:ext>
            </a:extLst>
          </p:cNvPr>
          <p:cNvSpPr>
            <a:spLocks xmlns:a="http://schemas.openxmlformats.org/drawingml/2006/main" noGrp="1"/>
          </p:cNvSpPr>
          <p:nvPr/>
        </p:nvSpPr>
        <p:spPr>
          <a:xfrm xmlns:a="http://schemas.openxmlformats.org/drawingml/2006/main">
            <a:off x="3457575" y="6753225"/>
            <a:ext cx="171450" cy="171450"/>
          </a:xfrm>
          <a:prstGeom xmlns:a="http://schemas.openxmlformats.org/drawingml/2006/main" prst="ellipse">
            <a:avLst/>
          </a:prstGeom>
          <a:solidFill xmlns:a="http://schemas.openxmlformats.org/drawingml/2006/main">
            <a:srgbClr val="18232E"/>
          </a:solidFill>
          <a:ln xmlns:a="http://schemas.openxmlformats.org/drawingml/2006/main" w="10478">
            <a:solidFill>
              <a:srgbClr val="18232E"/>
            </a:solidFill>
          </a:ln>
        </p:spPr>
      </p:sp>
      <p:sp>
        <p:nvSpPr>
          <p:cNvPr id="124" name="dp45-v4-qa-detail / n118 / circle">
            <a:extLst xmlns:a="http://schemas.openxmlformats.org/drawingml/2006/main">
              <a:ext uri="{FF2B5EF4-FFF2-40B4-BE49-F238E27FC236}">
                <a16:creationId xmlns:a16="http://schemas.microsoft.com/office/drawing/2014/main" id="{3590D738-7021-4E74-8552-22B4DFA8E2D0}"/>
              </a:ext>
            </a:extLst>
          </p:cNvPr>
          <p:cNvSpPr>
            <a:spLocks xmlns:a="http://schemas.openxmlformats.org/drawingml/2006/main" noGrp="1"/>
          </p:cNvSpPr>
          <p:nvPr/>
        </p:nvSpPr>
        <p:spPr>
          <a:xfrm xmlns:a="http://schemas.openxmlformats.org/drawingml/2006/main">
            <a:off x="3667125" y="6753225"/>
            <a:ext cx="171450" cy="171450"/>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125" name="dp45-v4-qa-detail / n118 / half">
            <a:extLst xmlns:a="http://schemas.openxmlformats.org/drawingml/2006/main">
              <a:ext uri="{FF2B5EF4-FFF2-40B4-BE49-F238E27FC236}">
                <a16:creationId xmlns:a16="http://schemas.microsoft.com/office/drawing/2014/main" id="{BFD34DF5-2A02-4CF0-AB13-8302CA61EED1}"/>
              </a:ext>
            </a:extLst>
          </p:cNvPr>
          <p:cNvSpPr>
            <a:spLocks xmlns:a="http://schemas.openxmlformats.org/drawingml/2006/main" noGrp="1"/>
          </p:cNvSpPr>
          <p:nvPr/>
        </p:nvSpPr>
        <p:spPr>
          <a:xfrm xmlns:a="http://schemas.openxmlformats.org/drawingml/2006/main">
            <a:off x="3667125" y="6753225"/>
            <a:ext cx="171450" cy="171450"/>
          </a:xfrm>
          <a:custGeom xmlns:a="http://schemas.openxmlformats.org/drawingml/2006/main">
            <a:pathLst>
              <a:path w="171450" h="171450">
                <a:moveTo>
                  <a:pt x="85725" y="0"/>
                </a:moveTo>
                <a:lnTo>
                  <a:pt x="77322" y="413"/>
                </a:lnTo>
                <a:lnTo>
                  <a:pt x="69001" y="1647"/>
                </a:lnTo>
                <a:lnTo>
                  <a:pt x="60840" y="3691"/>
                </a:lnTo>
                <a:lnTo>
                  <a:pt x="52919" y="6525"/>
                </a:lnTo>
                <a:lnTo>
                  <a:pt x="45315" y="10122"/>
                </a:lnTo>
                <a:lnTo>
                  <a:pt x="38099" y="14447"/>
                </a:lnTo>
                <a:lnTo>
                  <a:pt x="31342" y="19459"/>
                </a:lnTo>
                <a:lnTo>
                  <a:pt x="25108" y="25108"/>
                </a:lnTo>
                <a:lnTo>
                  <a:pt x="19459" y="31342"/>
                </a:lnTo>
                <a:lnTo>
                  <a:pt x="14447" y="38099"/>
                </a:lnTo>
                <a:lnTo>
                  <a:pt x="10122" y="45315"/>
                </a:lnTo>
                <a:lnTo>
                  <a:pt x="6525" y="52919"/>
                </a:lnTo>
                <a:lnTo>
                  <a:pt x="3691" y="60840"/>
                </a:lnTo>
                <a:lnTo>
                  <a:pt x="1647" y="69001"/>
                </a:lnTo>
                <a:lnTo>
                  <a:pt x="413" y="77322"/>
                </a:lnTo>
                <a:lnTo>
                  <a:pt x="0" y="85725"/>
                </a:lnTo>
                <a:lnTo>
                  <a:pt x="413" y="94128"/>
                </a:lnTo>
                <a:lnTo>
                  <a:pt x="1647" y="102449"/>
                </a:lnTo>
                <a:lnTo>
                  <a:pt x="3691" y="110610"/>
                </a:lnTo>
                <a:lnTo>
                  <a:pt x="6525" y="118531"/>
                </a:lnTo>
                <a:lnTo>
                  <a:pt x="10122" y="126135"/>
                </a:lnTo>
                <a:lnTo>
                  <a:pt x="14447" y="133351"/>
                </a:lnTo>
                <a:lnTo>
                  <a:pt x="19459" y="140108"/>
                </a:lnTo>
                <a:lnTo>
                  <a:pt x="25108" y="146342"/>
                </a:lnTo>
                <a:lnTo>
                  <a:pt x="31342" y="151991"/>
                </a:lnTo>
                <a:lnTo>
                  <a:pt x="38099" y="157003"/>
                </a:lnTo>
                <a:lnTo>
                  <a:pt x="45315" y="161328"/>
                </a:lnTo>
                <a:lnTo>
                  <a:pt x="52919" y="164925"/>
                </a:lnTo>
                <a:lnTo>
                  <a:pt x="60840" y="167759"/>
                </a:lnTo>
                <a:lnTo>
                  <a:pt x="69001" y="169803"/>
                </a:lnTo>
                <a:lnTo>
                  <a:pt x="77322" y="171037"/>
                </a:lnTo>
                <a:lnTo>
                  <a:pt x="85725" y="171450"/>
                </a:lnTo>
                <a:close/>
              </a:path>
            </a:pathLst>
          </a:custGeom>
          <a:solidFill xmlns:a="http://schemas.openxmlformats.org/drawingml/2006/main">
            <a:srgbClr val="18232E"/>
          </a:solidFill>
          <a:ln xmlns:a="http://schemas.openxmlformats.org/drawingml/2006/main" w="0">
            <a:noFill/>
          </a:ln>
        </p:spPr>
      </p:sp>
      <p:sp>
        <p:nvSpPr>
          <p:cNvPr id="126" name="dp45-v4-qa-detail / n119 / circle">
            <a:extLst xmlns:a="http://schemas.openxmlformats.org/drawingml/2006/main">
              <a:ext uri="{FF2B5EF4-FFF2-40B4-BE49-F238E27FC236}">
                <a16:creationId xmlns:a16="http://schemas.microsoft.com/office/drawing/2014/main" id="{CF3BA124-7377-4A5B-AE96-AA68BE769DC3}"/>
              </a:ext>
            </a:extLst>
          </p:cNvPr>
          <p:cNvSpPr>
            <a:spLocks xmlns:a="http://schemas.openxmlformats.org/drawingml/2006/main" noGrp="1"/>
          </p:cNvSpPr>
          <p:nvPr/>
        </p:nvSpPr>
        <p:spPr>
          <a:xfrm xmlns:a="http://schemas.openxmlformats.org/drawingml/2006/main">
            <a:off x="3876675" y="6753225"/>
            <a:ext cx="171450" cy="171450"/>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127" name="dp45-v4-qa-detail / n120">
            <a:extLst xmlns:a="http://schemas.openxmlformats.org/drawingml/2006/main">
              <a:ext uri="{FF2B5EF4-FFF2-40B4-BE49-F238E27FC236}">
                <a16:creationId xmlns:a16="http://schemas.microsoft.com/office/drawing/2014/main" id="{3671CFF4-0891-48E6-A121-564634A95F01}"/>
              </a:ext>
            </a:extLst>
          </p:cNvPr>
          <p:cNvSpPr>
            <a:spLocks xmlns:a="http://schemas.openxmlformats.org/drawingml/2006/main" noGrp="1"/>
          </p:cNvSpPr>
          <p:nvPr/>
        </p:nvSpPr>
        <p:spPr>
          <a:xfrm xmlns:a="http://schemas.openxmlformats.org/drawingml/2006/main">
            <a:off x="4181475" y="6686550"/>
            <a:ext cx="809625" cy="357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1">
                <a:solidFill>
                  <a:srgbClr val="18232E"/>
                </a:solidFill>
                <a:latin typeface="Apple SD Gothic Neo"/>
                <a:ea typeface="Apple SD Gothic Neo"/>
                <a:cs typeface="Apple SD Gothic Neo"/>
              </a:defRPr>
            </a:pPr>
            <a:r>
              <a:rPr sz="1875" b="1">
                <a:solidFill>
                  <a:srgbClr val="18232E"/>
                </a:solidFill>
                <a:latin typeface="Apple SD Gothic Neo"/>
                <a:ea typeface="Apple SD Gothic Neo"/>
                <a:cs typeface="Apple SD Gothic Neo"/>
              </a:rPr>
              <a:t>3점</a:t>
            </a:r>
          </a:p>
        </p:txBody>
      </p:sp>
      <p:sp>
        <p:nvSpPr>
          <p:cNvPr id="128" name="dp45-v4-qa-detail / n121">
            <a:extLst xmlns:a="http://schemas.openxmlformats.org/drawingml/2006/main">
              <a:ext uri="{FF2B5EF4-FFF2-40B4-BE49-F238E27FC236}">
                <a16:creationId xmlns:a16="http://schemas.microsoft.com/office/drawing/2014/main" id="{B47D598F-7B25-4877-866D-0051184AC1C3}"/>
              </a:ext>
            </a:extLst>
          </p:cNvPr>
          <p:cNvSpPr>
            <a:spLocks xmlns:a="http://schemas.openxmlformats.org/drawingml/2006/main" noGrp="1"/>
          </p:cNvSpPr>
          <p:nvPr/>
        </p:nvSpPr>
        <p:spPr>
          <a:xfrm xmlns:a="http://schemas.openxmlformats.org/drawingml/2006/main">
            <a:off x="5076825" y="6667500"/>
            <a:ext cx="4000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1">
                <a:solidFill>
                  <a:srgbClr val="18232E"/>
                </a:solidFill>
                <a:latin typeface="Apple SD Gothic Neo"/>
                <a:ea typeface="Apple SD Gothic Neo"/>
                <a:cs typeface="Apple SD Gothic Neo"/>
              </a:defRPr>
            </a:pPr>
            <a:r>
              <a:rPr sz="2100" b="1">
                <a:solidFill>
                  <a:srgbClr val="18232E"/>
                </a:solidFill>
                <a:latin typeface="Apple SD Gothic Neo"/>
                <a:ea typeface="Apple SD Gothic Neo"/>
                <a:cs typeface="Apple SD Gothic Neo"/>
              </a:rPr>
              <a:t>2.167개</a:t>
            </a:r>
          </a:p>
        </p:txBody>
      </p:sp>
      <p:sp>
        <p:nvSpPr>
          <p:cNvPr id="129" name="dp45-v4-qa-detail / n122">
            <a:extLst xmlns:a="http://schemas.openxmlformats.org/drawingml/2006/main">
              <a:ext uri="{FF2B5EF4-FFF2-40B4-BE49-F238E27FC236}">
                <a16:creationId xmlns:a16="http://schemas.microsoft.com/office/drawing/2014/main" id="{3B802758-8A13-46A1-8A85-1A852CF5AA7F}"/>
              </a:ext>
            </a:extLst>
          </p:cNvPr>
          <p:cNvSpPr>
            <a:spLocks xmlns:a="http://schemas.openxmlformats.org/drawingml/2006/main" noGrp="1"/>
          </p:cNvSpPr>
          <p:nvPr/>
        </p:nvSpPr>
        <p:spPr>
          <a:xfrm xmlns:a="http://schemas.openxmlformats.org/drawingml/2006/main">
            <a:off x="3457575" y="7096125"/>
            <a:ext cx="58293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18232E"/>
                </a:solidFill>
                <a:latin typeface="Apple SD Gothic Neo"/>
                <a:ea typeface="Apple SD Gothic Neo"/>
                <a:cs typeface="Apple SD Gothic Neo"/>
              </a:defRPr>
            </a:pPr>
            <a:r>
              <a:rPr sz="1500" b="0">
                <a:solidFill>
                  <a:srgbClr val="18232E"/>
                </a:solidFill>
                <a:latin typeface="Apple SD Gothic Neo"/>
                <a:ea typeface="Apple SD Gothic Neo"/>
                <a:cs typeface="Apple SD Gothic Neo"/>
              </a:rPr>
              <a:t>원본 조합과 cache의 철회 처리 변경</a:t>
            </a:r>
          </a:p>
        </p:txBody>
      </p:sp>
      <p:sp>
        <p:nvSpPr>
          <p:cNvPr id="130" name="dp45-v4-qa-detail / n123 / circle">
            <a:extLst xmlns:a="http://schemas.openxmlformats.org/drawingml/2006/main">
              <a:ext uri="{FF2B5EF4-FFF2-40B4-BE49-F238E27FC236}">
                <a16:creationId xmlns:a16="http://schemas.microsoft.com/office/drawing/2014/main" id="{539967F7-1550-4716-B098-02CCE826B28E}"/>
              </a:ext>
            </a:extLst>
          </p:cNvPr>
          <p:cNvSpPr>
            <a:spLocks xmlns:a="http://schemas.openxmlformats.org/drawingml/2006/main" noGrp="1"/>
          </p:cNvSpPr>
          <p:nvPr/>
        </p:nvSpPr>
        <p:spPr>
          <a:xfrm xmlns:a="http://schemas.openxmlformats.org/drawingml/2006/main">
            <a:off x="9648825" y="6753225"/>
            <a:ext cx="171450" cy="171450"/>
          </a:xfrm>
          <a:prstGeom xmlns:a="http://schemas.openxmlformats.org/drawingml/2006/main" prst="ellipse">
            <a:avLst/>
          </a:prstGeom>
          <a:solidFill xmlns:a="http://schemas.openxmlformats.org/drawingml/2006/main">
            <a:srgbClr val="18232E"/>
          </a:solidFill>
          <a:ln xmlns:a="http://schemas.openxmlformats.org/drawingml/2006/main" w="10478">
            <a:solidFill>
              <a:srgbClr val="18232E"/>
            </a:solidFill>
          </a:ln>
        </p:spPr>
      </p:sp>
      <p:sp>
        <p:nvSpPr>
          <p:cNvPr id="131" name="dp45-v4-qa-detail / n124 / circle">
            <a:extLst xmlns:a="http://schemas.openxmlformats.org/drawingml/2006/main">
              <a:ext uri="{FF2B5EF4-FFF2-40B4-BE49-F238E27FC236}">
                <a16:creationId xmlns:a16="http://schemas.microsoft.com/office/drawing/2014/main" id="{F0EA2A39-E069-43F0-8948-EF19A8FF9A21}"/>
              </a:ext>
            </a:extLst>
          </p:cNvPr>
          <p:cNvSpPr>
            <a:spLocks xmlns:a="http://schemas.openxmlformats.org/drawingml/2006/main" noGrp="1"/>
          </p:cNvSpPr>
          <p:nvPr/>
        </p:nvSpPr>
        <p:spPr>
          <a:xfrm xmlns:a="http://schemas.openxmlformats.org/drawingml/2006/main">
            <a:off x="9858375" y="6753225"/>
            <a:ext cx="171450" cy="171450"/>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132" name="dp45-v4-qa-detail / n125 / circle">
            <a:extLst xmlns:a="http://schemas.openxmlformats.org/drawingml/2006/main">
              <a:ext uri="{FF2B5EF4-FFF2-40B4-BE49-F238E27FC236}">
                <a16:creationId xmlns:a16="http://schemas.microsoft.com/office/drawing/2014/main" id="{308151A8-FAFE-4150-B2BD-4414F1BEA43C}"/>
              </a:ext>
            </a:extLst>
          </p:cNvPr>
          <p:cNvSpPr>
            <a:spLocks xmlns:a="http://schemas.openxmlformats.org/drawingml/2006/main" noGrp="1"/>
          </p:cNvSpPr>
          <p:nvPr/>
        </p:nvSpPr>
        <p:spPr>
          <a:xfrm xmlns:a="http://schemas.openxmlformats.org/drawingml/2006/main">
            <a:off x="10067925" y="6753225"/>
            <a:ext cx="171450" cy="171450"/>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133" name="dp45-v4-qa-detail / n126">
            <a:extLst xmlns:a="http://schemas.openxmlformats.org/drawingml/2006/main">
              <a:ext uri="{FF2B5EF4-FFF2-40B4-BE49-F238E27FC236}">
                <a16:creationId xmlns:a16="http://schemas.microsoft.com/office/drawing/2014/main" id="{C0143C6F-4344-4281-8601-0682B9451934}"/>
              </a:ext>
            </a:extLst>
          </p:cNvPr>
          <p:cNvSpPr>
            <a:spLocks xmlns:a="http://schemas.openxmlformats.org/drawingml/2006/main" noGrp="1"/>
          </p:cNvSpPr>
          <p:nvPr/>
        </p:nvSpPr>
        <p:spPr>
          <a:xfrm xmlns:a="http://schemas.openxmlformats.org/drawingml/2006/main">
            <a:off x="10372725" y="6686550"/>
            <a:ext cx="809625" cy="357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1">
                <a:solidFill>
                  <a:srgbClr val="18232E"/>
                </a:solidFill>
                <a:latin typeface="Apple SD Gothic Neo"/>
                <a:ea typeface="Apple SD Gothic Neo"/>
                <a:cs typeface="Apple SD Gothic Neo"/>
              </a:defRPr>
            </a:pPr>
            <a:r>
              <a:rPr sz="1875" b="1">
                <a:solidFill>
                  <a:srgbClr val="18232E"/>
                </a:solidFill>
                <a:latin typeface="Apple SD Gothic Neo"/>
                <a:ea typeface="Apple SD Gothic Neo"/>
                <a:cs typeface="Apple SD Gothic Neo"/>
              </a:rPr>
              <a:t>2점</a:t>
            </a:r>
          </a:p>
        </p:txBody>
      </p:sp>
      <p:sp>
        <p:nvSpPr>
          <p:cNvPr id="134" name="dp45-v4-qa-detail / n127">
            <a:extLst xmlns:a="http://schemas.openxmlformats.org/drawingml/2006/main">
              <a:ext uri="{FF2B5EF4-FFF2-40B4-BE49-F238E27FC236}">
                <a16:creationId xmlns:a16="http://schemas.microsoft.com/office/drawing/2014/main" id="{460DBA6B-4558-44FC-A8BA-5C0569FD6100}"/>
              </a:ext>
            </a:extLst>
          </p:cNvPr>
          <p:cNvSpPr>
            <a:spLocks xmlns:a="http://schemas.openxmlformats.org/drawingml/2006/main" noGrp="1"/>
          </p:cNvSpPr>
          <p:nvPr/>
        </p:nvSpPr>
        <p:spPr>
          <a:xfrm xmlns:a="http://schemas.openxmlformats.org/drawingml/2006/main">
            <a:off x="11268075" y="6667500"/>
            <a:ext cx="4000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1">
                <a:solidFill>
                  <a:srgbClr val="18232E"/>
                </a:solidFill>
                <a:latin typeface="Apple SD Gothic Neo"/>
                <a:ea typeface="Apple SD Gothic Neo"/>
                <a:cs typeface="Apple SD Gothic Neo"/>
              </a:defRPr>
            </a:pPr>
            <a:r>
              <a:rPr sz="2100" b="1">
                <a:solidFill>
                  <a:srgbClr val="18232E"/>
                </a:solidFill>
                <a:latin typeface="Apple SD Gothic Neo"/>
                <a:ea typeface="Apple SD Gothic Neo"/>
                <a:cs typeface="Apple SD Gothic Neo"/>
              </a:rPr>
              <a:t>2.333개</a:t>
            </a:r>
          </a:p>
        </p:txBody>
      </p:sp>
      <p:sp>
        <p:nvSpPr>
          <p:cNvPr id="135" name="dp45-v4-qa-detail / n128">
            <a:extLst xmlns:a="http://schemas.openxmlformats.org/drawingml/2006/main">
              <a:ext uri="{FF2B5EF4-FFF2-40B4-BE49-F238E27FC236}">
                <a16:creationId xmlns:a16="http://schemas.microsoft.com/office/drawing/2014/main" id="{688A3830-3C93-4150-99CF-25DFF3396C03}"/>
              </a:ext>
            </a:extLst>
          </p:cNvPr>
          <p:cNvSpPr>
            <a:spLocks xmlns:a="http://schemas.openxmlformats.org/drawingml/2006/main" noGrp="1"/>
          </p:cNvSpPr>
          <p:nvPr/>
        </p:nvSpPr>
        <p:spPr>
          <a:xfrm xmlns:a="http://schemas.openxmlformats.org/drawingml/2006/main">
            <a:off x="9648825" y="7096125"/>
            <a:ext cx="58293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18232E"/>
                </a:solidFill>
                <a:latin typeface="Apple SD Gothic Neo"/>
                <a:ea typeface="Apple SD Gothic Neo"/>
                <a:cs typeface="Apple SD Gothic Neo"/>
              </a:defRPr>
            </a:pPr>
            <a:r>
              <a:rPr sz="1500" b="0">
                <a:solidFill>
                  <a:srgbClr val="18232E"/>
                </a:solidFill>
                <a:latin typeface="Apple SD Gothic Neo"/>
                <a:ea typeface="Apple SD Gothic Neo"/>
                <a:cs typeface="Apple SD Gothic Neo"/>
              </a:rPr>
              <a:t>생산자와 조회자의 철회 처리 변경</a:t>
            </a:r>
          </a:p>
        </p:txBody>
      </p:sp>
      <p:sp>
        <p:nvSpPr>
          <p:cNvPr id="136" name="dp45-v4-qa-detail / n129">
            <a:extLst xmlns:a="http://schemas.openxmlformats.org/drawingml/2006/main">
              <a:ext uri="{FF2B5EF4-FFF2-40B4-BE49-F238E27FC236}">
                <a16:creationId xmlns:a16="http://schemas.microsoft.com/office/drawing/2014/main" id="{BC3846DA-0A4D-415B-BCA2-65F6890879B3}"/>
              </a:ext>
            </a:extLst>
          </p:cNvPr>
          <p:cNvSpPr>
            <a:spLocks xmlns:a="http://schemas.openxmlformats.org/drawingml/2006/main" noGrp="1"/>
          </p:cNvSpPr>
          <p:nvPr/>
        </p:nvSpPr>
        <p:spPr>
          <a:xfrm xmlns:a="http://schemas.openxmlformats.org/drawingml/2006/main">
            <a:off x="15801975" y="6743700"/>
            <a:ext cx="1952625" cy="3286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1">
                <a:solidFill>
                  <a:srgbClr val="18232E"/>
                </a:solidFill>
                <a:latin typeface="Apple SD Gothic Neo"/>
                <a:ea typeface="Apple SD Gothic Neo"/>
                <a:cs typeface="Apple SD Gothic Neo"/>
              </a:defRPr>
            </a:pPr>
            <a:r>
              <a:rPr sz="1725" b="1">
                <a:solidFill>
                  <a:srgbClr val="18232E"/>
                </a:solidFill>
                <a:latin typeface="Apple SD Gothic Neo"/>
                <a:ea typeface="Apple SD Gothic Neo"/>
                <a:cs typeface="Apple SD Gothic Neo"/>
              </a:rPr>
              <a:t>0.167개</a:t>
            </a:r>
          </a:p>
        </p:txBody>
      </p:sp>
      <p:sp>
        <p:nvSpPr>
          <p:cNvPr id="137" name="dp45-v4-qa-detail / n130">
            <a:extLst xmlns:a="http://schemas.openxmlformats.org/drawingml/2006/main">
              <a:ext uri="{FF2B5EF4-FFF2-40B4-BE49-F238E27FC236}">
                <a16:creationId xmlns:a16="http://schemas.microsoft.com/office/drawing/2014/main" id="{F522C8CA-6B30-4BC5-A3CC-DA466314E38A}"/>
              </a:ext>
            </a:extLst>
          </p:cNvPr>
          <p:cNvSpPr>
            <a:spLocks xmlns:a="http://schemas.openxmlformats.org/drawingml/2006/main" noGrp="1"/>
          </p:cNvSpPr>
          <p:nvPr/>
        </p:nvSpPr>
        <p:spPr>
          <a:xfrm xmlns:a="http://schemas.openxmlformats.org/drawingml/2006/main">
            <a:off x="15801975" y="7124700"/>
            <a:ext cx="1952625" cy="2714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425" b="0">
                <a:solidFill>
                  <a:srgbClr val="5F6B77"/>
                </a:solidFill>
                <a:latin typeface="Apple SD Gothic Neo"/>
                <a:ea typeface="Apple SD Gothic Neo"/>
                <a:cs typeface="Apple SD Gothic Neo"/>
              </a:defRPr>
            </a:pPr>
            <a:r>
              <a:rPr sz="1425" b="0">
                <a:solidFill>
                  <a:srgbClr val="5F6B77"/>
                </a:solidFill>
                <a:latin typeface="Apple SD Gothic Neo"/>
                <a:ea typeface="Apple SD Gothic Neo"/>
                <a:cs typeface="Apple SD Gothic Neo"/>
              </a:rPr>
              <a:t>차이 기준 미만</a:t>
            </a:r>
          </a:p>
        </p:txBody>
      </p:sp>
      <p:sp>
        <p:nvSpPr>
          <p:cNvPr id="138" name="dp45-v4-qa-detail / n131">
            <a:extLst xmlns:a="http://schemas.openxmlformats.org/drawingml/2006/main">
              <a:ext uri="{FF2B5EF4-FFF2-40B4-BE49-F238E27FC236}">
                <a16:creationId xmlns:a16="http://schemas.microsoft.com/office/drawing/2014/main" id="{EF4CB727-8A4C-4013-8A34-BC4A7140C4D7}"/>
              </a:ext>
            </a:extLst>
          </p:cNvPr>
          <p:cNvSpPr>
            <a:spLocks xmlns:a="http://schemas.openxmlformats.org/drawingml/2006/main" noGrp="1"/>
          </p:cNvSpPr>
          <p:nvPr/>
        </p:nvSpPr>
        <p:spPr>
          <a:xfrm xmlns:a="http://schemas.openxmlformats.org/drawingml/2006/main">
            <a:off x="15801975" y="7353300"/>
            <a:ext cx="1952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5F6B77"/>
                </a:solidFill>
                <a:latin typeface="Apple SD Gothic Neo"/>
                <a:ea typeface="Apple SD Gothic Neo"/>
                <a:cs typeface="Apple SD Gothic Neo"/>
              </a:defRPr>
            </a:pPr>
            <a:r>
              <a:rPr sz="1200" b="0">
                <a:solidFill>
                  <a:srgbClr val="5F6B77"/>
                </a:solidFill>
                <a:latin typeface="Apple SD Gothic Neo"/>
                <a:ea typeface="Apple SD Gothic Neo"/>
                <a:cs typeface="Apple SD Gothic Neo"/>
              </a:rPr>
              <a:t>기준 0.50개</a:t>
            </a:r>
          </a:p>
        </p:txBody>
      </p:sp>
      <p:sp>
        <p:nvSpPr>
          <p:cNvPr id="139" name="dp45-v4-qa-detail / n132">
            <a:extLst xmlns:a="http://schemas.openxmlformats.org/drawingml/2006/main">
              <a:ext uri="{FF2B5EF4-FFF2-40B4-BE49-F238E27FC236}">
                <a16:creationId xmlns:a16="http://schemas.microsoft.com/office/drawing/2014/main" id="{9468D28C-FF88-4B2E-8226-8B9C6E2331A1}"/>
              </a:ext>
            </a:extLst>
          </p:cNvPr>
          <p:cNvSpPr>
            <a:spLocks xmlns:a="http://schemas.openxmlformats.org/drawingml/2006/main" noGrp="1"/>
          </p:cNvSpPr>
          <p:nvPr/>
        </p:nvSpPr>
        <p:spPr>
          <a:xfrm xmlns:a="http://schemas.openxmlformats.org/drawingml/2006/main">
            <a:off x="381000" y="8591550"/>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1430">
            <a:solidFill>
              <a:srgbClr val="CDD6DE"/>
            </a:solidFill>
          </a:ln>
        </p:spPr>
      </p:sp>
      <p:sp>
        <p:nvSpPr>
          <p:cNvPr id="140" name="dp45-v4-qa-detail / n133">
            <a:extLst xmlns:a="http://schemas.openxmlformats.org/drawingml/2006/main">
              <a:ext uri="{FF2B5EF4-FFF2-40B4-BE49-F238E27FC236}">
                <a16:creationId xmlns:a16="http://schemas.microsoft.com/office/drawing/2014/main" id="{D0B03103-CCBB-4316-8A8D-C2712366F409}"/>
              </a:ext>
            </a:extLst>
          </p:cNvPr>
          <p:cNvSpPr>
            <a:spLocks xmlns:a="http://schemas.openxmlformats.org/drawingml/2006/main" noGrp="1"/>
          </p:cNvSpPr>
          <p:nvPr/>
        </p:nvSpPr>
        <p:spPr>
          <a:xfrm xmlns:a="http://schemas.openxmlformats.org/drawingml/2006/main">
            <a:off x="533400" y="7696200"/>
            <a:ext cx="25146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1">
                <a:solidFill>
                  <a:srgbClr val="18232E"/>
                </a:solidFill>
                <a:latin typeface="Apple SD Gothic Neo"/>
                <a:ea typeface="Apple SD Gothic Neo"/>
                <a:cs typeface="Apple SD Gothic Neo"/>
              </a:defRPr>
            </a:pPr>
            <a:r>
              <a:rPr sz="1650" b="1">
                <a:solidFill>
                  <a:srgbClr val="18232E"/>
                </a:solidFill>
                <a:latin typeface="Apple SD Gothic Neo"/>
                <a:ea typeface="Apple SD Gothic Neo"/>
                <a:cs typeface="Apple SD Gothic Neo"/>
              </a:rPr>
              <a:t>06  로컬 VIA 메모리 사용량</a:t>
            </a:r>
          </a:p>
        </p:txBody>
      </p:sp>
      <p:sp>
        <p:nvSpPr>
          <p:cNvPr id="141" name="dp45-v4-qa-detail / n134">
            <a:extLst xmlns:a="http://schemas.openxmlformats.org/drawingml/2006/main">
              <a:ext uri="{FF2B5EF4-FFF2-40B4-BE49-F238E27FC236}">
                <a16:creationId xmlns:a16="http://schemas.microsoft.com/office/drawing/2014/main" id="{5C8FD29C-C722-40E8-8C37-E399B6EBBC4A}"/>
              </a:ext>
            </a:extLst>
          </p:cNvPr>
          <p:cNvSpPr>
            <a:spLocks xmlns:a="http://schemas.openxmlformats.org/drawingml/2006/main" noGrp="1"/>
          </p:cNvSpPr>
          <p:nvPr/>
        </p:nvSpPr>
        <p:spPr>
          <a:xfrm xmlns:a="http://schemas.openxmlformats.org/drawingml/2006/main">
            <a:off x="533400" y="8058150"/>
            <a:ext cx="2514600" cy="2714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425" b="0">
                <a:solidFill>
                  <a:srgbClr val="5F6B77"/>
                </a:solidFill>
                <a:latin typeface="Apple SD Gothic Neo"/>
                <a:ea typeface="Apple SD Gothic Neo"/>
                <a:cs typeface="Apple SD Gothic Neo"/>
              </a:defRPr>
            </a:pPr>
            <a:r>
              <a:rPr sz="1425" b="0">
                <a:solidFill>
                  <a:srgbClr val="5F6B77"/>
                </a:solidFill>
                <a:latin typeface="Apple SD Gothic Neo"/>
                <a:ea typeface="Apple SD Gothic Neo"/>
                <a:cs typeface="Apple SD Gothic Neo"/>
              </a:rPr>
              <a:t>목표 ≤4,096MiB</a:t>
            </a:r>
          </a:p>
        </p:txBody>
      </p:sp>
      <p:sp>
        <p:nvSpPr>
          <p:cNvPr id="142" name="dp45-v4-qa-detail / n135 / circle">
            <a:extLst xmlns:a="http://schemas.openxmlformats.org/drawingml/2006/main">
              <a:ext uri="{FF2B5EF4-FFF2-40B4-BE49-F238E27FC236}">
                <a16:creationId xmlns:a16="http://schemas.microsoft.com/office/drawing/2014/main" id="{88F47F87-EC13-4294-AB7C-449748F54E63}"/>
              </a:ext>
            </a:extLst>
          </p:cNvPr>
          <p:cNvSpPr>
            <a:spLocks xmlns:a="http://schemas.openxmlformats.org/drawingml/2006/main" noGrp="1"/>
          </p:cNvSpPr>
          <p:nvPr/>
        </p:nvSpPr>
        <p:spPr>
          <a:xfrm xmlns:a="http://schemas.openxmlformats.org/drawingml/2006/main">
            <a:off x="3457575" y="7753350"/>
            <a:ext cx="171450" cy="171450"/>
          </a:xfrm>
          <a:prstGeom xmlns:a="http://schemas.openxmlformats.org/drawingml/2006/main" prst="ellipse">
            <a:avLst/>
          </a:prstGeom>
          <a:solidFill xmlns:a="http://schemas.openxmlformats.org/drawingml/2006/main">
            <a:srgbClr val="18232E"/>
          </a:solidFill>
          <a:ln xmlns:a="http://schemas.openxmlformats.org/drawingml/2006/main" w="10478">
            <a:solidFill>
              <a:srgbClr val="18232E"/>
            </a:solidFill>
          </a:ln>
        </p:spPr>
      </p:sp>
      <p:sp>
        <p:nvSpPr>
          <p:cNvPr id="143" name="dp45-v4-qa-detail / n136 / circle">
            <a:extLst xmlns:a="http://schemas.openxmlformats.org/drawingml/2006/main">
              <a:ext uri="{FF2B5EF4-FFF2-40B4-BE49-F238E27FC236}">
                <a16:creationId xmlns:a16="http://schemas.microsoft.com/office/drawing/2014/main" id="{8A59114E-0BFA-4C6A-8834-A74B770754D8}"/>
              </a:ext>
            </a:extLst>
          </p:cNvPr>
          <p:cNvSpPr>
            <a:spLocks xmlns:a="http://schemas.openxmlformats.org/drawingml/2006/main" noGrp="1"/>
          </p:cNvSpPr>
          <p:nvPr/>
        </p:nvSpPr>
        <p:spPr>
          <a:xfrm xmlns:a="http://schemas.openxmlformats.org/drawingml/2006/main">
            <a:off x="3667125" y="7753350"/>
            <a:ext cx="171450" cy="171450"/>
          </a:xfrm>
          <a:prstGeom xmlns:a="http://schemas.openxmlformats.org/drawingml/2006/main" prst="ellipse">
            <a:avLst/>
          </a:prstGeom>
          <a:solidFill xmlns:a="http://schemas.openxmlformats.org/drawingml/2006/main">
            <a:srgbClr val="18232E"/>
          </a:solidFill>
          <a:ln xmlns:a="http://schemas.openxmlformats.org/drawingml/2006/main" w="10478">
            <a:solidFill>
              <a:srgbClr val="18232E"/>
            </a:solidFill>
          </a:ln>
        </p:spPr>
      </p:sp>
      <p:sp>
        <p:nvSpPr>
          <p:cNvPr id="144" name="dp45-v4-qa-detail / n137 / circle">
            <a:extLst xmlns:a="http://schemas.openxmlformats.org/drawingml/2006/main">
              <a:ext uri="{FF2B5EF4-FFF2-40B4-BE49-F238E27FC236}">
                <a16:creationId xmlns:a16="http://schemas.microsoft.com/office/drawing/2014/main" id="{1BE16339-3CC9-4E35-BC40-5F13EC0B6946}"/>
              </a:ext>
            </a:extLst>
          </p:cNvPr>
          <p:cNvSpPr>
            <a:spLocks xmlns:a="http://schemas.openxmlformats.org/drawingml/2006/main" noGrp="1"/>
          </p:cNvSpPr>
          <p:nvPr/>
        </p:nvSpPr>
        <p:spPr>
          <a:xfrm xmlns:a="http://schemas.openxmlformats.org/drawingml/2006/main">
            <a:off x="3876675" y="7753350"/>
            <a:ext cx="171450" cy="171450"/>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145" name="dp45-v4-qa-detail / n138">
            <a:extLst xmlns:a="http://schemas.openxmlformats.org/drawingml/2006/main">
              <a:ext uri="{FF2B5EF4-FFF2-40B4-BE49-F238E27FC236}">
                <a16:creationId xmlns:a16="http://schemas.microsoft.com/office/drawing/2014/main" id="{62384312-D5FF-49E5-8F25-5F3D4B22DC69}"/>
              </a:ext>
            </a:extLst>
          </p:cNvPr>
          <p:cNvSpPr>
            <a:spLocks xmlns:a="http://schemas.openxmlformats.org/drawingml/2006/main" noGrp="1"/>
          </p:cNvSpPr>
          <p:nvPr/>
        </p:nvSpPr>
        <p:spPr>
          <a:xfrm xmlns:a="http://schemas.openxmlformats.org/drawingml/2006/main">
            <a:off x="4181475" y="7686675"/>
            <a:ext cx="809625" cy="357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1">
                <a:solidFill>
                  <a:srgbClr val="18232E"/>
                </a:solidFill>
                <a:latin typeface="Apple SD Gothic Neo"/>
                <a:ea typeface="Apple SD Gothic Neo"/>
                <a:cs typeface="Apple SD Gothic Neo"/>
              </a:defRPr>
            </a:pPr>
            <a:r>
              <a:rPr sz="1875" b="1">
                <a:solidFill>
                  <a:srgbClr val="18232E"/>
                </a:solidFill>
                <a:latin typeface="Apple SD Gothic Neo"/>
                <a:ea typeface="Apple SD Gothic Neo"/>
                <a:cs typeface="Apple SD Gothic Neo"/>
              </a:rPr>
              <a:t>4점</a:t>
            </a:r>
          </a:p>
        </p:txBody>
      </p:sp>
      <p:sp>
        <p:nvSpPr>
          <p:cNvPr id="146" name="dp45-v4-qa-detail / n139">
            <a:extLst xmlns:a="http://schemas.openxmlformats.org/drawingml/2006/main">
              <a:ext uri="{FF2B5EF4-FFF2-40B4-BE49-F238E27FC236}">
                <a16:creationId xmlns:a16="http://schemas.microsoft.com/office/drawing/2014/main" id="{68931585-5835-4622-BE59-14AF8427586B}"/>
              </a:ext>
            </a:extLst>
          </p:cNvPr>
          <p:cNvSpPr>
            <a:spLocks xmlns:a="http://schemas.openxmlformats.org/drawingml/2006/main" noGrp="1"/>
          </p:cNvSpPr>
          <p:nvPr/>
        </p:nvSpPr>
        <p:spPr>
          <a:xfrm xmlns:a="http://schemas.openxmlformats.org/drawingml/2006/main">
            <a:off x="5076825" y="7667625"/>
            <a:ext cx="4000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1">
                <a:solidFill>
                  <a:srgbClr val="18232E"/>
                </a:solidFill>
                <a:latin typeface="Apple SD Gothic Neo"/>
                <a:ea typeface="Apple SD Gothic Neo"/>
                <a:cs typeface="Apple SD Gothic Neo"/>
              </a:defRPr>
            </a:pPr>
            <a:r>
              <a:rPr sz="2100" b="1">
                <a:solidFill>
                  <a:srgbClr val="18232E"/>
                </a:solidFill>
                <a:latin typeface="Apple SD Gothic Neo"/>
                <a:ea typeface="Apple SD Gothic Neo"/>
                <a:cs typeface="Apple SD Gothic Neo"/>
              </a:rPr>
              <a:t>1,792MiB</a:t>
            </a:r>
          </a:p>
        </p:txBody>
      </p:sp>
      <p:sp>
        <p:nvSpPr>
          <p:cNvPr id="147" name="dp45-v4-qa-detail / n140">
            <a:extLst xmlns:a="http://schemas.openxmlformats.org/drawingml/2006/main">
              <a:ext uri="{FF2B5EF4-FFF2-40B4-BE49-F238E27FC236}">
                <a16:creationId xmlns:a16="http://schemas.microsoft.com/office/drawing/2014/main" id="{38BB62B1-EAC5-4F16-8058-1FB6EB427281}"/>
              </a:ext>
            </a:extLst>
          </p:cNvPr>
          <p:cNvSpPr>
            <a:spLocks xmlns:a="http://schemas.openxmlformats.org/drawingml/2006/main" noGrp="1"/>
          </p:cNvSpPr>
          <p:nvPr/>
        </p:nvSpPr>
        <p:spPr>
          <a:xfrm xmlns:a="http://schemas.openxmlformats.org/drawingml/2006/main">
            <a:off x="3457575" y="8096250"/>
            <a:ext cx="58293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18232E"/>
                </a:solidFill>
                <a:latin typeface="Apple SD Gothic Neo"/>
                <a:ea typeface="Apple SD Gothic Neo"/>
                <a:cs typeface="Apple SD Gothic Neo"/>
              </a:defRPr>
            </a:pPr>
            <a:r>
              <a:rPr sz="1500" b="0">
                <a:solidFill>
                  <a:srgbClr val="18232E"/>
                </a:solidFill>
                <a:latin typeface="Apple SD Gothic Neo"/>
                <a:ea typeface="Apple SD Gothic Neo"/>
                <a:cs typeface="Apple SD Gothic Neo"/>
              </a:rPr>
              <a:t>원문 Context와 선택 cache 유지</a:t>
            </a:r>
          </a:p>
        </p:txBody>
      </p:sp>
      <p:sp>
        <p:nvSpPr>
          <p:cNvPr id="148" name="dp45-v4-qa-detail / n141 / circle">
            <a:extLst xmlns:a="http://schemas.openxmlformats.org/drawingml/2006/main">
              <a:ext uri="{FF2B5EF4-FFF2-40B4-BE49-F238E27FC236}">
                <a16:creationId xmlns:a16="http://schemas.microsoft.com/office/drawing/2014/main" id="{CC38D647-AA7B-4814-8FE7-674C3EAE803B}"/>
              </a:ext>
            </a:extLst>
          </p:cNvPr>
          <p:cNvSpPr>
            <a:spLocks xmlns:a="http://schemas.openxmlformats.org/drawingml/2006/main" noGrp="1"/>
          </p:cNvSpPr>
          <p:nvPr/>
        </p:nvSpPr>
        <p:spPr>
          <a:xfrm xmlns:a="http://schemas.openxmlformats.org/drawingml/2006/main">
            <a:off x="9648825" y="7753350"/>
            <a:ext cx="171450" cy="171450"/>
          </a:xfrm>
          <a:prstGeom xmlns:a="http://schemas.openxmlformats.org/drawingml/2006/main" prst="ellipse">
            <a:avLst/>
          </a:prstGeom>
          <a:solidFill xmlns:a="http://schemas.openxmlformats.org/drawingml/2006/main">
            <a:srgbClr val="18232E"/>
          </a:solidFill>
          <a:ln xmlns:a="http://schemas.openxmlformats.org/drawingml/2006/main" w="10478">
            <a:solidFill>
              <a:srgbClr val="18232E"/>
            </a:solidFill>
          </a:ln>
        </p:spPr>
      </p:sp>
      <p:sp>
        <p:nvSpPr>
          <p:cNvPr id="149" name="dp45-v4-qa-detail / n142 / circle">
            <a:extLst xmlns:a="http://schemas.openxmlformats.org/drawingml/2006/main">
              <a:ext uri="{FF2B5EF4-FFF2-40B4-BE49-F238E27FC236}">
                <a16:creationId xmlns:a16="http://schemas.microsoft.com/office/drawing/2014/main" id="{7780492F-C6E7-4938-8347-6EFE81376A4A}"/>
              </a:ext>
            </a:extLst>
          </p:cNvPr>
          <p:cNvSpPr>
            <a:spLocks xmlns:a="http://schemas.openxmlformats.org/drawingml/2006/main" noGrp="1"/>
          </p:cNvSpPr>
          <p:nvPr/>
        </p:nvSpPr>
        <p:spPr>
          <a:xfrm xmlns:a="http://schemas.openxmlformats.org/drawingml/2006/main">
            <a:off x="9858375" y="7753350"/>
            <a:ext cx="171450" cy="171450"/>
          </a:xfrm>
          <a:prstGeom xmlns:a="http://schemas.openxmlformats.org/drawingml/2006/main" prst="ellipse">
            <a:avLst/>
          </a:prstGeom>
          <a:solidFill xmlns:a="http://schemas.openxmlformats.org/drawingml/2006/main">
            <a:srgbClr val="18232E"/>
          </a:solidFill>
          <a:ln xmlns:a="http://schemas.openxmlformats.org/drawingml/2006/main" w="10478">
            <a:solidFill>
              <a:srgbClr val="18232E"/>
            </a:solidFill>
          </a:ln>
        </p:spPr>
      </p:sp>
      <p:sp>
        <p:nvSpPr>
          <p:cNvPr id="150" name="dp45-v4-qa-detail / n143 / circle">
            <a:extLst xmlns:a="http://schemas.openxmlformats.org/drawingml/2006/main">
              <a:ext uri="{FF2B5EF4-FFF2-40B4-BE49-F238E27FC236}">
                <a16:creationId xmlns:a16="http://schemas.microsoft.com/office/drawing/2014/main" id="{35828DB8-24DC-4720-9D7B-9776B2E3CA1F}"/>
              </a:ext>
            </a:extLst>
          </p:cNvPr>
          <p:cNvSpPr>
            <a:spLocks xmlns:a="http://schemas.openxmlformats.org/drawingml/2006/main" noGrp="1"/>
          </p:cNvSpPr>
          <p:nvPr/>
        </p:nvSpPr>
        <p:spPr>
          <a:xfrm xmlns:a="http://schemas.openxmlformats.org/drawingml/2006/main">
            <a:off x="10067925" y="7753350"/>
            <a:ext cx="171450" cy="171450"/>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151" name="dp45-v4-qa-detail / n144">
            <a:extLst xmlns:a="http://schemas.openxmlformats.org/drawingml/2006/main">
              <a:ext uri="{FF2B5EF4-FFF2-40B4-BE49-F238E27FC236}">
                <a16:creationId xmlns:a16="http://schemas.microsoft.com/office/drawing/2014/main" id="{94B779EF-24D1-4C59-B202-21528F0E19EB}"/>
              </a:ext>
            </a:extLst>
          </p:cNvPr>
          <p:cNvSpPr>
            <a:spLocks xmlns:a="http://schemas.openxmlformats.org/drawingml/2006/main" noGrp="1"/>
          </p:cNvSpPr>
          <p:nvPr/>
        </p:nvSpPr>
        <p:spPr>
          <a:xfrm xmlns:a="http://schemas.openxmlformats.org/drawingml/2006/main">
            <a:off x="10372725" y="7686675"/>
            <a:ext cx="809625" cy="357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1">
                <a:solidFill>
                  <a:srgbClr val="18232E"/>
                </a:solidFill>
                <a:latin typeface="Apple SD Gothic Neo"/>
                <a:ea typeface="Apple SD Gothic Neo"/>
                <a:cs typeface="Apple SD Gothic Neo"/>
              </a:defRPr>
            </a:pPr>
            <a:r>
              <a:rPr sz="1875" b="1">
                <a:solidFill>
                  <a:srgbClr val="18232E"/>
                </a:solidFill>
                <a:latin typeface="Apple SD Gothic Neo"/>
                <a:ea typeface="Apple SD Gothic Neo"/>
                <a:cs typeface="Apple SD Gothic Neo"/>
              </a:rPr>
              <a:t>4점</a:t>
            </a:r>
          </a:p>
        </p:txBody>
      </p:sp>
      <p:sp>
        <p:nvSpPr>
          <p:cNvPr id="152" name="dp45-v4-qa-detail / n145">
            <a:extLst xmlns:a="http://schemas.openxmlformats.org/drawingml/2006/main">
              <a:ext uri="{FF2B5EF4-FFF2-40B4-BE49-F238E27FC236}">
                <a16:creationId xmlns:a16="http://schemas.microsoft.com/office/drawing/2014/main" id="{66EE6A6D-2826-4D6B-94A8-B40D8F2C77B9}"/>
              </a:ext>
            </a:extLst>
          </p:cNvPr>
          <p:cNvSpPr>
            <a:spLocks xmlns:a="http://schemas.openxmlformats.org/drawingml/2006/main" noGrp="1"/>
          </p:cNvSpPr>
          <p:nvPr/>
        </p:nvSpPr>
        <p:spPr>
          <a:xfrm xmlns:a="http://schemas.openxmlformats.org/drawingml/2006/main">
            <a:off x="11268075" y="7667625"/>
            <a:ext cx="4000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1">
                <a:solidFill>
                  <a:srgbClr val="18232E"/>
                </a:solidFill>
                <a:latin typeface="Apple SD Gothic Neo"/>
                <a:ea typeface="Apple SD Gothic Neo"/>
                <a:cs typeface="Apple SD Gothic Neo"/>
              </a:defRPr>
            </a:pPr>
            <a:r>
              <a:rPr sz="2100" b="1">
                <a:solidFill>
                  <a:srgbClr val="18232E"/>
                </a:solidFill>
                <a:latin typeface="Apple SD Gothic Neo"/>
                <a:ea typeface="Apple SD Gothic Neo"/>
                <a:cs typeface="Apple SD Gothic Neo"/>
              </a:rPr>
              <a:t>1,920MiB</a:t>
            </a:r>
          </a:p>
        </p:txBody>
      </p:sp>
      <p:sp>
        <p:nvSpPr>
          <p:cNvPr id="153" name="dp45-v4-qa-detail / n146">
            <a:extLst xmlns:a="http://schemas.openxmlformats.org/drawingml/2006/main">
              <a:ext uri="{FF2B5EF4-FFF2-40B4-BE49-F238E27FC236}">
                <a16:creationId xmlns:a16="http://schemas.microsoft.com/office/drawing/2014/main" id="{20C25D44-C46A-4C31-9C99-E8585F5D9513}"/>
              </a:ext>
            </a:extLst>
          </p:cNvPr>
          <p:cNvSpPr>
            <a:spLocks xmlns:a="http://schemas.openxmlformats.org/drawingml/2006/main" noGrp="1"/>
          </p:cNvSpPr>
          <p:nvPr/>
        </p:nvSpPr>
        <p:spPr>
          <a:xfrm xmlns:a="http://schemas.openxmlformats.org/drawingml/2006/main">
            <a:off x="9648825" y="8096250"/>
            <a:ext cx="58293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18232E"/>
                </a:solidFill>
                <a:latin typeface="Apple SD Gothic Neo"/>
                <a:ea typeface="Apple SD Gothic Neo"/>
                <a:cs typeface="Apple SD Gothic Neo"/>
              </a:defRPr>
            </a:pPr>
            <a:r>
              <a:rPr sz="1500" b="0">
                <a:solidFill>
                  <a:srgbClr val="18232E"/>
                </a:solidFill>
                <a:latin typeface="Apple SD Gothic Neo"/>
                <a:ea typeface="Apple SD Gothic Neo"/>
                <a:cs typeface="Apple SD Gothic Neo"/>
              </a:rPr>
              <a:t>게시 관계와 생산 상태 128MiB 순증가 가정</a:t>
            </a:r>
          </a:p>
        </p:txBody>
      </p:sp>
      <p:sp>
        <p:nvSpPr>
          <p:cNvPr id="154" name="dp45-v4-qa-detail / n147">
            <a:extLst xmlns:a="http://schemas.openxmlformats.org/drawingml/2006/main">
              <a:ext uri="{FF2B5EF4-FFF2-40B4-BE49-F238E27FC236}">
                <a16:creationId xmlns:a16="http://schemas.microsoft.com/office/drawing/2014/main" id="{7FF907E1-FAA3-4632-AA8A-42182ABA3246}"/>
              </a:ext>
            </a:extLst>
          </p:cNvPr>
          <p:cNvSpPr>
            <a:spLocks xmlns:a="http://schemas.openxmlformats.org/drawingml/2006/main" noGrp="1"/>
          </p:cNvSpPr>
          <p:nvPr/>
        </p:nvSpPr>
        <p:spPr>
          <a:xfrm xmlns:a="http://schemas.openxmlformats.org/drawingml/2006/main">
            <a:off x="15801975" y="7743825"/>
            <a:ext cx="1952625" cy="3286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1">
                <a:solidFill>
                  <a:srgbClr val="18232E"/>
                </a:solidFill>
                <a:latin typeface="Apple SD Gothic Neo"/>
                <a:ea typeface="Apple SD Gothic Neo"/>
                <a:cs typeface="Apple SD Gothic Neo"/>
              </a:defRPr>
            </a:pPr>
            <a:r>
              <a:rPr sz="1725" b="1">
                <a:solidFill>
                  <a:srgbClr val="18232E"/>
                </a:solidFill>
                <a:latin typeface="Apple SD Gothic Neo"/>
                <a:ea typeface="Apple SD Gothic Neo"/>
                <a:cs typeface="Apple SD Gothic Neo"/>
              </a:rPr>
              <a:t>128MiB</a:t>
            </a:r>
          </a:p>
        </p:txBody>
      </p:sp>
      <p:sp>
        <p:nvSpPr>
          <p:cNvPr id="155" name="dp45-v4-qa-detail / n148">
            <a:extLst xmlns:a="http://schemas.openxmlformats.org/drawingml/2006/main">
              <a:ext uri="{FF2B5EF4-FFF2-40B4-BE49-F238E27FC236}">
                <a16:creationId xmlns:a16="http://schemas.microsoft.com/office/drawing/2014/main" id="{8CF2DE96-6878-4B92-9C5A-D2B93269547B}"/>
              </a:ext>
            </a:extLst>
          </p:cNvPr>
          <p:cNvSpPr>
            <a:spLocks xmlns:a="http://schemas.openxmlformats.org/drawingml/2006/main" noGrp="1"/>
          </p:cNvSpPr>
          <p:nvPr/>
        </p:nvSpPr>
        <p:spPr>
          <a:xfrm xmlns:a="http://schemas.openxmlformats.org/drawingml/2006/main">
            <a:off x="15801975" y="8124825"/>
            <a:ext cx="1952625" cy="2714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425" b="0">
                <a:solidFill>
                  <a:srgbClr val="5F6B77"/>
                </a:solidFill>
                <a:latin typeface="Apple SD Gothic Neo"/>
                <a:ea typeface="Apple SD Gothic Neo"/>
                <a:cs typeface="Apple SD Gothic Neo"/>
              </a:defRPr>
            </a:pPr>
            <a:r>
              <a:rPr sz="1425" b="0">
                <a:solidFill>
                  <a:srgbClr val="5F6B77"/>
                </a:solidFill>
                <a:latin typeface="Apple SD Gothic Neo"/>
                <a:ea typeface="Apple SD Gothic Neo"/>
                <a:cs typeface="Apple SD Gothic Neo"/>
              </a:rPr>
              <a:t>가정상 A 유리</a:t>
            </a:r>
          </a:p>
        </p:txBody>
      </p:sp>
      <p:sp>
        <p:nvSpPr>
          <p:cNvPr id="156" name="dp45-v4-qa-detail / n149">
            <a:extLst xmlns:a="http://schemas.openxmlformats.org/drawingml/2006/main">
              <a:ext uri="{FF2B5EF4-FFF2-40B4-BE49-F238E27FC236}">
                <a16:creationId xmlns:a16="http://schemas.microsoft.com/office/drawing/2014/main" id="{8B95FBA7-7EE2-477F-B2E1-4BF4152E3C94}"/>
              </a:ext>
            </a:extLst>
          </p:cNvPr>
          <p:cNvSpPr>
            <a:spLocks xmlns:a="http://schemas.openxmlformats.org/drawingml/2006/main" noGrp="1"/>
          </p:cNvSpPr>
          <p:nvPr/>
        </p:nvSpPr>
        <p:spPr>
          <a:xfrm xmlns:a="http://schemas.openxmlformats.org/drawingml/2006/main">
            <a:off x="15801975" y="8353425"/>
            <a:ext cx="1952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5F6B77"/>
                </a:solidFill>
                <a:latin typeface="Apple SD Gothic Neo"/>
                <a:ea typeface="Apple SD Gothic Neo"/>
                <a:cs typeface="Apple SD Gothic Neo"/>
              </a:defRPr>
            </a:pPr>
            <a:r>
              <a:rPr sz="1200" b="0">
                <a:solidFill>
                  <a:srgbClr val="5F6B77"/>
                </a:solidFill>
                <a:latin typeface="Apple SD Gothic Neo"/>
                <a:ea typeface="Apple SD Gothic Neo"/>
                <a:cs typeface="Apple SD Gothic Neo"/>
              </a:rPr>
              <a:t>기준 128MiB</a:t>
            </a:r>
          </a:p>
        </p:txBody>
      </p:sp>
      <p:sp>
        <p:nvSpPr>
          <p:cNvPr id="157" name="dp45-v4-qa-detail / n150">
            <a:extLst xmlns:a="http://schemas.openxmlformats.org/drawingml/2006/main">
              <a:ext uri="{FF2B5EF4-FFF2-40B4-BE49-F238E27FC236}">
                <a16:creationId xmlns:a16="http://schemas.microsoft.com/office/drawing/2014/main" id="{41F4F57B-8EA1-4709-9F46-D5F174B75A45}"/>
              </a:ext>
            </a:extLst>
          </p:cNvPr>
          <p:cNvSpPr>
            <a:spLocks xmlns:a="http://schemas.openxmlformats.org/drawingml/2006/main" noGrp="1"/>
          </p:cNvSpPr>
          <p:nvPr/>
        </p:nvSpPr>
        <p:spPr>
          <a:xfrm xmlns:a="http://schemas.openxmlformats.org/drawingml/2006/main">
            <a:off x="3238500" y="2143125"/>
            <a:ext cx="953" cy="6457950"/>
          </a:xfrm>
          <a:custGeom xmlns:a="http://schemas.openxmlformats.org/drawingml/2006/main">
            <a:pathLst>
              <a:path w="953" h="6457950">
                <a:moveTo>
                  <a:pt x="0" y="0"/>
                </a:moveTo>
                <a:lnTo>
                  <a:pt x="953" y="6457950"/>
                </a:lnTo>
              </a:path>
            </a:pathLst>
          </a:custGeom>
          <a:noFill xmlns:a="http://schemas.openxmlformats.org/drawingml/2006/main"/>
          <a:ln xmlns:a="http://schemas.openxmlformats.org/drawingml/2006/main" w="11430">
            <a:solidFill>
              <a:srgbClr val="CDD6DE"/>
            </a:solidFill>
          </a:ln>
        </p:spPr>
      </p:sp>
      <p:sp>
        <p:nvSpPr>
          <p:cNvPr id="158" name="dp45-v4-qa-detail / n151">
            <a:extLst xmlns:a="http://schemas.openxmlformats.org/drawingml/2006/main">
              <a:ext uri="{FF2B5EF4-FFF2-40B4-BE49-F238E27FC236}">
                <a16:creationId xmlns:a16="http://schemas.microsoft.com/office/drawing/2014/main" id="{375BD2BB-DA7A-490B-A263-D3C4DDA54C0C}"/>
              </a:ext>
            </a:extLst>
          </p:cNvPr>
          <p:cNvSpPr>
            <a:spLocks xmlns:a="http://schemas.openxmlformats.org/drawingml/2006/main" noGrp="1"/>
          </p:cNvSpPr>
          <p:nvPr/>
        </p:nvSpPr>
        <p:spPr>
          <a:xfrm xmlns:a="http://schemas.openxmlformats.org/drawingml/2006/main">
            <a:off x="9429750" y="2143125"/>
            <a:ext cx="953" cy="6457950"/>
          </a:xfrm>
          <a:custGeom xmlns:a="http://schemas.openxmlformats.org/drawingml/2006/main">
            <a:pathLst>
              <a:path w="953" h="6457950">
                <a:moveTo>
                  <a:pt x="0" y="0"/>
                </a:moveTo>
                <a:lnTo>
                  <a:pt x="953" y="6457950"/>
                </a:lnTo>
              </a:path>
            </a:pathLst>
          </a:custGeom>
          <a:noFill xmlns:a="http://schemas.openxmlformats.org/drawingml/2006/main"/>
          <a:ln xmlns:a="http://schemas.openxmlformats.org/drawingml/2006/main" w="11430">
            <a:solidFill>
              <a:srgbClr val="CDD6DE"/>
            </a:solidFill>
          </a:ln>
        </p:spPr>
      </p:sp>
      <p:sp>
        <p:nvSpPr>
          <p:cNvPr id="159" name="dp45-v4-qa-detail / n152">
            <a:extLst xmlns:a="http://schemas.openxmlformats.org/drawingml/2006/main">
              <a:ext uri="{FF2B5EF4-FFF2-40B4-BE49-F238E27FC236}">
                <a16:creationId xmlns:a16="http://schemas.microsoft.com/office/drawing/2014/main" id="{31F5F740-6A12-4248-9328-DF9F7D191735}"/>
              </a:ext>
            </a:extLst>
          </p:cNvPr>
          <p:cNvSpPr>
            <a:spLocks xmlns:a="http://schemas.openxmlformats.org/drawingml/2006/main" noGrp="1"/>
          </p:cNvSpPr>
          <p:nvPr/>
        </p:nvSpPr>
        <p:spPr>
          <a:xfrm xmlns:a="http://schemas.openxmlformats.org/drawingml/2006/main">
            <a:off x="15621000" y="2143125"/>
            <a:ext cx="953" cy="6457950"/>
          </a:xfrm>
          <a:custGeom xmlns:a="http://schemas.openxmlformats.org/drawingml/2006/main">
            <a:pathLst>
              <a:path w="953" h="6457950">
                <a:moveTo>
                  <a:pt x="0" y="0"/>
                </a:moveTo>
                <a:lnTo>
                  <a:pt x="953" y="6457950"/>
                </a:lnTo>
              </a:path>
            </a:pathLst>
          </a:custGeom>
          <a:noFill xmlns:a="http://schemas.openxmlformats.org/drawingml/2006/main"/>
          <a:ln xmlns:a="http://schemas.openxmlformats.org/drawingml/2006/main" w="11430">
            <a:solidFill>
              <a:srgbClr val="CDD6DE"/>
            </a:solidFill>
          </a:ln>
        </p:spPr>
      </p:sp>
      <p:sp>
        <p:nvSpPr>
          <p:cNvPr id="160" name="dp45-v4-qa-detail / n153">
            <a:extLst xmlns:a="http://schemas.openxmlformats.org/drawingml/2006/main">
              <a:ext uri="{FF2B5EF4-FFF2-40B4-BE49-F238E27FC236}">
                <a16:creationId xmlns:a16="http://schemas.microsoft.com/office/drawing/2014/main" id="{3D50985F-9EF1-4BD8-87C0-673C4E9DDF9C}"/>
              </a:ext>
            </a:extLst>
          </p:cNvPr>
          <p:cNvSpPr>
            <a:spLocks xmlns:a="http://schemas.openxmlformats.org/drawingml/2006/main" noGrp="1"/>
          </p:cNvSpPr>
          <p:nvPr/>
        </p:nvSpPr>
        <p:spPr>
          <a:xfrm xmlns:a="http://schemas.openxmlformats.org/drawingml/2006/main">
            <a:off x="381000" y="8867775"/>
            <a:ext cx="17526000" cy="3286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0">
                <a:solidFill>
                  <a:srgbClr val="18232E"/>
                </a:solidFill>
                <a:latin typeface="Apple SD Gothic Neo"/>
                <a:ea typeface="Apple SD Gothic Neo"/>
                <a:cs typeface="Apple SD Gothic Neo"/>
              </a:defRPr>
            </a:pPr>
            <a:r>
              <a:rPr sz="1725" b="0">
                <a:solidFill>
                  <a:srgbClr val="18232E"/>
                </a:solidFill>
                <a:latin typeface="Apple SD Gothic Neo"/>
                <a:ea typeface="Apple SD Gothic Neo"/>
                <a:cs typeface="Apple SD Gothic Neo"/>
              </a:rPr>
              <a:t>A cache 허용 / B 초기 생산과 갱신 비용 포함 / 준비된 정보 재사용</a:t>
            </a:r>
          </a:p>
        </p:txBody>
      </p:sp>
      <p:sp>
        <p:nvSpPr>
          <p:cNvPr id="161" name="dp45-v4-qa-detail / n154">
            <a:extLst xmlns:a="http://schemas.openxmlformats.org/drawingml/2006/main">
              <a:ext uri="{FF2B5EF4-FFF2-40B4-BE49-F238E27FC236}">
                <a16:creationId xmlns:a16="http://schemas.microsoft.com/office/drawing/2014/main" id="{1E2DDBDB-584E-4311-85A4-DC8F26001611}"/>
              </a:ext>
            </a:extLst>
          </p:cNvPr>
          <p:cNvSpPr>
            <a:spLocks xmlns:a="http://schemas.openxmlformats.org/drawingml/2006/main" noGrp="1"/>
          </p:cNvSpPr>
          <p:nvPr/>
        </p:nvSpPr>
        <p:spPr>
          <a:xfrm xmlns:a="http://schemas.openxmlformats.org/drawingml/2006/main">
            <a:off x="381000" y="9220200"/>
            <a:ext cx="175260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5F6B77"/>
                </a:solidFill>
                <a:latin typeface="Apple SD Gothic Neo"/>
                <a:ea typeface="Apple SD Gothic Neo"/>
                <a:cs typeface="Apple SD Gothic Neo"/>
              </a:defRPr>
            </a:pPr>
            <a:r>
              <a:rPr sz="1650" b="0">
                <a:solidFill>
                  <a:srgbClr val="5F6B77"/>
                </a:solidFill>
                <a:latin typeface="Apple SD Gothic Neo"/>
                <a:ea typeface="Apple SD Gothic Neo"/>
                <a:cs typeface="Apple SD Gothic Neo"/>
              </a:rPr>
              <a:t>A miss가 10회면 과거 처리 $0.040 / 이 조건에서는 비용 순위 반전</a:t>
            </a:r>
          </a:p>
        </p:txBody>
      </p:sp>
      <p:sp>
        <p:nvSpPr>
          <p:cNvPr id="162" name="dp45-v4-qa-detail / n155">
            <a:extLst xmlns:a="http://schemas.openxmlformats.org/drawingml/2006/main">
              <a:ext uri="{FF2B5EF4-FFF2-40B4-BE49-F238E27FC236}">
                <a16:creationId xmlns:a16="http://schemas.microsoft.com/office/drawing/2014/main" id="{3C062268-BC43-424F-A9FA-D7FB139E5429}"/>
              </a:ext>
            </a:extLst>
          </p:cNvPr>
          <p:cNvSpPr>
            <a:spLocks xmlns:a="http://schemas.openxmlformats.org/drawingml/2006/main" noGrp="1"/>
          </p:cNvSpPr>
          <p:nvPr/>
        </p:nvSpPr>
        <p:spPr>
          <a:xfrm xmlns:a="http://schemas.openxmlformats.org/drawingml/2006/main">
            <a:off x="381000" y="9858375"/>
            <a:ext cx="17526000" cy="2714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425" b="0">
                <a:solidFill>
                  <a:srgbClr val="5F6B77"/>
                </a:solidFill>
                <a:latin typeface="Apple SD Gothic Neo"/>
                <a:ea typeface="Apple SD Gothic Neo"/>
                <a:cs typeface="Apple SD Gothic Neo"/>
              </a:defRPr>
            </a:pPr>
            <a:r>
              <a:rPr sz="1425" b="0">
                <a:solidFill>
                  <a:srgbClr val="5F6B77"/>
                </a:solidFill>
                <a:latin typeface="Apple SD Gothic Neo"/>
                <a:ea typeface="Apple SD Gothic Neo"/>
                <a:cs typeface="Apple SD Gothic Neo"/>
              </a:rPr>
              <a:t>사고 실험 / ASR-QA-v5 스냅샷 / 실측 전 / 보호 조건 별도 / 점수 합산 없음</a:t>
            </a:r>
          </a:p>
        </p:txBody>
      </p:sp>
    </p:spTree>
    <p:extLst>
      <p:ext uri="{BB962C8B-B14F-4D97-AF65-F5344CB8AC3E}">
        <p14:creationId xmlns:p14="http://schemas.microsoft.com/office/powerpoint/2010/main" val="1975445139"/>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7" name="dp42-v4-qa-detail / n1">
            <a:extLst xmlns:a="http://schemas.openxmlformats.org/drawingml/2006/main">
              <a:ext uri="{FF2B5EF4-FFF2-40B4-BE49-F238E27FC236}">
                <a16:creationId xmlns:a16="http://schemas.microsoft.com/office/drawing/2014/main" id="{B1D6BF2D-FC94-4B1A-8B47-4F78BBD55941}"/>
              </a:ext>
            </a:extLst>
          </p:cNvPr>
          <p:cNvSpPr>
            <a:spLocks xmlns:a="http://schemas.openxmlformats.org/drawingml/2006/main" noGrp="1"/>
          </p:cNvSpPr>
          <p:nvPr/>
        </p:nvSpPr>
        <p:spPr>
          <a:xfrm xmlns:a="http://schemas.openxmlformats.org/drawingml/2006/main">
            <a:off x="381000" y="209550"/>
            <a:ext cx="13335000" cy="2714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425" b="1">
                <a:solidFill>
                  <a:srgbClr val="087E8B"/>
                </a:solidFill>
                <a:latin typeface="Apple SD Gothic Neo"/>
                <a:ea typeface="Apple SD Gothic Neo"/>
                <a:cs typeface="Apple SD Gothic Neo"/>
              </a:defRPr>
            </a:pPr>
            <a:r>
              <a:rPr sz="1425" b="1">
                <a:solidFill>
                  <a:srgbClr val="087E8B"/>
                </a:solidFill>
                <a:latin typeface="Apple SD Gothic Neo"/>
                <a:ea typeface="Apple SD Gothic Neo"/>
                <a:cs typeface="Apple SD Gothic Neo"/>
              </a:rPr>
              <a:t>VIA SOFTWARE ARCHITECTURE / ASR-QA 사고 실험</a:t>
            </a:r>
          </a:p>
        </p:txBody>
      </p:sp>
      <p:sp>
        <p:nvSpPr>
          <p:cNvPr id="2" name="dp42-v4-qa-detail / n2">
            <a:extLst xmlns:a="http://schemas.openxmlformats.org/drawingml/2006/main">
              <a:ext uri="{FF2B5EF4-FFF2-40B4-BE49-F238E27FC236}">
                <a16:creationId xmlns:a16="http://schemas.microsoft.com/office/drawing/2014/main" id="{31C17DD9-F1CA-4956-9FBE-EE2C569C86D6}"/>
              </a:ext>
            </a:extLst>
          </p:cNvPr>
          <p:cNvSpPr>
            <a:spLocks xmlns:a="http://schemas.openxmlformats.org/drawingml/2006/main" noGrp="1"/>
          </p:cNvSpPr>
          <p:nvPr/>
        </p:nvSpPr>
        <p:spPr>
          <a:xfrm xmlns:a="http://schemas.openxmlformats.org/drawingml/2006/main">
            <a:off x="381000" y="619125"/>
            <a:ext cx="17526000" cy="5286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775" b="1">
                <a:solidFill>
                  <a:srgbClr val="18232E"/>
                </a:solidFill>
                <a:latin typeface="Apple SD Gothic Neo"/>
                <a:ea typeface="Apple SD Gothic Neo"/>
                <a:cs typeface="Apple SD Gothic Neo"/>
              </a:defRPr>
            </a:pPr>
            <a:r>
              <a:rPr sz="2775" b="1">
                <a:solidFill>
                  <a:srgbClr val="18232E"/>
                </a:solidFill>
                <a:latin typeface="Apple SD Gothic Neo"/>
                <a:ea typeface="Apple SD Gothic Neo"/>
                <a:cs typeface="Apple SD Gothic Neo"/>
              </a:rPr>
              <a:t>04-42. 공동 상태 확정과 독립 상태 접수 / ASR-QA 비교</a:t>
            </a:r>
          </a:p>
        </p:txBody>
      </p:sp>
      <p:sp>
        <p:nvSpPr>
          <p:cNvPr id="3" name="dp42-v4-qa-detail / n3">
            <a:extLst xmlns:a="http://schemas.openxmlformats.org/drawingml/2006/main">
              <a:ext uri="{FF2B5EF4-FFF2-40B4-BE49-F238E27FC236}">
                <a16:creationId xmlns:a16="http://schemas.microsoft.com/office/drawing/2014/main" id="{7360610A-C912-4FA2-A08C-4CF163A16BAB}"/>
              </a:ext>
            </a:extLst>
          </p:cNvPr>
          <p:cNvSpPr>
            <a:spLocks xmlns:a="http://schemas.openxmlformats.org/drawingml/2006/main" noGrp="1"/>
          </p:cNvSpPr>
          <p:nvPr/>
        </p:nvSpPr>
        <p:spPr>
          <a:xfrm xmlns:a="http://schemas.openxmlformats.org/drawingml/2006/main">
            <a:off x="381000" y="1152525"/>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1430">
            <a:solidFill>
              <a:srgbClr val="CDD6DE"/>
            </a:solidFill>
          </a:ln>
        </p:spPr>
      </p:sp>
      <p:sp>
        <p:nvSpPr>
          <p:cNvPr id="4" name="dp42-v4-qa-detail / n4">
            <a:extLst xmlns:a="http://schemas.openxmlformats.org/drawingml/2006/main">
              <a:ext uri="{FF2B5EF4-FFF2-40B4-BE49-F238E27FC236}">
                <a16:creationId xmlns:a16="http://schemas.microsoft.com/office/drawing/2014/main" id="{AAD83AF0-99DE-41D9-9144-5942D3311B1F}"/>
              </a:ext>
            </a:extLst>
          </p:cNvPr>
          <p:cNvSpPr>
            <a:spLocks xmlns:a="http://schemas.openxmlformats.org/drawingml/2006/main" noGrp="1"/>
          </p:cNvSpPr>
          <p:nvPr/>
        </p:nvSpPr>
        <p:spPr>
          <a:xfrm xmlns:a="http://schemas.openxmlformats.org/drawingml/2006/main">
            <a:off x="381000" y="1352550"/>
            <a:ext cx="17526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b="0">
                <a:solidFill>
                  <a:srgbClr val="5F6B77"/>
                </a:solidFill>
                <a:latin typeface="Apple SD Gothic Neo"/>
                <a:ea typeface="Apple SD Gothic Neo"/>
                <a:cs typeface="Apple SD Gothic Neo"/>
              </a:defRPr>
            </a:pPr>
            <a:r>
              <a:rPr sz="1800" b="0">
                <a:solidFill>
                  <a:srgbClr val="5F6B77"/>
                </a:solidFill>
                <a:latin typeface="Apple SD Gothic Neo"/>
                <a:ea typeface="Apple SD Gothic Neo"/>
                <a:cs typeface="Apple SD Gothic Neo"/>
              </a:rPr>
              <a:t>동일 활동 기준의 A/B 가정값과 0–6점 비교 / 보호 조건 별도</a:t>
            </a:r>
          </a:p>
        </p:txBody>
      </p:sp>
      <p:sp>
        <p:nvSpPr>
          <p:cNvPr id="5" name="dp42-v4-qa-detail / n5 / circle">
            <a:extLst xmlns:a="http://schemas.openxmlformats.org/drawingml/2006/main">
              <a:ext uri="{FF2B5EF4-FFF2-40B4-BE49-F238E27FC236}">
                <a16:creationId xmlns:a16="http://schemas.microsoft.com/office/drawing/2014/main" id="{C856AA31-5DC6-41C3-8DCD-65984D6A5EA3}"/>
              </a:ext>
            </a:extLst>
          </p:cNvPr>
          <p:cNvSpPr>
            <a:spLocks xmlns:a="http://schemas.openxmlformats.org/drawingml/2006/main" noGrp="1"/>
          </p:cNvSpPr>
          <p:nvPr/>
        </p:nvSpPr>
        <p:spPr>
          <a:xfrm xmlns:a="http://schemas.openxmlformats.org/drawingml/2006/main">
            <a:off x="381000" y="1790700"/>
            <a:ext cx="161925" cy="161925"/>
          </a:xfrm>
          <a:prstGeom xmlns:a="http://schemas.openxmlformats.org/drawingml/2006/main" prst="ellipse">
            <a:avLst/>
          </a:prstGeom>
          <a:solidFill xmlns:a="http://schemas.openxmlformats.org/drawingml/2006/main">
            <a:srgbClr val="18232E"/>
          </a:solidFill>
          <a:ln xmlns:a="http://schemas.openxmlformats.org/drawingml/2006/main" w="10478">
            <a:solidFill>
              <a:srgbClr val="18232E"/>
            </a:solidFill>
          </a:ln>
        </p:spPr>
      </p:sp>
      <p:sp>
        <p:nvSpPr>
          <p:cNvPr id="6" name="dp42-v4-qa-detail / n6 / circle">
            <a:extLst xmlns:a="http://schemas.openxmlformats.org/drawingml/2006/main">
              <a:ext uri="{FF2B5EF4-FFF2-40B4-BE49-F238E27FC236}">
                <a16:creationId xmlns:a16="http://schemas.microsoft.com/office/drawing/2014/main" id="{B5775274-2EA0-41A3-AA43-7B12DC6BFF7A}"/>
              </a:ext>
            </a:extLst>
          </p:cNvPr>
          <p:cNvSpPr>
            <a:spLocks xmlns:a="http://schemas.openxmlformats.org/drawingml/2006/main" noGrp="1"/>
          </p:cNvSpPr>
          <p:nvPr/>
        </p:nvSpPr>
        <p:spPr>
          <a:xfrm xmlns:a="http://schemas.openxmlformats.org/drawingml/2006/main">
            <a:off x="581025" y="1790700"/>
            <a:ext cx="161925" cy="161925"/>
          </a:xfrm>
          <a:prstGeom xmlns:a="http://schemas.openxmlformats.org/drawingml/2006/main" prst="ellipse">
            <a:avLst/>
          </a:prstGeom>
          <a:solidFill xmlns:a="http://schemas.openxmlformats.org/drawingml/2006/main">
            <a:srgbClr val="18232E"/>
          </a:solidFill>
          <a:ln xmlns:a="http://schemas.openxmlformats.org/drawingml/2006/main" w="10478">
            <a:solidFill>
              <a:srgbClr val="18232E"/>
            </a:solidFill>
          </a:ln>
        </p:spPr>
      </p:sp>
      <p:sp>
        <p:nvSpPr>
          <p:cNvPr id="7" name="dp42-v4-qa-detail / n7 / circle">
            <a:extLst xmlns:a="http://schemas.openxmlformats.org/drawingml/2006/main">
              <a:ext uri="{FF2B5EF4-FFF2-40B4-BE49-F238E27FC236}">
                <a16:creationId xmlns:a16="http://schemas.microsoft.com/office/drawing/2014/main" id="{3E61F413-3555-42D7-B474-77DE45603E39}"/>
              </a:ext>
            </a:extLst>
          </p:cNvPr>
          <p:cNvSpPr>
            <a:spLocks xmlns:a="http://schemas.openxmlformats.org/drawingml/2006/main" noGrp="1"/>
          </p:cNvSpPr>
          <p:nvPr/>
        </p:nvSpPr>
        <p:spPr>
          <a:xfrm xmlns:a="http://schemas.openxmlformats.org/drawingml/2006/main">
            <a:off x="781050" y="1790700"/>
            <a:ext cx="161925" cy="161925"/>
          </a:xfrm>
          <a:prstGeom xmlns:a="http://schemas.openxmlformats.org/drawingml/2006/main" prst="ellipse">
            <a:avLst/>
          </a:prstGeom>
          <a:solidFill xmlns:a="http://schemas.openxmlformats.org/drawingml/2006/main">
            <a:srgbClr val="18232E"/>
          </a:solidFill>
          <a:ln xmlns:a="http://schemas.openxmlformats.org/drawingml/2006/main" w="10478">
            <a:solidFill>
              <a:srgbClr val="18232E"/>
            </a:solidFill>
          </a:ln>
        </p:spPr>
      </p:sp>
      <p:sp>
        <p:nvSpPr>
          <p:cNvPr id="8" name="dp42-v4-qa-detail / n8">
            <a:extLst xmlns:a="http://schemas.openxmlformats.org/drawingml/2006/main">
              <a:ext uri="{FF2B5EF4-FFF2-40B4-BE49-F238E27FC236}">
                <a16:creationId xmlns:a16="http://schemas.microsoft.com/office/drawing/2014/main" id="{D2002527-F311-4D95-9888-652FBD19A224}"/>
              </a:ext>
            </a:extLst>
          </p:cNvPr>
          <p:cNvSpPr>
            <a:spLocks xmlns:a="http://schemas.openxmlformats.org/drawingml/2006/main" noGrp="1"/>
          </p:cNvSpPr>
          <p:nvPr/>
        </p:nvSpPr>
        <p:spPr>
          <a:xfrm xmlns:a="http://schemas.openxmlformats.org/drawingml/2006/main">
            <a:off x="1038225" y="1743075"/>
            <a:ext cx="809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18232E"/>
                </a:solidFill>
                <a:latin typeface="Apple SD Gothic Neo"/>
                <a:ea typeface="Apple SD Gothic Neo"/>
                <a:cs typeface="Apple SD Gothic Neo"/>
              </a:defRPr>
            </a:pPr>
            <a:r>
              <a:rPr sz="1500" b="0">
                <a:solidFill>
                  <a:srgbClr val="18232E"/>
                </a:solidFill>
                <a:latin typeface="Apple SD Gothic Neo"/>
                <a:ea typeface="Apple SD Gothic Neo"/>
                <a:cs typeface="Apple SD Gothic Neo"/>
              </a:rPr>
              <a:t>6점</a:t>
            </a:r>
          </a:p>
        </p:txBody>
      </p:sp>
      <p:sp>
        <p:nvSpPr>
          <p:cNvPr id="9" name="dp42-v4-qa-detail / n9 / circle">
            <a:extLst xmlns:a="http://schemas.openxmlformats.org/drawingml/2006/main">
              <a:ext uri="{FF2B5EF4-FFF2-40B4-BE49-F238E27FC236}">
                <a16:creationId xmlns:a16="http://schemas.microsoft.com/office/drawing/2014/main" id="{8F252C38-8568-48A0-9B92-CD0492838E83}"/>
              </a:ext>
            </a:extLst>
          </p:cNvPr>
          <p:cNvSpPr>
            <a:spLocks xmlns:a="http://schemas.openxmlformats.org/drawingml/2006/main" noGrp="1"/>
          </p:cNvSpPr>
          <p:nvPr/>
        </p:nvSpPr>
        <p:spPr>
          <a:xfrm xmlns:a="http://schemas.openxmlformats.org/drawingml/2006/main">
            <a:off x="1943100" y="1790700"/>
            <a:ext cx="161925" cy="161925"/>
          </a:xfrm>
          <a:prstGeom xmlns:a="http://schemas.openxmlformats.org/drawingml/2006/main" prst="ellipse">
            <a:avLst/>
          </a:prstGeom>
          <a:solidFill xmlns:a="http://schemas.openxmlformats.org/drawingml/2006/main">
            <a:srgbClr val="18232E"/>
          </a:solidFill>
          <a:ln xmlns:a="http://schemas.openxmlformats.org/drawingml/2006/main" w="10478">
            <a:solidFill>
              <a:srgbClr val="18232E"/>
            </a:solidFill>
          </a:ln>
        </p:spPr>
      </p:sp>
      <p:sp>
        <p:nvSpPr>
          <p:cNvPr id="10" name="dp42-v4-qa-detail / n10 / circle">
            <a:extLst xmlns:a="http://schemas.openxmlformats.org/drawingml/2006/main">
              <a:ext uri="{FF2B5EF4-FFF2-40B4-BE49-F238E27FC236}">
                <a16:creationId xmlns:a16="http://schemas.microsoft.com/office/drawing/2014/main" id="{969EFF54-2760-49C1-8C52-E0E244149F20}"/>
              </a:ext>
            </a:extLst>
          </p:cNvPr>
          <p:cNvSpPr>
            <a:spLocks xmlns:a="http://schemas.openxmlformats.org/drawingml/2006/main" noGrp="1"/>
          </p:cNvSpPr>
          <p:nvPr/>
        </p:nvSpPr>
        <p:spPr>
          <a:xfrm xmlns:a="http://schemas.openxmlformats.org/drawingml/2006/main">
            <a:off x="2143125" y="1790700"/>
            <a:ext cx="161925" cy="161925"/>
          </a:xfrm>
          <a:prstGeom xmlns:a="http://schemas.openxmlformats.org/drawingml/2006/main" prst="ellipse">
            <a:avLst/>
          </a:prstGeom>
          <a:solidFill xmlns:a="http://schemas.openxmlformats.org/drawingml/2006/main">
            <a:srgbClr val="18232E"/>
          </a:solidFill>
          <a:ln xmlns:a="http://schemas.openxmlformats.org/drawingml/2006/main" w="10478">
            <a:solidFill>
              <a:srgbClr val="18232E"/>
            </a:solidFill>
          </a:ln>
        </p:spPr>
      </p:sp>
      <p:sp>
        <p:nvSpPr>
          <p:cNvPr id="11" name="dp42-v4-qa-detail / n11 / circle">
            <a:extLst xmlns:a="http://schemas.openxmlformats.org/drawingml/2006/main">
              <a:ext uri="{FF2B5EF4-FFF2-40B4-BE49-F238E27FC236}">
                <a16:creationId xmlns:a16="http://schemas.microsoft.com/office/drawing/2014/main" id="{2F6BDC5A-0205-48C1-BAC8-8572CA6FA0F1}"/>
              </a:ext>
            </a:extLst>
          </p:cNvPr>
          <p:cNvSpPr>
            <a:spLocks xmlns:a="http://schemas.openxmlformats.org/drawingml/2006/main" noGrp="1"/>
          </p:cNvSpPr>
          <p:nvPr/>
        </p:nvSpPr>
        <p:spPr>
          <a:xfrm xmlns:a="http://schemas.openxmlformats.org/drawingml/2006/main">
            <a:off x="2343150" y="1790700"/>
            <a:ext cx="161925" cy="161925"/>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12" name="dp42-v4-qa-detail / n11 / half">
            <a:extLst xmlns:a="http://schemas.openxmlformats.org/drawingml/2006/main">
              <a:ext uri="{FF2B5EF4-FFF2-40B4-BE49-F238E27FC236}">
                <a16:creationId xmlns:a16="http://schemas.microsoft.com/office/drawing/2014/main" id="{A7A487CE-19EF-429C-8FC8-E8FADA288F21}"/>
              </a:ext>
            </a:extLst>
          </p:cNvPr>
          <p:cNvSpPr>
            <a:spLocks xmlns:a="http://schemas.openxmlformats.org/drawingml/2006/main" noGrp="1"/>
          </p:cNvSpPr>
          <p:nvPr/>
        </p:nvSpPr>
        <p:spPr>
          <a:xfrm xmlns:a="http://schemas.openxmlformats.org/drawingml/2006/main">
            <a:off x="2343150" y="1790700"/>
            <a:ext cx="161925" cy="161925"/>
          </a:xfrm>
          <a:custGeom xmlns:a="http://schemas.openxmlformats.org/drawingml/2006/main">
            <a:pathLst>
              <a:path w="161925" h="161925">
                <a:moveTo>
                  <a:pt x="80963" y="0"/>
                </a:moveTo>
                <a:lnTo>
                  <a:pt x="73027" y="390"/>
                </a:lnTo>
                <a:lnTo>
                  <a:pt x="65167" y="1556"/>
                </a:lnTo>
                <a:lnTo>
                  <a:pt x="57460" y="3486"/>
                </a:lnTo>
                <a:lnTo>
                  <a:pt x="49979" y="6163"/>
                </a:lnTo>
                <a:lnTo>
                  <a:pt x="42797" y="9560"/>
                </a:lnTo>
                <a:lnTo>
                  <a:pt x="35982" y="13645"/>
                </a:lnTo>
                <a:lnTo>
                  <a:pt x="29600" y="18378"/>
                </a:lnTo>
                <a:lnTo>
                  <a:pt x="23713" y="23713"/>
                </a:lnTo>
                <a:lnTo>
                  <a:pt x="18378" y="29600"/>
                </a:lnTo>
                <a:lnTo>
                  <a:pt x="13645" y="35982"/>
                </a:lnTo>
                <a:lnTo>
                  <a:pt x="9560" y="42797"/>
                </a:lnTo>
                <a:lnTo>
                  <a:pt x="6163" y="49979"/>
                </a:lnTo>
                <a:lnTo>
                  <a:pt x="3486" y="57460"/>
                </a:lnTo>
                <a:lnTo>
                  <a:pt x="1556" y="65167"/>
                </a:lnTo>
                <a:lnTo>
                  <a:pt x="390" y="73027"/>
                </a:lnTo>
                <a:lnTo>
                  <a:pt x="0" y="80962"/>
                </a:lnTo>
                <a:lnTo>
                  <a:pt x="390" y="88898"/>
                </a:lnTo>
                <a:lnTo>
                  <a:pt x="1556" y="96758"/>
                </a:lnTo>
                <a:lnTo>
                  <a:pt x="3486" y="104465"/>
                </a:lnTo>
                <a:lnTo>
                  <a:pt x="6163" y="111946"/>
                </a:lnTo>
                <a:lnTo>
                  <a:pt x="9560" y="119128"/>
                </a:lnTo>
                <a:lnTo>
                  <a:pt x="13645" y="125943"/>
                </a:lnTo>
                <a:lnTo>
                  <a:pt x="18378" y="132325"/>
                </a:lnTo>
                <a:lnTo>
                  <a:pt x="23713" y="138212"/>
                </a:lnTo>
                <a:lnTo>
                  <a:pt x="29600" y="143547"/>
                </a:lnTo>
                <a:lnTo>
                  <a:pt x="35982" y="148280"/>
                </a:lnTo>
                <a:lnTo>
                  <a:pt x="42797" y="152365"/>
                </a:lnTo>
                <a:lnTo>
                  <a:pt x="49979" y="155762"/>
                </a:lnTo>
                <a:lnTo>
                  <a:pt x="57460" y="158439"/>
                </a:lnTo>
                <a:lnTo>
                  <a:pt x="65167" y="160369"/>
                </a:lnTo>
                <a:lnTo>
                  <a:pt x="73027" y="161535"/>
                </a:lnTo>
                <a:lnTo>
                  <a:pt x="80962" y="161925"/>
                </a:lnTo>
                <a:close/>
              </a:path>
            </a:pathLst>
          </a:custGeom>
          <a:solidFill xmlns:a="http://schemas.openxmlformats.org/drawingml/2006/main">
            <a:srgbClr val="18232E"/>
          </a:solidFill>
          <a:ln xmlns:a="http://schemas.openxmlformats.org/drawingml/2006/main" w="0">
            <a:noFill/>
          </a:ln>
        </p:spPr>
      </p:sp>
      <p:sp>
        <p:nvSpPr>
          <p:cNvPr id="13" name="dp42-v4-qa-detail / n12">
            <a:extLst xmlns:a="http://schemas.openxmlformats.org/drawingml/2006/main">
              <a:ext uri="{FF2B5EF4-FFF2-40B4-BE49-F238E27FC236}">
                <a16:creationId xmlns:a16="http://schemas.microsoft.com/office/drawing/2014/main" id="{F0B91517-CC75-4C6B-83BE-C1A65D77162C}"/>
              </a:ext>
            </a:extLst>
          </p:cNvPr>
          <p:cNvSpPr>
            <a:spLocks xmlns:a="http://schemas.openxmlformats.org/drawingml/2006/main" noGrp="1"/>
          </p:cNvSpPr>
          <p:nvPr/>
        </p:nvSpPr>
        <p:spPr>
          <a:xfrm xmlns:a="http://schemas.openxmlformats.org/drawingml/2006/main">
            <a:off x="2600325" y="1743075"/>
            <a:ext cx="809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18232E"/>
                </a:solidFill>
                <a:latin typeface="Apple SD Gothic Neo"/>
                <a:ea typeface="Apple SD Gothic Neo"/>
                <a:cs typeface="Apple SD Gothic Neo"/>
              </a:defRPr>
            </a:pPr>
            <a:r>
              <a:rPr sz="1500" b="0">
                <a:solidFill>
                  <a:srgbClr val="18232E"/>
                </a:solidFill>
                <a:latin typeface="Apple SD Gothic Neo"/>
                <a:ea typeface="Apple SD Gothic Neo"/>
                <a:cs typeface="Apple SD Gothic Neo"/>
              </a:rPr>
              <a:t>5점</a:t>
            </a:r>
          </a:p>
        </p:txBody>
      </p:sp>
      <p:sp>
        <p:nvSpPr>
          <p:cNvPr id="14" name="dp42-v4-qa-detail / n13 / circle">
            <a:extLst xmlns:a="http://schemas.openxmlformats.org/drawingml/2006/main">
              <a:ext uri="{FF2B5EF4-FFF2-40B4-BE49-F238E27FC236}">
                <a16:creationId xmlns:a16="http://schemas.microsoft.com/office/drawing/2014/main" id="{4B0624F7-CF65-4A86-B15F-9E20ECCF4F30}"/>
              </a:ext>
            </a:extLst>
          </p:cNvPr>
          <p:cNvSpPr>
            <a:spLocks xmlns:a="http://schemas.openxmlformats.org/drawingml/2006/main" noGrp="1"/>
          </p:cNvSpPr>
          <p:nvPr/>
        </p:nvSpPr>
        <p:spPr>
          <a:xfrm xmlns:a="http://schemas.openxmlformats.org/drawingml/2006/main">
            <a:off x="3505200" y="1790700"/>
            <a:ext cx="161925" cy="161925"/>
          </a:xfrm>
          <a:prstGeom xmlns:a="http://schemas.openxmlformats.org/drawingml/2006/main" prst="ellipse">
            <a:avLst/>
          </a:prstGeom>
          <a:solidFill xmlns:a="http://schemas.openxmlformats.org/drawingml/2006/main">
            <a:srgbClr val="18232E"/>
          </a:solidFill>
          <a:ln xmlns:a="http://schemas.openxmlformats.org/drawingml/2006/main" w="10478">
            <a:solidFill>
              <a:srgbClr val="18232E"/>
            </a:solidFill>
          </a:ln>
        </p:spPr>
      </p:sp>
      <p:sp>
        <p:nvSpPr>
          <p:cNvPr id="15" name="dp42-v4-qa-detail / n14 / circle">
            <a:extLst xmlns:a="http://schemas.openxmlformats.org/drawingml/2006/main">
              <a:ext uri="{FF2B5EF4-FFF2-40B4-BE49-F238E27FC236}">
                <a16:creationId xmlns:a16="http://schemas.microsoft.com/office/drawing/2014/main" id="{B20E345E-F925-424B-A25E-3E482C4D94EE}"/>
              </a:ext>
            </a:extLst>
          </p:cNvPr>
          <p:cNvSpPr>
            <a:spLocks xmlns:a="http://schemas.openxmlformats.org/drawingml/2006/main" noGrp="1"/>
          </p:cNvSpPr>
          <p:nvPr/>
        </p:nvSpPr>
        <p:spPr>
          <a:xfrm xmlns:a="http://schemas.openxmlformats.org/drawingml/2006/main">
            <a:off x="3705225" y="1790700"/>
            <a:ext cx="161925" cy="161925"/>
          </a:xfrm>
          <a:prstGeom xmlns:a="http://schemas.openxmlformats.org/drawingml/2006/main" prst="ellipse">
            <a:avLst/>
          </a:prstGeom>
          <a:solidFill xmlns:a="http://schemas.openxmlformats.org/drawingml/2006/main">
            <a:srgbClr val="18232E"/>
          </a:solidFill>
          <a:ln xmlns:a="http://schemas.openxmlformats.org/drawingml/2006/main" w="10478">
            <a:solidFill>
              <a:srgbClr val="18232E"/>
            </a:solidFill>
          </a:ln>
        </p:spPr>
      </p:sp>
      <p:sp>
        <p:nvSpPr>
          <p:cNvPr id="16" name="dp42-v4-qa-detail / n15 / circle">
            <a:extLst xmlns:a="http://schemas.openxmlformats.org/drawingml/2006/main">
              <a:ext uri="{FF2B5EF4-FFF2-40B4-BE49-F238E27FC236}">
                <a16:creationId xmlns:a16="http://schemas.microsoft.com/office/drawing/2014/main" id="{8FC15F53-6D84-4511-AFD2-D7C4B9FB3A3B}"/>
              </a:ext>
            </a:extLst>
          </p:cNvPr>
          <p:cNvSpPr>
            <a:spLocks xmlns:a="http://schemas.openxmlformats.org/drawingml/2006/main" noGrp="1"/>
          </p:cNvSpPr>
          <p:nvPr/>
        </p:nvSpPr>
        <p:spPr>
          <a:xfrm xmlns:a="http://schemas.openxmlformats.org/drawingml/2006/main">
            <a:off x="3905250" y="1790700"/>
            <a:ext cx="161925" cy="161925"/>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17" name="dp42-v4-qa-detail / n16">
            <a:extLst xmlns:a="http://schemas.openxmlformats.org/drawingml/2006/main">
              <a:ext uri="{FF2B5EF4-FFF2-40B4-BE49-F238E27FC236}">
                <a16:creationId xmlns:a16="http://schemas.microsoft.com/office/drawing/2014/main" id="{512015E5-6B4B-47DD-B576-599AF7755EA3}"/>
              </a:ext>
            </a:extLst>
          </p:cNvPr>
          <p:cNvSpPr>
            <a:spLocks xmlns:a="http://schemas.openxmlformats.org/drawingml/2006/main" noGrp="1"/>
          </p:cNvSpPr>
          <p:nvPr/>
        </p:nvSpPr>
        <p:spPr>
          <a:xfrm xmlns:a="http://schemas.openxmlformats.org/drawingml/2006/main">
            <a:off x="4162425" y="1743075"/>
            <a:ext cx="809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18232E"/>
                </a:solidFill>
                <a:latin typeface="Apple SD Gothic Neo"/>
                <a:ea typeface="Apple SD Gothic Neo"/>
                <a:cs typeface="Apple SD Gothic Neo"/>
              </a:defRPr>
            </a:pPr>
            <a:r>
              <a:rPr sz="1500" b="0">
                <a:solidFill>
                  <a:srgbClr val="18232E"/>
                </a:solidFill>
                <a:latin typeface="Apple SD Gothic Neo"/>
                <a:ea typeface="Apple SD Gothic Neo"/>
                <a:cs typeface="Apple SD Gothic Neo"/>
              </a:rPr>
              <a:t>4점</a:t>
            </a:r>
          </a:p>
        </p:txBody>
      </p:sp>
      <p:sp>
        <p:nvSpPr>
          <p:cNvPr id="18" name="dp42-v4-qa-detail / n17 / circle">
            <a:extLst xmlns:a="http://schemas.openxmlformats.org/drawingml/2006/main">
              <a:ext uri="{FF2B5EF4-FFF2-40B4-BE49-F238E27FC236}">
                <a16:creationId xmlns:a16="http://schemas.microsoft.com/office/drawing/2014/main" id="{D2B5BC66-389D-4041-B174-6F98CE471364}"/>
              </a:ext>
            </a:extLst>
          </p:cNvPr>
          <p:cNvSpPr>
            <a:spLocks xmlns:a="http://schemas.openxmlformats.org/drawingml/2006/main" noGrp="1"/>
          </p:cNvSpPr>
          <p:nvPr/>
        </p:nvSpPr>
        <p:spPr>
          <a:xfrm xmlns:a="http://schemas.openxmlformats.org/drawingml/2006/main">
            <a:off x="5067300" y="1790700"/>
            <a:ext cx="161925" cy="161925"/>
          </a:xfrm>
          <a:prstGeom xmlns:a="http://schemas.openxmlformats.org/drawingml/2006/main" prst="ellipse">
            <a:avLst/>
          </a:prstGeom>
          <a:solidFill xmlns:a="http://schemas.openxmlformats.org/drawingml/2006/main">
            <a:srgbClr val="18232E"/>
          </a:solidFill>
          <a:ln xmlns:a="http://schemas.openxmlformats.org/drawingml/2006/main" w="10478">
            <a:solidFill>
              <a:srgbClr val="18232E"/>
            </a:solidFill>
          </a:ln>
        </p:spPr>
      </p:sp>
      <p:sp>
        <p:nvSpPr>
          <p:cNvPr id="19" name="dp42-v4-qa-detail / n18 / circle">
            <a:extLst xmlns:a="http://schemas.openxmlformats.org/drawingml/2006/main">
              <a:ext uri="{FF2B5EF4-FFF2-40B4-BE49-F238E27FC236}">
                <a16:creationId xmlns:a16="http://schemas.microsoft.com/office/drawing/2014/main" id="{30D9C519-0981-489D-9C9B-9A7C5F6861BE}"/>
              </a:ext>
            </a:extLst>
          </p:cNvPr>
          <p:cNvSpPr>
            <a:spLocks xmlns:a="http://schemas.openxmlformats.org/drawingml/2006/main" noGrp="1"/>
          </p:cNvSpPr>
          <p:nvPr/>
        </p:nvSpPr>
        <p:spPr>
          <a:xfrm xmlns:a="http://schemas.openxmlformats.org/drawingml/2006/main">
            <a:off x="5267325" y="1790700"/>
            <a:ext cx="161925" cy="161925"/>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20" name="dp42-v4-qa-detail / n18 / half">
            <a:extLst xmlns:a="http://schemas.openxmlformats.org/drawingml/2006/main">
              <a:ext uri="{FF2B5EF4-FFF2-40B4-BE49-F238E27FC236}">
                <a16:creationId xmlns:a16="http://schemas.microsoft.com/office/drawing/2014/main" id="{C0AAA83A-BDBF-4B98-B16D-8FF46B2D516D}"/>
              </a:ext>
            </a:extLst>
          </p:cNvPr>
          <p:cNvSpPr>
            <a:spLocks xmlns:a="http://schemas.openxmlformats.org/drawingml/2006/main" noGrp="1"/>
          </p:cNvSpPr>
          <p:nvPr/>
        </p:nvSpPr>
        <p:spPr>
          <a:xfrm xmlns:a="http://schemas.openxmlformats.org/drawingml/2006/main">
            <a:off x="5267325" y="1790700"/>
            <a:ext cx="161925" cy="161925"/>
          </a:xfrm>
          <a:custGeom xmlns:a="http://schemas.openxmlformats.org/drawingml/2006/main">
            <a:pathLst>
              <a:path w="161925" h="161925">
                <a:moveTo>
                  <a:pt x="80963" y="0"/>
                </a:moveTo>
                <a:lnTo>
                  <a:pt x="73027" y="390"/>
                </a:lnTo>
                <a:lnTo>
                  <a:pt x="65167" y="1556"/>
                </a:lnTo>
                <a:lnTo>
                  <a:pt x="57460" y="3486"/>
                </a:lnTo>
                <a:lnTo>
                  <a:pt x="49979" y="6163"/>
                </a:lnTo>
                <a:lnTo>
                  <a:pt x="42797" y="9560"/>
                </a:lnTo>
                <a:lnTo>
                  <a:pt x="35982" y="13645"/>
                </a:lnTo>
                <a:lnTo>
                  <a:pt x="29600" y="18378"/>
                </a:lnTo>
                <a:lnTo>
                  <a:pt x="23713" y="23713"/>
                </a:lnTo>
                <a:lnTo>
                  <a:pt x="18378" y="29600"/>
                </a:lnTo>
                <a:lnTo>
                  <a:pt x="13645" y="35982"/>
                </a:lnTo>
                <a:lnTo>
                  <a:pt x="9560" y="42797"/>
                </a:lnTo>
                <a:lnTo>
                  <a:pt x="6163" y="49979"/>
                </a:lnTo>
                <a:lnTo>
                  <a:pt x="3486" y="57460"/>
                </a:lnTo>
                <a:lnTo>
                  <a:pt x="1556" y="65167"/>
                </a:lnTo>
                <a:lnTo>
                  <a:pt x="390" y="73027"/>
                </a:lnTo>
                <a:lnTo>
                  <a:pt x="0" y="80962"/>
                </a:lnTo>
                <a:lnTo>
                  <a:pt x="390" y="88898"/>
                </a:lnTo>
                <a:lnTo>
                  <a:pt x="1556" y="96758"/>
                </a:lnTo>
                <a:lnTo>
                  <a:pt x="3486" y="104465"/>
                </a:lnTo>
                <a:lnTo>
                  <a:pt x="6163" y="111946"/>
                </a:lnTo>
                <a:lnTo>
                  <a:pt x="9560" y="119128"/>
                </a:lnTo>
                <a:lnTo>
                  <a:pt x="13645" y="125943"/>
                </a:lnTo>
                <a:lnTo>
                  <a:pt x="18378" y="132325"/>
                </a:lnTo>
                <a:lnTo>
                  <a:pt x="23713" y="138212"/>
                </a:lnTo>
                <a:lnTo>
                  <a:pt x="29600" y="143547"/>
                </a:lnTo>
                <a:lnTo>
                  <a:pt x="35982" y="148280"/>
                </a:lnTo>
                <a:lnTo>
                  <a:pt x="42797" y="152365"/>
                </a:lnTo>
                <a:lnTo>
                  <a:pt x="49979" y="155762"/>
                </a:lnTo>
                <a:lnTo>
                  <a:pt x="57460" y="158439"/>
                </a:lnTo>
                <a:lnTo>
                  <a:pt x="65167" y="160369"/>
                </a:lnTo>
                <a:lnTo>
                  <a:pt x="73027" y="161535"/>
                </a:lnTo>
                <a:lnTo>
                  <a:pt x="80962" y="161925"/>
                </a:lnTo>
                <a:close/>
              </a:path>
            </a:pathLst>
          </a:custGeom>
          <a:solidFill xmlns:a="http://schemas.openxmlformats.org/drawingml/2006/main">
            <a:srgbClr val="18232E"/>
          </a:solidFill>
          <a:ln xmlns:a="http://schemas.openxmlformats.org/drawingml/2006/main" w="0">
            <a:noFill/>
          </a:ln>
        </p:spPr>
      </p:sp>
      <p:sp>
        <p:nvSpPr>
          <p:cNvPr id="21" name="dp42-v4-qa-detail / n19 / circle">
            <a:extLst xmlns:a="http://schemas.openxmlformats.org/drawingml/2006/main">
              <a:ext uri="{FF2B5EF4-FFF2-40B4-BE49-F238E27FC236}">
                <a16:creationId xmlns:a16="http://schemas.microsoft.com/office/drawing/2014/main" id="{BCBC0E4C-B32E-49F0-9EAC-AA25F253F28B}"/>
              </a:ext>
            </a:extLst>
          </p:cNvPr>
          <p:cNvSpPr>
            <a:spLocks xmlns:a="http://schemas.openxmlformats.org/drawingml/2006/main" noGrp="1"/>
          </p:cNvSpPr>
          <p:nvPr/>
        </p:nvSpPr>
        <p:spPr>
          <a:xfrm xmlns:a="http://schemas.openxmlformats.org/drawingml/2006/main">
            <a:off x="5467350" y="1790700"/>
            <a:ext cx="161925" cy="161925"/>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22" name="dp42-v4-qa-detail / n20">
            <a:extLst xmlns:a="http://schemas.openxmlformats.org/drawingml/2006/main">
              <a:ext uri="{FF2B5EF4-FFF2-40B4-BE49-F238E27FC236}">
                <a16:creationId xmlns:a16="http://schemas.microsoft.com/office/drawing/2014/main" id="{83AC1D30-0A23-4179-8448-E25EB094D951}"/>
              </a:ext>
            </a:extLst>
          </p:cNvPr>
          <p:cNvSpPr>
            <a:spLocks xmlns:a="http://schemas.openxmlformats.org/drawingml/2006/main" noGrp="1"/>
          </p:cNvSpPr>
          <p:nvPr/>
        </p:nvSpPr>
        <p:spPr>
          <a:xfrm xmlns:a="http://schemas.openxmlformats.org/drawingml/2006/main">
            <a:off x="5724525" y="1743075"/>
            <a:ext cx="809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18232E"/>
                </a:solidFill>
                <a:latin typeface="Apple SD Gothic Neo"/>
                <a:ea typeface="Apple SD Gothic Neo"/>
                <a:cs typeface="Apple SD Gothic Neo"/>
              </a:defRPr>
            </a:pPr>
            <a:r>
              <a:rPr sz="1500" b="0">
                <a:solidFill>
                  <a:srgbClr val="18232E"/>
                </a:solidFill>
                <a:latin typeface="Apple SD Gothic Neo"/>
                <a:ea typeface="Apple SD Gothic Neo"/>
                <a:cs typeface="Apple SD Gothic Neo"/>
              </a:rPr>
              <a:t>3점</a:t>
            </a:r>
          </a:p>
        </p:txBody>
      </p:sp>
      <p:sp>
        <p:nvSpPr>
          <p:cNvPr id="23" name="dp42-v4-qa-detail / n21 / circle">
            <a:extLst xmlns:a="http://schemas.openxmlformats.org/drawingml/2006/main">
              <a:ext uri="{FF2B5EF4-FFF2-40B4-BE49-F238E27FC236}">
                <a16:creationId xmlns:a16="http://schemas.microsoft.com/office/drawing/2014/main" id="{C335FD3E-E5CB-4D37-B556-641FD6D194D3}"/>
              </a:ext>
            </a:extLst>
          </p:cNvPr>
          <p:cNvSpPr>
            <a:spLocks xmlns:a="http://schemas.openxmlformats.org/drawingml/2006/main" noGrp="1"/>
          </p:cNvSpPr>
          <p:nvPr/>
        </p:nvSpPr>
        <p:spPr>
          <a:xfrm xmlns:a="http://schemas.openxmlformats.org/drawingml/2006/main">
            <a:off x="6629400" y="1790700"/>
            <a:ext cx="161925" cy="161925"/>
          </a:xfrm>
          <a:prstGeom xmlns:a="http://schemas.openxmlformats.org/drawingml/2006/main" prst="ellipse">
            <a:avLst/>
          </a:prstGeom>
          <a:solidFill xmlns:a="http://schemas.openxmlformats.org/drawingml/2006/main">
            <a:srgbClr val="18232E"/>
          </a:solidFill>
          <a:ln xmlns:a="http://schemas.openxmlformats.org/drawingml/2006/main" w="10478">
            <a:solidFill>
              <a:srgbClr val="18232E"/>
            </a:solidFill>
          </a:ln>
        </p:spPr>
      </p:sp>
      <p:sp>
        <p:nvSpPr>
          <p:cNvPr id="24" name="dp42-v4-qa-detail / n22 / circle">
            <a:extLst xmlns:a="http://schemas.openxmlformats.org/drawingml/2006/main">
              <a:ext uri="{FF2B5EF4-FFF2-40B4-BE49-F238E27FC236}">
                <a16:creationId xmlns:a16="http://schemas.microsoft.com/office/drawing/2014/main" id="{A2787612-6075-4120-92B2-199E28D50BD8}"/>
              </a:ext>
            </a:extLst>
          </p:cNvPr>
          <p:cNvSpPr>
            <a:spLocks xmlns:a="http://schemas.openxmlformats.org/drawingml/2006/main" noGrp="1"/>
          </p:cNvSpPr>
          <p:nvPr/>
        </p:nvSpPr>
        <p:spPr>
          <a:xfrm xmlns:a="http://schemas.openxmlformats.org/drawingml/2006/main">
            <a:off x="6829425" y="1790700"/>
            <a:ext cx="161925" cy="161925"/>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25" name="dp42-v4-qa-detail / n23 / circle">
            <a:extLst xmlns:a="http://schemas.openxmlformats.org/drawingml/2006/main">
              <a:ext uri="{FF2B5EF4-FFF2-40B4-BE49-F238E27FC236}">
                <a16:creationId xmlns:a16="http://schemas.microsoft.com/office/drawing/2014/main" id="{D0C9507D-11D3-411D-BB19-9AA588252D9A}"/>
              </a:ext>
            </a:extLst>
          </p:cNvPr>
          <p:cNvSpPr>
            <a:spLocks xmlns:a="http://schemas.openxmlformats.org/drawingml/2006/main" noGrp="1"/>
          </p:cNvSpPr>
          <p:nvPr/>
        </p:nvSpPr>
        <p:spPr>
          <a:xfrm xmlns:a="http://schemas.openxmlformats.org/drawingml/2006/main">
            <a:off x="7029450" y="1790700"/>
            <a:ext cx="161925" cy="161925"/>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26" name="dp42-v4-qa-detail / n24">
            <a:extLst xmlns:a="http://schemas.openxmlformats.org/drawingml/2006/main">
              <a:ext uri="{FF2B5EF4-FFF2-40B4-BE49-F238E27FC236}">
                <a16:creationId xmlns:a16="http://schemas.microsoft.com/office/drawing/2014/main" id="{34AC1F81-5FE9-40C1-AAC9-C50FE5B4BF85}"/>
              </a:ext>
            </a:extLst>
          </p:cNvPr>
          <p:cNvSpPr>
            <a:spLocks xmlns:a="http://schemas.openxmlformats.org/drawingml/2006/main" noGrp="1"/>
          </p:cNvSpPr>
          <p:nvPr/>
        </p:nvSpPr>
        <p:spPr>
          <a:xfrm xmlns:a="http://schemas.openxmlformats.org/drawingml/2006/main">
            <a:off x="7286625" y="1743075"/>
            <a:ext cx="809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18232E"/>
                </a:solidFill>
                <a:latin typeface="Apple SD Gothic Neo"/>
                <a:ea typeface="Apple SD Gothic Neo"/>
                <a:cs typeface="Apple SD Gothic Neo"/>
              </a:defRPr>
            </a:pPr>
            <a:r>
              <a:rPr sz="1500" b="0">
                <a:solidFill>
                  <a:srgbClr val="18232E"/>
                </a:solidFill>
                <a:latin typeface="Apple SD Gothic Neo"/>
                <a:ea typeface="Apple SD Gothic Neo"/>
                <a:cs typeface="Apple SD Gothic Neo"/>
              </a:rPr>
              <a:t>2점</a:t>
            </a:r>
          </a:p>
        </p:txBody>
      </p:sp>
      <p:sp>
        <p:nvSpPr>
          <p:cNvPr id="27" name="dp42-v4-qa-detail / n25 / circle">
            <a:extLst xmlns:a="http://schemas.openxmlformats.org/drawingml/2006/main">
              <a:ext uri="{FF2B5EF4-FFF2-40B4-BE49-F238E27FC236}">
                <a16:creationId xmlns:a16="http://schemas.microsoft.com/office/drawing/2014/main" id="{AB6263BF-FAE8-4E4F-AF55-32F8AFE402F9}"/>
              </a:ext>
            </a:extLst>
          </p:cNvPr>
          <p:cNvSpPr>
            <a:spLocks xmlns:a="http://schemas.openxmlformats.org/drawingml/2006/main" noGrp="1"/>
          </p:cNvSpPr>
          <p:nvPr/>
        </p:nvSpPr>
        <p:spPr>
          <a:xfrm xmlns:a="http://schemas.openxmlformats.org/drawingml/2006/main">
            <a:off x="8191500" y="1790700"/>
            <a:ext cx="161925" cy="161925"/>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28" name="dp42-v4-qa-detail / n25 / half">
            <a:extLst xmlns:a="http://schemas.openxmlformats.org/drawingml/2006/main">
              <a:ext uri="{FF2B5EF4-FFF2-40B4-BE49-F238E27FC236}">
                <a16:creationId xmlns:a16="http://schemas.microsoft.com/office/drawing/2014/main" id="{D6F99E84-FB1A-413F-8281-10759725CDAA}"/>
              </a:ext>
            </a:extLst>
          </p:cNvPr>
          <p:cNvSpPr>
            <a:spLocks xmlns:a="http://schemas.openxmlformats.org/drawingml/2006/main" noGrp="1"/>
          </p:cNvSpPr>
          <p:nvPr/>
        </p:nvSpPr>
        <p:spPr>
          <a:xfrm xmlns:a="http://schemas.openxmlformats.org/drawingml/2006/main">
            <a:off x="8191500" y="1790700"/>
            <a:ext cx="161925" cy="161925"/>
          </a:xfrm>
          <a:custGeom xmlns:a="http://schemas.openxmlformats.org/drawingml/2006/main">
            <a:pathLst>
              <a:path w="161925" h="161925">
                <a:moveTo>
                  <a:pt x="80963" y="0"/>
                </a:moveTo>
                <a:lnTo>
                  <a:pt x="73027" y="390"/>
                </a:lnTo>
                <a:lnTo>
                  <a:pt x="65167" y="1556"/>
                </a:lnTo>
                <a:lnTo>
                  <a:pt x="57460" y="3486"/>
                </a:lnTo>
                <a:lnTo>
                  <a:pt x="49979" y="6163"/>
                </a:lnTo>
                <a:lnTo>
                  <a:pt x="42797" y="9560"/>
                </a:lnTo>
                <a:lnTo>
                  <a:pt x="35982" y="13645"/>
                </a:lnTo>
                <a:lnTo>
                  <a:pt x="29600" y="18378"/>
                </a:lnTo>
                <a:lnTo>
                  <a:pt x="23713" y="23713"/>
                </a:lnTo>
                <a:lnTo>
                  <a:pt x="18378" y="29600"/>
                </a:lnTo>
                <a:lnTo>
                  <a:pt x="13645" y="35982"/>
                </a:lnTo>
                <a:lnTo>
                  <a:pt x="9560" y="42797"/>
                </a:lnTo>
                <a:lnTo>
                  <a:pt x="6163" y="49979"/>
                </a:lnTo>
                <a:lnTo>
                  <a:pt x="3486" y="57460"/>
                </a:lnTo>
                <a:lnTo>
                  <a:pt x="1556" y="65167"/>
                </a:lnTo>
                <a:lnTo>
                  <a:pt x="390" y="73027"/>
                </a:lnTo>
                <a:lnTo>
                  <a:pt x="0" y="80962"/>
                </a:lnTo>
                <a:lnTo>
                  <a:pt x="390" y="88898"/>
                </a:lnTo>
                <a:lnTo>
                  <a:pt x="1556" y="96758"/>
                </a:lnTo>
                <a:lnTo>
                  <a:pt x="3486" y="104465"/>
                </a:lnTo>
                <a:lnTo>
                  <a:pt x="6163" y="111946"/>
                </a:lnTo>
                <a:lnTo>
                  <a:pt x="9560" y="119128"/>
                </a:lnTo>
                <a:lnTo>
                  <a:pt x="13645" y="125943"/>
                </a:lnTo>
                <a:lnTo>
                  <a:pt x="18378" y="132325"/>
                </a:lnTo>
                <a:lnTo>
                  <a:pt x="23713" y="138212"/>
                </a:lnTo>
                <a:lnTo>
                  <a:pt x="29600" y="143547"/>
                </a:lnTo>
                <a:lnTo>
                  <a:pt x="35982" y="148280"/>
                </a:lnTo>
                <a:lnTo>
                  <a:pt x="42797" y="152365"/>
                </a:lnTo>
                <a:lnTo>
                  <a:pt x="49979" y="155762"/>
                </a:lnTo>
                <a:lnTo>
                  <a:pt x="57460" y="158439"/>
                </a:lnTo>
                <a:lnTo>
                  <a:pt x="65167" y="160369"/>
                </a:lnTo>
                <a:lnTo>
                  <a:pt x="73027" y="161535"/>
                </a:lnTo>
                <a:lnTo>
                  <a:pt x="80962" y="161925"/>
                </a:lnTo>
                <a:close/>
              </a:path>
            </a:pathLst>
          </a:custGeom>
          <a:solidFill xmlns:a="http://schemas.openxmlformats.org/drawingml/2006/main">
            <a:srgbClr val="18232E"/>
          </a:solidFill>
          <a:ln xmlns:a="http://schemas.openxmlformats.org/drawingml/2006/main" w="0">
            <a:noFill/>
          </a:ln>
        </p:spPr>
      </p:sp>
      <p:sp>
        <p:nvSpPr>
          <p:cNvPr id="29" name="dp42-v4-qa-detail / n26 / circle">
            <a:extLst xmlns:a="http://schemas.openxmlformats.org/drawingml/2006/main">
              <a:ext uri="{FF2B5EF4-FFF2-40B4-BE49-F238E27FC236}">
                <a16:creationId xmlns:a16="http://schemas.microsoft.com/office/drawing/2014/main" id="{6CA7C6C2-F460-4FA1-B599-78A3D26242F7}"/>
              </a:ext>
            </a:extLst>
          </p:cNvPr>
          <p:cNvSpPr>
            <a:spLocks xmlns:a="http://schemas.openxmlformats.org/drawingml/2006/main" noGrp="1"/>
          </p:cNvSpPr>
          <p:nvPr/>
        </p:nvSpPr>
        <p:spPr>
          <a:xfrm xmlns:a="http://schemas.openxmlformats.org/drawingml/2006/main">
            <a:off x="8391525" y="1790700"/>
            <a:ext cx="161925" cy="161925"/>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30" name="dp42-v4-qa-detail / n27 / circle">
            <a:extLst xmlns:a="http://schemas.openxmlformats.org/drawingml/2006/main">
              <a:ext uri="{FF2B5EF4-FFF2-40B4-BE49-F238E27FC236}">
                <a16:creationId xmlns:a16="http://schemas.microsoft.com/office/drawing/2014/main" id="{668AB6A9-D4CF-497C-B187-98374F79B114}"/>
              </a:ext>
            </a:extLst>
          </p:cNvPr>
          <p:cNvSpPr>
            <a:spLocks xmlns:a="http://schemas.openxmlformats.org/drawingml/2006/main" noGrp="1"/>
          </p:cNvSpPr>
          <p:nvPr/>
        </p:nvSpPr>
        <p:spPr>
          <a:xfrm xmlns:a="http://schemas.openxmlformats.org/drawingml/2006/main">
            <a:off x="8591550" y="1790700"/>
            <a:ext cx="161925" cy="161925"/>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31" name="dp42-v4-qa-detail / n28">
            <a:extLst xmlns:a="http://schemas.openxmlformats.org/drawingml/2006/main">
              <a:ext uri="{FF2B5EF4-FFF2-40B4-BE49-F238E27FC236}">
                <a16:creationId xmlns:a16="http://schemas.microsoft.com/office/drawing/2014/main" id="{5DE6D238-818B-4674-A624-98E6100BB921}"/>
              </a:ext>
            </a:extLst>
          </p:cNvPr>
          <p:cNvSpPr>
            <a:spLocks xmlns:a="http://schemas.openxmlformats.org/drawingml/2006/main" noGrp="1"/>
          </p:cNvSpPr>
          <p:nvPr/>
        </p:nvSpPr>
        <p:spPr>
          <a:xfrm xmlns:a="http://schemas.openxmlformats.org/drawingml/2006/main">
            <a:off x="8848725" y="1743075"/>
            <a:ext cx="809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18232E"/>
                </a:solidFill>
                <a:latin typeface="Apple SD Gothic Neo"/>
                <a:ea typeface="Apple SD Gothic Neo"/>
                <a:cs typeface="Apple SD Gothic Neo"/>
              </a:defRPr>
            </a:pPr>
            <a:r>
              <a:rPr sz="1500" b="0">
                <a:solidFill>
                  <a:srgbClr val="18232E"/>
                </a:solidFill>
                <a:latin typeface="Apple SD Gothic Neo"/>
                <a:ea typeface="Apple SD Gothic Neo"/>
                <a:cs typeface="Apple SD Gothic Neo"/>
              </a:rPr>
              <a:t>1점</a:t>
            </a:r>
          </a:p>
        </p:txBody>
      </p:sp>
      <p:sp>
        <p:nvSpPr>
          <p:cNvPr id="32" name="dp42-v4-qa-detail / n29 / circle">
            <a:extLst xmlns:a="http://schemas.openxmlformats.org/drawingml/2006/main">
              <a:ext uri="{FF2B5EF4-FFF2-40B4-BE49-F238E27FC236}">
                <a16:creationId xmlns:a16="http://schemas.microsoft.com/office/drawing/2014/main" id="{53ED85E1-A5A9-40EA-B09F-FEDC89942AD9}"/>
              </a:ext>
            </a:extLst>
          </p:cNvPr>
          <p:cNvSpPr>
            <a:spLocks xmlns:a="http://schemas.openxmlformats.org/drawingml/2006/main" noGrp="1"/>
          </p:cNvSpPr>
          <p:nvPr/>
        </p:nvSpPr>
        <p:spPr>
          <a:xfrm xmlns:a="http://schemas.openxmlformats.org/drawingml/2006/main">
            <a:off x="9753600" y="1790700"/>
            <a:ext cx="161925" cy="161925"/>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33" name="dp42-v4-qa-detail / n30 / circle">
            <a:extLst xmlns:a="http://schemas.openxmlformats.org/drawingml/2006/main">
              <a:ext uri="{FF2B5EF4-FFF2-40B4-BE49-F238E27FC236}">
                <a16:creationId xmlns:a16="http://schemas.microsoft.com/office/drawing/2014/main" id="{C4040E8A-EA50-4C1D-8504-233A95D5FB8C}"/>
              </a:ext>
            </a:extLst>
          </p:cNvPr>
          <p:cNvSpPr>
            <a:spLocks xmlns:a="http://schemas.openxmlformats.org/drawingml/2006/main" noGrp="1"/>
          </p:cNvSpPr>
          <p:nvPr/>
        </p:nvSpPr>
        <p:spPr>
          <a:xfrm xmlns:a="http://schemas.openxmlformats.org/drawingml/2006/main">
            <a:off x="9953625" y="1790700"/>
            <a:ext cx="161925" cy="161925"/>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34" name="dp42-v4-qa-detail / n31 / circle">
            <a:extLst xmlns:a="http://schemas.openxmlformats.org/drawingml/2006/main">
              <a:ext uri="{FF2B5EF4-FFF2-40B4-BE49-F238E27FC236}">
                <a16:creationId xmlns:a16="http://schemas.microsoft.com/office/drawing/2014/main" id="{811C0168-E26D-4C40-B3D2-EE8384A30B92}"/>
              </a:ext>
            </a:extLst>
          </p:cNvPr>
          <p:cNvSpPr>
            <a:spLocks xmlns:a="http://schemas.openxmlformats.org/drawingml/2006/main" noGrp="1"/>
          </p:cNvSpPr>
          <p:nvPr/>
        </p:nvSpPr>
        <p:spPr>
          <a:xfrm xmlns:a="http://schemas.openxmlformats.org/drawingml/2006/main">
            <a:off x="10153650" y="1790700"/>
            <a:ext cx="161925" cy="161925"/>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35" name="dp42-v4-qa-detail / n32">
            <a:extLst xmlns:a="http://schemas.openxmlformats.org/drawingml/2006/main">
              <a:ext uri="{FF2B5EF4-FFF2-40B4-BE49-F238E27FC236}">
                <a16:creationId xmlns:a16="http://schemas.microsoft.com/office/drawing/2014/main" id="{F5FE673F-C5BA-44D1-A929-BD8863D7096A}"/>
              </a:ext>
            </a:extLst>
          </p:cNvPr>
          <p:cNvSpPr>
            <a:spLocks xmlns:a="http://schemas.openxmlformats.org/drawingml/2006/main" noGrp="1"/>
          </p:cNvSpPr>
          <p:nvPr/>
        </p:nvSpPr>
        <p:spPr>
          <a:xfrm xmlns:a="http://schemas.openxmlformats.org/drawingml/2006/main">
            <a:off x="10410825" y="1743075"/>
            <a:ext cx="809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18232E"/>
                </a:solidFill>
                <a:latin typeface="Apple SD Gothic Neo"/>
                <a:ea typeface="Apple SD Gothic Neo"/>
                <a:cs typeface="Apple SD Gothic Neo"/>
              </a:defRPr>
            </a:pPr>
            <a:r>
              <a:rPr sz="1500" b="0">
                <a:solidFill>
                  <a:srgbClr val="18232E"/>
                </a:solidFill>
                <a:latin typeface="Apple SD Gothic Neo"/>
                <a:ea typeface="Apple SD Gothic Neo"/>
                <a:cs typeface="Apple SD Gothic Neo"/>
              </a:rPr>
              <a:t>0점</a:t>
            </a:r>
          </a:p>
        </p:txBody>
      </p:sp>
      <p:sp>
        <p:nvSpPr>
          <p:cNvPr id="36" name="dp42-v4-qa-detail / n33">
            <a:extLst xmlns:a="http://schemas.openxmlformats.org/drawingml/2006/main">
              <a:ext uri="{FF2B5EF4-FFF2-40B4-BE49-F238E27FC236}">
                <a16:creationId xmlns:a16="http://schemas.microsoft.com/office/drawing/2014/main" id="{E3A12BF2-871D-46C4-BCAD-C5A208C9857C}"/>
              </a:ext>
            </a:extLst>
          </p:cNvPr>
          <p:cNvSpPr>
            <a:spLocks xmlns:a="http://schemas.openxmlformats.org/drawingml/2006/main" noGrp="1"/>
          </p:cNvSpPr>
          <p:nvPr/>
        </p:nvSpPr>
        <p:spPr>
          <a:xfrm xmlns:a="http://schemas.openxmlformats.org/drawingml/2006/main">
            <a:off x="11811000" y="1762125"/>
            <a:ext cx="6096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5F6B77"/>
                </a:solidFill>
                <a:latin typeface="Apple SD Gothic Neo"/>
                <a:ea typeface="Apple SD Gothic Neo"/>
                <a:cs typeface="Apple SD Gothic Neo"/>
              </a:defRPr>
            </a:pPr>
            <a:r>
              <a:rPr sz="1500" b="0">
                <a:solidFill>
                  <a:srgbClr val="5F6B77"/>
                </a:solidFill>
                <a:latin typeface="Apple SD Gothic Neo"/>
                <a:ea typeface="Apple SD Gothic Neo"/>
                <a:cs typeface="Apple SD Gothic Neo"/>
              </a:rPr>
              <a:t>원값 차이와 점수 차이는 별도 확인</a:t>
            </a:r>
          </a:p>
        </p:txBody>
      </p:sp>
      <p:sp>
        <p:nvSpPr>
          <p:cNvPr id="37" name="dp42-v4-qa-detail / n34">
            <a:extLst xmlns:a="http://schemas.openxmlformats.org/drawingml/2006/main">
              <a:ext uri="{FF2B5EF4-FFF2-40B4-BE49-F238E27FC236}">
                <a16:creationId xmlns:a16="http://schemas.microsoft.com/office/drawing/2014/main" id="{2EE671D5-5A1B-4D34-A732-73274AB32948}"/>
              </a:ext>
            </a:extLst>
          </p:cNvPr>
          <p:cNvSpPr>
            <a:spLocks xmlns:a="http://schemas.openxmlformats.org/drawingml/2006/main" noGrp="1"/>
          </p:cNvSpPr>
          <p:nvPr/>
        </p:nvSpPr>
        <p:spPr>
          <a:xfrm xmlns:a="http://schemas.openxmlformats.org/drawingml/2006/main">
            <a:off x="381000" y="2143125"/>
            <a:ext cx="17526000" cy="457200"/>
          </a:xfrm>
          <a:prstGeom xmlns:a="http://schemas.openxmlformats.org/drawingml/2006/main" prst="rect">
            <a:avLst/>
          </a:prstGeom>
          <a:solidFill xmlns:a="http://schemas.openxmlformats.org/drawingml/2006/main">
            <a:srgbClr val="D5E7C7"/>
          </a:solidFill>
          <a:ln xmlns:a="http://schemas.openxmlformats.org/drawingml/2006/main" w="0">
            <a:noFill/>
          </a:ln>
        </p:spPr>
      </p:sp>
      <p:sp>
        <p:nvSpPr>
          <p:cNvPr id="38" name="dp42-v4-qa-detail / n35">
            <a:extLst xmlns:a="http://schemas.openxmlformats.org/drawingml/2006/main">
              <a:ext uri="{FF2B5EF4-FFF2-40B4-BE49-F238E27FC236}">
                <a16:creationId xmlns:a16="http://schemas.microsoft.com/office/drawing/2014/main" id="{65A6A7AE-794D-400F-9446-290EFE76EA19}"/>
              </a:ext>
            </a:extLst>
          </p:cNvPr>
          <p:cNvSpPr>
            <a:spLocks xmlns:a="http://schemas.openxmlformats.org/drawingml/2006/main" noGrp="1"/>
          </p:cNvSpPr>
          <p:nvPr/>
        </p:nvSpPr>
        <p:spPr>
          <a:xfrm xmlns:a="http://schemas.openxmlformats.org/drawingml/2006/main">
            <a:off x="533400" y="2238375"/>
            <a:ext cx="2476500" cy="3286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1">
                <a:solidFill>
                  <a:srgbClr val="18232E"/>
                </a:solidFill>
                <a:latin typeface="Apple SD Gothic Neo"/>
                <a:ea typeface="Apple SD Gothic Neo"/>
                <a:cs typeface="Apple SD Gothic Neo"/>
              </a:defRPr>
            </a:pPr>
            <a:r>
              <a:rPr sz="1725" b="1">
                <a:solidFill>
                  <a:srgbClr val="18232E"/>
                </a:solidFill>
                <a:latin typeface="Apple SD Gothic Neo"/>
                <a:ea typeface="Apple SD Gothic Neo"/>
                <a:cs typeface="Apple SD Gothic Neo"/>
              </a:rPr>
              <a:t>QA / 목표</a:t>
            </a:r>
          </a:p>
        </p:txBody>
      </p:sp>
      <p:sp>
        <p:nvSpPr>
          <p:cNvPr id="39" name="dp42-v4-qa-detail / n36">
            <a:extLst xmlns:a="http://schemas.openxmlformats.org/drawingml/2006/main">
              <a:ext uri="{FF2B5EF4-FFF2-40B4-BE49-F238E27FC236}">
                <a16:creationId xmlns:a16="http://schemas.microsoft.com/office/drawing/2014/main" id="{8ABE60BC-5435-4A50-A075-EF27BCB88F9F}"/>
              </a:ext>
            </a:extLst>
          </p:cNvPr>
          <p:cNvSpPr>
            <a:spLocks xmlns:a="http://schemas.openxmlformats.org/drawingml/2006/main" noGrp="1"/>
          </p:cNvSpPr>
          <p:nvPr/>
        </p:nvSpPr>
        <p:spPr>
          <a:xfrm xmlns:a="http://schemas.openxmlformats.org/drawingml/2006/main">
            <a:off x="3457575" y="2238375"/>
            <a:ext cx="5810250" cy="3286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1">
                <a:solidFill>
                  <a:srgbClr val="18232E"/>
                </a:solidFill>
                <a:latin typeface="Apple SD Gothic Neo"/>
                <a:ea typeface="Apple SD Gothic Neo"/>
                <a:cs typeface="Apple SD Gothic Neo"/>
              </a:defRPr>
            </a:pPr>
            <a:r>
              <a:rPr sz="1725" b="1">
                <a:solidFill>
                  <a:srgbClr val="18232E"/>
                </a:solidFill>
                <a:latin typeface="Apple SD Gothic Neo"/>
                <a:ea typeface="Apple SD Gothic Neo"/>
                <a:cs typeface="Apple SD Gothic Neo"/>
              </a:rPr>
              <a:t>A 통합 Core의 공동 확정</a:t>
            </a:r>
          </a:p>
        </p:txBody>
      </p:sp>
      <p:sp>
        <p:nvSpPr>
          <p:cNvPr id="40" name="dp42-v4-qa-detail / n37">
            <a:extLst xmlns:a="http://schemas.openxmlformats.org/drawingml/2006/main">
              <a:ext uri="{FF2B5EF4-FFF2-40B4-BE49-F238E27FC236}">
                <a16:creationId xmlns:a16="http://schemas.microsoft.com/office/drawing/2014/main" id="{9656E501-D1AE-4E37-BCFA-B60CE6A078EA}"/>
              </a:ext>
            </a:extLst>
          </p:cNvPr>
          <p:cNvSpPr>
            <a:spLocks xmlns:a="http://schemas.openxmlformats.org/drawingml/2006/main" noGrp="1"/>
          </p:cNvSpPr>
          <p:nvPr/>
        </p:nvSpPr>
        <p:spPr>
          <a:xfrm xmlns:a="http://schemas.openxmlformats.org/drawingml/2006/main">
            <a:off x="9648825" y="2238375"/>
            <a:ext cx="5810250" cy="3286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1">
                <a:solidFill>
                  <a:srgbClr val="18232E"/>
                </a:solidFill>
                <a:latin typeface="Apple SD Gothic Neo"/>
                <a:ea typeface="Apple SD Gothic Neo"/>
                <a:cs typeface="Apple SD Gothic Neo"/>
              </a:defRPr>
            </a:pPr>
            <a:r>
              <a:rPr sz="1725" b="1">
                <a:solidFill>
                  <a:srgbClr val="18232E"/>
                </a:solidFill>
                <a:latin typeface="Apple SD Gothic Neo"/>
                <a:ea typeface="Apple SD Gothic Neo"/>
                <a:cs typeface="Apple SD Gothic Neo"/>
              </a:rPr>
              <a:t>B 독립 대화와 Task 서비스의 접수</a:t>
            </a:r>
          </a:p>
        </p:txBody>
      </p:sp>
      <p:sp>
        <p:nvSpPr>
          <p:cNvPr id="41" name="dp42-v4-qa-detail / n38">
            <a:extLst xmlns:a="http://schemas.openxmlformats.org/drawingml/2006/main">
              <a:ext uri="{FF2B5EF4-FFF2-40B4-BE49-F238E27FC236}">
                <a16:creationId xmlns:a16="http://schemas.microsoft.com/office/drawing/2014/main" id="{B7206D79-F420-42CB-B07D-8869A87EBD70}"/>
              </a:ext>
            </a:extLst>
          </p:cNvPr>
          <p:cNvSpPr>
            <a:spLocks xmlns:a="http://schemas.openxmlformats.org/drawingml/2006/main" noGrp="1"/>
          </p:cNvSpPr>
          <p:nvPr/>
        </p:nvSpPr>
        <p:spPr>
          <a:xfrm xmlns:a="http://schemas.openxmlformats.org/drawingml/2006/main">
            <a:off x="15801975" y="2238375"/>
            <a:ext cx="1952625" cy="3286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1">
                <a:solidFill>
                  <a:srgbClr val="18232E"/>
                </a:solidFill>
                <a:latin typeface="Apple SD Gothic Neo"/>
                <a:ea typeface="Apple SD Gothic Neo"/>
                <a:cs typeface="Apple SD Gothic Neo"/>
              </a:defRPr>
            </a:pPr>
            <a:r>
              <a:rPr sz="1725" b="1">
                <a:solidFill>
                  <a:srgbClr val="18232E"/>
                </a:solidFill>
                <a:latin typeface="Apple SD Gothic Neo"/>
                <a:ea typeface="Apple SD Gothic Neo"/>
                <a:cs typeface="Apple SD Gothic Neo"/>
              </a:rPr>
              <a:t>원값 차이</a:t>
            </a:r>
          </a:p>
        </p:txBody>
      </p:sp>
      <p:sp>
        <p:nvSpPr>
          <p:cNvPr id="42" name="dp42-v4-qa-detail / n39">
            <a:extLst xmlns:a="http://schemas.openxmlformats.org/drawingml/2006/main">
              <a:ext uri="{FF2B5EF4-FFF2-40B4-BE49-F238E27FC236}">
                <a16:creationId xmlns:a16="http://schemas.microsoft.com/office/drawing/2014/main" id="{F937059B-E45C-465A-834A-FFCFFBBB99DB}"/>
              </a:ext>
            </a:extLst>
          </p:cNvPr>
          <p:cNvSpPr>
            <a:spLocks xmlns:a="http://schemas.openxmlformats.org/drawingml/2006/main" noGrp="1"/>
          </p:cNvSpPr>
          <p:nvPr/>
        </p:nvSpPr>
        <p:spPr>
          <a:xfrm xmlns:a="http://schemas.openxmlformats.org/drawingml/2006/main">
            <a:off x="381000" y="3590925"/>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1430">
            <a:solidFill>
              <a:srgbClr val="CDD6DE"/>
            </a:solidFill>
          </a:ln>
        </p:spPr>
      </p:sp>
      <p:sp>
        <p:nvSpPr>
          <p:cNvPr id="43" name="dp42-v4-qa-detail / n40">
            <a:extLst xmlns:a="http://schemas.openxmlformats.org/drawingml/2006/main">
              <a:ext uri="{FF2B5EF4-FFF2-40B4-BE49-F238E27FC236}">
                <a16:creationId xmlns:a16="http://schemas.microsoft.com/office/drawing/2014/main" id="{E2F04344-673A-4B67-A9C8-569D15217648}"/>
              </a:ext>
            </a:extLst>
          </p:cNvPr>
          <p:cNvSpPr>
            <a:spLocks xmlns:a="http://schemas.openxmlformats.org/drawingml/2006/main" noGrp="1"/>
          </p:cNvSpPr>
          <p:nvPr/>
        </p:nvSpPr>
        <p:spPr>
          <a:xfrm xmlns:a="http://schemas.openxmlformats.org/drawingml/2006/main">
            <a:off x="533400" y="2695575"/>
            <a:ext cx="25146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1">
                <a:solidFill>
                  <a:srgbClr val="18232E"/>
                </a:solidFill>
                <a:latin typeface="Apple SD Gothic Neo"/>
                <a:ea typeface="Apple SD Gothic Neo"/>
                <a:cs typeface="Apple SD Gothic Neo"/>
              </a:defRPr>
            </a:pPr>
            <a:r>
              <a:rPr sz="1650" b="1">
                <a:solidFill>
                  <a:srgbClr val="18232E"/>
                </a:solidFill>
                <a:latin typeface="Apple SD Gothic Neo"/>
                <a:ea typeface="Apple SD Gothic Neo"/>
                <a:cs typeface="Apple SD Gothic Neo"/>
              </a:rPr>
              <a:t>01  요청 처리 정확성</a:t>
            </a:r>
          </a:p>
        </p:txBody>
      </p:sp>
      <p:sp>
        <p:nvSpPr>
          <p:cNvPr id="44" name="dp42-v4-qa-detail / n41">
            <a:extLst xmlns:a="http://schemas.openxmlformats.org/drawingml/2006/main">
              <a:ext uri="{FF2B5EF4-FFF2-40B4-BE49-F238E27FC236}">
                <a16:creationId xmlns:a16="http://schemas.microsoft.com/office/drawing/2014/main" id="{82EB657A-5A32-481B-B228-3D74D6B7581A}"/>
              </a:ext>
            </a:extLst>
          </p:cNvPr>
          <p:cNvSpPr>
            <a:spLocks xmlns:a="http://schemas.openxmlformats.org/drawingml/2006/main" noGrp="1"/>
          </p:cNvSpPr>
          <p:nvPr/>
        </p:nvSpPr>
        <p:spPr>
          <a:xfrm xmlns:a="http://schemas.openxmlformats.org/drawingml/2006/main">
            <a:off x="533400" y="3057525"/>
            <a:ext cx="2514600" cy="2714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425" b="0">
                <a:solidFill>
                  <a:srgbClr val="5F6B77"/>
                </a:solidFill>
                <a:latin typeface="Apple SD Gothic Neo"/>
                <a:ea typeface="Apple SD Gothic Neo"/>
                <a:cs typeface="Apple SD Gothic Neo"/>
              </a:defRPr>
            </a:pPr>
            <a:r>
              <a:rPr sz="1425" b="0">
                <a:solidFill>
                  <a:srgbClr val="5F6B77"/>
                </a:solidFill>
                <a:latin typeface="Apple SD Gothic Neo"/>
                <a:ea typeface="Apple SD Gothic Neo"/>
                <a:cs typeface="Apple SD Gothic Neo"/>
              </a:rPr>
              <a:t>목표 ≥98%</a:t>
            </a:r>
          </a:p>
        </p:txBody>
      </p:sp>
      <p:sp>
        <p:nvSpPr>
          <p:cNvPr id="45" name="dp42-v4-qa-detail / n42 / circle">
            <a:extLst xmlns:a="http://schemas.openxmlformats.org/drawingml/2006/main">
              <a:ext uri="{FF2B5EF4-FFF2-40B4-BE49-F238E27FC236}">
                <a16:creationId xmlns:a16="http://schemas.microsoft.com/office/drawing/2014/main" id="{97432B58-CC62-4929-8C9D-2CB851DBCBCC}"/>
              </a:ext>
            </a:extLst>
          </p:cNvPr>
          <p:cNvSpPr>
            <a:spLocks xmlns:a="http://schemas.openxmlformats.org/drawingml/2006/main" noGrp="1"/>
          </p:cNvSpPr>
          <p:nvPr/>
        </p:nvSpPr>
        <p:spPr>
          <a:xfrm xmlns:a="http://schemas.openxmlformats.org/drawingml/2006/main">
            <a:off x="3457575" y="2752725"/>
            <a:ext cx="171450" cy="171450"/>
          </a:xfrm>
          <a:prstGeom xmlns:a="http://schemas.openxmlformats.org/drawingml/2006/main" prst="ellipse">
            <a:avLst/>
          </a:prstGeom>
          <a:solidFill xmlns:a="http://schemas.openxmlformats.org/drawingml/2006/main">
            <a:srgbClr val="18232E"/>
          </a:solidFill>
          <a:ln xmlns:a="http://schemas.openxmlformats.org/drawingml/2006/main" w="10478">
            <a:solidFill>
              <a:srgbClr val="18232E"/>
            </a:solidFill>
          </a:ln>
        </p:spPr>
      </p:sp>
      <p:sp>
        <p:nvSpPr>
          <p:cNvPr id="46" name="dp42-v4-qa-detail / n43 / circle">
            <a:extLst xmlns:a="http://schemas.openxmlformats.org/drawingml/2006/main">
              <a:ext uri="{FF2B5EF4-FFF2-40B4-BE49-F238E27FC236}">
                <a16:creationId xmlns:a16="http://schemas.microsoft.com/office/drawing/2014/main" id="{39DF6BC1-CBB5-40CF-AFA9-2A63ADF55A10}"/>
              </a:ext>
            </a:extLst>
          </p:cNvPr>
          <p:cNvSpPr>
            <a:spLocks xmlns:a="http://schemas.openxmlformats.org/drawingml/2006/main" noGrp="1"/>
          </p:cNvSpPr>
          <p:nvPr/>
        </p:nvSpPr>
        <p:spPr>
          <a:xfrm xmlns:a="http://schemas.openxmlformats.org/drawingml/2006/main">
            <a:off x="3667125" y="2752725"/>
            <a:ext cx="171450" cy="171450"/>
          </a:xfrm>
          <a:prstGeom xmlns:a="http://schemas.openxmlformats.org/drawingml/2006/main" prst="ellipse">
            <a:avLst/>
          </a:prstGeom>
          <a:solidFill xmlns:a="http://schemas.openxmlformats.org/drawingml/2006/main">
            <a:srgbClr val="18232E"/>
          </a:solidFill>
          <a:ln xmlns:a="http://schemas.openxmlformats.org/drawingml/2006/main" w="10478">
            <a:solidFill>
              <a:srgbClr val="18232E"/>
            </a:solidFill>
          </a:ln>
        </p:spPr>
      </p:sp>
      <p:sp>
        <p:nvSpPr>
          <p:cNvPr id="47" name="dp42-v4-qa-detail / n44 / circle">
            <a:extLst xmlns:a="http://schemas.openxmlformats.org/drawingml/2006/main">
              <a:ext uri="{FF2B5EF4-FFF2-40B4-BE49-F238E27FC236}">
                <a16:creationId xmlns:a16="http://schemas.microsoft.com/office/drawing/2014/main" id="{C5D5E0D0-4A16-40A5-826B-792CE102B53D}"/>
              </a:ext>
            </a:extLst>
          </p:cNvPr>
          <p:cNvSpPr>
            <a:spLocks xmlns:a="http://schemas.openxmlformats.org/drawingml/2006/main" noGrp="1"/>
          </p:cNvSpPr>
          <p:nvPr/>
        </p:nvSpPr>
        <p:spPr>
          <a:xfrm xmlns:a="http://schemas.openxmlformats.org/drawingml/2006/main">
            <a:off x="3876675" y="2752725"/>
            <a:ext cx="171450" cy="171450"/>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48" name="dp42-v4-qa-detail / n44 / half">
            <a:extLst xmlns:a="http://schemas.openxmlformats.org/drawingml/2006/main">
              <a:ext uri="{FF2B5EF4-FFF2-40B4-BE49-F238E27FC236}">
                <a16:creationId xmlns:a16="http://schemas.microsoft.com/office/drawing/2014/main" id="{1EF0E438-E0E3-4F52-BD63-03B64BFFDAB0}"/>
              </a:ext>
            </a:extLst>
          </p:cNvPr>
          <p:cNvSpPr>
            <a:spLocks xmlns:a="http://schemas.openxmlformats.org/drawingml/2006/main" noGrp="1"/>
          </p:cNvSpPr>
          <p:nvPr/>
        </p:nvSpPr>
        <p:spPr>
          <a:xfrm xmlns:a="http://schemas.openxmlformats.org/drawingml/2006/main">
            <a:off x="3876675" y="2752725"/>
            <a:ext cx="171450" cy="171450"/>
          </a:xfrm>
          <a:custGeom xmlns:a="http://schemas.openxmlformats.org/drawingml/2006/main">
            <a:pathLst>
              <a:path w="171450" h="171450">
                <a:moveTo>
                  <a:pt x="85725" y="0"/>
                </a:moveTo>
                <a:lnTo>
                  <a:pt x="77322" y="413"/>
                </a:lnTo>
                <a:lnTo>
                  <a:pt x="69001" y="1647"/>
                </a:lnTo>
                <a:lnTo>
                  <a:pt x="60840" y="3691"/>
                </a:lnTo>
                <a:lnTo>
                  <a:pt x="52919" y="6525"/>
                </a:lnTo>
                <a:lnTo>
                  <a:pt x="45315" y="10122"/>
                </a:lnTo>
                <a:lnTo>
                  <a:pt x="38099" y="14447"/>
                </a:lnTo>
                <a:lnTo>
                  <a:pt x="31342" y="19459"/>
                </a:lnTo>
                <a:lnTo>
                  <a:pt x="25108" y="25108"/>
                </a:lnTo>
                <a:lnTo>
                  <a:pt x="19459" y="31342"/>
                </a:lnTo>
                <a:lnTo>
                  <a:pt x="14447" y="38099"/>
                </a:lnTo>
                <a:lnTo>
                  <a:pt x="10122" y="45315"/>
                </a:lnTo>
                <a:lnTo>
                  <a:pt x="6525" y="52919"/>
                </a:lnTo>
                <a:lnTo>
                  <a:pt x="3691" y="60840"/>
                </a:lnTo>
                <a:lnTo>
                  <a:pt x="1647" y="69001"/>
                </a:lnTo>
                <a:lnTo>
                  <a:pt x="413" y="77322"/>
                </a:lnTo>
                <a:lnTo>
                  <a:pt x="0" y="85725"/>
                </a:lnTo>
                <a:lnTo>
                  <a:pt x="413" y="94128"/>
                </a:lnTo>
                <a:lnTo>
                  <a:pt x="1647" y="102449"/>
                </a:lnTo>
                <a:lnTo>
                  <a:pt x="3691" y="110610"/>
                </a:lnTo>
                <a:lnTo>
                  <a:pt x="6525" y="118531"/>
                </a:lnTo>
                <a:lnTo>
                  <a:pt x="10122" y="126135"/>
                </a:lnTo>
                <a:lnTo>
                  <a:pt x="14447" y="133351"/>
                </a:lnTo>
                <a:lnTo>
                  <a:pt x="19459" y="140108"/>
                </a:lnTo>
                <a:lnTo>
                  <a:pt x="25108" y="146342"/>
                </a:lnTo>
                <a:lnTo>
                  <a:pt x="31342" y="151991"/>
                </a:lnTo>
                <a:lnTo>
                  <a:pt x="38099" y="157003"/>
                </a:lnTo>
                <a:lnTo>
                  <a:pt x="45315" y="161328"/>
                </a:lnTo>
                <a:lnTo>
                  <a:pt x="52919" y="164925"/>
                </a:lnTo>
                <a:lnTo>
                  <a:pt x="60840" y="167759"/>
                </a:lnTo>
                <a:lnTo>
                  <a:pt x="69001" y="169803"/>
                </a:lnTo>
                <a:lnTo>
                  <a:pt x="77322" y="171037"/>
                </a:lnTo>
                <a:lnTo>
                  <a:pt x="85725" y="171450"/>
                </a:lnTo>
                <a:close/>
              </a:path>
            </a:pathLst>
          </a:custGeom>
          <a:solidFill xmlns:a="http://schemas.openxmlformats.org/drawingml/2006/main">
            <a:srgbClr val="18232E"/>
          </a:solidFill>
          <a:ln xmlns:a="http://schemas.openxmlformats.org/drawingml/2006/main" w="0">
            <a:noFill/>
          </a:ln>
        </p:spPr>
      </p:sp>
      <p:sp>
        <p:nvSpPr>
          <p:cNvPr id="49" name="dp42-v4-qa-detail / n45">
            <a:extLst xmlns:a="http://schemas.openxmlformats.org/drawingml/2006/main">
              <a:ext uri="{FF2B5EF4-FFF2-40B4-BE49-F238E27FC236}">
                <a16:creationId xmlns:a16="http://schemas.microsoft.com/office/drawing/2014/main" id="{76E7B30E-16B7-4C5E-AB6B-C7BE6E234F44}"/>
              </a:ext>
            </a:extLst>
          </p:cNvPr>
          <p:cNvSpPr>
            <a:spLocks xmlns:a="http://schemas.openxmlformats.org/drawingml/2006/main" noGrp="1"/>
          </p:cNvSpPr>
          <p:nvPr/>
        </p:nvSpPr>
        <p:spPr>
          <a:xfrm xmlns:a="http://schemas.openxmlformats.org/drawingml/2006/main">
            <a:off x="4181475" y="2686050"/>
            <a:ext cx="809625" cy="357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1">
                <a:solidFill>
                  <a:srgbClr val="18232E"/>
                </a:solidFill>
                <a:latin typeface="Apple SD Gothic Neo"/>
                <a:ea typeface="Apple SD Gothic Neo"/>
                <a:cs typeface="Apple SD Gothic Neo"/>
              </a:defRPr>
            </a:pPr>
            <a:r>
              <a:rPr sz="1875" b="1">
                <a:solidFill>
                  <a:srgbClr val="18232E"/>
                </a:solidFill>
                <a:latin typeface="Apple SD Gothic Neo"/>
                <a:ea typeface="Apple SD Gothic Neo"/>
                <a:cs typeface="Apple SD Gothic Neo"/>
              </a:rPr>
              <a:t>5점</a:t>
            </a:r>
          </a:p>
        </p:txBody>
      </p:sp>
      <p:sp>
        <p:nvSpPr>
          <p:cNvPr id="50" name="dp42-v4-qa-detail / n46">
            <a:extLst xmlns:a="http://schemas.openxmlformats.org/drawingml/2006/main">
              <a:ext uri="{FF2B5EF4-FFF2-40B4-BE49-F238E27FC236}">
                <a16:creationId xmlns:a16="http://schemas.microsoft.com/office/drawing/2014/main" id="{1A4A1A94-084E-4CC9-87BE-BB4A8D2D14D1}"/>
              </a:ext>
            </a:extLst>
          </p:cNvPr>
          <p:cNvSpPr>
            <a:spLocks xmlns:a="http://schemas.openxmlformats.org/drawingml/2006/main" noGrp="1"/>
          </p:cNvSpPr>
          <p:nvPr/>
        </p:nvSpPr>
        <p:spPr>
          <a:xfrm xmlns:a="http://schemas.openxmlformats.org/drawingml/2006/main">
            <a:off x="5076825" y="2667000"/>
            <a:ext cx="4000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1">
                <a:solidFill>
                  <a:srgbClr val="18232E"/>
                </a:solidFill>
                <a:latin typeface="Apple SD Gothic Neo"/>
                <a:ea typeface="Apple SD Gothic Neo"/>
                <a:cs typeface="Apple SD Gothic Neo"/>
              </a:defRPr>
            </a:pPr>
            <a:r>
              <a:rPr sz="2100" b="1">
                <a:solidFill>
                  <a:srgbClr val="18232E"/>
                </a:solidFill>
                <a:latin typeface="Apple SD Gothic Neo"/>
                <a:ea typeface="Apple SD Gothic Neo"/>
                <a:cs typeface="Apple SD Gothic Neo"/>
              </a:rPr>
              <a:t>99.63%</a:t>
            </a:r>
          </a:p>
        </p:txBody>
      </p:sp>
      <p:sp>
        <p:nvSpPr>
          <p:cNvPr id="51" name="dp42-v4-qa-detail / n47">
            <a:extLst xmlns:a="http://schemas.openxmlformats.org/drawingml/2006/main">
              <a:ext uri="{FF2B5EF4-FFF2-40B4-BE49-F238E27FC236}">
                <a16:creationId xmlns:a16="http://schemas.microsoft.com/office/drawing/2014/main" id="{02C9677F-18F4-40A0-BFA9-F7470D5BFCB2}"/>
              </a:ext>
            </a:extLst>
          </p:cNvPr>
          <p:cNvSpPr>
            <a:spLocks xmlns:a="http://schemas.openxmlformats.org/drawingml/2006/main" noGrp="1"/>
          </p:cNvSpPr>
          <p:nvPr/>
        </p:nvSpPr>
        <p:spPr>
          <a:xfrm xmlns:a="http://schemas.openxmlformats.org/drawingml/2006/main">
            <a:off x="3457575" y="3095625"/>
            <a:ext cx="58293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18232E"/>
                </a:solidFill>
                <a:latin typeface="Apple SD Gothic Neo"/>
                <a:ea typeface="Apple SD Gothic Neo"/>
                <a:cs typeface="Apple SD Gothic Neo"/>
              </a:defRPr>
            </a:pPr>
            <a:r>
              <a:rPr sz="1500" b="0">
                <a:solidFill>
                  <a:srgbClr val="18232E"/>
                </a:solidFill>
                <a:latin typeface="Apple SD Gothic Neo"/>
                <a:ea typeface="Apple SD Gothic Neo"/>
                <a:cs typeface="Apple SD Gothic Neo"/>
              </a:rPr>
              <a:t>같은 의미 판단과 접수 규칙</a:t>
            </a:r>
          </a:p>
        </p:txBody>
      </p:sp>
      <p:sp>
        <p:nvSpPr>
          <p:cNvPr id="52" name="dp42-v4-qa-detail / n48 / circle">
            <a:extLst xmlns:a="http://schemas.openxmlformats.org/drawingml/2006/main">
              <a:ext uri="{FF2B5EF4-FFF2-40B4-BE49-F238E27FC236}">
                <a16:creationId xmlns:a16="http://schemas.microsoft.com/office/drawing/2014/main" id="{D98A2661-C8B2-4C46-A3B4-EE20F7E686BE}"/>
              </a:ext>
            </a:extLst>
          </p:cNvPr>
          <p:cNvSpPr>
            <a:spLocks xmlns:a="http://schemas.openxmlformats.org/drawingml/2006/main" noGrp="1"/>
          </p:cNvSpPr>
          <p:nvPr/>
        </p:nvSpPr>
        <p:spPr>
          <a:xfrm xmlns:a="http://schemas.openxmlformats.org/drawingml/2006/main">
            <a:off x="9648825" y="2752725"/>
            <a:ext cx="171450" cy="171450"/>
          </a:xfrm>
          <a:prstGeom xmlns:a="http://schemas.openxmlformats.org/drawingml/2006/main" prst="ellipse">
            <a:avLst/>
          </a:prstGeom>
          <a:solidFill xmlns:a="http://schemas.openxmlformats.org/drawingml/2006/main">
            <a:srgbClr val="18232E"/>
          </a:solidFill>
          <a:ln xmlns:a="http://schemas.openxmlformats.org/drawingml/2006/main" w="10478">
            <a:solidFill>
              <a:srgbClr val="18232E"/>
            </a:solidFill>
          </a:ln>
        </p:spPr>
      </p:sp>
      <p:sp>
        <p:nvSpPr>
          <p:cNvPr id="53" name="dp42-v4-qa-detail / n49 / circle">
            <a:extLst xmlns:a="http://schemas.openxmlformats.org/drawingml/2006/main">
              <a:ext uri="{FF2B5EF4-FFF2-40B4-BE49-F238E27FC236}">
                <a16:creationId xmlns:a16="http://schemas.microsoft.com/office/drawing/2014/main" id="{A3A98318-7258-4D41-94D8-8CB75121FC9D}"/>
              </a:ext>
            </a:extLst>
          </p:cNvPr>
          <p:cNvSpPr>
            <a:spLocks xmlns:a="http://schemas.openxmlformats.org/drawingml/2006/main" noGrp="1"/>
          </p:cNvSpPr>
          <p:nvPr/>
        </p:nvSpPr>
        <p:spPr>
          <a:xfrm xmlns:a="http://schemas.openxmlformats.org/drawingml/2006/main">
            <a:off x="9858375" y="2752725"/>
            <a:ext cx="171450" cy="171450"/>
          </a:xfrm>
          <a:prstGeom xmlns:a="http://schemas.openxmlformats.org/drawingml/2006/main" prst="ellipse">
            <a:avLst/>
          </a:prstGeom>
          <a:solidFill xmlns:a="http://schemas.openxmlformats.org/drawingml/2006/main">
            <a:srgbClr val="18232E"/>
          </a:solidFill>
          <a:ln xmlns:a="http://schemas.openxmlformats.org/drawingml/2006/main" w="10478">
            <a:solidFill>
              <a:srgbClr val="18232E"/>
            </a:solidFill>
          </a:ln>
        </p:spPr>
      </p:sp>
      <p:sp>
        <p:nvSpPr>
          <p:cNvPr id="54" name="dp42-v4-qa-detail / n50 / circle">
            <a:extLst xmlns:a="http://schemas.openxmlformats.org/drawingml/2006/main">
              <a:ext uri="{FF2B5EF4-FFF2-40B4-BE49-F238E27FC236}">
                <a16:creationId xmlns:a16="http://schemas.microsoft.com/office/drawing/2014/main" id="{D9256C98-ED85-4EDE-B02B-0EA963F8D216}"/>
              </a:ext>
            </a:extLst>
          </p:cNvPr>
          <p:cNvSpPr>
            <a:spLocks xmlns:a="http://schemas.openxmlformats.org/drawingml/2006/main" noGrp="1"/>
          </p:cNvSpPr>
          <p:nvPr/>
        </p:nvSpPr>
        <p:spPr>
          <a:xfrm xmlns:a="http://schemas.openxmlformats.org/drawingml/2006/main">
            <a:off x="10067925" y="2752725"/>
            <a:ext cx="171450" cy="171450"/>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55" name="dp42-v4-qa-detail / n50 / half">
            <a:extLst xmlns:a="http://schemas.openxmlformats.org/drawingml/2006/main">
              <a:ext uri="{FF2B5EF4-FFF2-40B4-BE49-F238E27FC236}">
                <a16:creationId xmlns:a16="http://schemas.microsoft.com/office/drawing/2014/main" id="{2F5FA46C-DE1A-4C40-91A5-040425E4535B}"/>
              </a:ext>
            </a:extLst>
          </p:cNvPr>
          <p:cNvSpPr>
            <a:spLocks xmlns:a="http://schemas.openxmlformats.org/drawingml/2006/main" noGrp="1"/>
          </p:cNvSpPr>
          <p:nvPr/>
        </p:nvSpPr>
        <p:spPr>
          <a:xfrm xmlns:a="http://schemas.openxmlformats.org/drawingml/2006/main">
            <a:off x="10067925" y="2752725"/>
            <a:ext cx="171450" cy="171450"/>
          </a:xfrm>
          <a:custGeom xmlns:a="http://schemas.openxmlformats.org/drawingml/2006/main">
            <a:pathLst>
              <a:path w="171450" h="171450">
                <a:moveTo>
                  <a:pt x="85725" y="0"/>
                </a:moveTo>
                <a:lnTo>
                  <a:pt x="77322" y="413"/>
                </a:lnTo>
                <a:lnTo>
                  <a:pt x="69001" y="1647"/>
                </a:lnTo>
                <a:lnTo>
                  <a:pt x="60840" y="3691"/>
                </a:lnTo>
                <a:lnTo>
                  <a:pt x="52919" y="6525"/>
                </a:lnTo>
                <a:lnTo>
                  <a:pt x="45315" y="10122"/>
                </a:lnTo>
                <a:lnTo>
                  <a:pt x="38099" y="14447"/>
                </a:lnTo>
                <a:lnTo>
                  <a:pt x="31342" y="19459"/>
                </a:lnTo>
                <a:lnTo>
                  <a:pt x="25108" y="25108"/>
                </a:lnTo>
                <a:lnTo>
                  <a:pt x="19459" y="31342"/>
                </a:lnTo>
                <a:lnTo>
                  <a:pt x="14447" y="38099"/>
                </a:lnTo>
                <a:lnTo>
                  <a:pt x="10122" y="45315"/>
                </a:lnTo>
                <a:lnTo>
                  <a:pt x="6525" y="52919"/>
                </a:lnTo>
                <a:lnTo>
                  <a:pt x="3691" y="60840"/>
                </a:lnTo>
                <a:lnTo>
                  <a:pt x="1647" y="69001"/>
                </a:lnTo>
                <a:lnTo>
                  <a:pt x="413" y="77322"/>
                </a:lnTo>
                <a:lnTo>
                  <a:pt x="0" y="85725"/>
                </a:lnTo>
                <a:lnTo>
                  <a:pt x="413" y="94128"/>
                </a:lnTo>
                <a:lnTo>
                  <a:pt x="1647" y="102449"/>
                </a:lnTo>
                <a:lnTo>
                  <a:pt x="3691" y="110610"/>
                </a:lnTo>
                <a:lnTo>
                  <a:pt x="6525" y="118531"/>
                </a:lnTo>
                <a:lnTo>
                  <a:pt x="10122" y="126135"/>
                </a:lnTo>
                <a:lnTo>
                  <a:pt x="14447" y="133351"/>
                </a:lnTo>
                <a:lnTo>
                  <a:pt x="19459" y="140108"/>
                </a:lnTo>
                <a:lnTo>
                  <a:pt x="25108" y="146342"/>
                </a:lnTo>
                <a:lnTo>
                  <a:pt x="31342" y="151991"/>
                </a:lnTo>
                <a:lnTo>
                  <a:pt x="38099" y="157003"/>
                </a:lnTo>
                <a:lnTo>
                  <a:pt x="45315" y="161328"/>
                </a:lnTo>
                <a:lnTo>
                  <a:pt x="52919" y="164925"/>
                </a:lnTo>
                <a:lnTo>
                  <a:pt x="60840" y="167759"/>
                </a:lnTo>
                <a:lnTo>
                  <a:pt x="69001" y="169803"/>
                </a:lnTo>
                <a:lnTo>
                  <a:pt x="77322" y="171037"/>
                </a:lnTo>
                <a:lnTo>
                  <a:pt x="85725" y="171450"/>
                </a:lnTo>
                <a:close/>
              </a:path>
            </a:pathLst>
          </a:custGeom>
          <a:solidFill xmlns:a="http://schemas.openxmlformats.org/drawingml/2006/main">
            <a:srgbClr val="18232E"/>
          </a:solidFill>
          <a:ln xmlns:a="http://schemas.openxmlformats.org/drawingml/2006/main" w="0">
            <a:noFill/>
          </a:ln>
        </p:spPr>
      </p:sp>
      <p:sp>
        <p:nvSpPr>
          <p:cNvPr id="56" name="dp42-v4-qa-detail / n51">
            <a:extLst xmlns:a="http://schemas.openxmlformats.org/drawingml/2006/main">
              <a:ext uri="{FF2B5EF4-FFF2-40B4-BE49-F238E27FC236}">
                <a16:creationId xmlns:a16="http://schemas.microsoft.com/office/drawing/2014/main" id="{DB9507BA-2F19-4672-B7E3-8C8294F524EC}"/>
              </a:ext>
            </a:extLst>
          </p:cNvPr>
          <p:cNvSpPr>
            <a:spLocks xmlns:a="http://schemas.openxmlformats.org/drawingml/2006/main" noGrp="1"/>
          </p:cNvSpPr>
          <p:nvPr/>
        </p:nvSpPr>
        <p:spPr>
          <a:xfrm xmlns:a="http://schemas.openxmlformats.org/drawingml/2006/main">
            <a:off x="10372725" y="2686050"/>
            <a:ext cx="809625" cy="357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1">
                <a:solidFill>
                  <a:srgbClr val="18232E"/>
                </a:solidFill>
                <a:latin typeface="Apple SD Gothic Neo"/>
                <a:ea typeface="Apple SD Gothic Neo"/>
                <a:cs typeface="Apple SD Gothic Neo"/>
              </a:defRPr>
            </a:pPr>
            <a:r>
              <a:rPr sz="1875" b="1">
                <a:solidFill>
                  <a:srgbClr val="18232E"/>
                </a:solidFill>
                <a:latin typeface="Apple SD Gothic Neo"/>
                <a:ea typeface="Apple SD Gothic Neo"/>
                <a:cs typeface="Apple SD Gothic Neo"/>
              </a:rPr>
              <a:t>5점</a:t>
            </a:r>
          </a:p>
        </p:txBody>
      </p:sp>
      <p:sp>
        <p:nvSpPr>
          <p:cNvPr id="57" name="dp42-v4-qa-detail / n52">
            <a:extLst xmlns:a="http://schemas.openxmlformats.org/drawingml/2006/main">
              <a:ext uri="{FF2B5EF4-FFF2-40B4-BE49-F238E27FC236}">
                <a16:creationId xmlns:a16="http://schemas.microsoft.com/office/drawing/2014/main" id="{74E3A1BE-96BF-487C-BBF6-DF56E083104C}"/>
              </a:ext>
            </a:extLst>
          </p:cNvPr>
          <p:cNvSpPr>
            <a:spLocks xmlns:a="http://schemas.openxmlformats.org/drawingml/2006/main" noGrp="1"/>
          </p:cNvSpPr>
          <p:nvPr/>
        </p:nvSpPr>
        <p:spPr>
          <a:xfrm xmlns:a="http://schemas.openxmlformats.org/drawingml/2006/main">
            <a:off x="11268075" y="2667000"/>
            <a:ext cx="4000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1">
                <a:solidFill>
                  <a:srgbClr val="18232E"/>
                </a:solidFill>
                <a:latin typeface="Apple SD Gothic Neo"/>
                <a:ea typeface="Apple SD Gothic Neo"/>
                <a:cs typeface="Apple SD Gothic Neo"/>
              </a:defRPr>
            </a:pPr>
            <a:r>
              <a:rPr sz="2100" b="1">
                <a:solidFill>
                  <a:srgbClr val="18232E"/>
                </a:solidFill>
                <a:latin typeface="Apple SD Gothic Neo"/>
                <a:ea typeface="Apple SD Gothic Neo"/>
                <a:cs typeface="Apple SD Gothic Neo"/>
              </a:rPr>
              <a:t>99.63%</a:t>
            </a:r>
          </a:p>
        </p:txBody>
      </p:sp>
      <p:sp>
        <p:nvSpPr>
          <p:cNvPr id="58" name="dp42-v4-qa-detail / n53">
            <a:extLst xmlns:a="http://schemas.openxmlformats.org/drawingml/2006/main">
              <a:ext uri="{FF2B5EF4-FFF2-40B4-BE49-F238E27FC236}">
                <a16:creationId xmlns:a16="http://schemas.microsoft.com/office/drawing/2014/main" id="{ECE4CE66-2694-46AF-8441-101CFA9399ED}"/>
              </a:ext>
            </a:extLst>
          </p:cNvPr>
          <p:cNvSpPr>
            <a:spLocks xmlns:a="http://schemas.openxmlformats.org/drawingml/2006/main" noGrp="1"/>
          </p:cNvSpPr>
          <p:nvPr/>
        </p:nvSpPr>
        <p:spPr>
          <a:xfrm xmlns:a="http://schemas.openxmlformats.org/drawingml/2006/main">
            <a:off x="9648825" y="3095625"/>
            <a:ext cx="58293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18232E"/>
                </a:solidFill>
                <a:latin typeface="Apple SD Gothic Neo"/>
                <a:ea typeface="Apple SD Gothic Neo"/>
                <a:cs typeface="Apple SD Gothic Neo"/>
              </a:defRPr>
            </a:pPr>
            <a:r>
              <a:rPr sz="1500" b="0">
                <a:solidFill>
                  <a:srgbClr val="18232E"/>
                </a:solidFill>
                <a:latin typeface="Apple SD Gothic Neo"/>
                <a:ea typeface="Apple SD Gothic Neo"/>
                <a:cs typeface="Apple SD Gothic Neo"/>
              </a:rPr>
              <a:t>같은 의미 판단과 접수 규칙</a:t>
            </a:r>
          </a:p>
        </p:txBody>
      </p:sp>
      <p:sp>
        <p:nvSpPr>
          <p:cNvPr id="59" name="dp42-v4-qa-detail / n54">
            <a:extLst xmlns:a="http://schemas.openxmlformats.org/drawingml/2006/main">
              <a:ext uri="{FF2B5EF4-FFF2-40B4-BE49-F238E27FC236}">
                <a16:creationId xmlns:a16="http://schemas.microsoft.com/office/drawing/2014/main" id="{4EB7970F-8262-47A4-B3BF-B5B212E90465}"/>
              </a:ext>
            </a:extLst>
          </p:cNvPr>
          <p:cNvSpPr>
            <a:spLocks xmlns:a="http://schemas.openxmlformats.org/drawingml/2006/main" noGrp="1"/>
          </p:cNvSpPr>
          <p:nvPr/>
        </p:nvSpPr>
        <p:spPr>
          <a:xfrm xmlns:a="http://schemas.openxmlformats.org/drawingml/2006/main">
            <a:off x="15801975" y="2743200"/>
            <a:ext cx="1952625" cy="3286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1">
                <a:solidFill>
                  <a:srgbClr val="18232E"/>
                </a:solidFill>
                <a:latin typeface="Apple SD Gothic Neo"/>
                <a:ea typeface="Apple SD Gothic Neo"/>
                <a:cs typeface="Apple SD Gothic Neo"/>
              </a:defRPr>
            </a:pPr>
            <a:r>
              <a:rPr sz="1725" b="1">
                <a:solidFill>
                  <a:srgbClr val="18232E"/>
                </a:solidFill>
                <a:latin typeface="Apple SD Gothic Neo"/>
                <a:ea typeface="Apple SD Gothic Neo"/>
                <a:cs typeface="Apple SD Gothic Neo"/>
              </a:rPr>
              <a:t>0.00%p</a:t>
            </a:r>
          </a:p>
        </p:txBody>
      </p:sp>
      <p:sp>
        <p:nvSpPr>
          <p:cNvPr id="60" name="dp42-v4-qa-detail / n55">
            <a:extLst xmlns:a="http://schemas.openxmlformats.org/drawingml/2006/main">
              <a:ext uri="{FF2B5EF4-FFF2-40B4-BE49-F238E27FC236}">
                <a16:creationId xmlns:a16="http://schemas.microsoft.com/office/drawing/2014/main" id="{57DF6C55-D62A-4821-A96D-A1969CAEA3F2}"/>
              </a:ext>
            </a:extLst>
          </p:cNvPr>
          <p:cNvSpPr>
            <a:spLocks xmlns:a="http://schemas.openxmlformats.org/drawingml/2006/main" noGrp="1"/>
          </p:cNvSpPr>
          <p:nvPr/>
        </p:nvSpPr>
        <p:spPr>
          <a:xfrm xmlns:a="http://schemas.openxmlformats.org/drawingml/2006/main">
            <a:off x="15801975" y="3124200"/>
            <a:ext cx="1952625" cy="2714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425" b="0">
                <a:solidFill>
                  <a:srgbClr val="5F6B77"/>
                </a:solidFill>
                <a:latin typeface="Apple SD Gothic Neo"/>
                <a:ea typeface="Apple SD Gothic Neo"/>
                <a:cs typeface="Apple SD Gothic Neo"/>
              </a:defRPr>
            </a:pPr>
            <a:r>
              <a:rPr sz="1425" b="0">
                <a:solidFill>
                  <a:srgbClr val="5F6B77"/>
                </a:solidFill>
                <a:latin typeface="Apple SD Gothic Neo"/>
                <a:ea typeface="Apple SD Gothic Neo"/>
                <a:cs typeface="Apple SD Gothic Neo"/>
              </a:rPr>
              <a:t>같은 가정값</a:t>
            </a:r>
          </a:p>
        </p:txBody>
      </p:sp>
      <p:sp>
        <p:nvSpPr>
          <p:cNvPr id="61" name="dp42-v4-qa-detail / n56">
            <a:extLst xmlns:a="http://schemas.openxmlformats.org/drawingml/2006/main">
              <a:ext uri="{FF2B5EF4-FFF2-40B4-BE49-F238E27FC236}">
                <a16:creationId xmlns:a16="http://schemas.microsoft.com/office/drawing/2014/main" id="{BB64A2A7-90EF-4301-A80C-F66AF6104632}"/>
              </a:ext>
            </a:extLst>
          </p:cNvPr>
          <p:cNvSpPr>
            <a:spLocks xmlns:a="http://schemas.openxmlformats.org/drawingml/2006/main" noGrp="1"/>
          </p:cNvSpPr>
          <p:nvPr/>
        </p:nvSpPr>
        <p:spPr>
          <a:xfrm xmlns:a="http://schemas.openxmlformats.org/drawingml/2006/main">
            <a:off x="15801975" y="3352800"/>
            <a:ext cx="1952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5F6B77"/>
                </a:solidFill>
                <a:latin typeface="Apple SD Gothic Neo"/>
                <a:ea typeface="Apple SD Gothic Neo"/>
                <a:cs typeface="Apple SD Gothic Neo"/>
              </a:defRPr>
            </a:pPr>
            <a:r>
              <a:rPr sz="1200" b="0">
                <a:solidFill>
                  <a:srgbClr val="5F6B77"/>
                </a:solidFill>
                <a:latin typeface="Apple SD Gothic Neo"/>
                <a:ea typeface="Apple SD Gothic Neo"/>
                <a:cs typeface="Apple SD Gothic Neo"/>
              </a:rPr>
              <a:t>기준 1%p</a:t>
            </a:r>
          </a:p>
        </p:txBody>
      </p:sp>
      <p:sp>
        <p:nvSpPr>
          <p:cNvPr id="62" name="dp42-v4-qa-detail / n57">
            <a:extLst xmlns:a="http://schemas.openxmlformats.org/drawingml/2006/main">
              <a:ext uri="{FF2B5EF4-FFF2-40B4-BE49-F238E27FC236}">
                <a16:creationId xmlns:a16="http://schemas.microsoft.com/office/drawing/2014/main" id="{CD473939-5A63-4143-A8F7-7760C0F1752E}"/>
              </a:ext>
            </a:extLst>
          </p:cNvPr>
          <p:cNvSpPr>
            <a:spLocks xmlns:a="http://schemas.openxmlformats.org/drawingml/2006/main" noGrp="1"/>
          </p:cNvSpPr>
          <p:nvPr/>
        </p:nvSpPr>
        <p:spPr>
          <a:xfrm xmlns:a="http://schemas.openxmlformats.org/drawingml/2006/main">
            <a:off x="381000" y="4591050"/>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1430">
            <a:solidFill>
              <a:srgbClr val="CDD6DE"/>
            </a:solidFill>
          </a:ln>
        </p:spPr>
      </p:sp>
      <p:sp>
        <p:nvSpPr>
          <p:cNvPr id="63" name="dp42-v4-qa-detail / n58">
            <a:extLst xmlns:a="http://schemas.openxmlformats.org/drawingml/2006/main">
              <a:ext uri="{FF2B5EF4-FFF2-40B4-BE49-F238E27FC236}">
                <a16:creationId xmlns:a16="http://schemas.microsoft.com/office/drawing/2014/main" id="{D633A829-78CB-4269-9D78-52E3F5F00D52}"/>
              </a:ext>
            </a:extLst>
          </p:cNvPr>
          <p:cNvSpPr>
            <a:spLocks xmlns:a="http://schemas.openxmlformats.org/drawingml/2006/main" noGrp="1"/>
          </p:cNvSpPr>
          <p:nvPr/>
        </p:nvSpPr>
        <p:spPr>
          <a:xfrm xmlns:a="http://schemas.openxmlformats.org/drawingml/2006/main">
            <a:off x="533400" y="3695700"/>
            <a:ext cx="25146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1">
                <a:solidFill>
                  <a:srgbClr val="18232E"/>
                </a:solidFill>
                <a:latin typeface="Apple SD Gothic Neo"/>
                <a:ea typeface="Apple SD Gothic Neo"/>
                <a:cs typeface="Apple SD Gothic Neo"/>
              </a:defRPr>
            </a:pPr>
            <a:r>
              <a:rPr sz="1650" b="1">
                <a:solidFill>
                  <a:srgbClr val="18232E"/>
                </a:solidFill>
                <a:latin typeface="Apple SD Gothic Neo"/>
                <a:ea typeface="Apple SD Gothic Neo"/>
                <a:cs typeface="Apple SD Gothic Neo"/>
              </a:rPr>
              <a:t>02  상호작용 응답시간</a:t>
            </a:r>
          </a:p>
        </p:txBody>
      </p:sp>
      <p:sp>
        <p:nvSpPr>
          <p:cNvPr id="64" name="dp42-v4-qa-detail / n59">
            <a:extLst xmlns:a="http://schemas.openxmlformats.org/drawingml/2006/main">
              <a:ext uri="{FF2B5EF4-FFF2-40B4-BE49-F238E27FC236}">
                <a16:creationId xmlns:a16="http://schemas.microsoft.com/office/drawing/2014/main" id="{434F4404-F60F-4A7E-B98D-CE96EB6F227C}"/>
              </a:ext>
            </a:extLst>
          </p:cNvPr>
          <p:cNvSpPr>
            <a:spLocks xmlns:a="http://schemas.openxmlformats.org/drawingml/2006/main" noGrp="1"/>
          </p:cNvSpPr>
          <p:nvPr/>
        </p:nvSpPr>
        <p:spPr>
          <a:xfrm xmlns:a="http://schemas.openxmlformats.org/drawingml/2006/main">
            <a:off x="533400" y="4057650"/>
            <a:ext cx="2514600" cy="2714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425" b="0">
                <a:solidFill>
                  <a:srgbClr val="5F6B77"/>
                </a:solidFill>
                <a:latin typeface="Apple SD Gothic Neo"/>
                <a:ea typeface="Apple SD Gothic Neo"/>
                <a:cs typeface="Apple SD Gothic Neo"/>
              </a:defRPr>
            </a:pPr>
            <a:r>
              <a:rPr sz="1425" b="0">
                <a:solidFill>
                  <a:srgbClr val="5F6B77"/>
                </a:solidFill>
                <a:latin typeface="Apple SD Gothic Neo"/>
                <a:ea typeface="Apple SD Gothic Neo"/>
                <a:cs typeface="Apple SD Gothic Neo"/>
              </a:rPr>
              <a:t>목표 ≤1초</a:t>
            </a:r>
          </a:p>
        </p:txBody>
      </p:sp>
      <p:sp>
        <p:nvSpPr>
          <p:cNvPr id="65" name="dp42-v4-qa-detail / n60 / circle">
            <a:extLst xmlns:a="http://schemas.openxmlformats.org/drawingml/2006/main">
              <a:ext uri="{FF2B5EF4-FFF2-40B4-BE49-F238E27FC236}">
                <a16:creationId xmlns:a16="http://schemas.microsoft.com/office/drawing/2014/main" id="{52A53313-93BC-4661-8501-05DAE5560D55}"/>
              </a:ext>
            </a:extLst>
          </p:cNvPr>
          <p:cNvSpPr>
            <a:spLocks xmlns:a="http://schemas.openxmlformats.org/drawingml/2006/main" noGrp="1"/>
          </p:cNvSpPr>
          <p:nvPr/>
        </p:nvSpPr>
        <p:spPr>
          <a:xfrm xmlns:a="http://schemas.openxmlformats.org/drawingml/2006/main">
            <a:off x="3457575" y="3752850"/>
            <a:ext cx="171450" cy="171450"/>
          </a:xfrm>
          <a:prstGeom xmlns:a="http://schemas.openxmlformats.org/drawingml/2006/main" prst="ellipse">
            <a:avLst/>
          </a:prstGeom>
          <a:solidFill xmlns:a="http://schemas.openxmlformats.org/drawingml/2006/main">
            <a:srgbClr val="18232E"/>
          </a:solidFill>
          <a:ln xmlns:a="http://schemas.openxmlformats.org/drawingml/2006/main" w="10478">
            <a:solidFill>
              <a:srgbClr val="18232E"/>
            </a:solidFill>
          </a:ln>
        </p:spPr>
      </p:sp>
      <p:sp>
        <p:nvSpPr>
          <p:cNvPr id="66" name="dp42-v4-qa-detail / n61 / circle">
            <a:extLst xmlns:a="http://schemas.openxmlformats.org/drawingml/2006/main">
              <a:ext uri="{FF2B5EF4-FFF2-40B4-BE49-F238E27FC236}">
                <a16:creationId xmlns:a16="http://schemas.microsoft.com/office/drawing/2014/main" id="{8A83E5FC-90A4-4B25-8578-2D1523B9D948}"/>
              </a:ext>
            </a:extLst>
          </p:cNvPr>
          <p:cNvSpPr>
            <a:spLocks xmlns:a="http://schemas.openxmlformats.org/drawingml/2006/main" noGrp="1"/>
          </p:cNvSpPr>
          <p:nvPr/>
        </p:nvSpPr>
        <p:spPr>
          <a:xfrm xmlns:a="http://schemas.openxmlformats.org/drawingml/2006/main">
            <a:off x="3667125" y="3752850"/>
            <a:ext cx="171450" cy="171450"/>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67" name="dp42-v4-qa-detail / n62 / circle">
            <a:extLst xmlns:a="http://schemas.openxmlformats.org/drawingml/2006/main">
              <a:ext uri="{FF2B5EF4-FFF2-40B4-BE49-F238E27FC236}">
                <a16:creationId xmlns:a16="http://schemas.microsoft.com/office/drawing/2014/main" id="{D35205C2-E0EB-4E42-8704-B77F0780581A}"/>
              </a:ext>
            </a:extLst>
          </p:cNvPr>
          <p:cNvSpPr>
            <a:spLocks xmlns:a="http://schemas.openxmlformats.org/drawingml/2006/main" noGrp="1"/>
          </p:cNvSpPr>
          <p:nvPr/>
        </p:nvSpPr>
        <p:spPr>
          <a:xfrm xmlns:a="http://schemas.openxmlformats.org/drawingml/2006/main">
            <a:off x="3876675" y="3752850"/>
            <a:ext cx="171450" cy="171450"/>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68" name="dp42-v4-qa-detail / n63">
            <a:extLst xmlns:a="http://schemas.openxmlformats.org/drawingml/2006/main">
              <a:ext uri="{FF2B5EF4-FFF2-40B4-BE49-F238E27FC236}">
                <a16:creationId xmlns:a16="http://schemas.microsoft.com/office/drawing/2014/main" id="{C03C543C-3CBC-4071-A3D8-FB13F1B6AB55}"/>
              </a:ext>
            </a:extLst>
          </p:cNvPr>
          <p:cNvSpPr>
            <a:spLocks xmlns:a="http://schemas.openxmlformats.org/drawingml/2006/main" noGrp="1"/>
          </p:cNvSpPr>
          <p:nvPr/>
        </p:nvSpPr>
        <p:spPr>
          <a:xfrm xmlns:a="http://schemas.openxmlformats.org/drawingml/2006/main">
            <a:off x="4181475" y="3686175"/>
            <a:ext cx="809625" cy="357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1">
                <a:solidFill>
                  <a:srgbClr val="18232E"/>
                </a:solidFill>
                <a:latin typeface="Apple SD Gothic Neo"/>
                <a:ea typeface="Apple SD Gothic Neo"/>
                <a:cs typeface="Apple SD Gothic Neo"/>
              </a:defRPr>
            </a:pPr>
            <a:r>
              <a:rPr sz="1875" b="1">
                <a:solidFill>
                  <a:srgbClr val="18232E"/>
                </a:solidFill>
                <a:latin typeface="Apple SD Gothic Neo"/>
                <a:ea typeface="Apple SD Gothic Neo"/>
                <a:cs typeface="Apple SD Gothic Neo"/>
              </a:rPr>
              <a:t>2점</a:t>
            </a:r>
          </a:p>
        </p:txBody>
      </p:sp>
      <p:sp>
        <p:nvSpPr>
          <p:cNvPr id="69" name="dp42-v4-qa-detail / n64">
            <a:extLst xmlns:a="http://schemas.openxmlformats.org/drawingml/2006/main">
              <a:ext uri="{FF2B5EF4-FFF2-40B4-BE49-F238E27FC236}">
                <a16:creationId xmlns:a16="http://schemas.microsoft.com/office/drawing/2014/main" id="{60601F25-3477-40AB-8D93-0DCE4FF98B32}"/>
              </a:ext>
            </a:extLst>
          </p:cNvPr>
          <p:cNvSpPr>
            <a:spLocks xmlns:a="http://schemas.openxmlformats.org/drawingml/2006/main" noGrp="1"/>
          </p:cNvSpPr>
          <p:nvPr/>
        </p:nvSpPr>
        <p:spPr>
          <a:xfrm xmlns:a="http://schemas.openxmlformats.org/drawingml/2006/main">
            <a:off x="5076825" y="3667125"/>
            <a:ext cx="4000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1">
                <a:solidFill>
                  <a:srgbClr val="18232E"/>
                </a:solidFill>
                <a:latin typeface="Apple SD Gothic Neo"/>
                <a:ea typeface="Apple SD Gothic Neo"/>
                <a:cs typeface="Apple SD Gothic Neo"/>
              </a:defRPr>
            </a:pPr>
            <a:r>
              <a:rPr sz="2100" b="1">
                <a:solidFill>
                  <a:srgbClr val="18232E"/>
                </a:solidFill>
                <a:latin typeface="Apple SD Gothic Neo"/>
                <a:ea typeface="Apple SD Gothic Neo"/>
                <a:cs typeface="Apple SD Gothic Neo"/>
              </a:rPr>
              <a:t>0.818초</a:t>
            </a:r>
          </a:p>
        </p:txBody>
      </p:sp>
      <p:sp>
        <p:nvSpPr>
          <p:cNvPr id="70" name="dp42-v4-qa-detail / n65">
            <a:extLst xmlns:a="http://schemas.openxmlformats.org/drawingml/2006/main">
              <a:ext uri="{FF2B5EF4-FFF2-40B4-BE49-F238E27FC236}">
                <a16:creationId xmlns:a16="http://schemas.microsoft.com/office/drawing/2014/main" id="{42BA65CF-8DBB-4909-823E-C9F7AA228C41}"/>
              </a:ext>
            </a:extLst>
          </p:cNvPr>
          <p:cNvSpPr>
            <a:spLocks xmlns:a="http://schemas.openxmlformats.org/drawingml/2006/main" noGrp="1"/>
          </p:cNvSpPr>
          <p:nvPr/>
        </p:nvSpPr>
        <p:spPr>
          <a:xfrm xmlns:a="http://schemas.openxmlformats.org/drawingml/2006/main">
            <a:off x="3457575" y="4095750"/>
            <a:ext cx="58293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18232E"/>
                </a:solidFill>
                <a:latin typeface="Apple SD Gothic Neo"/>
                <a:ea typeface="Apple SD Gothic Neo"/>
                <a:cs typeface="Apple SD Gothic Neo"/>
              </a:defRPr>
            </a:pPr>
            <a:r>
              <a:rPr sz="1500" b="0">
                <a:solidFill>
                  <a:srgbClr val="18232E"/>
                </a:solidFill>
                <a:latin typeface="Apple SD Gothic Neo"/>
                <a:ea typeface="Apple SD Gothic Neo"/>
                <a:cs typeface="Apple SD Gothic Neo"/>
              </a:rPr>
              <a:t>공동 commit으로 관련 상태 반영</a:t>
            </a:r>
          </a:p>
        </p:txBody>
      </p:sp>
      <p:sp>
        <p:nvSpPr>
          <p:cNvPr id="71" name="dp42-v4-qa-detail / n66 / circle">
            <a:extLst xmlns:a="http://schemas.openxmlformats.org/drawingml/2006/main">
              <a:ext uri="{FF2B5EF4-FFF2-40B4-BE49-F238E27FC236}">
                <a16:creationId xmlns:a16="http://schemas.microsoft.com/office/drawing/2014/main" id="{91FE6EB5-1DED-4233-A488-233B5F70D0B0}"/>
              </a:ext>
            </a:extLst>
          </p:cNvPr>
          <p:cNvSpPr>
            <a:spLocks xmlns:a="http://schemas.openxmlformats.org/drawingml/2006/main" noGrp="1"/>
          </p:cNvSpPr>
          <p:nvPr/>
        </p:nvSpPr>
        <p:spPr>
          <a:xfrm xmlns:a="http://schemas.openxmlformats.org/drawingml/2006/main">
            <a:off x="9648825" y="3752850"/>
            <a:ext cx="171450" cy="171450"/>
          </a:xfrm>
          <a:prstGeom xmlns:a="http://schemas.openxmlformats.org/drawingml/2006/main" prst="ellipse">
            <a:avLst/>
          </a:prstGeom>
          <a:solidFill xmlns:a="http://schemas.openxmlformats.org/drawingml/2006/main">
            <a:srgbClr val="18232E"/>
          </a:solidFill>
          <a:ln xmlns:a="http://schemas.openxmlformats.org/drawingml/2006/main" w="10478">
            <a:solidFill>
              <a:srgbClr val="18232E"/>
            </a:solidFill>
          </a:ln>
        </p:spPr>
      </p:sp>
      <p:sp>
        <p:nvSpPr>
          <p:cNvPr id="72" name="dp42-v4-qa-detail / n67 / circle">
            <a:extLst xmlns:a="http://schemas.openxmlformats.org/drawingml/2006/main">
              <a:ext uri="{FF2B5EF4-FFF2-40B4-BE49-F238E27FC236}">
                <a16:creationId xmlns:a16="http://schemas.microsoft.com/office/drawing/2014/main" id="{41E80F3B-6182-479B-8E63-8C4EA9BCF985}"/>
              </a:ext>
            </a:extLst>
          </p:cNvPr>
          <p:cNvSpPr>
            <a:spLocks xmlns:a="http://schemas.openxmlformats.org/drawingml/2006/main" noGrp="1"/>
          </p:cNvSpPr>
          <p:nvPr/>
        </p:nvSpPr>
        <p:spPr>
          <a:xfrm xmlns:a="http://schemas.openxmlformats.org/drawingml/2006/main">
            <a:off x="9858375" y="3752850"/>
            <a:ext cx="171450" cy="171450"/>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73" name="dp42-v4-qa-detail / n68 / circle">
            <a:extLst xmlns:a="http://schemas.openxmlformats.org/drawingml/2006/main">
              <a:ext uri="{FF2B5EF4-FFF2-40B4-BE49-F238E27FC236}">
                <a16:creationId xmlns:a16="http://schemas.microsoft.com/office/drawing/2014/main" id="{0D63EE21-4DB9-493A-9EA1-545F67E1952C}"/>
              </a:ext>
            </a:extLst>
          </p:cNvPr>
          <p:cNvSpPr>
            <a:spLocks xmlns:a="http://schemas.openxmlformats.org/drawingml/2006/main" noGrp="1"/>
          </p:cNvSpPr>
          <p:nvPr/>
        </p:nvSpPr>
        <p:spPr>
          <a:xfrm xmlns:a="http://schemas.openxmlformats.org/drawingml/2006/main">
            <a:off x="10067925" y="3752850"/>
            <a:ext cx="171450" cy="171450"/>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74" name="dp42-v4-qa-detail / n69">
            <a:extLst xmlns:a="http://schemas.openxmlformats.org/drawingml/2006/main">
              <a:ext uri="{FF2B5EF4-FFF2-40B4-BE49-F238E27FC236}">
                <a16:creationId xmlns:a16="http://schemas.microsoft.com/office/drawing/2014/main" id="{E8D057C2-A4CA-4AA1-8BA5-A12EDD394434}"/>
              </a:ext>
            </a:extLst>
          </p:cNvPr>
          <p:cNvSpPr>
            <a:spLocks xmlns:a="http://schemas.openxmlformats.org/drawingml/2006/main" noGrp="1"/>
          </p:cNvSpPr>
          <p:nvPr/>
        </p:nvSpPr>
        <p:spPr>
          <a:xfrm xmlns:a="http://schemas.openxmlformats.org/drawingml/2006/main">
            <a:off x="10372725" y="3686175"/>
            <a:ext cx="809625" cy="357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1">
                <a:solidFill>
                  <a:srgbClr val="18232E"/>
                </a:solidFill>
                <a:latin typeface="Apple SD Gothic Neo"/>
                <a:ea typeface="Apple SD Gothic Neo"/>
                <a:cs typeface="Apple SD Gothic Neo"/>
              </a:defRPr>
            </a:pPr>
            <a:r>
              <a:rPr sz="1875" b="1">
                <a:solidFill>
                  <a:srgbClr val="18232E"/>
                </a:solidFill>
                <a:latin typeface="Apple SD Gothic Neo"/>
                <a:ea typeface="Apple SD Gothic Neo"/>
                <a:cs typeface="Apple SD Gothic Neo"/>
              </a:rPr>
              <a:t>2점</a:t>
            </a:r>
          </a:p>
        </p:txBody>
      </p:sp>
      <p:sp>
        <p:nvSpPr>
          <p:cNvPr id="75" name="dp42-v4-qa-detail / n70">
            <a:extLst xmlns:a="http://schemas.openxmlformats.org/drawingml/2006/main">
              <a:ext uri="{FF2B5EF4-FFF2-40B4-BE49-F238E27FC236}">
                <a16:creationId xmlns:a16="http://schemas.microsoft.com/office/drawing/2014/main" id="{6CF93CFC-19B2-4605-90DB-081904F19AA0}"/>
              </a:ext>
            </a:extLst>
          </p:cNvPr>
          <p:cNvSpPr>
            <a:spLocks xmlns:a="http://schemas.openxmlformats.org/drawingml/2006/main" noGrp="1"/>
          </p:cNvSpPr>
          <p:nvPr/>
        </p:nvSpPr>
        <p:spPr>
          <a:xfrm xmlns:a="http://schemas.openxmlformats.org/drawingml/2006/main">
            <a:off x="11268075" y="3667125"/>
            <a:ext cx="4000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1">
                <a:solidFill>
                  <a:srgbClr val="18232E"/>
                </a:solidFill>
                <a:latin typeface="Apple SD Gothic Neo"/>
                <a:ea typeface="Apple SD Gothic Neo"/>
                <a:cs typeface="Apple SD Gothic Neo"/>
              </a:defRPr>
            </a:pPr>
            <a:r>
              <a:rPr sz="2100" b="1">
                <a:solidFill>
                  <a:srgbClr val="18232E"/>
                </a:solidFill>
                <a:latin typeface="Apple SD Gothic Neo"/>
                <a:ea typeface="Apple SD Gothic Neo"/>
                <a:cs typeface="Apple SD Gothic Neo"/>
              </a:rPr>
              <a:t>0.828초</a:t>
            </a:r>
          </a:p>
        </p:txBody>
      </p:sp>
      <p:sp>
        <p:nvSpPr>
          <p:cNvPr id="76" name="dp42-v4-qa-detail / n71">
            <a:extLst xmlns:a="http://schemas.openxmlformats.org/drawingml/2006/main">
              <a:ext uri="{FF2B5EF4-FFF2-40B4-BE49-F238E27FC236}">
                <a16:creationId xmlns:a16="http://schemas.microsoft.com/office/drawing/2014/main" id="{D12A5785-3A1E-4DFB-9597-879DDA8819B6}"/>
              </a:ext>
            </a:extLst>
          </p:cNvPr>
          <p:cNvSpPr>
            <a:spLocks xmlns:a="http://schemas.openxmlformats.org/drawingml/2006/main" noGrp="1"/>
          </p:cNvSpPr>
          <p:nvPr/>
        </p:nvSpPr>
        <p:spPr>
          <a:xfrm xmlns:a="http://schemas.openxmlformats.org/drawingml/2006/main">
            <a:off x="9648825" y="4095750"/>
            <a:ext cx="58293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18232E"/>
                </a:solidFill>
                <a:latin typeface="Apple SD Gothic Neo"/>
                <a:ea typeface="Apple SD Gothic Neo"/>
                <a:cs typeface="Apple SD Gothic Neo"/>
              </a:defRPr>
            </a:pPr>
            <a:r>
              <a:rPr sz="1500" b="0">
                <a:solidFill>
                  <a:srgbClr val="18232E"/>
                </a:solidFill>
                <a:latin typeface="Apple SD Gothic Neo"/>
                <a:ea typeface="Apple SD Gothic Neo"/>
                <a:cs typeface="Apple SD Gothic Neo"/>
              </a:rPr>
              <a:t>독립 접수와 반영</a:t>
            </a:r>
          </a:p>
        </p:txBody>
      </p:sp>
      <p:sp>
        <p:nvSpPr>
          <p:cNvPr id="77" name="dp42-v4-qa-detail / n72">
            <a:extLst xmlns:a="http://schemas.openxmlformats.org/drawingml/2006/main">
              <a:ext uri="{FF2B5EF4-FFF2-40B4-BE49-F238E27FC236}">
                <a16:creationId xmlns:a16="http://schemas.microsoft.com/office/drawing/2014/main" id="{34D86DB3-3134-4638-9577-EADF0462CA47}"/>
              </a:ext>
            </a:extLst>
          </p:cNvPr>
          <p:cNvSpPr>
            <a:spLocks xmlns:a="http://schemas.openxmlformats.org/drawingml/2006/main" noGrp="1"/>
          </p:cNvSpPr>
          <p:nvPr/>
        </p:nvSpPr>
        <p:spPr>
          <a:xfrm xmlns:a="http://schemas.openxmlformats.org/drawingml/2006/main">
            <a:off x="9648825" y="4333875"/>
            <a:ext cx="58293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18232E"/>
                </a:solidFill>
                <a:latin typeface="Apple SD Gothic Neo"/>
                <a:ea typeface="Apple SD Gothic Neo"/>
                <a:cs typeface="Apple SD Gothic Neo"/>
              </a:defRPr>
            </a:pPr>
            <a:r>
              <a:rPr sz="1500" b="0">
                <a:solidFill>
                  <a:srgbClr val="18232E"/>
                </a:solidFill>
                <a:latin typeface="Apple SD Gothic Neo"/>
                <a:ea typeface="Apple SD Gothic Neo"/>
                <a:cs typeface="Apple SD Gothic Neo"/>
              </a:rPr>
              <a:t>평균 0.010초 추가 가정</a:t>
            </a:r>
          </a:p>
        </p:txBody>
      </p:sp>
      <p:sp>
        <p:nvSpPr>
          <p:cNvPr id="78" name="dp42-v4-qa-detail / n73">
            <a:extLst xmlns:a="http://schemas.openxmlformats.org/drawingml/2006/main">
              <a:ext uri="{FF2B5EF4-FFF2-40B4-BE49-F238E27FC236}">
                <a16:creationId xmlns:a16="http://schemas.microsoft.com/office/drawing/2014/main" id="{F2E3F0EA-FF8D-44D7-BB90-6AAAE04B8790}"/>
              </a:ext>
            </a:extLst>
          </p:cNvPr>
          <p:cNvSpPr>
            <a:spLocks xmlns:a="http://schemas.openxmlformats.org/drawingml/2006/main" noGrp="1"/>
          </p:cNvSpPr>
          <p:nvPr/>
        </p:nvSpPr>
        <p:spPr>
          <a:xfrm xmlns:a="http://schemas.openxmlformats.org/drawingml/2006/main">
            <a:off x="15801975" y="3743325"/>
            <a:ext cx="1952625" cy="3286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1">
                <a:solidFill>
                  <a:srgbClr val="18232E"/>
                </a:solidFill>
                <a:latin typeface="Apple SD Gothic Neo"/>
                <a:ea typeface="Apple SD Gothic Neo"/>
                <a:cs typeface="Apple SD Gothic Neo"/>
              </a:defRPr>
            </a:pPr>
            <a:r>
              <a:rPr sz="1725" b="1">
                <a:solidFill>
                  <a:srgbClr val="18232E"/>
                </a:solidFill>
                <a:latin typeface="Apple SD Gothic Neo"/>
                <a:ea typeface="Apple SD Gothic Neo"/>
                <a:cs typeface="Apple SD Gothic Neo"/>
              </a:rPr>
              <a:t>0.010초</a:t>
            </a:r>
          </a:p>
        </p:txBody>
      </p:sp>
      <p:sp>
        <p:nvSpPr>
          <p:cNvPr id="79" name="dp42-v4-qa-detail / n74">
            <a:extLst xmlns:a="http://schemas.openxmlformats.org/drawingml/2006/main">
              <a:ext uri="{FF2B5EF4-FFF2-40B4-BE49-F238E27FC236}">
                <a16:creationId xmlns:a16="http://schemas.microsoft.com/office/drawing/2014/main" id="{CC038B9C-2D40-4047-AA0B-C561F9E17026}"/>
              </a:ext>
            </a:extLst>
          </p:cNvPr>
          <p:cNvSpPr>
            <a:spLocks xmlns:a="http://schemas.openxmlformats.org/drawingml/2006/main" noGrp="1"/>
          </p:cNvSpPr>
          <p:nvPr/>
        </p:nvSpPr>
        <p:spPr>
          <a:xfrm xmlns:a="http://schemas.openxmlformats.org/drawingml/2006/main">
            <a:off x="15801975" y="4124325"/>
            <a:ext cx="1952625" cy="2714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425" b="0">
                <a:solidFill>
                  <a:srgbClr val="5F6B77"/>
                </a:solidFill>
                <a:latin typeface="Apple SD Gothic Neo"/>
                <a:ea typeface="Apple SD Gothic Neo"/>
                <a:cs typeface="Apple SD Gothic Neo"/>
              </a:defRPr>
            </a:pPr>
            <a:r>
              <a:rPr sz="1425" b="0">
                <a:solidFill>
                  <a:srgbClr val="5F6B77"/>
                </a:solidFill>
                <a:latin typeface="Apple SD Gothic Neo"/>
                <a:ea typeface="Apple SD Gothic Neo"/>
                <a:cs typeface="Apple SD Gothic Neo"/>
              </a:rPr>
              <a:t>차이 기준 미만</a:t>
            </a:r>
          </a:p>
        </p:txBody>
      </p:sp>
      <p:sp>
        <p:nvSpPr>
          <p:cNvPr id="80" name="dp42-v4-qa-detail / n75">
            <a:extLst xmlns:a="http://schemas.openxmlformats.org/drawingml/2006/main">
              <a:ext uri="{FF2B5EF4-FFF2-40B4-BE49-F238E27FC236}">
                <a16:creationId xmlns:a16="http://schemas.microsoft.com/office/drawing/2014/main" id="{F8D2B6AF-E2AB-4DC9-B5E7-494F05490488}"/>
              </a:ext>
            </a:extLst>
          </p:cNvPr>
          <p:cNvSpPr>
            <a:spLocks xmlns:a="http://schemas.openxmlformats.org/drawingml/2006/main" noGrp="1"/>
          </p:cNvSpPr>
          <p:nvPr/>
        </p:nvSpPr>
        <p:spPr>
          <a:xfrm xmlns:a="http://schemas.openxmlformats.org/drawingml/2006/main">
            <a:off x="15801975" y="4352925"/>
            <a:ext cx="1952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5F6B77"/>
                </a:solidFill>
                <a:latin typeface="Apple SD Gothic Neo"/>
                <a:ea typeface="Apple SD Gothic Neo"/>
                <a:cs typeface="Apple SD Gothic Neo"/>
              </a:defRPr>
            </a:pPr>
            <a:r>
              <a:rPr sz="1200" b="0">
                <a:solidFill>
                  <a:srgbClr val="5F6B77"/>
                </a:solidFill>
                <a:latin typeface="Apple SD Gothic Neo"/>
                <a:ea typeface="Apple SD Gothic Neo"/>
                <a:cs typeface="Apple SD Gothic Neo"/>
              </a:rPr>
              <a:t>기준 0.10초</a:t>
            </a:r>
          </a:p>
        </p:txBody>
      </p:sp>
      <p:sp>
        <p:nvSpPr>
          <p:cNvPr id="81" name="dp42-v4-qa-detail / n76">
            <a:extLst xmlns:a="http://schemas.openxmlformats.org/drawingml/2006/main">
              <a:ext uri="{FF2B5EF4-FFF2-40B4-BE49-F238E27FC236}">
                <a16:creationId xmlns:a16="http://schemas.microsoft.com/office/drawing/2014/main" id="{B5336C5D-66D2-47CD-B927-69BD9745D988}"/>
              </a:ext>
            </a:extLst>
          </p:cNvPr>
          <p:cNvSpPr>
            <a:spLocks xmlns:a="http://schemas.openxmlformats.org/drawingml/2006/main" noGrp="1"/>
          </p:cNvSpPr>
          <p:nvPr/>
        </p:nvSpPr>
        <p:spPr>
          <a:xfrm xmlns:a="http://schemas.openxmlformats.org/drawingml/2006/main">
            <a:off x="381000" y="5591175"/>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1430">
            <a:solidFill>
              <a:srgbClr val="CDD6DE"/>
            </a:solidFill>
          </a:ln>
        </p:spPr>
      </p:sp>
      <p:sp>
        <p:nvSpPr>
          <p:cNvPr id="82" name="dp42-v4-qa-detail / n77">
            <a:extLst xmlns:a="http://schemas.openxmlformats.org/drawingml/2006/main">
              <a:ext uri="{FF2B5EF4-FFF2-40B4-BE49-F238E27FC236}">
                <a16:creationId xmlns:a16="http://schemas.microsoft.com/office/drawing/2014/main" id="{094F0B6F-37CD-4866-9E29-98CC5C8C1F9C}"/>
              </a:ext>
            </a:extLst>
          </p:cNvPr>
          <p:cNvSpPr>
            <a:spLocks xmlns:a="http://schemas.openxmlformats.org/drawingml/2006/main" noGrp="1"/>
          </p:cNvSpPr>
          <p:nvPr/>
        </p:nvSpPr>
        <p:spPr>
          <a:xfrm xmlns:a="http://schemas.openxmlformats.org/drawingml/2006/main">
            <a:off x="533400" y="4695825"/>
            <a:ext cx="25146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1">
                <a:solidFill>
                  <a:srgbClr val="18232E"/>
                </a:solidFill>
                <a:latin typeface="Apple SD Gothic Neo"/>
                <a:ea typeface="Apple SD Gothic Neo"/>
                <a:cs typeface="Apple SD Gothic Neo"/>
              </a:defRPr>
            </a:pPr>
            <a:r>
              <a:rPr sz="1650" b="1">
                <a:solidFill>
                  <a:srgbClr val="18232E"/>
                </a:solidFill>
                <a:latin typeface="Apple SD Gothic Neo"/>
                <a:ea typeface="Apple SD Gothic Neo"/>
                <a:cs typeface="Apple SD Gothic Neo"/>
              </a:rPr>
              <a:t>03  VIA 요청 처리시간</a:t>
            </a:r>
          </a:p>
        </p:txBody>
      </p:sp>
      <p:sp>
        <p:nvSpPr>
          <p:cNvPr id="83" name="dp42-v4-qa-detail / n78">
            <a:extLst xmlns:a="http://schemas.openxmlformats.org/drawingml/2006/main">
              <a:ext uri="{FF2B5EF4-FFF2-40B4-BE49-F238E27FC236}">
                <a16:creationId xmlns:a16="http://schemas.microsoft.com/office/drawing/2014/main" id="{C7882A84-EBFB-4BAB-9500-841749FA31B3}"/>
              </a:ext>
            </a:extLst>
          </p:cNvPr>
          <p:cNvSpPr>
            <a:spLocks xmlns:a="http://schemas.openxmlformats.org/drawingml/2006/main" noGrp="1"/>
          </p:cNvSpPr>
          <p:nvPr/>
        </p:nvSpPr>
        <p:spPr>
          <a:xfrm xmlns:a="http://schemas.openxmlformats.org/drawingml/2006/main">
            <a:off x="533400" y="5057775"/>
            <a:ext cx="2514600" cy="2714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425" b="0">
                <a:solidFill>
                  <a:srgbClr val="5F6B77"/>
                </a:solidFill>
                <a:latin typeface="Apple SD Gothic Neo"/>
                <a:ea typeface="Apple SD Gothic Neo"/>
                <a:cs typeface="Apple SD Gothic Neo"/>
              </a:defRPr>
            </a:pPr>
            <a:r>
              <a:rPr sz="1425" b="0">
                <a:solidFill>
                  <a:srgbClr val="5F6B77"/>
                </a:solidFill>
                <a:latin typeface="Apple SD Gothic Neo"/>
                <a:ea typeface="Apple SD Gothic Neo"/>
                <a:cs typeface="Apple SD Gothic Neo"/>
              </a:rPr>
              <a:t>목표 ≤10초</a:t>
            </a:r>
          </a:p>
        </p:txBody>
      </p:sp>
      <p:sp>
        <p:nvSpPr>
          <p:cNvPr id="84" name="dp42-v4-qa-detail / n79 / circle">
            <a:extLst xmlns:a="http://schemas.openxmlformats.org/drawingml/2006/main">
              <a:ext uri="{FF2B5EF4-FFF2-40B4-BE49-F238E27FC236}">
                <a16:creationId xmlns:a16="http://schemas.microsoft.com/office/drawing/2014/main" id="{23BA7B7E-5CD0-4057-AEE9-10673C36499B}"/>
              </a:ext>
            </a:extLst>
          </p:cNvPr>
          <p:cNvSpPr>
            <a:spLocks xmlns:a="http://schemas.openxmlformats.org/drawingml/2006/main" noGrp="1"/>
          </p:cNvSpPr>
          <p:nvPr/>
        </p:nvSpPr>
        <p:spPr>
          <a:xfrm xmlns:a="http://schemas.openxmlformats.org/drawingml/2006/main">
            <a:off x="3457575" y="4752975"/>
            <a:ext cx="171450" cy="171450"/>
          </a:xfrm>
          <a:prstGeom xmlns:a="http://schemas.openxmlformats.org/drawingml/2006/main" prst="ellipse">
            <a:avLst/>
          </a:prstGeom>
          <a:solidFill xmlns:a="http://schemas.openxmlformats.org/drawingml/2006/main">
            <a:srgbClr val="18232E"/>
          </a:solidFill>
          <a:ln xmlns:a="http://schemas.openxmlformats.org/drawingml/2006/main" w="10478">
            <a:solidFill>
              <a:srgbClr val="18232E"/>
            </a:solidFill>
          </a:ln>
        </p:spPr>
      </p:sp>
      <p:sp>
        <p:nvSpPr>
          <p:cNvPr id="85" name="dp42-v4-qa-detail / n80 / circle">
            <a:extLst xmlns:a="http://schemas.openxmlformats.org/drawingml/2006/main">
              <a:ext uri="{FF2B5EF4-FFF2-40B4-BE49-F238E27FC236}">
                <a16:creationId xmlns:a16="http://schemas.microsoft.com/office/drawing/2014/main" id="{C17ED1BE-37A6-435B-92B5-B3206C844ED0}"/>
              </a:ext>
            </a:extLst>
          </p:cNvPr>
          <p:cNvSpPr>
            <a:spLocks xmlns:a="http://schemas.openxmlformats.org/drawingml/2006/main" noGrp="1"/>
          </p:cNvSpPr>
          <p:nvPr/>
        </p:nvSpPr>
        <p:spPr>
          <a:xfrm xmlns:a="http://schemas.openxmlformats.org/drawingml/2006/main">
            <a:off x="3667125" y="4752975"/>
            <a:ext cx="171450" cy="171450"/>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86" name="dp42-v4-qa-detail / n80 / half">
            <a:extLst xmlns:a="http://schemas.openxmlformats.org/drawingml/2006/main">
              <a:ext uri="{FF2B5EF4-FFF2-40B4-BE49-F238E27FC236}">
                <a16:creationId xmlns:a16="http://schemas.microsoft.com/office/drawing/2014/main" id="{D912F003-FEAF-45D8-9C89-CFD6382779A0}"/>
              </a:ext>
            </a:extLst>
          </p:cNvPr>
          <p:cNvSpPr>
            <a:spLocks xmlns:a="http://schemas.openxmlformats.org/drawingml/2006/main" noGrp="1"/>
          </p:cNvSpPr>
          <p:nvPr/>
        </p:nvSpPr>
        <p:spPr>
          <a:xfrm xmlns:a="http://schemas.openxmlformats.org/drawingml/2006/main">
            <a:off x="3667125" y="4752975"/>
            <a:ext cx="171450" cy="171450"/>
          </a:xfrm>
          <a:custGeom xmlns:a="http://schemas.openxmlformats.org/drawingml/2006/main">
            <a:pathLst>
              <a:path w="171450" h="171450">
                <a:moveTo>
                  <a:pt x="85725" y="0"/>
                </a:moveTo>
                <a:lnTo>
                  <a:pt x="77322" y="413"/>
                </a:lnTo>
                <a:lnTo>
                  <a:pt x="69001" y="1647"/>
                </a:lnTo>
                <a:lnTo>
                  <a:pt x="60840" y="3691"/>
                </a:lnTo>
                <a:lnTo>
                  <a:pt x="52919" y="6525"/>
                </a:lnTo>
                <a:lnTo>
                  <a:pt x="45315" y="10122"/>
                </a:lnTo>
                <a:lnTo>
                  <a:pt x="38099" y="14447"/>
                </a:lnTo>
                <a:lnTo>
                  <a:pt x="31342" y="19459"/>
                </a:lnTo>
                <a:lnTo>
                  <a:pt x="25108" y="25108"/>
                </a:lnTo>
                <a:lnTo>
                  <a:pt x="19459" y="31342"/>
                </a:lnTo>
                <a:lnTo>
                  <a:pt x="14447" y="38099"/>
                </a:lnTo>
                <a:lnTo>
                  <a:pt x="10122" y="45315"/>
                </a:lnTo>
                <a:lnTo>
                  <a:pt x="6525" y="52919"/>
                </a:lnTo>
                <a:lnTo>
                  <a:pt x="3691" y="60840"/>
                </a:lnTo>
                <a:lnTo>
                  <a:pt x="1647" y="69001"/>
                </a:lnTo>
                <a:lnTo>
                  <a:pt x="413" y="77322"/>
                </a:lnTo>
                <a:lnTo>
                  <a:pt x="0" y="85725"/>
                </a:lnTo>
                <a:lnTo>
                  <a:pt x="413" y="94128"/>
                </a:lnTo>
                <a:lnTo>
                  <a:pt x="1647" y="102449"/>
                </a:lnTo>
                <a:lnTo>
                  <a:pt x="3691" y="110610"/>
                </a:lnTo>
                <a:lnTo>
                  <a:pt x="6525" y="118531"/>
                </a:lnTo>
                <a:lnTo>
                  <a:pt x="10122" y="126135"/>
                </a:lnTo>
                <a:lnTo>
                  <a:pt x="14447" y="133351"/>
                </a:lnTo>
                <a:lnTo>
                  <a:pt x="19459" y="140108"/>
                </a:lnTo>
                <a:lnTo>
                  <a:pt x="25108" y="146342"/>
                </a:lnTo>
                <a:lnTo>
                  <a:pt x="31342" y="151991"/>
                </a:lnTo>
                <a:lnTo>
                  <a:pt x="38099" y="157003"/>
                </a:lnTo>
                <a:lnTo>
                  <a:pt x="45315" y="161328"/>
                </a:lnTo>
                <a:lnTo>
                  <a:pt x="52919" y="164925"/>
                </a:lnTo>
                <a:lnTo>
                  <a:pt x="60840" y="167759"/>
                </a:lnTo>
                <a:lnTo>
                  <a:pt x="69001" y="169803"/>
                </a:lnTo>
                <a:lnTo>
                  <a:pt x="77322" y="171037"/>
                </a:lnTo>
                <a:lnTo>
                  <a:pt x="85725" y="171450"/>
                </a:lnTo>
                <a:close/>
              </a:path>
            </a:pathLst>
          </a:custGeom>
          <a:solidFill xmlns:a="http://schemas.openxmlformats.org/drawingml/2006/main">
            <a:srgbClr val="18232E"/>
          </a:solidFill>
          <a:ln xmlns:a="http://schemas.openxmlformats.org/drawingml/2006/main" w="0">
            <a:noFill/>
          </a:ln>
        </p:spPr>
      </p:sp>
      <p:sp>
        <p:nvSpPr>
          <p:cNvPr id="87" name="dp42-v4-qa-detail / n81 / circle">
            <a:extLst xmlns:a="http://schemas.openxmlformats.org/drawingml/2006/main">
              <a:ext uri="{FF2B5EF4-FFF2-40B4-BE49-F238E27FC236}">
                <a16:creationId xmlns:a16="http://schemas.microsoft.com/office/drawing/2014/main" id="{FE124A61-994B-4273-BC89-59DD1EDC4BE4}"/>
              </a:ext>
            </a:extLst>
          </p:cNvPr>
          <p:cNvSpPr>
            <a:spLocks xmlns:a="http://schemas.openxmlformats.org/drawingml/2006/main" noGrp="1"/>
          </p:cNvSpPr>
          <p:nvPr/>
        </p:nvSpPr>
        <p:spPr>
          <a:xfrm xmlns:a="http://schemas.openxmlformats.org/drawingml/2006/main">
            <a:off x="3876675" y="4752975"/>
            <a:ext cx="171450" cy="171450"/>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88" name="dp42-v4-qa-detail / n82">
            <a:extLst xmlns:a="http://schemas.openxmlformats.org/drawingml/2006/main">
              <a:ext uri="{FF2B5EF4-FFF2-40B4-BE49-F238E27FC236}">
                <a16:creationId xmlns:a16="http://schemas.microsoft.com/office/drawing/2014/main" id="{773CC631-A111-4466-9E5C-2E29AF46ABF3}"/>
              </a:ext>
            </a:extLst>
          </p:cNvPr>
          <p:cNvSpPr>
            <a:spLocks xmlns:a="http://schemas.openxmlformats.org/drawingml/2006/main" noGrp="1"/>
          </p:cNvSpPr>
          <p:nvPr/>
        </p:nvSpPr>
        <p:spPr>
          <a:xfrm xmlns:a="http://schemas.openxmlformats.org/drawingml/2006/main">
            <a:off x="4181475" y="4686300"/>
            <a:ext cx="809625" cy="357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1">
                <a:solidFill>
                  <a:srgbClr val="18232E"/>
                </a:solidFill>
                <a:latin typeface="Apple SD Gothic Neo"/>
                <a:ea typeface="Apple SD Gothic Neo"/>
                <a:cs typeface="Apple SD Gothic Neo"/>
              </a:defRPr>
            </a:pPr>
            <a:r>
              <a:rPr sz="1875" b="1">
                <a:solidFill>
                  <a:srgbClr val="18232E"/>
                </a:solidFill>
                <a:latin typeface="Apple SD Gothic Neo"/>
                <a:ea typeface="Apple SD Gothic Neo"/>
                <a:cs typeface="Apple SD Gothic Neo"/>
              </a:rPr>
              <a:t>3점</a:t>
            </a:r>
          </a:p>
        </p:txBody>
      </p:sp>
      <p:sp>
        <p:nvSpPr>
          <p:cNvPr id="89" name="dp42-v4-qa-detail / n83">
            <a:extLst xmlns:a="http://schemas.openxmlformats.org/drawingml/2006/main">
              <a:ext uri="{FF2B5EF4-FFF2-40B4-BE49-F238E27FC236}">
                <a16:creationId xmlns:a16="http://schemas.microsoft.com/office/drawing/2014/main" id="{3E226234-F543-4A59-B719-045C59FB6FEA}"/>
              </a:ext>
            </a:extLst>
          </p:cNvPr>
          <p:cNvSpPr>
            <a:spLocks xmlns:a="http://schemas.openxmlformats.org/drawingml/2006/main" noGrp="1"/>
          </p:cNvSpPr>
          <p:nvPr/>
        </p:nvSpPr>
        <p:spPr>
          <a:xfrm xmlns:a="http://schemas.openxmlformats.org/drawingml/2006/main">
            <a:off x="5076825" y="4667250"/>
            <a:ext cx="4000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1">
                <a:solidFill>
                  <a:srgbClr val="18232E"/>
                </a:solidFill>
                <a:latin typeface="Apple SD Gothic Neo"/>
                <a:ea typeface="Apple SD Gothic Neo"/>
                <a:cs typeface="Apple SD Gothic Neo"/>
              </a:defRPr>
            </a:pPr>
            <a:r>
              <a:rPr sz="2100" b="1">
                <a:solidFill>
                  <a:srgbClr val="18232E"/>
                </a:solidFill>
                <a:latin typeface="Apple SD Gothic Neo"/>
                <a:ea typeface="Apple SD Gothic Neo"/>
                <a:cs typeface="Apple SD Gothic Neo"/>
              </a:rPr>
              <a:t>5.600초</a:t>
            </a:r>
          </a:p>
        </p:txBody>
      </p:sp>
      <p:sp>
        <p:nvSpPr>
          <p:cNvPr id="90" name="dp42-v4-qa-detail / n84">
            <a:extLst xmlns:a="http://schemas.openxmlformats.org/drawingml/2006/main">
              <a:ext uri="{FF2B5EF4-FFF2-40B4-BE49-F238E27FC236}">
                <a16:creationId xmlns:a16="http://schemas.microsoft.com/office/drawing/2014/main" id="{2BC7E8A5-8BDF-4591-81A7-59BE7D7AC1DC}"/>
              </a:ext>
            </a:extLst>
          </p:cNvPr>
          <p:cNvSpPr>
            <a:spLocks xmlns:a="http://schemas.openxmlformats.org/drawingml/2006/main" noGrp="1"/>
          </p:cNvSpPr>
          <p:nvPr/>
        </p:nvSpPr>
        <p:spPr>
          <a:xfrm xmlns:a="http://schemas.openxmlformats.org/drawingml/2006/main">
            <a:off x="3457575" y="5095875"/>
            <a:ext cx="58293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18232E"/>
                </a:solidFill>
                <a:latin typeface="Apple SD Gothic Neo"/>
                <a:ea typeface="Apple SD Gothic Neo"/>
                <a:cs typeface="Apple SD Gothic Neo"/>
              </a:defRPr>
            </a:pPr>
            <a:r>
              <a:rPr sz="1500" b="0">
                <a:solidFill>
                  <a:srgbClr val="18232E"/>
                </a:solidFill>
                <a:latin typeface="Apple SD Gothic Neo"/>
                <a:ea typeface="Apple SD Gothic Neo"/>
                <a:cs typeface="Apple SD Gothic Neo"/>
              </a:rPr>
              <a:t>공동 확정 4회 × 0.010초 가정</a:t>
            </a:r>
          </a:p>
        </p:txBody>
      </p:sp>
      <p:sp>
        <p:nvSpPr>
          <p:cNvPr id="91" name="dp42-v4-qa-detail / n85 / circle">
            <a:extLst xmlns:a="http://schemas.openxmlformats.org/drawingml/2006/main">
              <a:ext uri="{FF2B5EF4-FFF2-40B4-BE49-F238E27FC236}">
                <a16:creationId xmlns:a16="http://schemas.microsoft.com/office/drawing/2014/main" id="{2D3AC156-9F2F-4D9D-8CB6-EDADC1B66BAE}"/>
              </a:ext>
            </a:extLst>
          </p:cNvPr>
          <p:cNvSpPr>
            <a:spLocks xmlns:a="http://schemas.openxmlformats.org/drawingml/2006/main" noGrp="1"/>
          </p:cNvSpPr>
          <p:nvPr/>
        </p:nvSpPr>
        <p:spPr>
          <a:xfrm xmlns:a="http://schemas.openxmlformats.org/drawingml/2006/main">
            <a:off x="9648825" y="4752975"/>
            <a:ext cx="171450" cy="171450"/>
          </a:xfrm>
          <a:prstGeom xmlns:a="http://schemas.openxmlformats.org/drawingml/2006/main" prst="ellipse">
            <a:avLst/>
          </a:prstGeom>
          <a:solidFill xmlns:a="http://schemas.openxmlformats.org/drawingml/2006/main">
            <a:srgbClr val="18232E"/>
          </a:solidFill>
          <a:ln xmlns:a="http://schemas.openxmlformats.org/drawingml/2006/main" w="10478">
            <a:solidFill>
              <a:srgbClr val="18232E"/>
            </a:solidFill>
          </a:ln>
        </p:spPr>
      </p:sp>
      <p:sp>
        <p:nvSpPr>
          <p:cNvPr id="92" name="dp42-v4-qa-detail / n86 / circle">
            <a:extLst xmlns:a="http://schemas.openxmlformats.org/drawingml/2006/main">
              <a:ext uri="{FF2B5EF4-FFF2-40B4-BE49-F238E27FC236}">
                <a16:creationId xmlns:a16="http://schemas.microsoft.com/office/drawing/2014/main" id="{4067B825-E391-4D17-96BA-2DD1A3A230B0}"/>
              </a:ext>
            </a:extLst>
          </p:cNvPr>
          <p:cNvSpPr>
            <a:spLocks xmlns:a="http://schemas.openxmlformats.org/drawingml/2006/main" noGrp="1"/>
          </p:cNvSpPr>
          <p:nvPr/>
        </p:nvSpPr>
        <p:spPr>
          <a:xfrm xmlns:a="http://schemas.openxmlformats.org/drawingml/2006/main">
            <a:off x="9858375" y="4752975"/>
            <a:ext cx="171450" cy="171450"/>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93" name="dp42-v4-qa-detail / n86 / half">
            <a:extLst xmlns:a="http://schemas.openxmlformats.org/drawingml/2006/main">
              <a:ext uri="{FF2B5EF4-FFF2-40B4-BE49-F238E27FC236}">
                <a16:creationId xmlns:a16="http://schemas.microsoft.com/office/drawing/2014/main" id="{37B1D909-2CD6-48B1-BBA6-951FC0F99B25}"/>
              </a:ext>
            </a:extLst>
          </p:cNvPr>
          <p:cNvSpPr>
            <a:spLocks xmlns:a="http://schemas.openxmlformats.org/drawingml/2006/main" noGrp="1"/>
          </p:cNvSpPr>
          <p:nvPr/>
        </p:nvSpPr>
        <p:spPr>
          <a:xfrm xmlns:a="http://schemas.openxmlformats.org/drawingml/2006/main">
            <a:off x="9858375" y="4752975"/>
            <a:ext cx="171450" cy="171450"/>
          </a:xfrm>
          <a:custGeom xmlns:a="http://schemas.openxmlformats.org/drawingml/2006/main">
            <a:pathLst>
              <a:path w="171450" h="171450">
                <a:moveTo>
                  <a:pt x="85725" y="0"/>
                </a:moveTo>
                <a:lnTo>
                  <a:pt x="77322" y="413"/>
                </a:lnTo>
                <a:lnTo>
                  <a:pt x="69001" y="1647"/>
                </a:lnTo>
                <a:lnTo>
                  <a:pt x="60840" y="3691"/>
                </a:lnTo>
                <a:lnTo>
                  <a:pt x="52919" y="6525"/>
                </a:lnTo>
                <a:lnTo>
                  <a:pt x="45315" y="10122"/>
                </a:lnTo>
                <a:lnTo>
                  <a:pt x="38099" y="14447"/>
                </a:lnTo>
                <a:lnTo>
                  <a:pt x="31342" y="19459"/>
                </a:lnTo>
                <a:lnTo>
                  <a:pt x="25108" y="25108"/>
                </a:lnTo>
                <a:lnTo>
                  <a:pt x="19459" y="31342"/>
                </a:lnTo>
                <a:lnTo>
                  <a:pt x="14447" y="38099"/>
                </a:lnTo>
                <a:lnTo>
                  <a:pt x="10122" y="45315"/>
                </a:lnTo>
                <a:lnTo>
                  <a:pt x="6525" y="52919"/>
                </a:lnTo>
                <a:lnTo>
                  <a:pt x="3691" y="60840"/>
                </a:lnTo>
                <a:lnTo>
                  <a:pt x="1647" y="69001"/>
                </a:lnTo>
                <a:lnTo>
                  <a:pt x="413" y="77322"/>
                </a:lnTo>
                <a:lnTo>
                  <a:pt x="0" y="85725"/>
                </a:lnTo>
                <a:lnTo>
                  <a:pt x="413" y="94128"/>
                </a:lnTo>
                <a:lnTo>
                  <a:pt x="1647" y="102449"/>
                </a:lnTo>
                <a:lnTo>
                  <a:pt x="3691" y="110610"/>
                </a:lnTo>
                <a:lnTo>
                  <a:pt x="6525" y="118531"/>
                </a:lnTo>
                <a:lnTo>
                  <a:pt x="10122" y="126135"/>
                </a:lnTo>
                <a:lnTo>
                  <a:pt x="14447" y="133351"/>
                </a:lnTo>
                <a:lnTo>
                  <a:pt x="19459" y="140108"/>
                </a:lnTo>
                <a:lnTo>
                  <a:pt x="25108" y="146342"/>
                </a:lnTo>
                <a:lnTo>
                  <a:pt x="31342" y="151991"/>
                </a:lnTo>
                <a:lnTo>
                  <a:pt x="38099" y="157003"/>
                </a:lnTo>
                <a:lnTo>
                  <a:pt x="45315" y="161328"/>
                </a:lnTo>
                <a:lnTo>
                  <a:pt x="52919" y="164925"/>
                </a:lnTo>
                <a:lnTo>
                  <a:pt x="60840" y="167759"/>
                </a:lnTo>
                <a:lnTo>
                  <a:pt x="69001" y="169803"/>
                </a:lnTo>
                <a:lnTo>
                  <a:pt x="77322" y="171037"/>
                </a:lnTo>
                <a:lnTo>
                  <a:pt x="85725" y="171450"/>
                </a:lnTo>
                <a:close/>
              </a:path>
            </a:pathLst>
          </a:custGeom>
          <a:solidFill xmlns:a="http://schemas.openxmlformats.org/drawingml/2006/main">
            <a:srgbClr val="18232E"/>
          </a:solidFill>
          <a:ln xmlns:a="http://schemas.openxmlformats.org/drawingml/2006/main" w="0">
            <a:noFill/>
          </a:ln>
        </p:spPr>
      </p:sp>
      <p:sp>
        <p:nvSpPr>
          <p:cNvPr id="94" name="dp42-v4-qa-detail / n87 / circle">
            <a:extLst xmlns:a="http://schemas.openxmlformats.org/drawingml/2006/main">
              <a:ext uri="{FF2B5EF4-FFF2-40B4-BE49-F238E27FC236}">
                <a16:creationId xmlns:a16="http://schemas.microsoft.com/office/drawing/2014/main" id="{36D014B2-360F-4DCA-BE1A-158AB4A26A56}"/>
              </a:ext>
            </a:extLst>
          </p:cNvPr>
          <p:cNvSpPr>
            <a:spLocks xmlns:a="http://schemas.openxmlformats.org/drawingml/2006/main" noGrp="1"/>
          </p:cNvSpPr>
          <p:nvPr/>
        </p:nvSpPr>
        <p:spPr>
          <a:xfrm xmlns:a="http://schemas.openxmlformats.org/drawingml/2006/main">
            <a:off x="10067925" y="4752975"/>
            <a:ext cx="171450" cy="171450"/>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95" name="dp42-v4-qa-detail / n88">
            <a:extLst xmlns:a="http://schemas.openxmlformats.org/drawingml/2006/main">
              <a:ext uri="{FF2B5EF4-FFF2-40B4-BE49-F238E27FC236}">
                <a16:creationId xmlns:a16="http://schemas.microsoft.com/office/drawing/2014/main" id="{813FF8C2-89BE-43D3-99A7-C99A774C450D}"/>
              </a:ext>
            </a:extLst>
          </p:cNvPr>
          <p:cNvSpPr>
            <a:spLocks xmlns:a="http://schemas.openxmlformats.org/drawingml/2006/main" noGrp="1"/>
          </p:cNvSpPr>
          <p:nvPr/>
        </p:nvSpPr>
        <p:spPr>
          <a:xfrm xmlns:a="http://schemas.openxmlformats.org/drawingml/2006/main">
            <a:off x="10372725" y="4686300"/>
            <a:ext cx="809625" cy="357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1">
                <a:solidFill>
                  <a:srgbClr val="18232E"/>
                </a:solidFill>
                <a:latin typeface="Apple SD Gothic Neo"/>
                <a:ea typeface="Apple SD Gothic Neo"/>
                <a:cs typeface="Apple SD Gothic Neo"/>
              </a:defRPr>
            </a:pPr>
            <a:r>
              <a:rPr sz="1875" b="1">
                <a:solidFill>
                  <a:srgbClr val="18232E"/>
                </a:solidFill>
                <a:latin typeface="Apple SD Gothic Neo"/>
                <a:ea typeface="Apple SD Gothic Neo"/>
                <a:cs typeface="Apple SD Gothic Neo"/>
              </a:rPr>
              <a:t>3점</a:t>
            </a:r>
          </a:p>
        </p:txBody>
      </p:sp>
      <p:sp>
        <p:nvSpPr>
          <p:cNvPr id="96" name="dp42-v4-qa-detail / n89">
            <a:extLst xmlns:a="http://schemas.openxmlformats.org/drawingml/2006/main">
              <a:ext uri="{FF2B5EF4-FFF2-40B4-BE49-F238E27FC236}">
                <a16:creationId xmlns:a16="http://schemas.microsoft.com/office/drawing/2014/main" id="{6B06B809-C58B-4EF7-9C82-954D06AD99A0}"/>
              </a:ext>
            </a:extLst>
          </p:cNvPr>
          <p:cNvSpPr>
            <a:spLocks xmlns:a="http://schemas.openxmlformats.org/drawingml/2006/main" noGrp="1"/>
          </p:cNvSpPr>
          <p:nvPr/>
        </p:nvSpPr>
        <p:spPr>
          <a:xfrm xmlns:a="http://schemas.openxmlformats.org/drawingml/2006/main">
            <a:off x="11268075" y="4667250"/>
            <a:ext cx="4000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1">
                <a:solidFill>
                  <a:srgbClr val="18232E"/>
                </a:solidFill>
                <a:latin typeface="Apple SD Gothic Neo"/>
                <a:ea typeface="Apple SD Gothic Neo"/>
                <a:cs typeface="Apple SD Gothic Neo"/>
              </a:defRPr>
            </a:pPr>
            <a:r>
              <a:rPr sz="2100" b="1">
                <a:solidFill>
                  <a:srgbClr val="18232E"/>
                </a:solidFill>
                <a:latin typeface="Apple SD Gothic Neo"/>
                <a:ea typeface="Apple SD Gothic Neo"/>
                <a:cs typeface="Apple SD Gothic Neo"/>
              </a:rPr>
              <a:t>5.660초</a:t>
            </a:r>
          </a:p>
        </p:txBody>
      </p:sp>
      <p:sp>
        <p:nvSpPr>
          <p:cNvPr id="97" name="dp42-v4-qa-detail / n90">
            <a:extLst xmlns:a="http://schemas.openxmlformats.org/drawingml/2006/main">
              <a:ext uri="{FF2B5EF4-FFF2-40B4-BE49-F238E27FC236}">
                <a16:creationId xmlns:a16="http://schemas.microsoft.com/office/drawing/2014/main" id="{850E832F-E0CF-4E9D-AB03-F456A4BFBD48}"/>
              </a:ext>
            </a:extLst>
          </p:cNvPr>
          <p:cNvSpPr>
            <a:spLocks xmlns:a="http://schemas.openxmlformats.org/drawingml/2006/main" noGrp="1"/>
          </p:cNvSpPr>
          <p:nvPr/>
        </p:nvSpPr>
        <p:spPr>
          <a:xfrm xmlns:a="http://schemas.openxmlformats.org/drawingml/2006/main">
            <a:off x="9648825" y="5095875"/>
            <a:ext cx="58293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18232E"/>
                </a:solidFill>
                <a:latin typeface="Apple SD Gothic Neo"/>
                <a:ea typeface="Apple SD Gothic Neo"/>
                <a:cs typeface="Apple SD Gothic Neo"/>
              </a:defRPr>
            </a:pPr>
            <a:r>
              <a:rPr sz="1500" b="0">
                <a:solidFill>
                  <a:srgbClr val="18232E"/>
                </a:solidFill>
                <a:latin typeface="Apple SD Gothic Neo"/>
                <a:ea typeface="Apple SD Gothic Neo"/>
                <a:cs typeface="Apple SD Gothic Neo"/>
              </a:rPr>
              <a:t>독립 인계 4회 × 0.025초</a:t>
            </a:r>
          </a:p>
        </p:txBody>
      </p:sp>
      <p:sp>
        <p:nvSpPr>
          <p:cNvPr id="98" name="dp42-v4-qa-detail / n91">
            <a:extLst xmlns:a="http://schemas.openxmlformats.org/drawingml/2006/main">
              <a:ext uri="{FF2B5EF4-FFF2-40B4-BE49-F238E27FC236}">
                <a16:creationId xmlns:a16="http://schemas.microsoft.com/office/drawing/2014/main" id="{FA66D893-56A8-4066-877B-A261EB37DA4D}"/>
              </a:ext>
            </a:extLst>
          </p:cNvPr>
          <p:cNvSpPr>
            <a:spLocks xmlns:a="http://schemas.openxmlformats.org/drawingml/2006/main" noGrp="1"/>
          </p:cNvSpPr>
          <p:nvPr/>
        </p:nvSpPr>
        <p:spPr>
          <a:xfrm xmlns:a="http://schemas.openxmlformats.org/drawingml/2006/main">
            <a:off x="9648825" y="5334000"/>
            <a:ext cx="58293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18232E"/>
                </a:solidFill>
                <a:latin typeface="Apple SD Gothic Neo"/>
                <a:ea typeface="Apple SD Gothic Neo"/>
                <a:cs typeface="Apple SD Gothic Neo"/>
              </a:defRPr>
            </a:pPr>
            <a:r>
              <a:rPr sz="1500" b="0">
                <a:solidFill>
                  <a:srgbClr val="18232E"/>
                </a:solidFill>
                <a:latin typeface="Apple SD Gothic Neo"/>
                <a:ea typeface="Apple SD Gothic Neo"/>
                <a:cs typeface="Apple SD Gothic Neo"/>
              </a:rPr>
              <a:t>0.060초 추가 가정</a:t>
            </a:r>
          </a:p>
        </p:txBody>
      </p:sp>
      <p:sp>
        <p:nvSpPr>
          <p:cNvPr id="99" name="dp42-v4-qa-detail / n92">
            <a:extLst xmlns:a="http://schemas.openxmlformats.org/drawingml/2006/main">
              <a:ext uri="{FF2B5EF4-FFF2-40B4-BE49-F238E27FC236}">
                <a16:creationId xmlns:a16="http://schemas.microsoft.com/office/drawing/2014/main" id="{D8BCAF75-0494-4898-8DED-85DF872F8ECE}"/>
              </a:ext>
            </a:extLst>
          </p:cNvPr>
          <p:cNvSpPr>
            <a:spLocks xmlns:a="http://schemas.openxmlformats.org/drawingml/2006/main" noGrp="1"/>
          </p:cNvSpPr>
          <p:nvPr/>
        </p:nvSpPr>
        <p:spPr>
          <a:xfrm xmlns:a="http://schemas.openxmlformats.org/drawingml/2006/main">
            <a:off x="15801975" y="4743450"/>
            <a:ext cx="1952625" cy="3286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1">
                <a:solidFill>
                  <a:srgbClr val="18232E"/>
                </a:solidFill>
                <a:latin typeface="Apple SD Gothic Neo"/>
                <a:ea typeface="Apple SD Gothic Neo"/>
                <a:cs typeface="Apple SD Gothic Neo"/>
              </a:defRPr>
            </a:pPr>
            <a:r>
              <a:rPr sz="1725" b="1">
                <a:solidFill>
                  <a:srgbClr val="18232E"/>
                </a:solidFill>
                <a:latin typeface="Apple SD Gothic Neo"/>
                <a:ea typeface="Apple SD Gothic Neo"/>
                <a:cs typeface="Apple SD Gothic Neo"/>
              </a:rPr>
              <a:t>0.060초</a:t>
            </a:r>
          </a:p>
        </p:txBody>
      </p:sp>
      <p:sp>
        <p:nvSpPr>
          <p:cNvPr id="100" name="dp42-v4-qa-detail / n93">
            <a:extLst xmlns:a="http://schemas.openxmlformats.org/drawingml/2006/main">
              <a:ext uri="{FF2B5EF4-FFF2-40B4-BE49-F238E27FC236}">
                <a16:creationId xmlns:a16="http://schemas.microsoft.com/office/drawing/2014/main" id="{BFFA95B5-E80D-4A92-AD45-5E66E401384A}"/>
              </a:ext>
            </a:extLst>
          </p:cNvPr>
          <p:cNvSpPr>
            <a:spLocks xmlns:a="http://schemas.openxmlformats.org/drawingml/2006/main" noGrp="1"/>
          </p:cNvSpPr>
          <p:nvPr/>
        </p:nvSpPr>
        <p:spPr>
          <a:xfrm xmlns:a="http://schemas.openxmlformats.org/drawingml/2006/main">
            <a:off x="15801975" y="5124450"/>
            <a:ext cx="1952625" cy="2714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425" b="0">
                <a:solidFill>
                  <a:srgbClr val="5F6B77"/>
                </a:solidFill>
                <a:latin typeface="Apple SD Gothic Neo"/>
                <a:ea typeface="Apple SD Gothic Neo"/>
                <a:cs typeface="Apple SD Gothic Neo"/>
              </a:defRPr>
            </a:pPr>
            <a:r>
              <a:rPr sz="1425" b="0">
                <a:solidFill>
                  <a:srgbClr val="5F6B77"/>
                </a:solidFill>
                <a:latin typeface="Apple SD Gothic Neo"/>
                <a:ea typeface="Apple SD Gothic Neo"/>
                <a:cs typeface="Apple SD Gothic Neo"/>
              </a:rPr>
              <a:t>차이 기준 미만</a:t>
            </a:r>
          </a:p>
        </p:txBody>
      </p:sp>
      <p:sp>
        <p:nvSpPr>
          <p:cNvPr id="101" name="dp42-v4-qa-detail / n94">
            <a:extLst xmlns:a="http://schemas.openxmlformats.org/drawingml/2006/main">
              <a:ext uri="{FF2B5EF4-FFF2-40B4-BE49-F238E27FC236}">
                <a16:creationId xmlns:a16="http://schemas.microsoft.com/office/drawing/2014/main" id="{F45B4146-B09C-4131-8F21-4D4699989204}"/>
              </a:ext>
            </a:extLst>
          </p:cNvPr>
          <p:cNvSpPr>
            <a:spLocks xmlns:a="http://schemas.openxmlformats.org/drawingml/2006/main" noGrp="1"/>
          </p:cNvSpPr>
          <p:nvPr/>
        </p:nvSpPr>
        <p:spPr>
          <a:xfrm xmlns:a="http://schemas.openxmlformats.org/drawingml/2006/main">
            <a:off x="15801975" y="5353050"/>
            <a:ext cx="1952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5F6B77"/>
                </a:solidFill>
                <a:latin typeface="Apple SD Gothic Neo"/>
                <a:ea typeface="Apple SD Gothic Neo"/>
                <a:cs typeface="Apple SD Gothic Neo"/>
              </a:defRPr>
            </a:pPr>
            <a:r>
              <a:rPr sz="1200" b="0">
                <a:solidFill>
                  <a:srgbClr val="5F6B77"/>
                </a:solidFill>
                <a:latin typeface="Apple SD Gothic Neo"/>
                <a:ea typeface="Apple SD Gothic Neo"/>
                <a:cs typeface="Apple SD Gothic Neo"/>
              </a:rPr>
              <a:t>기준 0.50초</a:t>
            </a:r>
          </a:p>
        </p:txBody>
      </p:sp>
      <p:sp>
        <p:nvSpPr>
          <p:cNvPr id="102" name="dp42-v4-qa-detail / n95">
            <a:extLst xmlns:a="http://schemas.openxmlformats.org/drawingml/2006/main">
              <a:ext uri="{FF2B5EF4-FFF2-40B4-BE49-F238E27FC236}">
                <a16:creationId xmlns:a16="http://schemas.microsoft.com/office/drawing/2014/main" id="{7F71B2D6-BBA3-4B80-992E-7EBE09FA0F6F}"/>
              </a:ext>
            </a:extLst>
          </p:cNvPr>
          <p:cNvSpPr>
            <a:spLocks xmlns:a="http://schemas.openxmlformats.org/drawingml/2006/main" noGrp="1"/>
          </p:cNvSpPr>
          <p:nvPr/>
        </p:nvSpPr>
        <p:spPr>
          <a:xfrm xmlns:a="http://schemas.openxmlformats.org/drawingml/2006/main">
            <a:off x="381000" y="6591300"/>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1430">
            <a:solidFill>
              <a:srgbClr val="CDD6DE"/>
            </a:solidFill>
          </a:ln>
        </p:spPr>
      </p:sp>
      <p:sp>
        <p:nvSpPr>
          <p:cNvPr id="103" name="dp42-v4-qa-detail / n96">
            <a:extLst xmlns:a="http://schemas.openxmlformats.org/drawingml/2006/main">
              <a:ext uri="{FF2B5EF4-FFF2-40B4-BE49-F238E27FC236}">
                <a16:creationId xmlns:a16="http://schemas.microsoft.com/office/drawing/2014/main" id="{E3342324-A96B-4B97-A982-ADC9D9B9D91C}"/>
              </a:ext>
            </a:extLst>
          </p:cNvPr>
          <p:cNvSpPr>
            <a:spLocks xmlns:a="http://schemas.openxmlformats.org/drawingml/2006/main" noGrp="1"/>
          </p:cNvSpPr>
          <p:nvPr/>
        </p:nvSpPr>
        <p:spPr>
          <a:xfrm xmlns:a="http://schemas.openxmlformats.org/drawingml/2006/main">
            <a:off x="533400" y="5695950"/>
            <a:ext cx="25146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1">
                <a:solidFill>
                  <a:srgbClr val="18232E"/>
                </a:solidFill>
                <a:latin typeface="Apple SD Gothic Neo"/>
                <a:ea typeface="Apple SD Gothic Neo"/>
                <a:cs typeface="Apple SD Gothic Neo"/>
              </a:defRPr>
            </a:pPr>
            <a:r>
              <a:rPr sz="1650" b="1">
                <a:solidFill>
                  <a:srgbClr val="18232E"/>
                </a:solidFill>
                <a:latin typeface="Apple SD Gothic Neo"/>
                <a:ea typeface="Apple SD Gothic Neo"/>
                <a:cs typeface="Apple SD Gothic Neo"/>
              </a:rPr>
              <a:t>04  VIA 모델 사용 비용</a:t>
            </a:r>
          </a:p>
        </p:txBody>
      </p:sp>
      <p:sp>
        <p:nvSpPr>
          <p:cNvPr id="104" name="dp42-v4-qa-detail / n97">
            <a:extLst xmlns:a="http://schemas.openxmlformats.org/drawingml/2006/main">
              <a:ext uri="{FF2B5EF4-FFF2-40B4-BE49-F238E27FC236}">
                <a16:creationId xmlns:a16="http://schemas.microsoft.com/office/drawing/2014/main" id="{881400EF-8D05-4A47-8E0F-D668F2FFD551}"/>
              </a:ext>
            </a:extLst>
          </p:cNvPr>
          <p:cNvSpPr>
            <a:spLocks xmlns:a="http://schemas.openxmlformats.org/drawingml/2006/main" noGrp="1"/>
          </p:cNvSpPr>
          <p:nvPr/>
        </p:nvSpPr>
        <p:spPr>
          <a:xfrm xmlns:a="http://schemas.openxmlformats.org/drawingml/2006/main">
            <a:off x="533400" y="6057900"/>
            <a:ext cx="2514600" cy="2714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425" b="0">
                <a:solidFill>
                  <a:srgbClr val="5F6B77"/>
                </a:solidFill>
                <a:latin typeface="Apple SD Gothic Neo"/>
                <a:ea typeface="Apple SD Gothic Neo"/>
                <a:cs typeface="Apple SD Gothic Neo"/>
              </a:defRPr>
            </a:pPr>
            <a:r>
              <a:rPr sz="1425" b="0">
                <a:solidFill>
                  <a:srgbClr val="5F6B77"/>
                </a:solidFill>
                <a:latin typeface="Apple SD Gothic Neo"/>
                <a:ea typeface="Apple SD Gothic Neo"/>
                <a:cs typeface="Apple SD Gothic Neo"/>
              </a:rPr>
              <a:t>목표 ≤$1.50/W100</a:t>
            </a:r>
          </a:p>
        </p:txBody>
      </p:sp>
      <p:sp>
        <p:nvSpPr>
          <p:cNvPr id="105" name="dp42-v4-qa-detail / n98 / circle">
            <a:extLst xmlns:a="http://schemas.openxmlformats.org/drawingml/2006/main">
              <a:ext uri="{FF2B5EF4-FFF2-40B4-BE49-F238E27FC236}">
                <a16:creationId xmlns:a16="http://schemas.microsoft.com/office/drawing/2014/main" id="{95543E89-3389-447D-B77B-5A7DC0F002C8}"/>
              </a:ext>
            </a:extLst>
          </p:cNvPr>
          <p:cNvSpPr>
            <a:spLocks xmlns:a="http://schemas.openxmlformats.org/drawingml/2006/main" noGrp="1"/>
          </p:cNvSpPr>
          <p:nvPr/>
        </p:nvSpPr>
        <p:spPr>
          <a:xfrm xmlns:a="http://schemas.openxmlformats.org/drawingml/2006/main">
            <a:off x="3457575" y="5753100"/>
            <a:ext cx="171450" cy="171450"/>
          </a:xfrm>
          <a:prstGeom xmlns:a="http://schemas.openxmlformats.org/drawingml/2006/main" prst="ellipse">
            <a:avLst/>
          </a:prstGeom>
          <a:solidFill xmlns:a="http://schemas.openxmlformats.org/drawingml/2006/main">
            <a:srgbClr val="18232E"/>
          </a:solidFill>
          <a:ln xmlns:a="http://schemas.openxmlformats.org/drawingml/2006/main" w="10478">
            <a:solidFill>
              <a:srgbClr val="18232E"/>
            </a:solidFill>
          </a:ln>
        </p:spPr>
      </p:sp>
      <p:sp>
        <p:nvSpPr>
          <p:cNvPr id="106" name="dp42-v4-qa-detail / n99 / circle">
            <a:extLst xmlns:a="http://schemas.openxmlformats.org/drawingml/2006/main">
              <a:ext uri="{FF2B5EF4-FFF2-40B4-BE49-F238E27FC236}">
                <a16:creationId xmlns:a16="http://schemas.microsoft.com/office/drawing/2014/main" id="{ABFFE2B4-351E-4626-B75E-1B3AF02EF64B}"/>
              </a:ext>
            </a:extLst>
          </p:cNvPr>
          <p:cNvSpPr>
            <a:spLocks xmlns:a="http://schemas.openxmlformats.org/drawingml/2006/main" noGrp="1"/>
          </p:cNvSpPr>
          <p:nvPr/>
        </p:nvSpPr>
        <p:spPr>
          <a:xfrm xmlns:a="http://schemas.openxmlformats.org/drawingml/2006/main">
            <a:off x="3667125" y="5753100"/>
            <a:ext cx="171450" cy="171450"/>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107" name="dp42-v4-qa-detail / n100 / circle">
            <a:extLst xmlns:a="http://schemas.openxmlformats.org/drawingml/2006/main">
              <a:ext uri="{FF2B5EF4-FFF2-40B4-BE49-F238E27FC236}">
                <a16:creationId xmlns:a16="http://schemas.microsoft.com/office/drawing/2014/main" id="{2D937A63-CFDD-4D9D-97B9-E1A8B32040EB}"/>
              </a:ext>
            </a:extLst>
          </p:cNvPr>
          <p:cNvSpPr>
            <a:spLocks xmlns:a="http://schemas.openxmlformats.org/drawingml/2006/main" noGrp="1"/>
          </p:cNvSpPr>
          <p:nvPr/>
        </p:nvSpPr>
        <p:spPr>
          <a:xfrm xmlns:a="http://schemas.openxmlformats.org/drawingml/2006/main">
            <a:off x="3876675" y="5753100"/>
            <a:ext cx="171450" cy="171450"/>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108" name="dp42-v4-qa-detail / n101">
            <a:extLst xmlns:a="http://schemas.openxmlformats.org/drawingml/2006/main">
              <a:ext uri="{FF2B5EF4-FFF2-40B4-BE49-F238E27FC236}">
                <a16:creationId xmlns:a16="http://schemas.microsoft.com/office/drawing/2014/main" id="{03C70670-1ACA-4ECE-B337-A80A164680C6}"/>
              </a:ext>
            </a:extLst>
          </p:cNvPr>
          <p:cNvSpPr>
            <a:spLocks xmlns:a="http://schemas.openxmlformats.org/drawingml/2006/main" noGrp="1"/>
          </p:cNvSpPr>
          <p:nvPr/>
        </p:nvSpPr>
        <p:spPr>
          <a:xfrm xmlns:a="http://schemas.openxmlformats.org/drawingml/2006/main">
            <a:off x="4181475" y="5686425"/>
            <a:ext cx="809625" cy="357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1">
                <a:solidFill>
                  <a:srgbClr val="18232E"/>
                </a:solidFill>
                <a:latin typeface="Apple SD Gothic Neo"/>
                <a:ea typeface="Apple SD Gothic Neo"/>
                <a:cs typeface="Apple SD Gothic Neo"/>
              </a:defRPr>
            </a:pPr>
            <a:r>
              <a:rPr sz="1875" b="1">
                <a:solidFill>
                  <a:srgbClr val="18232E"/>
                </a:solidFill>
                <a:latin typeface="Apple SD Gothic Neo"/>
                <a:ea typeface="Apple SD Gothic Neo"/>
                <a:cs typeface="Apple SD Gothic Neo"/>
              </a:rPr>
              <a:t>2점</a:t>
            </a:r>
          </a:p>
        </p:txBody>
      </p:sp>
      <p:sp>
        <p:nvSpPr>
          <p:cNvPr id="109" name="dp42-v4-qa-detail / n102">
            <a:extLst xmlns:a="http://schemas.openxmlformats.org/drawingml/2006/main">
              <a:ext uri="{FF2B5EF4-FFF2-40B4-BE49-F238E27FC236}">
                <a16:creationId xmlns:a16="http://schemas.microsoft.com/office/drawing/2014/main" id="{97424DBC-5440-4E41-984A-911F827952FB}"/>
              </a:ext>
            </a:extLst>
          </p:cNvPr>
          <p:cNvSpPr>
            <a:spLocks xmlns:a="http://schemas.openxmlformats.org/drawingml/2006/main" noGrp="1"/>
          </p:cNvSpPr>
          <p:nvPr/>
        </p:nvSpPr>
        <p:spPr>
          <a:xfrm xmlns:a="http://schemas.openxmlformats.org/drawingml/2006/main">
            <a:off x="5076825" y="5667375"/>
            <a:ext cx="4000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1">
                <a:solidFill>
                  <a:srgbClr val="18232E"/>
                </a:solidFill>
                <a:latin typeface="Apple SD Gothic Neo"/>
                <a:ea typeface="Apple SD Gothic Neo"/>
                <a:cs typeface="Apple SD Gothic Neo"/>
              </a:defRPr>
            </a:pPr>
            <a:r>
              <a:rPr sz="2100" b="1">
                <a:solidFill>
                  <a:srgbClr val="18232E"/>
                </a:solidFill>
                <a:latin typeface="Apple SD Gothic Neo"/>
                <a:ea typeface="Apple SD Gothic Neo"/>
                <a:cs typeface="Apple SD Gothic Neo"/>
              </a:rPr>
              <a:t>$1.1867</a:t>
            </a:r>
          </a:p>
        </p:txBody>
      </p:sp>
      <p:sp>
        <p:nvSpPr>
          <p:cNvPr id="110" name="dp42-v4-qa-detail / n103">
            <a:extLst xmlns:a="http://schemas.openxmlformats.org/drawingml/2006/main">
              <a:ext uri="{FF2B5EF4-FFF2-40B4-BE49-F238E27FC236}">
                <a16:creationId xmlns:a16="http://schemas.microsoft.com/office/drawing/2014/main" id="{9592A50B-4B30-4AFC-8CA3-BF3CF5DD1C47}"/>
              </a:ext>
            </a:extLst>
          </p:cNvPr>
          <p:cNvSpPr>
            <a:spLocks xmlns:a="http://schemas.openxmlformats.org/drawingml/2006/main" noGrp="1"/>
          </p:cNvSpPr>
          <p:nvPr/>
        </p:nvSpPr>
        <p:spPr>
          <a:xfrm xmlns:a="http://schemas.openxmlformats.org/drawingml/2006/main">
            <a:off x="3457575" y="6096000"/>
            <a:ext cx="58293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18232E"/>
                </a:solidFill>
                <a:latin typeface="Apple SD Gothic Neo"/>
                <a:ea typeface="Apple SD Gothic Neo"/>
                <a:cs typeface="Apple SD Gothic Neo"/>
              </a:defRPr>
            </a:pPr>
            <a:r>
              <a:rPr sz="1500" b="0">
                <a:solidFill>
                  <a:srgbClr val="18232E"/>
                </a:solidFill>
                <a:latin typeface="Apple SD Gothic Neo"/>
                <a:ea typeface="Apple SD Gothic Neo"/>
                <a:cs typeface="Apple SD Gothic Neo"/>
              </a:rPr>
              <a:t>저장과 연결은 코드 처리</a:t>
            </a:r>
          </a:p>
        </p:txBody>
      </p:sp>
      <p:sp>
        <p:nvSpPr>
          <p:cNvPr id="111" name="dp42-v4-qa-detail / n104">
            <a:extLst xmlns:a="http://schemas.openxmlformats.org/drawingml/2006/main">
              <a:ext uri="{FF2B5EF4-FFF2-40B4-BE49-F238E27FC236}">
                <a16:creationId xmlns:a16="http://schemas.microsoft.com/office/drawing/2014/main" id="{36AC398B-F2B1-4644-BC96-FB326FFF494A}"/>
              </a:ext>
            </a:extLst>
          </p:cNvPr>
          <p:cNvSpPr>
            <a:spLocks xmlns:a="http://schemas.openxmlformats.org/drawingml/2006/main" noGrp="1"/>
          </p:cNvSpPr>
          <p:nvPr/>
        </p:nvSpPr>
        <p:spPr>
          <a:xfrm xmlns:a="http://schemas.openxmlformats.org/drawingml/2006/main">
            <a:off x="3457575" y="6334125"/>
            <a:ext cx="58293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18232E"/>
                </a:solidFill>
                <a:latin typeface="Apple SD Gothic Neo"/>
                <a:ea typeface="Apple SD Gothic Neo"/>
                <a:cs typeface="Apple SD Gothic Neo"/>
              </a:defRPr>
            </a:pPr>
            <a:r>
              <a:rPr sz="1500" b="0">
                <a:solidFill>
                  <a:srgbClr val="18232E"/>
                </a:solidFill>
                <a:latin typeface="Apple SD Gothic Neo"/>
                <a:ea typeface="Apple SD Gothic Neo"/>
                <a:cs typeface="Apple SD Gothic Neo"/>
              </a:rPr>
              <a:t>모델 역할 동일</a:t>
            </a:r>
          </a:p>
        </p:txBody>
      </p:sp>
      <p:sp>
        <p:nvSpPr>
          <p:cNvPr id="112" name="dp42-v4-qa-detail / n105 / circle">
            <a:extLst xmlns:a="http://schemas.openxmlformats.org/drawingml/2006/main">
              <a:ext uri="{FF2B5EF4-FFF2-40B4-BE49-F238E27FC236}">
                <a16:creationId xmlns:a16="http://schemas.microsoft.com/office/drawing/2014/main" id="{D756B41F-CD15-43D0-B8E1-5E94D0F7BD68}"/>
              </a:ext>
            </a:extLst>
          </p:cNvPr>
          <p:cNvSpPr>
            <a:spLocks xmlns:a="http://schemas.openxmlformats.org/drawingml/2006/main" noGrp="1"/>
          </p:cNvSpPr>
          <p:nvPr/>
        </p:nvSpPr>
        <p:spPr>
          <a:xfrm xmlns:a="http://schemas.openxmlformats.org/drawingml/2006/main">
            <a:off x="9648825" y="5753100"/>
            <a:ext cx="171450" cy="171450"/>
          </a:xfrm>
          <a:prstGeom xmlns:a="http://schemas.openxmlformats.org/drawingml/2006/main" prst="ellipse">
            <a:avLst/>
          </a:prstGeom>
          <a:solidFill xmlns:a="http://schemas.openxmlformats.org/drawingml/2006/main">
            <a:srgbClr val="18232E"/>
          </a:solidFill>
          <a:ln xmlns:a="http://schemas.openxmlformats.org/drawingml/2006/main" w="10478">
            <a:solidFill>
              <a:srgbClr val="18232E"/>
            </a:solidFill>
          </a:ln>
        </p:spPr>
      </p:sp>
      <p:sp>
        <p:nvSpPr>
          <p:cNvPr id="113" name="dp42-v4-qa-detail / n106 / circle">
            <a:extLst xmlns:a="http://schemas.openxmlformats.org/drawingml/2006/main">
              <a:ext uri="{FF2B5EF4-FFF2-40B4-BE49-F238E27FC236}">
                <a16:creationId xmlns:a16="http://schemas.microsoft.com/office/drawing/2014/main" id="{BDFD1DBD-8A39-4A7E-8A47-DAAF8BBD5B0D}"/>
              </a:ext>
            </a:extLst>
          </p:cNvPr>
          <p:cNvSpPr>
            <a:spLocks xmlns:a="http://schemas.openxmlformats.org/drawingml/2006/main" noGrp="1"/>
          </p:cNvSpPr>
          <p:nvPr/>
        </p:nvSpPr>
        <p:spPr>
          <a:xfrm xmlns:a="http://schemas.openxmlformats.org/drawingml/2006/main">
            <a:off x="9858375" y="5753100"/>
            <a:ext cx="171450" cy="171450"/>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114" name="dp42-v4-qa-detail / n107 / circle">
            <a:extLst xmlns:a="http://schemas.openxmlformats.org/drawingml/2006/main">
              <a:ext uri="{FF2B5EF4-FFF2-40B4-BE49-F238E27FC236}">
                <a16:creationId xmlns:a16="http://schemas.microsoft.com/office/drawing/2014/main" id="{4EEF005D-E1CB-4AFC-B108-F148B9EF6A12}"/>
              </a:ext>
            </a:extLst>
          </p:cNvPr>
          <p:cNvSpPr>
            <a:spLocks xmlns:a="http://schemas.openxmlformats.org/drawingml/2006/main" noGrp="1"/>
          </p:cNvSpPr>
          <p:nvPr/>
        </p:nvSpPr>
        <p:spPr>
          <a:xfrm xmlns:a="http://schemas.openxmlformats.org/drawingml/2006/main">
            <a:off x="10067925" y="5753100"/>
            <a:ext cx="171450" cy="171450"/>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115" name="dp42-v4-qa-detail / n108">
            <a:extLst xmlns:a="http://schemas.openxmlformats.org/drawingml/2006/main">
              <a:ext uri="{FF2B5EF4-FFF2-40B4-BE49-F238E27FC236}">
                <a16:creationId xmlns:a16="http://schemas.microsoft.com/office/drawing/2014/main" id="{C46BEA2C-A20F-4285-B4A4-5378B5658F4C}"/>
              </a:ext>
            </a:extLst>
          </p:cNvPr>
          <p:cNvSpPr>
            <a:spLocks xmlns:a="http://schemas.openxmlformats.org/drawingml/2006/main" noGrp="1"/>
          </p:cNvSpPr>
          <p:nvPr/>
        </p:nvSpPr>
        <p:spPr>
          <a:xfrm xmlns:a="http://schemas.openxmlformats.org/drawingml/2006/main">
            <a:off x="10372725" y="5686425"/>
            <a:ext cx="809625" cy="357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1">
                <a:solidFill>
                  <a:srgbClr val="18232E"/>
                </a:solidFill>
                <a:latin typeface="Apple SD Gothic Neo"/>
                <a:ea typeface="Apple SD Gothic Neo"/>
                <a:cs typeface="Apple SD Gothic Neo"/>
              </a:defRPr>
            </a:pPr>
            <a:r>
              <a:rPr sz="1875" b="1">
                <a:solidFill>
                  <a:srgbClr val="18232E"/>
                </a:solidFill>
                <a:latin typeface="Apple SD Gothic Neo"/>
                <a:ea typeface="Apple SD Gothic Neo"/>
                <a:cs typeface="Apple SD Gothic Neo"/>
              </a:rPr>
              <a:t>2점</a:t>
            </a:r>
          </a:p>
        </p:txBody>
      </p:sp>
      <p:sp>
        <p:nvSpPr>
          <p:cNvPr id="116" name="dp42-v4-qa-detail / n109">
            <a:extLst xmlns:a="http://schemas.openxmlformats.org/drawingml/2006/main">
              <a:ext uri="{FF2B5EF4-FFF2-40B4-BE49-F238E27FC236}">
                <a16:creationId xmlns:a16="http://schemas.microsoft.com/office/drawing/2014/main" id="{F5729E5B-D455-4B8A-B879-074359945862}"/>
              </a:ext>
            </a:extLst>
          </p:cNvPr>
          <p:cNvSpPr>
            <a:spLocks xmlns:a="http://schemas.openxmlformats.org/drawingml/2006/main" noGrp="1"/>
          </p:cNvSpPr>
          <p:nvPr/>
        </p:nvSpPr>
        <p:spPr>
          <a:xfrm xmlns:a="http://schemas.openxmlformats.org/drawingml/2006/main">
            <a:off x="11268075" y="5667375"/>
            <a:ext cx="4000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1">
                <a:solidFill>
                  <a:srgbClr val="18232E"/>
                </a:solidFill>
                <a:latin typeface="Apple SD Gothic Neo"/>
                <a:ea typeface="Apple SD Gothic Neo"/>
                <a:cs typeface="Apple SD Gothic Neo"/>
              </a:defRPr>
            </a:pPr>
            <a:r>
              <a:rPr sz="2100" b="1">
                <a:solidFill>
                  <a:srgbClr val="18232E"/>
                </a:solidFill>
                <a:latin typeface="Apple SD Gothic Neo"/>
                <a:ea typeface="Apple SD Gothic Neo"/>
                <a:cs typeface="Apple SD Gothic Neo"/>
              </a:rPr>
              <a:t>$1.1867</a:t>
            </a:r>
          </a:p>
        </p:txBody>
      </p:sp>
      <p:sp>
        <p:nvSpPr>
          <p:cNvPr id="117" name="dp42-v4-qa-detail / n110">
            <a:extLst xmlns:a="http://schemas.openxmlformats.org/drawingml/2006/main">
              <a:ext uri="{FF2B5EF4-FFF2-40B4-BE49-F238E27FC236}">
                <a16:creationId xmlns:a16="http://schemas.microsoft.com/office/drawing/2014/main" id="{D6E6F474-622E-4E96-B95F-EA0004AED594}"/>
              </a:ext>
            </a:extLst>
          </p:cNvPr>
          <p:cNvSpPr>
            <a:spLocks xmlns:a="http://schemas.openxmlformats.org/drawingml/2006/main" noGrp="1"/>
          </p:cNvSpPr>
          <p:nvPr/>
        </p:nvSpPr>
        <p:spPr>
          <a:xfrm xmlns:a="http://schemas.openxmlformats.org/drawingml/2006/main">
            <a:off x="9648825" y="6096000"/>
            <a:ext cx="58293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18232E"/>
                </a:solidFill>
                <a:latin typeface="Apple SD Gothic Neo"/>
                <a:ea typeface="Apple SD Gothic Neo"/>
                <a:cs typeface="Apple SD Gothic Neo"/>
              </a:defRPr>
            </a:pPr>
            <a:r>
              <a:rPr sz="1500" b="0">
                <a:solidFill>
                  <a:srgbClr val="18232E"/>
                </a:solidFill>
                <a:latin typeface="Apple SD Gothic Neo"/>
                <a:ea typeface="Apple SD Gothic Neo"/>
                <a:cs typeface="Apple SD Gothic Neo"/>
              </a:rPr>
              <a:t>IPC 자체는 모델 호출 아님</a:t>
            </a:r>
          </a:p>
        </p:txBody>
      </p:sp>
      <p:sp>
        <p:nvSpPr>
          <p:cNvPr id="118" name="dp42-v4-qa-detail / n111">
            <a:extLst xmlns:a="http://schemas.openxmlformats.org/drawingml/2006/main">
              <a:ext uri="{FF2B5EF4-FFF2-40B4-BE49-F238E27FC236}">
                <a16:creationId xmlns:a16="http://schemas.microsoft.com/office/drawing/2014/main" id="{27B2A370-5BA3-456A-A0B7-E714E694E264}"/>
              </a:ext>
            </a:extLst>
          </p:cNvPr>
          <p:cNvSpPr>
            <a:spLocks xmlns:a="http://schemas.openxmlformats.org/drawingml/2006/main" noGrp="1"/>
          </p:cNvSpPr>
          <p:nvPr/>
        </p:nvSpPr>
        <p:spPr>
          <a:xfrm xmlns:a="http://schemas.openxmlformats.org/drawingml/2006/main">
            <a:off x="9648825" y="6334125"/>
            <a:ext cx="58293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18232E"/>
                </a:solidFill>
                <a:latin typeface="Apple SD Gothic Neo"/>
                <a:ea typeface="Apple SD Gothic Neo"/>
                <a:cs typeface="Apple SD Gothic Neo"/>
              </a:defRPr>
            </a:pPr>
            <a:r>
              <a:rPr sz="1500" b="0">
                <a:solidFill>
                  <a:srgbClr val="18232E"/>
                </a:solidFill>
                <a:latin typeface="Apple SD Gothic Neo"/>
                <a:ea typeface="Apple SD Gothic Neo"/>
                <a:cs typeface="Apple SD Gothic Neo"/>
              </a:rPr>
              <a:t>추가 재해석 없음</a:t>
            </a:r>
          </a:p>
        </p:txBody>
      </p:sp>
      <p:sp>
        <p:nvSpPr>
          <p:cNvPr id="119" name="dp42-v4-qa-detail / n112">
            <a:extLst xmlns:a="http://schemas.openxmlformats.org/drawingml/2006/main">
              <a:ext uri="{FF2B5EF4-FFF2-40B4-BE49-F238E27FC236}">
                <a16:creationId xmlns:a16="http://schemas.microsoft.com/office/drawing/2014/main" id="{FC6B3D25-DFF3-4122-86EF-3CC6990955F4}"/>
              </a:ext>
            </a:extLst>
          </p:cNvPr>
          <p:cNvSpPr>
            <a:spLocks xmlns:a="http://schemas.openxmlformats.org/drawingml/2006/main" noGrp="1"/>
          </p:cNvSpPr>
          <p:nvPr/>
        </p:nvSpPr>
        <p:spPr>
          <a:xfrm xmlns:a="http://schemas.openxmlformats.org/drawingml/2006/main">
            <a:off x="15801975" y="5743575"/>
            <a:ext cx="1952625" cy="3286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1">
                <a:solidFill>
                  <a:srgbClr val="18232E"/>
                </a:solidFill>
                <a:latin typeface="Apple SD Gothic Neo"/>
                <a:ea typeface="Apple SD Gothic Neo"/>
                <a:cs typeface="Apple SD Gothic Neo"/>
              </a:defRPr>
            </a:pPr>
            <a:r>
              <a:rPr sz="1725" b="1">
                <a:solidFill>
                  <a:srgbClr val="18232E"/>
                </a:solidFill>
                <a:latin typeface="Apple SD Gothic Neo"/>
                <a:ea typeface="Apple SD Gothic Neo"/>
                <a:cs typeface="Apple SD Gothic Neo"/>
              </a:rPr>
              <a:t>0.0000USD</a:t>
            </a:r>
          </a:p>
        </p:txBody>
      </p:sp>
      <p:sp>
        <p:nvSpPr>
          <p:cNvPr id="120" name="dp42-v4-qa-detail / n113">
            <a:extLst xmlns:a="http://schemas.openxmlformats.org/drawingml/2006/main">
              <a:ext uri="{FF2B5EF4-FFF2-40B4-BE49-F238E27FC236}">
                <a16:creationId xmlns:a16="http://schemas.microsoft.com/office/drawing/2014/main" id="{7CD077C9-0D08-4222-8FB6-6DE3F3044CA6}"/>
              </a:ext>
            </a:extLst>
          </p:cNvPr>
          <p:cNvSpPr>
            <a:spLocks xmlns:a="http://schemas.openxmlformats.org/drawingml/2006/main" noGrp="1"/>
          </p:cNvSpPr>
          <p:nvPr/>
        </p:nvSpPr>
        <p:spPr>
          <a:xfrm xmlns:a="http://schemas.openxmlformats.org/drawingml/2006/main">
            <a:off x="15801975" y="6124575"/>
            <a:ext cx="1952625" cy="2714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425" b="0">
                <a:solidFill>
                  <a:srgbClr val="5F6B77"/>
                </a:solidFill>
                <a:latin typeface="Apple SD Gothic Neo"/>
                <a:ea typeface="Apple SD Gothic Neo"/>
                <a:cs typeface="Apple SD Gothic Neo"/>
              </a:defRPr>
            </a:pPr>
            <a:r>
              <a:rPr sz="1425" b="0">
                <a:solidFill>
                  <a:srgbClr val="5F6B77"/>
                </a:solidFill>
                <a:latin typeface="Apple SD Gothic Neo"/>
                <a:ea typeface="Apple SD Gothic Neo"/>
                <a:cs typeface="Apple SD Gothic Neo"/>
              </a:rPr>
              <a:t>같은 가정값</a:t>
            </a:r>
          </a:p>
        </p:txBody>
      </p:sp>
      <p:sp>
        <p:nvSpPr>
          <p:cNvPr id="121" name="dp42-v4-qa-detail / n114">
            <a:extLst xmlns:a="http://schemas.openxmlformats.org/drawingml/2006/main">
              <a:ext uri="{FF2B5EF4-FFF2-40B4-BE49-F238E27FC236}">
                <a16:creationId xmlns:a16="http://schemas.microsoft.com/office/drawing/2014/main" id="{2B53181A-9D89-426B-9821-D69FA64FCE4A}"/>
              </a:ext>
            </a:extLst>
          </p:cNvPr>
          <p:cNvSpPr>
            <a:spLocks xmlns:a="http://schemas.openxmlformats.org/drawingml/2006/main" noGrp="1"/>
          </p:cNvSpPr>
          <p:nvPr/>
        </p:nvSpPr>
        <p:spPr>
          <a:xfrm xmlns:a="http://schemas.openxmlformats.org/drawingml/2006/main">
            <a:off x="15801975" y="6353175"/>
            <a:ext cx="1952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5F6B77"/>
                </a:solidFill>
                <a:latin typeface="Apple SD Gothic Neo"/>
                <a:ea typeface="Apple SD Gothic Neo"/>
                <a:cs typeface="Apple SD Gothic Neo"/>
              </a:defRPr>
            </a:pPr>
            <a:r>
              <a:rPr sz="1200" b="0">
                <a:solidFill>
                  <a:srgbClr val="5F6B77"/>
                </a:solidFill>
                <a:latin typeface="Apple SD Gothic Neo"/>
                <a:ea typeface="Apple SD Gothic Neo"/>
                <a:cs typeface="Apple SD Gothic Neo"/>
              </a:rPr>
              <a:t>기준 0.15USD</a:t>
            </a:r>
          </a:p>
        </p:txBody>
      </p:sp>
      <p:sp>
        <p:nvSpPr>
          <p:cNvPr id="122" name="dp42-v4-qa-detail / n115">
            <a:extLst xmlns:a="http://schemas.openxmlformats.org/drawingml/2006/main">
              <a:ext uri="{FF2B5EF4-FFF2-40B4-BE49-F238E27FC236}">
                <a16:creationId xmlns:a16="http://schemas.microsoft.com/office/drawing/2014/main" id="{1793AD9F-41A8-4A7F-A52E-9D74C7040248}"/>
              </a:ext>
            </a:extLst>
          </p:cNvPr>
          <p:cNvSpPr>
            <a:spLocks xmlns:a="http://schemas.openxmlformats.org/drawingml/2006/main" noGrp="1"/>
          </p:cNvSpPr>
          <p:nvPr/>
        </p:nvSpPr>
        <p:spPr>
          <a:xfrm xmlns:a="http://schemas.openxmlformats.org/drawingml/2006/main">
            <a:off x="381000" y="7591425"/>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1430">
            <a:solidFill>
              <a:srgbClr val="CDD6DE"/>
            </a:solidFill>
          </a:ln>
        </p:spPr>
      </p:sp>
      <p:sp>
        <p:nvSpPr>
          <p:cNvPr id="123" name="dp42-v4-qa-detail / n116">
            <a:extLst xmlns:a="http://schemas.openxmlformats.org/drawingml/2006/main">
              <a:ext uri="{FF2B5EF4-FFF2-40B4-BE49-F238E27FC236}">
                <a16:creationId xmlns:a16="http://schemas.microsoft.com/office/drawing/2014/main" id="{E5B364E3-12FC-437D-B3EE-09C5753AEEDB}"/>
              </a:ext>
            </a:extLst>
          </p:cNvPr>
          <p:cNvSpPr>
            <a:spLocks xmlns:a="http://schemas.openxmlformats.org/drawingml/2006/main" noGrp="1"/>
          </p:cNvSpPr>
          <p:nvPr/>
        </p:nvSpPr>
        <p:spPr>
          <a:xfrm xmlns:a="http://schemas.openxmlformats.org/drawingml/2006/main">
            <a:off x="533400" y="6696075"/>
            <a:ext cx="25146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1">
                <a:solidFill>
                  <a:srgbClr val="18232E"/>
                </a:solidFill>
                <a:latin typeface="Apple SD Gothic Neo"/>
                <a:ea typeface="Apple SD Gothic Neo"/>
                <a:cs typeface="Apple SD Gothic Neo"/>
              </a:defRPr>
            </a:pPr>
            <a:r>
              <a:rPr sz="1650" b="1">
                <a:solidFill>
                  <a:srgbClr val="18232E"/>
                </a:solidFill>
                <a:latin typeface="Apple SD Gothic Neo"/>
                <a:ea typeface="Apple SD Gothic Neo"/>
                <a:cs typeface="Apple SD Gothic Neo"/>
              </a:rPr>
              <a:t>05  VIA 변경 용이성</a:t>
            </a:r>
          </a:p>
        </p:txBody>
      </p:sp>
      <p:sp>
        <p:nvSpPr>
          <p:cNvPr id="124" name="dp42-v4-qa-detail / n117">
            <a:extLst xmlns:a="http://schemas.openxmlformats.org/drawingml/2006/main">
              <a:ext uri="{FF2B5EF4-FFF2-40B4-BE49-F238E27FC236}">
                <a16:creationId xmlns:a16="http://schemas.microsoft.com/office/drawing/2014/main" id="{CFB3D994-B504-44B6-96CF-BFC0B46F21C0}"/>
              </a:ext>
            </a:extLst>
          </p:cNvPr>
          <p:cNvSpPr>
            <a:spLocks xmlns:a="http://schemas.openxmlformats.org/drawingml/2006/main" noGrp="1"/>
          </p:cNvSpPr>
          <p:nvPr/>
        </p:nvSpPr>
        <p:spPr>
          <a:xfrm xmlns:a="http://schemas.openxmlformats.org/drawingml/2006/main">
            <a:off x="533400" y="7058025"/>
            <a:ext cx="2514600" cy="2714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425" b="0">
                <a:solidFill>
                  <a:srgbClr val="5F6B77"/>
                </a:solidFill>
                <a:latin typeface="Apple SD Gothic Neo"/>
                <a:ea typeface="Apple SD Gothic Neo"/>
                <a:cs typeface="Apple SD Gothic Neo"/>
              </a:defRPr>
            </a:pPr>
            <a:r>
              <a:rPr sz="1425" b="0">
                <a:solidFill>
                  <a:srgbClr val="5F6B77"/>
                </a:solidFill>
                <a:latin typeface="Apple SD Gothic Neo"/>
                <a:ea typeface="Apple SD Gothic Neo"/>
                <a:cs typeface="Apple SD Gothic Neo"/>
              </a:rPr>
              <a:t>목표 ≤3개 / 과제</a:t>
            </a:r>
          </a:p>
        </p:txBody>
      </p:sp>
      <p:sp>
        <p:nvSpPr>
          <p:cNvPr id="125" name="dp42-v4-qa-detail / n118 / circle">
            <a:extLst xmlns:a="http://schemas.openxmlformats.org/drawingml/2006/main">
              <a:ext uri="{FF2B5EF4-FFF2-40B4-BE49-F238E27FC236}">
                <a16:creationId xmlns:a16="http://schemas.microsoft.com/office/drawing/2014/main" id="{D534E6A1-8AEB-419F-AB12-76B66A895C3D}"/>
              </a:ext>
            </a:extLst>
          </p:cNvPr>
          <p:cNvSpPr>
            <a:spLocks xmlns:a="http://schemas.openxmlformats.org/drawingml/2006/main" noGrp="1"/>
          </p:cNvSpPr>
          <p:nvPr/>
        </p:nvSpPr>
        <p:spPr>
          <a:xfrm xmlns:a="http://schemas.openxmlformats.org/drawingml/2006/main">
            <a:off x="3457575" y="6753225"/>
            <a:ext cx="171450" cy="171450"/>
          </a:xfrm>
          <a:prstGeom xmlns:a="http://schemas.openxmlformats.org/drawingml/2006/main" prst="ellipse">
            <a:avLst/>
          </a:prstGeom>
          <a:solidFill xmlns:a="http://schemas.openxmlformats.org/drawingml/2006/main">
            <a:srgbClr val="18232E"/>
          </a:solidFill>
          <a:ln xmlns:a="http://schemas.openxmlformats.org/drawingml/2006/main" w="10478">
            <a:solidFill>
              <a:srgbClr val="18232E"/>
            </a:solidFill>
          </a:ln>
        </p:spPr>
      </p:sp>
      <p:sp>
        <p:nvSpPr>
          <p:cNvPr id="126" name="dp42-v4-qa-detail / n119 / circle">
            <a:extLst xmlns:a="http://schemas.openxmlformats.org/drawingml/2006/main">
              <a:ext uri="{FF2B5EF4-FFF2-40B4-BE49-F238E27FC236}">
                <a16:creationId xmlns:a16="http://schemas.microsoft.com/office/drawing/2014/main" id="{2AD620CC-5D2A-404E-931E-3EA90895B41B}"/>
              </a:ext>
            </a:extLst>
          </p:cNvPr>
          <p:cNvSpPr>
            <a:spLocks xmlns:a="http://schemas.openxmlformats.org/drawingml/2006/main" noGrp="1"/>
          </p:cNvSpPr>
          <p:nvPr/>
        </p:nvSpPr>
        <p:spPr>
          <a:xfrm xmlns:a="http://schemas.openxmlformats.org/drawingml/2006/main">
            <a:off x="3667125" y="6753225"/>
            <a:ext cx="171450" cy="171450"/>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127" name="dp42-v4-qa-detail / n119 / half">
            <a:extLst xmlns:a="http://schemas.openxmlformats.org/drawingml/2006/main">
              <a:ext uri="{FF2B5EF4-FFF2-40B4-BE49-F238E27FC236}">
                <a16:creationId xmlns:a16="http://schemas.microsoft.com/office/drawing/2014/main" id="{88D47274-FEDD-49C5-90BC-0587ABE4E9BE}"/>
              </a:ext>
            </a:extLst>
          </p:cNvPr>
          <p:cNvSpPr>
            <a:spLocks xmlns:a="http://schemas.openxmlformats.org/drawingml/2006/main" noGrp="1"/>
          </p:cNvSpPr>
          <p:nvPr/>
        </p:nvSpPr>
        <p:spPr>
          <a:xfrm xmlns:a="http://schemas.openxmlformats.org/drawingml/2006/main">
            <a:off x="3667125" y="6753225"/>
            <a:ext cx="171450" cy="171450"/>
          </a:xfrm>
          <a:custGeom xmlns:a="http://schemas.openxmlformats.org/drawingml/2006/main">
            <a:pathLst>
              <a:path w="171450" h="171450">
                <a:moveTo>
                  <a:pt x="85725" y="0"/>
                </a:moveTo>
                <a:lnTo>
                  <a:pt x="77322" y="413"/>
                </a:lnTo>
                <a:lnTo>
                  <a:pt x="69001" y="1647"/>
                </a:lnTo>
                <a:lnTo>
                  <a:pt x="60840" y="3691"/>
                </a:lnTo>
                <a:lnTo>
                  <a:pt x="52919" y="6525"/>
                </a:lnTo>
                <a:lnTo>
                  <a:pt x="45315" y="10122"/>
                </a:lnTo>
                <a:lnTo>
                  <a:pt x="38099" y="14447"/>
                </a:lnTo>
                <a:lnTo>
                  <a:pt x="31342" y="19459"/>
                </a:lnTo>
                <a:lnTo>
                  <a:pt x="25108" y="25108"/>
                </a:lnTo>
                <a:lnTo>
                  <a:pt x="19459" y="31342"/>
                </a:lnTo>
                <a:lnTo>
                  <a:pt x="14447" y="38099"/>
                </a:lnTo>
                <a:lnTo>
                  <a:pt x="10122" y="45315"/>
                </a:lnTo>
                <a:lnTo>
                  <a:pt x="6525" y="52919"/>
                </a:lnTo>
                <a:lnTo>
                  <a:pt x="3691" y="60840"/>
                </a:lnTo>
                <a:lnTo>
                  <a:pt x="1647" y="69001"/>
                </a:lnTo>
                <a:lnTo>
                  <a:pt x="413" y="77322"/>
                </a:lnTo>
                <a:lnTo>
                  <a:pt x="0" y="85725"/>
                </a:lnTo>
                <a:lnTo>
                  <a:pt x="413" y="94128"/>
                </a:lnTo>
                <a:lnTo>
                  <a:pt x="1647" y="102449"/>
                </a:lnTo>
                <a:lnTo>
                  <a:pt x="3691" y="110610"/>
                </a:lnTo>
                <a:lnTo>
                  <a:pt x="6525" y="118531"/>
                </a:lnTo>
                <a:lnTo>
                  <a:pt x="10122" y="126135"/>
                </a:lnTo>
                <a:lnTo>
                  <a:pt x="14447" y="133351"/>
                </a:lnTo>
                <a:lnTo>
                  <a:pt x="19459" y="140108"/>
                </a:lnTo>
                <a:lnTo>
                  <a:pt x="25108" y="146342"/>
                </a:lnTo>
                <a:lnTo>
                  <a:pt x="31342" y="151991"/>
                </a:lnTo>
                <a:lnTo>
                  <a:pt x="38099" y="157003"/>
                </a:lnTo>
                <a:lnTo>
                  <a:pt x="45315" y="161328"/>
                </a:lnTo>
                <a:lnTo>
                  <a:pt x="52919" y="164925"/>
                </a:lnTo>
                <a:lnTo>
                  <a:pt x="60840" y="167759"/>
                </a:lnTo>
                <a:lnTo>
                  <a:pt x="69001" y="169803"/>
                </a:lnTo>
                <a:lnTo>
                  <a:pt x="77322" y="171037"/>
                </a:lnTo>
                <a:lnTo>
                  <a:pt x="85725" y="171450"/>
                </a:lnTo>
                <a:close/>
              </a:path>
            </a:pathLst>
          </a:custGeom>
          <a:solidFill xmlns:a="http://schemas.openxmlformats.org/drawingml/2006/main">
            <a:srgbClr val="18232E"/>
          </a:solidFill>
          <a:ln xmlns:a="http://schemas.openxmlformats.org/drawingml/2006/main" w="0">
            <a:noFill/>
          </a:ln>
        </p:spPr>
      </p:sp>
      <p:sp>
        <p:nvSpPr>
          <p:cNvPr id="128" name="dp42-v4-qa-detail / n120 / circle">
            <a:extLst xmlns:a="http://schemas.openxmlformats.org/drawingml/2006/main">
              <a:ext uri="{FF2B5EF4-FFF2-40B4-BE49-F238E27FC236}">
                <a16:creationId xmlns:a16="http://schemas.microsoft.com/office/drawing/2014/main" id="{825B068F-F15B-4678-863F-8F10A2CD5A6D}"/>
              </a:ext>
            </a:extLst>
          </p:cNvPr>
          <p:cNvSpPr>
            <a:spLocks xmlns:a="http://schemas.openxmlformats.org/drawingml/2006/main" noGrp="1"/>
          </p:cNvSpPr>
          <p:nvPr/>
        </p:nvSpPr>
        <p:spPr>
          <a:xfrm xmlns:a="http://schemas.openxmlformats.org/drawingml/2006/main">
            <a:off x="3876675" y="6753225"/>
            <a:ext cx="171450" cy="171450"/>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129" name="dp42-v4-qa-detail / n121">
            <a:extLst xmlns:a="http://schemas.openxmlformats.org/drawingml/2006/main">
              <a:ext uri="{FF2B5EF4-FFF2-40B4-BE49-F238E27FC236}">
                <a16:creationId xmlns:a16="http://schemas.microsoft.com/office/drawing/2014/main" id="{F12368B4-47BC-43E7-81A7-38B9067B434E}"/>
              </a:ext>
            </a:extLst>
          </p:cNvPr>
          <p:cNvSpPr>
            <a:spLocks xmlns:a="http://schemas.openxmlformats.org/drawingml/2006/main" noGrp="1"/>
          </p:cNvSpPr>
          <p:nvPr/>
        </p:nvSpPr>
        <p:spPr>
          <a:xfrm xmlns:a="http://schemas.openxmlformats.org/drawingml/2006/main">
            <a:off x="4181475" y="6686550"/>
            <a:ext cx="809625" cy="357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1">
                <a:solidFill>
                  <a:srgbClr val="18232E"/>
                </a:solidFill>
                <a:latin typeface="Apple SD Gothic Neo"/>
                <a:ea typeface="Apple SD Gothic Neo"/>
                <a:cs typeface="Apple SD Gothic Neo"/>
              </a:defRPr>
            </a:pPr>
            <a:r>
              <a:rPr sz="1875" b="1">
                <a:solidFill>
                  <a:srgbClr val="18232E"/>
                </a:solidFill>
                <a:latin typeface="Apple SD Gothic Neo"/>
                <a:ea typeface="Apple SD Gothic Neo"/>
                <a:cs typeface="Apple SD Gothic Neo"/>
              </a:rPr>
              <a:t>3점</a:t>
            </a:r>
          </a:p>
        </p:txBody>
      </p:sp>
      <p:sp>
        <p:nvSpPr>
          <p:cNvPr id="130" name="dp42-v4-qa-detail / n122">
            <a:extLst xmlns:a="http://schemas.openxmlformats.org/drawingml/2006/main">
              <a:ext uri="{FF2B5EF4-FFF2-40B4-BE49-F238E27FC236}">
                <a16:creationId xmlns:a16="http://schemas.microsoft.com/office/drawing/2014/main" id="{FE0CF725-392A-4124-A769-DAED3EBF7A58}"/>
              </a:ext>
            </a:extLst>
          </p:cNvPr>
          <p:cNvSpPr>
            <a:spLocks xmlns:a="http://schemas.openxmlformats.org/drawingml/2006/main" noGrp="1"/>
          </p:cNvSpPr>
          <p:nvPr/>
        </p:nvSpPr>
        <p:spPr>
          <a:xfrm xmlns:a="http://schemas.openxmlformats.org/drawingml/2006/main">
            <a:off x="5076825" y="6667500"/>
            <a:ext cx="4000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1">
                <a:solidFill>
                  <a:srgbClr val="18232E"/>
                </a:solidFill>
                <a:latin typeface="Apple SD Gothic Neo"/>
                <a:ea typeface="Apple SD Gothic Neo"/>
                <a:cs typeface="Apple SD Gothic Neo"/>
              </a:defRPr>
            </a:pPr>
            <a:r>
              <a:rPr sz="2100" b="1">
                <a:solidFill>
                  <a:srgbClr val="18232E"/>
                </a:solidFill>
                <a:latin typeface="Apple SD Gothic Neo"/>
                <a:ea typeface="Apple SD Gothic Neo"/>
                <a:cs typeface="Apple SD Gothic Neo"/>
              </a:rPr>
              <a:t>2.167개</a:t>
            </a:r>
          </a:p>
        </p:txBody>
      </p:sp>
      <p:sp>
        <p:nvSpPr>
          <p:cNvPr id="131" name="dp42-v4-qa-detail / n123">
            <a:extLst xmlns:a="http://schemas.openxmlformats.org/drawingml/2006/main">
              <a:ext uri="{FF2B5EF4-FFF2-40B4-BE49-F238E27FC236}">
                <a16:creationId xmlns:a16="http://schemas.microsoft.com/office/drawing/2014/main" id="{BE99B536-537E-48EB-AF7E-0817F490A767}"/>
              </a:ext>
            </a:extLst>
          </p:cNvPr>
          <p:cNvSpPr>
            <a:spLocks xmlns:a="http://schemas.openxmlformats.org/drawingml/2006/main" noGrp="1"/>
          </p:cNvSpPr>
          <p:nvPr/>
        </p:nvSpPr>
        <p:spPr>
          <a:xfrm xmlns:a="http://schemas.openxmlformats.org/drawingml/2006/main">
            <a:off x="3457575" y="7096125"/>
            <a:ext cx="58293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18232E"/>
                </a:solidFill>
                <a:latin typeface="Apple SD Gothic Neo"/>
                <a:ea typeface="Apple SD Gothic Neo"/>
                <a:cs typeface="Apple SD Gothic Neo"/>
              </a:defRPr>
            </a:pPr>
            <a:r>
              <a:rPr sz="1500" b="0">
                <a:solidFill>
                  <a:srgbClr val="18232E"/>
                </a:solidFill>
                <a:latin typeface="Apple SD Gothic Neo"/>
                <a:ea typeface="Apple SD Gothic Neo"/>
                <a:cs typeface="Apple SD Gothic Neo"/>
              </a:rPr>
              <a:t>질문 token 변경</a:t>
            </a:r>
          </a:p>
        </p:txBody>
      </p:sp>
      <p:sp>
        <p:nvSpPr>
          <p:cNvPr id="132" name="dp42-v4-qa-detail / n124">
            <a:extLst xmlns:a="http://schemas.openxmlformats.org/drawingml/2006/main">
              <a:ext uri="{FF2B5EF4-FFF2-40B4-BE49-F238E27FC236}">
                <a16:creationId xmlns:a16="http://schemas.microsoft.com/office/drawing/2014/main" id="{9F56C12B-A8CC-45B5-BD6B-06A8FC18A627}"/>
              </a:ext>
            </a:extLst>
          </p:cNvPr>
          <p:cNvSpPr>
            <a:spLocks xmlns:a="http://schemas.openxmlformats.org/drawingml/2006/main" noGrp="1"/>
          </p:cNvSpPr>
          <p:nvPr/>
        </p:nvSpPr>
        <p:spPr>
          <a:xfrm xmlns:a="http://schemas.openxmlformats.org/drawingml/2006/main">
            <a:off x="3457575" y="7334250"/>
            <a:ext cx="58293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18232E"/>
                </a:solidFill>
                <a:latin typeface="Apple SD Gothic Neo"/>
                <a:ea typeface="Apple SD Gothic Neo"/>
                <a:cs typeface="Apple SD Gothic Neo"/>
              </a:defRPr>
            </a:pPr>
            <a:r>
              <a:rPr sz="1500" b="0">
                <a:solidFill>
                  <a:srgbClr val="18232E"/>
                </a:solidFill>
                <a:latin typeface="Apple SD Gothic Neo"/>
                <a:ea typeface="Apple SD Gothic Neo"/>
                <a:cs typeface="Apple SD Gothic Neo"/>
              </a:rPr>
              <a:t>공동 상태 계약 수정</a:t>
            </a:r>
          </a:p>
        </p:txBody>
      </p:sp>
      <p:sp>
        <p:nvSpPr>
          <p:cNvPr id="133" name="dp42-v4-qa-detail / n125 / circle">
            <a:extLst xmlns:a="http://schemas.openxmlformats.org/drawingml/2006/main">
              <a:ext uri="{FF2B5EF4-FFF2-40B4-BE49-F238E27FC236}">
                <a16:creationId xmlns:a16="http://schemas.microsoft.com/office/drawing/2014/main" id="{8474A1BF-4BAF-42F1-94AE-10EE239C53B8}"/>
              </a:ext>
            </a:extLst>
          </p:cNvPr>
          <p:cNvSpPr>
            <a:spLocks xmlns:a="http://schemas.openxmlformats.org/drawingml/2006/main" noGrp="1"/>
          </p:cNvSpPr>
          <p:nvPr/>
        </p:nvSpPr>
        <p:spPr>
          <a:xfrm xmlns:a="http://schemas.openxmlformats.org/drawingml/2006/main">
            <a:off x="9648825" y="6753225"/>
            <a:ext cx="171450" cy="171450"/>
          </a:xfrm>
          <a:prstGeom xmlns:a="http://schemas.openxmlformats.org/drawingml/2006/main" prst="ellipse">
            <a:avLst/>
          </a:prstGeom>
          <a:solidFill xmlns:a="http://schemas.openxmlformats.org/drawingml/2006/main">
            <a:srgbClr val="18232E"/>
          </a:solidFill>
          <a:ln xmlns:a="http://schemas.openxmlformats.org/drawingml/2006/main" w="10478">
            <a:solidFill>
              <a:srgbClr val="18232E"/>
            </a:solidFill>
          </a:ln>
        </p:spPr>
      </p:sp>
      <p:sp>
        <p:nvSpPr>
          <p:cNvPr id="134" name="dp42-v4-qa-detail / n126 / circle">
            <a:extLst xmlns:a="http://schemas.openxmlformats.org/drawingml/2006/main">
              <a:ext uri="{FF2B5EF4-FFF2-40B4-BE49-F238E27FC236}">
                <a16:creationId xmlns:a16="http://schemas.microsoft.com/office/drawing/2014/main" id="{8E5AB279-2879-45A5-9F94-A53E108E637F}"/>
              </a:ext>
            </a:extLst>
          </p:cNvPr>
          <p:cNvSpPr>
            <a:spLocks xmlns:a="http://schemas.openxmlformats.org/drawingml/2006/main" noGrp="1"/>
          </p:cNvSpPr>
          <p:nvPr/>
        </p:nvSpPr>
        <p:spPr>
          <a:xfrm xmlns:a="http://schemas.openxmlformats.org/drawingml/2006/main">
            <a:off x="9858375" y="6753225"/>
            <a:ext cx="171450" cy="171450"/>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135" name="dp42-v4-qa-detail / n127 / circle">
            <a:extLst xmlns:a="http://schemas.openxmlformats.org/drawingml/2006/main">
              <a:ext uri="{FF2B5EF4-FFF2-40B4-BE49-F238E27FC236}">
                <a16:creationId xmlns:a16="http://schemas.microsoft.com/office/drawing/2014/main" id="{C21DCB5A-E568-474A-B1FB-82EF787A9D01}"/>
              </a:ext>
            </a:extLst>
          </p:cNvPr>
          <p:cNvSpPr>
            <a:spLocks xmlns:a="http://schemas.openxmlformats.org/drawingml/2006/main" noGrp="1"/>
          </p:cNvSpPr>
          <p:nvPr/>
        </p:nvSpPr>
        <p:spPr>
          <a:xfrm xmlns:a="http://schemas.openxmlformats.org/drawingml/2006/main">
            <a:off x="10067925" y="6753225"/>
            <a:ext cx="171450" cy="171450"/>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136" name="dp42-v4-qa-detail / n128">
            <a:extLst xmlns:a="http://schemas.openxmlformats.org/drawingml/2006/main">
              <a:ext uri="{FF2B5EF4-FFF2-40B4-BE49-F238E27FC236}">
                <a16:creationId xmlns:a16="http://schemas.microsoft.com/office/drawing/2014/main" id="{980DD224-FC6A-4AA4-B96A-0A1FD7E54A5F}"/>
              </a:ext>
            </a:extLst>
          </p:cNvPr>
          <p:cNvSpPr>
            <a:spLocks xmlns:a="http://schemas.openxmlformats.org/drawingml/2006/main" noGrp="1"/>
          </p:cNvSpPr>
          <p:nvPr/>
        </p:nvSpPr>
        <p:spPr>
          <a:xfrm xmlns:a="http://schemas.openxmlformats.org/drawingml/2006/main">
            <a:off x="10372725" y="6686550"/>
            <a:ext cx="809625" cy="357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1">
                <a:solidFill>
                  <a:srgbClr val="18232E"/>
                </a:solidFill>
                <a:latin typeface="Apple SD Gothic Neo"/>
                <a:ea typeface="Apple SD Gothic Neo"/>
                <a:cs typeface="Apple SD Gothic Neo"/>
              </a:defRPr>
            </a:pPr>
            <a:r>
              <a:rPr sz="1875" b="1">
                <a:solidFill>
                  <a:srgbClr val="18232E"/>
                </a:solidFill>
                <a:latin typeface="Apple SD Gothic Neo"/>
                <a:ea typeface="Apple SD Gothic Neo"/>
                <a:cs typeface="Apple SD Gothic Neo"/>
              </a:rPr>
              <a:t>2점</a:t>
            </a:r>
          </a:p>
        </p:txBody>
      </p:sp>
      <p:sp>
        <p:nvSpPr>
          <p:cNvPr id="137" name="dp42-v4-qa-detail / n129">
            <a:extLst xmlns:a="http://schemas.openxmlformats.org/drawingml/2006/main">
              <a:ext uri="{FF2B5EF4-FFF2-40B4-BE49-F238E27FC236}">
                <a16:creationId xmlns:a16="http://schemas.microsoft.com/office/drawing/2014/main" id="{155F702D-81B9-44DA-BD4D-115FA9F116BC}"/>
              </a:ext>
            </a:extLst>
          </p:cNvPr>
          <p:cNvSpPr>
            <a:spLocks xmlns:a="http://schemas.openxmlformats.org/drawingml/2006/main" noGrp="1"/>
          </p:cNvSpPr>
          <p:nvPr/>
        </p:nvSpPr>
        <p:spPr>
          <a:xfrm xmlns:a="http://schemas.openxmlformats.org/drawingml/2006/main">
            <a:off x="11268075" y="6667500"/>
            <a:ext cx="4000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1">
                <a:solidFill>
                  <a:srgbClr val="18232E"/>
                </a:solidFill>
                <a:latin typeface="Apple SD Gothic Neo"/>
                <a:ea typeface="Apple SD Gothic Neo"/>
                <a:cs typeface="Apple SD Gothic Neo"/>
              </a:defRPr>
            </a:pPr>
            <a:r>
              <a:rPr sz="2100" b="1">
                <a:solidFill>
                  <a:srgbClr val="18232E"/>
                </a:solidFill>
                <a:latin typeface="Apple SD Gothic Neo"/>
                <a:ea typeface="Apple SD Gothic Neo"/>
                <a:cs typeface="Apple SD Gothic Neo"/>
              </a:rPr>
              <a:t>2.333개</a:t>
            </a:r>
          </a:p>
        </p:txBody>
      </p:sp>
      <p:sp>
        <p:nvSpPr>
          <p:cNvPr id="138" name="dp42-v4-qa-detail / n130">
            <a:extLst xmlns:a="http://schemas.openxmlformats.org/drawingml/2006/main">
              <a:ext uri="{FF2B5EF4-FFF2-40B4-BE49-F238E27FC236}">
                <a16:creationId xmlns:a16="http://schemas.microsoft.com/office/drawing/2014/main" id="{A39DBFBC-1CC9-4FBE-AD64-3CFC97470A82}"/>
              </a:ext>
            </a:extLst>
          </p:cNvPr>
          <p:cNvSpPr>
            <a:spLocks xmlns:a="http://schemas.openxmlformats.org/drawingml/2006/main" noGrp="1"/>
          </p:cNvSpPr>
          <p:nvPr/>
        </p:nvSpPr>
        <p:spPr>
          <a:xfrm xmlns:a="http://schemas.openxmlformats.org/drawingml/2006/main">
            <a:off x="9648825" y="7096125"/>
            <a:ext cx="58293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18232E"/>
                </a:solidFill>
                <a:latin typeface="Apple SD Gothic Neo"/>
                <a:ea typeface="Apple SD Gothic Neo"/>
                <a:cs typeface="Apple SD Gothic Neo"/>
              </a:defRPr>
            </a:pPr>
            <a:r>
              <a:rPr sz="1500" b="0">
                <a:solidFill>
                  <a:srgbClr val="18232E"/>
                </a:solidFill>
                <a:latin typeface="Apple SD Gothic Neo"/>
                <a:ea typeface="Apple SD Gothic Neo"/>
                <a:cs typeface="Apple SD Gothic Neo"/>
              </a:rPr>
              <a:t>질문 token 변경</a:t>
            </a:r>
          </a:p>
        </p:txBody>
      </p:sp>
      <p:sp>
        <p:nvSpPr>
          <p:cNvPr id="139" name="dp42-v4-qa-detail / n131">
            <a:extLst xmlns:a="http://schemas.openxmlformats.org/drawingml/2006/main">
              <a:ext uri="{FF2B5EF4-FFF2-40B4-BE49-F238E27FC236}">
                <a16:creationId xmlns:a16="http://schemas.microsoft.com/office/drawing/2014/main" id="{3903FB3B-B7F3-42F0-ABA1-34A5918CC433}"/>
              </a:ext>
            </a:extLst>
          </p:cNvPr>
          <p:cNvSpPr>
            <a:spLocks xmlns:a="http://schemas.openxmlformats.org/drawingml/2006/main" noGrp="1"/>
          </p:cNvSpPr>
          <p:nvPr/>
        </p:nvSpPr>
        <p:spPr>
          <a:xfrm xmlns:a="http://schemas.openxmlformats.org/drawingml/2006/main">
            <a:off x="9648825" y="7334250"/>
            <a:ext cx="58293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18232E"/>
                </a:solidFill>
                <a:latin typeface="Apple SD Gothic Neo"/>
                <a:ea typeface="Apple SD Gothic Neo"/>
                <a:cs typeface="Apple SD Gothic Neo"/>
              </a:defRPr>
            </a:pPr>
            <a:r>
              <a:rPr sz="1500" b="0">
                <a:solidFill>
                  <a:srgbClr val="18232E"/>
                </a:solidFill>
                <a:latin typeface="Apple SD Gothic Neo"/>
                <a:ea typeface="Apple SD Gothic Neo"/>
                <a:cs typeface="Apple SD Gothic Neo"/>
              </a:rPr>
              <a:t>독립 인계 계약 1개 추가</a:t>
            </a:r>
          </a:p>
        </p:txBody>
      </p:sp>
      <p:sp>
        <p:nvSpPr>
          <p:cNvPr id="140" name="dp42-v4-qa-detail / n132">
            <a:extLst xmlns:a="http://schemas.openxmlformats.org/drawingml/2006/main">
              <a:ext uri="{FF2B5EF4-FFF2-40B4-BE49-F238E27FC236}">
                <a16:creationId xmlns:a16="http://schemas.microsoft.com/office/drawing/2014/main" id="{FD3C6B49-8B89-4431-B377-8DC103523CF1}"/>
              </a:ext>
            </a:extLst>
          </p:cNvPr>
          <p:cNvSpPr>
            <a:spLocks xmlns:a="http://schemas.openxmlformats.org/drawingml/2006/main" noGrp="1"/>
          </p:cNvSpPr>
          <p:nvPr/>
        </p:nvSpPr>
        <p:spPr>
          <a:xfrm xmlns:a="http://schemas.openxmlformats.org/drawingml/2006/main">
            <a:off x="15801975" y="6743700"/>
            <a:ext cx="1952625" cy="3286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1">
                <a:solidFill>
                  <a:srgbClr val="18232E"/>
                </a:solidFill>
                <a:latin typeface="Apple SD Gothic Neo"/>
                <a:ea typeface="Apple SD Gothic Neo"/>
                <a:cs typeface="Apple SD Gothic Neo"/>
              </a:defRPr>
            </a:pPr>
            <a:r>
              <a:rPr sz="1725" b="1">
                <a:solidFill>
                  <a:srgbClr val="18232E"/>
                </a:solidFill>
                <a:latin typeface="Apple SD Gothic Neo"/>
                <a:ea typeface="Apple SD Gothic Neo"/>
                <a:cs typeface="Apple SD Gothic Neo"/>
              </a:rPr>
              <a:t>0.167개</a:t>
            </a:r>
          </a:p>
        </p:txBody>
      </p:sp>
      <p:sp>
        <p:nvSpPr>
          <p:cNvPr id="141" name="dp42-v4-qa-detail / n133">
            <a:extLst xmlns:a="http://schemas.openxmlformats.org/drawingml/2006/main">
              <a:ext uri="{FF2B5EF4-FFF2-40B4-BE49-F238E27FC236}">
                <a16:creationId xmlns:a16="http://schemas.microsoft.com/office/drawing/2014/main" id="{29318149-B021-4E34-BE9B-C9AA14E5883D}"/>
              </a:ext>
            </a:extLst>
          </p:cNvPr>
          <p:cNvSpPr>
            <a:spLocks xmlns:a="http://schemas.openxmlformats.org/drawingml/2006/main" noGrp="1"/>
          </p:cNvSpPr>
          <p:nvPr/>
        </p:nvSpPr>
        <p:spPr>
          <a:xfrm xmlns:a="http://schemas.openxmlformats.org/drawingml/2006/main">
            <a:off x="15801975" y="7124700"/>
            <a:ext cx="1952625" cy="2714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425" b="0">
                <a:solidFill>
                  <a:srgbClr val="5F6B77"/>
                </a:solidFill>
                <a:latin typeface="Apple SD Gothic Neo"/>
                <a:ea typeface="Apple SD Gothic Neo"/>
                <a:cs typeface="Apple SD Gothic Neo"/>
              </a:defRPr>
            </a:pPr>
            <a:r>
              <a:rPr sz="1425" b="0">
                <a:solidFill>
                  <a:srgbClr val="5F6B77"/>
                </a:solidFill>
                <a:latin typeface="Apple SD Gothic Neo"/>
                <a:ea typeface="Apple SD Gothic Neo"/>
                <a:cs typeface="Apple SD Gothic Neo"/>
              </a:rPr>
              <a:t>차이 기준 미만</a:t>
            </a:r>
          </a:p>
        </p:txBody>
      </p:sp>
      <p:sp>
        <p:nvSpPr>
          <p:cNvPr id="142" name="dp42-v4-qa-detail / n134">
            <a:extLst xmlns:a="http://schemas.openxmlformats.org/drawingml/2006/main">
              <a:ext uri="{FF2B5EF4-FFF2-40B4-BE49-F238E27FC236}">
                <a16:creationId xmlns:a16="http://schemas.microsoft.com/office/drawing/2014/main" id="{6C58FDE2-997A-46F0-A58D-55A17ED1E4F3}"/>
              </a:ext>
            </a:extLst>
          </p:cNvPr>
          <p:cNvSpPr>
            <a:spLocks xmlns:a="http://schemas.openxmlformats.org/drawingml/2006/main" noGrp="1"/>
          </p:cNvSpPr>
          <p:nvPr/>
        </p:nvSpPr>
        <p:spPr>
          <a:xfrm xmlns:a="http://schemas.openxmlformats.org/drawingml/2006/main">
            <a:off x="15801975" y="7353300"/>
            <a:ext cx="1952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5F6B77"/>
                </a:solidFill>
                <a:latin typeface="Apple SD Gothic Neo"/>
                <a:ea typeface="Apple SD Gothic Neo"/>
                <a:cs typeface="Apple SD Gothic Neo"/>
              </a:defRPr>
            </a:pPr>
            <a:r>
              <a:rPr sz="1200" b="0">
                <a:solidFill>
                  <a:srgbClr val="5F6B77"/>
                </a:solidFill>
                <a:latin typeface="Apple SD Gothic Neo"/>
                <a:ea typeface="Apple SD Gothic Neo"/>
                <a:cs typeface="Apple SD Gothic Neo"/>
              </a:rPr>
              <a:t>기준 0.50개</a:t>
            </a:r>
          </a:p>
        </p:txBody>
      </p:sp>
      <p:sp>
        <p:nvSpPr>
          <p:cNvPr id="143" name="dp42-v4-qa-detail / n135">
            <a:extLst xmlns:a="http://schemas.openxmlformats.org/drawingml/2006/main">
              <a:ext uri="{FF2B5EF4-FFF2-40B4-BE49-F238E27FC236}">
                <a16:creationId xmlns:a16="http://schemas.microsoft.com/office/drawing/2014/main" id="{0CBA8C49-EF80-4B5D-A0BC-817109DB2407}"/>
              </a:ext>
            </a:extLst>
          </p:cNvPr>
          <p:cNvSpPr>
            <a:spLocks xmlns:a="http://schemas.openxmlformats.org/drawingml/2006/main" noGrp="1"/>
          </p:cNvSpPr>
          <p:nvPr/>
        </p:nvSpPr>
        <p:spPr>
          <a:xfrm xmlns:a="http://schemas.openxmlformats.org/drawingml/2006/main">
            <a:off x="381000" y="8591550"/>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1430">
            <a:solidFill>
              <a:srgbClr val="CDD6DE"/>
            </a:solidFill>
          </a:ln>
        </p:spPr>
      </p:sp>
      <p:sp>
        <p:nvSpPr>
          <p:cNvPr id="144" name="dp42-v4-qa-detail / n136">
            <a:extLst xmlns:a="http://schemas.openxmlformats.org/drawingml/2006/main">
              <a:ext uri="{FF2B5EF4-FFF2-40B4-BE49-F238E27FC236}">
                <a16:creationId xmlns:a16="http://schemas.microsoft.com/office/drawing/2014/main" id="{1E18D398-9287-4439-8168-C561DC7D95F5}"/>
              </a:ext>
            </a:extLst>
          </p:cNvPr>
          <p:cNvSpPr>
            <a:spLocks xmlns:a="http://schemas.openxmlformats.org/drawingml/2006/main" noGrp="1"/>
          </p:cNvSpPr>
          <p:nvPr/>
        </p:nvSpPr>
        <p:spPr>
          <a:xfrm xmlns:a="http://schemas.openxmlformats.org/drawingml/2006/main">
            <a:off x="533400" y="7696200"/>
            <a:ext cx="25146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1">
                <a:solidFill>
                  <a:srgbClr val="18232E"/>
                </a:solidFill>
                <a:latin typeface="Apple SD Gothic Neo"/>
                <a:ea typeface="Apple SD Gothic Neo"/>
                <a:cs typeface="Apple SD Gothic Neo"/>
              </a:defRPr>
            </a:pPr>
            <a:r>
              <a:rPr sz="1650" b="1">
                <a:solidFill>
                  <a:srgbClr val="18232E"/>
                </a:solidFill>
                <a:latin typeface="Apple SD Gothic Neo"/>
                <a:ea typeface="Apple SD Gothic Neo"/>
                <a:cs typeface="Apple SD Gothic Neo"/>
              </a:rPr>
              <a:t>06  로컬 VIA 메모리 사용량</a:t>
            </a:r>
          </a:p>
        </p:txBody>
      </p:sp>
      <p:sp>
        <p:nvSpPr>
          <p:cNvPr id="145" name="dp42-v4-qa-detail / n137">
            <a:extLst xmlns:a="http://schemas.openxmlformats.org/drawingml/2006/main">
              <a:ext uri="{FF2B5EF4-FFF2-40B4-BE49-F238E27FC236}">
                <a16:creationId xmlns:a16="http://schemas.microsoft.com/office/drawing/2014/main" id="{CDC2D242-E080-4C91-BDFA-4FEDF7B13B1A}"/>
              </a:ext>
            </a:extLst>
          </p:cNvPr>
          <p:cNvSpPr>
            <a:spLocks xmlns:a="http://schemas.openxmlformats.org/drawingml/2006/main" noGrp="1"/>
          </p:cNvSpPr>
          <p:nvPr/>
        </p:nvSpPr>
        <p:spPr>
          <a:xfrm xmlns:a="http://schemas.openxmlformats.org/drawingml/2006/main">
            <a:off x="533400" y="8058150"/>
            <a:ext cx="2514600" cy="2714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425" b="0">
                <a:solidFill>
                  <a:srgbClr val="5F6B77"/>
                </a:solidFill>
                <a:latin typeface="Apple SD Gothic Neo"/>
                <a:ea typeface="Apple SD Gothic Neo"/>
                <a:cs typeface="Apple SD Gothic Neo"/>
              </a:defRPr>
            </a:pPr>
            <a:r>
              <a:rPr sz="1425" b="0">
                <a:solidFill>
                  <a:srgbClr val="5F6B77"/>
                </a:solidFill>
                <a:latin typeface="Apple SD Gothic Neo"/>
                <a:ea typeface="Apple SD Gothic Neo"/>
                <a:cs typeface="Apple SD Gothic Neo"/>
              </a:rPr>
              <a:t>목표 ≤4,096MiB</a:t>
            </a:r>
          </a:p>
        </p:txBody>
      </p:sp>
      <p:sp>
        <p:nvSpPr>
          <p:cNvPr id="146" name="dp42-v4-qa-detail / n138 / circle">
            <a:extLst xmlns:a="http://schemas.openxmlformats.org/drawingml/2006/main">
              <a:ext uri="{FF2B5EF4-FFF2-40B4-BE49-F238E27FC236}">
                <a16:creationId xmlns:a16="http://schemas.microsoft.com/office/drawing/2014/main" id="{F746660C-7745-4CC3-B4FC-B85116C34692}"/>
              </a:ext>
            </a:extLst>
          </p:cNvPr>
          <p:cNvSpPr>
            <a:spLocks xmlns:a="http://schemas.openxmlformats.org/drawingml/2006/main" noGrp="1"/>
          </p:cNvSpPr>
          <p:nvPr/>
        </p:nvSpPr>
        <p:spPr>
          <a:xfrm xmlns:a="http://schemas.openxmlformats.org/drawingml/2006/main">
            <a:off x="3457575" y="7753350"/>
            <a:ext cx="171450" cy="171450"/>
          </a:xfrm>
          <a:prstGeom xmlns:a="http://schemas.openxmlformats.org/drawingml/2006/main" prst="ellipse">
            <a:avLst/>
          </a:prstGeom>
          <a:solidFill xmlns:a="http://schemas.openxmlformats.org/drawingml/2006/main">
            <a:srgbClr val="18232E"/>
          </a:solidFill>
          <a:ln xmlns:a="http://schemas.openxmlformats.org/drawingml/2006/main" w="10478">
            <a:solidFill>
              <a:srgbClr val="18232E"/>
            </a:solidFill>
          </a:ln>
        </p:spPr>
      </p:sp>
      <p:sp>
        <p:nvSpPr>
          <p:cNvPr id="147" name="dp42-v4-qa-detail / n139 / circle">
            <a:extLst xmlns:a="http://schemas.openxmlformats.org/drawingml/2006/main">
              <a:ext uri="{FF2B5EF4-FFF2-40B4-BE49-F238E27FC236}">
                <a16:creationId xmlns:a16="http://schemas.microsoft.com/office/drawing/2014/main" id="{1A793ECF-B28B-43C1-90C9-9D704083981E}"/>
              </a:ext>
            </a:extLst>
          </p:cNvPr>
          <p:cNvSpPr>
            <a:spLocks xmlns:a="http://schemas.openxmlformats.org/drawingml/2006/main" noGrp="1"/>
          </p:cNvSpPr>
          <p:nvPr/>
        </p:nvSpPr>
        <p:spPr>
          <a:xfrm xmlns:a="http://schemas.openxmlformats.org/drawingml/2006/main">
            <a:off x="3667125" y="7753350"/>
            <a:ext cx="171450" cy="171450"/>
          </a:xfrm>
          <a:prstGeom xmlns:a="http://schemas.openxmlformats.org/drawingml/2006/main" prst="ellipse">
            <a:avLst/>
          </a:prstGeom>
          <a:solidFill xmlns:a="http://schemas.openxmlformats.org/drawingml/2006/main">
            <a:srgbClr val="18232E"/>
          </a:solidFill>
          <a:ln xmlns:a="http://schemas.openxmlformats.org/drawingml/2006/main" w="10478">
            <a:solidFill>
              <a:srgbClr val="18232E"/>
            </a:solidFill>
          </a:ln>
        </p:spPr>
      </p:sp>
      <p:sp>
        <p:nvSpPr>
          <p:cNvPr id="148" name="dp42-v4-qa-detail / n140 / circle">
            <a:extLst xmlns:a="http://schemas.openxmlformats.org/drawingml/2006/main">
              <a:ext uri="{FF2B5EF4-FFF2-40B4-BE49-F238E27FC236}">
                <a16:creationId xmlns:a16="http://schemas.microsoft.com/office/drawing/2014/main" id="{1CF479A9-19DA-444B-890C-B3CE5CD4820C}"/>
              </a:ext>
            </a:extLst>
          </p:cNvPr>
          <p:cNvSpPr>
            <a:spLocks xmlns:a="http://schemas.openxmlformats.org/drawingml/2006/main" noGrp="1"/>
          </p:cNvSpPr>
          <p:nvPr/>
        </p:nvSpPr>
        <p:spPr>
          <a:xfrm xmlns:a="http://schemas.openxmlformats.org/drawingml/2006/main">
            <a:off x="3876675" y="7753350"/>
            <a:ext cx="171450" cy="171450"/>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149" name="dp42-v4-qa-detail / n141">
            <a:extLst xmlns:a="http://schemas.openxmlformats.org/drawingml/2006/main">
              <a:ext uri="{FF2B5EF4-FFF2-40B4-BE49-F238E27FC236}">
                <a16:creationId xmlns:a16="http://schemas.microsoft.com/office/drawing/2014/main" id="{5C37738B-8E36-4949-B329-5BE9F81E3D3C}"/>
              </a:ext>
            </a:extLst>
          </p:cNvPr>
          <p:cNvSpPr>
            <a:spLocks xmlns:a="http://schemas.openxmlformats.org/drawingml/2006/main" noGrp="1"/>
          </p:cNvSpPr>
          <p:nvPr/>
        </p:nvSpPr>
        <p:spPr>
          <a:xfrm xmlns:a="http://schemas.openxmlformats.org/drawingml/2006/main">
            <a:off x="4181475" y="7686675"/>
            <a:ext cx="809625" cy="357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1">
                <a:solidFill>
                  <a:srgbClr val="18232E"/>
                </a:solidFill>
                <a:latin typeface="Apple SD Gothic Neo"/>
                <a:ea typeface="Apple SD Gothic Neo"/>
                <a:cs typeface="Apple SD Gothic Neo"/>
              </a:defRPr>
            </a:pPr>
            <a:r>
              <a:rPr sz="1875" b="1">
                <a:solidFill>
                  <a:srgbClr val="18232E"/>
                </a:solidFill>
                <a:latin typeface="Apple SD Gothic Neo"/>
                <a:ea typeface="Apple SD Gothic Neo"/>
                <a:cs typeface="Apple SD Gothic Neo"/>
              </a:rPr>
              <a:t>4점</a:t>
            </a:r>
          </a:p>
        </p:txBody>
      </p:sp>
      <p:sp>
        <p:nvSpPr>
          <p:cNvPr id="150" name="dp42-v4-qa-detail / n142">
            <a:extLst xmlns:a="http://schemas.openxmlformats.org/drawingml/2006/main">
              <a:ext uri="{FF2B5EF4-FFF2-40B4-BE49-F238E27FC236}">
                <a16:creationId xmlns:a16="http://schemas.microsoft.com/office/drawing/2014/main" id="{86E68E50-E4F7-45A0-AD54-F2731AE6764F}"/>
              </a:ext>
            </a:extLst>
          </p:cNvPr>
          <p:cNvSpPr>
            <a:spLocks xmlns:a="http://schemas.openxmlformats.org/drawingml/2006/main" noGrp="1"/>
          </p:cNvSpPr>
          <p:nvPr/>
        </p:nvSpPr>
        <p:spPr>
          <a:xfrm xmlns:a="http://schemas.openxmlformats.org/drawingml/2006/main">
            <a:off x="5076825" y="7667625"/>
            <a:ext cx="4000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1">
                <a:solidFill>
                  <a:srgbClr val="18232E"/>
                </a:solidFill>
                <a:latin typeface="Apple SD Gothic Neo"/>
                <a:ea typeface="Apple SD Gothic Neo"/>
                <a:cs typeface="Apple SD Gothic Neo"/>
              </a:defRPr>
            </a:pPr>
            <a:r>
              <a:rPr sz="2100" b="1">
                <a:solidFill>
                  <a:srgbClr val="18232E"/>
                </a:solidFill>
                <a:latin typeface="Apple SD Gothic Neo"/>
                <a:ea typeface="Apple SD Gothic Neo"/>
                <a:cs typeface="Apple SD Gothic Neo"/>
              </a:rPr>
              <a:t>1,792MiB</a:t>
            </a:r>
          </a:p>
        </p:txBody>
      </p:sp>
      <p:sp>
        <p:nvSpPr>
          <p:cNvPr id="151" name="dp42-v4-qa-detail / n143">
            <a:extLst xmlns:a="http://schemas.openxmlformats.org/drawingml/2006/main">
              <a:ext uri="{FF2B5EF4-FFF2-40B4-BE49-F238E27FC236}">
                <a16:creationId xmlns:a16="http://schemas.microsoft.com/office/drawing/2014/main" id="{194CB08E-98AB-4929-B260-0B90A2F8C87D}"/>
              </a:ext>
            </a:extLst>
          </p:cNvPr>
          <p:cNvSpPr>
            <a:spLocks xmlns:a="http://schemas.openxmlformats.org/drawingml/2006/main" noGrp="1"/>
          </p:cNvSpPr>
          <p:nvPr/>
        </p:nvSpPr>
        <p:spPr>
          <a:xfrm xmlns:a="http://schemas.openxmlformats.org/drawingml/2006/main">
            <a:off x="3457575" y="8096250"/>
            <a:ext cx="58293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18232E"/>
                </a:solidFill>
                <a:latin typeface="Apple SD Gothic Neo"/>
                <a:ea typeface="Apple SD Gothic Neo"/>
                <a:cs typeface="Apple SD Gothic Neo"/>
              </a:defRPr>
            </a:pPr>
            <a:r>
              <a:rPr sz="1500" b="0">
                <a:solidFill>
                  <a:srgbClr val="18232E"/>
                </a:solidFill>
                <a:latin typeface="Apple SD Gothic Neo"/>
                <a:ea typeface="Apple SD Gothic Neo"/>
                <a:cs typeface="Apple SD Gothic Neo"/>
              </a:rPr>
              <a:t>통합 실행체의 상태와 대기열</a:t>
            </a:r>
          </a:p>
        </p:txBody>
      </p:sp>
      <p:sp>
        <p:nvSpPr>
          <p:cNvPr id="152" name="dp42-v4-qa-detail / n144 / circle">
            <a:extLst xmlns:a="http://schemas.openxmlformats.org/drawingml/2006/main">
              <a:ext uri="{FF2B5EF4-FFF2-40B4-BE49-F238E27FC236}">
                <a16:creationId xmlns:a16="http://schemas.microsoft.com/office/drawing/2014/main" id="{18BFE907-B9E6-4A56-8D17-B5740810F230}"/>
              </a:ext>
            </a:extLst>
          </p:cNvPr>
          <p:cNvSpPr>
            <a:spLocks xmlns:a="http://schemas.openxmlformats.org/drawingml/2006/main" noGrp="1"/>
          </p:cNvSpPr>
          <p:nvPr/>
        </p:nvSpPr>
        <p:spPr>
          <a:xfrm xmlns:a="http://schemas.openxmlformats.org/drawingml/2006/main">
            <a:off x="9648825" y="7753350"/>
            <a:ext cx="171450" cy="171450"/>
          </a:xfrm>
          <a:prstGeom xmlns:a="http://schemas.openxmlformats.org/drawingml/2006/main" prst="ellipse">
            <a:avLst/>
          </a:prstGeom>
          <a:solidFill xmlns:a="http://schemas.openxmlformats.org/drawingml/2006/main">
            <a:srgbClr val="18232E"/>
          </a:solidFill>
          <a:ln xmlns:a="http://schemas.openxmlformats.org/drawingml/2006/main" w="10478">
            <a:solidFill>
              <a:srgbClr val="18232E"/>
            </a:solidFill>
          </a:ln>
        </p:spPr>
      </p:sp>
      <p:sp>
        <p:nvSpPr>
          <p:cNvPr id="153" name="dp42-v4-qa-detail / n145 / circle">
            <a:extLst xmlns:a="http://schemas.openxmlformats.org/drawingml/2006/main">
              <a:ext uri="{FF2B5EF4-FFF2-40B4-BE49-F238E27FC236}">
                <a16:creationId xmlns:a16="http://schemas.microsoft.com/office/drawing/2014/main" id="{F4813A25-906A-4C2A-A56D-7899980F8851}"/>
              </a:ext>
            </a:extLst>
          </p:cNvPr>
          <p:cNvSpPr>
            <a:spLocks xmlns:a="http://schemas.openxmlformats.org/drawingml/2006/main" noGrp="1"/>
          </p:cNvSpPr>
          <p:nvPr/>
        </p:nvSpPr>
        <p:spPr>
          <a:xfrm xmlns:a="http://schemas.openxmlformats.org/drawingml/2006/main">
            <a:off x="9858375" y="7753350"/>
            <a:ext cx="171450" cy="171450"/>
          </a:xfrm>
          <a:prstGeom xmlns:a="http://schemas.openxmlformats.org/drawingml/2006/main" prst="ellipse">
            <a:avLst/>
          </a:prstGeom>
          <a:solidFill xmlns:a="http://schemas.openxmlformats.org/drawingml/2006/main">
            <a:srgbClr val="18232E"/>
          </a:solidFill>
          <a:ln xmlns:a="http://schemas.openxmlformats.org/drawingml/2006/main" w="10478">
            <a:solidFill>
              <a:srgbClr val="18232E"/>
            </a:solidFill>
          </a:ln>
        </p:spPr>
      </p:sp>
      <p:sp>
        <p:nvSpPr>
          <p:cNvPr id="154" name="dp42-v4-qa-detail / n146 / circle">
            <a:extLst xmlns:a="http://schemas.openxmlformats.org/drawingml/2006/main">
              <a:ext uri="{FF2B5EF4-FFF2-40B4-BE49-F238E27FC236}">
                <a16:creationId xmlns:a16="http://schemas.microsoft.com/office/drawing/2014/main" id="{29CE7923-F156-4C7D-A655-42CFD0C0141A}"/>
              </a:ext>
            </a:extLst>
          </p:cNvPr>
          <p:cNvSpPr>
            <a:spLocks xmlns:a="http://schemas.openxmlformats.org/drawingml/2006/main" noGrp="1"/>
          </p:cNvSpPr>
          <p:nvPr/>
        </p:nvSpPr>
        <p:spPr>
          <a:xfrm xmlns:a="http://schemas.openxmlformats.org/drawingml/2006/main">
            <a:off x="10067925" y="7753350"/>
            <a:ext cx="171450" cy="171450"/>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155" name="dp42-v4-qa-detail / n147">
            <a:extLst xmlns:a="http://schemas.openxmlformats.org/drawingml/2006/main">
              <a:ext uri="{FF2B5EF4-FFF2-40B4-BE49-F238E27FC236}">
                <a16:creationId xmlns:a16="http://schemas.microsoft.com/office/drawing/2014/main" id="{4B919022-14F5-4A6D-BCAA-FBA18A2F4BB0}"/>
              </a:ext>
            </a:extLst>
          </p:cNvPr>
          <p:cNvSpPr>
            <a:spLocks xmlns:a="http://schemas.openxmlformats.org/drawingml/2006/main" noGrp="1"/>
          </p:cNvSpPr>
          <p:nvPr/>
        </p:nvSpPr>
        <p:spPr>
          <a:xfrm xmlns:a="http://schemas.openxmlformats.org/drawingml/2006/main">
            <a:off x="10372725" y="7686675"/>
            <a:ext cx="809625" cy="357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1">
                <a:solidFill>
                  <a:srgbClr val="18232E"/>
                </a:solidFill>
                <a:latin typeface="Apple SD Gothic Neo"/>
                <a:ea typeface="Apple SD Gothic Neo"/>
                <a:cs typeface="Apple SD Gothic Neo"/>
              </a:defRPr>
            </a:pPr>
            <a:r>
              <a:rPr sz="1875" b="1">
                <a:solidFill>
                  <a:srgbClr val="18232E"/>
                </a:solidFill>
                <a:latin typeface="Apple SD Gothic Neo"/>
                <a:ea typeface="Apple SD Gothic Neo"/>
                <a:cs typeface="Apple SD Gothic Neo"/>
              </a:rPr>
              <a:t>4점</a:t>
            </a:r>
          </a:p>
        </p:txBody>
      </p:sp>
      <p:sp>
        <p:nvSpPr>
          <p:cNvPr id="156" name="dp42-v4-qa-detail / n148">
            <a:extLst xmlns:a="http://schemas.openxmlformats.org/drawingml/2006/main">
              <a:ext uri="{FF2B5EF4-FFF2-40B4-BE49-F238E27FC236}">
                <a16:creationId xmlns:a16="http://schemas.microsoft.com/office/drawing/2014/main" id="{E2C4EA34-3AC6-48B2-9132-A9C64D526557}"/>
              </a:ext>
            </a:extLst>
          </p:cNvPr>
          <p:cNvSpPr>
            <a:spLocks xmlns:a="http://schemas.openxmlformats.org/drawingml/2006/main" noGrp="1"/>
          </p:cNvSpPr>
          <p:nvPr/>
        </p:nvSpPr>
        <p:spPr>
          <a:xfrm xmlns:a="http://schemas.openxmlformats.org/drawingml/2006/main">
            <a:off x="11268075" y="7667625"/>
            <a:ext cx="4000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1">
                <a:solidFill>
                  <a:srgbClr val="18232E"/>
                </a:solidFill>
                <a:latin typeface="Apple SD Gothic Neo"/>
                <a:ea typeface="Apple SD Gothic Neo"/>
                <a:cs typeface="Apple SD Gothic Neo"/>
              </a:defRPr>
            </a:pPr>
            <a:r>
              <a:rPr sz="2100" b="1">
                <a:solidFill>
                  <a:srgbClr val="18232E"/>
                </a:solidFill>
                <a:latin typeface="Apple SD Gothic Neo"/>
                <a:ea typeface="Apple SD Gothic Neo"/>
                <a:cs typeface="Apple SD Gothic Neo"/>
              </a:rPr>
              <a:t>2,080MiB</a:t>
            </a:r>
          </a:p>
        </p:txBody>
      </p:sp>
      <p:sp>
        <p:nvSpPr>
          <p:cNvPr id="157" name="dp42-v4-qa-detail / n149">
            <a:extLst xmlns:a="http://schemas.openxmlformats.org/drawingml/2006/main">
              <a:ext uri="{FF2B5EF4-FFF2-40B4-BE49-F238E27FC236}">
                <a16:creationId xmlns:a16="http://schemas.microsoft.com/office/drawing/2014/main" id="{3D008C39-64BF-43E9-8FCD-7173BD868E17}"/>
              </a:ext>
            </a:extLst>
          </p:cNvPr>
          <p:cNvSpPr>
            <a:spLocks xmlns:a="http://schemas.openxmlformats.org/drawingml/2006/main" noGrp="1"/>
          </p:cNvSpPr>
          <p:nvPr/>
        </p:nvSpPr>
        <p:spPr>
          <a:xfrm xmlns:a="http://schemas.openxmlformats.org/drawingml/2006/main">
            <a:off x="9648825" y="8096250"/>
            <a:ext cx="58293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18232E"/>
                </a:solidFill>
                <a:latin typeface="Apple SD Gothic Neo"/>
                <a:ea typeface="Apple SD Gothic Neo"/>
                <a:cs typeface="Apple SD Gothic Neo"/>
              </a:defRPr>
            </a:pPr>
            <a:r>
              <a:rPr sz="1500" b="0">
                <a:solidFill>
                  <a:srgbClr val="18232E"/>
                </a:solidFill>
                <a:latin typeface="Apple SD Gothic Neo"/>
                <a:ea typeface="Apple SD Gothic Neo"/>
                <a:cs typeface="Apple SD Gothic Neo"/>
              </a:rPr>
              <a:t>추가 service와 receipt 상태 288MiB 가정</a:t>
            </a:r>
          </a:p>
        </p:txBody>
      </p:sp>
      <p:sp>
        <p:nvSpPr>
          <p:cNvPr id="158" name="dp42-v4-qa-detail / n150">
            <a:extLst xmlns:a="http://schemas.openxmlformats.org/drawingml/2006/main">
              <a:ext uri="{FF2B5EF4-FFF2-40B4-BE49-F238E27FC236}">
                <a16:creationId xmlns:a16="http://schemas.microsoft.com/office/drawing/2014/main" id="{48D41EBE-0531-4FB3-863A-5CB28F7658F6}"/>
              </a:ext>
            </a:extLst>
          </p:cNvPr>
          <p:cNvSpPr>
            <a:spLocks xmlns:a="http://schemas.openxmlformats.org/drawingml/2006/main" noGrp="1"/>
          </p:cNvSpPr>
          <p:nvPr/>
        </p:nvSpPr>
        <p:spPr>
          <a:xfrm xmlns:a="http://schemas.openxmlformats.org/drawingml/2006/main">
            <a:off x="15801975" y="7743825"/>
            <a:ext cx="1952625" cy="3286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1">
                <a:solidFill>
                  <a:srgbClr val="18232E"/>
                </a:solidFill>
                <a:latin typeface="Apple SD Gothic Neo"/>
                <a:ea typeface="Apple SD Gothic Neo"/>
                <a:cs typeface="Apple SD Gothic Neo"/>
              </a:defRPr>
            </a:pPr>
            <a:r>
              <a:rPr sz="1725" b="1">
                <a:solidFill>
                  <a:srgbClr val="18232E"/>
                </a:solidFill>
                <a:latin typeface="Apple SD Gothic Neo"/>
                <a:ea typeface="Apple SD Gothic Neo"/>
                <a:cs typeface="Apple SD Gothic Neo"/>
              </a:rPr>
              <a:t>288MiB</a:t>
            </a:r>
          </a:p>
        </p:txBody>
      </p:sp>
      <p:sp>
        <p:nvSpPr>
          <p:cNvPr id="159" name="dp42-v4-qa-detail / n151">
            <a:extLst xmlns:a="http://schemas.openxmlformats.org/drawingml/2006/main">
              <a:ext uri="{FF2B5EF4-FFF2-40B4-BE49-F238E27FC236}">
                <a16:creationId xmlns:a16="http://schemas.microsoft.com/office/drawing/2014/main" id="{98CC2D75-E9B6-4993-92EE-2C663A467663}"/>
              </a:ext>
            </a:extLst>
          </p:cNvPr>
          <p:cNvSpPr>
            <a:spLocks xmlns:a="http://schemas.openxmlformats.org/drawingml/2006/main" noGrp="1"/>
          </p:cNvSpPr>
          <p:nvPr/>
        </p:nvSpPr>
        <p:spPr>
          <a:xfrm xmlns:a="http://schemas.openxmlformats.org/drawingml/2006/main">
            <a:off x="15801975" y="8124825"/>
            <a:ext cx="1952625" cy="2714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425" b="0">
                <a:solidFill>
                  <a:srgbClr val="5F6B77"/>
                </a:solidFill>
                <a:latin typeface="Apple SD Gothic Neo"/>
                <a:ea typeface="Apple SD Gothic Neo"/>
                <a:cs typeface="Apple SD Gothic Neo"/>
              </a:defRPr>
            </a:pPr>
            <a:r>
              <a:rPr sz="1425" b="0">
                <a:solidFill>
                  <a:srgbClr val="5F6B77"/>
                </a:solidFill>
                <a:latin typeface="Apple SD Gothic Neo"/>
                <a:ea typeface="Apple SD Gothic Neo"/>
                <a:cs typeface="Apple SD Gothic Neo"/>
              </a:rPr>
              <a:t>가정상 A 유리</a:t>
            </a:r>
          </a:p>
        </p:txBody>
      </p:sp>
      <p:sp>
        <p:nvSpPr>
          <p:cNvPr id="160" name="dp42-v4-qa-detail / n152">
            <a:extLst xmlns:a="http://schemas.openxmlformats.org/drawingml/2006/main">
              <a:ext uri="{FF2B5EF4-FFF2-40B4-BE49-F238E27FC236}">
                <a16:creationId xmlns:a16="http://schemas.microsoft.com/office/drawing/2014/main" id="{E6F7FF42-4F05-483E-BA96-77A2BA878D79}"/>
              </a:ext>
            </a:extLst>
          </p:cNvPr>
          <p:cNvSpPr>
            <a:spLocks xmlns:a="http://schemas.openxmlformats.org/drawingml/2006/main" noGrp="1"/>
          </p:cNvSpPr>
          <p:nvPr/>
        </p:nvSpPr>
        <p:spPr>
          <a:xfrm xmlns:a="http://schemas.openxmlformats.org/drawingml/2006/main">
            <a:off x="15801975" y="8353425"/>
            <a:ext cx="1952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5F6B77"/>
                </a:solidFill>
                <a:latin typeface="Apple SD Gothic Neo"/>
                <a:ea typeface="Apple SD Gothic Neo"/>
                <a:cs typeface="Apple SD Gothic Neo"/>
              </a:defRPr>
            </a:pPr>
            <a:r>
              <a:rPr sz="1200" b="0">
                <a:solidFill>
                  <a:srgbClr val="5F6B77"/>
                </a:solidFill>
                <a:latin typeface="Apple SD Gothic Neo"/>
                <a:ea typeface="Apple SD Gothic Neo"/>
                <a:cs typeface="Apple SD Gothic Neo"/>
              </a:rPr>
              <a:t>기준 128MiB</a:t>
            </a:r>
          </a:p>
        </p:txBody>
      </p:sp>
      <p:sp>
        <p:nvSpPr>
          <p:cNvPr id="161" name="dp42-v4-qa-detail / n153">
            <a:extLst xmlns:a="http://schemas.openxmlformats.org/drawingml/2006/main">
              <a:ext uri="{FF2B5EF4-FFF2-40B4-BE49-F238E27FC236}">
                <a16:creationId xmlns:a16="http://schemas.microsoft.com/office/drawing/2014/main" id="{5824C294-5B24-400E-A9C8-3DB0B373B343}"/>
              </a:ext>
            </a:extLst>
          </p:cNvPr>
          <p:cNvSpPr>
            <a:spLocks xmlns:a="http://schemas.openxmlformats.org/drawingml/2006/main" noGrp="1"/>
          </p:cNvSpPr>
          <p:nvPr/>
        </p:nvSpPr>
        <p:spPr>
          <a:xfrm xmlns:a="http://schemas.openxmlformats.org/drawingml/2006/main">
            <a:off x="3238500" y="2143125"/>
            <a:ext cx="953" cy="6457950"/>
          </a:xfrm>
          <a:custGeom xmlns:a="http://schemas.openxmlformats.org/drawingml/2006/main">
            <a:pathLst>
              <a:path w="953" h="6457950">
                <a:moveTo>
                  <a:pt x="0" y="0"/>
                </a:moveTo>
                <a:lnTo>
                  <a:pt x="953" y="6457950"/>
                </a:lnTo>
              </a:path>
            </a:pathLst>
          </a:custGeom>
          <a:noFill xmlns:a="http://schemas.openxmlformats.org/drawingml/2006/main"/>
          <a:ln xmlns:a="http://schemas.openxmlformats.org/drawingml/2006/main" w="11430">
            <a:solidFill>
              <a:srgbClr val="CDD6DE"/>
            </a:solidFill>
          </a:ln>
        </p:spPr>
      </p:sp>
      <p:sp>
        <p:nvSpPr>
          <p:cNvPr id="162" name="dp42-v4-qa-detail / n154">
            <a:extLst xmlns:a="http://schemas.openxmlformats.org/drawingml/2006/main">
              <a:ext uri="{FF2B5EF4-FFF2-40B4-BE49-F238E27FC236}">
                <a16:creationId xmlns:a16="http://schemas.microsoft.com/office/drawing/2014/main" id="{A2A30255-1D60-417D-BF95-DB320BBB08DE}"/>
              </a:ext>
            </a:extLst>
          </p:cNvPr>
          <p:cNvSpPr>
            <a:spLocks xmlns:a="http://schemas.openxmlformats.org/drawingml/2006/main" noGrp="1"/>
          </p:cNvSpPr>
          <p:nvPr/>
        </p:nvSpPr>
        <p:spPr>
          <a:xfrm xmlns:a="http://schemas.openxmlformats.org/drawingml/2006/main">
            <a:off x="9429750" y="2143125"/>
            <a:ext cx="953" cy="6457950"/>
          </a:xfrm>
          <a:custGeom xmlns:a="http://schemas.openxmlformats.org/drawingml/2006/main">
            <a:pathLst>
              <a:path w="953" h="6457950">
                <a:moveTo>
                  <a:pt x="0" y="0"/>
                </a:moveTo>
                <a:lnTo>
                  <a:pt x="953" y="6457950"/>
                </a:lnTo>
              </a:path>
            </a:pathLst>
          </a:custGeom>
          <a:noFill xmlns:a="http://schemas.openxmlformats.org/drawingml/2006/main"/>
          <a:ln xmlns:a="http://schemas.openxmlformats.org/drawingml/2006/main" w="11430">
            <a:solidFill>
              <a:srgbClr val="CDD6DE"/>
            </a:solidFill>
          </a:ln>
        </p:spPr>
      </p:sp>
      <p:sp>
        <p:nvSpPr>
          <p:cNvPr id="163" name="dp42-v4-qa-detail / n155">
            <a:extLst xmlns:a="http://schemas.openxmlformats.org/drawingml/2006/main">
              <a:ext uri="{FF2B5EF4-FFF2-40B4-BE49-F238E27FC236}">
                <a16:creationId xmlns:a16="http://schemas.microsoft.com/office/drawing/2014/main" id="{B6F27C6D-3A63-4073-92AF-87E45AB9BE15}"/>
              </a:ext>
            </a:extLst>
          </p:cNvPr>
          <p:cNvSpPr>
            <a:spLocks xmlns:a="http://schemas.openxmlformats.org/drawingml/2006/main" noGrp="1"/>
          </p:cNvSpPr>
          <p:nvPr/>
        </p:nvSpPr>
        <p:spPr>
          <a:xfrm xmlns:a="http://schemas.openxmlformats.org/drawingml/2006/main">
            <a:off x="15621000" y="2143125"/>
            <a:ext cx="953" cy="6457950"/>
          </a:xfrm>
          <a:custGeom xmlns:a="http://schemas.openxmlformats.org/drawingml/2006/main">
            <a:pathLst>
              <a:path w="953" h="6457950">
                <a:moveTo>
                  <a:pt x="0" y="0"/>
                </a:moveTo>
                <a:lnTo>
                  <a:pt x="953" y="6457950"/>
                </a:lnTo>
              </a:path>
            </a:pathLst>
          </a:custGeom>
          <a:noFill xmlns:a="http://schemas.openxmlformats.org/drawingml/2006/main"/>
          <a:ln xmlns:a="http://schemas.openxmlformats.org/drawingml/2006/main" w="11430">
            <a:solidFill>
              <a:srgbClr val="CDD6DE"/>
            </a:solidFill>
          </a:ln>
        </p:spPr>
      </p:sp>
      <p:sp>
        <p:nvSpPr>
          <p:cNvPr id="164" name="dp42-v4-qa-detail / n156">
            <a:extLst xmlns:a="http://schemas.openxmlformats.org/drawingml/2006/main">
              <a:ext uri="{FF2B5EF4-FFF2-40B4-BE49-F238E27FC236}">
                <a16:creationId xmlns:a16="http://schemas.microsoft.com/office/drawing/2014/main" id="{CAB49160-4969-4977-9FB2-70FA19CFC392}"/>
              </a:ext>
            </a:extLst>
          </p:cNvPr>
          <p:cNvSpPr>
            <a:spLocks xmlns:a="http://schemas.openxmlformats.org/drawingml/2006/main" noGrp="1"/>
          </p:cNvSpPr>
          <p:nvPr/>
        </p:nvSpPr>
        <p:spPr>
          <a:xfrm xmlns:a="http://schemas.openxmlformats.org/drawingml/2006/main">
            <a:off x="381000" y="8867775"/>
            <a:ext cx="17526000" cy="3286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0">
                <a:solidFill>
                  <a:srgbClr val="18232E"/>
                </a:solidFill>
                <a:latin typeface="Apple SD Gothic Neo"/>
                <a:ea typeface="Apple SD Gothic Neo"/>
                <a:cs typeface="Apple SD Gothic Neo"/>
              </a:defRPr>
            </a:pPr>
            <a:r>
              <a:rPr sz="1725" b="0">
                <a:solidFill>
                  <a:srgbClr val="18232E"/>
                </a:solidFill>
                <a:latin typeface="Apple SD Gothic Neo"/>
                <a:ea typeface="Apple SD Gothic Neo"/>
                <a:cs typeface="Apple SD Gothic Neo"/>
              </a:rPr>
              <a:t>정상 로컬 실행 / 별도 재해석 없이 같은 의미와 Task 처리</a:t>
            </a:r>
          </a:p>
        </p:txBody>
      </p:sp>
      <p:sp>
        <p:nvSpPr>
          <p:cNvPr id="165" name="dp42-v4-qa-detail / n157">
            <a:extLst xmlns:a="http://schemas.openxmlformats.org/drawingml/2006/main">
              <a:ext uri="{FF2B5EF4-FFF2-40B4-BE49-F238E27FC236}">
                <a16:creationId xmlns:a16="http://schemas.microsoft.com/office/drawing/2014/main" id="{03F979D5-D516-4976-AF73-3092EE468E0A}"/>
              </a:ext>
            </a:extLst>
          </p:cNvPr>
          <p:cNvSpPr>
            <a:spLocks xmlns:a="http://schemas.openxmlformats.org/drawingml/2006/main" noGrp="1"/>
          </p:cNvSpPr>
          <p:nvPr/>
        </p:nvSpPr>
        <p:spPr>
          <a:xfrm xmlns:a="http://schemas.openxmlformats.org/drawingml/2006/main">
            <a:off x="381000" y="9220200"/>
            <a:ext cx="175260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5F6B77"/>
                </a:solidFill>
                <a:latin typeface="Apple SD Gothic Neo"/>
                <a:ea typeface="Apple SD Gothic Neo"/>
                <a:cs typeface="Apple SD Gothic Neo"/>
              </a:defRPr>
            </a:pPr>
            <a:r>
              <a:rPr sz="1650" b="0">
                <a:solidFill>
                  <a:srgbClr val="5F6B77"/>
                </a:solidFill>
                <a:latin typeface="Apple SD Gothic Neo"/>
                <a:ea typeface="Apple SD Gothic Neo"/>
                <a:cs typeface="Apple SD Gothic Neo"/>
              </a:rPr>
              <a:t>독립 운영 요구가 없다면 B의 추가 접수와 상태 비용 확인</a:t>
            </a:r>
          </a:p>
        </p:txBody>
      </p:sp>
      <p:sp>
        <p:nvSpPr>
          <p:cNvPr id="166" name="dp42-v4-qa-detail / n158">
            <a:extLst xmlns:a="http://schemas.openxmlformats.org/drawingml/2006/main">
              <a:ext uri="{FF2B5EF4-FFF2-40B4-BE49-F238E27FC236}">
                <a16:creationId xmlns:a16="http://schemas.microsoft.com/office/drawing/2014/main" id="{A8F4C71F-C7A9-44AA-AADA-7E94A7084026}"/>
              </a:ext>
            </a:extLst>
          </p:cNvPr>
          <p:cNvSpPr>
            <a:spLocks xmlns:a="http://schemas.openxmlformats.org/drawingml/2006/main" noGrp="1"/>
          </p:cNvSpPr>
          <p:nvPr/>
        </p:nvSpPr>
        <p:spPr>
          <a:xfrm xmlns:a="http://schemas.openxmlformats.org/drawingml/2006/main">
            <a:off x="381000" y="9858375"/>
            <a:ext cx="17526000" cy="2714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425" b="0">
                <a:solidFill>
                  <a:srgbClr val="5F6B77"/>
                </a:solidFill>
                <a:latin typeface="Apple SD Gothic Neo"/>
                <a:ea typeface="Apple SD Gothic Neo"/>
                <a:cs typeface="Apple SD Gothic Neo"/>
              </a:defRPr>
            </a:pPr>
            <a:r>
              <a:rPr sz="1425" b="0">
                <a:solidFill>
                  <a:srgbClr val="5F6B77"/>
                </a:solidFill>
                <a:latin typeface="Apple SD Gothic Neo"/>
                <a:ea typeface="Apple SD Gothic Neo"/>
                <a:cs typeface="Apple SD Gothic Neo"/>
              </a:rPr>
              <a:t>사고 실험 / ASR-QA-v5 스냅샷 / 실측 전 / 보호 조건 별도 / 점수 합산 없음</a:t>
            </a:r>
          </a:p>
        </p:txBody>
      </p:sp>
    </p:spTree>
    <p:extLst>
      <p:ext uri="{BB962C8B-B14F-4D97-AF65-F5344CB8AC3E}">
        <p14:creationId xmlns:p14="http://schemas.microsoft.com/office/powerpoint/2010/main" val="181628841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9</ap:Slides>
  <ap:Notes>9</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2026-10-08T11:10:12.6040000Z</dcterms:created>
  <dcterms:modified xsi:type="dcterms:W3CDTF">2026-10-08T11:10:12.6040000Z</dcterms:modified>
</coreProperties>
</file>