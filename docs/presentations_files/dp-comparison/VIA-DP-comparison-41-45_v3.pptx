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Request 이해의 모델 판단 반복과 코드 해결 반복</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A에서 조회 결과는 모델에 제공할 해석 맥락으로 돌아간다. 그림에서 실제 클라우드 LLM으로 다시 올라가는 호출선과 다음 행동을 받는 반환선을 분리했다. 첫 모델 판단의 task_retrieve/context_retrieve와 그 조회 결과를 받은 다음 판단의 interaction_retrieve는 서로 다른 차례의 출력 예시다. 추가 조회 결과도 큰 반환 경로로 같은 맥락에 반영되어 모델이 다시 판단한다. 항상 정해진 도구를 정해진 횟수로 호출하는 구조를 뜻하지 않는다. 모호하면 확인 질문으로 현재 반복을 끝내며 실제 답변 이후에만 Task1을 확정한다. 로컬 해석 제어기는 호출과 도구 대응을 관리하고 클라우드 모델이 다음 행동과 전체 의미를 제안한다. B에서 조회 결과는 항목별 해결 상태로 돌아간다. Engine 내부 프레임 / 항목 검사기, 미해결 항목 처리기, 관계 결합기는 기존 Engine 책임을 펼친 코드 Module이며 독립 Component가 아니다. 검사기가 프레임과 부분 결과를 상태에 반영하고 해결 상태를 다시 검사한다. 필요한 항목만 구조화기를 통해 모델에 부분 해석을 요청한다. 자연어 정답을 코드가 추측하거나 전체 모델 판단을 복사하는 경로를 순수 B로 보지 않는다. 위쪽은 Module 협력 구조이고 아래 순서도는 설명용 동작과 분기다.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Task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조건별 정성 비교 / 미선정 / 미측정. 표는 최신 여섯 ASR의 조건부 영향이며 수치 점수 또는 우열 측정이 아니다.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6" name="dp41-comparison / n1">
            <a:extLst xmlns:a="http://schemas.openxmlformats.org/drawingml/2006/main">
              <a:ext uri="{FF2B5EF4-FFF2-40B4-BE49-F238E27FC236}">
                <a16:creationId xmlns:a16="http://schemas.microsoft.com/office/drawing/2014/main" id="{178F1923-5BB7-42B7-9972-69F08E91C83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EAE10D26-4A66-47B7-915C-3FDF8172DB18}"/>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6ECF90DA-2CCE-4FA6-A137-8690D3FC0EB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7FBFA6D-D7AD-4D16-8CB6-E9EC64E1786E}"/>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Request 이해의 모델 판단 반복과 코드 해결 반복</a:t>
            </a:r>
          </a:p>
        </p:txBody>
      </p:sp>
      <p:sp>
        <p:nvSpPr>
          <p:cNvPr id="5" name="dp41-comparison / n5 / path">
            <a:extLst xmlns:a="http://schemas.openxmlformats.org/drawingml/2006/main">
              <a:ext uri="{FF2B5EF4-FFF2-40B4-BE49-F238E27FC236}">
                <a16:creationId xmlns:a16="http://schemas.microsoft.com/office/drawing/2014/main" id="{359CC709-1B11-49AA-8FA8-4D9CD4E89EA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5B4A30BB-8540-4276-9DC1-61EFF8115330}"/>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046A1E71-9143-45B6-98A8-8C2525506F80}"/>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973A13B7-B221-49EF-A61C-2B9BE34EBCC9}"/>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7740895B-3CBE-421B-8283-9725B785C014}"/>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6A2401CB-F45B-4351-B603-DBBBD2F35F0E}"/>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7B7D448F-509C-4A84-BF9D-C3FD92786779}"/>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71F95E07-F0B4-4109-BBA1-4782DBAD58FD}"/>
              </a:ext>
            </a:extLst>
          </p:cNvPr>
          <p:cNvSpPr>
            <a:spLocks xmlns:a="http://schemas.openxmlformats.org/drawingml/2006/main" noGrp="1"/>
          </p:cNvSpPr>
          <p:nvPr/>
        </p:nvSpPr>
        <p:spPr>
          <a:xfrm xmlns:a="http://schemas.openxmlformats.org/drawingml/2006/main">
            <a:off x="9620250" y="1857375"/>
            <a:ext cx="953" cy="6448425"/>
          </a:xfrm>
          <a:custGeom xmlns:a="http://schemas.openxmlformats.org/drawingml/2006/main">
            <a:pathLst>
              <a:path w="953" h="6448425">
                <a:moveTo>
                  <a:pt x="0" y="0"/>
                </a:moveTo>
                <a:lnTo>
                  <a:pt x="0" y="6448425"/>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37FB7309-774A-4A06-97C8-6D10B6CBB2B4}"/>
              </a:ext>
            </a:extLst>
          </p:cNvPr>
          <p:cNvSpPr>
            <a:spLocks xmlns:a="http://schemas.openxmlformats.org/drawingml/2006/main" noGrp="1"/>
          </p:cNvSpPr>
          <p:nvPr/>
        </p:nvSpPr>
        <p:spPr>
          <a:xfrm xmlns:a="http://schemas.openxmlformats.org/drawingml/2006/main">
            <a:off x="381000" y="83058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9B30385-5EFA-4E0B-8AC6-BF910A74E3D6}"/>
              </a:ext>
            </a:extLst>
          </p:cNvPr>
          <p:cNvSpPr>
            <a:spLocks xmlns:a="http://schemas.openxmlformats.org/drawingml/2006/main" noGrp="1"/>
          </p:cNvSpPr>
          <p:nvPr/>
        </p:nvSpPr>
        <p:spPr>
          <a:xfrm xmlns:a="http://schemas.openxmlformats.org/drawingml/2006/main">
            <a:off x="400050" y="840105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채택: Request Controller의 현재 입력과 정보, 권한 검사 및 저장 성공 후 응답 또는 Task 위임</a:t>
            </a:r>
          </a:p>
        </p:txBody>
      </p:sp>
      <p:sp>
        <p:nvSpPr>
          <p:cNvPr id="15" name="dp41-comparison / n15 / text 1">
            <a:extLst xmlns:a="http://schemas.openxmlformats.org/drawingml/2006/main">
              <a:ext uri="{FF2B5EF4-FFF2-40B4-BE49-F238E27FC236}">
                <a16:creationId xmlns:a16="http://schemas.microsoft.com/office/drawing/2014/main" id="{6CAB7B63-7BCB-4384-9E07-58AE8F97975B}"/>
              </a:ext>
            </a:extLst>
          </p:cNvPr>
          <p:cNvSpPr>
            <a:spLocks xmlns:a="http://schemas.openxmlformats.org/drawingml/2006/main" noGrp="1"/>
          </p:cNvSpPr>
          <p:nvPr/>
        </p:nvSpPr>
        <p:spPr>
          <a:xfrm xmlns:a="http://schemas.openxmlformats.org/drawingml/2006/main">
            <a:off x="400050" y="863917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반복 종료: 의미 완성, 확인 질문 대기, 실패, 취소, 한도 도달 / 질문을 실제 전달하고 새 답변을 받은 뒤 해석 재개</a:t>
            </a:r>
          </a:p>
        </p:txBody>
      </p:sp>
      <p:sp>
        <p:nvSpPr>
          <p:cNvPr id="16" name="dp41-comparison / n16 / path">
            <a:extLst xmlns:a="http://schemas.openxmlformats.org/drawingml/2006/main">
              <a:ext uri="{FF2B5EF4-FFF2-40B4-BE49-F238E27FC236}">
                <a16:creationId xmlns:a16="http://schemas.microsoft.com/office/drawing/2014/main" id="{38E89F67-7D7D-497F-AEC5-FF1EE69AC617}"/>
              </a:ext>
            </a:extLst>
          </p:cNvPr>
          <p:cNvSpPr>
            <a:spLocks xmlns:a="http://schemas.openxmlformats.org/drawingml/2006/main" noGrp="1"/>
          </p:cNvSpPr>
          <p:nvPr/>
        </p:nvSpPr>
        <p:spPr>
          <a:xfrm xmlns:a="http://schemas.openxmlformats.org/drawingml/2006/main">
            <a:off x="381000" y="8905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4C1D8B7C-8CBB-4A20-818D-06B0E4C2FAA4}"/>
              </a:ext>
            </a:extLst>
          </p:cNvPr>
          <p:cNvSpPr>
            <a:spLocks xmlns:a="http://schemas.openxmlformats.org/drawingml/2006/main" noGrp="1"/>
          </p:cNvSpPr>
          <p:nvPr/>
        </p:nvSpPr>
        <p:spPr>
          <a:xfrm xmlns:a="http://schemas.openxmlformats.org/drawingml/2006/main">
            <a:off x="400050" y="89820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E0853E3D-F7A8-496C-906D-8BA93F2898A2}"/>
              </a:ext>
            </a:extLst>
          </p:cNvPr>
          <p:cNvSpPr>
            <a:spLocks xmlns:a="http://schemas.openxmlformats.org/drawingml/2006/main" noGrp="1"/>
          </p:cNvSpPr>
          <p:nvPr/>
        </p:nvSpPr>
        <p:spPr>
          <a:xfrm xmlns:a="http://schemas.openxmlformats.org/drawingml/2006/main">
            <a:off x="2857500" y="89820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E723AA99-1B72-46B7-94D6-3EE497C9A810}"/>
              </a:ext>
            </a:extLst>
          </p:cNvPr>
          <p:cNvSpPr>
            <a:spLocks xmlns:a="http://schemas.openxmlformats.org/drawingml/2006/main" noGrp="1"/>
          </p:cNvSpPr>
          <p:nvPr/>
        </p:nvSpPr>
        <p:spPr>
          <a:xfrm xmlns:a="http://schemas.openxmlformats.org/drawingml/2006/main">
            <a:off x="10001250" y="89820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7DE76502-82DE-4ABA-A280-3C1F50D13013}"/>
              </a:ext>
            </a:extLst>
          </p:cNvPr>
          <p:cNvSpPr>
            <a:spLocks xmlns:a="http://schemas.openxmlformats.org/drawingml/2006/main" noGrp="1"/>
          </p:cNvSpPr>
          <p:nvPr/>
        </p:nvSpPr>
        <p:spPr>
          <a:xfrm xmlns:a="http://schemas.openxmlformats.org/drawingml/2006/main">
            <a:off x="381000" y="9153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F2D6315E-B805-4B04-BA2D-05B9D5635391}"/>
              </a:ext>
            </a:extLst>
          </p:cNvPr>
          <p:cNvSpPr>
            <a:spLocks xmlns:a="http://schemas.openxmlformats.org/drawingml/2006/main" noGrp="1"/>
          </p:cNvSpPr>
          <p:nvPr/>
        </p:nvSpPr>
        <p:spPr>
          <a:xfrm xmlns:a="http://schemas.openxmlformats.org/drawingml/2006/main">
            <a:off x="400050" y="92297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CFD25413-69C1-4899-AEFF-1C2AF7804BBA}"/>
              </a:ext>
            </a:extLst>
          </p:cNvPr>
          <p:cNvSpPr>
            <a:spLocks xmlns:a="http://schemas.openxmlformats.org/drawingml/2006/main" noGrp="1"/>
          </p:cNvSpPr>
          <p:nvPr/>
        </p:nvSpPr>
        <p:spPr>
          <a:xfrm xmlns:a="http://schemas.openxmlformats.org/drawingml/2006/main">
            <a:off x="2857500" y="92297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D0EA0566-9F56-4505-8B3C-F5E8B8D55DD9}"/>
              </a:ext>
            </a:extLst>
          </p:cNvPr>
          <p:cNvSpPr>
            <a:spLocks xmlns:a="http://schemas.openxmlformats.org/drawingml/2006/main" noGrp="1"/>
          </p:cNvSpPr>
          <p:nvPr/>
        </p:nvSpPr>
        <p:spPr>
          <a:xfrm xmlns:a="http://schemas.openxmlformats.org/drawingml/2006/main">
            <a:off x="10001250" y="92297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754FB666-E60F-4EC9-8D30-76E2FEC430B2}"/>
              </a:ext>
            </a:extLst>
          </p:cNvPr>
          <p:cNvSpPr>
            <a:spLocks xmlns:a="http://schemas.openxmlformats.org/drawingml/2006/main" noGrp="1"/>
          </p:cNvSpPr>
          <p:nvPr/>
        </p:nvSpPr>
        <p:spPr>
          <a:xfrm xmlns:a="http://schemas.openxmlformats.org/drawingml/2006/main">
            <a:off x="381000" y="94011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4BFAE2DC-BBAC-46D3-ACE0-7FE9B105A61C}"/>
              </a:ext>
            </a:extLst>
          </p:cNvPr>
          <p:cNvSpPr>
            <a:spLocks xmlns:a="http://schemas.openxmlformats.org/drawingml/2006/main" noGrp="1"/>
          </p:cNvSpPr>
          <p:nvPr/>
        </p:nvSpPr>
        <p:spPr>
          <a:xfrm xmlns:a="http://schemas.openxmlformats.org/drawingml/2006/main">
            <a:off x="400050" y="94773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71421298-AF9D-4CDB-A329-BA2019A66EA2}"/>
              </a:ext>
            </a:extLst>
          </p:cNvPr>
          <p:cNvSpPr>
            <a:spLocks xmlns:a="http://schemas.openxmlformats.org/drawingml/2006/main" noGrp="1"/>
          </p:cNvSpPr>
          <p:nvPr/>
        </p:nvSpPr>
        <p:spPr>
          <a:xfrm xmlns:a="http://schemas.openxmlformats.org/drawingml/2006/main">
            <a:off x="2857500" y="94773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D83BF4FB-39F4-41E9-B812-02EDF769617B}"/>
              </a:ext>
            </a:extLst>
          </p:cNvPr>
          <p:cNvSpPr>
            <a:spLocks xmlns:a="http://schemas.openxmlformats.org/drawingml/2006/main" noGrp="1"/>
          </p:cNvSpPr>
          <p:nvPr/>
        </p:nvSpPr>
        <p:spPr>
          <a:xfrm xmlns:a="http://schemas.openxmlformats.org/drawingml/2006/main">
            <a:off x="10001250" y="94773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9D8594E3-8AB5-4ED7-8381-5B0416D1EFD8}"/>
              </a:ext>
            </a:extLst>
          </p:cNvPr>
          <p:cNvSpPr>
            <a:spLocks xmlns:a="http://schemas.openxmlformats.org/drawingml/2006/main" noGrp="1"/>
          </p:cNvSpPr>
          <p:nvPr/>
        </p:nvSpPr>
        <p:spPr>
          <a:xfrm xmlns:a="http://schemas.openxmlformats.org/drawingml/2006/main">
            <a:off x="381000" y="96488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CCD09409-D832-41F0-A005-23C45528F187}"/>
              </a:ext>
            </a:extLst>
          </p:cNvPr>
          <p:cNvSpPr>
            <a:spLocks xmlns:a="http://schemas.openxmlformats.org/drawingml/2006/main" noGrp="1"/>
          </p:cNvSpPr>
          <p:nvPr/>
        </p:nvSpPr>
        <p:spPr>
          <a:xfrm xmlns:a="http://schemas.openxmlformats.org/drawingml/2006/main">
            <a:off x="400050" y="97250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9544E0A1-38D9-492C-A3AD-538BDA64BD7E}"/>
              </a:ext>
            </a:extLst>
          </p:cNvPr>
          <p:cNvSpPr>
            <a:spLocks xmlns:a="http://schemas.openxmlformats.org/drawingml/2006/main" noGrp="1"/>
          </p:cNvSpPr>
          <p:nvPr/>
        </p:nvSpPr>
        <p:spPr>
          <a:xfrm xmlns:a="http://schemas.openxmlformats.org/drawingml/2006/main">
            <a:off x="2857500" y="97250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6E7988FB-8CE8-4048-839A-3724DA59CB82}"/>
              </a:ext>
            </a:extLst>
          </p:cNvPr>
          <p:cNvSpPr>
            <a:spLocks xmlns:a="http://schemas.openxmlformats.org/drawingml/2006/main" noGrp="1"/>
          </p:cNvSpPr>
          <p:nvPr/>
        </p:nvSpPr>
        <p:spPr>
          <a:xfrm xmlns:a="http://schemas.openxmlformats.org/drawingml/2006/main">
            <a:off x="10001250" y="97250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2DD2E78E-B9E2-4FA5-A26E-B90B0B981EDD}"/>
              </a:ext>
            </a:extLst>
          </p:cNvPr>
          <p:cNvSpPr>
            <a:spLocks xmlns:a="http://schemas.openxmlformats.org/drawingml/2006/main" noGrp="1"/>
          </p:cNvSpPr>
          <p:nvPr/>
        </p:nvSpPr>
        <p:spPr>
          <a:xfrm xmlns:a="http://schemas.openxmlformats.org/drawingml/2006/main">
            <a:off x="381000" y="1002982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미선정 / 미측정 / A도 구조화 출력과 부분 수정 가능 / B도 조건부 추가 모델 호출 가능 / 코드 결합은 의미 정답 보증이 아님</a:t>
            </a:r>
          </a:p>
        </p:txBody>
      </p:sp>
      <p:sp>
        <p:nvSpPr>
          <p:cNvPr id="33" name="dp41-comparison / n33">
            <a:extLst xmlns:a="http://schemas.openxmlformats.org/drawingml/2006/main">
              <a:ext uri="{FF2B5EF4-FFF2-40B4-BE49-F238E27FC236}">
                <a16:creationId xmlns:a16="http://schemas.microsoft.com/office/drawing/2014/main" id="{92273DE2-B5FF-4E5A-918E-6313F3238361}"/>
              </a:ext>
            </a:extLst>
          </p:cNvPr>
          <p:cNvSpPr>
            <a:spLocks xmlns:a="http://schemas.openxmlformats.org/drawingml/2006/main" noGrp="1"/>
          </p:cNvSpPr>
          <p:nvPr/>
        </p:nvSpPr>
        <p:spPr>
          <a:xfrm xmlns:a="http://schemas.openxmlformats.org/drawingml/2006/main">
            <a:off x="447675" y="3257550"/>
            <a:ext cx="819150" cy="50006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1-comparison / n34 / text 1">
            <a:extLst xmlns:a="http://schemas.openxmlformats.org/drawingml/2006/main">
              <a:ext uri="{FF2B5EF4-FFF2-40B4-BE49-F238E27FC236}">
                <a16:creationId xmlns:a16="http://schemas.microsoft.com/office/drawing/2014/main" id="{6962B764-9ACD-43DD-AE77-7595EA5EF87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1-comparison / n35">
            <a:extLst xmlns:a="http://schemas.openxmlformats.org/drawingml/2006/main">
              <a:ext uri="{FF2B5EF4-FFF2-40B4-BE49-F238E27FC236}">
                <a16:creationId xmlns:a16="http://schemas.microsoft.com/office/drawing/2014/main" id="{82064829-4E43-4160-8F4F-A1065F06005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1-comparison / n36 / text 1">
            <a:extLst xmlns:a="http://schemas.openxmlformats.org/drawingml/2006/main">
              <a:ext uri="{FF2B5EF4-FFF2-40B4-BE49-F238E27FC236}">
                <a16:creationId xmlns:a16="http://schemas.microsoft.com/office/drawing/2014/main" id="{0D25AD4F-B217-41BC-BC2D-13AAC3E69B4E}"/>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1-comparison / n37 / text 1">
            <a:extLst xmlns:a="http://schemas.openxmlformats.org/drawingml/2006/main">
              <a:ext uri="{FF2B5EF4-FFF2-40B4-BE49-F238E27FC236}">
                <a16:creationId xmlns:a16="http://schemas.microsoft.com/office/drawing/2014/main" id="{42F434CB-EEDA-418F-808F-A4328D67582B}"/>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1-comparison / n38">
            <a:extLst xmlns:a="http://schemas.openxmlformats.org/drawingml/2006/main">
              <a:ext uri="{FF2B5EF4-FFF2-40B4-BE49-F238E27FC236}">
                <a16:creationId xmlns:a16="http://schemas.microsoft.com/office/drawing/2014/main" id="{373933B6-4823-4636-9068-098C7811A35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1-comparison / n39 / text 1">
            <a:extLst xmlns:a="http://schemas.openxmlformats.org/drawingml/2006/main">
              <a:ext uri="{FF2B5EF4-FFF2-40B4-BE49-F238E27FC236}">
                <a16:creationId xmlns:a16="http://schemas.microsoft.com/office/drawing/2014/main" id="{9E238197-EE4E-420B-96A3-15ADA1FFD96C}"/>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1-comparison / n40 / text 1">
            <a:extLst xmlns:a="http://schemas.openxmlformats.org/drawingml/2006/main">
              <a:ext uri="{FF2B5EF4-FFF2-40B4-BE49-F238E27FC236}">
                <a16:creationId xmlns:a16="http://schemas.microsoft.com/office/drawing/2014/main" id="{D9D5C9C1-1396-4221-8B2C-2ED4F2274A36}"/>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1-comparison / n41">
            <a:extLst xmlns:a="http://schemas.openxmlformats.org/drawingml/2006/main">
              <a:ext uri="{FF2B5EF4-FFF2-40B4-BE49-F238E27FC236}">
                <a16:creationId xmlns:a16="http://schemas.microsoft.com/office/drawing/2014/main" id="{50108A09-0A36-4705-856F-B6BC4DB5832D}"/>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1-comparison / n41 / fold">
            <a:extLst xmlns:a="http://schemas.openxmlformats.org/drawingml/2006/main">
              <a:ext uri="{FF2B5EF4-FFF2-40B4-BE49-F238E27FC236}">
                <a16:creationId xmlns:a16="http://schemas.microsoft.com/office/drawing/2014/main" id="{4DF9D00A-4F3B-4965-8E0A-0B7E921D5ED6}"/>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1-comparison / n42 / text 1">
            <a:extLst xmlns:a="http://schemas.openxmlformats.org/drawingml/2006/main">
              <a:ext uri="{FF2B5EF4-FFF2-40B4-BE49-F238E27FC236}">
                <a16:creationId xmlns:a16="http://schemas.microsoft.com/office/drawing/2014/main" id="{27302138-2078-48FA-B4D1-E507399F3EF7}"/>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1-comparison / n43 / text 1">
            <a:extLst xmlns:a="http://schemas.openxmlformats.org/drawingml/2006/main">
              <a:ext uri="{FF2B5EF4-FFF2-40B4-BE49-F238E27FC236}">
                <a16:creationId xmlns:a16="http://schemas.microsoft.com/office/drawing/2014/main" id="{B48FC52D-2886-4F1A-B0BE-01CAF1027F74}"/>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1-comparison / n44">
            <a:extLst xmlns:a="http://schemas.openxmlformats.org/drawingml/2006/main">
              <a:ext uri="{FF2B5EF4-FFF2-40B4-BE49-F238E27FC236}">
                <a16:creationId xmlns:a16="http://schemas.microsoft.com/office/drawing/2014/main" id="{994B1111-BC18-45F0-970E-ED24A8205625}"/>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6" name="dp41-comparison / n45 / text 1">
            <a:extLst xmlns:a="http://schemas.openxmlformats.org/drawingml/2006/main">
              <a:ext uri="{FF2B5EF4-FFF2-40B4-BE49-F238E27FC236}">
                <a16:creationId xmlns:a16="http://schemas.microsoft.com/office/drawing/2014/main" id="{815CB5E7-08EC-45EA-BCE1-59C9124280E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7" name="dp41-comparison / n46 / text 1">
            <a:extLst xmlns:a="http://schemas.openxmlformats.org/drawingml/2006/main">
              <a:ext uri="{FF2B5EF4-FFF2-40B4-BE49-F238E27FC236}">
                <a16:creationId xmlns:a16="http://schemas.microsoft.com/office/drawing/2014/main" id="{F01AF6A3-D414-470C-B716-3010B3183DF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8" name="dp41-comparison / n47">
            <a:extLst xmlns:a="http://schemas.openxmlformats.org/drawingml/2006/main">
              <a:ext uri="{FF2B5EF4-FFF2-40B4-BE49-F238E27FC236}">
                <a16:creationId xmlns:a16="http://schemas.microsoft.com/office/drawing/2014/main" id="{99A147B0-6569-4AC4-887B-3B54CA681CF3}"/>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1-comparison / n48 / text 1">
            <a:extLst xmlns:a="http://schemas.openxmlformats.org/drawingml/2006/main">
              <a:ext uri="{FF2B5EF4-FFF2-40B4-BE49-F238E27FC236}">
                <a16:creationId xmlns:a16="http://schemas.microsoft.com/office/drawing/2014/main" id="{7261E555-560D-47DA-AADD-68D0A1E21CCF}"/>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1-comparison / n49 / text 1">
            <a:extLst xmlns:a="http://schemas.openxmlformats.org/drawingml/2006/main">
              <a:ext uri="{FF2B5EF4-FFF2-40B4-BE49-F238E27FC236}">
                <a16:creationId xmlns:a16="http://schemas.microsoft.com/office/drawing/2014/main" id="{FB3149C5-FDE3-437C-85F1-A549A776F18D}"/>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1-comparison / n50">
            <a:extLst xmlns:a="http://schemas.openxmlformats.org/drawingml/2006/main">
              <a:ext uri="{FF2B5EF4-FFF2-40B4-BE49-F238E27FC236}">
                <a16:creationId xmlns:a16="http://schemas.microsoft.com/office/drawing/2014/main" id="{422AFBA7-B008-4433-8174-23AC37E40EEA}"/>
              </a:ext>
            </a:extLst>
          </p:cNvPr>
          <p:cNvSpPr>
            <a:spLocks xmlns:a="http://schemas.openxmlformats.org/drawingml/2006/main" noGrp="1"/>
          </p:cNvSpPr>
          <p:nvPr/>
        </p:nvSpPr>
        <p:spPr>
          <a:xfrm xmlns:a="http://schemas.openxmlformats.org/drawingml/2006/main">
            <a:off x="504825" y="6362700"/>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2" name="dp41-comparison / n51 / text 1">
            <a:extLst xmlns:a="http://schemas.openxmlformats.org/drawingml/2006/main">
              <a:ext uri="{FF2B5EF4-FFF2-40B4-BE49-F238E27FC236}">
                <a16:creationId xmlns:a16="http://schemas.microsoft.com/office/drawing/2014/main" id="{F71B4A6A-1CE6-4B3D-85E6-D8030FB38850}"/>
              </a:ext>
            </a:extLst>
          </p:cNvPr>
          <p:cNvSpPr>
            <a:spLocks xmlns:a="http://schemas.openxmlformats.org/drawingml/2006/main" noGrp="1"/>
          </p:cNvSpPr>
          <p:nvPr/>
        </p:nvSpPr>
        <p:spPr>
          <a:xfrm xmlns:a="http://schemas.openxmlformats.org/drawingml/2006/main">
            <a:off x="590550" y="6477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53" name="dp41-comparison / n52 / text 1">
            <a:extLst xmlns:a="http://schemas.openxmlformats.org/drawingml/2006/main">
              <a:ext uri="{FF2B5EF4-FFF2-40B4-BE49-F238E27FC236}">
                <a16:creationId xmlns:a16="http://schemas.microsoft.com/office/drawing/2014/main" id="{FF31C0EF-449B-47C1-8824-67E0EDB995FC}"/>
              </a:ext>
            </a:extLst>
          </p:cNvPr>
          <p:cNvSpPr>
            <a:spLocks xmlns:a="http://schemas.openxmlformats.org/drawingml/2006/main" noGrp="1"/>
          </p:cNvSpPr>
          <p:nvPr/>
        </p:nvSpPr>
        <p:spPr>
          <a:xfrm xmlns:a="http://schemas.openxmlformats.org/drawingml/2006/main">
            <a:off x="514350" y="66579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54" name="dp41-comparison / n53 / path">
            <a:extLst xmlns:a="http://schemas.openxmlformats.org/drawingml/2006/main">
              <a:ext uri="{FF2B5EF4-FFF2-40B4-BE49-F238E27FC236}">
                <a16:creationId xmlns:a16="http://schemas.microsoft.com/office/drawing/2014/main" id="{FC28321D-B5B7-4C7C-BBA9-9673FFA7420C}"/>
              </a:ext>
            </a:extLst>
          </p:cNvPr>
          <p:cNvSpPr>
            <a:spLocks xmlns:a="http://schemas.openxmlformats.org/drawingml/2006/main" noGrp="1"/>
          </p:cNvSpPr>
          <p:nvPr/>
        </p:nvSpPr>
        <p:spPr>
          <a:xfrm xmlns:a="http://schemas.openxmlformats.org/drawingml/2006/main">
            <a:off x="514350" y="693420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5" name="dp41-comparison / n53 / arrow">
            <a:extLst xmlns:a="http://schemas.openxmlformats.org/drawingml/2006/main">
              <a:ext uri="{FF2B5EF4-FFF2-40B4-BE49-F238E27FC236}">
                <a16:creationId xmlns:a16="http://schemas.microsoft.com/office/drawing/2014/main" id="{17C5317B-BFB0-43B3-A784-E7E567D71FBA}"/>
              </a:ext>
            </a:extLst>
          </p:cNvPr>
          <p:cNvSpPr>
            <a:spLocks xmlns:a="http://schemas.openxmlformats.org/drawingml/2006/main" noGrp="1"/>
          </p:cNvSpPr>
          <p:nvPr/>
        </p:nvSpPr>
        <p:spPr>
          <a:xfrm xmlns:a="http://schemas.openxmlformats.org/drawingml/2006/main">
            <a:off x="837819" y="6900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1-comparison / n54 / text 1">
            <a:extLst xmlns:a="http://schemas.openxmlformats.org/drawingml/2006/main">
              <a:ext uri="{FF2B5EF4-FFF2-40B4-BE49-F238E27FC236}">
                <a16:creationId xmlns:a16="http://schemas.microsoft.com/office/drawing/2014/main" id="{C1D80B16-F6C5-4532-9BAE-278E25B2C9DF}"/>
              </a:ext>
            </a:extLst>
          </p:cNvPr>
          <p:cNvSpPr>
            <a:spLocks xmlns:a="http://schemas.openxmlformats.org/drawingml/2006/main" noGrp="1"/>
          </p:cNvSpPr>
          <p:nvPr/>
        </p:nvSpPr>
        <p:spPr>
          <a:xfrm xmlns:a="http://schemas.openxmlformats.org/drawingml/2006/main">
            <a:off x="962025" y="686752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7" name="dp41-comparison / n55 / path">
            <a:extLst xmlns:a="http://schemas.openxmlformats.org/drawingml/2006/main">
              <a:ext uri="{FF2B5EF4-FFF2-40B4-BE49-F238E27FC236}">
                <a16:creationId xmlns:a16="http://schemas.microsoft.com/office/drawing/2014/main" id="{07552744-7B5F-4943-B0EA-392FCEBA1954}"/>
              </a:ext>
            </a:extLst>
          </p:cNvPr>
          <p:cNvSpPr>
            <a:spLocks xmlns:a="http://schemas.openxmlformats.org/drawingml/2006/main" noGrp="1"/>
          </p:cNvSpPr>
          <p:nvPr/>
        </p:nvSpPr>
        <p:spPr>
          <a:xfrm xmlns:a="http://schemas.openxmlformats.org/drawingml/2006/main">
            <a:off x="514350" y="713422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8" name="dp41-comparison / n55 / arrow">
            <a:extLst xmlns:a="http://schemas.openxmlformats.org/drawingml/2006/main">
              <a:ext uri="{FF2B5EF4-FFF2-40B4-BE49-F238E27FC236}">
                <a16:creationId xmlns:a16="http://schemas.microsoft.com/office/drawing/2014/main" id="{C16BDE43-F6A8-4A92-BD74-23B8D32919BE}"/>
              </a:ext>
            </a:extLst>
          </p:cNvPr>
          <p:cNvSpPr>
            <a:spLocks xmlns:a="http://schemas.openxmlformats.org/drawingml/2006/main" noGrp="1"/>
          </p:cNvSpPr>
          <p:nvPr/>
        </p:nvSpPr>
        <p:spPr>
          <a:xfrm xmlns:a="http://schemas.openxmlformats.org/drawingml/2006/main">
            <a:off x="837819" y="7100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9" name="dp41-comparison / n56 / text 1">
            <a:extLst xmlns:a="http://schemas.openxmlformats.org/drawingml/2006/main">
              <a:ext uri="{FF2B5EF4-FFF2-40B4-BE49-F238E27FC236}">
                <a16:creationId xmlns:a16="http://schemas.microsoft.com/office/drawing/2014/main" id="{E9AF361B-B508-40F2-9B6E-AC47C83DADFD}"/>
              </a:ext>
            </a:extLst>
          </p:cNvPr>
          <p:cNvSpPr>
            <a:spLocks xmlns:a="http://schemas.openxmlformats.org/drawingml/2006/main" noGrp="1"/>
          </p:cNvSpPr>
          <p:nvPr/>
        </p:nvSpPr>
        <p:spPr>
          <a:xfrm xmlns:a="http://schemas.openxmlformats.org/drawingml/2006/main">
            <a:off x="962025" y="70675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0" name="dp41-comparison / n57 / text 1">
            <a:extLst xmlns:a="http://schemas.openxmlformats.org/drawingml/2006/main">
              <a:ext uri="{FF2B5EF4-FFF2-40B4-BE49-F238E27FC236}">
                <a16:creationId xmlns:a16="http://schemas.microsoft.com/office/drawing/2014/main" id="{109B3782-13F5-4BC1-89B7-E34B90C7230C}"/>
              </a:ext>
            </a:extLst>
          </p:cNvPr>
          <p:cNvSpPr>
            <a:spLocks xmlns:a="http://schemas.openxmlformats.org/drawingml/2006/main" noGrp="1"/>
          </p:cNvSpPr>
          <p:nvPr/>
        </p:nvSpPr>
        <p:spPr>
          <a:xfrm xmlns:a="http://schemas.openxmlformats.org/drawingml/2006/main">
            <a:off x="514350" y="73818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1" name="dp41-comparison / n58">
            <a:extLst xmlns:a="http://schemas.openxmlformats.org/drawingml/2006/main">
              <a:ext uri="{FF2B5EF4-FFF2-40B4-BE49-F238E27FC236}">
                <a16:creationId xmlns:a16="http://schemas.microsoft.com/office/drawing/2014/main" id="{8B5CE5E5-2056-413A-8A10-54C480EDB38B}"/>
              </a:ext>
            </a:extLst>
          </p:cNvPr>
          <p:cNvSpPr>
            <a:spLocks xmlns:a="http://schemas.openxmlformats.org/drawingml/2006/main" noGrp="1"/>
          </p:cNvSpPr>
          <p:nvPr/>
        </p:nvSpPr>
        <p:spPr>
          <a:xfrm xmlns:a="http://schemas.openxmlformats.org/drawingml/2006/main">
            <a:off x="504825" y="75914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1-comparison / n59 / text 1">
            <a:extLst xmlns:a="http://schemas.openxmlformats.org/drawingml/2006/main">
              <a:ext uri="{FF2B5EF4-FFF2-40B4-BE49-F238E27FC236}">
                <a16:creationId xmlns:a16="http://schemas.microsoft.com/office/drawing/2014/main" id="{98F0E030-D444-4940-93F7-0F9E6BFEC889}"/>
              </a:ext>
            </a:extLst>
          </p:cNvPr>
          <p:cNvSpPr>
            <a:spLocks xmlns:a="http://schemas.openxmlformats.org/drawingml/2006/main" noGrp="1"/>
          </p:cNvSpPr>
          <p:nvPr/>
        </p:nvSpPr>
        <p:spPr>
          <a:xfrm xmlns:a="http://schemas.openxmlformats.org/drawingml/2006/main">
            <a:off x="590550" y="76152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3" name="dp41-comparison / n60 / text 1">
            <a:extLst xmlns:a="http://schemas.openxmlformats.org/drawingml/2006/main">
              <a:ext uri="{FF2B5EF4-FFF2-40B4-BE49-F238E27FC236}">
                <a16:creationId xmlns:a16="http://schemas.microsoft.com/office/drawing/2014/main" id="{8C4241AD-5C13-4D6F-9B0E-1D96D33E18AB}"/>
              </a:ext>
            </a:extLst>
          </p:cNvPr>
          <p:cNvSpPr>
            <a:spLocks xmlns:a="http://schemas.openxmlformats.org/drawingml/2006/main" noGrp="1"/>
          </p:cNvSpPr>
          <p:nvPr/>
        </p:nvSpPr>
        <p:spPr>
          <a:xfrm xmlns:a="http://schemas.openxmlformats.org/drawingml/2006/main">
            <a:off x="847725" y="76200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4" name="dp41-comparison / n61">
            <a:extLst xmlns:a="http://schemas.openxmlformats.org/drawingml/2006/main">
              <a:ext uri="{FF2B5EF4-FFF2-40B4-BE49-F238E27FC236}">
                <a16:creationId xmlns:a16="http://schemas.microsoft.com/office/drawing/2014/main" id="{51A742C6-8193-44AE-8D2B-3D34EA0B12F6}"/>
              </a:ext>
            </a:extLst>
          </p:cNvPr>
          <p:cNvSpPr>
            <a:spLocks xmlns:a="http://schemas.openxmlformats.org/drawingml/2006/main" noGrp="1"/>
          </p:cNvSpPr>
          <p:nvPr/>
        </p:nvSpPr>
        <p:spPr>
          <a:xfrm xmlns:a="http://schemas.openxmlformats.org/drawingml/2006/main">
            <a:off x="504825" y="7905750"/>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5" name="dp41-comparison / n62 / text 1">
            <a:extLst xmlns:a="http://schemas.openxmlformats.org/drawingml/2006/main">
              <a:ext uri="{FF2B5EF4-FFF2-40B4-BE49-F238E27FC236}">
                <a16:creationId xmlns:a16="http://schemas.microsoft.com/office/drawing/2014/main" id="{1DEAC4CC-F3F2-4369-8065-879393651D26}"/>
              </a:ext>
            </a:extLst>
          </p:cNvPr>
          <p:cNvSpPr>
            <a:spLocks xmlns:a="http://schemas.openxmlformats.org/drawingml/2006/main" noGrp="1"/>
          </p:cNvSpPr>
          <p:nvPr/>
        </p:nvSpPr>
        <p:spPr>
          <a:xfrm xmlns:a="http://schemas.openxmlformats.org/drawingml/2006/main">
            <a:off x="590550" y="7929563"/>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6" name="dp41-comparison / n63 / text 1">
            <a:extLst xmlns:a="http://schemas.openxmlformats.org/drawingml/2006/main">
              <a:ext uri="{FF2B5EF4-FFF2-40B4-BE49-F238E27FC236}">
                <a16:creationId xmlns:a16="http://schemas.microsoft.com/office/drawing/2014/main" id="{591B9487-E545-4D1E-96CD-CD412BB215EC}"/>
              </a:ext>
            </a:extLst>
          </p:cNvPr>
          <p:cNvSpPr>
            <a:spLocks xmlns:a="http://schemas.openxmlformats.org/drawingml/2006/main" noGrp="1"/>
          </p:cNvSpPr>
          <p:nvPr/>
        </p:nvSpPr>
        <p:spPr>
          <a:xfrm xmlns:a="http://schemas.openxmlformats.org/drawingml/2006/main">
            <a:off x="847725" y="7934325"/>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7" name="dp41-comparison / n66">
            <a:extLst xmlns:a="http://schemas.openxmlformats.org/drawingml/2006/main">
              <a:ext uri="{FF2B5EF4-FFF2-40B4-BE49-F238E27FC236}">
                <a16:creationId xmlns:a16="http://schemas.microsoft.com/office/drawing/2014/main" id="{D021E217-B940-4183-B2AF-2A1407C9C978}"/>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F8E2D3AA-12D7-4691-8D14-50C935A06DF5}"/>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9" name="dp41-comparison / n68">
            <a:extLst xmlns:a="http://schemas.openxmlformats.org/drawingml/2006/main">
              <a:ext uri="{FF2B5EF4-FFF2-40B4-BE49-F238E27FC236}">
                <a16:creationId xmlns:a16="http://schemas.microsoft.com/office/drawing/2014/main" id="{5D1A5CC6-07FA-470B-A1A3-116BEBF6D261}"/>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1-comparison / n69 / text 1">
            <a:extLst xmlns:a="http://schemas.openxmlformats.org/drawingml/2006/main">
              <a:ext uri="{FF2B5EF4-FFF2-40B4-BE49-F238E27FC236}">
                <a16:creationId xmlns:a16="http://schemas.microsoft.com/office/drawing/2014/main" id="{AAAE4B9E-FE1D-4C54-BF7B-696CA86F0BF5}"/>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71" name="dp41-comparison / n70 / path">
            <a:extLst xmlns:a="http://schemas.openxmlformats.org/drawingml/2006/main">
              <a:ext uri="{FF2B5EF4-FFF2-40B4-BE49-F238E27FC236}">
                <a16:creationId xmlns:a16="http://schemas.microsoft.com/office/drawing/2014/main" id="{03993FA9-32A4-41CF-9EEA-FA5FF95E3141}"/>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2" name="dp41-comparison / n70 / arrow">
            <a:extLst xmlns:a="http://schemas.openxmlformats.org/drawingml/2006/main">
              <a:ext uri="{FF2B5EF4-FFF2-40B4-BE49-F238E27FC236}">
                <a16:creationId xmlns:a16="http://schemas.microsoft.com/office/drawing/2014/main" id="{A6DFEEAD-8F94-422D-A359-692A3C1E01C7}"/>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1 / path">
            <a:extLst xmlns:a="http://schemas.openxmlformats.org/drawingml/2006/main">
              <a:ext uri="{FF2B5EF4-FFF2-40B4-BE49-F238E27FC236}">
                <a16:creationId xmlns:a16="http://schemas.microsoft.com/office/drawing/2014/main" id="{82CDD00C-395E-4399-9206-4273F6B0EEAE}"/>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4" name="dp41-comparison / n71 / arrow">
            <a:extLst xmlns:a="http://schemas.openxmlformats.org/drawingml/2006/main">
              <a:ext uri="{FF2B5EF4-FFF2-40B4-BE49-F238E27FC236}">
                <a16:creationId xmlns:a16="http://schemas.microsoft.com/office/drawing/2014/main" id="{93CE95EE-22DD-478B-8680-9997B4A02713}"/>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1-comparison / n72">
            <a:extLst xmlns:a="http://schemas.openxmlformats.org/drawingml/2006/main">
              <a:ext uri="{FF2B5EF4-FFF2-40B4-BE49-F238E27FC236}">
                <a16:creationId xmlns:a16="http://schemas.microsoft.com/office/drawing/2014/main" id="{C46C5AEE-A9F3-4945-87A6-59C2E44FE974}"/>
              </a:ext>
            </a:extLst>
          </p:cNvPr>
          <p:cNvSpPr>
            <a:spLocks xmlns:a="http://schemas.openxmlformats.org/drawingml/2006/main" noGrp="1"/>
          </p:cNvSpPr>
          <p:nvPr/>
        </p:nvSpPr>
        <p:spPr>
          <a:xfrm xmlns:a="http://schemas.openxmlformats.org/drawingml/2006/main">
            <a:off x="166687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73 / text 1">
            <a:extLst xmlns:a="http://schemas.openxmlformats.org/drawingml/2006/main">
              <a:ext uri="{FF2B5EF4-FFF2-40B4-BE49-F238E27FC236}">
                <a16:creationId xmlns:a16="http://schemas.microsoft.com/office/drawing/2014/main" id="{D01D7661-FCA2-463E-A965-61CE9EDBB211}"/>
              </a:ext>
            </a:extLst>
          </p:cNvPr>
          <p:cNvSpPr>
            <a:spLocks xmlns:a="http://schemas.openxmlformats.org/drawingml/2006/main" noGrp="1"/>
          </p:cNvSpPr>
          <p:nvPr/>
        </p:nvSpPr>
        <p:spPr>
          <a:xfrm xmlns:a="http://schemas.openxmlformats.org/drawingml/2006/main">
            <a:off x="175260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7" name="dp41-comparison / n78">
            <a:extLst xmlns:a="http://schemas.openxmlformats.org/drawingml/2006/main">
              <a:ext uri="{FF2B5EF4-FFF2-40B4-BE49-F238E27FC236}">
                <a16:creationId xmlns:a16="http://schemas.microsoft.com/office/drawing/2014/main" id="{18B4BCE1-A317-41D9-8542-297CC534D2D3}"/>
              </a:ext>
            </a:extLst>
          </p:cNvPr>
          <p:cNvSpPr>
            <a:spLocks xmlns:a="http://schemas.openxmlformats.org/drawingml/2006/main" noGrp="1"/>
          </p:cNvSpPr>
          <p:nvPr/>
        </p:nvSpPr>
        <p:spPr>
          <a:xfrm xmlns:a="http://schemas.openxmlformats.org/drawingml/2006/main">
            <a:off x="147637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9 / text 1">
            <a:extLst xmlns:a="http://schemas.openxmlformats.org/drawingml/2006/main">
              <a:ext uri="{FF2B5EF4-FFF2-40B4-BE49-F238E27FC236}">
                <a16:creationId xmlns:a16="http://schemas.microsoft.com/office/drawing/2014/main" id="{A77F2EB4-20BB-4DDC-99FF-C165979ECA2D}"/>
              </a:ext>
            </a:extLst>
          </p:cNvPr>
          <p:cNvSpPr>
            <a:spLocks xmlns:a="http://schemas.openxmlformats.org/drawingml/2006/main" noGrp="1"/>
          </p:cNvSpPr>
          <p:nvPr/>
        </p:nvSpPr>
        <p:spPr>
          <a:xfrm xmlns:a="http://schemas.openxmlformats.org/drawingml/2006/main">
            <a:off x="46672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9" name="dp41-comparison / n82">
            <a:extLst xmlns:a="http://schemas.openxmlformats.org/drawingml/2006/main">
              <a:ext uri="{FF2B5EF4-FFF2-40B4-BE49-F238E27FC236}">
                <a16:creationId xmlns:a16="http://schemas.microsoft.com/office/drawing/2014/main" id="{7EBCA7CF-A9ED-40EE-89E3-CE9095AA2761}"/>
              </a:ext>
            </a:extLst>
          </p:cNvPr>
          <p:cNvSpPr>
            <a:spLocks xmlns:a="http://schemas.openxmlformats.org/drawingml/2006/main" noGrp="1"/>
          </p:cNvSpPr>
          <p:nvPr/>
        </p:nvSpPr>
        <p:spPr>
          <a:xfrm xmlns:a="http://schemas.openxmlformats.org/drawingml/2006/main">
            <a:off x="1666875" y="4019550"/>
            <a:ext cx="25241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3 / text 1">
            <a:extLst xmlns:a="http://schemas.openxmlformats.org/drawingml/2006/main">
              <a:ext uri="{FF2B5EF4-FFF2-40B4-BE49-F238E27FC236}">
                <a16:creationId xmlns:a16="http://schemas.microsoft.com/office/drawing/2014/main" id="{E3BFA7FB-0BEE-4A15-99E1-43E31694606D}"/>
              </a:ext>
            </a:extLst>
          </p:cNvPr>
          <p:cNvSpPr>
            <a:spLocks xmlns:a="http://schemas.openxmlformats.org/drawingml/2006/main" noGrp="1"/>
          </p:cNvSpPr>
          <p:nvPr/>
        </p:nvSpPr>
        <p:spPr>
          <a:xfrm xmlns:a="http://schemas.openxmlformats.org/drawingml/2006/main">
            <a:off x="1752600" y="4098608"/>
            <a:ext cx="2352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6">
            <a:extLst xmlns:a="http://schemas.openxmlformats.org/drawingml/2006/main">
              <a:ext uri="{FF2B5EF4-FFF2-40B4-BE49-F238E27FC236}">
                <a16:creationId xmlns:a16="http://schemas.microsoft.com/office/drawing/2014/main" id="{72B3FF75-5A1B-4805-9AAC-7C13D8AFC79A}"/>
              </a:ext>
            </a:extLst>
          </p:cNvPr>
          <p:cNvSpPr>
            <a:spLocks xmlns:a="http://schemas.openxmlformats.org/drawingml/2006/main" noGrp="1"/>
          </p:cNvSpPr>
          <p:nvPr/>
        </p:nvSpPr>
        <p:spPr>
          <a:xfrm xmlns:a="http://schemas.openxmlformats.org/drawingml/2006/main">
            <a:off x="6762750" y="4019550"/>
            <a:ext cx="2238375"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7 / text 1">
            <a:extLst xmlns:a="http://schemas.openxmlformats.org/drawingml/2006/main">
              <a:ext uri="{FF2B5EF4-FFF2-40B4-BE49-F238E27FC236}">
                <a16:creationId xmlns:a16="http://schemas.microsoft.com/office/drawing/2014/main" id="{DA6FE6D6-89E5-4D2D-A619-B3A016CE9A02}"/>
              </a:ext>
            </a:extLst>
          </p:cNvPr>
          <p:cNvSpPr>
            <a:spLocks xmlns:a="http://schemas.openxmlformats.org/drawingml/2006/main" noGrp="1"/>
          </p:cNvSpPr>
          <p:nvPr/>
        </p:nvSpPr>
        <p:spPr>
          <a:xfrm xmlns:a="http://schemas.openxmlformats.org/drawingml/2006/main">
            <a:off x="6848475" y="41047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읽기 도구 실행기</a:t>
            </a:r>
          </a:p>
        </p:txBody>
      </p:sp>
      <p:sp>
        <p:nvSpPr>
          <p:cNvPr id="83" name="dp41-comparison / n88">
            <a:extLst xmlns:a="http://schemas.openxmlformats.org/drawingml/2006/main">
              <a:ext uri="{FF2B5EF4-FFF2-40B4-BE49-F238E27FC236}">
                <a16:creationId xmlns:a16="http://schemas.microsoft.com/office/drawing/2014/main" id="{2D1F972B-4AAC-4BB4-ACF4-6A0ECDDB6419}"/>
              </a:ext>
            </a:extLst>
          </p:cNvPr>
          <p:cNvSpPr>
            <a:spLocks xmlns:a="http://schemas.openxmlformats.org/drawingml/2006/main" noGrp="1"/>
          </p:cNvSpPr>
          <p:nvPr/>
        </p:nvSpPr>
        <p:spPr>
          <a:xfrm xmlns:a="http://schemas.openxmlformats.org/drawingml/2006/main">
            <a:off x="1666875" y="4981575"/>
            <a:ext cx="2524125" cy="5238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9 / text 1">
            <a:extLst xmlns:a="http://schemas.openxmlformats.org/drawingml/2006/main">
              <a:ext uri="{FF2B5EF4-FFF2-40B4-BE49-F238E27FC236}">
                <a16:creationId xmlns:a16="http://schemas.microsoft.com/office/drawing/2014/main" id="{5149663E-D49E-4BA8-A6C6-86A36A574CA3}"/>
              </a:ext>
            </a:extLst>
          </p:cNvPr>
          <p:cNvSpPr>
            <a:spLocks xmlns:a="http://schemas.openxmlformats.org/drawingml/2006/main" noGrp="1"/>
          </p:cNvSpPr>
          <p:nvPr/>
        </p:nvSpPr>
        <p:spPr>
          <a:xfrm xmlns:a="http://schemas.openxmlformats.org/drawingml/2006/main">
            <a:off x="1752600" y="5143500"/>
            <a:ext cx="23526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모델에 제공할 해석 맥락</a:t>
            </a:r>
          </a:p>
        </p:txBody>
      </p:sp>
      <p:sp>
        <p:nvSpPr>
          <p:cNvPr id="85" name="dp41-comparison / n92 / path">
            <a:extLst xmlns:a="http://schemas.openxmlformats.org/drawingml/2006/main">
              <a:ext uri="{FF2B5EF4-FFF2-40B4-BE49-F238E27FC236}">
                <a16:creationId xmlns:a16="http://schemas.microsoft.com/office/drawing/2014/main" id="{3E02738D-9FC1-49A7-88D9-4BCE9BB10C36}"/>
              </a:ext>
            </a:extLst>
          </p:cNvPr>
          <p:cNvSpPr>
            <a:spLocks xmlns:a="http://schemas.openxmlformats.org/drawingml/2006/main" noGrp="1"/>
          </p:cNvSpPr>
          <p:nvPr/>
        </p:nvSpPr>
        <p:spPr>
          <a:xfrm xmlns:a="http://schemas.openxmlformats.org/drawingml/2006/main">
            <a:off x="1976438" y="3190875"/>
            <a:ext cx="953" cy="828675"/>
          </a:xfrm>
          <a:custGeom xmlns:a="http://schemas.openxmlformats.org/drawingml/2006/main">
            <a:pathLst>
              <a:path w="953" h="828675">
                <a:moveTo>
                  <a:pt x="0" y="828675"/>
                </a:moveTo>
                <a:lnTo>
                  <a:pt x="0" y="0"/>
                </a:lnTo>
              </a:path>
            </a:pathLst>
          </a:custGeom>
          <a:noFill xmlns:a="http://schemas.openxmlformats.org/drawingml/2006/main"/>
          <a:ln xmlns:a="http://schemas.openxmlformats.org/drawingml/2006/main" w="10478">
            <a:solidFill>
              <a:srgbClr val="B8753F"/>
            </a:solidFill>
            <a:prstDash val="solid"/>
          </a:ln>
        </p:spPr>
      </p:sp>
      <p:sp>
        <p:nvSpPr>
          <p:cNvPr id="86" name="dp41-comparison / n92 / arrow">
            <a:extLst xmlns:a="http://schemas.openxmlformats.org/drawingml/2006/main">
              <a:ext uri="{FF2B5EF4-FFF2-40B4-BE49-F238E27FC236}">
                <a16:creationId xmlns:a16="http://schemas.microsoft.com/office/drawing/2014/main" id="{6B19A0E1-D9BD-4F93-A6E6-2550713625CC}"/>
              </a:ext>
            </a:extLst>
          </p:cNvPr>
          <p:cNvSpPr>
            <a:spLocks xmlns:a="http://schemas.openxmlformats.org/drawingml/2006/main" noGrp="1"/>
          </p:cNvSpPr>
          <p:nvPr/>
        </p:nvSpPr>
        <p:spPr>
          <a:xfrm xmlns:a="http://schemas.openxmlformats.org/drawingml/2006/main">
            <a:off x="1942910" y="31908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87" name="dp41-comparison / n93 / path">
            <a:extLst xmlns:a="http://schemas.openxmlformats.org/drawingml/2006/main">
              <a:ext uri="{FF2B5EF4-FFF2-40B4-BE49-F238E27FC236}">
                <a16:creationId xmlns:a16="http://schemas.microsoft.com/office/drawing/2014/main" id="{79443BC0-696E-49BE-9B48-B9050F16E28A}"/>
              </a:ext>
            </a:extLst>
          </p:cNvPr>
          <p:cNvSpPr>
            <a:spLocks xmlns:a="http://schemas.openxmlformats.org/drawingml/2006/main" noGrp="1"/>
          </p:cNvSpPr>
          <p:nvPr/>
        </p:nvSpPr>
        <p:spPr>
          <a:xfrm xmlns:a="http://schemas.openxmlformats.org/drawingml/2006/main">
            <a:off x="3976688" y="3190875"/>
            <a:ext cx="953" cy="828675"/>
          </a:xfrm>
          <a:custGeom xmlns:a="http://schemas.openxmlformats.org/drawingml/2006/main">
            <a:pathLst>
              <a:path w="953" h="828675">
                <a:moveTo>
                  <a:pt x="0" y="0"/>
                </a:moveTo>
                <a:lnTo>
                  <a:pt x="0" y="828675"/>
                </a:lnTo>
              </a:path>
            </a:pathLst>
          </a:custGeom>
          <a:noFill xmlns:a="http://schemas.openxmlformats.org/drawingml/2006/main"/>
          <a:ln xmlns:a="http://schemas.openxmlformats.org/drawingml/2006/main" w="10478">
            <a:solidFill>
              <a:srgbClr val="B8753F"/>
            </a:solidFill>
            <a:prstDash val="dash"/>
          </a:ln>
        </p:spPr>
      </p:sp>
      <p:sp>
        <p:nvSpPr>
          <p:cNvPr id="88" name="dp41-comparison / n93 / arrow">
            <a:extLst xmlns:a="http://schemas.openxmlformats.org/drawingml/2006/main">
              <a:ext uri="{FF2B5EF4-FFF2-40B4-BE49-F238E27FC236}">
                <a16:creationId xmlns:a16="http://schemas.microsoft.com/office/drawing/2014/main" id="{04ABB50F-5A8A-4377-9A52-91D14D923EE8}"/>
              </a:ext>
            </a:extLst>
          </p:cNvPr>
          <p:cNvSpPr>
            <a:spLocks xmlns:a="http://schemas.openxmlformats.org/drawingml/2006/main" noGrp="1"/>
          </p:cNvSpPr>
          <p:nvPr/>
        </p:nvSpPr>
        <p:spPr>
          <a:xfrm xmlns:a="http://schemas.openxmlformats.org/drawingml/2006/main">
            <a:off x="39431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89" name="dp41-comparison / n98 / path">
            <a:extLst xmlns:a="http://schemas.openxmlformats.org/drawingml/2006/main">
              <a:ext uri="{FF2B5EF4-FFF2-40B4-BE49-F238E27FC236}">
                <a16:creationId xmlns:a16="http://schemas.microsoft.com/office/drawing/2014/main" id="{9316381F-C733-4C03-989C-374F9BE3C08B}"/>
              </a:ext>
            </a:extLst>
          </p:cNvPr>
          <p:cNvSpPr>
            <a:spLocks xmlns:a="http://schemas.openxmlformats.org/drawingml/2006/main" noGrp="1"/>
          </p:cNvSpPr>
          <p:nvPr/>
        </p:nvSpPr>
        <p:spPr>
          <a:xfrm xmlns:a="http://schemas.openxmlformats.org/drawingml/2006/main">
            <a:off x="4191000" y="4210050"/>
            <a:ext cx="2571750" cy="953"/>
          </a:xfrm>
          <a:custGeom xmlns:a="http://schemas.openxmlformats.org/drawingml/2006/main">
            <a:pathLst>
              <a:path w="2571750" h="953">
                <a:moveTo>
                  <a:pt x="0" y="0"/>
                </a:moveTo>
                <a:lnTo>
                  <a:pt x="2571750" y="0"/>
                </a:lnTo>
              </a:path>
            </a:pathLst>
          </a:custGeom>
          <a:noFill xmlns:a="http://schemas.openxmlformats.org/drawingml/2006/main"/>
          <a:ln xmlns:a="http://schemas.openxmlformats.org/drawingml/2006/main" w="10478">
            <a:solidFill>
              <a:srgbClr val="B8753F"/>
            </a:solidFill>
            <a:prstDash val="solid"/>
          </a:ln>
        </p:spPr>
      </p:sp>
      <p:sp>
        <p:nvSpPr>
          <p:cNvPr id="90" name="dp41-comparison / n98 / arrow">
            <a:extLst xmlns:a="http://schemas.openxmlformats.org/drawingml/2006/main">
              <a:ext uri="{FF2B5EF4-FFF2-40B4-BE49-F238E27FC236}">
                <a16:creationId xmlns:a16="http://schemas.microsoft.com/office/drawing/2014/main" id="{88B439F5-8688-4024-8954-1FDD2E4BFE7D}"/>
              </a:ext>
            </a:extLst>
          </p:cNvPr>
          <p:cNvSpPr>
            <a:spLocks xmlns:a="http://schemas.openxmlformats.org/drawingml/2006/main" noGrp="1"/>
          </p:cNvSpPr>
          <p:nvPr/>
        </p:nvSpPr>
        <p:spPr>
          <a:xfrm xmlns:a="http://schemas.openxmlformats.org/drawingml/2006/main">
            <a:off x="6695694" y="4176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1-comparison / n101 / path">
            <a:extLst xmlns:a="http://schemas.openxmlformats.org/drawingml/2006/main">
              <a:ext uri="{FF2B5EF4-FFF2-40B4-BE49-F238E27FC236}">
                <a16:creationId xmlns:a16="http://schemas.microsoft.com/office/drawing/2014/main" id="{6C0BC3A7-B445-4C1A-9063-8C1E2F9529FF}"/>
              </a:ext>
            </a:extLst>
          </p:cNvPr>
          <p:cNvSpPr>
            <a:spLocks xmlns:a="http://schemas.openxmlformats.org/drawingml/2006/main" noGrp="1"/>
          </p:cNvSpPr>
          <p:nvPr/>
        </p:nvSpPr>
        <p:spPr>
          <a:xfrm xmlns:a="http://schemas.openxmlformats.org/drawingml/2006/main">
            <a:off x="4191000" y="4210050"/>
            <a:ext cx="5000625" cy="1609725"/>
          </a:xfrm>
          <a:custGeom xmlns:a="http://schemas.openxmlformats.org/drawingml/2006/main">
            <a:pathLst>
              <a:path w="5000625" h="1609725">
                <a:moveTo>
                  <a:pt x="4810125" y="0"/>
                </a:moveTo>
                <a:lnTo>
                  <a:pt x="5000625" y="0"/>
                </a:lnTo>
                <a:lnTo>
                  <a:pt x="5000625" y="1609725"/>
                </a:lnTo>
                <a:lnTo>
                  <a:pt x="238125" y="1609725"/>
                </a:lnTo>
                <a:lnTo>
                  <a:pt x="238125" y="1033463"/>
                </a:lnTo>
                <a:lnTo>
                  <a:pt x="0" y="1033463"/>
                </a:lnTo>
              </a:path>
            </a:pathLst>
          </a:custGeom>
          <a:noFill xmlns:a="http://schemas.openxmlformats.org/drawingml/2006/main"/>
          <a:ln xmlns:a="http://schemas.openxmlformats.org/drawingml/2006/main" w="10478">
            <a:solidFill>
              <a:srgbClr val="B8753F"/>
            </a:solidFill>
            <a:prstDash val="dash"/>
          </a:ln>
        </p:spPr>
      </p:sp>
      <p:sp>
        <p:nvSpPr>
          <p:cNvPr id="92" name="dp41-comparison / n101 / arrow">
            <a:extLst xmlns:a="http://schemas.openxmlformats.org/drawingml/2006/main">
              <a:ext uri="{FF2B5EF4-FFF2-40B4-BE49-F238E27FC236}">
                <a16:creationId xmlns:a16="http://schemas.microsoft.com/office/drawing/2014/main" id="{BFBB953C-E8FD-4066-81E1-29884F87F3F1}"/>
              </a:ext>
            </a:extLst>
          </p:cNvPr>
          <p:cNvSpPr>
            <a:spLocks xmlns:a="http://schemas.openxmlformats.org/drawingml/2006/main" noGrp="1"/>
          </p:cNvSpPr>
          <p:nvPr/>
        </p:nvSpPr>
        <p:spPr>
          <a:xfrm xmlns:a="http://schemas.openxmlformats.org/drawingml/2006/main">
            <a:off x="4191000" y="52099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1-comparison / n104 / path">
            <a:extLst xmlns:a="http://schemas.openxmlformats.org/drawingml/2006/main">
              <a:ext uri="{FF2B5EF4-FFF2-40B4-BE49-F238E27FC236}">
                <a16:creationId xmlns:a16="http://schemas.microsoft.com/office/drawing/2014/main" id="{40F95BEA-F8C6-4D78-867E-A91D6CB52D05}"/>
              </a:ext>
            </a:extLst>
          </p:cNvPr>
          <p:cNvSpPr>
            <a:spLocks xmlns:a="http://schemas.openxmlformats.org/drawingml/2006/main" noGrp="1"/>
          </p:cNvSpPr>
          <p:nvPr/>
        </p:nvSpPr>
        <p:spPr>
          <a:xfrm xmlns:a="http://schemas.openxmlformats.org/drawingml/2006/main">
            <a:off x="3976688" y="4400550"/>
            <a:ext cx="953" cy="581025"/>
          </a:xfrm>
          <a:custGeom xmlns:a="http://schemas.openxmlformats.org/drawingml/2006/main">
            <a:pathLst>
              <a:path w="953" h="581025">
                <a:moveTo>
                  <a:pt x="0" y="581025"/>
                </a:moveTo>
                <a:lnTo>
                  <a:pt x="0" y="0"/>
                </a:lnTo>
              </a:path>
            </a:pathLst>
          </a:custGeom>
          <a:noFill xmlns:a="http://schemas.openxmlformats.org/drawingml/2006/main"/>
          <a:ln xmlns:a="http://schemas.openxmlformats.org/drawingml/2006/main" w="10478">
            <a:solidFill>
              <a:srgbClr val="B8753F"/>
            </a:solidFill>
            <a:prstDash val="solid"/>
          </a:ln>
        </p:spPr>
      </p:sp>
      <p:sp>
        <p:nvSpPr>
          <p:cNvPr id="94" name="dp41-comparison / n104 / arrow">
            <a:extLst xmlns:a="http://schemas.openxmlformats.org/drawingml/2006/main">
              <a:ext uri="{FF2B5EF4-FFF2-40B4-BE49-F238E27FC236}">
                <a16:creationId xmlns:a16="http://schemas.microsoft.com/office/drawing/2014/main" id="{9CACD21E-0A7B-467A-8282-79A7F72BFDE7}"/>
              </a:ext>
            </a:extLst>
          </p:cNvPr>
          <p:cNvSpPr>
            <a:spLocks xmlns:a="http://schemas.openxmlformats.org/drawingml/2006/main" noGrp="1"/>
          </p:cNvSpPr>
          <p:nvPr/>
        </p:nvSpPr>
        <p:spPr>
          <a:xfrm xmlns:a="http://schemas.openxmlformats.org/drawingml/2006/main">
            <a:off x="3943160" y="44005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95" name="dp41-comparison / n113">
            <a:extLst xmlns:a="http://schemas.openxmlformats.org/drawingml/2006/main">
              <a:ext uri="{FF2B5EF4-FFF2-40B4-BE49-F238E27FC236}">
                <a16:creationId xmlns:a16="http://schemas.microsoft.com/office/drawing/2014/main" id="{28B3FA95-D0FA-42D8-A960-E9C2D1DC8F8B}"/>
              </a:ext>
            </a:extLst>
          </p:cNvPr>
          <p:cNvSpPr>
            <a:spLocks xmlns:a="http://schemas.openxmlformats.org/drawingml/2006/main" noGrp="1"/>
          </p:cNvSpPr>
          <p:nvPr/>
        </p:nvSpPr>
        <p:spPr>
          <a:xfrm xmlns:a="http://schemas.openxmlformats.org/drawingml/2006/main">
            <a:off x="6762750" y="6019800"/>
            <a:ext cx="22383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114 / text 1">
            <a:extLst xmlns:a="http://schemas.openxmlformats.org/drawingml/2006/main">
              <a:ext uri="{FF2B5EF4-FFF2-40B4-BE49-F238E27FC236}">
                <a16:creationId xmlns:a16="http://schemas.microsoft.com/office/drawing/2014/main" id="{F55F4779-1861-4C86-8858-2A3E0A90E491}"/>
              </a:ext>
            </a:extLst>
          </p:cNvPr>
          <p:cNvSpPr>
            <a:spLocks xmlns:a="http://schemas.openxmlformats.org/drawingml/2006/main" noGrp="1"/>
          </p:cNvSpPr>
          <p:nvPr/>
        </p:nvSpPr>
        <p:spPr>
          <a:xfrm xmlns:a="http://schemas.openxmlformats.org/drawingml/2006/main">
            <a:off x="6848475" y="60669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97" name="dp41-comparison / n115 / path">
            <a:extLst xmlns:a="http://schemas.openxmlformats.org/drawingml/2006/main">
              <a:ext uri="{FF2B5EF4-FFF2-40B4-BE49-F238E27FC236}">
                <a16:creationId xmlns:a16="http://schemas.microsoft.com/office/drawing/2014/main" id="{0B25FB12-B35E-49A9-9EB2-31A488F80D9A}"/>
              </a:ext>
            </a:extLst>
          </p:cNvPr>
          <p:cNvSpPr>
            <a:spLocks xmlns:a="http://schemas.openxmlformats.org/drawingml/2006/main" noGrp="1"/>
          </p:cNvSpPr>
          <p:nvPr/>
        </p:nvSpPr>
        <p:spPr>
          <a:xfrm xmlns:a="http://schemas.openxmlformats.org/drawingml/2006/main">
            <a:off x="4191000" y="4324350"/>
            <a:ext cx="5095875" cy="1847850"/>
          </a:xfrm>
          <a:custGeom xmlns:a="http://schemas.openxmlformats.org/drawingml/2006/main">
            <a:pathLst>
              <a:path w="5095875" h="1847850">
                <a:moveTo>
                  <a:pt x="0" y="0"/>
                </a:moveTo>
                <a:lnTo>
                  <a:pt x="5095875" y="0"/>
                </a:lnTo>
                <a:lnTo>
                  <a:pt x="5095875" y="1847850"/>
                </a:lnTo>
                <a:lnTo>
                  <a:pt x="4810125" y="1847850"/>
                </a:lnTo>
              </a:path>
            </a:pathLst>
          </a:custGeom>
          <a:noFill xmlns:a="http://schemas.openxmlformats.org/drawingml/2006/main"/>
          <a:ln xmlns:a="http://schemas.openxmlformats.org/drawingml/2006/main" w="10478">
            <a:solidFill>
              <a:srgbClr val="000000"/>
            </a:solidFill>
            <a:prstDash val="solid"/>
          </a:ln>
        </p:spPr>
      </p:sp>
      <p:sp>
        <p:nvSpPr>
          <p:cNvPr id="98" name="dp41-comparison / n115 / arrow">
            <a:extLst xmlns:a="http://schemas.openxmlformats.org/drawingml/2006/main">
              <a:ext uri="{FF2B5EF4-FFF2-40B4-BE49-F238E27FC236}">
                <a16:creationId xmlns:a16="http://schemas.microsoft.com/office/drawing/2014/main" id="{138A7898-970C-4226-90A2-DF547C81FD79}"/>
              </a:ext>
            </a:extLst>
          </p:cNvPr>
          <p:cNvSpPr>
            <a:spLocks xmlns:a="http://schemas.openxmlformats.org/drawingml/2006/main" noGrp="1"/>
          </p:cNvSpPr>
          <p:nvPr/>
        </p:nvSpPr>
        <p:spPr>
          <a:xfrm xmlns:a="http://schemas.openxmlformats.org/drawingml/2006/main">
            <a:off x="9001125"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9" name="dp41-comparison / n120 / path">
            <a:extLst xmlns:a="http://schemas.openxmlformats.org/drawingml/2006/main">
              <a:ext uri="{FF2B5EF4-FFF2-40B4-BE49-F238E27FC236}">
                <a16:creationId xmlns:a16="http://schemas.microsoft.com/office/drawing/2014/main" id="{C5A0E2EA-676E-40C7-AF88-DCA9023E6688}"/>
              </a:ext>
            </a:extLst>
          </p:cNvPr>
          <p:cNvSpPr>
            <a:spLocks xmlns:a="http://schemas.openxmlformats.org/drawingml/2006/main" noGrp="1"/>
          </p:cNvSpPr>
          <p:nvPr/>
        </p:nvSpPr>
        <p:spPr>
          <a:xfrm xmlns:a="http://schemas.openxmlformats.org/drawingml/2006/main">
            <a:off x="4071938" y="2743200"/>
            <a:ext cx="5281613" cy="1276350"/>
          </a:xfrm>
          <a:custGeom xmlns:a="http://schemas.openxmlformats.org/drawingml/2006/main">
            <a:pathLst>
              <a:path w="5281613" h="1276350">
                <a:moveTo>
                  <a:pt x="3167063" y="0"/>
                </a:moveTo>
                <a:lnTo>
                  <a:pt x="3167063" y="76200"/>
                </a:lnTo>
                <a:lnTo>
                  <a:pt x="5281613" y="76200"/>
                </a:lnTo>
                <a:lnTo>
                  <a:pt x="5281613" y="828675"/>
                </a:lnTo>
                <a:lnTo>
                  <a:pt x="261938" y="828675"/>
                </a:lnTo>
                <a:lnTo>
                  <a:pt x="2619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100" name="dp41-comparison / n120 / arrow">
            <a:extLst xmlns:a="http://schemas.openxmlformats.org/drawingml/2006/main">
              <a:ext uri="{FF2B5EF4-FFF2-40B4-BE49-F238E27FC236}">
                <a16:creationId xmlns:a16="http://schemas.microsoft.com/office/drawing/2014/main" id="{7E3D1062-963D-4F04-ABF5-95C8057DC759}"/>
              </a:ext>
            </a:extLst>
          </p:cNvPr>
          <p:cNvSpPr>
            <a:spLocks xmlns:a="http://schemas.openxmlformats.org/drawingml/2006/main" noGrp="1"/>
          </p:cNvSpPr>
          <p:nvPr/>
        </p:nvSpPr>
        <p:spPr>
          <a:xfrm xmlns:a="http://schemas.openxmlformats.org/drawingml/2006/main">
            <a:off x="403841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21">
            <a:extLst xmlns:a="http://schemas.openxmlformats.org/drawingml/2006/main">
              <a:ext uri="{FF2B5EF4-FFF2-40B4-BE49-F238E27FC236}">
                <a16:creationId xmlns:a16="http://schemas.microsoft.com/office/drawing/2014/main" id="{DB926430-A167-4FE0-9916-C08B50B07871}"/>
              </a:ext>
            </a:extLst>
          </p:cNvPr>
          <p:cNvSpPr>
            <a:spLocks xmlns:a="http://schemas.openxmlformats.org/drawingml/2006/main" noGrp="1"/>
          </p:cNvSpPr>
          <p:nvPr/>
        </p:nvSpPr>
        <p:spPr>
          <a:xfrm xmlns:a="http://schemas.openxmlformats.org/drawingml/2006/main">
            <a:off x="436245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2" name="dp41-comparison / n122 / text 1">
            <a:extLst xmlns:a="http://schemas.openxmlformats.org/drawingml/2006/main">
              <a:ext uri="{FF2B5EF4-FFF2-40B4-BE49-F238E27FC236}">
                <a16:creationId xmlns:a16="http://schemas.microsoft.com/office/drawing/2014/main" id="{259756A3-7C05-49C7-8F07-AD889490DBFC}"/>
              </a:ext>
            </a:extLst>
          </p:cNvPr>
          <p:cNvSpPr>
            <a:spLocks xmlns:a="http://schemas.openxmlformats.org/drawingml/2006/main" noGrp="1"/>
          </p:cNvSpPr>
          <p:nvPr/>
        </p:nvSpPr>
        <p:spPr>
          <a:xfrm xmlns:a="http://schemas.openxmlformats.org/drawingml/2006/main">
            <a:off x="444817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103" name="dp41-comparison / n123 / path">
            <a:extLst xmlns:a="http://schemas.openxmlformats.org/drawingml/2006/main">
              <a:ext uri="{FF2B5EF4-FFF2-40B4-BE49-F238E27FC236}">
                <a16:creationId xmlns:a16="http://schemas.microsoft.com/office/drawing/2014/main" id="{131E01E3-F1DF-4772-B457-C91F8D5738C6}"/>
              </a:ext>
            </a:extLst>
          </p:cNvPr>
          <p:cNvSpPr>
            <a:spLocks xmlns:a="http://schemas.openxmlformats.org/drawingml/2006/main" noGrp="1"/>
          </p:cNvSpPr>
          <p:nvPr/>
        </p:nvSpPr>
        <p:spPr>
          <a:xfrm xmlns:a="http://schemas.openxmlformats.org/drawingml/2006/main">
            <a:off x="5457825" y="4143375"/>
            <a:ext cx="4010025" cy="2505075"/>
          </a:xfrm>
          <a:custGeom xmlns:a="http://schemas.openxmlformats.org/drawingml/2006/main">
            <a:pathLst>
              <a:path w="4010025" h="2505075">
                <a:moveTo>
                  <a:pt x="3543300" y="0"/>
                </a:moveTo>
                <a:lnTo>
                  <a:pt x="4010025" y="0"/>
                </a:lnTo>
                <a:lnTo>
                  <a:pt x="4010025"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04" name="dp41-comparison / n123 / arrow">
            <a:extLst xmlns:a="http://schemas.openxmlformats.org/drawingml/2006/main">
              <a:ext uri="{FF2B5EF4-FFF2-40B4-BE49-F238E27FC236}">
                <a16:creationId xmlns:a16="http://schemas.microsoft.com/office/drawing/2014/main" id="{671460EB-867A-4259-8867-302F44A571E2}"/>
              </a:ext>
            </a:extLst>
          </p:cNvPr>
          <p:cNvSpPr>
            <a:spLocks xmlns:a="http://schemas.openxmlformats.org/drawingml/2006/main" noGrp="1"/>
          </p:cNvSpPr>
          <p:nvPr/>
        </p:nvSpPr>
        <p:spPr>
          <a:xfrm xmlns:a="http://schemas.openxmlformats.org/drawingml/2006/main">
            <a:off x="542429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5" name="dp41-comparison / n124 / path">
            <a:extLst xmlns:a="http://schemas.openxmlformats.org/drawingml/2006/main">
              <a:ext uri="{FF2B5EF4-FFF2-40B4-BE49-F238E27FC236}">
                <a16:creationId xmlns:a16="http://schemas.microsoft.com/office/drawing/2014/main" id="{EA7A6981-D7E1-4F0E-B7EF-69550CA5E3A7}"/>
              </a:ext>
            </a:extLst>
          </p:cNvPr>
          <p:cNvSpPr>
            <a:spLocks xmlns:a="http://schemas.openxmlformats.org/drawingml/2006/main" noGrp="1"/>
          </p:cNvSpPr>
          <p:nvPr/>
        </p:nvSpPr>
        <p:spPr>
          <a:xfrm xmlns:a="http://schemas.openxmlformats.org/drawingml/2006/main">
            <a:off x="5543550" y="4286250"/>
            <a:ext cx="3848100" cy="2362200"/>
          </a:xfrm>
          <a:custGeom xmlns:a="http://schemas.openxmlformats.org/drawingml/2006/main">
            <a:pathLst>
              <a:path w="3848100" h="2362200">
                <a:moveTo>
                  <a:pt x="0" y="2362200"/>
                </a:moveTo>
                <a:lnTo>
                  <a:pt x="0" y="2305050"/>
                </a:lnTo>
                <a:lnTo>
                  <a:pt x="3848100" y="2305050"/>
                </a:lnTo>
                <a:lnTo>
                  <a:pt x="3848100" y="0"/>
                </a:lnTo>
                <a:lnTo>
                  <a:pt x="3457575" y="0"/>
                </a:lnTo>
              </a:path>
            </a:pathLst>
          </a:custGeom>
          <a:noFill xmlns:a="http://schemas.openxmlformats.org/drawingml/2006/main"/>
          <a:ln xmlns:a="http://schemas.openxmlformats.org/drawingml/2006/main" w="10478">
            <a:solidFill>
              <a:srgbClr val="000000"/>
            </a:solidFill>
            <a:prstDash val="dash"/>
          </a:ln>
        </p:spPr>
      </p:sp>
      <p:sp>
        <p:nvSpPr>
          <p:cNvPr id="106" name="dp41-comparison / n124 / arrow">
            <a:extLst xmlns:a="http://schemas.openxmlformats.org/drawingml/2006/main">
              <a:ext uri="{FF2B5EF4-FFF2-40B4-BE49-F238E27FC236}">
                <a16:creationId xmlns:a16="http://schemas.microsoft.com/office/drawing/2014/main" id="{201DA903-336F-4FFE-B95C-537DABEDDDDD}"/>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7" name="dp41-comparison / n125">
            <a:extLst xmlns:a="http://schemas.openxmlformats.org/drawingml/2006/main">
              <a:ext uri="{FF2B5EF4-FFF2-40B4-BE49-F238E27FC236}">
                <a16:creationId xmlns:a16="http://schemas.microsoft.com/office/drawing/2014/main" id="{102ADF80-CA1F-499E-A899-88775924B6DF}"/>
              </a:ext>
            </a:extLst>
          </p:cNvPr>
          <p:cNvSpPr>
            <a:spLocks xmlns:a="http://schemas.openxmlformats.org/drawingml/2006/main" noGrp="1"/>
          </p:cNvSpPr>
          <p:nvPr/>
        </p:nvSpPr>
        <p:spPr>
          <a:xfrm xmlns:a="http://schemas.openxmlformats.org/drawingml/2006/main">
            <a:off x="709612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8" name="dp41-comparison / n126 / text 1">
            <a:extLst xmlns:a="http://schemas.openxmlformats.org/drawingml/2006/main">
              <a:ext uri="{FF2B5EF4-FFF2-40B4-BE49-F238E27FC236}">
                <a16:creationId xmlns:a16="http://schemas.microsoft.com/office/drawing/2014/main" id="{5F94DAAA-9679-4539-84D6-0AEEE367CEA2}"/>
              </a:ext>
            </a:extLst>
          </p:cNvPr>
          <p:cNvSpPr>
            <a:spLocks xmlns:a="http://schemas.openxmlformats.org/drawingml/2006/main" noGrp="1"/>
          </p:cNvSpPr>
          <p:nvPr/>
        </p:nvSpPr>
        <p:spPr>
          <a:xfrm xmlns:a="http://schemas.openxmlformats.org/drawingml/2006/main">
            <a:off x="718185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109" name="dp41-comparison / n127 / path">
            <a:extLst xmlns:a="http://schemas.openxmlformats.org/drawingml/2006/main">
              <a:ext uri="{FF2B5EF4-FFF2-40B4-BE49-F238E27FC236}">
                <a16:creationId xmlns:a16="http://schemas.microsoft.com/office/drawing/2014/main" id="{F8C35D99-397B-49FC-8993-2270B70A31FC}"/>
              </a:ext>
            </a:extLst>
          </p:cNvPr>
          <p:cNvSpPr>
            <a:spLocks xmlns:a="http://schemas.openxmlformats.org/drawingml/2006/main" noGrp="1"/>
          </p:cNvSpPr>
          <p:nvPr/>
        </p:nvSpPr>
        <p:spPr>
          <a:xfrm xmlns:a="http://schemas.openxmlformats.org/drawingml/2006/main">
            <a:off x="8191500" y="4143375"/>
            <a:ext cx="1276350" cy="2505075"/>
          </a:xfrm>
          <a:custGeom xmlns:a="http://schemas.openxmlformats.org/drawingml/2006/main">
            <a:pathLst>
              <a:path w="1276350" h="2505075">
                <a:moveTo>
                  <a:pt x="809625" y="0"/>
                </a:moveTo>
                <a:lnTo>
                  <a:pt x="1276350" y="0"/>
                </a:lnTo>
                <a:lnTo>
                  <a:pt x="1276350"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10" name="dp41-comparison / n127 / arrow">
            <a:extLst xmlns:a="http://schemas.openxmlformats.org/drawingml/2006/main">
              <a:ext uri="{FF2B5EF4-FFF2-40B4-BE49-F238E27FC236}">
                <a16:creationId xmlns:a16="http://schemas.microsoft.com/office/drawing/2014/main" id="{D967EE3C-64BB-43AD-9B5A-E273902CC95A}"/>
              </a:ext>
            </a:extLst>
          </p:cNvPr>
          <p:cNvSpPr>
            <a:spLocks xmlns:a="http://schemas.openxmlformats.org/drawingml/2006/main" noGrp="1"/>
          </p:cNvSpPr>
          <p:nvPr/>
        </p:nvSpPr>
        <p:spPr>
          <a:xfrm xmlns:a="http://schemas.openxmlformats.org/drawingml/2006/main">
            <a:off x="815797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1" name="dp41-comparison / n128 / path">
            <a:extLst xmlns:a="http://schemas.openxmlformats.org/drawingml/2006/main">
              <a:ext uri="{FF2B5EF4-FFF2-40B4-BE49-F238E27FC236}">
                <a16:creationId xmlns:a16="http://schemas.microsoft.com/office/drawing/2014/main" id="{5D86E40F-B06C-4FCF-98BF-D2804F1C0509}"/>
              </a:ext>
            </a:extLst>
          </p:cNvPr>
          <p:cNvSpPr>
            <a:spLocks xmlns:a="http://schemas.openxmlformats.org/drawingml/2006/main" noGrp="1"/>
          </p:cNvSpPr>
          <p:nvPr/>
        </p:nvSpPr>
        <p:spPr>
          <a:xfrm xmlns:a="http://schemas.openxmlformats.org/drawingml/2006/main">
            <a:off x="8277225" y="4286250"/>
            <a:ext cx="1114425" cy="2362200"/>
          </a:xfrm>
          <a:custGeom xmlns:a="http://schemas.openxmlformats.org/drawingml/2006/main">
            <a:pathLst>
              <a:path w="1114425" h="2362200">
                <a:moveTo>
                  <a:pt x="0" y="2362200"/>
                </a:moveTo>
                <a:lnTo>
                  <a:pt x="0" y="2305050"/>
                </a:lnTo>
                <a:lnTo>
                  <a:pt x="1114425" y="2305050"/>
                </a:lnTo>
                <a:lnTo>
                  <a:pt x="1114425" y="0"/>
                </a:lnTo>
                <a:lnTo>
                  <a:pt x="723900" y="0"/>
                </a:lnTo>
              </a:path>
            </a:pathLst>
          </a:custGeom>
          <a:noFill xmlns:a="http://schemas.openxmlformats.org/drawingml/2006/main"/>
          <a:ln xmlns:a="http://schemas.openxmlformats.org/drawingml/2006/main" w="10478">
            <a:solidFill>
              <a:srgbClr val="000000"/>
            </a:solidFill>
            <a:prstDash val="dash"/>
          </a:ln>
        </p:spPr>
      </p:sp>
      <p:sp>
        <p:nvSpPr>
          <p:cNvPr id="112" name="dp41-comparison / n128 / arrow">
            <a:extLst xmlns:a="http://schemas.openxmlformats.org/drawingml/2006/main">
              <a:ext uri="{FF2B5EF4-FFF2-40B4-BE49-F238E27FC236}">
                <a16:creationId xmlns:a16="http://schemas.microsoft.com/office/drawing/2014/main" id="{DF5210C4-DC53-485D-918B-7E151AA9F0AE}"/>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3" name="dp41-comparison / n131 / path">
            <a:extLst xmlns:a="http://schemas.openxmlformats.org/drawingml/2006/main">
              <a:ext uri="{FF2B5EF4-FFF2-40B4-BE49-F238E27FC236}">
                <a16:creationId xmlns:a16="http://schemas.microsoft.com/office/drawing/2014/main" id="{68AC6AD0-E465-4894-BF44-01DF009A9337}"/>
              </a:ext>
            </a:extLst>
          </p:cNvPr>
          <p:cNvSpPr>
            <a:spLocks xmlns:a="http://schemas.openxmlformats.org/drawingml/2006/main" noGrp="1"/>
          </p:cNvSpPr>
          <p:nvPr/>
        </p:nvSpPr>
        <p:spPr>
          <a:xfrm xmlns:a="http://schemas.openxmlformats.org/drawingml/2006/main">
            <a:off x="147637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14" name="dp41-comparison / n134">
            <a:extLst xmlns:a="http://schemas.openxmlformats.org/drawingml/2006/main">
              <a:ext uri="{FF2B5EF4-FFF2-40B4-BE49-F238E27FC236}">
                <a16:creationId xmlns:a16="http://schemas.microsoft.com/office/drawing/2014/main" id="{86E80C7C-2583-4B80-AE82-7F4E952B34BF}"/>
              </a:ext>
            </a:extLst>
          </p:cNvPr>
          <p:cNvSpPr>
            <a:spLocks xmlns:a="http://schemas.openxmlformats.org/drawingml/2006/main" noGrp="1"/>
          </p:cNvSpPr>
          <p:nvPr/>
        </p:nvSpPr>
        <p:spPr>
          <a:xfrm xmlns:a="http://schemas.openxmlformats.org/drawingml/2006/main">
            <a:off x="1666875"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35 / text 1">
            <a:extLst xmlns:a="http://schemas.openxmlformats.org/drawingml/2006/main">
              <a:ext uri="{FF2B5EF4-FFF2-40B4-BE49-F238E27FC236}">
                <a16:creationId xmlns:a16="http://schemas.microsoft.com/office/drawing/2014/main" id="{B552B1B9-B5A5-4A2E-BE37-227EAA8E2E9C}"/>
              </a:ext>
            </a:extLst>
          </p:cNvPr>
          <p:cNvSpPr>
            <a:spLocks xmlns:a="http://schemas.openxmlformats.org/drawingml/2006/main" noGrp="1"/>
          </p:cNvSpPr>
          <p:nvPr/>
        </p:nvSpPr>
        <p:spPr>
          <a:xfrm xmlns:a="http://schemas.openxmlformats.org/drawingml/2006/main">
            <a:off x="1752600"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6" name="dp41-comparison / n136">
            <a:extLst xmlns:a="http://schemas.openxmlformats.org/drawingml/2006/main">
              <a:ext uri="{FF2B5EF4-FFF2-40B4-BE49-F238E27FC236}">
                <a16:creationId xmlns:a16="http://schemas.microsoft.com/office/drawing/2014/main" id="{B28937F0-B8AF-41D0-B764-F49E11D0184A}"/>
              </a:ext>
            </a:extLst>
          </p:cNvPr>
          <p:cNvSpPr>
            <a:spLocks xmlns:a="http://schemas.openxmlformats.org/drawingml/2006/main" noGrp="1"/>
          </p:cNvSpPr>
          <p:nvPr/>
        </p:nvSpPr>
        <p:spPr>
          <a:xfrm xmlns:a="http://schemas.openxmlformats.org/drawingml/2006/main">
            <a:off x="4048125" y="72961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7" name="dp41-comparison / n137 / text 1">
            <a:extLst xmlns:a="http://schemas.openxmlformats.org/drawingml/2006/main">
              <a:ext uri="{FF2B5EF4-FFF2-40B4-BE49-F238E27FC236}">
                <a16:creationId xmlns:a16="http://schemas.microsoft.com/office/drawing/2014/main" id="{400B35BC-F7B6-4205-8445-463F934B70CC}"/>
              </a:ext>
            </a:extLst>
          </p:cNvPr>
          <p:cNvSpPr>
            <a:spLocks xmlns:a="http://schemas.openxmlformats.org/drawingml/2006/main" noGrp="1"/>
          </p:cNvSpPr>
          <p:nvPr/>
        </p:nvSpPr>
        <p:spPr>
          <a:xfrm xmlns:a="http://schemas.openxmlformats.org/drawingml/2006/main">
            <a:off x="4133850" y="74033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8" name="dp41-comparison / n138">
            <a:extLst xmlns:a="http://schemas.openxmlformats.org/drawingml/2006/main">
              <a:ext uri="{FF2B5EF4-FFF2-40B4-BE49-F238E27FC236}">
                <a16:creationId xmlns:a16="http://schemas.microsoft.com/office/drawing/2014/main" id="{3690B872-DF66-4727-A8A6-F5C96CA56249}"/>
              </a:ext>
            </a:extLst>
          </p:cNvPr>
          <p:cNvSpPr>
            <a:spLocks xmlns:a="http://schemas.openxmlformats.org/drawingml/2006/main" noGrp="1"/>
          </p:cNvSpPr>
          <p:nvPr/>
        </p:nvSpPr>
        <p:spPr>
          <a:xfrm xmlns:a="http://schemas.openxmlformats.org/drawingml/2006/main">
            <a:off x="6429375" y="73628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1-comparison / n139 / text 1">
            <a:extLst xmlns:a="http://schemas.openxmlformats.org/drawingml/2006/main">
              <a:ext uri="{FF2B5EF4-FFF2-40B4-BE49-F238E27FC236}">
                <a16:creationId xmlns:a16="http://schemas.microsoft.com/office/drawing/2014/main" id="{D5FFD511-98C5-475F-8BCF-102E404CAAAC}"/>
              </a:ext>
            </a:extLst>
          </p:cNvPr>
          <p:cNvSpPr>
            <a:spLocks xmlns:a="http://schemas.openxmlformats.org/drawingml/2006/main" noGrp="1"/>
          </p:cNvSpPr>
          <p:nvPr/>
        </p:nvSpPr>
        <p:spPr>
          <a:xfrm xmlns:a="http://schemas.openxmlformats.org/drawingml/2006/main">
            <a:off x="6515100" y="74033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20" name="dp41-comparison / n140">
            <a:extLst xmlns:a="http://schemas.openxmlformats.org/drawingml/2006/main">
              <a:ext uri="{FF2B5EF4-FFF2-40B4-BE49-F238E27FC236}">
                <a16:creationId xmlns:a16="http://schemas.microsoft.com/office/drawing/2014/main" id="{32BA53E2-FCD1-4838-9F77-F541680F1283}"/>
              </a:ext>
            </a:extLst>
          </p:cNvPr>
          <p:cNvSpPr>
            <a:spLocks xmlns:a="http://schemas.openxmlformats.org/drawingml/2006/main" noGrp="1"/>
          </p:cNvSpPr>
          <p:nvPr/>
        </p:nvSpPr>
        <p:spPr>
          <a:xfrm xmlns:a="http://schemas.openxmlformats.org/drawingml/2006/main">
            <a:off x="6953250" y="79533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1-comparison / n141 / text 1">
            <a:extLst xmlns:a="http://schemas.openxmlformats.org/drawingml/2006/main">
              <a:ext uri="{FF2B5EF4-FFF2-40B4-BE49-F238E27FC236}">
                <a16:creationId xmlns:a16="http://schemas.microsoft.com/office/drawing/2014/main" id="{30144168-2DB8-4868-BFFB-2E5EBAA0E6B5}"/>
              </a:ext>
            </a:extLst>
          </p:cNvPr>
          <p:cNvSpPr>
            <a:spLocks xmlns:a="http://schemas.openxmlformats.org/drawingml/2006/main" noGrp="1"/>
          </p:cNvSpPr>
          <p:nvPr/>
        </p:nvSpPr>
        <p:spPr>
          <a:xfrm xmlns:a="http://schemas.openxmlformats.org/drawingml/2006/main">
            <a:off x="7038975" y="79986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22" name="dp41-comparison / n142 / path">
            <a:extLst xmlns:a="http://schemas.openxmlformats.org/drawingml/2006/main">
              <a:ext uri="{FF2B5EF4-FFF2-40B4-BE49-F238E27FC236}">
                <a16:creationId xmlns:a16="http://schemas.microsoft.com/office/drawing/2014/main" id="{2FCC960B-A683-4EBC-97C1-A3F08D8DE7C4}"/>
              </a:ext>
            </a:extLst>
          </p:cNvPr>
          <p:cNvSpPr>
            <a:spLocks xmlns:a="http://schemas.openxmlformats.org/drawingml/2006/main" noGrp="1"/>
          </p:cNvSpPr>
          <p:nvPr/>
        </p:nvSpPr>
        <p:spPr>
          <a:xfrm xmlns:a="http://schemas.openxmlformats.org/drawingml/2006/main">
            <a:off x="3381375"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23" name="dp41-comparison / n142 / arrow">
            <a:extLst xmlns:a="http://schemas.openxmlformats.org/drawingml/2006/main">
              <a:ext uri="{FF2B5EF4-FFF2-40B4-BE49-F238E27FC236}">
                <a16:creationId xmlns:a16="http://schemas.microsoft.com/office/drawing/2014/main" id="{C4150444-8346-431B-B4F0-9E877C12296A}"/>
              </a:ext>
            </a:extLst>
          </p:cNvPr>
          <p:cNvSpPr>
            <a:spLocks xmlns:a="http://schemas.openxmlformats.org/drawingml/2006/main" noGrp="1"/>
          </p:cNvSpPr>
          <p:nvPr/>
        </p:nvSpPr>
        <p:spPr>
          <a:xfrm xmlns:a="http://schemas.openxmlformats.org/drawingml/2006/main">
            <a:off x="398106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143 / path">
            <a:extLst xmlns:a="http://schemas.openxmlformats.org/drawingml/2006/main">
              <a:ext uri="{FF2B5EF4-FFF2-40B4-BE49-F238E27FC236}">
                <a16:creationId xmlns:a16="http://schemas.microsoft.com/office/drawing/2014/main" id="{20B89BA5-A7CE-479B-AD98-747F540970B2}"/>
              </a:ext>
            </a:extLst>
          </p:cNvPr>
          <p:cNvSpPr>
            <a:spLocks xmlns:a="http://schemas.openxmlformats.org/drawingml/2006/main" noGrp="1"/>
          </p:cNvSpPr>
          <p:nvPr/>
        </p:nvSpPr>
        <p:spPr>
          <a:xfrm xmlns:a="http://schemas.openxmlformats.org/drawingml/2006/main">
            <a:off x="5476875" y="74961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25" name="dp41-comparison / n143 / arrow">
            <a:extLst xmlns:a="http://schemas.openxmlformats.org/drawingml/2006/main">
              <a:ext uri="{FF2B5EF4-FFF2-40B4-BE49-F238E27FC236}">
                <a16:creationId xmlns:a16="http://schemas.microsoft.com/office/drawing/2014/main" id="{2BA82F8A-F427-4178-8E59-A8E2E51EBE90}"/>
              </a:ext>
            </a:extLst>
          </p:cNvPr>
          <p:cNvSpPr>
            <a:spLocks xmlns:a="http://schemas.openxmlformats.org/drawingml/2006/main" noGrp="1"/>
          </p:cNvSpPr>
          <p:nvPr/>
        </p:nvSpPr>
        <p:spPr>
          <a:xfrm xmlns:a="http://schemas.openxmlformats.org/drawingml/2006/main">
            <a:off x="636231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6" name="dp41-comparison / n146 / path">
            <a:extLst xmlns:a="http://schemas.openxmlformats.org/drawingml/2006/main">
              <a:ext uri="{FF2B5EF4-FFF2-40B4-BE49-F238E27FC236}">
                <a16:creationId xmlns:a16="http://schemas.microsoft.com/office/drawing/2014/main" id="{681252EE-412B-43B5-8960-17E63EE246F3}"/>
              </a:ext>
            </a:extLst>
          </p:cNvPr>
          <p:cNvSpPr>
            <a:spLocks xmlns:a="http://schemas.openxmlformats.org/drawingml/2006/main" noGrp="1"/>
          </p:cNvSpPr>
          <p:nvPr/>
        </p:nvSpPr>
        <p:spPr>
          <a:xfrm xmlns:a="http://schemas.openxmlformats.org/drawingml/2006/main">
            <a:off x="2524125" y="76295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7" name="dp41-comparison / n146 / arrow">
            <a:extLst xmlns:a="http://schemas.openxmlformats.org/drawingml/2006/main">
              <a:ext uri="{FF2B5EF4-FFF2-40B4-BE49-F238E27FC236}">
                <a16:creationId xmlns:a16="http://schemas.microsoft.com/office/drawing/2014/main" id="{8D61C0D2-9E07-4954-AB08-A3F447B14B48}"/>
              </a:ext>
            </a:extLst>
          </p:cNvPr>
          <p:cNvSpPr>
            <a:spLocks xmlns:a="http://schemas.openxmlformats.org/drawingml/2006/main" noGrp="1"/>
          </p:cNvSpPr>
          <p:nvPr/>
        </p:nvSpPr>
        <p:spPr>
          <a:xfrm xmlns:a="http://schemas.openxmlformats.org/drawingml/2006/main">
            <a:off x="2490597"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8" name="dp41-comparison / n149 / path">
            <a:extLst xmlns:a="http://schemas.openxmlformats.org/drawingml/2006/main">
              <a:ext uri="{FF2B5EF4-FFF2-40B4-BE49-F238E27FC236}">
                <a16:creationId xmlns:a16="http://schemas.microsoft.com/office/drawing/2014/main" id="{03C89CF2-9A55-4658-9F0D-5BF0D45AFE3B}"/>
              </a:ext>
            </a:extLst>
          </p:cNvPr>
          <p:cNvSpPr>
            <a:spLocks xmlns:a="http://schemas.openxmlformats.org/drawingml/2006/main" noGrp="1"/>
          </p:cNvSpPr>
          <p:nvPr/>
        </p:nvSpPr>
        <p:spPr>
          <a:xfrm xmlns:a="http://schemas.openxmlformats.org/drawingml/2006/main">
            <a:off x="4762500" y="76962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9" name="dp41-comparison / n149 / arrow">
            <a:extLst xmlns:a="http://schemas.openxmlformats.org/drawingml/2006/main">
              <a:ext uri="{FF2B5EF4-FFF2-40B4-BE49-F238E27FC236}">
                <a16:creationId xmlns:a16="http://schemas.microsoft.com/office/drawing/2014/main" id="{C4A2B822-CE72-4F40-9D2B-8E7F5187692B}"/>
              </a:ext>
            </a:extLst>
          </p:cNvPr>
          <p:cNvSpPr>
            <a:spLocks xmlns:a="http://schemas.openxmlformats.org/drawingml/2006/main" noGrp="1"/>
          </p:cNvSpPr>
          <p:nvPr/>
        </p:nvSpPr>
        <p:spPr>
          <a:xfrm xmlns:a="http://schemas.openxmlformats.org/drawingml/2006/main">
            <a:off x="688619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0" name="dp41-comparison / n64">
            <a:extLst xmlns:a="http://schemas.openxmlformats.org/drawingml/2006/main">
              <a:ext uri="{FF2B5EF4-FFF2-40B4-BE49-F238E27FC236}">
                <a16:creationId xmlns:a16="http://schemas.microsoft.com/office/drawing/2014/main" id="{1F561E89-F398-481E-B7B1-318872664597}"/>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1-comparison / n64 / fold">
            <a:extLst xmlns:a="http://schemas.openxmlformats.org/drawingml/2006/main">
              <a:ext uri="{FF2B5EF4-FFF2-40B4-BE49-F238E27FC236}">
                <a16:creationId xmlns:a16="http://schemas.microsoft.com/office/drawing/2014/main" id="{64A42E55-68FB-429F-BD03-DA9DFABCF78A}"/>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1-comparison / n65 / text 1">
            <a:extLst xmlns:a="http://schemas.openxmlformats.org/drawingml/2006/main">
              <a:ext uri="{FF2B5EF4-FFF2-40B4-BE49-F238E27FC236}">
                <a16:creationId xmlns:a16="http://schemas.microsoft.com/office/drawing/2014/main" id="{EF633472-D282-4C83-B3FA-D11B9CE58112}"/>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33" name="dp41-comparison / n74">
            <a:extLst xmlns:a="http://schemas.openxmlformats.org/drawingml/2006/main">
              <a:ext uri="{FF2B5EF4-FFF2-40B4-BE49-F238E27FC236}">
                <a16:creationId xmlns:a16="http://schemas.microsoft.com/office/drawing/2014/main" id="{43F853C8-5884-494B-8D46-A2DE41A8983C}"/>
              </a:ext>
            </a:extLst>
          </p:cNvPr>
          <p:cNvSpPr>
            <a:spLocks xmlns:a="http://schemas.openxmlformats.org/drawingml/2006/main" noGrp="1"/>
          </p:cNvSpPr>
          <p:nvPr/>
        </p:nvSpPr>
        <p:spPr>
          <a:xfrm xmlns:a="http://schemas.openxmlformats.org/drawingml/2006/main">
            <a:off x="4505325" y="2943225"/>
            <a:ext cx="3050477"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75 / text 1">
            <a:extLst xmlns:a="http://schemas.openxmlformats.org/drawingml/2006/main">
              <a:ext uri="{FF2B5EF4-FFF2-40B4-BE49-F238E27FC236}">
                <a16:creationId xmlns:a16="http://schemas.microsoft.com/office/drawing/2014/main" id="{956B3390-61F8-4442-A600-721B6A28707C}"/>
              </a:ext>
            </a:extLst>
          </p:cNvPr>
          <p:cNvSpPr>
            <a:spLocks xmlns:a="http://schemas.openxmlformats.org/drawingml/2006/main" noGrp="1"/>
          </p:cNvSpPr>
          <p:nvPr/>
        </p:nvSpPr>
        <p:spPr>
          <a:xfrm xmlns:a="http://schemas.openxmlformats.org/drawingml/2006/main">
            <a:off x="452437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조회 결과마다 모델 재판단</a:t>
            </a:r>
          </a:p>
        </p:txBody>
      </p:sp>
      <p:sp>
        <p:nvSpPr>
          <p:cNvPr id="135" name="dp41-comparison / n76">
            <a:extLst xmlns:a="http://schemas.openxmlformats.org/drawingml/2006/main">
              <a:ext uri="{FF2B5EF4-FFF2-40B4-BE49-F238E27FC236}">
                <a16:creationId xmlns:a16="http://schemas.microsoft.com/office/drawing/2014/main" id="{E02442D0-EEE5-4857-8113-D3D2F3EBD791}"/>
              </a:ext>
            </a:extLst>
          </p:cNvPr>
          <p:cNvSpPr>
            <a:spLocks xmlns:a="http://schemas.openxmlformats.org/drawingml/2006/main" noGrp="1"/>
          </p:cNvSpPr>
          <p:nvPr/>
        </p:nvSpPr>
        <p:spPr>
          <a:xfrm xmlns:a="http://schemas.openxmlformats.org/drawingml/2006/main">
            <a:off x="4648200" y="3314700"/>
            <a:ext cx="3272028"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77 / text 1">
            <a:extLst xmlns:a="http://schemas.openxmlformats.org/drawingml/2006/main">
              <a:ext uri="{FF2B5EF4-FFF2-40B4-BE49-F238E27FC236}">
                <a16:creationId xmlns:a16="http://schemas.microsoft.com/office/drawing/2014/main" id="{1AD798F5-2584-455E-B07C-BC025A55DB01}"/>
              </a:ext>
            </a:extLst>
          </p:cNvPr>
          <p:cNvSpPr>
            <a:spLocks xmlns:a="http://schemas.openxmlformats.org/drawingml/2006/main" noGrp="1"/>
          </p:cNvSpPr>
          <p:nvPr/>
        </p:nvSpPr>
        <p:spPr>
          <a:xfrm xmlns:a="http://schemas.openxmlformats.org/drawingml/2006/main">
            <a:off x="4667250" y="332422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A: 모델이 결과를 보고 다음 조회 선택</a:t>
            </a:r>
          </a:p>
        </p:txBody>
      </p:sp>
      <p:sp>
        <p:nvSpPr>
          <p:cNvPr id="137" name="dp41-comparison / n80">
            <a:extLst xmlns:a="http://schemas.openxmlformats.org/drawingml/2006/main">
              <a:ext uri="{FF2B5EF4-FFF2-40B4-BE49-F238E27FC236}">
                <a16:creationId xmlns:a16="http://schemas.microsoft.com/office/drawing/2014/main" id="{6691E6E2-A3A9-41FC-BE9D-7E3AE408FCCB}"/>
              </a:ext>
            </a:extLst>
          </p:cNvPr>
          <p:cNvSpPr>
            <a:spLocks xmlns:a="http://schemas.openxmlformats.org/drawingml/2006/main" noGrp="1"/>
          </p:cNvSpPr>
          <p:nvPr/>
        </p:nvSpPr>
        <p:spPr>
          <a:xfrm xmlns:a="http://schemas.openxmlformats.org/drawingml/2006/main">
            <a:off x="7505700" y="311467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1-comparison / n81 / text 1">
            <a:extLst xmlns:a="http://schemas.openxmlformats.org/drawingml/2006/main">
              <a:ext uri="{FF2B5EF4-FFF2-40B4-BE49-F238E27FC236}">
                <a16:creationId xmlns:a16="http://schemas.microsoft.com/office/drawing/2014/main" id="{C98E87EC-ABD8-42F1-8396-95726D42D57B}"/>
              </a:ext>
            </a:extLst>
          </p:cNvPr>
          <p:cNvSpPr>
            <a:spLocks xmlns:a="http://schemas.openxmlformats.org/drawingml/2006/main" noGrp="1"/>
          </p:cNvSpPr>
          <p:nvPr/>
        </p:nvSpPr>
        <p:spPr>
          <a:xfrm xmlns:a="http://schemas.openxmlformats.org/drawingml/2006/main">
            <a:off x="7524750" y="312420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139" name="dp41-comparison / n84">
            <a:extLst xmlns:a="http://schemas.openxmlformats.org/drawingml/2006/main">
              <a:ext uri="{FF2B5EF4-FFF2-40B4-BE49-F238E27FC236}">
                <a16:creationId xmlns:a16="http://schemas.microsoft.com/office/drawing/2014/main" id="{D1A63935-AC5C-4DA0-93C9-5EB14A324BD6}"/>
              </a:ext>
            </a:extLst>
          </p:cNvPr>
          <p:cNvSpPr>
            <a:spLocks xmlns:a="http://schemas.openxmlformats.org/drawingml/2006/main" noGrp="1"/>
          </p:cNvSpPr>
          <p:nvPr/>
        </p:nvSpPr>
        <p:spPr>
          <a:xfrm xmlns:a="http://schemas.openxmlformats.org/drawingml/2006/main">
            <a:off x="1647825" y="4429125"/>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0" name="dp41-comparison / n85 / text 1">
            <a:extLst xmlns:a="http://schemas.openxmlformats.org/drawingml/2006/main">
              <a:ext uri="{FF2B5EF4-FFF2-40B4-BE49-F238E27FC236}">
                <a16:creationId xmlns:a16="http://schemas.microsoft.com/office/drawing/2014/main" id="{EAC8D2F2-EB6C-41D0-A24B-07439B08656C}"/>
              </a:ext>
            </a:extLst>
          </p:cNvPr>
          <p:cNvSpPr>
            <a:spLocks xmlns:a="http://schemas.openxmlformats.org/drawingml/2006/main" noGrp="1"/>
          </p:cNvSpPr>
          <p:nvPr/>
        </p:nvSpPr>
        <p:spPr>
          <a:xfrm xmlns:a="http://schemas.openxmlformats.org/drawingml/2006/main">
            <a:off x="1666875" y="4438650"/>
            <a:ext cx="2667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코드: 모델 호출, 도구 결과 대응</a:t>
            </a:r>
          </a:p>
        </p:txBody>
      </p:sp>
      <p:sp>
        <p:nvSpPr>
          <p:cNvPr id="141" name="dp41-comparison / n90">
            <a:extLst xmlns:a="http://schemas.openxmlformats.org/drawingml/2006/main">
              <a:ext uri="{FF2B5EF4-FFF2-40B4-BE49-F238E27FC236}">
                <a16:creationId xmlns:a16="http://schemas.microsoft.com/office/drawing/2014/main" id="{BD303C07-0622-48A5-A061-3DFDA290BB37}"/>
              </a:ext>
            </a:extLst>
          </p:cNvPr>
          <p:cNvSpPr>
            <a:spLocks xmlns:a="http://schemas.openxmlformats.org/drawingml/2006/main" noGrp="1"/>
          </p:cNvSpPr>
          <p:nvPr/>
        </p:nvSpPr>
        <p:spPr>
          <a:xfrm xmlns:a="http://schemas.openxmlformats.org/drawingml/2006/main">
            <a:off x="1647825" y="5534025"/>
            <a:ext cx="21507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1-comparison / n91 / text 1">
            <a:extLst xmlns:a="http://schemas.openxmlformats.org/drawingml/2006/main">
              <a:ext uri="{FF2B5EF4-FFF2-40B4-BE49-F238E27FC236}">
                <a16:creationId xmlns:a16="http://schemas.microsoft.com/office/drawing/2014/main" id="{1B364079-7B89-47D5-BC1A-ED496FD12B14}"/>
              </a:ext>
            </a:extLst>
          </p:cNvPr>
          <p:cNvSpPr>
            <a:spLocks xmlns:a="http://schemas.openxmlformats.org/drawingml/2006/main" noGrp="1"/>
          </p:cNvSpPr>
          <p:nvPr/>
        </p:nvSpPr>
        <p:spPr>
          <a:xfrm xmlns:a="http://schemas.openxmlformats.org/drawingml/2006/main">
            <a:off x="1666875" y="5543550"/>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발화, 조회 결과, 이전 조건 / 임시 상태</a:t>
            </a:r>
          </a:p>
        </p:txBody>
      </p:sp>
      <p:sp>
        <p:nvSpPr>
          <p:cNvPr id="143" name="dp41-comparison / n94">
            <a:extLst xmlns:a="http://schemas.openxmlformats.org/drawingml/2006/main">
              <a:ext uri="{FF2B5EF4-FFF2-40B4-BE49-F238E27FC236}">
                <a16:creationId xmlns:a16="http://schemas.microsoft.com/office/drawing/2014/main" id="{E56AAB3D-583B-4ED5-B488-11ABBA52518F}"/>
              </a:ext>
            </a:extLst>
          </p:cNvPr>
          <p:cNvSpPr>
            <a:spLocks xmlns:a="http://schemas.openxmlformats.org/drawingml/2006/main" noGrp="1"/>
          </p:cNvSpPr>
          <p:nvPr/>
        </p:nvSpPr>
        <p:spPr>
          <a:xfrm xmlns:a="http://schemas.openxmlformats.org/drawingml/2006/main">
            <a:off x="2076450" y="3324225"/>
            <a:ext cx="14843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1-comparison / n95 / text 1">
            <a:extLst xmlns:a="http://schemas.openxmlformats.org/drawingml/2006/main">
              <a:ext uri="{FF2B5EF4-FFF2-40B4-BE49-F238E27FC236}">
                <a16:creationId xmlns:a16="http://schemas.microsoft.com/office/drawing/2014/main" id="{D9F6D743-1298-4EE1-9B69-4D28D7282430}"/>
              </a:ext>
            </a:extLst>
          </p:cNvPr>
          <p:cNvSpPr>
            <a:spLocks xmlns:a="http://schemas.openxmlformats.org/drawingml/2006/main" noGrp="1"/>
          </p:cNvSpPr>
          <p:nvPr/>
        </p:nvSpPr>
        <p:spPr>
          <a:xfrm xmlns:a="http://schemas.openxmlformats.org/drawingml/2006/main">
            <a:off x="2095500" y="3333750"/>
            <a:ext cx="1733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① 결과와 원문으로 재호출</a:t>
            </a:r>
          </a:p>
        </p:txBody>
      </p:sp>
      <p:sp>
        <p:nvSpPr>
          <p:cNvPr id="145" name="dp41-comparison / n96">
            <a:extLst xmlns:a="http://schemas.openxmlformats.org/drawingml/2006/main">
              <a:ext uri="{FF2B5EF4-FFF2-40B4-BE49-F238E27FC236}">
                <a16:creationId xmlns:a16="http://schemas.microsoft.com/office/drawing/2014/main" id="{1735FFBB-31DA-4810-9FFC-6AE9FE02CF49}"/>
              </a:ext>
            </a:extLst>
          </p:cNvPr>
          <p:cNvSpPr>
            <a:spLocks xmlns:a="http://schemas.openxmlformats.org/drawingml/2006/main" noGrp="1"/>
          </p:cNvSpPr>
          <p:nvPr/>
        </p:nvSpPr>
        <p:spPr>
          <a:xfrm xmlns:a="http://schemas.openxmlformats.org/drawingml/2006/main">
            <a:off x="2076450" y="3495675"/>
            <a:ext cx="167087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1-comparison / n97 / text 1">
            <a:extLst xmlns:a="http://schemas.openxmlformats.org/drawingml/2006/main">
              <a:ext uri="{FF2B5EF4-FFF2-40B4-BE49-F238E27FC236}">
                <a16:creationId xmlns:a16="http://schemas.microsoft.com/office/drawing/2014/main" id="{F900837D-EA74-4DF4-A109-E44283649E6C}"/>
              </a:ext>
            </a:extLst>
          </p:cNvPr>
          <p:cNvSpPr>
            <a:spLocks xmlns:a="http://schemas.openxmlformats.org/drawingml/2006/main" noGrp="1"/>
          </p:cNvSpPr>
          <p:nvPr/>
        </p:nvSpPr>
        <p:spPr>
          <a:xfrm xmlns:a="http://schemas.openxmlformats.org/drawingml/2006/main">
            <a:off x="2095500" y="3505200"/>
            <a:ext cx="17335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모델: 조회 / 질문 / 의미 선택</a:t>
            </a:r>
          </a:p>
        </p:txBody>
      </p:sp>
      <p:sp>
        <p:nvSpPr>
          <p:cNvPr id="147" name="dp41-comparison / n99">
            <a:extLst xmlns:a="http://schemas.openxmlformats.org/drawingml/2006/main">
              <a:ext uri="{FF2B5EF4-FFF2-40B4-BE49-F238E27FC236}">
                <a16:creationId xmlns:a16="http://schemas.microsoft.com/office/drawing/2014/main" id="{557FA8B5-C9F6-4294-B6D2-E4BD1B49DD90}"/>
              </a:ext>
            </a:extLst>
          </p:cNvPr>
          <p:cNvSpPr>
            <a:spLocks xmlns:a="http://schemas.openxmlformats.org/drawingml/2006/main" noGrp="1"/>
          </p:cNvSpPr>
          <p:nvPr/>
        </p:nvSpPr>
        <p:spPr>
          <a:xfrm xmlns:a="http://schemas.openxmlformats.org/drawingml/2006/main">
            <a:off x="4457700" y="4086225"/>
            <a:ext cx="14523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1-comparison / n100 / text 1">
            <a:extLst xmlns:a="http://schemas.openxmlformats.org/drawingml/2006/main">
              <a:ext uri="{FF2B5EF4-FFF2-40B4-BE49-F238E27FC236}">
                <a16:creationId xmlns:a16="http://schemas.microsoft.com/office/drawing/2014/main" id="{A20A20B9-4729-4176-B5B6-1EDC9B7EBC3D}"/>
              </a:ext>
            </a:extLst>
          </p:cNvPr>
          <p:cNvSpPr>
            <a:spLocks xmlns:a="http://schemas.openxmlformats.org/drawingml/2006/main" noGrp="1"/>
          </p:cNvSpPr>
          <p:nvPr/>
        </p:nvSpPr>
        <p:spPr>
          <a:xfrm xmlns:a="http://schemas.openxmlformats.org/drawingml/2006/main">
            <a:off x="4476750" y="4095750"/>
            <a:ext cx="2095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모델이 선택한 조회</a:t>
            </a:r>
          </a:p>
        </p:txBody>
      </p:sp>
      <p:sp>
        <p:nvSpPr>
          <p:cNvPr id="149" name="dp41-comparison / n102">
            <a:extLst xmlns:a="http://schemas.openxmlformats.org/drawingml/2006/main">
              <a:ext uri="{FF2B5EF4-FFF2-40B4-BE49-F238E27FC236}">
                <a16:creationId xmlns:a16="http://schemas.microsoft.com/office/drawing/2014/main" id="{897DA12F-4D29-4F40-A244-383E640D11EB}"/>
              </a:ext>
            </a:extLst>
          </p:cNvPr>
          <p:cNvSpPr>
            <a:spLocks xmlns:a="http://schemas.openxmlformats.org/drawingml/2006/main" noGrp="1"/>
          </p:cNvSpPr>
          <p:nvPr/>
        </p:nvSpPr>
        <p:spPr>
          <a:xfrm xmlns:a="http://schemas.openxmlformats.org/drawingml/2006/main">
            <a:off x="4648200" y="4429125"/>
            <a:ext cx="27965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1-comparison / n103 / text 1">
            <a:extLst xmlns:a="http://schemas.openxmlformats.org/drawingml/2006/main">
              <a:ext uri="{FF2B5EF4-FFF2-40B4-BE49-F238E27FC236}">
                <a16:creationId xmlns:a16="http://schemas.microsoft.com/office/drawing/2014/main" id="{F6694710-70B5-4CFC-9EF3-D79ABCC080F4}"/>
              </a:ext>
            </a:extLst>
          </p:cNvPr>
          <p:cNvSpPr>
            <a:spLocks xmlns:a="http://schemas.openxmlformats.org/drawingml/2006/main" noGrp="1"/>
          </p:cNvSpPr>
          <p:nvPr/>
        </p:nvSpPr>
        <p:spPr>
          <a:xfrm xmlns:a="http://schemas.openxmlformats.org/drawingml/2006/main">
            <a:off x="4667250" y="4438650"/>
            <a:ext cx="4333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모델 출력 예시 / 다음 조회는 결과를 본 뒤 선택</a:t>
            </a:r>
          </a:p>
        </p:txBody>
      </p:sp>
      <p:sp>
        <p:nvSpPr>
          <p:cNvPr id="151" name="dp41-comparison / n105">
            <a:extLst xmlns:a="http://schemas.openxmlformats.org/drawingml/2006/main">
              <a:ext uri="{FF2B5EF4-FFF2-40B4-BE49-F238E27FC236}">
                <a16:creationId xmlns:a16="http://schemas.microsoft.com/office/drawing/2014/main" id="{BCA46003-EA4C-40BE-B482-51555E2D85FB}"/>
              </a:ext>
            </a:extLst>
          </p:cNvPr>
          <p:cNvSpPr>
            <a:spLocks xmlns:a="http://schemas.openxmlformats.org/drawingml/2006/main" noGrp="1"/>
          </p:cNvSpPr>
          <p:nvPr/>
        </p:nvSpPr>
        <p:spPr>
          <a:xfrm xmlns:a="http://schemas.openxmlformats.org/drawingml/2006/main">
            <a:off x="1647825" y="4724400"/>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106 / text 1">
            <a:extLst xmlns:a="http://schemas.openxmlformats.org/drawingml/2006/main">
              <a:ext uri="{FF2B5EF4-FFF2-40B4-BE49-F238E27FC236}">
                <a16:creationId xmlns:a16="http://schemas.microsoft.com/office/drawing/2014/main" id="{47A4E4F9-D0B0-430A-BB94-8A7B19FE636A}"/>
              </a:ext>
            </a:extLst>
          </p:cNvPr>
          <p:cNvSpPr>
            <a:spLocks xmlns:a="http://schemas.openxmlformats.org/drawingml/2006/main" noGrp="1"/>
          </p:cNvSpPr>
          <p:nvPr/>
        </p:nvSpPr>
        <p:spPr>
          <a:xfrm xmlns:a="http://schemas.openxmlformats.org/drawingml/2006/main">
            <a:off x="1666875" y="4733925"/>
            <a:ext cx="2209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③ 결과 반영 후 같은 모델 재호출</a:t>
            </a:r>
          </a:p>
        </p:txBody>
      </p:sp>
      <p:sp>
        <p:nvSpPr>
          <p:cNvPr id="153" name="dp41-comparison / n107">
            <a:extLst xmlns:a="http://schemas.openxmlformats.org/drawingml/2006/main">
              <a:ext uri="{FF2B5EF4-FFF2-40B4-BE49-F238E27FC236}">
                <a16:creationId xmlns:a16="http://schemas.microsoft.com/office/drawing/2014/main" id="{E457883E-2C5B-4E24-867D-90446DFA21D2}"/>
              </a:ext>
            </a:extLst>
          </p:cNvPr>
          <p:cNvSpPr>
            <a:spLocks xmlns:a="http://schemas.openxmlformats.org/drawingml/2006/main" noGrp="1"/>
          </p:cNvSpPr>
          <p:nvPr/>
        </p:nvSpPr>
        <p:spPr>
          <a:xfrm xmlns:a="http://schemas.openxmlformats.org/drawingml/2006/main">
            <a:off x="4667250" y="4610100"/>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4" name="dp41-comparison / n107 / fold">
            <a:extLst xmlns:a="http://schemas.openxmlformats.org/drawingml/2006/main">
              <a:ext uri="{FF2B5EF4-FFF2-40B4-BE49-F238E27FC236}">
                <a16:creationId xmlns:a16="http://schemas.microsoft.com/office/drawing/2014/main" id="{D12574B2-8B67-4D7A-B01C-2E3F13365E0B}"/>
              </a:ext>
            </a:extLst>
          </p:cNvPr>
          <p:cNvSpPr>
            <a:spLocks xmlns:a="http://schemas.openxmlformats.org/drawingml/2006/main" noGrp="1"/>
          </p:cNvSpPr>
          <p:nvPr/>
        </p:nvSpPr>
        <p:spPr>
          <a:xfrm xmlns:a="http://schemas.openxmlformats.org/drawingml/2006/main">
            <a:off x="8829675" y="46101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5" name="dp41-comparison / n108 / text 1">
            <a:extLst xmlns:a="http://schemas.openxmlformats.org/drawingml/2006/main">
              <a:ext uri="{FF2B5EF4-FFF2-40B4-BE49-F238E27FC236}">
                <a16:creationId xmlns:a16="http://schemas.microsoft.com/office/drawing/2014/main" id="{B1428373-748B-40FC-8ECE-68C8860141C2}"/>
              </a:ext>
            </a:extLst>
          </p:cNvPr>
          <p:cNvSpPr>
            <a:spLocks xmlns:a="http://schemas.openxmlformats.org/drawingml/2006/main" noGrp="1"/>
          </p:cNvSpPr>
          <p:nvPr/>
        </p:nvSpPr>
        <p:spPr>
          <a:xfrm xmlns:a="http://schemas.openxmlformats.org/drawingml/2006/main">
            <a:off x="4762500" y="466725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첫 모델 판단: 보고서와 표 조회</a:t>
            </a:r>
          </a:p>
        </p:txBody>
      </p:sp>
      <p:sp>
        <p:nvSpPr>
          <p:cNvPr id="156" name="dp41-comparison / n108 / text 2">
            <a:extLst xmlns:a="http://schemas.openxmlformats.org/drawingml/2006/main">
              <a:ext uri="{FF2B5EF4-FFF2-40B4-BE49-F238E27FC236}">
                <a16:creationId xmlns:a16="http://schemas.microsoft.com/office/drawing/2014/main" id="{F0FF00B6-170D-450B-8F7A-5CE3CCB4E95B}"/>
              </a:ext>
            </a:extLst>
          </p:cNvPr>
          <p:cNvSpPr>
            <a:spLocks xmlns:a="http://schemas.openxmlformats.org/drawingml/2006/main" noGrp="1"/>
          </p:cNvSpPr>
          <p:nvPr/>
        </p:nvSpPr>
        <p:spPr>
          <a:xfrm xmlns:a="http://schemas.openxmlformats.org/drawingml/2006/main">
            <a:off x="4762500" y="479298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task_retrieve(query="보고서", limit=5)</a:t>
            </a:r>
          </a:p>
        </p:txBody>
      </p:sp>
      <p:sp>
        <p:nvSpPr>
          <p:cNvPr id="157" name="dp41-comparison / n108 / text 3">
            <a:extLst xmlns:a="http://schemas.openxmlformats.org/drawingml/2006/main">
              <a:ext uri="{FF2B5EF4-FFF2-40B4-BE49-F238E27FC236}">
                <a16:creationId xmlns:a16="http://schemas.microsoft.com/office/drawing/2014/main" id="{72FD6E29-9DB2-4294-B335-783D5E5E8FE1}"/>
              </a:ext>
            </a:extLst>
          </p:cNvPr>
          <p:cNvSpPr>
            <a:spLocks xmlns:a="http://schemas.openxmlformats.org/drawingml/2006/main" noGrp="1"/>
          </p:cNvSpPr>
          <p:nvPr/>
        </p:nvSpPr>
        <p:spPr>
          <a:xfrm xmlns:a="http://schemas.openxmlformats.org/drawingml/2006/main">
            <a:off x="4762500" y="491871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context_retrieve(selector="INPUT_SELECTION")</a:t>
            </a:r>
          </a:p>
        </p:txBody>
      </p:sp>
      <p:sp>
        <p:nvSpPr>
          <p:cNvPr id="158" name="dp41-comparison / n109">
            <a:extLst xmlns:a="http://schemas.openxmlformats.org/drawingml/2006/main">
              <a:ext uri="{FF2B5EF4-FFF2-40B4-BE49-F238E27FC236}">
                <a16:creationId xmlns:a16="http://schemas.microsoft.com/office/drawing/2014/main" id="{C460781A-88E9-4ECA-8F26-085DD9722907}"/>
              </a:ext>
            </a:extLst>
          </p:cNvPr>
          <p:cNvSpPr>
            <a:spLocks xmlns:a="http://schemas.openxmlformats.org/drawingml/2006/main" noGrp="1"/>
          </p:cNvSpPr>
          <p:nvPr/>
        </p:nvSpPr>
        <p:spPr>
          <a:xfrm xmlns:a="http://schemas.openxmlformats.org/drawingml/2006/main">
            <a:off x="4648200" y="5114925"/>
            <a:ext cx="342061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9" name="dp41-comparison / n110 / text 1">
            <a:extLst xmlns:a="http://schemas.openxmlformats.org/drawingml/2006/main">
              <a:ext uri="{FF2B5EF4-FFF2-40B4-BE49-F238E27FC236}">
                <a16:creationId xmlns:a16="http://schemas.microsoft.com/office/drawing/2014/main" id="{8857576A-03A4-4464-905D-A7D66112B89F}"/>
              </a:ext>
            </a:extLst>
          </p:cNvPr>
          <p:cNvSpPr>
            <a:spLocks xmlns:a="http://schemas.openxmlformats.org/drawingml/2006/main" noGrp="1"/>
          </p:cNvSpPr>
          <p:nvPr/>
        </p:nvSpPr>
        <p:spPr>
          <a:xfrm xmlns:a="http://schemas.openxmlformats.org/drawingml/2006/main">
            <a:off x="4667250" y="5124450"/>
            <a:ext cx="43338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조회 결과: Task1 예산 보고서 / Task2 실적 보고서 / 선택한 표</a:t>
            </a:r>
          </a:p>
        </p:txBody>
      </p:sp>
      <p:sp>
        <p:nvSpPr>
          <p:cNvPr id="160" name="dp41-comparison / n111">
            <a:extLst xmlns:a="http://schemas.openxmlformats.org/drawingml/2006/main">
              <a:ext uri="{FF2B5EF4-FFF2-40B4-BE49-F238E27FC236}">
                <a16:creationId xmlns:a16="http://schemas.microsoft.com/office/drawing/2014/main" id="{2E8F9289-B0DB-4C93-864E-4DC3E647A93E}"/>
              </a:ext>
            </a:extLst>
          </p:cNvPr>
          <p:cNvSpPr>
            <a:spLocks xmlns:a="http://schemas.openxmlformats.org/drawingml/2006/main" noGrp="1"/>
          </p:cNvSpPr>
          <p:nvPr/>
        </p:nvSpPr>
        <p:spPr>
          <a:xfrm xmlns:a="http://schemas.openxmlformats.org/drawingml/2006/main">
            <a:off x="4667250" y="5286375"/>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1" name="dp41-comparison / n111 / fold">
            <a:extLst xmlns:a="http://schemas.openxmlformats.org/drawingml/2006/main">
              <a:ext uri="{FF2B5EF4-FFF2-40B4-BE49-F238E27FC236}">
                <a16:creationId xmlns:a16="http://schemas.microsoft.com/office/drawing/2014/main" id="{F2175B8F-E581-45AC-A265-BF3853AB5B17}"/>
              </a:ext>
            </a:extLst>
          </p:cNvPr>
          <p:cNvSpPr>
            <a:spLocks xmlns:a="http://schemas.openxmlformats.org/drawingml/2006/main" noGrp="1"/>
          </p:cNvSpPr>
          <p:nvPr/>
        </p:nvSpPr>
        <p:spPr>
          <a:xfrm xmlns:a="http://schemas.openxmlformats.org/drawingml/2006/main">
            <a:off x="8829675" y="5286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2" name="dp41-comparison / n112 / text 1">
            <a:extLst xmlns:a="http://schemas.openxmlformats.org/drawingml/2006/main">
              <a:ext uri="{FF2B5EF4-FFF2-40B4-BE49-F238E27FC236}">
                <a16:creationId xmlns:a16="http://schemas.microsoft.com/office/drawing/2014/main" id="{A34046D6-16B9-4B03-A860-B43807F4192C}"/>
              </a:ext>
            </a:extLst>
          </p:cNvPr>
          <p:cNvSpPr>
            <a:spLocks xmlns:a="http://schemas.openxmlformats.org/drawingml/2006/main" noGrp="1"/>
          </p:cNvSpPr>
          <p:nvPr/>
        </p:nvSpPr>
        <p:spPr>
          <a:xfrm xmlns:a="http://schemas.openxmlformats.org/drawingml/2006/main">
            <a:off x="4762500" y="534352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결과를 받은 다음 모델 판단: 추가 대화 조회</a:t>
            </a:r>
          </a:p>
        </p:txBody>
      </p:sp>
      <p:sp>
        <p:nvSpPr>
          <p:cNvPr id="163" name="dp41-comparison / n112 / text 2">
            <a:extLst xmlns:a="http://schemas.openxmlformats.org/drawingml/2006/main">
              <a:ext uri="{FF2B5EF4-FFF2-40B4-BE49-F238E27FC236}">
                <a16:creationId xmlns:a16="http://schemas.microsoft.com/office/drawing/2014/main" id="{98D0C384-36BE-4CB3-B688-16149875E2A3}"/>
              </a:ext>
            </a:extLst>
          </p:cNvPr>
          <p:cNvSpPr>
            <a:spLocks xmlns:a="http://schemas.openxmlformats.org/drawingml/2006/main" noGrp="1"/>
          </p:cNvSpPr>
          <p:nvPr/>
        </p:nvSpPr>
        <p:spPr>
          <a:xfrm xmlns:a="http://schemas.openxmlformats.org/drawingml/2006/main">
            <a:off x="4762500" y="546925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interaction_retrieve(query="보고서", limit=5)</a:t>
            </a:r>
          </a:p>
        </p:txBody>
      </p:sp>
      <p:sp>
        <p:nvSpPr>
          <p:cNvPr id="164" name="dp41-comparison / n112 / text 3">
            <a:extLst xmlns:a="http://schemas.openxmlformats.org/drawingml/2006/main">
              <a:ext uri="{FF2B5EF4-FFF2-40B4-BE49-F238E27FC236}">
                <a16:creationId xmlns:a16="http://schemas.microsoft.com/office/drawing/2014/main" id="{577883DF-4816-4FD7-9CF7-1EB041B883BE}"/>
              </a:ext>
            </a:extLst>
          </p:cNvPr>
          <p:cNvSpPr>
            <a:spLocks xmlns:a="http://schemas.openxmlformats.org/drawingml/2006/main" noGrp="1"/>
          </p:cNvSpPr>
          <p:nvPr/>
        </p:nvSpPr>
        <p:spPr>
          <a:xfrm xmlns:a="http://schemas.openxmlformats.org/drawingml/2006/main">
            <a:off x="4762500" y="559498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추가 결과도 같은 맥락으로 반환 / 모델 재판단</a:t>
            </a:r>
          </a:p>
        </p:txBody>
      </p:sp>
      <p:sp>
        <p:nvSpPr>
          <p:cNvPr id="165" name="dp41-comparison / n116">
            <a:extLst xmlns:a="http://schemas.openxmlformats.org/drawingml/2006/main">
              <a:ext uri="{FF2B5EF4-FFF2-40B4-BE49-F238E27FC236}">
                <a16:creationId xmlns:a16="http://schemas.microsoft.com/office/drawing/2014/main" id="{D283AD4F-16E0-4632-A64B-D09C52AB91B7}"/>
              </a:ext>
            </a:extLst>
          </p:cNvPr>
          <p:cNvSpPr>
            <a:spLocks xmlns:a="http://schemas.openxmlformats.org/drawingml/2006/main" noGrp="1"/>
          </p:cNvSpPr>
          <p:nvPr/>
        </p:nvSpPr>
        <p:spPr>
          <a:xfrm xmlns:a="http://schemas.openxmlformats.org/drawingml/2006/main">
            <a:off x="1666875" y="5829300"/>
            <a:ext cx="4667250" cy="495300"/>
          </a:xfrm>
          <a:custGeom xmlns:a="http://schemas.openxmlformats.org/drawingml/2006/main">
            <a:pathLst>
              <a:path w="4667250" h="495300">
                <a:moveTo>
                  <a:pt x="0" y="0"/>
                </a:moveTo>
                <a:lnTo>
                  <a:pt x="4495800" y="0"/>
                </a:lnTo>
                <a:lnTo>
                  <a:pt x="4667250" y="171450"/>
                </a:lnTo>
                <a:lnTo>
                  <a:pt x="4667250"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6" name="dp41-comparison / n116 / fold">
            <a:extLst xmlns:a="http://schemas.openxmlformats.org/drawingml/2006/main">
              <a:ext uri="{FF2B5EF4-FFF2-40B4-BE49-F238E27FC236}">
                <a16:creationId xmlns:a16="http://schemas.microsoft.com/office/drawing/2014/main" id="{C9D3AF58-839D-4548-ADF4-EE0F08A09E54}"/>
              </a:ext>
            </a:extLst>
          </p:cNvPr>
          <p:cNvSpPr>
            <a:spLocks xmlns:a="http://schemas.openxmlformats.org/drawingml/2006/main" noGrp="1"/>
          </p:cNvSpPr>
          <p:nvPr/>
        </p:nvSpPr>
        <p:spPr>
          <a:xfrm xmlns:a="http://schemas.openxmlformats.org/drawingml/2006/main">
            <a:off x="6162675" y="58293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7" name="dp41-comparison / n117 / text 1">
            <a:extLst xmlns:a="http://schemas.openxmlformats.org/drawingml/2006/main">
              <a:ext uri="{FF2B5EF4-FFF2-40B4-BE49-F238E27FC236}">
                <a16:creationId xmlns:a16="http://schemas.microsoft.com/office/drawing/2014/main" id="{63926FBD-DDFF-4A11-ABBD-2717BCC23BC1}"/>
              </a:ext>
            </a:extLst>
          </p:cNvPr>
          <p:cNvSpPr>
            <a:spLocks xmlns:a="http://schemas.openxmlformats.org/drawingml/2006/main" noGrp="1"/>
          </p:cNvSpPr>
          <p:nvPr/>
        </p:nvSpPr>
        <p:spPr>
          <a:xfrm xmlns:a="http://schemas.openxmlformats.org/drawingml/2006/main">
            <a:off x="1762125" y="588645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⑤ 모델이 만든 MeaningProposal (사용자 확인 뒤)</a:t>
            </a:r>
          </a:p>
        </p:txBody>
      </p:sp>
      <p:sp>
        <p:nvSpPr>
          <p:cNvPr id="168" name="dp41-comparison / n117 / text 2">
            <a:extLst xmlns:a="http://schemas.openxmlformats.org/drawingml/2006/main">
              <a:ext uri="{FF2B5EF4-FFF2-40B4-BE49-F238E27FC236}">
                <a16:creationId xmlns:a16="http://schemas.microsoft.com/office/drawing/2014/main" id="{A4A07E01-AFDF-4E27-8324-3F3C73396399}"/>
              </a:ext>
            </a:extLst>
          </p:cNvPr>
          <p:cNvSpPr>
            <a:spLocks xmlns:a="http://schemas.openxmlformats.org/drawingml/2006/main" noGrp="1"/>
          </p:cNvSpPr>
          <p:nvPr/>
        </p:nvSpPr>
        <p:spPr>
          <a:xfrm xmlns:a="http://schemas.openxmlformats.org/drawingml/2006/main">
            <a:off x="1762125" y="602361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보고서 + 표 / 보고서 결과로 메일 초안 / SEND 금지</a:t>
            </a:r>
          </a:p>
        </p:txBody>
      </p:sp>
      <p:sp>
        <p:nvSpPr>
          <p:cNvPr id="169" name="dp41-comparison / n118">
            <a:extLst xmlns:a="http://schemas.openxmlformats.org/drawingml/2006/main">
              <a:ext uri="{FF2B5EF4-FFF2-40B4-BE49-F238E27FC236}">
                <a16:creationId xmlns:a16="http://schemas.microsoft.com/office/drawing/2014/main" id="{D15F6671-1134-48EE-A667-45F8B945DC53}"/>
              </a:ext>
            </a:extLst>
          </p:cNvPr>
          <p:cNvSpPr>
            <a:spLocks xmlns:a="http://schemas.openxmlformats.org/drawingml/2006/main" noGrp="1"/>
          </p:cNvSpPr>
          <p:nvPr/>
        </p:nvSpPr>
        <p:spPr>
          <a:xfrm xmlns:a="http://schemas.openxmlformats.org/drawingml/2006/main">
            <a:off x="6743700" y="5838825"/>
            <a:ext cx="16169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1-comparison / n119 / text 1">
            <a:extLst xmlns:a="http://schemas.openxmlformats.org/drawingml/2006/main">
              <a:ext uri="{FF2B5EF4-FFF2-40B4-BE49-F238E27FC236}">
                <a16:creationId xmlns:a16="http://schemas.microsoft.com/office/drawing/2014/main" id="{E2573E25-2B5B-4639-9AE9-757BA39FE91E}"/>
              </a:ext>
            </a:extLst>
          </p:cNvPr>
          <p:cNvSpPr>
            <a:spLocks xmlns:a="http://schemas.openxmlformats.org/drawingml/2006/main" noGrp="1"/>
          </p:cNvSpPr>
          <p:nvPr/>
        </p:nvSpPr>
        <p:spPr>
          <a:xfrm xmlns:a="http://schemas.openxmlformats.org/drawingml/2006/main">
            <a:off x="6762750" y="58483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의미 또는 확인 질문 제안</a:t>
            </a:r>
          </a:p>
        </p:txBody>
      </p:sp>
      <p:sp>
        <p:nvSpPr>
          <p:cNvPr id="171" name="dp41-comparison / n129">
            <a:extLst xmlns:a="http://schemas.openxmlformats.org/drawingml/2006/main">
              <a:ext uri="{FF2B5EF4-FFF2-40B4-BE49-F238E27FC236}">
                <a16:creationId xmlns:a16="http://schemas.microsoft.com/office/drawing/2014/main" id="{A3CDF173-B4E0-452E-A21E-D1E340B54654}"/>
              </a:ext>
            </a:extLst>
          </p:cNvPr>
          <p:cNvSpPr>
            <a:spLocks xmlns:a="http://schemas.openxmlformats.org/drawingml/2006/main" noGrp="1"/>
          </p:cNvSpPr>
          <p:nvPr/>
        </p:nvSpPr>
        <p:spPr>
          <a:xfrm xmlns:a="http://schemas.openxmlformats.org/drawingml/2006/main">
            <a:off x="164782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1-comparison / n130 / text 1">
            <a:extLst xmlns:a="http://schemas.openxmlformats.org/drawingml/2006/main">
              <a:ext uri="{FF2B5EF4-FFF2-40B4-BE49-F238E27FC236}">
                <a16:creationId xmlns:a16="http://schemas.microsoft.com/office/drawing/2014/main" id="{92ED7BA5-0983-4919-9A08-389FD43EC47E}"/>
              </a:ext>
            </a:extLst>
          </p:cNvPr>
          <p:cNvSpPr>
            <a:spLocks xmlns:a="http://schemas.openxmlformats.org/drawingml/2006/main" noGrp="1"/>
          </p:cNvSpPr>
          <p:nvPr/>
        </p:nvSpPr>
        <p:spPr>
          <a:xfrm xmlns:a="http://schemas.openxmlformats.org/drawingml/2006/main">
            <a:off x="166687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173" name="dp41-comparison / n132">
            <a:extLst xmlns:a="http://schemas.openxmlformats.org/drawingml/2006/main">
              <a:ext uri="{FF2B5EF4-FFF2-40B4-BE49-F238E27FC236}">
                <a16:creationId xmlns:a16="http://schemas.microsoft.com/office/drawing/2014/main" id="{5355DEE5-68F4-4B09-98A9-A8777E8AEDE8}"/>
              </a:ext>
            </a:extLst>
          </p:cNvPr>
          <p:cNvSpPr>
            <a:spLocks xmlns:a="http://schemas.openxmlformats.org/drawingml/2006/main" noGrp="1"/>
          </p:cNvSpPr>
          <p:nvPr/>
        </p:nvSpPr>
        <p:spPr>
          <a:xfrm xmlns:a="http://schemas.openxmlformats.org/drawingml/2006/main">
            <a:off x="164782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1-comparison / n133 / text 1">
            <a:extLst xmlns:a="http://schemas.openxmlformats.org/drawingml/2006/main">
              <a:ext uri="{FF2B5EF4-FFF2-40B4-BE49-F238E27FC236}">
                <a16:creationId xmlns:a16="http://schemas.microsoft.com/office/drawing/2014/main" id="{889C99B2-4CDD-485D-A064-220989113A1D}"/>
              </a:ext>
            </a:extLst>
          </p:cNvPr>
          <p:cNvSpPr>
            <a:spLocks xmlns:a="http://schemas.openxmlformats.org/drawingml/2006/main" noGrp="1"/>
          </p:cNvSpPr>
          <p:nvPr/>
        </p:nvSpPr>
        <p:spPr>
          <a:xfrm xmlns:a="http://schemas.openxmlformats.org/drawingml/2006/main">
            <a:off x="166687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75" name="dp41-comparison / n144">
            <a:extLst xmlns:a="http://schemas.openxmlformats.org/drawingml/2006/main">
              <a:ext uri="{FF2B5EF4-FFF2-40B4-BE49-F238E27FC236}">
                <a16:creationId xmlns:a16="http://schemas.microsoft.com/office/drawing/2014/main" id="{417F49B4-E89F-492F-AB2D-F7B1E9811B3D}"/>
              </a:ext>
            </a:extLst>
          </p:cNvPr>
          <p:cNvSpPr>
            <a:spLocks xmlns:a="http://schemas.openxmlformats.org/drawingml/2006/main" noGrp="1"/>
          </p:cNvSpPr>
          <p:nvPr/>
        </p:nvSpPr>
        <p:spPr>
          <a:xfrm xmlns:a="http://schemas.openxmlformats.org/drawingml/2006/main">
            <a:off x="5600700" y="73247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1-comparison / n145 / text 1">
            <a:extLst xmlns:a="http://schemas.openxmlformats.org/drawingml/2006/main">
              <a:ext uri="{FF2B5EF4-FFF2-40B4-BE49-F238E27FC236}">
                <a16:creationId xmlns:a16="http://schemas.microsoft.com/office/drawing/2014/main" id="{C91B6284-5B94-492D-B440-167C73E06F5A}"/>
              </a:ext>
            </a:extLst>
          </p:cNvPr>
          <p:cNvSpPr>
            <a:spLocks xmlns:a="http://schemas.openxmlformats.org/drawingml/2006/main" noGrp="1"/>
          </p:cNvSpPr>
          <p:nvPr/>
        </p:nvSpPr>
        <p:spPr>
          <a:xfrm xmlns:a="http://schemas.openxmlformats.org/drawingml/2006/main">
            <a:off x="5619750" y="73342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77" name="dp41-comparison / n147">
            <a:extLst xmlns:a="http://schemas.openxmlformats.org/drawingml/2006/main">
              <a:ext uri="{FF2B5EF4-FFF2-40B4-BE49-F238E27FC236}">
                <a16:creationId xmlns:a16="http://schemas.microsoft.com/office/drawing/2014/main" id="{014804CE-DE9E-4317-A9F8-65EEC59DF53E}"/>
              </a:ext>
            </a:extLst>
          </p:cNvPr>
          <p:cNvSpPr>
            <a:spLocks xmlns:a="http://schemas.openxmlformats.org/drawingml/2006/main" noGrp="1"/>
          </p:cNvSpPr>
          <p:nvPr/>
        </p:nvSpPr>
        <p:spPr>
          <a:xfrm xmlns:a="http://schemas.openxmlformats.org/drawingml/2006/main">
            <a:off x="2962275" y="75914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1-comparison / n148 / text 1">
            <a:extLst xmlns:a="http://schemas.openxmlformats.org/drawingml/2006/main">
              <a:ext uri="{FF2B5EF4-FFF2-40B4-BE49-F238E27FC236}">
                <a16:creationId xmlns:a16="http://schemas.microsoft.com/office/drawing/2014/main" id="{0B36672C-0FED-4B01-ADC2-F7B09DA67584}"/>
              </a:ext>
            </a:extLst>
          </p:cNvPr>
          <p:cNvSpPr>
            <a:spLocks xmlns:a="http://schemas.openxmlformats.org/drawingml/2006/main" noGrp="1"/>
          </p:cNvSpPr>
          <p:nvPr/>
        </p:nvSpPr>
        <p:spPr>
          <a:xfrm xmlns:a="http://schemas.openxmlformats.org/drawingml/2006/main">
            <a:off x="2981325" y="76009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결과로 모델 재호출 / 필요하면 반복</a:t>
            </a:r>
          </a:p>
        </p:txBody>
      </p:sp>
      <p:sp>
        <p:nvSpPr>
          <p:cNvPr id="179" name="dp41-comparison / n150">
            <a:extLst xmlns:a="http://schemas.openxmlformats.org/drawingml/2006/main">
              <a:ext uri="{FF2B5EF4-FFF2-40B4-BE49-F238E27FC236}">
                <a16:creationId xmlns:a16="http://schemas.microsoft.com/office/drawing/2014/main" id="{CBEA3303-262F-4ABC-B75A-FEEDC0B0D69D}"/>
              </a:ext>
            </a:extLst>
          </p:cNvPr>
          <p:cNvSpPr>
            <a:spLocks xmlns:a="http://schemas.openxmlformats.org/drawingml/2006/main" noGrp="1"/>
          </p:cNvSpPr>
          <p:nvPr/>
        </p:nvSpPr>
        <p:spPr>
          <a:xfrm xmlns:a="http://schemas.openxmlformats.org/drawingml/2006/main">
            <a:off x="4933950" y="79057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1-comparison / n151 / text 1">
            <a:extLst xmlns:a="http://schemas.openxmlformats.org/drawingml/2006/main">
              <a:ext uri="{FF2B5EF4-FFF2-40B4-BE49-F238E27FC236}">
                <a16:creationId xmlns:a16="http://schemas.microsoft.com/office/drawing/2014/main" id="{94E177CC-AF5E-4AB2-94B6-3D505FD5B305}"/>
              </a:ext>
            </a:extLst>
          </p:cNvPr>
          <p:cNvSpPr>
            <a:spLocks xmlns:a="http://schemas.openxmlformats.org/drawingml/2006/main" noGrp="1"/>
          </p:cNvSpPr>
          <p:nvPr/>
        </p:nvSpPr>
        <p:spPr>
          <a:xfrm xmlns:a="http://schemas.openxmlformats.org/drawingml/2006/main">
            <a:off x="4953000" y="79152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81" name="dp41-comparison / n154">
            <a:extLst xmlns:a="http://schemas.openxmlformats.org/drawingml/2006/main">
              <a:ext uri="{FF2B5EF4-FFF2-40B4-BE49-F238E27FC236}">
                <a16:creationId xmlns:a16="http://schemas.microsoft.com/office/drawing/2014/main" id="{2A5D3E0A-B6AF-45EE-BC53-8F8697CE7C6C}"/>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5 / text 1">
            <a:extLst xmlns:a="http://schemas.openxmlformats.org/drawingml/2006/main">
              <a:ext uri="{FF2B5EF4-FFF2-40B4-BE49-F238E27FC236}">
                <a16:creationId xmlns:a16="http://schemas.microsoft.com/office/drawing/2014/main" id="{4350385E-9DEA-4417-B900-CABAFD1ED433}"/>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83" name="dp41-comparison / n156">
            <a:extLst xmlns:a="http://schemas.openxmlformats.org/drawingml/2006/main">
              <a:ext uri="{FF2B5EF4-FFF2-40B4-BE49-F238E27FC236}">
                <a16:creationId xmlns:a16="http://schemas.microsoft.com/office/drawing/2014/main" id="{B1B373AE-F021-493A-A053-2B621ADDCCB7}"/>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4" name="dp41-comparison / n157 / text 1">
            <a:extLst xmlns:a="http://schemas.openxmlformats.org/drawingml/2006/main">
              <a:ext uri="{FF2B5EF4-FFF2-40B4-BE49-F238E27FC236}">
                <a16:creationId xmlns:a16="http://schemas.microsoft.com/office/drawing/2014/main" id="{B239067B-A35D-4CA0-9461-E0FCCF55290E}"/>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85" name="dp41-comparison / n158 / path">
            <a:extLst xmlns:a="http://schemas.openxmlformats.org/drawingml/2006/main">
              <a:ext uri="{FF2B5EF4-FFF2-40B4-BE49-F238E27FC236}">
                <a16:creationId xmlns:a16="http://schemas.microsoft.com/office/drawing/2014/main" id="{99F10B68-CDC9-4572-AAE7-9FE4A4F96CB2}"/>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86" name="dp41-comparison / n158 / arrow">
            <a:extLst xmlns:a="http://schemas.openxmlformats.org/drawingml/2006/main">
              <a:ext uri="{FF2B5EF4-FFF2-40B4-BE49-F238E27FC236}">
                <a16:creationId xmlns:a16="http://schemas.microsoft.com/office/drawing/2014/main" id="{30830208-7D7F-49C1-B439-94F8BFC4C946}"/>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7" name="dp41-comparison / n159 / path">
            <a:extLst xmlns:a="http://schemas.openxmlformats.org/drawingml/2006/main">
              <a:ext uri="{FF2B5EF4-FFF2-40B4-BE49-F238E27FC236}">
                <a16:creationId xmlns:a16="http://schemas.microsoft.com/office/drawing/2014/main" id="{00C95CDE-474A-4552-A909-08DE8DCA117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88" name="dp41-comparison / n159 / arrow">
            <a:extLst xmlns:a="http://schemas.openxmlformats.org/drawingml/2006/main">
              <a:ext uri="{FF2B5EF4-FFF2-40B4-BE49-F238E27FC236}">
                <a16:creationId xmlns:a16="http://schemas.microsoft.com/office/drawing/2014/main" id="{F2A62A56-C28F-4C64-9C3F-A8533D57273C}"/>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9" name="dp41-comparison / n160">
            <a:extLst xmlns:a="http://schemas.openxmlformats.org/drawingml/2006/main">
              <a:ext uri="{FF2B5EF4-FFF2-40B4-BE49-F238E27FC236}">
                <a16:creationId xmlns:a16="http://schemas.microsoft.com/office/drawing/2014/main" id="{8AE18087-C94F-45DB-A75D-FA1EFE507A3B}"/>
              </a:ext>
            </a:extLst>
          </p:cNvPr>
          <p:cNvSpPr>
            <a:spLocks xmlns:a="http://schemas.openxmlformats.org/drawingml/2006/main" noGrp="1"/>
          </p:cNvSpPr>
          <p:nvPr/>
        </p:nvSpPr>
        <p:spPr>
          <a:xfrm xmlns:a="http://schemas.openxmlformats.org/drawingml/2006/main">
            <a:off x="995362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0" name="dp41-comparison / n161 / text 1">
            <a:extLst xmlns:a="http://schemas.openxmlformats.org/drawingml/2006/main">
              <a:ext uri="{FF2B5EF4-FFF2-40B4-BE49-F238E27FC236}">
                <a16:creationId xmlns:a16="http://schemas.microsoft.com/office/drawing/2014/main" id="{9B757BCA-7225-480B-9A0D-2E30932259D5}"/>
              </a:ext>
            </a:extLst>
          </p:cNvPr>
          <p:cNvSpPr>
            <a:spLocks xmlns:a="http://schemas.openxmlformats.org/drawingml/2006/main" noGrp="1"/>
          </p:cNvSpPr>
          <p:nvPr/>
        </p:nvSpPr>
        <p:spPr>
          <a:xfrm xmlns:a="http://schemas.openxmlformats.org/drawingml/2006/main">
            <a:off x="1003935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91" name="dp41-comparison / n166">
            <a:extLst xmlns:a="http://schemas.openxmlformats.org/drawingml/2006/main">
              <a:ext uri="{FF2B5EF4-FFF2-40B4-BE49-F238E27FC236}">
                <a16:creationId xmlns:a16="http://schemas.microsoft.com/office/drawing/2014/main" id="{8B44A267-16D8-4FFF-B76D-037F9D7FDA43}"/>
              </a:ext>
            </a:extLst>
          </p:cNvPr>
          <p:cNvSpPr>
            <a:spLocks xmlns:a="http://schemas.openxmlformats.org/drawingml/2006/main" noGrp="1"/>
          </p:cNvSpPr>
          <p:nvPr/>
        </p:nvSpPr>
        <p:spPr>
          <a:xfrm xmlns:a="http://schemas.openxmlformats.org/drawingml/2006/main">
            <a:off x="976312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2" name="dp41-comparison / n167 / text 1">
            <a:extLst xmlns:a="http://schemas.openxmlformats.org/drawingml/2006/main">
              <a:ext uri="{FF2B5EF4-FFF2-40B4-BE49-F238E27FC236}">
                <a16:creationId xmlns:a16="http://schemas.microsoft.com/office/drawing/2014/main" id="{C41A743E-7DF7-4695-A9B5-B3757A354E1C}"/>
              </a:ext>
            </a:extLst>
          </p:cNvPr>
          <p:cNvSpPr>
            <a:spLocks xmlns:a="http://schemas.openxmlformats.org/drawingml/2006/main" noGrp="1"/>
          </p:cNvSpPr>
          <p:nvPr/>
        </p:nvSpPr>
        <p:spPr>
          <a:xfrm xmlns:a="http://schemas.openxmlformats.org/drawingml/2006/main">
            <a:off x="98869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93" name="dp41-comparison / n170">
            <a:extLst xmlns:a="http://schemas.openxmlformats.org/drawingml/2006/main">
              <a:ext uri="{FF2B5EF4-FFF2-40B4-BE49-F238E27FC236}">
                <a16:creationId xmlns:a16="http://schemas.microsoft.com/office/drawing/2014/main" id="{EF44B171-ED1E-4BE3-94B3-E4B6AA44E070}"/>
              </a:ext>
            </a:extLst>
          </p:cNvPr>
          <p:cNvSpPr>
            <a:spLocks xmlns:a="http://schemas.openxmlformats.org/drawingml/2006/main" noGrp="1"/>
          </p:cNvSpPr>
          <p:nvPr/>
        </p:nvSpPr>
        <p:spPr>
          <a:xfrm xmlns:a="http://schemas.openxmlformats.org/drawingml/2006/main">
            <a:off x="9953625" y="4019550"/>
            <a:ext cx="2333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94" name="dp41-comparison / n171 / text 1">
            <a:extLst xmlns:a="http://schemas.openxmlformats.org/drawingml/2006/main">
              <a:ext uri="{FF2B5EF4-FFF2-40B4-BE49-F238E27FC236}">
                <a16:creationId xmlns:a16="http://schemas.microsoft.com/office/drawing/2014/main" id="{5064B34E-09BF-41D5-A8BF-F50B0E1DDD09}"/>
              </a:ext>
            </a:extLst>
          </p:cNvPr>
          <p:cNvSpPr>
            <a:spLocks xmlns:a="http://schemas.openxmlformats.org/drawingml/2006/main" noGrp="1"/>
          </p:cNvSpPr>
          <p:nvPr/>
        </p:nvSpPr>
        <p:spPr>
          <a:xfrm xmlns:a="http://schemas.openxmlformats.org/drawingml/2006/main">
            <a:off x="10039350" y="409860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95" name="dp41-comparison / n172 / path">
            <a:extLst xmlns:a="http://schemas.openxmlformats.org/drawingml/2006/main">
              <a:ext uri="{FF2B5EF4-FFF2-40B4-BE49-F238E27FC236}">
                <a16:creationId xmlns:a16="http://schemas.microsoft.com/office/drawing/2014/main" id="{59F205C9-C4A4-4087-B4D4-1AE84810F13E}"/>
              </a:ext>
            </a:extLst>
          </p:cNvPr>
          <p:cNvSpPr>
            <a:spLocks xmlns:a="http://schemas.openxmlformats.org/drawingml/2006/main" noGrp="1"/>
          </p:cNvSpPr>
          <p:nvPr/>
        </p:nvSpPr>
        <p:spPr>
          <a:xfrm xmlns:a="http://schemas.openxmlformats.org/drawingml/2006/main">
            <a:off x="9810750" y="3038475"/>
            <a:ext cx="142875" cy="1171575"/>
          </a:xfrm>
          <a:custGeom xmlns:a="http://schemas.openxmlformats.org/drawingml/2006/main">
            <a:pathLst>
              <a:path w="142875" h="1171575">
                <a:moveTo>
                  <a:pt x="142875" y="1171575"/>
                </a:moveTo>
                <a:lnTo>
                  <a:pt x="0" y="117157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72 / arrow">
            <a:extLst xmlns:a="http://schemas.openxmlformats.org/drawingml/2006/main">
              <a:ext uri="{FF2B5EF4-FFF2-40B4-BE49-F238E27FC236}">
                <a16:creationId xmlns:a16="http://schemas.microsoft.com/office/drawing/2014/main" id="{4A7D88F7-FB8D-44E3-AD71-B1C1D4ACCD92}"/>
              </a:ext>
            </a:extLst>
          </p:cNvPr>
          <p:cNvSpPr>
            <a:spLocks xmlns:a="http://schemas.openxmlformats.org/drawingml/2006/main" noGrp="1"/>
          </p:cNvSpPr>
          <p:nvPr/>
        </p:nvSpPr>
        <p:spPr>
          <a:xfrm xmlns:a="http://schemas.openxmlformats.org/drawingml/2006/main">
            <a:off x="9886569" y="3004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73 / path">
            <a:extLst xmlns:a="http://schemas.openxmlformats.org/drawingml/2006/main">
              <a:ext uri="{FF2B5EF4-FFF2-40B4-BE49-F238E27FC236}">
                <a16:creationId xmlns:a16="http://schemas.microsoft.com/office/drawing/2014/main" id="{E5AFE0B3-65B1-4391-98DA-5D9530BB42F8}"/>
              </a:ext>
            </a:extLst>
          </p:cNvPr>
          <p:cNvSpPr>
            <a:spLocks xmlns:a="http://schemas.openxmlformats.org/drawingml/2006/main" noGrp="1"/>
          </p:cNvSpPr>
          <p:nvPr/>
        </p:nvSpPr>
        <p:spPr>
          <a:xfrm xmlns:a="http://schemas.openxmlformats.org/drawingml/2006/main">
            <a:off x="9715500" y="3038475"/>
            <a:ext cx="238125" cy="1266825"/>
          </a:xfrm>
          <a:custGeom xmlns:a="http://schemas.openxmlformats.org/drawingml/2006/main">
            <a:pathLst>
              <a:path w="238125" h="1266825">
                <a:moveTo>
                  <a:pt x="238125" y="0"/>
                </a:moveTo>
                <a:lnTo>
                  <a:pt x="0" y="0"/>
                </a:lnTo>
                <a:lnTo>
                  <a:pt x="0" y="1266825"/>
                </a:lnTo>
                <a:lnTo>
                  <a:pt x="238125" y="1266825"/>
                </a:lnTo>
              </a:path>
            </a:pathLst>
          </a:custGeom>
          <a:noFill xmlns:a="http://schemas.openxmlformats.org/drawingml/2006/main"/>
          <a:ln xmlns:a="http://schemas.openxmlformats.org/drawingml/2006/main" w="10478">
            <a:solidFill>
              <a:srgbClr val="000000"/>
            </a:solidFill>
            <a:prstDash val="dash"/>
          </a:ln>
        </p:spPr>
      </p:sp>
      <p:sp>
        <p:nvSpPr>
          <p:cNvPr id="198" name="dp41-comparison / n173 / arrow">
            <a:extLst xmlns:a="http://schemas.openxmlformats.org/drawingml/2006/main">
              <a:ext uri="{FF2B5EF4-FFF2-40B4-BE49-F238E27FC236}">
                <a16:creationId xmlns:a16="http://schemas.microsoft.com/office/drawing/2014/main" id="{27714949-FE01-47A1-979F-40D2849F6AD2}"/>
              </a:ext>
            </a:extLst>
          </p:cNvPr>
          <p:cNvSpPr>
            <a:spLocks xmlns:a="http://schemas.openxmlformats.org/drawingml/2006/main" noGrp="1"/>
          </p:cNvSpPr>
          <p:nvPr/>
        </p:nvSpPr>
        <p:spPr>
          <a:xfrm xmlns:a="http://schemas.openxmlformats.org/drawingml/2006/main">
            <a:off x="9886569" y="4271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9" name="dp41-comparison / n174">
            <a:extLst xmlns:a="http://schemas.openxmlformats.org/drawingml/2006/main">
              <a:ext uri="{FF2B5EF4-FFF2-40B4-BE49-F238E27FC236}">
                <a16:creationId xmlns:a16="http://schemas.microsoft.com/office/drawing/2014/main" id="{10D83FDD-8359-4FEC-99DF-B4F8641C2CF4}"/>
              </a:ext>
            </a:extLst>
          </p:cNvPr>
          <p:cNvSpPr>
            <a:spLocks xmlns:a="http://schemas.openxmlformats.org/drawingml/2006/main" noGrp="1"/>
          </p:cNvSpPr>
          <p:nvPr/>
        </p:nvSpPr>
        <p:spPr>
          <a:xfrm xmlns:a="http://schemas.openxmlformats.org/drawingml/2006/main">
            <a:off x="12858750" y="3943350"/>
            <a:ext cx="4476750" cy="1857375"/>
          </a:xfrm>
          <a:prstGeom xmlns:a="http://schemas.openxmlformats.org/drawingml/2006/main" prst="roundRect">
            <a:avLst>
              <a:gd name="adj" fmla="val 4103"/>
            </a:avLst>
          </a:prstGeom>
          <a:solidFill xmlns:a="http://schemas.openxmlformats.org/drawingml/2006/main">
            <a:srgbClr val="FFFFFF"/>
          </a:solidFill>
          <a:ln xmlns:a="http://schemas.openxmlformats.org/drawingml/2006/main" w="24765">
            <a:solidFill>
              <a:srgbClr val="B8753F"/>
            </a:solidFill>
            <a:prstDash val="solid"/>
          </a:ln>
        </p:spPr>
      </p:sp>
      <p:sp>
        <p:nvSpPr>
          <p:cNvPr id="200" name="dp41-comparison / n175 / text 1">
            <a:extLst xmlns:a="http://schemas.openxmlformats.org/drawingml/2006/main">
              <a:ext uri="{FF2B5EF4-FFF2-40B4-BE49-F238E27FC236}">
                <a16:creationId xmlns:a16="http://schemas.microsoft.com/office/drawing/2014/main" id="{CDD1FF4D-3638-4654-A450-A021D87F6B27}"/>
              </a:ext>
            </a:extLst>
          </p:cNvPr>
          <p:cNvSpPr>
            <a:spLocks xmlns:a="http://schemas.openxmlformats.org/drawingml/2006/main" noGrp="1"/>
          </p:cNvSpPr>
          <p:nvPr/>
        </p:nvSpPr>
        <p:spPr>
          <a:xfrm xmlns:a="http://schemas.openxmlformats.org/drawingml/2006/main">
            <a:off x="12982575" y="4038600"/>
            <a:ext cx="42291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201" name="dp41-comparison / n176">
            <a:extLst xmlns:a="http://schemas.openxmlformats.org/drawingml/2006/main">
              <a:ext uri="{FF2B5EF4-FFF2-40B4-BE49-F238E27FC236}">
                <a16:creationId xmlns:a16="http://schemas.microsoft.com/office/drawing/2014/main" id="{8036E7F0-FB11-44BC-A504-57046418F7C2}"/>
              </a:ext>
            </a:extLst>
          </p:cNvPr>
          <p:cNvSpPr>
            <a:spLocks xmlns:a="http://schemas.openxmlformats.org/drawingml/2006/main" noGrp="1"/>
          </p:cNvSpPr>
          <p:nvPr/>
        </p:nvSpPr>
        <p:spPr>
          <a:xfrm xmlns:a="http://schemas.openxmlformats.org/drawingml/2006/main">
            <a:off x="13049250" y="4286250"/>
            <a:ext cx="1809750"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2" name="dp41-comparison / n177 / text 1">
            <a:extLst xmlns:a="http://schemas.openxmlformats.org/drawingml/2006/main">
              <a:ext uri="{FF2B5EF4-FFF2-40B4-BE49-F238E27FC236}">
                <a16:creationId xmlns:a16="http://schemas.microsoft.com/office/drawing/2014/main" id="{60764901-9438-4B01-92A1-B82B0B8BAFE4}"/>
              </a:ext>
            </a:extLst>
          </p:cNvPr>
          <p:cNvSpPr>
            <a:spLocks xmlns:a="http://schemas.openxmlformats.org/drawingml/2006/main" noGrp="1"/>
          </p:cNvSpPr>
          <p:nvPr/>
        </p:nvSpPr>
        <p:spPr>
          <a:xfrm xmlns:a="http://schemas.openxmlformats.org/drawingml/2006/main">
            <a:off x="13134975" y="4355306"/>
            <a:ext cx="1638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프레임 / 항목 검사기</a:t>
            </a:r>
          </a:p>
        </p:txBody>
      </p:sp>
      <p:sp>
        <p:nvSpPr>
          <p:cNvPr id="203" name="dp41-comparison / n178">
            <a:extLst xmlns:a="http://schemas.openxmlformats.org/drawingml/2006/main">
              <a:ext uri="{FF2B5EF4-FFF2-40B4-BE49-F238E27FC236}">
                <a16:creationId xmlns:a16="http://schemas.microsoft.com/office/drawing/2014/main" id="{B6E6F09B-DA65-4F3E-9649-C7441E882DAD}"/>
              </a:ext>
            </a:extLst>
          </p:cNvPr>
          <p:cNvSpPr>
            <a:spLocks xmlns:a="http://schemas.openxmlformats.org/drawingml/2006/main" noGrp="1"/>
          </p:cNvSpPr>
          <p:nvPr/>
        </p:nvSpPr>
        <p:spPr>
          <a:xfrm xmlns:a="http://schemas.openxmlformats.org/drawingml/2006/main">
            <a:off x="15097125" y="4286250"/>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4" name="dp41-comparison / n179 / text 1">
            <a:extLst xmlns:a="http://schemas.openxmlformats.org/drawingml/2006/main">
              <a:ext uri="{FF2B5EF4-FFF2-40B4-BE49-F238E27FC236}">
                <a16:creationId xmlns:a16="http://schemas.microsoft.com/office/drawing/2014/main" id="{9C677899-193E-4B1C-B162-64D7C46D99F1}"/>
              </a:ext>
            </a:extLst>
          </p:cNvPr>
          <p:cNvSpPr>
            <a:spLocks xmlns:a="http://schemas.openxmlformats.org/drawingml/2006/main" noGrp="1"/>
          </p:cNvSpPr>
          <p:nvPr/>
        </p:nvSpPr>
        <p:spPr>
          <a:xfrm xmlns:a="http://schemas.openxmlformats.org/drawingml/2006/main">
            <a:off x="15182850" y="4349115"/>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미해결 항목 처리기</a:t>
            </a:r>
          </a:p>
        </p:txBody>
      </p:sp>
      <p:sp>
        <p:nvSpPr>
          <p:cNvPr id="205" name="dp41-comparison / n180">
            <a:extLst xmlns:a="http://schemas.openxmlformats.org/drawingml/2006/main">
              <a:ext uri="{FF2B5EF4-FFF2-40B4-BE49-F238E27FC236}">
                <a16:creationId xmlns:a16="http://schemas.microsoft.com/office/drawing/2014/main" id="{467E9D15-D870-4A85-A47C-C4CE075E8759}"/>
              </a:ext>
            </a:extLst>
          </p:cNvPr>
          <p:cNvSpPr>
            <a:spLocks xmlns:a="http://schemas.openxmlformats.org/drawingml/2006/main" noGrp="1"/>
          </p:cNvSpPr>
          <p:nvPr/>
        </p:nvSpPr>
        <p:spPr>
          <a:xfrm xmlns:a="http://schemas.openxmlformats.org/drawingml/2006/main">
            <a:off x="13049250" y="4914900"/>
            <a:ext cx="1809750" cy="5048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06" name="dp41-comparison / n181 / text 1">
            <a:extLst xmlns:a="http://schemas.openxmlformats.org/drawingml/2006/main">
              <a:ext uri="{FF2B5EF4-FFF2-40B4-BE49-F238E27FC236}">
                <a16:creationId xmlns:a16="http://schemas.microsoft.com/office/drawing/2014/main" id="{E5E56E59-3AC3-4AAC-B8CF-94959B731920}"/>
              </a:ext>
            </a:extLst>
          </p:cNvPr>
          <p:cNvSpPr>
            <a:spLocks xmlns:a="http://schemas.openxmlformats.org/drawingml/2006/main" noGrp="1"/>
          </p:cNvSpPr>
          <p:nvPr/>
        </p:nvSpPr>
        <p:spPr>
          <a:xfrm xmlns:a="http://schemas.openxmlformats.org/drawingml/2006/main">
            <a:off x="13134975" y="5076825"/>
            <a:ext cx="1638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항목별 해결 상태</a:t>
            </a:r>
          </a:p>
        </p:txBody>
      </p:sp>
      <p:sp>
        <p:nvSpPr>
          <p:cNvPr id="207" name="dp41-comparison / n182">
            <a:extLst xmlns:a="http://schemas.openxmlformats.org/drawingml/2006/main">
              <a:ext uri="{FF2B5EF4-FFF2-40B4-BE49-F238E27FC236}">
                <a16:creationId xmlns:a16="http://schemas.microsoft.com/office/drawing/2014/main" id="{C177047B-F044-4DB3-BAEB-03169327BE88}"/>
              </a:ext>
            </a:extLst>
          </p:cNvPr>
          <p:cNvSpPr>
            <a:spLocks xmlns:a="http://schemas.openxmlformats.org/drawingml/2006/main" noGrp="1"/>
          </p:cNvSpPr>
          <p:nvPr/>
        </p:nvSpPr>
        <p:spPr>
          <a:xfrm xmlns:a="http://schemas.openxmlformats.org/drawingml/2006/main">
            <a:off x="15097125" y="5172075"/>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8" name="dp41-comparison / n183 / text 1">
            <a:extLst xmlns:a="http://schemas.openxmlformats.org/drawingml/2006/main">
              <a:ext uri="{FF2B5EF4-FFF2-40B4-BE49-F238E27FC236}">
                <a16:creationId xmlns:a16="http://schemas.microsoft.com/office/drawing/2014/main" id="{4B1D4605-BD58-465B-9A5B-8DE5190DF801}"/>
              </a:ext>
            </a:extLst>
          </p:cNvPr>
          <p:cNvSpPr>
            <a:spLocks xmlns:a="http://schemas.openxmlformats.org/drawingml/2006/main" noGrp="1"/>
          </p:cNvSpPr>
          <p:nvPr/>
        </p:nvSpPr>
        <p:spPr>
          <a:xfrm xmlns:a="http://schemas.openxmlformats.org/drawingml/2006/main">
            <a:off x="15182850" y="52349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관계 결합기</a:t>
            </a:r>
          </a:p>
        </p:txBody>
      </p:sp>
      <p:sp>
        <p:nvSpPr>
          <p:cNvPr id="209" name="dp41-comparison / n184">
            <a:extLst xmlns:a="http://schemas.openxmlformats.org/drawingml/2006/main">
              <a:ext uri="{FF2B5EF4-FFF2-40B4-BE49-F238E27FC236}">
                <a16:creationId xmlns:a16="http://schemas.microsoft.com/office/drawing/2014/main" id="{F44B450B-BB77-4D9F-B7A1-4077709C80B4}"/>
              </a:ext>
            </a:extLst>
          </p:cNvPr>
          <p:cNvSpPr>
            <a:spLocks xmlns:a="http://schemas.openxmlformats.org/drawingml/2006/main" noGrp="1"/>
          </p:cNvSpPr>
          <p:nvPr/>
        </p:nvSpPr>
        <p:spPr>
          <a:xfrm xmlns:a="http://schemas.openxmlformats.org/drawingml/2006/main">
            <a:off x="1509712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0" name="dp41-comparison / n185 / text 1">
            <a:extLst xmlns:a="http://schemas.openxmlformats.org/drawingml/2006/main">
              <a:ext uri="{FF2B5EF4-FFF2-40B4-BE49-F238E27FC236}">
                <a16:creationId xmlns:a16="http://schemas.microsoft.com/office/drawing/2014/main" id="{44D2860E-8EC5-442E-9742-4B6FC02DBBA2}"/>
              </a:ext>
            </a:extLst>
          </p:cNvPr>
          <p:cNvSpPr>
            <a:spLocks xmlns:a="http://schemas.openxmlformats.org/drawingml/2006/main" noGrp="1"/>
          </p:cNvSpPr>
          <p:nvPr/>
        </p:nvSpPr>
        <p:spPr>
          <a:xfrm xmlns:a="http://schemas.openxmlformats.org/drawingml/2006/main">
            <a:off x="1518285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읽기 도구 실행기</a:t>
            </a:r>
          </a:p>
        </p:txBody>
      </p:sp>
      <p:sp>
        <p:nvSpPr>
          <p:cNvPr id="211" name="dp41-comparison / n186">
            <a:extLst xmlns:a="http://schemas.openxmlformats.org/drawingml/2006/main">
              <a:ext uri="{FF2B5EF4-FFF2-40B4-BE49-F238E27FC236}">
                <a16:creationId xmlns:a16="http://schemas.microsoft.com/office/drawing/2014/main" id="{956C2C68-6CBB-414A-94D4-B1E87D480988}"/>
              </a:ext>
            </a:extLst>
          </p:cNvPr>
          <p:cNvSpPr>
            <a:spLocks xmlns:a="http://schemas.openxmlformats.org/drawingml/2006/main" noGrp="1"/>
          </p:cNvSpPr>
          <p:nvPr/>
        </p:nvSpPr>
        <p:spPr>
          <a:xfrm xmlns:a="http://schemas.openxmlformats.org/drawingml/2006/main">
            <a:off x="1271587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2" name="dp41-comparison / n187 / text 1">
            <a:extLst xmlns:a="http://schemas.openxmlformats.org/drawingml/2006/main">
              <a:ext uri="{FF2B5EF4-FFF2-40B4-BE49-F238E27FC236}">
                <a16:creationId xmlns:a16="http://schemas.microsoft.com/office/drawing/2014/main" id="{71EDB062-BE03-47A9-BB72-7914704A8BF2}"/>
              </a:ext>
            </a:extLst>
          </p:cNvPr>
          <p:cNvSpPr>
            <a:spLocks xmlns:a="http://schemas.openxmlformats.org/drawingml/2006/main" noGrp="1"/>
          </p:cNvSpPr>
          <p:nvPr/>
        </p:nvSpPr>
        <p:spPr>
          <a:xfrm xmlns:a="http://schemas.openxmlformats.org/drawingml/2006/main">
            <a:off x="1280160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213" name="dp41-comparison / n188 / path">
            <a:extLst xmlns:a="http://schemas.openxmlformats.org/drawingml/2006/main">
              <a:ext uri="{FF2B5EF4-FFF2-40B4-BE49-F238E27FC236}">
                <a16:creationId xmlns:a16="http://schemas.microsoft.com/office/drawing/2014/main" id="{80E8A3BA-A292-487A-9978-CEB7D55B5836}"/>
              </a:ext>
            </a:extLst>
          </p:cNvPr>
          <p:cNvSpPr>
            <a:spLocks xmlns:a="http://schemas.openxmlformats.org/drawingml/2006/main" noGrp="1"/>
          </p:cNvSpPr>
          <p:nvPr/>
        </p:nvSpPr>
        <p:spPr>
          <a:xfrm xmlns:a="http://schemas.openxmlformats.org/drawingml/2006/main">
            <a:off x="12287250" y="4162425"/>
            <a:ext cx="762000" cy="285750"/>
          </a:xfrm>
          <a:custGeom xmlns:a="http://schemas.openxmlformats.org/drawingml/2006/main">
            <a:pathLst>
              <a:path w="762000" h="285750">
                <a:moveTo>
                  <a:pt x="0" y="0"/>
                </a:moveTo>
                <a:lnTo>
                  <a:pt x="333375" y="0"/>
                </a:lnTo>
                <a:lnTo>
                  <a:pt x="333375" y="285750"/>
                </a:lnTo>
                <a:lnTo>
                  <a:pt x="762000" y="285750"/>
                </a:lnTo>
              </a:path>
            </a:pathLst>
          </a:custGeom>
          <a:noFill xmlns:a="http://schemas.openxmlformats.org/drawingml/2006/main"/>
          <a:ln xmlns:a="http://schemas.openxmlformats.org/drawingml/2006/main" w="10478">
            <a:solidFill>
              <a:srgbClr val="000000"/>
            </a:solidFill>
            <a:prstDash val="solid"/>
          </a:ln>
        </p:spPr>
      </p:sp>
      <p:sp>
        <p:nvSpPr>
          <p:cNvPr id="214" name="dp41-comparison / n188 / arrow">
            <a:extLst xmlns:a="http://schemas.openxmlformats.org/drawingml/2006/main">
              <a:ext uri="{FF2B5EF4-FFF2-40B4-BE49-F238E27FC236}">
                <a16:creationId xmlns:a16="http://schemas.microsoft.com/office/drawing/2014/main" id="{7408394E-6653-4FAA-9864-71787C453056}"/>
              </a:ext>
            </a:extLst>
          </p:cNvPr>
          <p:cNvSpPr>
            <a:spLocks xmlns:a="http://schemas.openxmlformats.org/drawingml/2006/main" noGrp="1"/>
          </p:cNvSpPr>
          <p:nvPr/>
        </p:nvSpPr>
        <p:spPr>
          <a:xfrm xmlns:a="http://schemas.openxmlformats.org/drawingml/2006/main">
            <a:off x="12982194"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89 / path">
            <a:extLst xmlns:a="http://schemas.openxmlformats.org/drawingml/2006/main">
              <a:ext uri="{FF2B5EF4-FFF2-40B4-BE49-F238E27FC236}">
                <a16:creationId xmlns:a16="http://schemas.microsoft.com/office/drawing/2014/main" id="{75F274F8-FDDA-4DEE-B0F6-74440FBBDCB5}"/>
              </a:ext>
            </a:extLst>
          </p:cNvPr>
          <p:cNvSpPr>
            <a:spLocks xmlns:a="http://schemas.openxmlformats.org/drawingml/2006/main" noGrp="1"/>
          </p:cNvSpPr>
          <p:nvPr/>
        </p:nvSpPr>
        <p:spPr>
          <a:xfrm xmlns:a="http://schemas.openxmlformats.org/drawingml/2006/main">
            <a:off x="14859000" y="4448175"/>
            <a:ext cx="238125" cy="953"/>
          </a:xfrm>
          <a:custGeom xmlns:a="http://schemas.openxmlformats.org/drawingml/2006/main">
            <a:pathLst>
              <a:path w="238125" h="953">
                <a:moveTo>
                  <a:pt x="0" y="0"/>
                </a:moveTo>
                <a:lnTo>
                  <a:pt x="238125" y="0"/>
                </a:lnTo>
              </a:path>
            </a:pathLst>
          </a:custGeom>
          <a:noFill xmlns:a="http://schemas.openxmlformats.org/drawingml/2006/main"/>
          <a:ln xmlns:a="http://schemas.openxmlformats.org/drawingml/2006/main" w="10478">
            <a:solidFill>
              <a:srgbClr val="B8753F"/>
            </a:solidFill>
            <a:prstDash val="solid"/>
          </a:ln>
        </p:spPr>
      </p:sp>
      <p:sp>
        <p:nvSpPr>
          <p:cNvPr id="216" name="dp41-comparison / n189 / arrow">
            <a:extLst xmlns:a="http://schemas.openxmlformats.org/drawingml/2006/main">
              <a:ext uri="{FF2B5EF4-FFF2-40B4-BE49-F238E27FC236}">
                <a16:creationId xmlns:a16="http://schemas.microsoft.com/office/drawing/2014/main" id="{D601D578-A96E-41C1-ABA4-1A772E4F0589}"/>
              </a:ext>
            </a:extLst>
          </p:cNvPr>
          <p:cNvSpPr>
            <a:spLocks xmlns:a="http://schemas.openxmlformats.org/drawingml/2006/main" noGrp="1"/>
          </p:cNvSpPr>
          <p:nvPr/>
        </p:nvSpPr>
        <p:spPr>
          <a:xfrm xmlns:a="http://schemas.openxmlformats.org/drawingml/2006/main">
            <a:off x="15030069"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17" name="dp41-comparison / n190 / path">
            <a:extLst xmlns:a="http://schemas.openxmlformats.org/drawingml/2006/main">
              <a:ext uri="{FF2B5EF4-FFF2-40B4-BE49-F238E27FC236}">
                <a16:creationId xmlns:a16="http://schemas.microsoft.com/office/drawing/2014/main" id="{A46A4176-F0F6-4868-9470-75B8DFA16504}"/>
              </a:ext>
            </a:extLst>
          </p:cNvPr>
          <p:cNvSpPr>
            <a:spLocks xmlns:a="http://schemas.openxmlformats.org/drawingml/2006/main" noGrp="1"/>
          </p:cNvSpPr>
          <p:nvPr/>
        </p:nvSpPr>
        <p:spPr>
          <a:xfrm xmlns:a="http://schemas.openxmlformats.org/drawingml/2006/main">
            <a:off x="17145000" y="4448175"/>
            <a:ext cx="428625" cy="1724025"/>
          </a:xfrm>
          <a:custGeom xmlns:a="http://schemas.openxmlformats.org/drawingml/2006/main">
            <a:pathLst>
              <a:path w="428625" h="1724025">
                <a:moveTo>
                  <a:pt x="0" y="0"/>
                </a:moveTo>
                <a:lnTo>
                  <a:pt x="428625" y="0"/>
                </a:lnTo>
                <a:lnTo>
                  <a:pt x="428625" y="1724025"/>
                </a:lnTo>
                <a:lnTo>
                  <a:pt x="0" y="1724025"/>
                </a:lnTo>
              </a:path>
            </a:pathLst>
          </a:custGeom>
          <a:noFill xmlns:a="http://schemas.openxmlformats.org/drawingml/2006/main"/>
          <a:ln xmlns:a="http://schemas.openxmlformats.org/drawingml/2006/main" w="10478">
            <a:solidFill>
              <a:srgbClr val="B8753F"/>
            </a:solidFill>
            <a:prstDash val="solid"/>
          </a:ln>
        </p:spPr>
      </p:sp>
      <p:sp>
        <p:nvSpPr>
          <p:cNvPr id="218" name="dp41-comparison / n190 / arrow">
            <a:extLst xmlns:a="http://schemas.openxmlformats.org/drawingml/2006/main">
              <a:ext uri="{FF2B5EF4-FFF2-40B4-BE49-F238E27FC236}">
                <a16:creationId xmlns:a16="http://schemas.microsoft.com/office/drawing/2014/main" id="{A9BF9573-31BE-4A19-A026-DDB4932CE14A}"/>
              </a:ext>
            </a:extLst>
          </p:cNvPr>
          <p:cNvSpPr>
            <a:spLocks xmlns:a="http://schemas.openxmlformats.org/drawingml/2006/main" noGrp="1"/>
          </p:cNvSpPr>
          <p:nvPr/>
        </p:nvSpPr>
        <p:spPr>
          <a:xfrm xmlns:a="http://schemas.openxmlformats.org/drawingml/2006/main">
            <a:off x="1714500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9" name="dp41-comparison / n195 / path">
            <a:extLst xmlns:a="http://schemas.openxmlformats.org/drawingml/2006/main">
              <a:ext uri="{FF2B5EF4-FFF2-40B4-BE49-F238E27FC236}">
                <a16:creationId xmlns:a16="http://schemas.microsoft.com/office/drawing/2014/main" id="{D58C47B0-C1F3-49CD-96CF-B6728E378A5E}"/>
              </a:ext>
            </a:extLst>
          </p:cNvPr>
          <p:cNvSpPr>
            <a:spLocks xmlns:a="http://schemas.openxmlformats.org/drawingml/2006/main" noGrp="1"/>
          </p:cNvSpPr>
          <p:nvPr/>
        </p:nvSpPr>
        <p:spPr>
          <a:xfrm xmlns:a="http://schemas.openxmlformats.org/drawingml/2006/main">
            <a:off x="12573000" y="5167313"/>
            <a:ext cx="2524125" cy="1281113"/>
          </a:xfrm>
          <a:custGeom xmlns:a="http://schemas.openxmlformats.org/drawingml/2006/main">
            <a:pathLst>
              <a:path w="2524125" h="1281113">
                <a:moveTo>
                  <a:pt x="2524125" y="1004888"/>
                </a:moveTo>
                <a:lnTo>
                  <a:pt x="2362200" y="1004888"/>
                </a:lnTo>
                <a:lnTo>
                  <a:pt x="2362200" y="1281113"/>
                </a:lnTo>
                <a:lnTo>
                  <a:pt x="0" y="1281113"/>
                </a:lnTo>
                <a:lnTo>
                  <a:pt x="0" y="0"/>
                </a:lnTo>
                <a:lnTo>
                  <a:pt x="476250" y="0"/>
                </a:lnTo>
              </a:path>
            </a:pathLst>
          </a:custGeom>
          <a:noFill xmlns:a="http://schemas.openxmlformats.org/drawingml/2006/main"/>
          <a:ln xmlns:a="http://schemas.openxmlformats.org/drawingml/2006/main" w="10478">
            <a:solidFill>
              <a:srgbClr val="B8753F"/>
            </a:solidFill>
            <a:prstDash val="dash"/>
          </a:ln>
        </p:spPr>
      </p:sp>
      <p:sp>
        <p:nvSpPr>
          <p:cNvPr id="220" name="dp41-comparison / n195 / arrow">
            <a:extLst xmlns:a="http://schemas.openxmlformats.org/drawingml/2006/main">
              <a:ext uri="{FF2B5EF4-FFF2-40B4-BE49-F238E27FC236}">
                <a16:creationId xmlns:a16="http://schemas.microsoft.com/office/drawing/2014/main" id="{5422AD6D-06E4-4A89-8B9F-0316DBACFCC5}"/>
              </a:ext>
            </a:extLst>
          </p:cNvPr>
          <p:cNvSpPr>
            <a:spLocks xmlns:a="http://schemas.openxmlformats.org/drawingml/2006/main" noGrp="1"/>
          </p:cNvSpPr>
          <p:nvPr/>
        </p:nvSpPr>
        <p:spPr>
          <a:xfrm xmlns:a="http://schemas.openxmlformats.org/drawingml/2006/main">
            <a:off x="12982194" y="51337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1" name="dp41-comparison / n196 / text 1">
            <a:extLst xmlns:a="http://schemas.openxmlformats.org/drawingml/2006/main">
              <a:ext uri="{FF2B5EF4-FFF2-40B4-BE49-F238E27FC236}">
                <a16:creationId xmlns:a16="http://schemas.microsoft.com/office/drawing/2014/main" id="{4EA20F11-06F5-482E-8548-1C5FD5E45CC3}"/>
              </a:ext>
            </a:extLst>
          </p:cNvPr>
          <p:cNvSpPr>
            <a:spLocks xmlns:a="http://schemas.openxmlformats.org/drawingml/2006/main" noGrp="1"/>
          </p:cNvSpPr>
          <p:nvPr/>
        </p:nvSpPr>
        <p:spPr>
          <a:xfrm xmlns:a="http://schemas.openxmlformats.org/drawingml/2006/main">
            <a:off x="15097125" y="6362700"/>
            <a:ext cx="2333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③ 조회 결과를 해결 상태에 반영</a:t>
            </a:r>
          </a:p>
        </p:txBody>
      </p:sp>
      <p:sp>
        <p:nvSpPr>
          <p:cNvPr id="222" name="dp41-comparison / n197 / path">
            <a:extLst xmlns:a="http://schemas.openxmlformats.org/drawingml/2006/main">
              <a:ext uri="{FF2B5EF4-FFF2-40B4-BE49-F238E27FC236}">
                <a16:creationId xmlns:a16="http://schemas.microsoft.com/office/drawing/2014/main" id="{FA12835D-B78E-401B-8063-A6FE0459D0A9}"/>
              </a:ext>
            </a:extLst>
          </p:cNvPr>
          <p:cNvSpPr>
            <a:spLocks xmlns:a="http://schemas.openxmlformats.org/drawingml/2006/main" noGrp="1"/>
          </p:cNvSpPr>
          <p:nvPr/>
        </p:nvSpPr>
        <p:spPr>
          <a:xfrm xmlns:a="http://schemas.openxmlformats.org/drawingml/2006/main">
            <a:off x="13716000" y="4610100"/>
            <a:ext cx="953" cy="304800"/>
          </a:xfrm>
          <a:custGeom xmlns:a="http://schemas.openxmlformats.org/drawingml/2006/main">
            <a:pathLst>
              <a:path w="953" h="304800">
                <a:moveTo>
                  <a:pt x="0" y="0"/>
                </a:moveTo>
                <a:lnTo>
                  <a:pt x="0" y="304800"/>
                </a:lnTo>
              </a:path>
            </a:pathLst>
          </a:custGeom>
          <a:noFill xmlns:a="http://schemas.openxmlformats.org/drawingml/2006/main"/>
          <a:ln xmlns:a="http://schemas.openxmlformats.org/drawingml/2006/main" w="10478">
            <a:solidFill>
              <a:srgbClr val="B8753F"/>
            </a:solidFill>
            <a:prstDash val="solid"/>
          </a:ln>
        </p:spPr>
      </p:sp>
      <p:sp>
        <p:nvSpPr>
          <p:cNvPr id="223" name="dp41-comparison / n197 / arrow">
            <a:extLst xmlns:a="http://schemas.openxmlformats.org/drawingml/2006/main">
              <a:ext uri="{FF2B5EF4-FFF2-40B4-BE49-F238E27FC236}">
                <a16:creationId xmlns:a16="http://schemas.microsoft.com/office/drawing/2014/main" id="{9770A0BC-1083-4F8D-BB71-8EAFC9E5FE4A}"/>
              </a:ext>
            </a:extLst>
          </p:cNvPr>
          <p:cNvSpPr>
            <a:spLocks xmlns:a="http://schemas.openxmlformats.org/drawingml/2006/main" noGrp="1"/>
          </p:cNvSpPr>
          <p:nvPr/>
        </p:nvSpPr>
        <p:spPr>
          <a:xfrm xmlns:a="http://schemas.openxmlformats.org/drawingml/2006/main">
            <a:off x="13682472" y="4847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24" name="dp41-comparison / n198 / path">
            <a:extLst xmlns:a="http://schemas.openxmlformats.org/drawingml/2006/main">
              <a:ext uri="{FF2B5EF4-FFF2-40B4-BE49-F238E27FC236}">
                <a16:creationId xmlns:a16="http://schemas.microsoft.com/office/drawing/2014/main" id="{45D4EC68-5F74-44BE-8B74-6FD73A51A1F5}"/>
              </a:ext>
            </a:extLst>
          </p:cNvPr>
          <p:cNvSpPr>
            <a:spLocks xmlns:a="http://schemas.openxmlformats.org/drawingml/2006/main" noGrp="1"/>
          </p:cNvSpPr>
          <p:nvPr/>
        </p:nvSpPr>
        <p:spPr>
          <a:xfrm xmlns:a="http://schemas.openxmlformats.org/drawingml/2006/main">
            <a:off x="14192250" y="4610100"/>
            <a:ext cx="953" cy="304800"/>
          </a:xfrm>
          <a:custGeom xmlns:a="http://schemas.openxmlformats.org/drawingml/2006/main">
            <a:pathLst>
              <a:path w="953" h="304800">
                <a:moveTo>
                  <a:pt x="0" y="304800"/>
                </a:moveTo>
                <a:lnTo>
                  <a:pt x="0" y="0"/>
                </a:lnTo>
              </a:path>
            </a:pathLst>
          </a:custGeom>
          <a:noFill xmlns:a="http://schemas.openxmlformats.org/drawingml/2006/main"/>
          <a:ln xmlns:a="http://schemas.openxmlformats.org/drawingml/2006/main" w="10478">
            <a:solidFill>
              <a:srgbClr val="B8753F"/>
            </a:solidFill>
            <a:prstDash val="solid"/>
          </a:ln>
        </p:spPr>
      </p:sp>
      <p:sp>
        <p:nvSpPr>
          <p:cNvPr id="225" name="dp41-comparison / n198 / arrow">
            <a:extLst xmlns:a="http://schemas.openxmlformats.org/drawingml/2006/main">
              <a:ext uri="{FF2B5EF4-FFF2-40B4-BE49-F238E27FC236}">
                <a16:creationId xmlns:a16="http://schemas.microsoft.com/office/drawing/2014/main" id="{74C46651-EAC6-4781-A2C6-D41847BEC4E1}"/>
              </a:ext>
            </a:extLst>
          </p:cNvPr>
          <p:cNvSpPr>
            <a:spLocks xmlns:a="http://schemas.openxmlformats.org/drawingml/2006/main" noGrp="1"/>
          </p:cNvSpPr>
          <p:nvPr/>
        </p:nvSpPr>
        <p:spPr>
          <a:xfrm xmlns:a="http://schemas.openxmlformats.org/drawingml/2006/main">
            <a:off x="14158722" y="4610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26" name="dp41-comparison / n201 / path">
            <a:extLst xmlns:a="http://schemas.openxmlformats.org/drawingml/2006/main">
              <a:ext uri="{FF2B5EF4-FFF2-40B4-BE49-F238E27FC236}">
                <a16:creationId xmlns:a16="http://schemas.microsoft.com/office/drawing/2014/main" id="{B84E638C-3807-4557-8909-D38DE7E29CD2}"/>
              </a:ext>
            </a:extLst>
          </p:cNvPr>
          <p:cNvSpPr>
            <a:spLocks xmlns:a="http://schemas.openxmlformats.org/drawingml/2006/main" noGrp="1"/>
          </p:cNvSpPr>
          <p:nvPr/>
        </p:nvSpPr>
        <p:spPr>
          <a:xfrm xmlns:a="http://schemas.openxmlformats.org/drawingml/2006/main">
            <a:off x="14859000" y="5167313"/>
            <a:ext cx="238125" cy="166688"/>
          </a:xfrm>
          <a:custGeom xmlns:a="http://schemas.openxmlformats.org/drawingml/2006/main">
            <a:pathLst>
              <a:path w="238125" h="166688">
                <a:moveTo>
                  <a:pt x="0" y="0"/>
                </a:moveTo>
                <a:lnTo>
                  <a:pt x="114300" y="0"/>
                </a:lnTo>
                <a:lnTo>
                  <a:pt x="114300" y="166688"/>
                </a:lnTo>
                <a:lnTo>
                  <a:pt x="238125" y="166688"/>
                </a:lnTo>
              </a:path>
            </a:pathLst>
          </a:custGeom>
          <a:noFill xmlns:a="http://schemas.openxmlformats.org/drawingml/2006/main"/>
          <a:ln xmlns:a="http://schemas.openxmlformats.org/drawingml/2006/main" w="10478">
            <a:solidFill>
              <a:srgbClr val="B8753F"/>
            </a:solidFill>
            <a:prstDash val="solid"/>
          </a:ln>
        </p:spPr>
      </p:sp>
      <p:sp>
        <p:nvSpPr>
          <p:cNvPr id="227" name="dp41-comparison / n201 / arrow">
            <a:extLst xmlns:a="http://schemas.openxmlformats.org/drawingml/2006/main">
              <a:ext uri="{FF2B5EF4-FFF2-40B4-BE49-F238E27FC236}">
                <a16:creationId xmlns:a16="http://schemas.microsoft.com/office/drawing/2014/main" id="{9C603C90-824A-46FD-A05F-E64801D093FD}"/>
              </a:ext>
            </a:extLst>
          </p:cNvPr>
          <p:cNvSpPr>
            <a:spLocks xmlns:a="http://schemas.openxmlformats.org/drawingml/2006/main" noGrp="1"/>
          </p:cNvSpPr>
          <p:nvPr/>
        </p:nvSpPr>
        <p:spPr>
          <a:xfrm xmlns:a="http://schemas.openxmlformats.org/drawingml/2006/main">
            <a:off x="15030069" y="5300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8" name="dp41-comparison / n204 / path">
            <a:extLst xmlns:a="http://schemas.openxmlformats.org/drawingml/2006/main">
              <a:ext uri="{FF2B5EF4-FFF2-40B4-BE49-F238E27FC236}">
                <a16:creationId xmlns:a16="http://schemas.microsoft.com/office/drawing/2014/main" id="{EB5E440D-C243-466B-A422-F912912AE1E7}"/>
              </a:ext>
            </a:extLst>
          </p:cNvPr>
          <p:cNvSpPr>
            <a:spLocks xmlns:a="http://schemas.openxmlformats.org/drawingml/2006/main" noGrp="1"/>
          </p:cNvSpPr>
          <p:nvPr/>
        </p:nvSpPr>
        <p:spPr>
          <a:xfrm xmlns:a="http://schemas.openxmlformats.org/drawingml/2006/main">
            <a:off x="13739813" y="5495925"/>
            <a:ext cx="2381250" cy="523875"/>
          </a:xfrm>
          <a:custGeom xmlns:a="http://schemas.openxmlformats.org/drawingml/2006/main">
            <a:pathLst>
              <a:path w="2381250" h="523875">
                <a:moveTo>
                  <a:pt x="2381250" y="0"/>
                </a:moveTo>
                <a:lnTo>
                  <a:pt x="2381250" y="428625"/>
                </a:lnTo>
                <a:lnTo>
                  <a:pt x="0" y="428625"/>
                </a:lnTo>
                <a:lnTo>
                  <a:pt x="0" y="523875"/>
                </a:lnTo>
              </a:path>
            </a:pathLst>
          </a:custGeom>
          <a:noFill xmlns:a="http://schemas.openxmlformats.org/drawingml/2006/main"/>
          <a:ln xmlns:a="http://schemas.openxmlformats.org/drawingml/2006/main" w="10478">
            <a:solidFill>
              <a:srgbClr val="B8753F"/>
            </a:solidFill>
            <a:prstDash val="solid"/>
          </a:ln>
        </p:spPr>
      </p:sp>
      <p:sp>
        <p:nvSpPr>
          <p:cNvPr id="229" name="dp41-comparison / n204 / arrow">
            <a:extLst xmlns:a="http://schemas.openxmlformats.org/drawingml/2006/main">
              <a:ext uri="{FF2B5EF4-FFF2-40B4-BE49-F238E27FC236}">
                <a16:creationId xmlns:a16="http://schemas.microsoft.com/office/drawing/2014/main" id="{34D9A276-BB21-4D66-AFAC-09F4F5A171E0}"/>
              </a:ext>
            </a:extLst>
          </p:cNvPr>
          <p:cNvSpPr>
            <a:spLocks xmlns:a="http://schemas.openxmlformats.org/drawingml/2006/main" noGrp="1"/>
          </p:cNvSpPr>
          <p:nvPr/>
        </p:nvSpPr>
        <p:spPr>
          <a:xfrm xmlns:a="http://schemas.openxmlformats.org/drawingml/2006/main">
            <a:off x="13706285"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30" name="dp41-comparison / n207 / path">
            <a:extLst xmlns:a="http://schemas.openxmlformats.org/drawingml/2006/main">
              <a:ext uri="{FF2B5EF4-FFF2-40B4-BE49-F238E27FC236}">
                <a16:creationId xmlns:a16="http://schemas.microsoft.com/office/drawing/2014/main" id="{5FED84A2-4967-40D0-BB87-CC296C41BB13}"/>
              </a:ext>
            </a:extLst>
          </p:cNvPr>
          <p:cNvSpPr>
            <a:spLocks xmlns:a="http://schemas.openxmlformats.org/drawingml/2006/main" noGrp="1"/>
          </p:cNvSpPr>
          <p:nvPr/>
        </p:nvSpPr>
        <p:spPr>
          <a:xfrm xmlns:a="http://schemas.openxmlformats.org/drawingml/2006/main">
            <a:off x="12287250" y="3857625"/>
            <a:ext cx="5219700" cy="590550"/>
          </a:xfrm>
          <a:custGeom xmlns:a="http://schemas.openxmlformats.org/drawingml/2006/main">
            <a:pathLst>
              <a:path w="5219700" h="590550">
                <a:moveTo>
                  <a:pt x="4857750" y="590550"/>
                </a:moveTo>
                <a:lnTo>
                  <a:pt x="5219700" y="590550"/>
                </a:lnTo>
                <a:lnTo>
                  <a:pt x="5219700" y="0"/>
                </a:lnTo>
                <a:lnTo>
                  <a:pt x="190500" y="0"/>
                </a:lnTo>
                <a:lnTo>
                  <a:pt x="190500" y="447675"/>
                </a:lnTo>
                <a:lnTo>
                  <a:pt x="0" y="447675"/>
                </a:lnTo>
              </a:path>
            </a:pathLst>
          </a:custGeom>
          <a:noFill xmlns:a="http://schemas.openxmlformats.org/drawingml/2006/main"/>
          <a:ln xmlns:a="http://schemas.openxmlformats.org/drawingml/2006/main" w="10478">
            <a:solidFill>
              <a:srgbClr val="000000"/>
            </a:solidFill>
            <a:prstDash val="solid"/>
          </a:ln>
        </p:spPr>
      </p:sp>
      <p:sp>
        <p:nvSpPr>
          <p:cNvPr id="231" name="dp41-comparison / n207 / arrow">
            <a:extLst xmlns:a="http://schemas.openxmlformats.org/drawingml/2006/main">
              <a:ext uri="{FF2B5EF4-FFF2-40B4-BE49-F238E27FC236}">
                <a16:creationId xmlns:a16="http://schemas.microsoft.com/office/drawing/2014/main" id="{E951CBE9-521E-4C41-9162-822A4D143FB0}"/>
              </a:ext>
            </a:extLst>
          </p:cNvPr>
          <p:cNvSpPr>
            <a:spLocks xmlns:a="http://schemas.openxmlformats.org/drawingml/2006/main" noGrp="1"/>
          </p:cNvSpPr>
          <p:nvPr/>
        </p:nvSpPr>
        <p:spPr>
          <a:xfrm xmlns:a="http://schemas.openxmlformats.org/drawingml/2006/main">
            <a:off x="12287250" y="4271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2" name="dp41-comparison / n216 / path">
            <a:extLst xmlns:a="http://schemas.openxmlformats.org/drawingml/2006/main">
              <a:ext uri="{FF2B5EF4-FFF2-40B4-BE49-F238E27FC236}">
                <a16:creationId xmlns:a16="http://schemas.microsoft.com/office/drawing/2014/main" id="{22794B87-2377-4D8C-AA87-052DB272ED8E}"/>
              </a:ext>
            </a:extLst>
          </p:cNvPr>
          <p:cNvSpPr>
            <a:spLocks xmlns:a="http://schemas.openxmlformats.org/drawingml/2006/main" noGrp="1"/>
          </p:cNvSpPr>
          <p:nvPr/>
        </p:nvSpPr>
        <p:spPr>
          <a:xfrm xmlns:a="http://schemas.openxmlformats.org/drawingml/2006/main">
            <a:off x="12168188" y="2743200"/>
            <a:ext cx="5472113" cy="1276350"/>
          </a:xfrm>
          <a:custGeom xmlns:a="http://schemas.openxmlformats.org/drawingml/2006/main">
            <a:pathLst>
              <a:path w="5472113" h="1276350">
                <a:moveTo>
                  <a:pt x="3357563" y="0"/>
                </a:moveTo>
                <a:lnTo>
                  <a:pt x="3357563" y="76200"/>
                </a:lnTo>
                <a:lnTo>
                  <a:pt x="5472113" y="76200"/>
                </a:lnTo>
                <a:lnTo>
                  <a:pt x="5472113" y="828675"/>
                </a:lnTo>
                <a:lnTo>
                  <a:pt x="452438" y="828675"/>
                </a:lnTo>
                <a:lnTo>
                  <a:pt x="4524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233" name="dp41-comparison / n216 / arrow">
            <a:extLst xmlns:a="http://schemas.openxmlformats.org/drawingml/2006/main">
              <a:ext uri="{FF2B5EF4-FFF2-40B4-BE49-F238E27FC236}">
                <a16:creationId xmlns:a16="http://schemas.microsoft.com/office/drawing/2014/main" id="{A147C77B-9A7B-4594-951A-CED2B98F2E3B}"/>
              </a:ext>
            </a:extLst>
          </p:cNvPr>
          <p:cNvSpPr>
            <a:spLocks xmlns:a="http://schemas.openxmlformats.org/drawingml/2006/main" noGrp="1"/>
          </p:cNvSpPr>
          <p:nvPr/>
        </p:nvSpPr>
        <p:spPr>
          <a:xfrm xmlns:a="http://schemas.openxmlformats.org/drawingml/2006/main">
            <a:off x="121346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7">
            <a:extLst xmlns:a="http://schemas.openxmlformats.org/drawingml/2006/main">
              <a:ext uri="{FF2B5EF4-FFF2-40B4-BE49-F238E27FC236}">
                <a16:creationId xmlns:a16="http://schemas.microsoft.com/office/drawing/2014/main" id="{F5EC842E-D2B6-45E9-B2FE-F0626EAF6E74}"/>
              </a:ext>
            </a:extLst>
          </p:cNvPr>
          <p:cNvSpPr>
            <a:spLocks xmlns:a="http://schemas.openxmlformats.org/drawingml/2006/main" noGrp="1"/>
          </p:cNvSpPr>
          <p:nvPr/>
        </p:nvSpPr>
        <p:spPr>
          <a:xfrm xmlns:a="http://schemas.openxmlformats.org/drawingml/2006/main">
            <a:off x="1264920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1-comparison / n218 / text 1">
            <a:extLst xmlns:a="http://schemas.openxmlformats.org/drawingml/2006/main">
              <a:ext uri="{FF2B5EF4-FFF2-40B4-BE49-F238E27FC236}">
                <a16:creationId xmlns:a16="http://schemas.microsoft.com/office/drawing/2014/main" id="{11A7298F-87B2-4A9C-8355-AE83CC280567}"/>
              </a:ext>
            </a:extLst>
          </p:cNvPr>
          <p:cNvSpPr>
            <a:spLocks xmlns:a="http://schemas.openxmlformats.org/drawingml/2006/main" noGrp="1"/>
          </p:cNvSpPr>
          <p:nvPr/>
        </p:nvSpPr>
        <p:spPr>
          <a:xfrm xmlns:a="http://schemas.openxmlformats.org/drawingml/2006/main">
            <a:off x="1273492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36" name="dp41-comparison / n219 / path">
            <a:extLst xmlns:a="http://schemas.openxmlformats.org/drawingml/2006/main">
              <a:ext uri="{FF2B5EF4-FFF2-40B4-BE49-F238E27FC236}">
                <a16:creationId xmlns:a16="http://schemas.microsoft.com/office/drawing/2014/main" id="{63688C02-5A17-408A-8EE0-A7B8F05A2FE1}"/>
              </a:ext>
            </a:extLst>
          </p:cNvPr>
          <p:cNvSpPr>
            <a:spLocks xmlns:a="http://schemas.openxmlformats.org/drawingml/2006/main" noGrp="1"/>
          </p:cNvSpPr>
          <p:nvPr/>
        </p:nvSpPr>
        <p:spPr>
          <a:xfrm xmlns:a="http://schemas.openxmlformats.org/drawingml/2006/main">
            <a:off x="13744575" y="6105525"/>
            <a:ext cx="4010025" cy="542925"/>
          </a:xfrm>
          <a:custGeom xmlns:a="http://schemas.openxmlformats.org/drawingml/2006/main">
            <a:pathLst>
              <a:path w="4010025" h="542925">
                <a:moveTo>
                  <a:pt x="3400425" y="0"/>
                </a:moveTo>
                <a:lnTo>
                  <a:pt x="4010025" y="0"/>
                </a:lnTo>
                <a:lnTo>
                  <a:pt x="4010025"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37" name="dp41-comparison / n219 / arrow">
            <a:extLst xmlns:a="http://schemas.openxmlformats.org/drawingml/2006/main">
              <a:ext uri="{FF2B5EF4-FFF2-40B4-BE49-F238E27FC236}">
                <a16:creationId xmlns:a16="http://schemas.microsoft.com/office/drawing/2014/main" id="{54B3C754-DBBE-443C-B1B9-7832C53849DC}"/>
              </a:ext>
            </a:extLst>
          </p:cNvPr>
          <p:cNvSpPr>
            <a:spLocks xmlns:a="http://schemas.openxmlformats.org/drawingml/2006/main" noGrp="1"/>
          </p:cNvSpPr>
          <p:nvPr/>
        </p:nvSpPr>
        <p:spPr>
          <a:xfrm xmlns:a="http://schemas.openxmlformats.org/drawingml/2006/main">
            <a:off x="1371104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8" name="dp41-comparison / n220 / path">
            <a:extLst xmlns:a="http://schemas.openxmlformats.org/drawingml/2006/main">
              <a:ext uri="{FF2B5EF4-FFF2-40B4-BE49-F238E27FC236}">
                <a16:creationId xmlns:a16="http://schemas.microsoft.com/office/drawing/2014/main" id="{2B201AAB-5C34-4D20-8792-51154AE98821}"/>
              </a:ext>
            </a:extLst>
          </p:cNvPr>
          <p:cNvSpPr>
            <a:spLocks xmlns:a="http://schemas.openxmlformats.org/drawingml/2006/main" noGrp="1"/>
          </p:cNvSpPr>
          <p:nvPr/>
        </p:nvSpPr>
        <p:spPr>
          <a:xfrm xmlns:a="http://schemas.openxmlformats.org/drawingml/2006/main">
            <a:off x="13830300" y="6248400"/>
            <a:ext cx="3848100" cy="400050"/>
          </a:xfrm>
          <a:custGeom xmlns:a="http://schemas.openxmlformats.org/drawingml/2006/main">
            <a:pathLst>
              <a:path w="3848100" h="400050">
                <a:moveTo>
                  <a:pt x="0" y="400050"/>
                </a:moveTo>
                <a:lnTo>
                  <a:pt x="0" y="342900"/>
                </a:lnTo>
                <a:lnTo>
                  <a:pt x="3848100" y="342900"/>
                </a:lnTo>
                <a:lnTo>
                  <a:pt x="3848100" y="0"/>
                </a:lnTo>
                <a:lnTo>
                  <a:pt x="3314700" y="0"/>
                </a:lnTo>
              </a:path>
            </a:pathLst>
          </a:custGeom>
          <a:noFill xmlns:a="http://schemas.openxmlformats.org/drawingml/2006/main"/>
          <a:ln xmlns:a="http://schemas.openxmlformats.org/drawingml/2006/main" w="10478">
            <a:solidFill>
              <a:srgbClr val="000000"/>
            </a:solidFill>
            <a:prstDash val="dash"/>
          </a:ln>
        </p:spPr>
      </p:sp>
      <p:sp>
        <p:nvSpPr>
          <p:cNvPr id="239" name="dp41-comparison / n220 / arrow">
            <a:extLst xmlns:a="http://schemas.openxmlformats.org/drawingml/2006/main">
              <a:ext uri="{FF2B5EF4-FFF2-40B4-BE49-F238E27FC236}">
                <a16:creationId xmlns:a16="http://schemas.microsoft.com/office/drawing/2014/main" id="{61C05FFF-95E4-42B8-8995-197CCD17250A}"/>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a:extLst xmlns:a="http://schemas.openxmlformats.org/drawingml/2006/main">
              <a:ext uri="{FF2B5EF4-FFF2-40B4-BE49-F238E27FC236}">
                <a16:creationId xmlns:a16="http://schemas.microsoft.com/office/drawing/2014/main" id="{DA5A22ED-9DFC-4DC1-B6DF-6B1839542B05}"/>
              </a:ext>
            </a:extLst>
          </p:cNvPr>
          <p:cNvSpPr>
            <a:spLocks xmlns:a="http://schemas.openxmlformats.org/drawingml/2006/main" noGrp="1"/>
          </p:cNvSpPr>
          <p:nvPr/>
        </p:nvSpPr>
        <p:spPr>
          <a:xfrm xmlns:a="http://schemas.openxmlformats.org/drawingml/2006/main">
            <a:off x="1538287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1-comparison / n222 / text 1">
            <a:extLst xmlns:a="http://schemas.openxmlformats.org/drawingml/2006/main">
              <a:ext uri="{FF2B5EF4-FFF2-40B4-BE49-F238E27FC236}">
                <a16:creationId xmlns:a16="http://schemas.microsoft.com/office/drawing/2014/main" id="{B717129C-B98F-4944-9FEC-BB491F09B037}"/>
              </a:ext>
            </a:extLst>
          </p:cNvPr>
          <p:cNvSpPr>
            <a:spLocks xmlns:a="http://schemas.openxmlformats.org/drawingml/2006/main" noGrp="1"/>
          </p:cNvSpPr>
          <p:nvPr/>
        </p:nvSpPr>
        <p:spPr>
          <a:xfrm xmlns:a="http://schemas.openxmlformats.org/drawingml/2006/main">
            <a:off x="1546860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42" name="dp41-comparison / n223 / path">
            <a:extLst xmlns:a="http://schemas.openxmlformats.org/drawingml/2006/main">
              <a:ext uri="{FF2B5EF4-FFF2-40B4-BE49-F238E27FC236}">
                <a16:creationId xmlns:a16="http://schemas.microsoft.com/office/drawing/2014/main" id="{30488AAD-8931-4FA2-BA8E-261077E5B33B}"/>
              </a:ext>
            </a:extLst>
          </p:cNvPr>
          <p:cNvSpPr>
            <a:spLocks xmlns:a="http://schemas.openxmlformats.org/drawingml/2006/main" noGrp="1"/>
          </p:cNvSpPr>
          <p:nvPr/>
        </p:nvSpPr>
        <p:spPr>
          <a:xfrm xmlns:a="http://schemas.openxmlformats.org/drawingml/2006/main">
            <a:off x="16478250" y="6105525"/>
            <a:ext cx="1276350" cy="542925"/>
          </a:xfrm>
          <a:custGeom xmlns:a="http://schemas.openxmlformats.org/drawingml/2006/main">
            <a:pathLst>
              <a:path w="1276350" h="542925">
                <a:moveTo>
                  <a:pt x="666750" y="0"/>
                </a:moveTo>
                <a:lnTo>
                  <a:pt x="1276350" y="0"/>
                </a:lnTo>
                <a:lnTo>
                  <a:pt x="1276350"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43" name="dp41-comparison / n223 / arrow">
            <a:extLst xmlns:a="http://schemas.openxmlformats.org/drawingml/2006/main">
              <a:ext uri="{FF2B5EF4-FFF2-40B4-BE49-F238E27FC236}">
                <a16:creationId xmlns:a16="http://schemas.microsoft.com/office/drawing/2014/main" id="{D9AB6686-BEAE-4BBE-BD7A-CCCF303195EA}"/>
              </a:ext>
            </a:extLst>
          </p:cNvPr>
          <p:cNvSpPr>
            <a:spLocks xmlns:a="http://schemas.openxmlformats.org/drawingml/2006/main" noGrp="1"/>
          </p:cNvSpPr>
          <p:nvPr/>
        </p:nvSpPr>
        <p:spPr>
          <a:xfrm xmlns:a="http://schemas.openxmlformats.org/drawingml/2006/main">
            <a:off x="1644472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1-comparison / n224 / path">
            <a:extLst xmlns:a="http://schemas.openxmlformats.org/drawingml/2006/main">
              <a:ext uri="{FF2B5EF4-FFF2-40B4-BE49-F238E27FC236}">
                <a16:creationId xmlns:a16="http://schemas.microsoft.com/office/drawing/2014/main" id="{D18FA5B7-7AFD-45D6-8071-53A6B0C5FEE9}"/>
              </a:ext>
            </a:extLst>
          </p:cNvPr>
          <p:cNvSpPr>
            <a:spLocks xmlns:a="http://schemas.openxmlformats.org/drawingml/2006/main" noGrp="1"/>
          </p:cNvSpPr>
          <p:nvPr/>
        </p:nvSpPr>
        <p:spPr>
          <a:xfrm xmlns:a="http://schemas.openxmlformats.org/drawingml/2006/main">
            <a:off x="16563975" y="6248400"/>
            <a:ext cx="1114425" cy="400050"/>
          </a:xfrm>
          <a:custGeom xmlns:a="http://schemas.openxmlformats.org/drawingml/2006/main">
            <a:pathLst>
              <a:path w="1114425" h="400050">
                <a:moveTo>
                  <a:pt x="0" y="400050"/>
                </a:moveTo>
                <a:lnTo>
                  <a:pt x="0" y="342900"/>
                </a:lnTo>
                <a:lnTo>
                  <a:pt x="1114425" y="342900"/>
                </a:lnTo>
                <a:lnTo>
                  <a:pt x="1114425" y="0"/>
                </a:lnTo>
                <a:lnTo>
                  <a:pt x="581025" y="0"/>
                </a:lnTo>
              </a:path>
            </a:pathLst>
          </a:custGeom>
          <a:noFill xmlns:a="http://schemas.openxmlformats.org/drawingml/2006/main"/>
          <a:ln xmlns:a="http://schemas.openxmlformats.org/drawingml/2006/main" w="10478">
            <a:solidFill>
              <a:srgbClr val="000000"/>
            </a:solidFill>
            <a:prstDash val="dash"/>
          </a:ln>
        </p:spPr>
      </p:sp>
      <p:sp>
        <p:nvSpPr>
          <p:cNvPr id="245" name="dp41-comparison / n224 / arrow">
            <a:extLst xmlns:a="http://schemas.openxmlformats.org/drawingml/2006/main">
              <a:ext uri="{FF2B5EF4-FFF2-40B4-BE49-F238E27FC236}">
                <a16:creationId xmlns:a16="http://schemas.microsoft.com/office/drawing/2014/main" id="{53070FD0-9EA9-4A43-9A90-FBE2D594AE12}"/>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1-comparison / n227 / path">
            <a:extLst xmlns:a="http://schemas.openxmlformats.org/drawingml/2006/main">
              <a:ext uri="{FF2B5EF4-FFF2-40B4-BE49-F238E27FC236}">
                <a16:creationId xmlns:a16="http://schemas.microsoft.com/office/drawing/2014/main" id="{D2A062ED-D136-44B1-9AB4-5E8B1F9D11B5}"/>
              </a:ext>
            </a:extLst>
          </p:cNvPr>
          <p:cNvSpPr>
            <a:spLocks xmlns:a="http://schemas.openxmlformats.org/drawingml/2006/main" noGrp="1"/>
          </p:cNvSpPr>
          <p:nvPr/>
        </p:nvSpPr>
        <p:spPr>
          <a:xfrm xmlns:a="http://schemas.openxmlformats.org/drawingml/2006/main">
            <a:off x="976312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47" name="dp41-comparison / n230">
            <a:extLst xmlns:a="http://schemas.openxmlformats.org/drawingml/2006/main">
              <a:ext uri="{FF2B5EF4-FFF2-40B4-BE49-F238E27FC236}">
                <a16:creationId xmlns:a16="http://schemas.microsoft.com/office/drawing/2014/main" id="{ED672ACB-13A1-427B-88A1-93987E731A7D}"/>
              </a:ext>
            </a:extLst>
          </p:cNvPr>
          <p:cNvSpPr>
            <a:spLocks xmlns:a="http://schemas.openxmlformats.org/drawingml/2006/main" noGrp="1"/>
          </p:cNvSpPr>
          <p:nvPr/>
        </p:nvSpPr>
        <p:spPr>
          <a:xfrm xmlns:a="http://schemas.openxmlformats.org/drawingml/2006/main">
            <a:off x="9858375" y="73628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8" name="dp41-comparison / n231 / text 1">
            <a:extLst xmlns:a="http://schemas.openxmlformats.org/drawingml/2006/main">
              <a:ext uri="{FF2B5EF4-FFF2-40B4-BE49-F238E27FC236}">
                <a16:creationId xmlns:a16="http://schemas.microsoft.com/office/drawing/2014/main" id="{3913E630-237B-4129-8678-12F600DE689B}"/>
              </a:ext>
            </a:extLst>
          </p:cNvPr>
          <p:cNvSpPr>
            <a:spLocks xmlns:a="http://schemas.openxmlformats.org/drawingml/2006/main" noGrp="1"/>
          </p:cNvSpPr>
          <p:nvPr/>
        </p:nvSpPr>
        <p:spPr>
          <a:xfrm xmlns:a="http://schemas.openxmlformats.org/drawingml/2006/main">
            <a:off x="9944100" y="74033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RequestFrame</a:t>
            </a:r>
          </a:p>
        </p:txBody>
      </p:sp>
      <p:sp>
        <p:nvSpPr>
          <p:cNvPr id="249" name="dp41-comparison / n232">
            <a:extLst xmlns:a="http://schemas.openxmlformats.org/drawingml/2006/main">
              <a:ext uri="{FF2B5EF4-FFF2-40B4-BE49-F238E27FC236}">
                <a16:creationId xmlns:a16="http://schemas.microsoft.com/office/drawing/2014/main" id="{CDA64F37-F89D-47AB-9E23-9BFED4380993}"/>
              </a:ext>
            </a:extLst>
          </p:cNvPr>
          <p:cNvSpPr>
            <a:spLocks xmlns:a="http://schemas.openxmlformats.org/drawingml/2006/main" noGrp="1"/>
          </p:cNvSpPr>
          <p:nvPr/>
        </p:nvSpPr>
        <p:spPr>
          <a:xfrm xmlns:a="http://schemas.openxmlformats.org/drawingml/2006/main">
            <a:off x="11906250" y="73628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0" name="dp41-comparison / n233 / text 1">
            <a:extLst xmlns:a="http://schemas.openxmlformats.org/drawingml/2006/main">
              <a:ext uri="{FF2B5EF4-FFF2-40B4-BE49-F238E27FC236}">
                <a16:creationId xmlns:a16="http://schemas.microsoft.com/office/drawing/2014/main" id="{ED938240-FDB4-4CEF-B7DA-4FF849772845}"/>
              </a:ext>
            </a:extLst>
          </p:cNvPr>
          <p:cNvSpPr>
            <a:spLocks xmlns:a="http://schemas.openxmlformats.org/drawingml/2006/main" noGrp="1"/>
          </p:cNvSpPr>
          <p:nvPr/>
        </p:nvSpPr>
        <p:spPr>
          <a:xfrm xmlns:a="http://schemas.openxmlformats.org/drawingml/2006/main">
            <a:off x="11991975" y="74033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51" name="dp41-comparison / n234">
            <a:extLst xmlns:a="http://schemas.openxmlformats.org/drawingml/2006/main">
              <a:ext uri="{FF2B5EF4-FFF2-40B4-BE49-F238E27FC236}">
                <a16:creationId xmlns:a16="http://schemas.microsoft.com/office/drawing/2014/main" id="{53BC8B53-18D0-463E-B849-3124269DD635}"/>
              </a:ext>
            </a:extLst>
          </p:cNvPr>
          <p:cNvSpPr>
            <a:spLocks xmlns:a="http://schemas.openxmlformats.org/drawingml/2006/main" noGrp="1"/>
          </p:cNvSpPr>
          <p:nvPr/>
        </p:nvSpPr>
        <p:spPr>
          <a:xfrm xmlns:a="http://schemas.openxmlformats.org/drawingml/2006/main">
            <a:off x="13811250" y="72961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235 / text 1">
            <a:extLst xmlns:a="http://schemas.openxmlformats.org/drawingml/2006/main">
              <a:ext uri="{FF2B5EF4-FFF2-40B4-BE49-F238E27FC236}">
                <a16:creationId xmlns:a16="http://schemas.microsoft.com/office/drawing/2014/main" id="{80F6FA0D-FEE6-46F7-8DE7-8A4465F39B59}"/>
              </a:ext>
            </a:extLst>
          </p:cNvPr>
          <p:cNvSpPr>
            <a:spLocks xmlns:a="http://schemas.openxmlformats.org/drawingml/2006/main" noGrp="1"/>
          </p:cNvSpPr>
          <p:nvPr/>
        </p:nvSpPr>
        <p:spPr>
          <a:xfrm xmlns:a="http://schemas.openxmlformats.org/drawingml/2006/main">
            <a:off x="13896975" y="74033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53" name="dp41-comparison / n236">
            <a:extLst xmlns:a="http://schemas.openxmlformats.org/drawingml/2006/main">
              <a:ext uri="{FF2B5EF4-FFF2-40B4-BE49-F238E27FC236}">
                <a16:creationId xmlns:a16="http://schemas.microsoft.com/office/drawing/2014/main" id="{7CEA4B77-A14C-41EC-A887-62462456F894}"/>
              </a:ext>
            </a:extLst>
          </p:cNvPr>
          <p:cNvSpPr>
            <a:spLocks xmlns:a="http://schemas.openxmlformats.org/drawingml/2006/main" noGrp="1"/>
          </p:cNvSpPr>
          <p:nvPr/>
        </p:nvSpPr>
        <p:spPr>
          <a:xfrm xmlns:a="http://schemas.openxmlformats.org/drawingml/2006/main">
            <a:off x="15811500"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4" name="dp41-comparison / n237 / text 1">
            <a:extLst xmlns:a="http://schemas.openxmlformats.org/drawingml/2006/main">
              <a:ext uri="{FF2B5EF4-FFF2-40B4-BE49-F238E27FC236}">
                <a16:creationId xmlns:a16="http://schemas.microsoft.com/office/drawing/2014/main" id="{FA7C4289-16A4-41E0-9AB8-CC9BEDC23473}"/>
              </a:ext>
            </a:extLst>
          </p:cNvPr>
          <p:cNvSpPr>
            <a:spLocks xmlns:a="http://schemas.openxmlformats.org/drawingml/2006/main" noGrp="1"/>
          </p:cNvSpPr>
          <p:nvPr/>
        </p:nvSpPr>
        <p:spPr>
          <a:xfrm xmlns:a="http://schemas.openxmlformats.org/drawingml/2006/main">
            <a:off x="15897225"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55" name="dp41-comparison / n238">
            <a:extLst xmlns:a="http://schemas.openxmlformats.org/drawingml/2006/main">
              <a:ext uri="{FF2B5EF4-FFF2-40B4-BE49-F238E27FC236}">
                <a16:creationId xmlns:a16="http://schemas.microsoft.com/office/drawing/2014/main" id="{6BC10E1A-6490-4F9F-B2C8-D967B3101C8E}"/>
              </a:ext>
            </a:extLst>
          </p:cNvPr>
          <p:cNvSpPr>
            <a:spLocks xmlns:a="http://schemas.openxmlformats.org/drawingml/2006/main" noGrp="1"/>
          </p:cNvSpPr>
          <p:nvPr/>
        </p:nvSpPr>
        <p:spPr>
          <a:xfrm xmlns:a="http://schemas.openxmlformats.org/drawingml/2006/main">
            <a:off x="9953625" y="79533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6" name="dp41-comparison / n239 / text 1">
            <a:extLst xmlns:a="http://schemas.openxmlformats.org/drawingml/2006/main">
              <a:ext uri="{FF2B5EF4-FFF2-40B4-BE49-F238E27FC236}">
                <a16:creationId xmlns:a16="http://schemas.microsoft.com/office/drawing/2014/main" id="{86AE14B9-8E10-4840-8C3F-F32C07E41BC6}"/>
              </a:ext>
            </a:extLst>
          </p:cNvPr>
          <p:cNvSpPr>
            <a:spLocks xmlns:a="http://schemas.openxmlformats.org/drawingml/2006/main" noGrp="1"/>
          </p:cNvSpPr>
          <p:nvPr/>
        </p:nvSpPr>
        <p:spPr>
          <a:xfrm xmlns:a="http://schemas.openxmlformats.org/drawingml/2006/main">
            <a:off x="10039350" y="79986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57" name="dp41-comparison / n240">
            <a:extLst xmlns:a="http://schemas.openxmlformats.org/drawingml/2006/main">
              <a:ext uri="{FF2B5EF4-FFF2-40B4-BE49-F238E27FC236}">
                <a16:creationId xmlns:a16="http://schemas.microsoft.com/office/drawing/2014/main" id="{BAC0646D-4FE5-483F-AFDD-AB6CF80B209E}"/>
              </a:ext>
            </a:extLst>
          </p:cNvPr>
          <p:cNvSpPr>
            <a:spLocks xmlns:a="http://schemas.openxmlformats.org/drawingml/2006/main" noGrp="1"/>
          </p:cNvSpPr>
          <p:nvPr/>
        </p:nvSpPr>
        <p:spPr>
          <a:xfrm xmlns:a="http://schemas.openxmlformats.org/drawingml/2006/main">
            <a:off x="15621000" y="79533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8" name="dp41-comparison / n241 / text 1">
            <a:extLst xmlns:a="http://schemas.openxmlformats.org/drawingml/2006/main">
              <a:ext uri="{FF2B5EF4-FFF2-40B4-BE49-F238E27FC236}">
                <a16:creationId xmlns:a16="http://schemas.microsoft.com/office/drawing/2014/main" id="{5CEBBAD6-E028-4AB5-B20C-05A1A8FD77C8}"/>
              </a:ext>
            </a:extLst>
          </p:cNvPr>
          <p:cNvSpPr>
            <a:spLocks xmlns:a="http://schemas.openxmlformats.org/drawingml/2006/main" noGrp="1"/>
          </p:cNvSpPr>
          <p:nvPr/>
        </p:nvSpPr>
        <p:spPr>
          <a:xfrm xmlns:a="http://schemas.openxmlformats.org/drawingml/2006/main">
            <a:off x="15706725" y="79986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59" name="dp41-comparison / n242 / path">
            <a:extLst xmlns:a="http://schemas.openxmlformats.org/drawingml/2006/main">
              <a:ext uri="{FF2B5EF4-FFF2-40B4-BE49-F238E27FC236}">
                <a16:creationId xmlns:a16="http://schemas.microsoft.com/office/drawing/2014/main" id="{70375DBF-BDA8-4F47-9994-EF3E6AE5C853}"/>
              </a:ext>
            </a:extLst>
          </p:cNvPr>
          <p:cNvSpPr>
            <a:spLocks xmlns:a="http://schemas.openxmlformats.org/drawingml/2006/main" noGrp="1"/>
          </p:cNvSpPr>
          <p:nvPr/>
        </p:nvSpPr>
        <p:spPr>
          <a:xfrm xmlns:a="http://schemas.openxmlformats.org/drawingml/2006/main">
            <a:off x="11477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0" name="dp41-comparison / n242 / arrow">
            <a:extLst xmlns:a="http://schemas.openxmlformats.org/drawingml/2006/main">
              <a:ext uri="{FF2B5EF4-FFF2-40B4-BE49-F238E27FC236}">
                <a16:creationId xmlns:a16="http://schemas.microsoft.com/office/drawing/2014/main" id="{BF398182-95E9-492B-8969-33C1BB894E4D}"/>
              </a:ext>
            </a:extLst>
          </p:cNvPr>
          <p:cNvSpPr>
            <a:spLocks xmlns:a="http://schemas.openxmlformats.org/drawingml/2006/main" noGrp="1"/>
          </p:cNvSpPr>
          <p:nvPr/>
        </p:nvSpPr>
        <p:spPr>
          <a:xfrm xmlns:a="http://schemas.openxmlformats.org/drawingml/2006/main">
            <a:off x="11839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1" name="dp41-comparison / n243 / path">
            <a:extLst xmlns:a="http://schemas.openxmlformats.org/drawingml/2006/main">
              <a:ext uri="{FF2B5EF4-FFF2-40B4-BE49-F238E27FC236}">
                <a16:creationId xmlns:a16="http://schemas.microsoft.com/office/drawing/2014/main" id="{9AB40403-C3A9-472B-87D8-8DB7705AF545}"/>
              </a:ext>
            </a:extLst>
          </p:cNvPr>
          <p:cNvSpPr>
            <a:spLocks xmlns:a="http://schemas.openxmlformats.org/drawingml/2006/main" noGrp="1"/>
          </p:cNvSpPr>
          <p:nvPr/>
        </p:nvSpPr>
        <p:spPr>
          <a:xfrm xmlns:a="http://schemas.openxmlformats.org/drawingml/2006/main">
            <a:off x="13382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2" name="dp41-comparison / n243 / arrow">
            <a:extLst xmlns:a="http://schemas.openxmlformats.org/drawingml/2006/main">
              <a:ext uri="{FF2B5EF4-FFF2-40B4-BE49-F238E27FC236}">
                <a16:creationId xmlns:a16="http://schemas.microsoft.com/office/drawing/2014/main" id="{227C357C-D6D7-417A-838D-D9B9C8FA83B4}"/>
              </a:ext>
            </a:extLst>
          </p:cNvPr>
          <p:cNvSpPr>
            <a:spLocks xmlns:a="http://schemas.openxmlformats.org/drawingml/2006/main" noGrp="1"/>
          </p:cNvSpPr>
          <p:nvPr/>
        </p:nvSpPr>
        <p:spPr>
          <a:xfrm xmlns:a="http://schemas.openxmlformats.org/drawingml/2006/main">
            <a:off x="13744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3" name="dp41-comparison / n244 / path">
            <a:extLst xmlns:a="http://schemas.openxmlformats.org/drawingml/2006/main">
              <a:ext uri="{FF2B5EF4-FFF2-40B4-BE49-F238E27FC236}">
                <a16:creationId xmlns:a16="http://schemas.microsoft.com/office/drawing/2014/main" id="{FC3B51D3-CC3E-4F0B-86FF-91B2E5DC6968}"/>
              </a:ext>
            </a:extLst>
          </p:cNvPr>
          <p:cNvSpPr>
            <a:spLocks xmlns:a="http://schemas.openxmlformats.org/drawingml/2006/main" noGrp="1"/>
          </p:cNvSpPr>
          <p:nvPr/>
        </p:nvSpPr>
        <p:spPr>
          <a:xfrm xmlns:a="http://schemas.openxmlformats.org/drawingml/2006/main">
            <a:off x="15144750"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64" name="dp41-comparison / n244 / arrow">
            <a:extLst xmlns:a="http://schemas.openxmlformats.org/drawingml/2006/main">
              <a:ext uri="{FF2B5EF4-FFF2-40B4-BE49-F238E27FC236}">
                <a16:creationId xmlns:a16="http://schemas.microsoft.com/office/drawing/2014/main" id="{7B3BDD30-68B2-4504-BF2F-FE5397468F41}"/>
              </a:ext>
            </a:extLst>
          </p:cNvPr>
          <p:cNvSpPr>
            <a:spLocks xmlns:a="http://schemas.openxmlformats.org/drawingml/2006/main" noGrp="1"/>
          </p:cNvSpPr>
          <p:nvPr/>
        </p:nvSpPr>
        <p:spPr>
          <a:xfrm xmlns:a="http://schemas.openxmlformats.org/drawingml/2006/main">
            <a:off x="1574444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5" name="dp41-comparison / n247 / path">
            <a:extLst xmlns:a="http://schemas.openxmlformats.org/drawingml/2006/main">
              <a:ext uri="{FF2B5EF4-FFF2-40B4-BE49-F238E27FC236}">
                <a16:creationId xmlns:a16="http://schemas.microsoft.com/office/drawing/2014/main" id="{85C03CC5-AA38-4EA3-980A-6AC43AAD8FB7}"/>
              </a:ext>
            </a:extLst>
          </p:cNvPr>
          <p:cNvSpPr>
            <a:spLocks xmlns:a="http://schemas.openxmlformats.org/drawingml/2006/main" noGrp="1"/>
          </p:cNvSpPr>
          <p:nvPr/>
        </p:nvSpPr>
        <p:spPr>
          <a:xfrm xmlns:a="http://schemas.openxmlformats.org/drawingml/2006/main">
            <a:off x="12644438" y="76295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66" name="dp41-comparison / n247 / arrow">
            <a:extLst xmlns:a="http://schemas.openxmlformats.org/drawingml/2006/main">
              <a:ext uri="{FF2B5EF4-FFF2-40B4-BE49-F238E27FC236}">
                <a16:creationId xmlns:a16="http://schemas.microsoft.com/office/drawing/2014/main" id="{46BF9B8A-87FD-4351-B8E2-811989B3B79F}"/>
              </a:ext>
            </a:extLst>
          </p:cNvPr>
          <p:cNvSpPr>
            <a:spLocks xmlns:a="http://schemas.openxmlformats.org/drawingml/2006/main" noGrp="1"/>
          </p:cNvSpPr>
          <p:nvPr/>
        </p:nvSpPr>
        <p:spPr>
          <a:xfrm xmlns:a="http://schemas.openxmlformats.org/drawingml/2006/main">
            <a:off x="12610910"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67" name="dp41-comparison / n250 / path">
            <a:extLst xmlns:a="http://schemas.openxmlformats.org/drawingml/2006/main">
              <a:ext uri="{FF2B5EF4-FFF2-40B4-BE49-F238E27FC236}">
                <a16:creationId xmlns:a16="http://schemas.microsoft.com/office/drawing/2014/main" id="{3241D24F-4826-471D-B33D-01B9A98BF98E}"/>
              </a:ext>
            </a:extLst>
          </p:cNvPr>
          <p:cNvSpPr>
            <a:spLocks xmlns:a="http://schemas.openxmlformats.org/drawingml/2006/main" noGrp="1"/>
          </p:cNvSpPr>
          <p:nvPr/>
        </p:nvSpPr>
        <p:spPr>
          <a:xfrm xmlns:a="http://schemas.openxmlformats.org/drawingml/2006/main">
            <a:off x="12049125" y="76962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68" name="dp41-comparison / n250 / arrow">
            <a:extLst xmlns:a="http://schemas.openxmlformats.org/drawingml/2006/main">
              <a:ext uri="{FF2B5EF4-FFF2-40B4-BE49-F238E27FC236}">
                <a16:creationId xmlns:a16="http://schemas.microsoft.com/office/drawing/2014/main" id="{206710E7-F611-4258-B5E3-1B28651777DE}"/>
              </a:ext>
            </a:extLst>
          </p:cNvPr>
          <p:cNvSpPr>
            <a:spLocks xmlns:a="http://schemas.openxmlformats.org/drawingml/2006/main" noGrp="1"/>
          </p:cNvSpPr>
          <p:nvPr/>
        </p:nvSpPr>
        <p:spPr>
          <a:xfrm xmlns:a="http://schemas.openxmlformats.org/drawingml/2006/main">
            <a:off x="12049125" y="80579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9" name="dp41-comparison / n253 / path">
            <a:extLst xmlns:a="http://schemas.openxmlformats.org/drawingml/2006/main">
              <a:ext uri="{FF2B5EF4-FFF2-40B4-BE49-F238E27FC236}">
                <a16:creationId xmlns:a16="http://schemas.microsoft.com/office/drawing/2014/main" id="{B5BEDB15-29C0-4B41-A097-50222F5EE269}"/>
              </a:ext>
            </a:extLst>
          </p:cNvPr>
          <p:cNvSpPr>
            <a:spLocks xmlns:a="http://schemas.openxmlformats.org/drawingml/2006/main" noGrp="1"/>
          </p:cNvSpPr>
          <p:nvPr/>
        </p:nvSpPr>
        <p:spPr>
          <a:xfrm xmlns:a="http://schemas.openxmlformats.org/drawingml/2006/main">
            <a:off x="11001375" y="77819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70" name="dp41-comparison / n256 / path">
            <a:extLst xmlns:a="http://schemas.openxmlformats.org/drawingml/2006/main">
              <a:ext uri="{FF2B5EF4-FFF2-40B4-BE49-F238E27FC236}">
                <a16:creationId xmlns:a16="http://schemas.microsoft.com/office/drawing/2014/main" id="{ED8BE5DF-6699-4893-A41F-CB36AF226242}"/>
              </a:ext>
            </a:extLst>
          </p:cNvPr>
          <p:cNvSpPr>
            <a:spLocks xmlns:a="http://schemas.openxmlformats.org/drawingml/2006/main" noGrp="1"/>
          </p:cNvSpPr>
          <p:nvPr/>
        </p:nvSpPr>
        <p:spPr>
          <a:xfrm xmlns:a="http://schemas.openxmlformats.org/drawingml/2006/main">
            <a:off x="14478000" y="76962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71" name="dp41-comparison / n256 / arrow">
            <a:extLst xmlns:a="http://schemas.openxmlformats.org/drawingml/2006/main">
              <a:ext uri="{FF2B5EF4-FFF2-40B4-BE49-F238E27FC236}">
                <a16:creationId xmlns:a16="http://schemas.microsoft.com/office/drawing/2014/main" id="{C9ED5ECB-5645-4D51-9E66-CA003886574F}"/>
              </a:ext>
            </a:extLst>
          </p:cNvPr>
          <p:cNvSpPr>
            <a:spLocks xmlns:a="http://schemas.openxmlformats.org/drawingml/2006/main" noGrp="1"/>
          </p:cNvSpPr>
          <p:nvPr/>
        </p:nvSpPr>
        <p:spPr>
          <a:xfrm xmlns:a="http://schemas.openxmlformats.org/drawingml/2006/main">
            <a:off x="1555394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72" name="dp41-comparison / n152">
            <a:extLst xmlns:a="http://schemas.openxmlformats.org/drawingml/2006/main">
              <a:ext uri="{FF2B5EF4-FFF2-40B4-BE49-F238E27FC236}">
                <a16:creationId xmlns:a16="http://schemas.microsoft.com/office/drawing/2014/main" id="{38C4C6E2-3FC6-402F-8D15-5285BAFCFD0B}"/>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3" name="dp41-comparison / n152 / fold">
            <a:extLst xmlns:a="http://schemas.openxmlformats.org/drawingml/2006/main">
              <a:ext uri="{FF2B5EF4-FFF2-40B4-BE49-F238E27FC236}">
                <a16:creationId xmlns:a16="http://schemas.microsoft.com/office/drawing/2014/main" id="{E8011258-C5DD-490E-8237-410E440F3F9F}"/>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4" name="dp41-comparison / n153 / text 1">
            <a:extLst xmlns:a="http://schemas.openxmlformats.org/drawingml/2006/main">
              <a:ext uri="{FF2B5EF4-FFF2-40B4-BE49-F238E27FC236}">
                <a16:creationId xmlns:a16="http://schemas.microsoft.com/office/drawing/2014/main" id="{A8CC25CC-5DA9-44DC-B47F-168EC170604D}"/>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75" name="dp41-comparison / n162">
            <a:extLst xmlns:a="http://schemas.openxmlformats.org/drawingml/2006/main">
              <a:ext uri="{FF2B5EF4-FFF2-40B4-BE49-F238E27FC236}">
                <a16:creationId xmlns:a16="http://schemas.microsoft.com/office/drawing/2014/main" id="{F3CD1F5B-06D8-4029-8A60-DF9A38A65F16}"/>
              </a:ext>
            </a:extLst>
          </p:cNvPr>
          <p:cNvSpPr>
            <a:spLocks xmlns:a="http://schemas.openxmlformats.org/drawingml/2006/main" noGrp="1"/>
          </p:cNvSpPr>
          <p:nvPr/>
        </p:nvSpPr>
        <p:spPr>
          <a:xfrm xmlns:a="http://schemas.openxmlformats.org/drawingml/2006/main">
            <a:off x="12792075" y="2943225"/>
            <a:ext cx="336994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1-comparison / n163 / text 1">
            <a:extLst xmlns:a="http://schemas.openxmlformats.org/drawingml/2006/main">
              <a:ext uri="{FF2B5EF4-FFF2-40B4-BE49-F238E27FC236}">
                <a16:creationId xmlns:a16="http://schemas.microsoft.com/office/drawing/2014/main" id="{FD5A7F12-8E4C-4505-B7A7-46323ADDDC11}"/>
              </a:ext>
            </a:extLst>
          </p:cNvPr>
          <p:cNvSpPr>
            <a:spLocks xmlns:a="http://schemas.openxmlformats.org/drawingml/2006/main" noGrp="1"/>
          </p:cNvSpPr>
          <p:nvPr/>
        </p:nvSpPr>
        <p:spPr>
          <a:xfrm xmlns:a="http://schemas.openxmlformats.org/drawingml/2006/main">
            <a:off x="1281112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초기 프레임과 조건부 부분 해석</a:t>
            </a:r>
          </a:p>
        </p:txBody>
      </p:sp>
      <p:sp>
        <p:nvSpPr>
          <p:cNvPr id="277" name="dp41-comparison / n164">
            <a:extLst xmlns:a="http://schemas.openxmlformats.org/drawingml/2006/main">
              <a:ext uri="{FF2B5EF4-FFF2-40B4-BE49-F238E27FC236}">
                <a16:creationId xmlns:a16="http://schemas.microsoft.com/office/drawing/2014/main" id="{79B2746B-05F1-4283-8A35-27548CD3202C}"/>
              </a:ext>
            </a:extLst>
          </p:cNvPr>
          <p:cNvSpPr>
            <a:spLocks xmlns:a="http://schemas.openxmlformats.org/drawingml/2006/main" noGrp="1"/>
          </p:cNvSpPr>
          <p:nvPr/>
        </p:nvSpPr>
        <p:spPr>
          <a:xfrm xmlns:a="http://schemas.openxmlformats.org/drawingml/2006/main">
            <a:off x="9934575" y="3314700"/>
            <a:ext cx="5299139"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8" name="dp41-comparison / n165 / text 1">
            <a:extLst xmlns:a="http://schemas.openxmlformats.org/drawingml/2006/main">
              <a:ext uri="{FF2B5EF4-FFF2-40B4-BE49-F238E27FC236}">
                <a16:creationId xmlns:a16="http://schemas.microsoft.com/office/drawing/2014/main" id="{E7AA4CA4-96ED-4E0B-B991-3D64767A5CED}"/>
              </a:ext>
            </a:extLst>
          </p:cNvPr>
          <p:cNvSpPr>
            <a:spLocks xmlns:a="http://schemas.openxmlformats.org/drawingml/2006/main" noGrp="1"/>
          </p:cNvSpPr>
          <p:nvPr/>
        </p:nvSpPr>
        <p:spPr>
          <a:xfrm xmlns:a="http://schemas.openxmlformats.org/drawingml/2006/main">
            <a:off x="9953625" y="3324225"/>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B: 항목별 해결 상태를 보고 Engine 코드가 다음 처리 결정</a:t>
            </a:r>
          </a:p>
        </p:txBody>
      </p:sp>
      <p:sp>
        <p:nvSpPr>
          <p:cNvPr id="279" name="dp41-comparison / n168">
            <a:extLst xmlns:a="http://schemas.openxmlformats.org/drawingml/2006/main">
              <a:ext uri="{FF2B5EF4-FFF2-40B4-BE49-F238E27FC236}">
                <a16:creationId xmlns:a16="http://schemas.microsoft.com/office/drawing/2014/main" id="{841465F2-4F59-4BAE-BF83-7F86B3E32537}"/>
              </a:ext>
            </a:extLst>
          </p:cNvPr>
          <p:cNvSpPr>
            <a:spLocks xmlns:a="http://schemas.openxmlformats.org/drawingml/2006/main" noGrp="1"/>
          </p:cNvSpPr>
          <p:nvPr/>
        </p:nvSpPr>
        <p:spPr>
          <a:xfrm xmlns:a="http://schemas.openxmlformats.org/drawingml/2006/main">
            <a:off x="15792450" y="332422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69 / text 1">
            <a:extLst xmlns:a="http://schemas.openxmlformats.org/drawingml/2006/main">
              <a:ext uri="{FF2B5EF4-FFF2-40B4-BE49-F238E27FC236}">
                <a16:creationId xmlns:a16="http://schemas.microsoft.com/office/drawing/2014/main" id="{6CA71C1C-582B-45EB-8F73-AF2B5635B613}"/>
              </a:ext>
            </a:extLst>
          </p:cNvPr>
          <p:cNvSpPr>
            <a:spLocks xmlns:a="http://schemas.openxmlformats.org/drawingml/2006/main" noGrp="1"/>
          </p:cNvSpPr>
          <p:nvPr/>
        </p:nvSpPr>
        <p:spPr>
          <a:xfrm xmlns:a="http://schemas.openxmlformats.org/drawingml/2006/main">
            <a:off x="15811500" y="333375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281" name="dp41-comparison / n191">
            <a:extLst xmlns:a="http://schemas.openxmlformats.org/drawingml/2006/main">
              <a:ext uri="{FF2B5EF4-FFF2-40B4-BE49-F238E27FC236}">
                <a16:creationId xmlns:a16="http://schemas.microsoft.com/office/drawing/2014/main" id="{3865B89C-4179-4BBA-B481-103CDC10A32D}"/>
              </a:ext>
            </a:extLst>
          </p:cNvPr>
          <p:cNvSpPr>
            <a:spLocks xmlns:a="http://schemas.openxmlformats.org/drawingml/2006/main" noGrp="1"/>
          </p:cNvSpPr>
          <p:nvPr/>
        </p:nvSpPr>
        <p:spPr>
          <a:xfrm xmlns:a="http://schemas.openxmlformats.org/drawingml/2006/main">
            <a:off x="15078075" y="4657725"/>
            <a:ext cx="12557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2 / text 1">
            <a:extLst xmlns:a="http://schemas.openxmlformats.org/drawingml/2006/main">
              <a:ext uri="{FF2B5EF4-FFF2-40B4-BE49-F238E27FC236}">
                <a16:creationId xmlns:a16="http://schemas.microsoft.com/office/drawing/2014/main" id="{D1590C30-845E-4610-9B9E-87D285D11A67}"/>
              </a:ext>
            </a:extLst>
          </p:cNvPr>
          <p:cNvSpPr>
            <a:spLocks xmlns:a="http://schemas.openxmlformats.org/drawingml/2006/main" noGrp="1"/>
          </p:cNvSpPr>
          <p:nvPr/>
        </p:nvSpPr>
        <p:spPr>
          <a:xfrm xmlns:a="http://schemas.openxmlformats.org/drawingml/2006/main">
            <a:off x="15097125" y="4667250"/>
            <a:ext cx="2286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코드가 선택한 조회</a:t>
            </a:r>
          </a:p>
        </p:txBody>
      </p:sp>
      <p:sp>
        <p:nvSpPr>
          <p:cNvPr id="283" name="dp41-comparison / n193">
            <a:extLst xmlns:a="http://schemas.openxmlformats.org/drawingml/2006/main">
              <a:ext uri="{FF2B5EF4-FFF2-40B4-BE49-F238E27FC236}">
                <a16:creationId xmlns:a16="http://schemas.microsoft.com/office/drawing/2014/main" id="{C6BF0BE9-6FCD-42BB-A642-54C4BB65A8DA}"/>
              </a:ext>
            </a:extLst>
          </p:cNvPr>
          <p:cNvSpPr>
            <a:spLocks xmlns:a="http://schemas.openxmlformats.org/drawingml/2006/main" noGrp="1"/>
          </p:cNvSpPr>
          <p:nvPr/>
        </p:nvSpPr>
        <p:spPr>
          <a:xfrm xmlns:a="http://schemas.openxmlformats.org/drawingml/2006/main">
            <a:off x="15078075" y="4791075"/>
            <a:ext cx="184404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194 / text 1">
            <a:extLst xmlns:a="http://schemas.openxmlformats.org/drawingml/2006/main">
              <a:ext uri="{FF2B5EF4-FFF2-40B4-BE49-F238E27FC236}">
                <a16:creationId xmlns:a16="http://schemas.microsoft.com/office/drawing/2014/main" id="{A4594583-2F9A-4D4A-BECF-A7C71F6AE39E}"/>
              </a:ext>
            </a:extLst>
          </p:cNvPr>
          <p:cNvSpPr>
            <a:spLocks xmlns:a="http://schemas.openxmlformats.org/drawingml/2006/main" noGrp="1"/>
          </p:cNvSpPr>
          <p:nvPr/>
        </p:nvSpPr>
        <p:spPr>
          <a:xfrm xmlns:a="http://schemas.openxmlformats.org/drawingml/2006/main">
            <a:off x="15097125" y="4800600"/>
            <a:ext cx="2238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task_retrieve / context_retrieve</a:t>
            </a:r>
          </a:p>
        </p:txBody>
      </p:sp>
      <p:sp>
        <p:nvSpPr>
          <p:cNvPr id="285" name="dp41-comparison / n199">
            <a:extLst xmlns:a="http://schemas.openxmlformats.org/drawingml/2006/main">
              <a:ext uri="{FF2B5EF4-FFF2-40B4-BE49-F238E27FC236}">
                <a16:creationId xmlns:a16="http://schemas.microsoft.com/office/drawing/2014/main" id="{2A57F1BE-C746-4C26-9FA0-9E24AA7EFDC1}"/>
              </a:ext>
            </a:extLst>
          </p:cNvPr>
          <p:cNvSpPr>
            <a:spLocks xmlns:a="http://schemas.openxmlformats.org/drawingml/2006/main" noGrp="1"/>
          </p:cNvSpPr>
          <p:nvPr/>
        </p:nvSpPr>
        <p:spPr>
          <a:xfrm xmlns:a="http://schemas.openxmlformats.org/drawingml/2006/main">
            <a:off x="15078075" y="4933950"/>
            <a:ext cx="142779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00 / text 1">
            <a:extLst xmlns:a="http://schemas.openxmlformats.org/drawingml/2006/main">
              <a:ext uri="{FF2B5EF4-FFF2-40B4-BE49-F238E27FC236}">
                <a16:creationId xmlns:a16="http://schemas.microsoft.com/office/drawing/2014/main" id="{7387F158-C13A-4000-9FEF-1A08CA329490}"/>
              </a:ext>
            </a:extLst>
          </p:cNvPr>
          <p:cNvSpPr>
            <a:spLocks xmlns:a="http://schemas.openxmlformats.org/drawingml/2006/main" noGrp="1"/>
          </p:cNvSpPr>
          <p:nvPr/>
        </p:nvSpPr>
        <p:spPr>
          <a:xfrm xmlns:a="http://schemas.openxmlformats.org/drawingml/2006/main">
            <a:off x="15097125" y="4943475"/>
            <a:ext cx="2238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④ 해결 상태로 코드 재검사</a:t>
            </a:r>
          </a:p>
        </p:txBody>
      </p:sp>
      <p:sp>
        <p:nvSpPr>
          <p:cNvPr id="287" name="dp41-comparison / n202">
            <a:extLst xmlns:a="http://schemas.openxmlformats.org/drawingml/2006/main">
              <a:ext uri="{FF2B5EF4-FFF2-40B4-BE49-F238E27FC236}">
                <a16:creationId xmlns:a16="http://schemas.microsoft.com/office/drawing/2014/main" id="{E4E3F517-0BC9-4D9B-AFF7-A4C9185722DC}"/>
              </a:ext>
            </a:extLst>
          </p:cNvPr>
          <p:cNvSpPr>
            <a:spLocks xmlns:a="http://schemas.openxmlformats.org/drawingml/2006/main" noGrp="1"/>
          </p:cNvSpPr>
          <p:nvPr/>
        </p:nvSpPr>
        <p:spPr>
          <a:xfrm xmlns:a="http://schemas.openxmlformats.org/drawingml/2006/main">
            <a:off x="12992100" y="5486400"/>
            <a:ext cx="1697355"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03 / text 1">
            <a:extLst xmlns:a="http://schemas.openxmlformats.org/drawingml/2006/main">
              <a:ext uri="{FF2B5EF4-FFF2-40B4-BE49-F238E27FC236}">
                <a16:creationId xmlns:a16="http://schemas.microsoft.com/office/drawing/2014/main" id="{3E58FCC7-4BED-4A02-8EC3-A259DF740327}"/>
              </a:ext>
            </a:extLst>
          </p:cNvPr>
          <p:cNvSpPr>
            <a:spLocks xmlns:a="http://schemas.openxmlformats.org/drawingml/2006/main" noGrp="1"/>
          </p:cNvSpPr>
          <p:nvPr/>
        </p:nvSpPr>
        <p:spPr>
          <a:xfrm xmlns:a="http://schemas.openxmlformats.org/drawingml/2006/main">
            <a:off x="13011150" y="54959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report: 두 후보 → 확인 뒤 Task1</a:t>
            </a:r>
          </a:p>
        </p:txBody>
      </p:sp>
      <p:sp>
        <p:nvSpPr>
          <p:cNvPr id="289" name="dp41-comparison / n203 / text 2">
            <a:extLst xmlns:a="http://schemas.openxmlformats.org/drawingml/2006/main">
              <a:ext uri="{FF2B5EF4-FFF2-40B4-BE49-F238E27FC236}">
                <a16:creationId xmlns:a16="http://schemas.microsoft.com/office/drawing/2014/main" id="{12EDF695-58BF-4244-A349-3BB060F91115}"/>
              </a:ext>
            </a:extLst>
          </p:cNvPr>
          <p:cNvSpPr>
            <a:spLocks xmlns:a="http://schemas.openxmlformats.org/drawingml/2006/main" noGrp="1"/>
          </p:cNvSpPr>
          <p:nvPr/>
        </p:nvSpPr>
        <p:spPr>
          <a:xfrm xmlns:a="http://schemas.openxmlformats.org/drawingml/2006/main">
            <a:off x="13011150" y="56102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table: 선택한 표 연결</a:t>
            </a:r>
          </a:p>
        </p:txBody>
      </p:sp>
      <p:sp>
        <p:nvSpPr>
          <p:cNvPr id="290" name="dp41-comparison / n205">
            <a:extLst xmlns:a="http://schemas.openxmlformats.org/drawingml/2006/main">
              <a:ext uri="{FF2B5EF4-FFF2-40B4-BE49-F238E27FC236}">
                <a16:creationId xmlns:a16="http://schemas.microsoft.com/office/drawing/2014/main" id="{923CE388-B884-41D9-AF78-71DB9EC95960}"/>
              </a:ext>
            </a:extLst>
          </p:cNvPr>
          <p:cNvSpPr>
            <a:spLocks xmlns:a="http://schemas.openxmlformats.org/drawingml/2006/main" noGrp="1"/>
          </p:cNvSpPr>
          <p:nvPr/>
        </p:nvSpPr>
        <p:spPr>
          <a:xfrm xmlns:a="http://schemas.openxmlformats.org/drawingml/2006/main">
            <a:off x="15078075" y="5543550"/>
            <a:ext cx="169811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1-comparison / n206 / text 1">
            <a:extLst xmlns:a="http://schemas.openxmlformats.org/drawingml/2006/main">
              <a:ext uri="{FF2B5EF4-FFF2-40B4-BE49-F238E27FC236}">
                <a16:creationId xmlns:a16="http://schemas.microsoft.com/office/drawing/2014/main" id="{B07C3822-954B-479D-8843-744F40C1FB41}"/>
              </a:ext>
            </a:extLst>
          </p:cNvPr>
          <p:cNvSpPr>
            <a:spLocks xmlns:a="http://schemas.openxmlformats.org/drawingml/2006/main" noGrp="1"/>
          </p:cNvSpPr>
          <p:nvPr/>
        </p:nvSpPr>
        <p:spPr>
          <a:xfrm xmlns:a="http://schemas.openxmlformats.org/drawingml/2006/main">
            <a:off x="15097125" y="5553075"/>
            <a:ext cx="2190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⑤ 지원 연산으로 전체 의미 구성</a:t>
            </a:r>
          </a:p>
        </p:txBody>
      </p:sp>
      <p:sp>
        <p:nvSpPr>
          <p:cNvPr id="292" name="dp41-comparison / n208">
            <a:extLst xmlns:a="http://schemas.openxmlformats.org/drawingml/2006/main">
              <a:ext uri="{FF2B5EF4-FFF2-40B4-BE49-F238E27FC236}">
                <a16:creationId xmlns:a16="http://schemas.microsoft.com/office/drawing/2014/main" id="{1C476591-F5D3-4C5A-89E0-9085421CB2CA}"/>
              </a:ext>
            </a:extLst>
          </p:cNvPr>
          <p:cNvSpPr>
            <a:spLocks xmlns:a="http://schemas.openxmlformats.org/drawingml/2006/main" noGrp="1"/>
          </p:cNvSpPr>
          <p:nvPr/>
        </p:nvSpPr>
        <p:spPr>
          <a:xfrm xmlns:a="http://schemas.openxmlformats.org/drawingml/2006/main">
            <a:off x="9934575" y="4438650"/>
            <a:ext cx="20732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1-comparison / n209 / text 1">
            <a:extLst xmlns:a="http://schemas.openxmlformats.org/drawingml/2006/main">
              <a:ext uri="{FF2B5EF4-FFF2-40B4-BE49-F238E27FC236}">
                <a16:creationId xmlns:a16="http://schemas.microsoft.com/office/drawing/2014/main" id="{761F5FB1-C996-4A8C-AD43-20F2D34F8413}"/>
              </a:ext>
            </a:extLst>
          </p:cNvPr>
          <p:cNvSpPr>
            <a:spLocks xmlns:a="http://schemas.openxmlformats.org/drawingml/2006/main" noGrp="1"/>
          </p:cNvSpPr>
          <p:nvPr/>
        </p:nvSpPr>
        <p:spPr>
          <a:xfrm xmlns:a="http://schemas.openxmlformats.org/drawingml/2006/main">
            <a:off x="9953625" y="4448175"/>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 시: 특정 항목만 모델에 해석 요청</a:t>
            </a:r>
          </a:p>
        </p:txBody>
      </p:sp>
      <p:sp>
        <p:nvSpPr>
          <p:cNvPr id="294" name="dp41-comparison / n210">
            <a:extLst xmlns:a="http://schemas.openxmlformats.org/drawingml/2006/main">
              <a:ext uri="{FF2B5EF4-FFF2-40B4-BE49-F238E27FC236}">
                <a16:creationId xmlns:a16="http://schemas.microsoft.com/office/drawing/2014/main" id="{6B43E7E4-4D3F-4679-B154-E95F398F25C3}"/>
              </a:ext>
            </a:extLst>
          </p:cNvPr>
          <p:cNvSpPr>
            <a:spLocks xmlns:a="http://schemas.openxmlformats.org/drawingml/2006/main" noGrp="1"/>
          </p:cNvSpPr>
          <p:nvPr/>
        </p:nvSpPr>
        <p:spPr>
          <a:xfrm xmlns:a="http://schemas.openxmlformats.org/drawingml/2006/main">
            <a:off x="9953625" y="4667250"/>
            <a:ext cx="2333625" cy="1143000"/>
          </a:xfrm>
          <a:custGeom xmlns:a="http://schemas.openxmlformats.org/drawingml/2006/main">
            <a:pathLst>
              <a:path w="2333625" h="1143000">
                <a:moveTo>
                  <a:pt x="0" y="0"/>
                </a:moveTo>
                <a:lnTo>
                  <a:pt x="2162175" y="0"/>
                </a:lnTo>
                <a:lnTo>
                  <a:pt x="2333625" y="171450"/>
                </a:lnTo>
                <a:lnTo>
                  <a:pt x="2333625" y="1143000"/>
                </a:lnTo>
                <a:lnTo>
                  <a:pt x="0" y="1143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95" name="dp41-comparison / n210 / fold">
            <a:extLst xmlns:a="http://schemas.openxmlformats.org/drawingml/2006/main">
              <a:ext uri="{FF2B5EF4-FFF2-40B4-BE49-F238E27FC236}">
                <a16:creationId xmlns:a16="http://schemas.microsoft.com/office/drawing/2014/main" id="{AF29C8B8-2E36-453A-9B4C-34767073ADF2}"/>
              </a:ext>
            </a:extLst>
          </p:cNvPr>
          <p:cNvSpPr>
            <a:spLocks xmlns:a="http://schemas.openxmlformats.org/drawingml/2006/main" noGrp="1"/>
          </p:cNvSpPr>
          <p:nvPr/>
        </p:nvSpPr>
        <p:spPr>
          <a:xfrm xmlns:a="http://schemas.openxmlformats.org/drawingml/2006/main">
            <a:off x="12115800" y="4667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96" name="dp41-comparison / n211 / text 1">
            <a:extLst xmlns:a="http://schemas.openxmlformats.org/drawingml/2006/main">
              <a:ext uri="{FF2B5EF4-FFF2-40B4-BE49-F238E27FC236}">
                <a16:creationId xmlns:a16="http://schemas.microsoft.com/office/drawing/2014/main" id="{31B04537-4D51-427E-B1AE-9010E7BD5CE6}"/>
              </a:ext>
            </a:extLst>
          </p:cNvPr>
          <p:cNvSpPr>
            <a:spLocks xmlns:a="http://schemas.openxmlformats.org/drawingml/2006/main" noGrp="1"/>
          </p:cNvSpPr>
          <p:nvPr/>
        </p:nvSpPr>
        <p:spPr>
          <a:xfrm xmlns:a="http://schemas.openxmlformats.org/drawingml/2006/main">
            <a:off x="10048875" y="47244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모델 출력: RequestFrame (필드 축약)</a:t>
            </a:r>
          </a:p>
        </p:txBody>
      </p:sp>
      <p:sp>
        <p:nvSpPr>
          <p:cNvPr id="297" name="dp41-comparison / n211 / text 2">
            <a:extLst xmlns:a="http://schemas.openxmlformats.org/drawingml/2006/main">
              <a:ext uri="{FF2B5EF4-FFF2-40B4-BE49-F238E27FC236}">
                <a16:creationId xmlns:a16="http://schemas.microsoft.com/office/drawing/2014/main" id="{87613940-EA41-437B-9F6E-F99AF4F9E06D}"/>
              </a:ext>
            </a:extLst>
          </p:cNvPr>
          <p:cNvSpPr>
            <a:spLocks xmlns:a="http://schemas.openxmlformats.org/drawingml/2006/main" noGrp="1"/>
          </p:cNvSpPr>
          <p:nvPr/>
        </p:nvSpPr>
        <p:spPr>
          <a:xfrm xmlns:a="http://schemas.openxmlformats.org/drawingml/2006/main">
            <a:off x="10048875" y="48387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schema_version:1 / input_ref:Input1</a:t>
            </a:r>
          </a:p>
        </p:txBody>
      </p:sp>
      <p:sp>
        <p:nvSpPr>
          <p:cNvPr id="298" name="dp41-comparison / n211 / text 3">
            <a:extLst xmlns:a="http://schemas.openxmlformats.org/drawingml/2006/main">
              <a:ext uri="{FF2B5EF4-FFF2-40B4-BE49-F238E27FC236}">
                <a16:creationId xmlns:a16="http://schemas.microsoft.com/office/drawing/2014/main" id="{9D0288BA-86C5-4632-84E5-BC1CE9984CDF}"/>
              </a:ext>
            </a:extLst>
          </p:cNvPr>
          <p:cNvSpPr>
            <a:spLocks xmlns:a="http://schemas.openxmlformats.org/drawingml/2006/main" noGrp="1"/>
          </p:cNvSpPr>
          <p:nvPr/>
        </p:nvSpPr>
        <p:spPr>
          <a:xfrm xmlns:a="http://schemas.openxmlformats.org/drawingml/2006/main">
            <a:off x="10048875" y="49530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goals: G1=UPDATE_TASK(report,table)</a:t>
            </a:r>
          </a:p>
        </p:txBody>
      </p:sp>
      <p:sp>
        <p:nvSpPr>
          <p:cNvPr id="299" name="dp41-comparison / n211 / text 4">
            <a:extLst xmlns:a="http://schemas.openxmlformats.org/drawingml/2006/main">
              <a:ext uri="{FF2B5EF4-FFF2-40B4-BE49-F238E27FC236}">
                <a16:creationId xmlns:a16="http://schemas.microsoft.com/office/drawing/2014/main" id="{A60AC3D3-A386-4498-B6BB-677B0039407B}"/>
              </a:ext>
            </a:extLst>
          </p:cNvPr>
          <p:cNvSpPr>
            <a:spLocks xmlns:a="http://schemas.openxmlformats.org/drawingml/2006/main" noGrp="1"/>
          </p:cNvSpPr>
          <p:nvPr/>
        </p:nvSpPr>
        <p:spPr>
          <a:xfrm xmlns:a="http://schemas.openxmlformats.org/drawingml/2006/main">
            <a:off x="10048875" y="50673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G2=NEW_TASK(메일 초안)</a:t>
            </a:r>
          </a:p>
        </p:txBody>
      </p:sp>
      <p:sp>
        <p:nvSpPr>
          <p:cNvPr id="300" name="dp41-comparison / n211 / text 5">
            <a:extLst xmlns:a="http://schemas.openxmlformats.org/drawingml/2006/main">
              <a:ext uri="{FF2B5EF4-FFF2-40B4-BE49-F238E27FC236}">
                <a16:creationId xmlns:a16="http://schemas.microsoft.com/office/drawing/2014/main" id="{ED4ED52E-159D-4999-B899-2489687E9D90}"/>
              </a:ext>
            </a:extLst>
          </p:cNvPr>
          <p:cNvSpPr>
            <a:spLocks xmlns:a="http://schemas.openxmlformats.org/drawingml/2006/main" noGrp="1"/>
          </p:cNvSpPr>
          <p:nvPr/>
        </p:nvSpPr>
        <p:spPr>
          <a:xfrm xmlns:a="http://schemas.openxmlformats.org/drawingml/2006/main">
            <a:off x="10048875" y="51816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references: report=RECENT_TASK("보고서")</a:t>
            </a:r>
          </a:p>
        </p:txBody>
      </p:sp>
      <p:sp>
        <p:nvSpPr>
          <p:cNvPr id="301" name="dp41-comparison / n211 / text 6">
            <a:extLst xmlns:a="http://schemas.openxmlformats.org/drawingml/2006/main">
              <a:ext uri="{FF2B5EF4-FFF2-40B4-BE49-F238E27FC236}">
                <a16:creationId xmlns:a16="http://schemas.microsoft.com/office/drawing/2014/main" id="{EC459980-2728-4398-BD0D-C4E92237E57B}"/>
              </a:ext>
            </a:extLst>
          </p:cNvPr>
          <p:cNvSpPr>
            <a:spLocks xmlns:a="http://schemas.openxmlformats.org/drawingml/2006/main" noGrp="1"/>
          </p:cNvSpPr>
          <p:nvPr/>
        </p:nvSpPr>
        <p:spPr>
          <a:xfrm xmlns:a="http://schemas.openxmlformats.org/drawingml/2006/main">
            <a:off x="10048875" y="52959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table=INPUT_SELECTION</a:t>
            </a:r>
          </a:p>
        </p:txBody>
      </p:sp>
      <p:sp>
        <p:nvSpPr>
          <p:cNvPr id="302" name="dp41-comparison / n211 / text 7">
            <a:extLst xmlns:a="http://schemas.openxmlformats.org/drawingml/2006/main">
              <a:ext uri="{FF2B5EF4-FFF2-40B4-BE49-F238E27FC236}">
                <a16:creationId xmlns:a16="http://schemas.microsoft.com/office/drawing/2014/main" id="{E4B0E954-4A52-40F8-B32C-082C73CE5A20}"/>
              </a:ext>
            </a:extLst>
          </p:cNvPr>
          <p:cNvSpPr>
            <a:spLocks xmlns:a="http://schemas.openxmlformats.org/drawingml/2006/main" noGrp="1"/>
          </p:cNvSpPr>
          <p:nvPr/>
        </p:nvSpPr>
        <p:spPr>
          <a:xfrm xmlns:a="http://schemas.openxmlformats.org/drawingml/2006/main">
            <a:off x="10048875" y="54102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relations: USE_RESULT(G1 → G2)</a:t>
            </a:r>
          </a:p>
        </p:txBody>
      </p:sp>
      <p:sp>
        <p:nvSpPr>
          <p:cNvPr id="303" name="dp41-comparison / n211 / text 8">
            <a:extLst xmlns:a="http://schemas.openxmlformats.org/drawingml/2006/main">
              <a:ext uri="{FF2B5EF4-FFF2-40B4-BE49-F238E27FC236}">
                <a16:creationId xmlns:a16="http://schemas.microsoft.com/office/drawing/2014/main" id="{68B62342-31A0-4E31-B5C9-6A948D88B473}"/>
              </a:ext>
            </a:extLst>
          </p:cNvPr>
          <p:cNvSpPr>
            <a:spLocks xmlns:a="http://schemas.openxmlformats.org/drawingml/2006/main" noGrp="1"/>
          </p:cNvSpPr>
          <p:nvPr/>
        </p:nvSpPr>
        <p:spPr>
          <a:xfrm xmlns:a="http://schemas.openxmlformats.org/drawingml/2006/main">
            <a:off x="10048875" y="55245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constraints: FORBID_ACTION(G2, SEND)</a:t>
            </a:r>
          </a:p>
        </p:txBody>
      </p:sp>
      <p:sp>
        <p:nvSpPr>
          <p:cNvPr id="304" name="dp41-comparison / n211 / text 9">
            <a:extLst xmlns:a="http://schemas.openxmlformats.org/drawingml/2006/main">
              <a:ext uri="{FF2B5EF4-FFF2-40B4-BE49-F238E27FC236}">
                <a16:creationId xmlns:a16="http://schemas.microsoft.com/office/drawing/2014/main" id="{718B8D4E-8744-490E-86D6-59A1C18766A5}"/>
              </a:ext>
            </a:extLst>
          </p:cNvPr>
          <p:cNvSpPr>
            <a:spLocks xmlns:a="http://schemas.openxmlformats.org/drawingml/2006/main" noGrp="1"/>
          </p:cNvSpPr>
          <p:nvPr/>
        </p:nvSpPr>
        <p:spPr>
          <a:xfrm xmlns:a="http://schemas.openxmlformats.org/drawingml/2006/main">
            <a:off x="10048875" y="56388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unparsed_spans:[] / 실제 Task는 미확정</a:t>
            </a:r>
          </a:p>
        </p:txBody>
      </p:sp>
      <p:sp>
        <p:nvSpPr>
          <p:cNvPr id="305" name="dp41-comparison / n212">
            <a:extLst xmlns:a="http://schemas.openxmlformats.org/drawingml/2006/main">
              <a:ext uri="{FF2B5EF4-FFF2-40B4-BE49-F238E27FC236}">
                <a16:creationId xmlns:a16="http://schemas.microsoft.com/office/drawing/2014/main" id="{B2C4D3D1-3D07-420F-B877-E4A5D7D4430B}"/>
              </a:ext>
            </a:extLst>
          </p:cNvPr>
          <p:cNvSpPr>
            <a:spLocks xmlns:a="http://schemas.openxmlformats.org/drawingml/2006/main" noGrp="1"/>
          </p:cNvSpPr>
          <p:nvPr/>
        </p:nvSpPr>
        <p:spPr>
          <a:xfrm xmlns:a="http://schemas.openxmlformats.org/drawingml/2006/main">
            <a:off x="9953625" y="5848350"/>
            <a:ext cx="2333625" cy="495300"/>
          </a:xfrm>
          <a:custGeom xmlns:a="http://schemas.openxmlformats.org/drawingml/2006/main">
            <a:pathLst>
              <a:path w="2333625" h="495300">
                <a:moveTo>
                  <a:pt x="0" y="0"/>
                </a:moveTo>
                <a:lnTo>
                  <a:pt x="2162175" y="0"/>
                </a:lnTo>
                <a:lnTo>
                  <a:pt x="2333625" y="171450"/>
                </a:lnTo>
                <a:lnTo>
                  <a:pt x="233362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06" name="dp41-comparison / n212 / fold">
            <a:extLst xmlns:a="http://schemas.openxmlformats.org/drawingml/2006/main">
              <a:ext uri="{FF2B5EF4-FFF2-40B4-BE49-F238E27FC236}">
                <a16:creationId xmlns:a16="http://schemas.microsoft.com/office/drawing/2014/main" id="{75328840-3CA3-4B99-8933-2D676ED5A2C9}"/>
              </a:ext>
            </a:extLst>
          </p:cNvPr>
          <p:cNvSpPr>
            <a:spLocks xmlns:a="http://schemas.openxmlformats.org/drawingml/2006/main" noGrp="1"/>
          </p:cNvSpPr>
          <p:nvPr/>
        </p:nvSpPr>
        <p:spPr>
          <a:xfrm xmlns:a="http://schemas.openxmlformats.org/drawingml/2006/main">
            <a:off x="12115800" y="5848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07" name="dp41-comparison / n213 / text 1">
            <a:extLst xmlns:a="http://schemas.openxmlformats.org/drawingml/2006/main">
              <a:ext uri="{FF2B5EF4-FFF2-40B4-BE49-F238E27FC236}">
                <a16:creationId xmlns:a16="http://schemas.microsoft.com/office/drawing/2014/main" id="{4D44947F-257C-4FCB-A875-E8AB992095B8}"/>
              </a:ext>
            </a:extLst>
          </p:cNvPr>
          <p:cNvSpPr>
            <a:spLocks xmlns:a="http://schemas.openxmlformats.org/drawingml/2006/main" noGrp="1"/>
          </p:cNvSpPr>
          <p:nvPr/>
        </p:nvSpPr>
        <p:spPr>
          <a:xfrm xmlns:a="http://schemas.openxmlformats.org/drawingml/2006/main">
            <a:off x="10048875" y="590550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코드가 만든 MeaningProposal</a:t>
            </a:r>
          </a:p>
        </p:txBody>
      </p:sp>
      <p:sp>
        <p:nvSpPr>
          <p:cNvPr id="308" name="dp41-comparison / n213 / text 2">
            <a:extLst xmlns:a="http://schemas.openxmlformats.org/drawingml/2006/main">
              <a:ext uri="{FF2B5EF4-FFF2-40B4-BE49-F238E27FC236}">
                <a16:creationId xmlns:a16="http://schemas.microsoft.com/office/drawing/2014/main" id="{D7485953-EB2D-4A0F-A9A4-FEECD582E8FB}"/>
              </a:ext>
            </a:extLst>
          </p:cNvPr>
          <p:cNvSpPr>
            <a:spLocks xmlns:a="http://schemas.openxmlformats.org/drawingml/2006/main" noGrp="1"/>
          </p:cNvSpPr>
          <p:nvPr/>
        </p:nvSpPr>
        <p:spPr>
          <a:xfrm xmlns:a="http://schemas.openxmlformats.org/drawingml/2006/main">
            <a:off x="10048875" y="603123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확인 뒤 Task1 + 표 / 결과로 초안</a:t>
            </a:r>
          </a:p>
        </p:txBody>
      </p:sp>
      <p:sp>
        <p:nvSpPr>
          <p:cNvPr id="309" name="dp41-comparison / n213 / text 3">
            <a:extLst xmlns:a="http://schemas.openxmlformats.org/drawingml/2006/main">
              <a:ext uri="{FF2B5EF4-FFF2-40B4-BE49-F238E27FC236}">
                <a16:creationId xmlns:a16="http://schemas.microsoft.com/office/drawing/2014/main" id="{889FE802-53E4-4541-A9ED-9230C72805C3}"/>
              </a:ext>
            </a:extLst>
          </p:cNvPr>
          <p:cNvSpPr>
            <a:spLocks xmlns:a="http://schemas.openxmlformats.org/drawingml/2006/main" noGrp="1"/>
          </p:cNvSpPr>
          <p:nvPr/>
        </p:nvSpPr>
        <p:spPr>
          <a:xfrm xmlns:a="http://schemas.openxmlformats.org/drawingml/2006/main">
            <a:off x="10048875" y="615696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전송 금지 유지</a:t>
            </a:r>
          </a:p>
        </p:txBody>
      </p:sp>
      <p:sp>
        <p:nvSpPr>
          <p:cNvPr id="310" name="dp41-comparison / n214">
            <a:extLst xmlns:a="http://schemas.openxmlformats.org/drawingml/2006/main">
              <a:ext uri="{FF2B5EF4-FFF2-40B4-BE49-F238E27FC236}">
                <a16:creationId xmlns:a16="http://schemas.microsoft.com/office/drawing/2014/main" id="{63B000F1-A95A-44A4-9169-DBAF09B2CF1A}"/>
              </a:ext>
            </a:extLst>
          </p:cNvPr>
          <p:cNvSpPr>
            <a:spLocks xmlns:a="http://schemas.openxmlformats.org/drawingml/2006/main" noGrp="1"/>
          </p:cNvSpPr>
          <p:nvPr/>
        </p:nvSpPr>
        <p:spPr>
          <a:xfrm xmlns:a="http://schemas.openxmlformats.org/drawingml/2006/main">
            <a:off x="12887325" y="3648075"/>
            <a:ext cx="26195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1-comparison / n215 / text 1">
            <a:extLst xmlns:a="http://schemas.openxmlformats.org/drawingml/2006/main">
              <a:ext uri="{FF2B5EF4-FFF2-40B4-BE49-F238E27FC236}">
                <a16:creationId xmlns:a16="http://schemas.microsoft.com/office/drawing/2014/main" id="{28AD699F-116F-485A-A323-EDE6A932B444}"/>
              </a:ext>
            </a:extLst>
          </p:cNvPr>
          <p:cNvSpPr>
            <a:spLocks xmlns:a="http://schemas.openxmlformats.org/drawingml/2006/main" noGrp="1"/>
          </p:cNvSpPr>
          <p:nvPr/>
        </p:nvSpPr>
        <p:spPr>
          <a:xfrm xmlns:a="http://schemas.openxmlformats.org/drawingml/2006/main">
            <a:off x="12906375" y="3657600"/>
            <a:ext cx="4572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다음 처리 결정과 전체 결합: Engine 코드</a:t>
            </a:r>
          </a:p>
        </p:txBody>
      </p:sp>
      <p:sp>
        <p:nvSpPr>
          <p:cNvPr id="312" name="dp41-comparison / n225">
            <a:extLst xmlns:a="http://schemas.openxmlformats.org/drawingml/2006/main">
              <a:ext uri="{FF2B5EF4-FFF2-40B4-BE49-F238E27FC236}">
                <a16:creationId xmlns:a16="http://schemas.microsoft.com/office/drawing/2014/main" id="{F8DFB982-7131-49A9-8310-D1BB2ECB71D6}"/>
              </a:ext>
            </a:extLst>
          </p:cNvPr>
          <p:cNvSpPr>
            <a:spLocks xmlns:a="http://schemas.openxmlformats.org/drawingml/2006/main" noGrp="1"/>
          </p:cNvSpPr>
          <p:nvPr/>
        </p:nvSpPr>
        <p:spPr>
          <a:xfrm xmlns:a="http://schemas.openxmlformats.org/drawingml/2006/main">
            <a:off x="993457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1-comparison / n226 / text 1">
            <a:extLst xmlns:a="http://schemas.openxmlformats.org/drawingml/2006/main">
              <a:ext uri="{FF2B5EF4-FFF2-40B4-BE49-F238E27FC236}">
                <a16:creationId xmlns:a16="http://schemas.microsoft.com/office/drawing/2014/main" id="{737B7D24-6CCE-48F4-AD74-76F8A5351B82}"/>
              </a:ext>
            </a:extLst>
          </p:cNvPr>
          <p:cNvSpPr>
            <a:spLocks xmlns:a="http://schemas.openxmlformats.org/drawingml/2006/main" noGrp="1"/>
          </p:cNvSpPr>
          <p:nvPr/>
        </p:nvSpPr>
        <p:spPr>
          <a:xfrm xmlns:a="http://schemas.openxmlformats.org/drawingml/2006/main">
            <a:off x="995362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314" name="dp41-comparison / n228">
            <a:extLst xmlns:a="http://schemas.openxmlformats.org/drawingml/2006/main">
              <a:ext uri="{FF2B5EF4-FFF2-40B4-BE49-F238E27FC236}">
                <a16:creationId xmlns:a16="http://schemas.microsoft.com/office/drawing/2014/main" id="{73F55E0C-675B-4FAA-A455-C941A6B4BC9D}"/>
              </a:ext>
            </a:extLst>
          </p:cNvPr>
          <p:cNvSpPr>
            <a:spLocks xmlns:a="http://schemas.openxmlformats.org/drawingml/2006/main" noGrp="1"/>
          </p:cNvSpPr>
          <p:nvPr/>
        </p:nvSpPr>
        <p:spPr>
          <a:xfrm xmlns:a="http://schemas.openxmlformats.org/drawingml/2006/main">
            <a:off x="993457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1-comparison / n229 / text 1">
            <a:extLst xmlns:a="http://schemas.openxmlformats.org/drawingml/2006/main">
              <a:ext uri="{FF2B5EF4-FFF2-40B4-BE49-F238E27FC236}">
                <a16:creationId xmlns:a16="http://schemas.microsoft.com/office/drawing/2014/main" id="{2B071236-DD24-432C-8E0E-777B2DED0AE5}"/>
              </a:ext>
            </a:extLst>
          </p:cNvPr>
          <p:cNvSpPr>
            <a:spLocks xmlns:a="http://schemas.openxmlformats.org/drawingml/2006/main" noGrp="1"/>
          </p:cNvSpPr>
          <p:nvPr/>
        </p:nvSpPr>
        <p:spPr>
          <a:xfrm xmlns:a="http://schemas.openxmlformats.org/drawingml/2006/main">
            <a:off x="995362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316" name="dp41-comparison / n245">
            <a:extLst xmlns:a="http://schemas.openxmlformats.org/drawingml/2006/main">
              <a:ext uri="{FF2B5EF4-FFF2-40B4-BE49-F238E27FC236}">
                <a16:creationId xmlns:a16="http://schemas.microsoft.com/office/drawing/2014/main" id="{A49747BD-23F2-4867-BD11-9BE1A48EB06C}"/>
              </a:ext>
            </a:extLst>
          </p:cNvPr>
          <p:cNvSpPr>
            <a:spLocks xmlns:a="http://schemas.openxmlformats.org/drawingml/2006/main" noGrp="1"/>
          </p:cNvSpPr>
          <p:nvPr/>
        </p:nvSpPr>
        <p:spPr>
          <a:xfrm xmlns:a="http://schemas.openxmlformats.org/drawingml/2006/main">
            <a:off x="15230475" y="73247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1-comparison / n246 / text 1">
            <a:extLst xmlns:a="http://schemas.openxmlformats.org/drawingml/2006/main">
              <a:ext uri="{FF2B5EF4-FFF2-40B4-BE49-F238E27FC236}">
                <a16:creationId xmlns:a16="http://schemas.microsoft.com/office/drawing/2014/main" id="{CB03F25B-9962-4258-A8C3-CC3AE195DC48}"/>
              </a:ext>
            </a:extLst>
          </p:cNvPr>
          <p:cNvSpPr>
            <a:spLocks xmlns:a="http://schemas.openxmlformats.org/drawingml/2006/main" noGrp="1"/>
          </p:cNvSpPr>
          <p:nvPr/>
        </p:nvSpPr>
        <p:spPr>
          <a:xfrm xmlns:a="http://schemas.openxmlformats.org/drawingml/2006/main">
            <a:off x="15249525" y="73342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318" name="dp41-comparison / n248">
            <a:extLst xmlns:a="http://schemas.openxmlformats.org/drawingml/2006/main">
              <a:ext uri="{FF2B5EF4-FFF2-40B4-BE49-F238E27FC236}">
                <a16:creationId xmlns:a16="http://schemas.microsoft.com/office/drawing/2014/main" id="{FFE24976-BC74-420F-8FEF-C92752EEEFDD}"/>
              </a:ext>
            </a:extLst>
          </p:cNvPr>
          <p:cNvSpPr>
            <a:spLocks xmlns:a="http://schemas.openxmlformats.org/drawingml/2006/main" noGrp="1"/>
          </p:cNvSpPr>
          <p:nvPr/>
        </p:nvSpPr>
        <p:spPr>
          <a:xfrm xmlns:a="http://schemas.openxmlformats.org/drawingml/2006/main">
            <a:off x="15316200" y="7791450"/>
            <a:ext cx="19211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1-comparison / n249 / text 1">
            <a:extLst xmlns:a="http://schemas.openxmlformats.org/drawingml/2006/main">
              <a:ext uri="{FF2B5EF4-FFF2-40B4-BE49-F238E27FC236}">
                <a16:creationId xmlns:a16="http://schemas.microsoft.com/office/drawing/2014/main" id="{D12DB6C2-5CDC-44C9-83BD-80A6EC0CE9E0}"/>
              </a:ext>
            </a:extLst>
          </p:cNvPr>
          <p:cNvSpPr>
            <a:spLocks xmlns:a="http://schemas.openxmlformats.org/drawingml/2006/main" noGrp="1"/>
          </p:cNvSpPr>
          <p:nvPr/>
        </p:nvSpPr>
        <p:spPr>
          <a:xfrm xmlns:a="http://schemas.openxmlformats.org/drawingml/2006/main">
            <a:off x="15335250" y="78009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해결 상태 갱신 후 코드 재검사</a:t>
            </a:r>
          </a:p>
        </p:txBody>
      </p:sp>
      <p:sp>
        <p:nvSpPr>
          <p:cNvPr id="320" name="dp41-comparison / n251">
            <a:extLst xmlns:a="http://schemas.openxmlformats.org/drawingml/2006/main">
              <a:ext uri="{FF2B5EF4-FFF2-40B4-BE49-F238E27FC236}">
                <a16:creationId xmlns:a16="http://schemas.microsoft.com/office/drawing/2014/main" id="{699AD46E-5C45-4612-8712-42AD033B6BF9}"/>
              </a:ext>
            </a:extLst>
          </p:cNvPr>
          <p:cNvSpPr>
            <a:spLocks xmlns:a="http://schemas.openxmlformats.org/drawingml/2006/main" noGrp="1"/>
          </p:cNvSpPr>
          <p:nvPr/>
        </p:nvSpPr>
        <p:spPr>
          <a:xfrm xmlns:a="http://schemas.openxmlformats.org/drawingml/2006/main">
            <a:off x="12325350" y="79057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1-comparison / n252 / text 1">
            <a:extLst xmlns:a="http://schemas.openxmlformats.org/drawingml/2006/main">
              <a:ext uri="{FF2B5EF4-FFF2-40B4-BE49-F238E27FC236}">
                <a16:creationId xmlns:a16="http://schemas.microsoft.com/office/drawing/2014/main" id="{2FE1F75C-E254-44F1-A365-267B957ACA99}"/>
              </a:ext>
            </a:extLst>
          </p:cNvPr>
          <p:cNvSpPr>
            <a:spLocks xmlns:a="http://schemas.openxmlformats.org/drawingml/2006/main" noGrp="1"/>
          </p:cNvSpPr>
          <p:nvPr/>
        </p:nvSpPr>
        <p:spPr>
          <a:xfrm xmlns:a="http://schemas.openxmlformats.org/drawingml/2006/main">
            <a:off x="12344400" y="79152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322" name="dp41-comparison / n254">
            <a:extLst xmlns:a="http://schemas.openxmlformats.org/drawingml/2006/main">
              <a:ext uri="{FF2B5EF4-FFF2-40B4-BE49-F238E27FC236}">
                <a16:creationId xmlns:a16="http://schemas.microsoft.com/office/drawing/2014/main" id="{6909B75F-399C-4E47-979A-A2EB57813DF9}"/>
              </a:ext>
            </a:extLst>
          </p:cNvPr>
          <p:cNvSpPr>
            <a:spLocks xmlns:a="http://schemas.openxmlformats.org/drawingml/2006/main" noGrp="1"/>
          </p:cNvSpPr>
          <p:nvPr/>
        </p:nvSpPr>
        <p:spPr>
          <a:xfrm xmlns:a="http://schemas.openxmlformats.org/drawingml/2006/main">
            <a:off x="9934575" y="76676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1-comparison / n255 / text 1">
            <a:extLst xmlns:a="http://schemas.openxmlformats.org/drawingml/2006/main">
              <a:ext uri="{FF2B5EF4-FFF2-40B4-BE49-F238E27FC236}">
                <a16:creationId xmlns:a16="http://schemas.microsoft.com/office/drawing/2014/main" id="{59CBA7C2-F133-4914-B715-7AF4D0F415DB}"/>
              </a:ext>
            </a:extLst>
          </p:cNvPr>
          <p:cNvSpPr>
            <a:spLocks xmlns:a="http://schemas.openxmlformats.org/drawingml/2006/main" noGrp="1"/>
          </p:cNvSpPr>
          <p:nvPr/>
        </p:nvSpPr>
        <p:spPr>
          <a:xfrm xmlns:a="http://schemas.openxmlformats.org/drawingml/2006/main">
            <a:off x="9953625" y="76771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324" name="dp41-comparison / n257">
            <a:extLst xmlns:a="http://schemas.openxmlformats.org/drawingml/2006/main">
              <a:ext uri="{FF2B5EF4-FFF2-40B4-BE49-F238E27FC236}">
                <a16:creationId xmlns:a16="http://schemas.microsoft.com/office/drawing/2014/main" id="{166938BA-EA15-465A-983D-191E9AEBA085}"/>
              </a:ext>
            </a:extLst>
          </p:cNvPr>
          <p:cNvSpPr>
            <a:spLocks xmlns:a="http://schemas.openxmlformats.org/drawingml/2006/main" noGrp="1"/>
          </p:cNvSpPr>
          <p:nvPr/>
        </p:nvSpPr>
        <p:spPr>
          <a:xfrm xmlns:a="http://schemas.openxmlformats.org/drawingml/2006/main">
            <a:off x="14573250" y="79057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1-comparison / n258 / text 1">
            <a:extLst xmlns:a="http://schemas.openxmlformats.org/drawingml/2006/main">
              <a:ext uri="{FF2B5EF4-FFF2-40B4-BE49-F238E27FC236}">
                <a16:creationId xmlns:a16="http://schemas.microsoft.com/office/drawing/2014/main" id="{EFDC5FD8-B105-4E43-905D-7B7B8A13DEC3}"/>
              </a:ext>
            </a:extLst>
          </p:cNvPr>
          <p:cNvSpPr>
            <a:spLocks xmlns:a="http://schemas.openxmlformats.org/drawingml/2006/main" noGrp="1"/>
          </p:cNvSpPr>
          <p:nvPr/>
        </p:nvSpPr>
        <p:spPr>
          <a:xfrm xmlns:a="http://schemas.openxmlformats.org/drawingml/2006/main">
            <a:off x="14592300" y="79152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6483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F78F2E0B-B649-4753-A44C-F37BE9B01BE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30A0511-62E6-405A-9A1C-5C0DE49AB46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D758C834-015F-4FD9-ACEF-72908C724B39}"/>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2F593670-2004-4C26-9CB4-B079BDFAAF5A}"/>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1175E79D-A777-47D5-A064-60DCBC755EA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07053897-B7BE-4AAE-9B6D-16C9338E5C62}"/>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411ADA72-4F20-4739-B81C-2E7B358C042F}"/>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E7E59960-BF21-4B41-A085-41D339BDDE97}"/>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007FB45F-BC32-4627-93E2-EC49BEE285A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4085FEE7-76A7-478B-9671-F0FE7A29D18B}"/>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7F33D59C-4B82-460C-B8AA-CB5A12675DD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BE97BA66-1201-4280-8221-1BE8BB6762BC}"/>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34ADF919-B30C-4C88-81BD-A4BB3C943128}"/>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474C70C3-9F27-41C3-9B36-415BB919F37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5D692D57-CBD2-4BA6-958F-755339D6587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EBADEF36-CF0A-4BFC-97AE-49597049D95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8DC0DF5E-CF7C-4E4A-9FC9-1F80FF3DE78D}"/>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6DA02579-A01E-4F2C-A67E-0467F4419AA1}"/>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DC80C6D1-7B01-4A19-BCDD-9FE8CCDFAE5F}"/>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5ED8CDBB-8DAF-4ACB-B5B7-7F1E64E5AE8D}"/>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58AA9E72-F7D0-4F3D-89F5-44DA53A57156}"/>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C9592CA5-3DE1-4295-820D-35A85084DCE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35E6D1A0-32BB-413E-9E84-66EB55F2F9F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2D9BCBDA-8B80-4AB3-B198-1C63CAF9A49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C3DD5951-34D9-452E-89E7-A7E679D6E485}"/>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F1296505-FA24-494B-9019-E90E8E98997A}"/>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22BDD5AE-35CF-45EA-9289-A80DA456041B}"/>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406B9AD7-105F-4236-B254-2619FE61EEFD}"/>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7B8C0CC6-3B33-46A7-95A0-35ECFBB9B0C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CD892F6A-CC78-423F-9BBE-97AF0CE9310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10CAB44C-A7E6-4316-862F-B68EE3DCF0B3}"/>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C1087CDC-6B81-459F-AC3B-0473318C902A}"/>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FFC4A6DC-15B7-4E1C-B9F6-98E6D2DFE5F7}"/>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2E327C2F-67F5-45ED-92B0-DF376A1AC9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5D51CC37-9D5A-495C-9457-621B8ABC6FE7}"/>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683BFB0D-7866-4236-8EB4-CF9F7CBC17A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6CCF0F34-36F0-4A56-9886-6363FEA7D61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139F2E3E-849E-4333-8769-66E3F184698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2E28459E-FA7A-478D-9673-97906FE4654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417DD01E-1F26-49A1-9E32-F68CA7CAD852}"/>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94856201-564D-4928-88FA-7519A4074E4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9FCC3836-0482-4610-AE09-AD910FB3435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27FB15E7-4772-44E9-AD91-BCA09630DF6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AF11DA70-946D-4EE9-B45E-22228D48AAD3}"/>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A61C5920-18AD-401C-862A-97726414D5D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F28821BF-FA29-4770-BD7D-45EAB4E7474A}"/>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D1436F77-ED80-42A6-9D7F-7782F1820D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DA4BFB15-19D7-45BA-8B29-93AC96AA75A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D9EF291-CAF9-49BD-8DB8-CF2EE21894EA}"/>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1D7D03DD-528E-424D-8284-C93EDCD546A7}"/>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C254AA33-A082-47D2-A8AC-8FE013F5BCB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AF308228-F4BF-46AC-9CB1-417788E05CAE}"/>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CC47BF8E-012E-41EB-91EE-CA5A6552E51D}"/>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07E70D05-942E-418D-8DF1-C11D4E1EAD7F}"/>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479B49DF-6FB3-4489-AD53-BEC0F9C93CA9}"/>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EE2301D-B728-4803-B3A0-8492CD6DA62E}"/>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818156A0-1D48-415E-970E-F1A82AED8AE1}"/>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42660D09-42A0-4808-8D76-38281B815DEA}"/>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C2A74E06-482A-448F-A0EE-392D98894F4E}"/>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52A509E0-DC9E-4A17-928E-5101FFE0C246}"/>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AAC08B45-69BD-4462-B732-FD22E6F4739A}"/>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98EEFEDC-0792-4D50-AADF-77FDD537036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D1355A83-5B1C-4456-9FD2-CFA5D6CD69D8}"/>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3C605E0-AA3E-4616-A5E5-19A9929F5052}"/>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7CC6F708-D79E-4002-86F1-669687E2BD57}"/>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6A336258-49A6-4917-B363-D9FE31D2124B}"/>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A68B1913-CF47-4E59-B11F-105DE7B22F82}"/>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53D2E79-D79F-46EE-8E76-DE55DA595A7E}"/>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7F3292B3-91A8-49D7-921E-9577F8656394}"/>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C71C96E6-6249-4E40-8220-6DA8A9A85A26}"/>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82B7AB86-7B9B-4941-9B5E-6F2D911467A8}"/>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A5DA1D9E-DE2D-4ACC-A694-FC58CE5C49B4}"/>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2A8F5069-BA15-420F-B6ED-799E8A1ED86C}"/>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35190D0-9603-4A51-AFA3-4C1D9855A123}"/>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E9CCCFF8-5098-4BDC-AB02-3585B584D084}"/>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DB94B61B-D27D-44F4-9D7A-CFEFB557F826}"/>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153BE170-E7BE-4A5F-8597-E698DF519B5F}"/>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95CAFA70-D387-416E-BA7C-1BACC8D783B0}"/>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85395D9F-EE52-4984-B22B-9CE6DFDBD188}"/>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20FE566B-4859-4261-8727-EAFA216B23AC}"/>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6DA15493-6E62-48F1-B9E4-FE79F65EB644}"/>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09EE2DD-2220-45A5-ABB8-FE1939176758}"/>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E3C9C128-0F9B-4875-8F10-329419CB2DE3}"/>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BB1A1FE1-AE73-4177-A09D-295861F95BCA}"/>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E8F62ECC-720A-45BA-80FE-01F20312C8FF}"/>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A66B51C4-EDD8-4762-8A4F-9B0069C976A1}"/>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6A750B10-08C9-4B14-A9E4-57056B57A308}"/>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C80814D5-8514-445B-A7C4-6CBABCDD8EF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15A3771E-FCEE-41B0-9FFE-2DD91C030AF6}"/>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57D2AAFC-A19D-4B95-B14B-EB6780810C7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3C0BB988-B6AB-4188-A32C-3D6CEACDA8AA}"/>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41D5F78E-404F-407F-8BAC-F223FC5E8F5F}"/>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36EB75ED-CEF3-40B3-9202-FBDF64DAB0D9}"/>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22448E29-7EF5-4A13-9893-ED73FAFB49C3}"/>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2A0BFFE5-72E4-48EA-BFFA-462306B92DFB}"/>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2DD7DCFA-4E4F-45D3-83FB-7DB3304AC8B9}"/>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2DC20368-EE80-47FF-86E4-3AC3140EF1FA}"/>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C32CB2B3-6EA9-4CF4-9D69-F7AEC90A4FC9}"/>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69443424-79BA-488C-B92F-77E1C7A3889E}"/>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81F6B230-1B50-461D-B11B-EE8FA29E85FE}"/>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396734A1-45BE-4203-8134-A295787898E5}"/>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56E8CD36-DD3E-4F99-BEB8-63E7EFAAD683}"/>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59E9A60A-E7DA-4268-BC68-88D2012A32AB}"/>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202D84B2-B16F-434D-A6CA-9ED35CDCC9CD}"/>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DD0AC064-F3D7-43B8-BAC4-E3D507BC74B1}"/>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2E8EB22F-2FBC-4A91-ABAE-1D4BD6EDC09B}"/>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03145C7D-673D-4F36-A81C-B26B7F0936D6}"/>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504B11EE-C812-4918-A9AD-300CF28C4C60}"/>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B2BA7EC2-7148-459D-B94C-BA8998DC7F2D}"/>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8A88B329-0A09-42E6-92DC-4028A1E6F0D1}"/>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D7E26FA2-390B-4ACC-8C0D-8300C5E6090A}"/>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8636B155-C9A5-4EDF-8E07-0485C12F6615}"/>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E4A1D94-36CA-415F-8B02-1DFD4BE831B6}"/>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EFD9F32C-ECA9-4211-B633-B77297DF2E1B}"/>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902D538-836B-42D5-84E4-19CB43B4D586}"/>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3E2AF87F-B273-4334-9FB0-61258CC0681E}"/>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18D3D245-D1D1-4EB5-A3C0-728719456E6D}"/>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9A14007-163F-419D-AA0F-D351ED8DF20C}"/>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1329B63E-577F-48E2-9D5E-C9DBFF439E0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336B1D23-4396-4BDF-88BD-0817B2F800C3}"/>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82219C63-8878-4697-A3C6-4958369CE26F}"/>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DAA87C8F-CE18-4A7D-8903-578351B6669E}"/>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1E72A2D5-D534-44DA-8A8E-0DFE8736E4B5}"/>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2AEB51C8-7594-44F5-9F2F-CA154E586328}"/>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818DA155-DEF7-479E-93FB-D5A996D91D4E}"/>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0E241D95-5894-4CF6-9FAD-2E359B3FC09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F8D58D11-A16C-4ADE-B534-798A51BAF927}"/>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BFBC48D9-E298-40D9-B613-8297FB7E3BA1}"/>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AB6AF967-3447-4F89-AE2D-750760C919B2}"/>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4F48657-9F79-4402-A5D1-8D86987C7EB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01E7B05F-BF06-44BD-8BF9-235138E944DB}"/>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A742DC4B-7A61-4FD7-A1E4-10DCEFAA2C82}"/>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0BA42D20-02FF-41A0-A18C-7F575D44DC9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C7F78AD1-7C94-4C40-910E-6D0ADC8ADDF1}"/>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4F6455E0-7FE2-4EF9-9166-9BADEE8F53EF}"/>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84ACA40B-6BF4-43E6-9A99-A15A08F72A86}"/>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3CADFA2D-AA56-41E1-B332-F2194ABD5E60}"/>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0158E424-A447-4328-A3D1-BDF3104B47F6}"/>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DF4C29EF-47B7-4C44-A96E-B100E6213E6F}"/>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D425C327-5185-4816-8140-3BABBB65732B}"/>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2DD230C1-74DB-4788-A9BB-AA47CEE54C9D}"/>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5AEACC3C-D70E-451C-80A7-CDEAF7D76EE3}"/>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19DFDA57-EDA1-46CF-9C0B-A01948833B19}"/>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0A6544A6-6D4A-433F-9A3E-EE6A92598513}"/>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DEC1DA2-7837-48A0-945A-ACD27ECD1EDA}"/>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7272FE78-ADAB-499F-BBE8-37989C92E4F2}"/>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56FBEC93-1672-44E4-8BF5-AEA0C97E08B4}"/>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3D83772E-EFEF-4535-96CE-4C906300A5D1}"/>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15AE06B6-72E4-4F59-93C3-F91D1579617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C78F8596-40D0-4E7D-8AE2-580371EE091B}"/>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D736811A-8E06-475F-8689-3B80E62C8C22}"/>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0F01FF8C-2211-4E59-9540-53606A7B7F21}"/>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77EBFFB1-7E5E-448D-A680-031B3D2F51DB}"/>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7B01B192-2DEA-41C3-B52B-E3F4D494DC7D}"/>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30BE3957-B5FA-4311-999B-A22B832C69D3}"/>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3C53DD71-1CF0-4688-85DE-D4391E7B8FB8}"/>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3906565E-1CBC-4F96-AEB1-F7447084E52A}"/>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193F6720-E864-4D99-A043-874778677E9B}"/>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44783766-9D19-487F-B856-44FACAE16B0E}"/>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3468F200-CAE1-4C99-A293-C5E2A56F22F5}"/>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C050EB0C-4283-43A9-854C-7BD7DFFC931F}"/>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8C034A95-0165-4228-9842-80AA26771AA3}"/>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05691D78-4044-4EE1-8F3F-D58057A5E68D}"/>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EB55E106-8FBA-4043-A752-A6434F08C9F1}"/>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E0D45F72-40CA-42D3-B853-C7C09CFA60F2}"/>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3F92D09C-33F9-4F8F-B85B-B5627EFB91C2}"/>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6DB7ADFB-A735-482E-9920-CC2923E34AEB}"/>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A3846A32-5106-4A62-8A9D-A3959CA0A5A6}"/>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B04CB618-50E0-499C-BBA0-836B78B0DB91}"/>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50C9DA7-8D13-4B64-B9EA-1D433495C7C3}"/>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83779381-32E2-49BF-A658-BB0FDB219235}"/>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B429F682-9FD5-4352-84CD-D0EACA4B95FD}"/>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A8E1903B-9870-49B8-A5AE-59063FC83BDB}"/>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79AE4391-C948-47C3-BB72-466E6438474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73420C0F-A464-401A-AB47-01EAD7266377}"/>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083E166B-17D4-44D3-AF49-5B6307276980}"/>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775A2A83-FC8B-4D25-8CB5-33232A8A0120}"/>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2233E10E-CCA6-436F-9760-9EABB312AD27}"/>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1A4F3466-E5FA-42AA-ACEF-0A2CAC27878E}"/>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771BF084-65D3-4F24-B1E4-2F8B38974830}"/>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D3C1B044-7892-440F-B929-B87631EED72A}"/>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8888BC08-5D9C-4D6B-8450-A5C16F996C4F}"/>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AFD72714-2B5D-4D9A-8D35-B39A27D8587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A0DB4A80-D166-4760-80ED-76E24E9C057A}"/>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D2972DDE-B86F-41D1-A77F-53B5EE8319BD}"/>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C9F5DFF7-8522-4958-83F4-DD20025C3A71}"/>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BB03BF88-07EF-4241-99B1-92E88832F518}"/>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89C8474A-9D60-49DA-AACB-4A907C2E8414}"/>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133354BB-2C06-44AF-B4B9-B3F978A11E70}"/>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E588F3F0-6BE0-4CB7-A177-1208547DEA61}"/>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298416C3-CD9A-4C93-9E88-F9D70ACC3805}"/>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C1D789BF-7DAC-45EE-B397-E1BD0D624DD8}"/>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D6A52A2D-33C5-4844-8897-27F0B790A1EB}"/>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B5DFACD2-EB2C-458D-920C-C0488BA38971}"/>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9DCD8CD3-7513-4A6F-B038-F9345381F244}"/>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D4B20C01-2C4F-42D7-868D-5A3FE5E0AAE4}"/>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59FF2562-6E44-402F-A79D-F63650FF0CE8}"/>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BFF2B3E1-9DFE-4E35-B7DE-1A86479EE3CC}"/>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1D39DC39-AE4B-4908-8299-A8E169AF182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81D8509A-1A9C-457B-9DCC-F63C6CE0050D}"/>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87C58CCE-2E65-4F91-BBB7-FE5C098E5694}"/>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CFBC2D39-D0CA-4F9B-BED8-689801A398A4}"/>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C813A735-1307-4226-A8DF-D400DA59CCA6}"/>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FCAB6D1-0EBA-41F0-846D-A62714B0BD42}"/>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A649C996-4186-4431-9BEB-ECD3E4E882D8}"/>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BCD83668-D62B-47DA-8176-99A4F7C75412}"/>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534D774A-5B15-4920-944E-4455F5502F4B}"/>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5107FA90-EC67-495A-A422-861D6F37077C}"/>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BCA77C77-5EB5-42DC-A093-D26E321E7F4C}"/>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5AD8A1E2-EEBA-40A7-AE66-B4274F679BBF}"/>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F88B0F79-68DA-46E1-BC28-61F3D3B512B5}"/>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4173B96B-8CB3-449F-84DD-C24FABE5D06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1803F52F-D028-4948-9DF7-B135C957A9D2}"/>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5B2E5F5F-D18E-41AB-B515-D47EF14605A7}"/>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ED6F49A5-692B-47BE-9033-72CCEE83C1A7}"/>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6DEE77EB-9E51-4BB6-8E28-4725A9BC6F4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14668DF5-8983-466C-97F6-859C20EB992D}"/>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1EBD8C7-BBBE-46C2-93CD-8DD4B4A3559B}"/>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F9FA0730-01DC-4911-8A63-D5955F6DD463}"/>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6318BFA5-410B-447E-BB5E-4FBDD97DC57A}"/>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19150635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6" name="dp44-comparison / n1">
            <a:extLst xmlns:a="http://schemas.openxmlformats.org/drawingml/2006/main">
              <a:ext uri="{FF2B5EF4-FFF2-40B4-BE49-F238E27FC236}">
                <a16:creationId xmlns:a16="http://schemas.microsoft.com/office/drawing/2014/main" id="{15886817-2621-4BEF-A889-D92A6712E81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9DE4D4A8-23D2-41CB-8F73-E9034C33927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901478AB-143C-451D-9521-44DC57F6D29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EE226F9B-DA8F-4454-8A5A-2E3797DAAD5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Task 알림의 후속 실행 구조</a:t>
            </a:r>
          </a:p>
        </p:txBody>
      </p:sp>
      <p:sp>
        <p:nvSpPr>
          <p:cNvPr id="5" name="dp44-comparison / n5 / path">
            <a:extLst xmlns:a="http://schemas.openxmlformats.org/drawingml/2006/main">
              <a:ext uri="{FF2B5EF4-FFF2-40B4-BE49-F238E27FC236}">
                <a16:creationId xmlns:a16="http://schemas.microsoft.com/office/drawing/2014/main" id="{E0BA3F63-FFEA-4174-89F7-B547C7D8FEC7}"/>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AD7B3C70-86B4-479F-8C57-13903F8F562B}"/>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A969A565-F7E0-431E-A955-BC802C189248}"/>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0FB2620E-F642-43DE-A19C-0F4CC8CBD21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C64BBFAC-56CE-4863-8E6A-8E955EA6078D}"/>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B47BF546-791C-4855-A26D-02A45E3DB407}"/>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F8AC7002-63A5-4060-89BE-7A3083538B4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A6CBB742-AA82-448B-8066-EB8977F75E2F}"/>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E8E9D287-4003-4237-AE26-183789F4D989}"/>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EB19C766-4840-4309-8036-D8E3FCEAE43E}"/>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A41DA79D-7F27-40D3-9636-C49D01EB2AE2}"/>
              </a:ext>
            </a:extLst>
          </p:cNvPr>
          <p:cNvSpPr>
            <a:spLocks xmlns:a="http://schemas.openxmlformats.org/drawingml/2006/main" noGrp="1"/>
          </p:cNvSpPr>
          <p:nvPr/>
        </p:nvSpPr>
        <p:spPr>
          <a:xfrm xmlns:a="http://schemas.openxmlformats.org/drawingml/2006/main">
            <a:off x="381000" y="82962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7B270DD7-1FC9-45BC-8D8A-05209A003B6F}"/>
              </a:ext>
            </a:extLst>
          </p:cNvPr>
          <p:cNvSpPr>
            <a:spLocks xmlns:a="http://schemas.openxmlformats.org/drawingml/2006/main" noGrp="1"/>
          </p:cNvSpPr>
          <p:nvPr/>
        </p:nvSpPr>
        <p:spPr>
          <a:xfrm xmlns:a="http://schemas.openxmlformats.org/drawingml/2006/main">
            <a:off x="400050" y="83534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요청 처리 정확성</a:t>
            </a:r>
          </a:p>
        </p:txBody>
      </p:sp>
      <p:sp>
        <p:nvSpPr>
          <p:cNvPr id="17" name="dp44-comparison / n17 / text 1">
            <a:extLst xmlns:a="http://schemas.openxmlformats.org/drawingml/2006/main">
              <a:ext uri="{FF2B5EF4-FFF2-40B4-BE49-F238E27FC236}">
                <a16:creationId xmlns:a16="http://schemas.microsoft.com/office/drawing/2014/main" id="{8EF929A5-F63A-4C5A-AD5B-56769D340BC0}"/>
              </a:ext>
            </a:extLst>
          </p:cNvPr>
          <p:cNvSpPr>
            <a:spLocks xmlns:a="http://schemas.openxmlformats.org/drawingml/2006/main" noGrp="1"/>
          </p:cNvSpPr>
          <p:nvPr/>
        </p:nvSpPr>
        <p:spPr>
          <a:xfrm xmlns:a="http://schemas.openxmlformats.org/drawingml/2006/main">
            <a:off x="2857500" y="83534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판단 / 중앙에서 현재 입력과 대기 참조 관리</a:t>
            </a:r>
          </a:p>
        </p:txBody>
      </p:sp>
      <p:sp>
        <p:nvSpPr>
          <p:cNvPr id="18" name="dp44-comparison / n18 / text 1">
            <a:extLst xmlns:a="http://schemas.openxmlformats.org/drawingml/2006/main">
              <a:ext uri="{FF2B5EF4-FFF2-40B4-BE49-F238E27FC236}">
                <a16:creationId xmlns:a16="http://schemas.microsoft.com/office/drawing/2014/main" id="{0B27F51B-4791-47BF-AAC4-FAD55B0E65B3}"/>
              </a:ext>
            </a:extLst>
          </p:cNvPr>
          <p:cNvSpPr>
            <a:spLocks xmlns:a="http://schemas.openxmlformats.org/drawingml/2006/main" noGrp="1"/>
          </p:cNvSpPr>
          <p:nvPr/>
        </p:nvSpPr>
        <p:spPr>
          <a:xfrm xmlns:a="http://schemas.openxmlformats.org/drawingml/2006/main">
            <a:off x="10001250" y="83534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판단 / 각 Window와 Join의 참조 일치 필요</a:t>
            </a:r>
          </a:p>
        </p:txBody>
      </p:sp>
      <p:sp>
        <p:nvSpPr>
          <p:cNvPr id="19" name="dp44-comparison / n19 / path">
            <a:extLst xmlns:a="http://schemas.openxmlformats.org/drawingml/2006/main">
              <a:ext uri="{FF2B5EF4-FFF2-40B4-BE49-F238E27FC236}">
                <a16:creationId xmlns:a16="http://schemas.microsoft.com/office/drawing/2014/main" id="{D2CB9BF6-3DE6-486D-BA0E-27525BCFD98A}"/>
              </a:ext>
            </a:extLst>
          </p:cNvPr>
          <p:cNvSpPr>
            <a:spLocks xmlns:a="http://schemas.openxmlformats.org/drawingml/2006/main" noGrp="1"/>
          </p:cNvSpPr>
          <p:nvPr/>
        </p:nvSpPr>
        <p:spPr>
          <a:xfrm xmlns:a="http://schemas.openxmlformats.org/drawingml/2006/main">
            <a:off x="381000" y="85344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CBDDDE47-83E3-4432-8F90-63067EA82AB7}"/>
              </a:ext>
            </a:extLst>
          </p:cNvPr>
          <p:cNvSpPr>
            <a:spLocks xmlns:a="http://schemas.openxmlformats.org/drawingml/2006/main" noGrp="1"/>
          </p:cNvSpPr>
          <p:nvPr/>
        </p:nvSpPr>
        <p:spPr>
          <a:xfrm xmlns:a="http://schemas.openxmlformats.org/drawingml/2006/main">
            <a:off x="400050" y="85915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상호작용 응답시간</a:t>
            </a:r>
          </a:p>
        </p:txBody>
      </p:sp>
      <p:sp>
        <p:nvSpPr>
          <p:cNvPr id="21" name="dp44-comparison / n21 / text 1">
            <a:extLst xmlns:a="http://schemas.openxmlformats.org/drawingml/2006/main">
              <a:ext uri="{FF2B5EF4-FFF2-40B4-BE49-F238E27FC236}">
                <a16:creationId xmlns:a16="http://schemas.microsoft.com/office/drawing/2014/main" id="{EF4A53ED-166C-4A5D-8312-081392B9D210}"/>
              </a:ext>
            </a:extLst>
          </p:cNvPr>
          <p:cNvSpPr>
            <a:spLocks xmlns:a="http://schemas.openxmlformats.org/drawingml/2006/main" noGrp="1"/>
          </p:cNvSpPr>
          <p:nvPr/>
        </p:nvSpPr>
        <p:spPr>
          <a:xfrm xmlns:a="http://schemas.openxmlformats.org/drawingml/2006/main">
            <a:off x="2857500" y="85915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중앙의 완료 회수와 다음 지시 / 짧은 dispatch 가능</a:t>
            </a:r>
          </a:p>
        </p:txBody>
      </p:sp>
      <p:sp>
        <p:nvSpPr>
          <p:cNvPr id="22" name="dp44-comparison / n22 / text 1">
            <a:extLst xmlns:a="http://schemas.openxmlformats.org/drawingml/2006/main">
              <a:ext uri="{FF2B5EF4-FFF2-40B4-BE49-F238E27FC236}">
                <a16:creationId xmlns:a16="http://schemas.microsoft.com/office/drawing/2014/main" id="{345BBDEF-4868-463B-B338-7CCC7483C1E9}"/>
              </a:ext>
            </a:extLst>
          </p:cNvPr>
          <p:cNvSpPr>
            <a:spLocks xmlns:a="http://schemas.openxmlformats.org/drawingml/2006/main" noGrp="1"/>
          </p:cNvSpPr>
          <p:nvPr/>
        </p:nvSpPr>
        <p:spPr>
          <a:xfrm xmlns:a="http://schemas.openxmlformats.org/drawingml/2006/main">
            <a:off x="10001250" y="85915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준비된 소비자 활성화 / 채널과 Join 대기 비용</a:t>
            </a:r>
          </a:p>
        </p:txBody>
      </p:sp>
      <p:sp>
        <p:nvSpPr>
          <p:cNvPr id="23" name="dp44-comparison / n23 / path">
            <a:extLst xmlns:a="http://schemas.openxmlformats.org/drawingml/2006/main">
              <a:ext uri="{FF2B5EF4-FFF2-40B4-BE49-F238E27FC236}">
                <a16:creationId xmlns:a16="http://schemas.microsoft.com/office/drawing/2014/main" id="{14E7B7C8-E220-4670-BC21-06A99D766762}"/>
              </a:ext>
            </a:extLst>
          </p:cNvPr>
          <p:cNvSpPr>
            <a:spLocks xmlns:a="http://schemas.openxmlformats.org/drawingml/2006/main" noGrp="1"/>
          </p:cNvSpPr>
          <p:nvPr/>
        </p:nvSpPr>
        <p:spPr>
          <a:xfrm xmlns:a="http://schemas.openxmlformats.org/drawingml/2006/main">
            <a:off x="381000" y="877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ACEA7506-1801-458E-98CD-751A550F4867}"/>
              </a:ext>
            </a:extLst>
          </p:cNvPr>
          <p:cNvSpPr>
            <a:spLocks xmlns:a="http://schemas.openxmlformats.org/drawingml/2006/main" noGrp="1"/>
          </p:cNvSpPr>
          <p:nvPr/>
        </p:nvSpPr>
        <p:spPr>
          <a:xfrm xmlns:a="http://schemas.openxmlformats.org/drawingml/2006/main">
            <a:off x="400050" y="882967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요청 처리시간</a:t>
            </a:r>
          </a:p>
        </p:txBody>
      </p:sp>
      <p:sp>
        <p:nvSpPr>
          <p:cNvPr id="25" name="dp44-comparison / n25 / text 1">
            <a:extLst xmlns:a="http://schemas.openxmlformats.org/drawingml/2006/main">
              <a:ext uri="{FF2B5EF4-FFF2-40B4-BE49-F238E27FC236}">
                <a16:creationId xmlns:a16="http://schemas.microsoft.com/office/drawing/2014/main" id="{926131D4-9E42-4DF5-B8A5-4691844AA234}"/>
              </a:ext>
            </a:extLst>
          </p:cNvPr>
          <p:cNvSpPr>
            <a:spLocks xmlns:a="http://schemas.openxmlformats.org/drawingml/2006/main" noGrp="1"/>
          </p:cNvSpPr>
          <p:nvPr/>
        </p:nvSpPr>
        <p:spPr>
          <a:xfrm xmlns:a="http://schemas.openxmlformats.org/drawingml/2006/main">
            <a:off x="2857500" y="882967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단계마다 중앙 전이를 경유 / 병행 실행 허용</a:t>
            </a:r>
          </a:p>
        </p:txBody>
      </p:sp>
      <p:sp>
        <p:nvSpPr>
          <p:cNvPr id="26" name="dp44-comparison / n26 / text 1">
            <a:extLst xmlns:a="http://schemas.openxmlformats.org/drawingml/2006/main">
              <a:ext uri="{FF2B5EF4-FFF2-40B4-BE49-F238E27FC236}">
                <a16:creationId xmlns:a16="http://schemas.microsoft.com/office/drawing/2014/main" id="{B2B65FCD-5A11-4279-9B57-92AC4740063B}"/>
              </a:ext>
            </a:extLst>
          </p:cNvPr>
          <p:cNvSpPr>
            <a:spLocks xmlns:a="http://schemas.openxmlformats.org/drawingml/2006/main" noGrp="1"/>
          </p:cNvSpPr>
          <p:nvPr/>
        </p:nvSpPr>
        <p:spPr>
          <a:xfrm xmlns:a="http://schemas.openxmlformats.org/drawingml/2006/main">
            <a:off x="10001250" y="88296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 경유 축소 / 조건 대기와 단계 연결 비용</a:t>
            </a:r>
          </a:p>
        </p:txBody>
      </p:sp>
      <p:sp>
        <p:nvSpPr>
          <p:cNvPr id="27" name="dp44-comparison / n27 / path">
            <a:extLst xmlns:a="http://schemas.openxmlformats.org/drawingml/2006/main">
              <a:ext uri="{FF2B5EF4-FFF2-40B4-BE49-F238E27FC236}">
                <a16:creationId xmlns:a16="http://schemas.microsoft.com/office/drawing/2014/main" id="{252146F4-D64F-4E74-B5DE-42FDE9E5560C}"/>
              </a:ext>
            </a:extLst>
          </p:cNvPr>
          <p:cNvSpPr>
            <a:spLocks xmlns:a="http://schemas.openxmlformats.org/drawingml/2006/main" noGrp="1"/>
          </p:cNvSpPr>
          <p:nvPr/>
        </p:nvSpPr>
        <p:spPr>
          <a:xfrm xmlns:a="http://schemas.openxmlformats.org/drawingml/2006/main">
            <a:off x="381000" y="9010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A90D56EA-76E1-4B4C-9E4E-FBE9DAF04790}"/>
              </a:ext>
            </a:extLst>
          </p:cNvPr>
          <p:cNvSpPr>
            <a:spLocks xmlns:a="http://schemas.openxmlformats.org/drawingml/2006/main" noGrp="1"/>
          </p:cNvSpPr>
          <p:nvPr/>
        </p:nvSpPr>
        <p:spPr>
          <a:xfrm xmlns:a="http://schemas.openxmlformats.org/drawingml/2006/main">
            <a:off x="400050" y="906780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모델 사용 비용</a:t>
            </a:r>
          </a:p>
        </p:txBody>
      </p:sp>
      <p:sp>
        <p:nvSpPr>
          <p:cNvPr id="29" name="dp44-comparison / n29 / text 1">
            <a:extLst xmlns:a="http://schemas.openxmlformats.org/drawingml/2006/main">
              <a:ext uri="{FF2B5EF4-FFF2-40B4-BE49-F238E27FC236}">
                <a16:creationId xmlns:a16="http://schemas.microsoft.com/office/drawing/2014/main" id="{E6AA0872-27D8-4A22-AAA6-306F8BD1084E}"/>
              </a:ext>
            </a:extLst>
          </p:cNvPr>
          <p:cNvSpPr>
            <a:spLocks xmlns:a="http://schemas.openxmlformats.org/drawingml/2006/main" noGrp="1"/>
          </p:cNvSpPr>
          <p:nvPr/>
        </p:nvSpPr>
        <p:spPr>
          <a:xfrm xmlns:a="http://schemas.openxmlformats.org/drawingml/2006/main">
            <a:off x="2857500" y="906780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 응답 작업이면 같음 / 폐기와 재시도 포함</a:t>
            </a:r>
          </a:p>
        </p:txBody>
      </p:sp>
      <p:sp>
        <p:nvSpPr>
          <p:cNvPr id="30" name="dp44-comparison / n30 / text 1">
            <a:extLst xmlns:a="http://schemas.openxmlformats.org/drawingml/2006/main">
              <a:ext uri="{FF2B5EF4-FFF2-40B4-BE49-F238E27FC236}">
                <a16:creationId xmlns:a16="http://schemas.microsoft.com/office/drawing/2014/main" id="{C6901515-A066-41D7-BB89-A3D3A4D4B05A}"/>
              </a:ext>
            </a:extLst>
          </p:cNvPr>
          <p:cNvSpPr>
            <a:spLocks xmlns:a="http://schemas.openxmlformats.org/drawingml/2006/main" noGrp="1"/>
          </p:cNvSpPr>
          <p:nvPr/>
        </p:nvSpPr>
        <p:spPr>
          <a:xfrm xmlns:a="http://schemas.openxmlformats.org/drawingml/2006/main">
            <a:off x="10001250" y="906780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작업이면 같음 / 중복 생산과 폐기 포함</a:t>
            </a:r>
          </a:p>
        </p:txBody>
      </p:sp>
      <p:sp>
        <p:nvSpPr>
          <p:cNvPr id="31" name="dp44-comparison / n31 / path">
            <a:extLst xmlns:a="http://schemas.openxmlformats.org/drawingml/2006/main">
              <a:ext uri="{FF2B5EF4-FFF2-40B4-BE49-F238E27FC236}">
                <a16:creationId xmlns:a16="http://schemas.microsoft.com/office/drawing/2014/main" id="{E05FC07D-3E0E-4D94-A5D8-DD5D582672D8}"/>
              </a:ext>
            </a:extLst>
          </p:cNvPr>
          <p:cNvSpPr>
            <a:spLocks xmlns:a="http://schemas.openxmlformats.org/drawingml/2006/main" noGrp="1"/>
          </p:cNvSpPr>
          <p:nvPr/>
        </p:nvSpPr>
        <p:spPr>
          <a:xfrm xmlns:a="http://schemas.openxmlformats.org/drawingml/2006/main">
            <a:off x="381000" y="9248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4-comparison / n32 / text 1">
            <a:extLst xmlns:a="http://schemas.openxmlformats.org/drawingml/2006/main">
              <a:ext uri="{FF2B5EF4-FFF2-40B4-BE49-F238E27FC236}">
                <a16:creationId xmlns:a16="http://schemas.microsoft.com/office/drawing/2014/main" id="{2641A93B-E503-42DC-85E2-453FF06D059B}"/>
              </a:ext>
            </a:extLst>
          </p:cNvPr>
          <p:cNvSpPr>
            <a:spLocks xmlns:a="http://schemas.openxmlformats.org/drawingml/2006/main" noGrp="1"/>
          </p:cNvSpPr>
          <p:nvPr/>
        </p:nvSpPr>
        <p:spPr>
          <a:xfrm xmlns:a="http://schemas.openxmlformats.org/drawingml/2006/main">
            <a:off x="400050" y="93059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변경 용이성</a:t>
            </a:r>
          </a:p>
        </p:txBody>
      </p:sp>
      <p:sp>
        <p:nvSpPr>
          <p:cNvPr id="33" name="dp44-comparison / n33 / text 1">
            <a:extLst xmlns:a="http://schemas.openxmlformats.org/drawingml/2006/main">
              <a:ext uri="{FF2B5EF4-FFF2-40B4-BE49-F238E27FC236}">
                <a16:creationId xmlns:a16="http://schemas.microsoft.com/office/drawing/2014/main" id="{01622753-22E8-4323-A11E-5416298670D4}"/>
              </a:ext>
            </a:extLst>
          </p:cNvPr>
          <p:cNvSpPr>
            <a:spLocks xmlns:a="http://schemas.openxmlformats.org/drawingml/2006/main" noGrp="1"/>
          </p:cNvSpPr>
          <p:nvPr/>
        </p:nvSpPr>
        <p:spPr>
          <a:xfrm xmlns:a="http://schemas.openxmlformats.org/drawingml/2006/main">
            <a:off x="2857500" y="93059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후속 실행 규칙을 Dispatcher에서 변경</a:t>
            </a:r>
          </a:p>
        </p:txBody>
      </p:sp>
      <p:sp>
        <p:nvSpPr>
          <p:cNvPr id="34" name="dp44-comparison / n34 / text 1">
            <a:extLst xmlns:a="http://schemas.openxmlformats.org/drawingml/2006/main">
              <a:ext uri="{FF2B5EF4-FFF2-40B4-BE49-F238E27FC236}">
                <a16:creationId xmlns:a16="http://schemas.microsoft.com/office/drawing/2014/main" id="{C0FE0A0D-A6A7-4D0B-BDD4-241FE6677597}"/>
              </a:ext>
            </a:extLst>
          </p:cNvPr>
          <p:cNvSpPr>
            <a:spLocks xmlns:a="http://schemas.openxmlformats.org/drawingml/2006/main" noGrp="1"/>
          </p:cNvSpPr>
          <p:nvPr/>
        </p:nvSpPr>
        <p:spPr>
          <a:xfrm xmlns:a="http://schemas.openxmlformats.org/drawingml/2006/main">
            <a:off x="10001250" y="93059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단계 계약 안 조합 변경 / 교차 규칙은 여러 단계 영향</a:t>
            </a:r>
          </a:p>
        </p:txBody>
      </p:sp>
      <p:sp>
        <p:nvSpPr>
          <p:cNvPr id="35" name="dp44-comparison / n35 / path">
            <a:extLst xmlns:a="http://schemas.openxmlformats.org/drawingml/2006/main">
              <a:ext uri="{FF2B5EF4-FFF2-40B4-BE49-F238E27FC236}">
                <a16:creationId xmlns:a16="http://schemas.microsoft.com/office/drawing/2014/main" id="{77077AA2-5196-424B-927C-F7A334BE1DDF}"/>
              </a:ext>
            </a:extLst>
          </p:cNvPr>
          <p:cNvSpPr>
            <a:spLocks xmlns:a="http://schemas.openxmlformats.org/drawingml/2006/main" noGrp="1"/>
          </p:cNvSpPr>
          <p:nvPr/>
        </p:nvSpPr>
        <p:spPr>
          <a:xfrm xmlns:a="http://schemas.openxmlformats.org/drawingml/2006/main">
            <a:off x="381000" y="94869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6" name="dp44-comparison / n36 / text 1">
            <a:extLst xmlns:a="http://schemas.openxmlformats.org/drawingml/2006/main">
              <a:ext uri="{FF2B5EF4-FFF2-40B4-BE49-F238E27FC236}">
                <a16:creationId xmlns:a16="http://schemas.microsoft.com/office/drawing/2014/main" id="{7C4048C2-22A3-4C00-9927-0F7A26CAF2A8}"/>
              </a:ext>
            </a:extLst>
          </p:cNvPr>
          <p:cNvSpPr>
            <a:spLocks xmlns:a="http://schemas.openxmlformats.org/drawingml/2006/main" noGrp="1"/>
          </p:cNvSpPr>
          <p:nvPr/>
        </p:nvSpPr>
        <p:spPr>
          <a:xfrm xmlns:a="http://schemas.openxmlformats.org/drawingml/2006/main">
            <a:off x="400050" y="95440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로컬 VIA 메모리 사용량</a:t>
            </a:r>
          </a:p>
        </p:txBody>
      </p:sp>
      <p:sp>
        <p:nvSpPr>
          <p:cNvPr id="37" name="dp44-comparison / n37 / text 1">
            <a:extLst xmlns:a="http://schemas.openxmlformats.org/drawingml/2006/main">
              <a:ext uri="{FF2B5EF4-FFF2-40B4-BE49-F238E27FC236}">
                <a16:creationId xmlns:a16="http://schemas.microsoft.com/office/drawing/2014/main" id="{58985498-E06C-4FC1-B173-BCDABBAC8C53}"/>
              </a:ext>
            </a:extLst>
          </p:cNvPr>
          <p:cNvSpPr>
            <a:spLocks xmlns:a="http://schemas.openxmlformats.org/drawingml/2006/main" noGrp="1"/>
          </p:cNvSpPr>
          <p:nvPr/>
        </p:nvSpPr>
        <p:spPr>
          <a:xfrm xmlns:a="http://schemas.openxmlformats.org/drawingml/2006/main">
            <a:off x="2857500" y="95440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 진행 상태와 실행 대기열</a:t>
            </a:r>
          </a:p>
        </p:txBody>
      </p:sp>
      <p:sp>
        <p:nvSpPr>
          <p:cNvPr id="38" name="dp44-comparison / n38 / text 1">
            <a:extLst xmlns:a="http://schemas.openxmlformats.org/drawingml/2006/main">
              <a:ext uri="{FF2B5EF4-FFF2-40B4-BE49-F238E27FC236}">
                <a16:creationId xmlns:a16="http://schemas.microsoft.com/office/drawing/2014/main" id="{8CA53843-AFEB-4DD6-9F9B-30B3F9553E03}"/>
              </a:ext>
            </a:extLst>
          </p:cNvPr>
          <p:cNvSpPr>
            <a:spLocks xmlns:a="http://schemas.openxmlformats.org/drawingml/2006/main" noGrp="1"/>
          </p:cNvSpPr>
          <p:nvPr/>
        </p:nvSpPr>
        <p:spPr>
          <a:xfrm xmlns:a="http://schemas.openxmlformats.org/drawingml/2006/main">
            <a:off x="10001250" y="95440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여러 Window와 사건 채널 / 수용량 제한 필요</a:t>
            </a:r>
          </a:p>
        </p:txBody>
      </p:sp>
      <p:sp>
        <p:nvSpPr>
          <p:cNvPr id="39" name="dp44-comparison / n39 / text 1">
            <a:extLst xmlns:a="http://schemas.openxmlformats.org/drawingml/2006/main">
              <a:ext uri="{FF2B5EF4-FFF2-40B4-BE49-F238E27FC236}">
                <a16:creationId xmlns:a16="http://schemas.microsoft.com/office/drawing/2014/main" id="{57B8AE73-B2AC-4237-9903-2F00F173D68B}"/>
              </a:ext>
            </a:extLst>
          </p:cNvPr>
          <p:cNvSpPr>
            <a:spLocks xmlns:a="http://schemas.openxmlformats.org/drawingml/2006/main" noGrp="1"/>
          </p:cNvSpPr>
          <p:nvPr/>
        </p:nvSpPr>
        <p:spPr>
          <a:xfrm xmlns:a="http://schemas.openxmlformats.org/drawingml/2006/main">
            <a:off x="381000" y="98107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40" name="dp44-comparison / n40 / text 1">
            <a:extLst xmlns:a="http://schemas.openxmlformats.org/drawingml/2006/main">
              <a:ext uri="{FF2B5EF4-FFF2-40B4-BE49-F238E27FC236}">
                <a16:creationId xmlns:a16="http://schemas.microsoft.com/office/drawing/2014/main" id="{F44F1C59-4002-4B35-90DE-58590EDB17A0}"/>
              </a:ext>
            </a:extLst>
          </p:cNvPr>
          <p:cNvSpPr>
            <a:spLocks xmlns:a="http://schemas.openxmlformats.org/drawingml/2006/main" noGrp="1"/>
          </p:cNvSpPr>
          <p:nvPr/>
        </p:nvSpPr>
        <p:spPr>
          <a:xfrm xmlns:a="http://schemas.openxmlformats.org/drawingml/2006/main">
            <a:off x="381000" y="10067925"/>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준비 완료 / VIA 내부 접수 / 외부 Agent 접수 / 사용자 실제 전달은 별도 확인</a:t>
            </a:r>
          </a:p>
        </p:txBody>
      </p:sp>
      <p:sp>
        <p:nvSpPr>
          <p:cNvPr id="41" name="dp44-comparison / legend_continuation_0">
            <a:extLst xmlns:a="http://schemas.openxmlformats.org/drawingml/2006/main">
              <a:ext uri="{FF2B5EF4-FFF2-40B4-BE49-F238E27FC236}">
                <a16:creationId xmlns:a16="http://schemas.microsoft.com/office/drawing/2014/main" id="{CD3CD9F6-08C6-4D86-92CE-076DEA48EC3E}"/>
              </a:ext>
            </a:extLst>
          </p:cNvPr>
          <p:cNvSpPr>
            <a:spLocks xmlns:a="http://schemas.openxmlformats.org/drawingml/2006/main" noGrp="1"/>
          </p:cNvSpPr>
          <p:nvPr/>
        </p:nvSpPr>
        <p:spPr>
          <a:xfrm xmlns:a="http://schemas.openxmlformats.org/drawingml/2006/main">
            <a:off x="447675" y="3257550"/>
            <a:ext cx="819150" cy="42005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_continuation_1 / text 1">
            <a:extLst xmlns:a="http://schemas.openxmlformats.org/drawingml/2006/main">
              <a:ext uri="{FF2B5EF4-FFF2-40B4-BE49-F238E27FC236}">
                <a16:creationId xmlns:a16="http://schemas.microsoft.com/office/drawing/2014/main" id="{55AE82A2-83B2-40F6-A231-30C61C77191E}"/>
              </a:ext>
            </a:extLst>
          </p:cNvPr>
          <p:cNvSpPr>
            <a:spLocks xmlns:a="http://schemas.openxmlformats.org/drawingml/2006/main" noGrp="1"/>
          </p:cNvSpPr>
          <p:nvPr/>
        </p:nvSpPr>
        <p:spPr>
          <a:xfrm xmlns:a="http://schemas.openxmlformats.org/drawingml/2006/main">
            <a:off x="466725" y="3329559"/>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3" name="dp44-comparison / legend_continuation_2">
            <a:extLst xmlns:a="http://schemas.openxmlformats.org/drawingml/2006/main">
              <a:ext uri="{FF2B5EF4-FFF2-40B4-BE49-F238E27FC236}">
                <a16:creationId xmlns:a16="http://schemas.microsoft.com/office/drawing/2014/main" id="{59CBDE85-2A8D-40EB-88AB-DADB06C0714C}"/>
              </a:ext>
            </a:extLst>
          </p:cNvPr>
          <p:cNvSpPr>
            <a:spLocks xmlns:a="http://schemas.openxmlformats.org/drawingml/2006/main" noGrp="1"/>
          </p:cNvSpPr>
          <p:nvPr/>
        </p:nvSpPr>
        <p:spPr>
          <a:xfrm xmlns:a="http://schemas.openxmlformats.org/drawingml/2006/main">
            <a:off x="504825" y="3553587"/>
            <a:ext cx="704850" cy="216027"/>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4" name="dp44-comparison / legend_continuation_3 / text 1">
            <a:extLst xmlns:a="http://schemas.openxmlformats.org/drawingml/2006/main">
              <a:ext uri="{FF2B5EF4-FFF2-40B4-BE49-F238E27FC236}">
                <a16:creationId xmlns:a16="http://schemas.microsoft.com/office/drawing/2014/main" id="{66433F2E-407E-4580-9FFF-89263A197F6B}"/>
              </a:ext>
            </a:extLst>
          </p:cNvPr>
          <p:cNvSpPr>
            <a:spLocks xmlns:a="http://schemas.openxmlformats.org/drawingml/2006/main" noGrp="1"/>
          </p:cNvSpPr>
          <p:nvPr/>
        </p:nvSpPr>
        <p:spPr>
          <a:xfrm xmlns:a="http://schemas.openxmlformats.org/drawingml/2006/main">
            <a:off x="590550" y="3609594"/>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5" name="dp44-comparison / legend_continuation_4 / text 1">
            <a:extLst xmlns:a="http://schemas.openxmlformats.org/drawingml/2006/main">
              <a:ext uri="{FF2B5EF4-FFF2-40B4-BE49-F238E27FC236}">
                <a16:creationId xmlns:a16="http://schemas.microsoft.com/office/drawing/2014/main" id="{E0E19015-E9F3-4C3A-81C9-8090DD385E53}"/>
              </a:ext>
            </a:extLst>
          </p:cNvPr>
          <p:cNvSpPr>
            <a:spLocks xmlns:a="http://schemas.openxmlformats.org/drawingml/2006/main" noGrp="1"/>
          </p:cNvSpPr>
          <p:nvPr/>
        </p:nvSpPr>
        <p:spPr>
          <a:xfrm xmlns:a="http://schemas.openxmlformats.org/drawingml/2006/main">
            <a:off x="514350" y="379361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6" name="dp44-comparison / legend_continuation_5">
            <a:extLst xmlns:a="http://schemas.openxmlformats.org/drawingml/2006/main">
              <a:ext uri="{FF2B5EF4-FFF2-40B4-BE49-F238E27FC236}">
                <a16:creationId xmlns:a16="http://schemas.microsoft.com/office/drawing/2014/main" id="{4D62C64F-0439-410D-A96F-A8169F213147}"/>
              </a:ext>
            </a:extLst>
          </p:cNvPr>
          <p:cNvSpPr>
            <a:spLocks xmlns:a="http://schemas.openxmlformats.org/drawingml/2006/main" noGrp="1"/>
          </p:cNvSpPr>
          <p:nvPr/>
        </p:nvSpPr>
        <p:spPr>
          <a:xfrm xmlns:a="http://schemas.openxmlformats.org/drawingml/2006/main">
            <a:off x="504825" y="4025646"/>
            <a:ext cx="704850" cy="216027"/>
          </a:xfrm>
          <a:prstGeom xmlns:a="http://schemas.openxmlformats.org/drawingml/2006/main" prst="roundRect">
            <a:avLst>
              <a:gd name="adj" fmla="val 35273"/>
            </a:avLst>
          </a:prstGeom>
          <a:solidFill xmlns:a="http://schemas.openxmlformats.org/drawingml/2006/main">
            <a:srgbClr val="FFFFFF"/>
          </a:solidFill>
          <a:ln xmlns:a="http://schemas.openxmlformats.org/drawingml/2006/main" w="9525">
            <a:solidFill>
              <a:srgbClr val="000000"/>
            </a:solidFill>
            <a:prstDash val="solid"/>
          </a:ln>
        </p:spPr>
      </p:sp>
      <p:sp>
        <p:nvSpPr>
          <p:cNvPr id="47" name="dp44-comparison / legend_continuation_6 / text 1">
            <a:extLst xmlns:a="http://schemas.openxmlformats.org/drawingml/2006/main">
              <a:ext uri="{FF2B5EF4-FFF2-40B4-BE49-F238E27FC236}">
                <a16:creationId xmlns:a16="http://schemas.microsoft.com/office/drawing/2014/main" id="{5F85885E-8E84-450E-8A76-B4E6BA71FB80}"/>
              </a:ext>
            </a:extLst>
          </p:cNvPr>
          <p:cNvSpPr>
            <a:spLocks xmlns:a="http://schemas.openxmlformats.org/drawingml/2006/main" noGrp="1"/>
          </p:cNvSpPr>
          <p:nvPr/>
        </p:nvSpPr>
        <p:spPr>
          <a:xfrm xmlns:a="http://schemas.openxmlformats.org/drawingml/2006/main">
            <a:off x="590550" y="4081653"/>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8" name="dp44-comparison / legend_continuation_7 / text 1">
            <a:extLst xmlns:a="http://schemas.openxmlformats.org/drawingml/2006/main">
              <a:ext uri="{FF2B5EF4-FFF2-40B4-BE49-F238E27FC236}">
                <a16:creationId xmlns:a16="http://schemas.microsoft.com/office/drawing/2014/main" id="{89A6D150-ED84-4D44-9142-CF4079B2323A}"/>
              </a:ext>
            </a:extLst>
          </p:cNvPr>
          <p:cNvSpPr>
            <a:spLocks xmlns:a="http://schemas.openxmlformats.org/drawingml/2006/main" noGrp="1"/>
          </p:cNvSpPr>
          <p:nvPr/>
        </p:nvSpPr>
        <p:spPr>
          <a:xfrm xmlns:a="http://schemas.openxmlformats.org/drawingml/2006/main">
            <a:off x="514350" y="4265676"/>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9" name="dp44-comparison / legend_continuation_8">
            <a:extLst xmlns:a="http://schemas.openxmlformats.org/drawingml/2006/main">
              <a:ext uri="{FF2B5EF4-FFF2-40B4-BE49-F238E27FC236}">
                <a16:creationId xmlns:a16="http://schemas.microsoft.com/office/drawing/2014/main" id="{102CA378-76A0-4E54-86FB-4685692D9B5A}"/>
              </a:ext>
            </a:extLst>
          </p:cNvPr>
          <p:cNvSpPr>
            <a:spLocks xmlns:a="http://schemas.openxmlformats.org/drawingml/2006/main" noGrp="1"/>
          </p:cNvSpPr>
          <p:nvPr/>
        </p:nvSpPr>
        <p:spPr>
          <a:xfrm xmlns:a="http://schemas.openxmlformats.org/drawingml/2006/main">
            <a:off x="504825" y="4497705"/>
            <a:ext cx="704850" cy="216027"/>
          </a:xfrm>
          <a:custGeom xmlns:a="http://schemas.openxmlformats.org/drawingml/2006/main">
            <a:pathLst>
              <a:path w="704850" h="216027">
                <a:moveTo>
                  <a:pt x="0" y="0"/>
                </a:moveTo>
                <a:lnTo>
                  <a:pt x="533400" y="0"/>
                </a:lnTo>
                <a:lnTo>
                  <a:pt x="704850" y="171450"/>
                </a:lnTo>
                <a:lnTo>
                  <a:pt x="704850" y="216027"/>
                </a:lnTo>
                <a:lnTo>
                  <a:pt x="0" y="216027"/>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50" name="dp44-comparison / legend_continuation_8 / fold">
            <a:extLst xmlns:a="http://schemas.openxmlformats.org/drawingml/2006/main">
              <a:ext uri="{FF2B5EF4-FFF2-40B4-BE49-F238E27FC236}">
                <a16:creationId xmlns:a16="http://schemas.microsoft.com/office/drawing/2014/main" id="{334195E1-8C84-4CD8-87A3-3B6EC891D35D}"/>
              </a:ext>
            </a:extLst>
          </p:cNvPr>
          <p:cNvSpPr>
            <a:spLocks xmlns:a="http://schemas.openxmlformats.org/drawingml/2006/main" noGrp="1"/>
          </p:cNvSpPr>
          <p:nvPr/>
        </p:nvSpPr>
        <p:spPr>
          <a:xfrm xmlns:a="http://schemas.openxmlformats.org/drawingml/2006/main">
            <a:off x="1038225" y="449770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51" name="dp44-comparison / legend_continuation_9 / text 1">
            <a:extLst xmlns:a="http://schemas.openxmlformats.org/drawingml/2006/main">
              <a:ext uri="{FF2B5EF4-FFF2-40B4-BE49-F238E27FC236}">
                <a16:creationId xmlns:a16="http://schemas.microsoft.com/office/drawing/2014/main" id="{11FA1801-E101-49EE-A99B-34D485D43BEA}"/>
              </a:ext>
            </a:extLst>
          </p:cNvPr>
          <p:cNvSpPr>
            <a:spLocks xmlns:a="http://schemas.openxmlformats.org/drawingml/2006/main" noGrp="1"/>
          </p:cNvSpPr>
          <p:nvPr/>
        </p:nvSpPr>
        <p:spPr>
          <a:xfrm xmlns:a="http://schemas.openxmlformats.org/drawingml/2006/main">
            <a:off x="523875" y="4553712"/>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52" name="dp44-comparison / legend_continuation_10 / text 1">
            <a:extLst xmlns:a="http://schemas.openxmlformats.org/drawingml/2006/main">
              <a:ext uri="{FF2B5EF4-FFF2-40B4-BE49-F238E27FC236}">
                <a16:creationId xmlns:a16="http://schemas.microsoft.com/office/drawing/2014/main" id="{1CC5DAD9-42D8-4114-8A16-7224CD5AB6DF}"/>
              </a:ext>
            </a:extLst>
          </p:cNvPr>
          <p:cNvSpPr>
            <a:spLocks xmlns:a="http://schemas.openxmlformats.org/drawingml/2006/main" noGrp="1"/>
          </p:cNvSpPr>
          <p:nvPr/>
        </p:nvSpPr>
        <p:spPr>
          <a:xfrm xmlns:a="http://schemas.openxmlformats.org/drawingml/2006/main">
            <a:off x="514350" y="473773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3" name="dp44-comparison / legend_continuation_11">
            <a:extLst xmlns:a="http://schemas.openxmlformats.org/drawingml/2006/main">
              <a:ext uri="{FF2B5EF4-FFF2-40B4-BE49-F238E27FC236}">
                <a16:creationId xmlns:a16="http://schemas.microsoft.com/office/drawing/2014/main" id="{A7B0D4BE-8786-4A99-AC78-7C50420CD52A}"/>
              </a:ext>
            </a:extLst>
          </p:cNvPr>
          <p:cNvSpPr>
            <a:spLocks xmlns:a="http://schemas.openxmlformats.org/drawingml/2006/main" noGrp="1"/>
          </p:cNvSpPr>
          <p:nvPr/>
        </p:nvSpPr>
        <p:spPr>
          <a:xfrm xmlns:a="http://schemas.openxmlformats.org/drawingml/2006/main">
            <a:off x="504825" y="4961763"/>
            <a:ext cx="704850" cy="216027"/>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4" name="dp44-comparison / legend_continuation_12 / text 1">
            <a:extLst xmlns:a="http://schemas.openxmlformats.org/drawingml/2006/main">
              <a:ext uri="{FF2B5EF4-FFF2-40B4-BE49-F238E27FC236}">
                <a16:creationId xmlns:a16="http://schemas.microsoft.com/office/drawing/2014/main" id="{714A4EA1-0CA2-4647-9824-DECAE669F211}"/>
              </a:ext>
            </a:extLst>
          </p:cNvPr>
          <p:cNvSpPr>
            <a:spLocks xmlns:a="http://schemas.openxmlformats.org/drawingml/2006/main" noGrp="1"/>
          </p:cNvSpPr>
          <p:nvPr/>
        </p:nvSpPr>
        <p:spPr>
          <a:xfrm xmlns:a="http://schemas.openxmlformats.org/drawingml/2006/main">
            <a:off x="590550" y="501777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5" name="dp44-comparison / legend_continuation_13 / text 1">
            <a:extLst xmlns:a="http://schemas.openxmlformats.org/drawingml/2006/main">
              <a:ext uri="{FF2B5EF4-FFF2-40B4-BE49-F238E27FC236}">
                <a16:creationId xmlns:a16="http://schemas.microsoft.com/office/drawing/2014/main" id="{30A97E16-3030-44C8-BB69-625C783AB7C8}"/>
              </a:ext>
            </a:extLst>
          </p:cNvPr>
          <p:cNvSpPr>
            <a:spLocks xmlns:a="http://schemas.openxmlformats.org/drawingml/2006/main" noGrp="1"/>
          </p:cNvSpPr>
          <p:nvPr/>
        </p:nvSpPr>
        <p:spPr>
          <a:xfrm xmlns:a="http://schemas.openxmlformats.org/drawingml/2006/main">
            <a:off x="514350" y="5201793"/>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6" name="dp44-comparison / legend_continuation_14">
            <a:extLst xmlns:a="http://schemas.openxmlformats.org/drawingml/2006/main">
              <a:ext uri="{FF2B5EF4-FFF2-40B4-BE49-F238E27FC236}">
                <a16:creationId xmlns:a16="http://schemas.microsoft.com/office/drawing/2014/main" id="{7E8FF8CB-B930-4DA2-869C-861291E6390F}"/>
              </a:ext>
            </a:extLst>
          </p:cNvPr>
          <p:cNvSpPr>
            <a:spLocks xmlns:a="http://schemas.openxmlformats.org/drawingml/2006/main" noGrp="1"/>
          </p:cNvSpPr>
          <p:nvPr/>
        </p:nvSpPr>
        <p:spPr>
          <a:xfrm xmlns:a="http://schemas.openxmlformats.org/drawingml/2006/main">
            <a:off x="504825" y="5433822"/>
            <a:ext cx="704850" cy="216027"/>
          </a:xfrm>
          <a:prstGeom xmlns:a="http://schemas.openxmlformats.org/drawingml/2006/main" prst="roundRect">
            <a:avLst>
              <a:gd name="adj" fmla="val 35273"/>
            </a:avLst>
          </a:prstGeom>
          <a:solidFill xmlns:a="http://schemas.openxmlformats.org/drawingml/2006/main">
            <a:srgbClr val="FFF0DD"/>
          </a:solidFill>
          <a:ln xmlns:a="http://schemas.openxmlformats.org/drawingml/2006/main" w="9525">
            <a:solidFill>
              <a:srgbClr val="B8753F"/>
            </a:solidFill>
            <a:prstDash val="solid"/>
          </a:ln>
        </p:spPr>
      </p:sp>
      <p:sp>
        <p:nvSpPr>
          <p:cNvPr id="57" name="dp44-comparison / legend_continuation_15 / text 1">
            <a:extLst xmlns:a="http://schemas.openxmlformats.org/drawingml/2006/main">
              <a:ext uri="{FF2B5EF4-FFF2-40B4-BE49-F238E27FC236}">
                <a16:creationId xmlns:a16="http://schemas.microsoft.com/office/drawing/2014/main" id="{C7C3A187-519E-45A6-B071-05569CF84424}"/>
              </a:ext>
            </a:extLst>
          </p:cNvPr>
          <p:cNvSpPr>
            <a:spLocks xmlns:a="http://schemas.openxmlformats.org/drawingml/2006/main" noGrp="1"/>
          </p:cNvSpPr>
          <p:nvPr/>
        </p:nvSpPr>
        <p:spPr>
          <a:xfrm xmlns:a="http://schemas.openxmlformats.org/drawingml/2006/main">
            <a:off x="590550" y="5489829"/>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8" name="dp44-comparison / legend_continuation_16 / text 1">
            <a:extLst xmlns:a="http://schemas.openxmlformats.org/drawingml/2006/main">
              <a:ext uri="{FF2B5EF4-FFF2-40B4-BE49-F238E27FC236}">
                <a16:creationId xmlns:a16="http://schemas.microsoft.com/office/drawing/2014/main" id="{72B8543E-695D-4387-B9E8-3ADEBE32A7C0}"/>
              </a:ext>
            </a:extLst>
          </p:cNvPr>
          <p:cNvSpPr>
            <a:spLocks xmlns:a="http://schemas.openxmlformats.org/drawingml/2006/main" noGrp="1"/>
          </p:cNvSpPr>
          <p:nvPr/>
        </p:nvSpPr>
        <p:spPr>
          <a:xfrm xmlns:a="http://schemas.openxmlformats.org/drawingml/2006/main">
            <a:off x="514350" y="5673852"/>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9" name="dp44-comparison / legend_continuation_17">
            <a:extLst xmlns:a="http://schemas.openxmlformats.org/drawingml/2006/main">
              <a:ext uri="{FF2B5EF4-FFF2-40B4-BE49-F238E27FC236}">
                <a16:creationId xmlns:a16="http://schemas.microsoft.com/office/drawing/2014/main" id="{03B9CB17-C81C-4E83-A3CA-2C0F92D0DF06}"/>
              </a:ext>
            </a:extLst>
          </p:cNvPr>
          <p:cNvSpPr>
            <a:spLocks xmlns:a="http://schemas.openxmlformats.org/drawingml/2006/main" noGrp="1"/>
          </p:cNvSpPr>
          <p:nvPr/>
        </p:nvSpPr>
        <p:spPr>
          <a:xfrm xmlns:a="http://schemas.openxmlformats.org/drawingml/2006/main">
            <a:off x="504825" y="5865876"/>
            <a:ext cx="704850" cy="216027"/>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legend_continuation_18 / text 1">
            <a:extLst xmlns:a="http://schemas.openxmlformats.org/drawingml/2006/main">
              <a:ext uri="{FF2B5EF4-FFF2-40B4-BE49-F238E27FC236}">
                <a16:creationId xmlns:a16="http://schemas.microsoft.com/office/drawing/2014/main" id="{E255EBAC-1D0E-407D-9948-A1614093ABA0}"/>
              </a:ext>
            </a:extLst>
          </p:cNvPr>
          <p:cNvSpPr>
            <a:spLocks xmlns:a="http://schemas.openxmlformats.org/drawingml/2006/main" noGrp="1"/>
          </p:cNvSpPr>
          <p:nvPr/>
        </p:nvSpPr>
        <p:spPr>
          <a:xfrm xmlns:a="http://schemas.openxmlformats.org/drawingml/2006/main">
            <a:off x="590550" y="5961888"/>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61" name="dp44-comparison / legend_continuation_19 / text 1">
            <a:extLst xmlns:a="http://schemas.openxmlformats.org/drawingml/2006/main">
              <a:ext uri="{FF2B5EF4-FFF2-40B4-BE49-F238E27FC236}">
                <a16:creationId xmlns:a16="http://schemas.microsoft.com/office/drawing/2014/main" id="{4A34ED61-ECE3-4DB5-8ECB-4232C377A6AD}"/>
              </a:ext>
            </a:extLst>
          </p:cNvPr>
          <p:cNvSpPr>
            <a:spLocks xmlns:a="http://schemas.openxmlformats.org/drawingml/2006/main" noGrp="1"/>
          </p:cNvSpPr>
          <p:nvPr/>
        </p:nvSpPr>
        <p:spPr>
          <a:xfrm xmlns:a="http://schemas.openxmlformats.org/drawingml/2006/main">
            <a:off x="514350" y="611390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62" name="dp44-comparison / legend_continuation_20 / path">
            <a:extLst xmlns:a="http://schemas.openxmlformats.org/drawingml/2006/main">
              <a:ext uri="{FF2B5EF4-FFF2-40B4-BE49-F238E27FC236}">
                <a16:creationId xmlns:a16="http://schemas.microsoft.com/office/drawing/2014/main" id="{56BF66BD-6317-4D2B-BED0-8CEF324A32D6}"/>
              </a:ext>
            </a:extLst>
          </p:cNvPr>
          <p:cNvSpPr>
            <a:spLocks xmlns:a="http://schemas.openxmlformats.org/drawingml/2006/main" noGrp="1"/>
          </p:cNvSpPr>
          <p:nvPr/>
        </p:nvSpPr>
        <p:spPr>
          <a:xfrm xmlns:a="http://schemas.openxmlformats.org/drawingml/2006/main">
            <a:off x="514350" y="6345936"/>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63" name="dp44-comparison / legend_continuation_20 / arrow">
            <a:extLst xmlns:a="http://schemas.openxmlformats.org/drawingml/2006/main">
              <a:ext uri="{FF2B5EF4-FFF2-40B4-BE49-F238E27FC236}">
                <a16:creationId xmlns:a16="http://schemas.microsoft.com/office/drawing/2014/main" id="{10CA9D5B-ECED-435A-9962-6EBFDC7DACDD}"/>
              </a:ext>
            </a:extLst>
          </p:cNvPr>
          <p:cNvSpPr>
            <a:spLocks xmlns:a="http://schemas.openxmlformats.org/drawingml/2006/main" noGrp="1"/>
          </p:cNvSpPr>
          <p:nvPr/>
        </p:nvSpPr>
        <p:spPr>
          <a:xfrm xmlns:a="http://schemas.openxmlformats.org/drawingml/2006/main">
            <a:off x="837819" y="6312408"/>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4" name="dp44-comparison / legend_continuation_21 / text 1">
            <a:extLst xmlns:a="http://schemas.openxmlformats.org/drawingml/2006/main">
              <a:ext uri="{FF2B5EF4-FFF2-40B4-BE49-F238E27FC236}">
                <a16:creationId xmlns:a16="http://schemas.microsoft.com/office/drawing/2014/main" id="{DBFD9400-B221-4C8D-A6DC-9C84D4E12081}"/>
              </a:ext>
            </a:extLst>
          </p:cNvPr>
          <p:cNvSpPr>
            <a:spLocks xmlns:a="http://schemas.openxmlformats.org/drawingml/2006/main" noGrp="1"/>
          </p:cNvSpPr>
          <p:nvPr/>
        </p:nvSpPr>
        <p:spPr>
          <a:xfrm xmlns:a="http://schemas.openxmlformats.org/drawingml/2006/main">
            <a:off x="962025" y="6289929"/>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65" name="dp44-comparison / legend_continuation_22 / path">
            <a:extLst xmlns:a="http://schemas.openxmlformats.org/drawingml/2006/main">
              <a:ext uri="{FF2B5EF4-FFF2-40B4-BE49-F238E27FC236}">
                <a16:creationId xmlns:a16="http://schemas.microsoft.com/office/drawing/2014/main" id="{2A9152A5-06D0-4EF2-8B2C-1B808B61E393}"/>
              </a:ext>
            </a:extLst>
          </p:cNvPr>
          <p:cNvSpPr>
            <a:spLocks xmlns:a="http://schemas.openxmlformats.org/drawingml/2006/main" noGrp="1"/>
          </p:cNvSpPr>
          <p:nvPr/>
        </p:nvSpPr>
        <p:spPr>
          <a:xfrm xmlns:a="http://schemas.openxmlformats.org/drawingml/2006/main">
            <a:off x="514350" y="6513957"/>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6" name="dp44-comparison / legend_continuation_22 / arrow">
            <a:extLst xmlns:a="http://schemas.openxmlformats.org/drawingml/2006/main">
              <a:ext uri="{FF2B5EF4-FFF2-40B4-BE49-F238E27FC236}">
                <a16:creationId xmlns:a16="http://schemas.microsoft.com/office/drawing/2014/main" id="{C3EC5E49-5AB3-4AAC-9D12-C2585A8D2142}"/>
              </a:ext>
            </a:extLst>
          </p:cNvPr>
          <p:cNvSpPr>
            <a:spLocks xmlns:a="http://schemas.openxmlformats.org/drawingml/2006/main" noGrp="1"/>
          </p:cNvSpPr>
          <p:nvPr/>
        </p:nvSpPr>
        <p:spPr>
          <a:xfrm xmlns:a="http://schemas.openxmlformats.org/drawingml/2006/main">
            <a:off x="837819" y="6480429"/>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4-comparison / legend_continuation_23 / text 1">
            <a:extLst xmlns:a="http://schemas.openxmlformats.org/drawingml/2006/main">
              <a:ext uri="{FF2B5EF4-FFF2-40B4-BE49-F238E27FC236}">
                <a16:creationId xmlns:a16="http://schemas.microsoft.com/office/drawing/2014/main" id="{ED12BB6B-9348-40C0-AEF7-3CAFA227CC37}"/>
              </a:ext>
            </a:extLst>
          </p:cNvPr>
          <p:cNvSpPr>
            <a:spLocks xmlns:a="http://schemas.openxmlformats.org/drawingml/2006/main" noGrp="1"/>
          </p:cNvSpPr>
          <p:nvPr/>
        </p:nvSpPr>
        <p:spPr>
          <a:xfrm xmlns:a="http://schemas.openxmlformats.org/drawingml/2006/main">
            <a:off x="962025" y="64579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8" name="dp44-comparison / legend_continuation_24 / text 1">
            <a:extLst xmlns:a="http://schemas.openxmlformats.org/drawingml/2006/main">
              <a:ext uri="{FF2B5EF4-FFF2-40B4-BE49-F238E27FC236}">
                <a16:creationId xmlns:a16="http://schemas.microsoft.com/office/drawing/2014/main" id="{10B22CE8-2AF6-4C54-BCA2-CA9F5DF3C6B3}"/>
              </a:ext>
            </a:extLst>
          </p:cNvPr>
          <p:cNvSpPr>
            <a:spLocks xmlns:a="http://schemas.openxmlformats.org/drawingml/2006/main" noGrp="1"/>
          </p:cNvSpPr>
          <p:nvPr/>
        </p:nvSpPr>
        <p:spPr>
          <a:xfrm xmlns:a="http://schemas.openxmlformats.org/drawingml/2006/main">
            <a:off x="514350" y="6721983"/>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9" name="dp44-comparison / legend_continuation_25">
            <a:extLst xmlns:a="http://schemas.openxmlformats.org/drawingml/2006/main">
              <a:ext uri="{FF2B5EF4-FFF2-40B4-BE49-F238E27FC236}">
                <a16:creationId xmlns:a16="http://schemas.microsoft.com/office/drawing/2014/main" id="{9293FCFB-B15C-4949-AE81-F6BB6BBC2B36}"/>
              </a:ext>
            </a:extLst>
          </p:cNvPr>
          <p:cNvSpPr>
            <a:spLocks xmlns:a="http://schemas.openxmlformats.org/drawingml/2006/main" noGrp="1"/>
          </p:cNvSpPr>
          <p:nvPr/>
        </p:nvSpPr>
        <p:spPr>
          <a:xfrm xmlns:a="http://schemas.openxmlformats.org/drawingml/2006/main">
            <a:off x="504825" y="6898005"/>
            <a:ext cx="285750" cy="144018"/>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legend_continuation_26 / text 1">
            <a:extLst xmlns:a="http://schemas.openxmlformats.org/drawingml/2006/main">
              <a:ext uri="{FF2B5EF4-FFF2-40B4-BE49-F238E27FC236}">
                <a16:creationId xmlns:a16="http://schemas.microsoft.com/office/drawing/2014/main" id="{73E14FC5-46EF-460B-B82E-6B82D75DE0C7}"/>
              </a:ext>
            </a:extLst>
          </p:cNvPr>
          <p:cNvSpPr>
            <a:spLocks xmlns:a="http://schemas.openxmlformats.org/drawingml/2006/main" noGrp="1"/>
          </p:cNvSpPr>
          <p:nvPr/>
        </p:nvSpPr>
        <p:spPr>
          <a:xfrm xmlns:a="http://schemas.openxmlformats.org/drawingml/2006/main">
            <a:off x="590550" y="691800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1" name="dp44-comparison / legend_continuation_27 / text 1">
            <a:extLst xmlns:a="http://schemas.openxmlformats.org/drawingml/2006/main">
              <a:ext uri="{FF2B5EF4-FFF2-40B4-BE49-F238E27FC236}">
                <a16:creationId xmlns:a16="http://schemas.microsoft.com/office/drawing/2014/main" id="{8CD4075A-88FA-471A-BF9B-5369CBC7BAC9}"/>
              </a:ext>
            </a:extLst>
          </p:cNvPr>
          <p:cNvSpPr>
            <a:spLocks xmlns:a="http://schemas.openxmlformats.org/drawingml/2006/main" noGrp="1"/>
          </p:cNvSpPr>
          <p:nvPr/>
        </p:nvSpPr>
        <p:spPr>
          <a:xfrm xmlns:a="http://schemas.openxmlformats.org/drawingml/2006/main">
            <a:off x="847725" y="6922008"/>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72" name="dp44-comparison / legend_continuation_28">
            <a:extLst xmlns:a="http://schemas.openxmlformats.org/drawingml/2006/main">
              <a:ext uri="{FF2B5EF4-FFF2-40B4-BE49-F238E27FC236}">
                <a16:creationId xmlns:a16="http://schemas.microsoft.com/office/drawing/2014/main" id="{C3E396D2-E6F3-482C-805E-B75AE0A30A86}"/>
              </a:ext>
            </a:extLst>
          </p:cNvPr>
          <p:cNvSpPr>
            <a:spLocks xmlns:a="http://schemas.openxmlformats.org/drawingml/2006/main" noGrp="1"/>
          </p:cNvSpPr>
          <p:nvPr/>
        </p:nvSpPr>
        <p:spPr>
          <a:xfrm xmlns:a="http://schemas.openxmlformats.org/drawingml/2006/main">
            <a:off x="504825" y="7162038"/>
            <a:ext cx="285750" cy="144018"/>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3" name="dp44-comparison / legend_continuation_29 / text 1">
            <a:extLst xmlns:a="http://schemas.openxmlformats.org/drawingml/2006/main">
              <a:ext uri="{FF2B5EF4-FFF2-40B4-BE49-F238E27FC236}">
                <a16:creationId xmlns:a16="http://schemas.microsoft.com/office/drawing/2014/main" id="{122D65AC-E6BC-432B-B389-FA1805F8D824}"/>
              </a:ext>
            </a:extLst>
          </p:cNvPr>
          <p:cNvSpPr>
            <a:spLocks xmlns:a="http://schemas.openxmlformats.org/drawingml/2006/main" noGrp="1"/>
          </p:cNvSpPr>
          <p:nvPr/>
        </p:nvSpPr>
        <p:spPr>
          <a:xfrm xmlns:a="http://schemas.openxmlformats.org/drawingml/2006/main">
            <a:off x="590550" y="7182041"/>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4" name="dp44-comparison / legend_continuation_30 / text 1">
            <a:extLst xmlns:a="http://schemas.openxmlformats.org/drawingml/2006/main">
              <a:ext uri="{FF2B5EF4-FFF2-40B4-BE49-F238E27FC236}">
                <a16:creationId xmlns:a16="http://schemas.microsoft.com/office/drawing/2014/main" id="{571ADEEC-4E10-434A-958A-6DFF233E4090}"/>
              </a:ext>
            </a:extLst>
          </p:cNvPr>
          <p:cNvSpPr>
            <a:spLocks xmlns:a="http://schemas.openxmlformats.org/drawingml/2006/main" noGrp="1"/>
          </p:cNvSpPr>
          <p:nvPr/>
        </p:nvSpPr>
        <p:spPr>
          <a:xfrm xmlns:a="http://schemas.openxmlformats.org/drawingml/2006/main">
            <a:off x="847725" y="7186041"/>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75" name="dp44-comparison / n72">
            <a:extLst xmlns:a="http://schemas.openxmlformats.org/drawingml/2006/main">
              <a:ext uri="{FF2B5EF4-FFF2-40B4-BE49-F238E27FC236}">
                <a16:creationId xmlns:a16="http://schemas.microsoft.com/office/drawing/2014/main" id="{F548C7E1-71EA-4F3C-8343-C553BDEAA249}"/>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6" name="dp44-comparison / n73 / text 1">
            <a:extLst xmlns:a="http://schemas.openxmlformats.org/drawingml/2006/main">
              <a:ext uri="{FF2B5EF4-FFF2-40B4-BE49-F238E27FC236}">
                <a16:creationId xmlns:a16="http://schemas.microsoft.com/office/drawing/2014/main" id="{2E30291B-A0EC-4E90-A2D2-CD1C29D8D6E2}"/>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77" name="dp44-comparison / n74">
            <a:extLst xmlns:a="http://schemas.openxmlformats.org/drawingml/2006/main">
              <a:ext uri="{FF2B5EF4-FFF2-40B4-BE49-F238E27FC236}">
                <a16:creationId xmlns:a16="http://schemas.microsoft.com/office/drawing/2014/main" id="{870642BB-3260-4D66-A421-4A75D411C9A3}"/>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5 / text 1">
            <a:extLst xmlns:a="http://schemas.openxmlformats.org/drawingml/2006/main">
              <a:ext uri="{FF2B5EF4-FFF2-40B4-BE49-F238E27FC236}">
                <a16:creationId xmlns:a16="http://schemas.microsoft.com/office/drawing/2014/main" id="{182CE5AA-8FB9-4489-B527-81063A5B1E44}"/>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79" name="dp44-comparison / n80">
            <a:extLst xmlns:a="http://schemas.openxmlformats.org/drawingml/2006/main">
              <a:ext uri="{FF2B5EF4-FFF2-40B4-BE49-F238E27FC236}">
                <a16:creationId xmlns:a16="http://schemas.microsoft.com/office/drawing/2014/main" id="{0ED7827D-8F85-46B1-A975-98FE1F2DE3F2}"/>
              </a:ext>
            </a:extLst>
          </p:cNvPr>
          <p:cNvSpPr>
            <a:spLocks xmlns:a="http://schemas.openxmlformats.org/drawingml/2006/main" noGrp="1"/>
          </p:cNvSpPr>
          <p:nvPr/>
        </p:nvSpPr>
        <p:spPr>
          <a:xfrm xmlns:a="http://schemas.openxmlformats.org/drawingml/2006/main">
            <a:off x="1571625" y="3076575"/>
            <a:ext cx="7715250" cy="1409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81 / text 1">
            <a:extLst xmlns:a="http://schemas.openxmlformats.org/drawingml/2006/main">
              <a:ext uri="{FF2B5EF4-FFF2-40B4-BE49-F238E27FC236}">
                <a16:creationId xmlns:a16="http://schemas.microsoft.com/office/drawing/2014/main" id="{14DF017E-B013-488C-814E-FE3A760F4294}"/>
              </a:ext>
            </a:extLst>
          </p:cNvPr>
          <p:cNvSpPr>
            <a:spLocks xmlns:a="http://schemas.openxmlformats.org/drawingml/2006/main" noGrp="1"/>
          </p:cNvSpPr>
          <p:nvPr/>
        </p:nvSpPr>
        <p:spPr>
          <a:xfrm xmlns:a="http://schemas.openxmlformats.org/drawingml/2006/main">
            <a:off x="1695450" y="3171825"/>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81" name="dp44-comparison / n82">
            <a:extLst xmlns:a="http://schemas.openxmlformats.org/drawingml/2006/main">
              <a:ext uri="{FF2B5EF4-FFF2-40B4-BE49-F238E27FC236}">
                <a16:creationId xmlns:a16="http://schemas.microsoft.com/office/drawing/2014/main" id="{72B3B079-2920-4266-8CB6-5647B344C41B}"/>
              </a:ext>
            </a:extLst>
          </p:cNvPr>
          <p:cNvSpPr>
            <a:spLocks xmlns:a="http://schemas.openxmlformats.org/drawingml/2006/main" noGrp="1"/>
          </p:cNvSpPr>
          <p:nvPr/>
        </p:nvSpPr>
        <p:spPr>
          <a:xfrm xmlns:a="http://schemas.openxmlformats.org/drawingml/2006/main">
            <a:off x="1857375" y="3476625"/>
            <a:ext cx="2714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2" name="dp44-comparison / n83 / text 1">
            <a:extLst xmlns:a="http://schemas.openxmlformats.org/drawingml/2006/main">
              <a:ext uri="{FF2B5EF4-FFF2-40B4-BE49-F238E27FC236}">
                <a16:creationId xmlns:a16="http://schemas.microsoft.com/office/drawing/2014/main" id="{98C22F02-11E7-4DB3-9A7D-4C36514BE1F6}"/>
              </a:ext>
            </a:extLst>
          </p:cNvPr>
          <p:cNvSpPr>
            <a:spLocks xmlns:a="http://schemas.openxmlformats.org/drawingml/2006/main" noGrp="1"/>
          </p:cNvSpPr>
          <p:nvPr/>
        </p:nvSpPr>
        <p:spPr>
          <a:xfrm xmlns:a="http://schemas.openxmlformats.org/drawingml/2006/main">
            <a:off x="1943100" y="3549491"/>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83" name="dp44-comparison / n84">
            <a:extLst xmlns:a="http://schemas.openxmlformats.org/drawingml/2006/main">
              <a:ext uri="{FF2B5EF4-FFF2-40B4-BE49-F238E27FC236}">
                <a16:creationId xmlns:a16="http://schemas.microsoft.com/office/drawing/2014/main" id="{B371ADE3-EC4B-40EB-B3E9-2880C894F544}"/>
              </a:ext>
            </a:extLst>
          </p:cNvPr>
          <p:cNvSpPr>
            <a:spLocks xmlns:a="http://schemas.openxmlformats.org/drawingml/2006/main" noGrp="1"/>
          </p:cNvSpPr>
          <p:nvPr/>
        </p:nvSpPr>
        <p:spPr>
          <a:xfrm xmlns:a="http://schemas.openxmlformats.org/drawingml/2006/main">
            <a:off x="5857875" y="3476625"/>
            <a:ext cx="3095625" cy="3810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84" name="dp44-comparison / n85 / text 1">
            <a:extLst xmlns:a="http://schemas.openxmlformats.org/drawingml/2006/main">
              <a:ext uri="{FF2B5EF4-FFF2-40B4-BE49-F238E27FC236}">
                <a16:creationId xmlns:a16="http://schemas.microsoft.com/office/drawing/2014/main" id="{091AEFBB-5E68-4B51-AC91-C43C9CADDF8F}"/>
              </a:ext>
            </a:extLst>
          </p:cNvPr>
          <p:cNvSpPr>
            <a:spLocks xmlns:a="http://schemas.openxmlformats.org/drawingml/2006/main" noGrp="1"/>
          </p:cNvSpPr>
          <p:nvPr/>
        </p:nvSpPr>
        <p:spPr>
          <a:xfrm xmlns:a="http://schemas.openxmlformats.org/drawingml/2006/main">
            <a:off x="5943600" y="356997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85" name="dp44-comparison / n86 / path">
            <a:extLst xmlns:a="http://schemas.openxmlformats.org/drawingml/2006/main">
              <a:ext uri="{FF2B5EF4-FFF2-40B4-BE49-F238E27FC236}">
                <a16:creationId xmlns:a16="http://schemas.microsoft.com/office/drawing/2014/main" id="{0F7B53CA-7E1B-4664-9FBA-D962B582B180}"/>
              </a:ext>
            </a:extLst>
          </p:cNvPr>
          <p:cNvSpPr>
            <a:spLocks xmlns:a="http://schemas.openxmlformats.org/drawingml/2006/main" noGrp="1"/>
          </p:cNvSpPr>
          <p:nvPr/>
        </p:nvSpPr>
        <p:spPr>
          <a:xfrm xmlns:a="http://schemas.openxmlformats.org/drawingml/2006/main">
            <a:off x="2952750" y="2733675"/>
            <a:ext cx="261938" cy="742950"/>
          </a:xfrm>
          <a:custGeom xmlns:a="http://schemas.openxmlformats.org/drawingml/2006/main">
            <a:pathLst>
              <a:path w="261938" h="742950">
                <a:moveTo>
                  <a:pt x="0" y="0"/>
                </a:moveTo>
                <a:lnTo>
                  <a:pt x="0" y="257175"/>
                </a:lnTo>
                <a:lnTo>
                  <a:pt x="261938" y="257175"/>
                </a:lnTo>
                <a:lnTo>
                  <a:pt x="261938" y="742950"/>
                </a:lnTo>
              </a:path>
            </a:pathLst>
          </a:custGeom>
          <a:noFill xmlns:a="http://schemas.openxmlformats.org/drawingml/2006/main"/>
          <a:ln xmlns:a="http://schemas.openxmlformats.org/drawingml/2006/main" w="10478">
            <a:solidFill>
              <a:srgbClr val="000000"/>
            </a:solidFill>
            <a:prstDash val="solid"/>
          </a:ln>
        </p:spPr>
      </p:sp>
      <p:sp>
        <p:nvSpPr>
          <p:cNvPr id="86" name="dp44-comparison / n86 / arrow">
            <a:extLst xmlns:a="http://schemas.openxmlformats.org/drawingml/2006/main">
              <a:ext uri="{FF2B5EF4-FFF2-40B4-BE49-F238E27FC236}">
                <a16:creationId xmlns:a16="http://schemas.microsoft.com/office/drawing/2014/main" id="{1ACC3CBC-AA9A-45F5-A781-DB375C495BD8}"/>
              </a:ext>
            </a:extLst>
          </p:cNvPr>
          <p:cNvSpPr>
            <a:spLocks xmlns:a="http://schemas.openxmlformats.org/drawingml/2006/main" noGrp="1"/>
          </p:cNvSpPr>
          <p:nvPr/>
        </p:nvSpPr>
        <p:spPr>
          <a:xfrm xmlns:a="http://schemas.openxmlformats.org/drawingml/2006/main">
            <a:off x="318116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7 / path">
            <a:extLst xmlns:a="http://schemas.openxmlformats.org/drawingml/2006/main">
              <a:ext uri="{FF2B5EF4-FFF2-40B4-BE49-F238E27FC236}">
                <a16:creationId xmlns:a16="http://schemas.microsoft.com/office/drawing/2014/main" id="{BA80FA48-42D5-4058-8976-BDAF1B69934F}"/>
              </a:ext>
            </a:extLst>
          </p:cNvPr>
          <p:cNvSpPr>
            <a:spLocks xmlns:a="http://schemas.openxmlformats.org/drawingml/2006/main" noGrp="1"/>
          </p:cNvSpPr>
          <p:nvPr/>
        </p:nvSpPr>
        <p:spPr>
          <a:xfrm xmlns:a="http://schemas.openxmlformats.org/drawingml/2006/main">
            <a:off x="4071938" y="2733675"/>
            <a:ext cx="3690938" cy="742950"/>
          </a:xfrm>
          <a:custGeom xmlns:a="http://schemas.openxmlformats.org/drawingml/2006/main">
            <a:pathLst>
              <a:path w="3690938" h="742950">
                <a:moveTo>
                  <a:pt x="3690938" y="0"/>
                </a:moveTo>
                <a:lnTo>
                  <a:pt x="3690938" y="228600"/>
                </a:lnTo>
                <a:lnTo>
                  <a:pt x="0" y="228600"/>
                </a:lnTo>
                <a:lnTo>
                  <a:pt x="0" y="742950"/>
                </a:lnTo>
              </a:path>
            </a:pathLst>
          </a:custGeom>
          <a:noFill xmlns:a="http://schemas.openxmlformats.org/drawingml/2006/main"/>
          <a:ln xmlns:a="http://schemas.openxmlformats.org/drawingml/2006/main" w="10478">
            <a:solidFill>
              <a:srgbClr val="000000"/>
            </a:solidFill>
            <a:prstDash val="solid"/>
          </a:ln>
        </p:spPr>
      </p:sp>
      <p:sp>
        <p:nvSpPr>
          <p:cNvPr id="88" name="dp44-comparison / n87 / arrow">
            <a:extLst xmlns:a="http://schemas.openxmlformats.org/drawingml/2006/main">
              <a:ext uri="{FF2B5EF4-FFF2-40B4-BE49-F238E27FC236}">
                <a16:creationId xmlns:a16="http://schemas.microsoft.com/office/drawing/2014/main" id="{4CA57108-ED57-4AC7-8924-40D2DE32A620}"/>
              </a:ext>
            </a:extLst>
          </p:cNvPr>
          <p:cNvSpPr>
            <a:spLocks xmlns:a="http://schemas.openxmlformats.org/drawingml/2006/main" noGrp="1"/>
          </p:cNvSpPr>
          <p:nvPr/>
        </p:nvSpPr>
        <p:spPr>
          <a:xfrm xmlns:a="http://schemas.openxmlformats.org/drawingml/2006/main">
            <a:off x="40384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9" name="dp44-comparison / n88 / path">
            <a:extLst xmlns:a="http://schemas.openxmlformats.org/drawingml/2006/main">
              <a:ext uri="{FF2B5EF4-FFF2-40B4-BE49-F238E27FC236}">
                <a16:creationId xmlns:a16="http://schemas.microsoft.com/office/drawing/2014/main" id="{B55EBF8B-D931-45E9-B10C-787BDFD44326}"/>
              </a:ext>
            </a:extLst>
          </p:cNvPr>
          <p:cNvSpPr>
            <a:spLocks xmlns:a="http://schemas.openxmlformats.org/drawingml/2006/main" noGrp="1"/>
          </p:cNvSpPr>
          <p:nvPr/>
        </p:nvSpPr>
        <p:spPr>
          <a:xfrm xmlns:a="http://schemas.openxmlformats.org/drawingml/2006/main">
            <a:off x="4572000" y="36671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B8753F"/>
            </a:solidFill>
            <a:prstDash val="solid"/>
          </a:ln>
        </p:spPr>
      </p:sp>
      <p:sp>
        <p:nvSpPr>
          <p:cNvPr id="90" name="dp44-comparison / n88 / arrow">
            <a:extLst xmlns:a="http://schemas.openxmlformats.org/drawingml/2006/main">
              <a:ext uri="{FF2B5EF4-FFF2-40B4-BE49-F238E27FC236}">
                <a16:creationId xmlns:a16="http://schemas.microsoft.com/office/drawing/2014/main" id="{D954EDA7-8E70-478F-91FD-CE7FEB682538}"/>
              </a:ext>
            </a:extLst>
          </p:cNvPr>
          <p:cNvSpPr>
            <a:spLocks xmlns:a="http://schemas.openxmlformats.org/drawingml/2006/main" noGrp="1"/>
          </p:cNvSpPr>
          <p:nvPr/>
        </p:nvSpPr>
        <p:spPr>
          <a:xfrm xmlns:a="http://schemas.openxmlformats.org/drawingml/2006/main">
            <a:off x="5790819" y="36335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4-comparison / n89 / path">
            <a:extLst xmlns:a="http://schemas.openxmlformats.org/drawingml/2006/main">
              <a:ext uri="{FF2B5EF4-FFF2-40B4-BE49-F238E27FC236}">
                <a16:creationId xmlns:a16="http://schemas.microsoft.com/office/drawing/2014/main" id="{BAE159DE-1DC0-4F86-A90E-0063472A597C}"/>
              </a:ext>
            </a:extLst>
          </p:cNvPr>
          <p:cNvSpPr>
            <a:spLocks xmlns:a="http://schemas.openxmlformats.org/drawingml/2006/main" noGrp="1"/>
          </p:cNvSpPr>
          <p:nvPr/>
        </p:nvSpPr>
        <p:spPr>
          <a:xfrm xmlns:a="http://schemas.openxmlformats.org/drawingml/2006/main">
            <a:off x="4572000" y="3752850"/>
            <a:ext cx="1285875" cy="180975"/>
          </a:xfrm>
          <a:custGeom xmlns:a="http://schemas.openxmlformats.org/drawingml/2006/main">
            <a:pathLst>
              <a:path w="1285875" h="180975">
                <a:moveTo>
                  <a:pt x="1285875" y="0"/>
                </a:moveTo>
                <a:lnTo>
                  <a:pt x="1123950" y="0"/>
                </a:lnTo>
                <a:lnTo>
                  <a:pt x="1123950" y="180975"/>
                </a:lnTo>
                <a:lnTo>
                  <a:pt x="152400" y="180975"/>
                </a:lnTo>
                <a:lnTo>
                  <a:pt x="152400" y="0"/>
                </a:lnTo>
                <a:lnTo>
                  <a:pt x="0" y="0"/>
                </a:lnTo>
              </a:path>
            </a:pathLst>
          </a:custGeom>
          <a:noFill xmlns:a="http://schemas.openxmlformats.org/drawingml/2006/main"/>
          <a:ln xmlns:a="http://schemas.openxmlformats.org/drawingml/2006/main" w="10478">
            <a:solidFill>
              <a:srgbClr val="B8753F"/>
            </a:solidFill>
            <a:prstDash val="dash"/>
          </a:ln>
        </p:spPr>
      </p:sp>
      <p:sp>
        <p:nvSpPr>
          <p:cNvPr id="92" name="dp44-comparison / n89 / arrow">
            <a:extLst xmlns:a="http://schemas.openxmlformats.org/drawingml/2006/main">
              <a:ext uri="{FF2B5EF4-FFF2-40B4-BE49-F238E27FC236}">
                <a16:creationId xmlns:a16="http://schemas.microsoft.com/office/drawing/2014/main" id="{B1C3ECF5-86BB-4D0E-9303-3E76F8ABF64E}"/>
              </a:ext>
            </a:extLst>
          </p:cNvPr>
          <p:cNvSpPr>
            <a:spLocks xmlns:a="http://schemas.openxmlformats.org/drawingml/2006/main" noGrp="1"/>
          </p:cNvSpPr>
          <p:nvPr/>
        </p:nvSpPr>
        <p:spPr>
          <a:xfrm xmlns:a="http://schemas.openxmlformats.org/drawingml/2006/main">
            <a:off x="4572000" y="37193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4-comparison / n94">
            <a:extLst xmlns:a="http://schemas.openxmlformats.org/drawingml/2006/main">
              <a:ext uri="{FF2B5EF4-FFF2-40B4-BE49-F238E27FC236}">
                <a16:creationId xmlns:a16="http://schemas.microsoft.com/office/drawing/2014/main" id="{FB73155A-9727-42FD-B670-E9A3B454CC19}"/>
              </a:ext>
            </a:extLst>
          </p:cNvPr>
          <p:cNvSpPr>
            <a:spLocks xmlns:a="http://schemas.openxmlformats.org/drawingml/2006/main" noGrp="1"/>
          </p:cNvSpPr>
          <p:nvPr/>
        </p:nvSpPr>
        <p:spPr>
          <a:xfrm xmlns:a="http://schemas.openxmlformats.org/drawingml/2006/main">
            <a:off x="1666875" y="4762500"/>
            <a:ext cx="2238375" cy="3143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4" name="dp44-comparison / n95 / text 1">
            <a:extLst xmlns:a="http://schemas.openxmlformats.org/drawingml/2006/main">
              <a:ext uri="{FF2B5EF4-FFF2-40B4-BE49-F238E27FC236}">
                <a16:creationId xmlns:a16="http://schemas.microsoft.com/office/drawing/2014/main" id="{6848D6BD-C46C-4212-B4B8-AE68B9A2F590}"/>
              </a:ext>
            </a:extLst>
          </p:cNvPr>
          <p:cNvSpPr>
            <a:spLocks xmlns:a="http://schemas.openxmlformats.org/drawingml/2006/main" noGrp="1"/>
          </p:cNvSpPr>
          <p:nvPr/>
        </p:nvSpPr>
        <p:spPr>
          <a:xfrm xmlns:a="http://schemas.openxmlformats.org/drawingml/2006/main">
            <a:off x="1752600" y="4814411"/>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5" name="dp44-comparison / n96">
            <a:extLst xmlns:a="http://schemas.openxmlformats.org/drawingml/2006/main">
              <a:ext uri="{FF2B5EF4-FFF2-40B4-BE49-F238E27FC236}">
                <a16:creationId xmlns:a16="http://schemas.microsoft.com/office/drawing/2014/main" id="{56D2CD68-F155-4D60-993F-A2759D14CCF4}"/>
              </a:ext>
            </a:extLst>
          </p:cNvPr>
          <p:cNvSpPr>
            <a:spLocks xmlns:a="http://schemas.openxmlformats.org/drawingml/2006/main" noGrp="1"/>
          </p:cNvSpPr>
          <p:nvPr/>
        </p:nvSpPr>
        <p:spPr>
          <a:xfrm xmlns:a="http://schemas.openxmlformats.org/drawingml/2006/main">
            <a:off x="4286250" y="4705350"/>
            <a:ext cx="5000625" cy="1495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6" name="dp44-comparison / n97 / text 1">
            <a:extLst xmlns:a="http://schemas.openxmlformats.org/drawingml/2006/main">
              <a:ext uri="{FF2B5EF4-FFF2-40B4-BE49-F238E27FC236}">
                <a16:creationId xmlns:a16="http://schemas.microsoft.com/office/drawing/2014/main" id="{E0B57877-BB86-44D9-AD43-8EE3E12057B9}"/>
              </a:ext>
            </a:extLst>
          </p:cNvPr>
          <p:cNvSpPr>
            <a:spLocks xmlns:a="http://schemas.openxmlformats.org/drawingml/2006/main" noGrp="1"/>
          </p:cNvSpPr>
          <p:nvPr/>
        </p:nvSpPr>
        <p:spPr>
          <a:xfrm xmlns:a="http://schemas.openxmlformats.org/drawingml/2006/main">
            <a:off x="4410075" y="4800600"/>
            <a:ext cx="4752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97" name="dp44-comparison / n98">
            <a:extLst xmlns:a="http://schemas.openxmlformats.org/drawingml/2006/main">
              <a:ext uri="{FF2B5EF4-FFF2-40B4-BE49-F238E27FC236}">
                <a16:creationId xmlns:a16="http://schemas.microsoft.com/office/drawing/2014/main" id="{27ED7E39-9C78-4680-8BDF-FA768A6B8D80}"/>
              </a:ext>
            </a:extLst>
          </p:cNvPr>
          <p:cNvSpPr>
            <a:spLocks xmlns:a="http://schemas.openxmlformats.org/drawingml/2006/main" noGrp="1"/>
          </p:cNvSpPr>
          <p:nvPr/>
        </p:nvSpPr>
        <p:spPr>
          <a:xfrm xmlns:a="http://schemas.openxmlformats.org/drawingml/2006/main">
            <a:off x="4476750" y="5095875"/>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98" name="dp44-comparison / n99 / text 1">
            <a:extLst xmlns:a="http://schemas.openxmlformats.org/drawingml/2006/main">
              <a:ext uri="{FF2B5EF4-FFF2-40B4-BE49-F238E27FC236}">
                <a16:creationId xmlns:a16="http://schemas.microsoft.com/office/drawing/2014/main" id="{86DF20B1-CE59-49A5-95B4-733A87277C40}"/>
              </a:ext>
            </a:extLst>
          </p:cNvPr>
          <p:cNvSpPr>
            <a:spLocks xmlns:a="http://schemas.openxmlformats.org/drawingml/2006/main" noGrp="1"/>
          </p:cNvSpPr>
          <p:nvPr/>
        </p:nvSpPr>
        <p:spPr>
          <a:xfrm xmlns:a="http://schemas.openxmlformats.org/drawingml/2006/main">
            <a:off x="4562475" y="5147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99" name="dp44-comparison / n100 / path">
            <a:extLst xmlns:a="http://schemas.openxmlformats.org/drawingml/2006/main">
              <a:ext uri="{FF2B5EF4-FFF2-40B4-BE49-F238E27FC236}">
                <a16:creationId xmlns:a16="http://schemas.microsoft.com/office/drawing/2014/main" id="{10092017-492D-4B17-97DD-7017D4230B46}"/>
              </a:ext>
            </a:extLst>
          </p:cNvPr>
          <p:cNvSpPr>
            <a:spLocks xmlns:a="http://schemas.openxmlformats.org/drawingml/2006/main" noGrp="1"/>
          </p:cNvSpPr>
          <p:nvPr/>
        </p:nvSpPr>
        <p:spPr>
          <a:xfrm xmlns:a="http://schemas.openxmlformats.org/drawingml/2006/main">
            <a:off x="1571625" y="3667125"/>
            <a:ext cx="1214438" cy="1095375"/>
          </a:xfrm>
          <a:custGeom xmlns:a="http://schemas.openxmlformats.org/drawingml/2006/main">
            <a:pathLst>
              <a:path w="1214438" h="1095375">
                <a:moveTo>
                  <a:pt x="285750" y="0"/>
                </a:moveTo>
                <a:lnTo>
                  <a:pt x="0" y="0"/>
                </a:lnTo>
                <a:lnTo>
                  <a:pt x="0" y="981075"/>
                </a:lnTo>
                <a:lnTo>
                  <a:pt x="1214438" y="981075"/>
                </a:lnTo>
                <a:lnTo>
                  <a:pt x="1214438" y="1095375"/>
                </a:lnTo>
              </a:path>
            </a:pathLst>
          </a:custGeom>
          <a:noFill xmlns:a="http://schemas.openxmlformats.org/drawingml/2006/main"/>
          <a:ln xmlns:a="http://schemas.openxmlformats.org/drawingml/2006/main" w="10478">
            <a:solidFill>
              <a:srgbClr val="000000"/>
            </a:solidFill>
            <a:prstDash val="solid"/>
          </a:ln>
        </p:spPr>
      </p:sp>
      <p:sp>
        <p:nvSpPr>
          <p:cNvPr id="100" name="dp44-comparison / n100 / arrow">
            <a:extLst xmlns:a="http://schemas.openxmlformats.org/drawingml/2006/main">
              <a:ext uri="{FF2B5EF4-FFF2-40B4-BE49-F238E27FC236}">
                <a16:creationId xmlns:a16="http://schemas.microsoft.com/office/drawing/2014/main" id="{6FEF7EDE-0233-4C30-85D2-B012E0569BDE}"/>
              </a:ext>
            </a:extLst>
          </p:cNvPr>
          <p:cNvSpPr>
            <a:spLocks xmlns:a="http://schemas.openxmlformats.org/drawingml/2006/main" noGrp="1"/>
          </p:cNvSpPr>
          <p:nvPr/>
        </p:nvSpPr>
        <p:spPr>
          <a:xfrm xmlns:a="http://schemas.openxmlformats.org/drawingml/2006/main">
            <a:off x="2752535" y="4695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4-comparison / n101 / path">
            <a:extLst xmlns:a="http://schemas.openxmlformats.org/drawingml/2006/main">
              <a:ext uri="{FF2B5EF4-FFF2-40B4-BE49-F238E27FC236}">
                <a16:creationId xmlns:a16="http://schemas.microsoft.com/office/drawing/2014/main" id="{40655E71-7FBC-473A-91AB-03B72F131C96}"/>
              </a:ext>
            </a:extLst>
          </p:cNvPr>
          <p:cNvSpPr>
            <a:spLocks xmlns:a="http://schemas.openxmlformats.org/drawingml/2006/main" noGrp="1"/>
          </p:cNvSpPr>
          <p:nvPr/>
        </p:nvSpPr>
        <p:spPr>
          <a:xfrm xmlns:a="http://schemas.openxmlformats.org/drawingml/2006/main">
            <a:off x="1476375" y="3762375"/>
            <a:ext cx="381000" cy="1157288"/>
          </a:xfrm>
          <a:custGeom xmlns:a="http://schemas.openxmlformats.org/drawingml/2006/main">
            <a:pathLst>
              <a:path w="381000" h="1157288">
                <a:moveTo>
                  <a:pt x="190500" y="1157288"/>
                </a:moveTo>
                <a:lnTo>
                  <a:pt x="0" y="1157288"/>
                </a:lnTo>
                <a:lnTo>
                  <a:pt x="0" y="0"/>
                </a:lnTo>
                <a:lnTo>
                  <a:pt x="381000" y="0"/>
                </a:lnTo>
              </a:path>
            </a:pathLst>
          </a:custGeom>
          <a:noFill xmlns:a="http://schemas.openxmlformats.org/drawingml/2006/main"/>
          <a:ln xmlns:a="http://schemas.openxmlformats.org/drawingml/2006/main" w="10478">
            <a:solidFill>
              <a:srgbClr val="B8753F"/>
            </a:solidFill>
            <a:prstDash val="dash"/>
          </a:ln>
        </p:spPr>
      </p:sp>
      <p:sp>
        <p:nvSpPr>
          <p:cNvPr id="102" name="dp44-comparison / n101 / arrow">
            <a:extLst xmlns:a="http://schemas.openxmlformats.org/drawingml/2006/main">
              <a:ext uri="{FF2B5EF4-FFF2-40B4-BE49-F238E27FC236}">
                <a16:creationId xmlns:a16="http://schemas.microsoft.com/office/drawing/2014/main" id="{29892185-1F86-401C-A6CE-F813C2D8F4AA}"/>
              </a:ext>
            </a:extLst>
          </p:cNvPr>
          <p:cNvSpPr>
            <a:spLocks xmlns:a="http://schemas.openxmlformats.org/drawingml/2006/main" noGrp="1"/>
          </p:cNvSpPr>
          <p:nvPr/>
        </p:nvSpPr>
        <p:spPr>
          <a:xfrm xmlns:a="http://schemas.openxmlformats.org/drawingml/2006/main">
            <a:off x="17903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03" name="dp44-comparison / n104">
            <a:extLst xmlns:a="http://schemas.openxmlformats.org/drawingml/2006/main">
              <a:ext uri="{FF2B5EF4-FFF2-40B4-BE49-F238E27FC236}">
                <a16:creationId xmlns:a16="http://schemas.microsoft.com/office/drawing/2014/main" id="{5E5E65DA-41AC-42B6-AFB3-97903D4AB4BA}"/>
              </a:ext>
            </a:extLst>
          </p:cNvPr>
          <p:cNvSpPr>
            <a:spLocks xmlns:a="http://schemas.openxmlformats.org/drawingml/2006/main" noGrp="1"/>
          </p:cNvSpPr>
          <p:nvPr/>
        </p:nvSpPr>
        <p:spPr>
          <a:xfrm xmlns:a="http://schemas.openxmlformats.org/drawingml/2006/main">
            <a:off x="7000875" y="5095875"/>
            <a:ext cx="209550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04" name="dp44-comparison / n105 / text 1">
            <a:extLst xmlns:a="http://schemas.openxmlformats.org/drawingml/2006/main">
              <a:ext uri="{FF2B5EF4-FFF2-40B4-BE49-F238E27FC236}">
                <a16:creationId xmlns:a16="http://schemas.microsoft.com/office/drawing/2014/main" id="{1CC3D5C2-1C29-4388-8484-E4A61602BDAC}"/>
              </a:ext>
            </a:extLst>
          </p:cNvPr>
          <p:cNvSpPr>
            <a:spLocks xmlns:a="http://schemas.openxmlformats.org/drawingml/2006/main" noGrp="1"/>
          </p:cNvSpPr>
          <p:nvPr/>
        </p:nvSpPr>
        <p:spPr>
          <a:xfrm xmlns:a="http://schemas.openxmlformats.org/drawingml/2006/main">
            <a:off x="7086600" y="5153978"/>
            <a:ext cx="1924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Publication Control</a:t>
            </a:r>
          </a:p>
        </p:txBody>
      </p:sp>
      <p:sp>
        <p:nvSpPr>
          <p:cNvPr id="105" name="dp44-comparison / n106 / path">
            <a:extLst xmlns:a="http://schemas.openxmlformats.org/drawingml/2006/main">
              <a:ext uri="{FF2B5EF4-FFF2-40B4-BE49-F238E27FC236}">
                <a16:creationId xmlns:a16="http://schemas.microsoft.com/office/drawing/2014/main" id="{CD693A15-202C-4E72-AFFB-559D72FCA794}"/>
              </a:ext>
            </a:extLst>
          </p:cNvPr>
          <p:cNvSpPr>
            <a:spLocks xmlns:a="http://schemas.openxmlformats.org/drawingml/2006/main" noGrp="1"/>
          </p:cNvSpPr>
          <p:nvPr/>
        </p:nvSpPr>
        <p:spPr>
          <a:xfrm xmlns:a="http://schemas.openxmlformats.org/drawingml/2006/main">
            <a:off x="3405188" y="3857625"/>
            <a:ext cx="2166938" cy="1238250"/>
          </a:xfrm>
          <a:custGeom xmlns:a="http://schemas.openxmlformats.org/drawingml/2006/main">
            <a:pathLst>
              <a:path w="2166938" h="1238250">
                <a:moveTo>
                  <a:pt x="0" y="0"/>
                </a:moveTo>
                <a:lnTo>
                  <a:pt x="0" y="704850"/>
                </a:lnTo>
                <a:lnTo>
                  <a:pt x="2166938" y="704850"/>
                </a:lnTo>
                <a:lnTo>
                  <a:pt x="2166938" y="1238250"/>
                </a:lnTo>
              </a:path>
            </a:pathLst>
          </a:custGeom>
          <a:noFill xmlns:a="http://schemas.openxmlformats.org/drawingml/2006/main"/>
          <a:ln xmlns:a="http://schemas.openxmlformats.org/drawingml/2006/main" w="10478">
            <a:solidFill>
              <a:srgbClr val="B8753F"/>
            </a:solidFill>
            <a:prstDash val="solid"/>
          </a:ln>
        </p:spPr>
      </p:sp>
      <p:sp>
        <p:nvSpPr>
          <p:cNvPr id="106" name="dp44-comparison / n106 / arrow">
            <a:extLst xmlns:a="http://schemas.openxmlformats.org/drawingml/2006/main">
              <a:ext uri="{FF2B5EF4-FFF2-40B4-BE49-F238E27FC236}">
                <a16:creationId xmlns:a16="http://schemas.microsoft.com/office/drawing/2014/main" id="{3493E7E3-BA10-45B2-9362-4616EF0F5D98}"/>
              </a:ext>
            </a:extLst>
          </p:cNvPr>
          <p:cNvSpPr>
            <a:spLocks xmlns:a="http://schemas.openxmlformats.org/drawingml/2006/main" noGrp="1"/>
          </p:cNvSpPr>
          <p:nvPr/>
        </p:nvSpPr>
        <p:spPr>
          <a:xfrm xmlns:a="http://schemas.openxmlformats.org/drawingml/2006/main">
            <a:off x="553859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07" name="dp44-comparison / n107 / path">
            <a:extLst xmlns:a="http://schemas.openxmlformats.org/drawingml/2006/main">
              <a:ext uri="{FF2B5EF4-FFF2-40B4-BE49-F238E27FC236}">
                <a16:creationId xmlns:a16="http://schemas.microsoft.com/office/drawing/2014/main" id="{04760735-FDB1-43F9-B6F8-B2661E87F0A3}"/>
              </a:ext>
            </a:extLst>
          </p:cNvPr>
          <p:cNvSpPr>
            <a:spLocks xmlns:a="http://schemas.openxmlformats.org/drawingml/2006/main" noGrp="1"/>
          </p:cNvSpPr>
          <p:nvPr/>
        </p:nvSpPr>
        <p:spPr>
          <a:xfrm xmlns:a="http://schemas.openxmlformats.org/drawingml/2006/main">
            <a:off x="4572000" y="3752850"/>
            <a:ext cx="1333500" cy="1343025"/>
          </a:xfrm>
          <a:custGeom xmlns:a="http://schemas.openxmlformats.org/drawingml/2006/main">
            <a:pathLst>
              <a:path w="1333500" h="1343025">
                <a:moveTo>
                  <a:pt x="1333500" y="1343025"/>
                </a:moveTo>
                <a:lnTo>
                  <a:pt x="1333500" y="857250"/>
                </a:lnTo>
                <a:lnTo>
                  <a:pt x="95250" y="857250"/>
                </a:lnTo>
                <a:lnTo>
                  <a:pt x="95250" y="0"/>
                </a:lnTo>
                <a:lnTo>
                  <a:pt x="0" y="0"/>
                </a:lnTo>
              </a:path>
            </a:pathLst>
          </a:custGeom>
          <a:noFill xmlns:a="http://schemas.openxmlformats.org/drawingml/2006/main"/>
          <a:ln xmlns:a="http://schemas.openxmlformats.org/drawingml/2006/main" w="10478">
            <a:solidFill>
              <a:srgbClr val="B8753F"/>
            </a:solidFill>
            <a:prstDash val="dash"/>
          </a:ln>
        </p:spPr>
      </p:sp>
      <p:sp>
        <p:nvSpPr>
          <p:cNvPr id="108" name="dp44-comparison / n107 / arrow">
            <a:extLst xmlns:a="http://schemas.openxmlformats.org/drawingml/2006/main">
              <a:ext uri="{FF2B5EF4-FFF2-40B4-BE49-F238E27FC236}">
                <a16:creationId xmlns:a16="http://schemas.microsoft.com/office/drawing/2014/main" id="{F0E32666-2F62-4202-8861-9D535AA9FBEE}"/>
              </a:ext>
            </a:extLst>
          </p:cNvPr>
          <p:cNvSpPr>
            <a:spLocks xmlns:a="http://schemas.openxmlformats.org/drawingml/2006/main" noGrp="1"/>
          </p:cNvSpPr>
          <p:nvPr/>
        </p:nvSpPr>
        <p:spPr>
          <a:xfrm xmlns:a="http://schemas.openxmlformats.org/drawingml/2006/main">
            <a:off x="4572000" y="37193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109" name="dp44-comparison / n108 / path">
            <a:extLst xmlns:a="http://schemas.openxmlformats.org/drawingml/2006/main">
              <a:ext uri="{FF2B5EF4-FFF2-40B4-BE49-F238E27FC236}">
                <a16:creationId xmlns:a16="http://schemas.microsoft.com/office/drawing/2014/main" id="{1ED093A9-C074-40E4-A0B3-C4307757E487}"/>
              </a:ext>
            </a:extLst>
          </p:cNvPr>
          <p:cNvSpPr>
            <a:spLocks xmlns:a="http://schemas.openxmlformats.org/drawingml/2006/main" noGrp="1"/>
          </p:cNvSpPr>
          <p:nvPr/>
        </p:nvSpPr>
        <p:spPr>
          <a:xfrm xmlns:a="http://schemas.openxmlformats.org/drawingml/2006/main">
            <a:off x="4572000" y="3600450"/>
            <a:ext cx="3476625" cy="1495425"/>
          </a:xfrm>
          <a:custGeom xmlns:a="http://schemas.openxmlformats.org/drawingml/2006/main">
            <a:pathLst>
              <a:path w="3476625" h="1495425">
                <a:moveTo>
                  <a:pt x="0" y="0"/>
                </a:moveTo>
                <a:lnTo>
                  <a:pt x="238125" y="0"/>
                </a:lnTo>
                <a:lnTo>
                  <a:pt x="238125" y="923925"/>
                </a:lnTo>
                <a:lnTo>
                  <a:pt x="3476625" y="923925"/>
                </a:lnTo>
                <a:lnTo>
                  <a:pt x="3476625" y="1495425"/>
                </a:lnTo>
              </a:path>
            </a:pathLst>
          </a:custGeom>
          <a:noFill xmlns:a="http://schemas.openxmlformats.org/drawingml/2006/main"/>
          <a:ln xmlns:a="http://schemas.openxmlformats.org/drawingml/2006/main" w="10478">
            <a:solidFill>
              <a:srgbClr val="B8753F"/>
            </a:solidFill>
            <a:prstDash val="solid"/>
          </a:ln>
        </p:spPr>
      </p:sp>
      <p:sp>
        <p:nvSpPr>
          <p:cNvPr id="110" name="dp44-comparison / n108 / arrow">
            <a:extLst xmlns:a="http://schemas.openxmlformats.org/drawingml/2006/main">
              <a:ext uri="{FF2B5EF4-FFF2-40B4-BE49-F238E27FC236}">
                <a16:creationId xmlns:a16="http://schemas.microsoft.com/office/drawing/2014/main" id="{208514DF-755C-43E8-B2AA-A8DE37034331}"/>
              </a:ext>
            </a:extLst>
          </p:cNvPr>
          <p:cNvSpPr>
            <a:spLocks xmlns:a="http://schemas.openxmlformats.org/drawingml/2006/main" noGrp="1"/>
          </p:cNvSpPr>
          <p:nvPr/>
        </p:nvSpPr>
        <p:spPr>
          <a:xfrm xmlns:a="http://schemas.openxmlformats.org/drawingml/2006/main">
            <a:off x="801509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11" name="dp44-comparison / n117 / path">
            <a:extLst xmlns:a="http://schemas.openxmlformats.org/drawingml/2006/main">
              <a:ext uri="{FF2B5EF4-FFF2-40B4-BE49-F238E27FC236}">
                <a16:creationId xmlns:a16="http://schemas.microsoft.com/office/drawing/2014/main" id="{5AF1B5BD-0F25-48FA-8B85-5143ED1A2A71}"/>
              </a:ext>
            </a:extLst>
          </p:cNvPr>
          <p:cNvSpPr>
            <a:spLocks xmlns:a="http://schemas.openxmlformats.org/drawingml/2006/main" noGrp="1"/>
          </p:cNvSpPr>
          <p:nvPr/>
        </p:nvSpPr>
        <p:spPr>
          <a:xfrm xmlns:a="http://schemas.openxmlformats.org/drawingml/2006/main">
            <a:off x="1571625" y="63341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12" name="dp44-comparison / n120">
            <a:extLst xmlns:a="http://schemas.openxmlformats.org/drawingml/2006/main">
              <a:ext uri="{FF2B5EF4-FFF2-40B4-BE49-F238E27FC236}">
                <a16:creationId xmlns:a16="http://schemas.microsoft.com/office/drawing/2014/main" id="{D1C98C05-EFCA-4F12-8639-08179BE192DE}"/>
              </a:ext>
            </a:extLst>
          </p:cNvPr>
          <p:cNvSpPr>
            <a:spLocks xmlns:a="http://schemas.openxmlformats.org/drawingml/2006/main" noGrp="1"/>
          </p:cNvSpPr>
          <p:nvPr/>
        </p:nvSpPr>
        <p:spPr>
          <a:xfrm xmlns:a="http://schemas.openxmlformats.org/drawingml/2006/main">
            <a:off x="166687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4-comparison / n121 / text 1">
            <a:extLst xmlns:a="http://schemas.openxmlformats.org/drawingml/2006/main">
              <a:ext uri="{FF2B5EF4-FFF2-40B4-BE49-F238E27FC236}">
                <a16:creationId xmlns:a16="http://schemas.microsoft.com/office/drawing/2014/main" id="{82746007-ABDE-4EF7-AE7A-11DB85989897}"/>
              </a:ext>
            </a:extLst>
          </p:cNvPr>
          <p:cNvSpPr>
            <a:spLocks xmlns:a="http://schemas.openxmlformats.org/drawingml/2006/main" noGrp="1"/>
          </p:cNvSpPr>
          <p:nvPr/>
        </p:nvSpPr>
        <p:spPr>
          <a:xfrm xmlns:a="http://schemas.openxmlformats.org/drawingml/2006/main">
            <a:off x="175260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Meaning1 완료</a:t>
            </a:r>
          </a:p>
        </p:txBody>
      </p:sp>
      <p:sp>
        <p:nvSpPr>
          <p:cNvPr id="114" name="dp44-comparison / n122">
            <a:extLst xmlns:a="http://schemas.openxmlformats.org/drawingml/2006/main">
              <a:ext uri="{FF2B5EF4-FFF2-40B4-BE49-F238E27FC236}">
                <a16:creationId xmlns:a16="http://schemas.microsoft.com/office/drawing/2014/main" id="{7C320C17-323D-49E6-B40E-0976082386A1}"/>
              </a:ext>
            </a:extLst>
          </p:cNvPr>
          <p:cNvSpPr>
            <a:spLocks xmlns:a="http://schemas.openxmlformats.org/drawingml/2006/main" noGrp="1"/>
          </p:cNvSpPr>
          <p:nvPr/>
        </p:nvSpPr>
        <p:spPr>
          <a:xfrm xmlns:a="http://schemas.openxmlformats.org/drawingml/2006/main">
            <a:off x="433387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4-comparison / n123 / text 1">
            <a:extLst xmlns:a="http://schemas.openxmlformats.org/drawingml/2006/main">
              <a:ext uri="{FF2B5EF4-FFF2-40B4-BE49-F238E27FC236}">
                <a16:creationId xmlns:a16="http://schemas.microsoft.com/office/drawing/2014/main" id="{2FD6D3F6-5677-47BE-9C81-9DD3EB179B7B}"/>
              </a:ext>
            </a:extLst>
          </p:cNvPr>
          <p:cNvSpPr>
            <a:spLocks xmlns:a="http://schemas.openxmlformats.org/drawingml/2006/main" noGrp="1"/>
          </p:cNvSpPr>
          <p:nvPr/>
        </p:nvSpPr>
        <p:spPr>
          <a:xfrm xmlns:a="http://schemas.openxmlformats.org/drawingml/2006/main">
            <a:off x="441960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Dispatcher: 준비 지시</a:t>
            </a:r>
          </a:p>
        </p:txBody>
      </p:sp>
      <p:sp>
        <p:nvSpPr>
          <p:cNvPr id="116" name="dp44-comparison / n124 / path">
            <a:extLst xmlns:a="http://schemas.openxmlformats.org/drawingml/2006/main">
              <a:ext uri="{FF2B5EF4-FFF2-40B4-BE49-F238E27FC236}">
                <a16:creationId xmlns:a16="http://schemas.microsoft.com/office/drawing/2014/main" id="{D828CB4C-678E-49AE-93DB-CA65066625A7}"/>
              </a:ext>
            </a:extLst>
          </p:cNvPr>
          <p:cNvSpPr>
            <a:spLocks xmlns:a="http://schemas.openxmlformats.org/drawingml/2006/main" noGrp="1"/>
          </p:cNvSpPr>
          <p:nvPr/>
        </p:nvSpPr>
        <p:spPr>
          <a:xfrm xmlns:a="http://schemas.openxmlformats.org/drawingml/2006/main">
            <a:off x="390525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17" name="dp44-comparison / n124 / arrow">
            <a:extLst xmlns:a="http://schemas.openxmlformats.org/drawingml/2006/main">
              <a:ext uri="{FF2B5EF4-FFF2-40B4-BE49-F238E27FC236}">
                <a16:creationId xmlns:a16="http://schemas.microsoft.com/office/drawing/2014/main" id="{2BBD6398-EF34-4C3B-BFBD-3EA233C063CE}"/>
              </a:ext>
            </a:extLst>
          </p:cNvPr>
          <p:cNvSpPr>
            <a:spLocks xmlns:a="http://schemas.openxmlformats.org/drawingml/2006/main" noGrp="1"/>
          </p:cNvSpPr>
          <p:nvPr/>
        </p:nvSpPr>
        <p:spPr>
          <a:xfrm xmlns:a="http://schemas.openxmlformats.org/drawingml/2006/main">
            <a:off x="426681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18" name="dp44-comparison / n125">
            <a:extLst xmlns:a="http://schemas.openxmlformats.org/drawingml/2006/main">
              <a:ext uri="{FF2B5EF4-FFF2-40B4-BE49-F238E27FC236}">
                <a16:creationId xmlns:a16="http://schemas.microsoft.com/office/drawing/2014/main" id="{61B17DA2-C46A-4B22-9F6B-7893348BCA5E}"/>
              </a:ext>
            </a:extLst>
          </p:cNvPr>
          <p:cNvSpPr>
            <a:spLocks xmlns:a="http://schemas.openxmlformats.org/drawingml/2006/main" noGrp="1"/>
          </p:cNvSpPr>
          <p:nvPr/>
        </p:nvSpPr>
        <p:spPr>
          <a:xfrm xmlns:a="http://schemas.openxmlformats.org/drawingml/2006/main">
            <a:off x="7000875" y="66198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26 / text 1">
            <a:extLst xmlns:a="http://schemas.openxmlformats.org/drawingml/2006/main">
              <a:ext uri="{FF2B5EF4-FFF2-40B4-BE49-F238E27FC236}">
                <a16:creationId xmlns:a16="http://schemas.microsoft.com/office/drawing/2014/main" id="{31AC21D9-9D73-4153-B3B0-7C386F3A7D88}"/>
              </a:ext>
            </a:extLst>
          </p:cNvPr>
          <p:cNvSpPr>
            <a:spLocks xmlns:a="http://schemas.openxmlformats.org/drawingml/2006/main" noGrp="1"/>
          </p:cNvSpPr>
          <p:nvPr/>
        </p:nvSpPr>
        <p:spPr>
          <a:xfrm xmlns:a="http://schemas.openxmlformats.org/drawingml/2006/main">
            <a:off x="7086600" y="66555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후보 반환</a:t>
            </a:r>
          </a:p>
        </p:txBody>
      </p:sp>
      <p:sp>
        <p:nvSpPr>
          <p:cNvPr id="120" name="dp44-comparison / n127 / path">
            <a:extLst xmlns:a="http://schemas.openxmlformats.org/drawingml/2006/main">
              <a:ext uri="{FF2B5EF4-FFF2-40B4-BE49-F238E27FC236}">
                <a16:creationId xmlns:a16="http://schemas.microsoft.com/office/drawing/2014/main" id="{058F8B29-ECE7-49C5-BA9F-61A7B6595F03}"/>
              </a:ext>
            </a:extLst>
          </p:cNvPr>
          <p:cNvSpPr>
            <a:spLocks xmlns:a="http://schemas.openxmlformats.org/drawingml/2006/main" noGrp="1"/>
          </p:cNvSpPr>
          <p:nvPr/>
        </p:nvSpPr>
        <p:spPr>
          <a:xfrm xmlns:a="http://schemas.openxmlformats.org/drawingml/2006/main">
            <a:off x="657225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1" name="dp44-comparison / n127 / arrow">
            <a:extLst xmlns:a="http://schemas.openxmlformats.org/drawingml/2006/main">
              <a:ext uri="{FF2B5EF4-FFF2-40B4-BE49-F238E27FC236}">
                <a16:creationId xmlns:a16="http://schemas.microsoft.com/office/drawing/2014/main" id="{D3193022-4131-45E7-92B4-1EC054D3C5B8}"/>
              </a:ext>
            </a:extLst>
          </p:cNvPr>
          <p:cNvSpPr>
            <a:spLocks xmlns:a="http://schemas.openxmlformats.org/drawingml/2006/main" noGrp="1"/>
          </p:cNvSpPr>
          <p:nvPr/>
        </p:nvSpPr>
        <p:spPr>
          <a:xfrm xmlns:a="http://schemas.openxmlformats.org/drawingml/2006/main">
            <a:off x="693381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22" name="dp44-comparison / n128 / path">
            <a:extLst xmlns:a="http://schemas.openxmlformats.org/drawingml/2006/main">
              <a:ext uri="{FF2B5EF4-FFF2-40B4-BE49-F238E27FC236}">
                <a16:creationId xmlns:a16="http://schemas.microsoft.com/office/drawing/2014/main" id="{D64BEFE7-4267-4E88-83E5-A6E347235739}"/>
              </a:ext>
            </a:extLst>
          </p:cNvPr>
          <p:cNvSpPr>
            <a:spLocks xmlns:a="http://schemas.openxmlformats.org/drawingml/2006/main" noGrp="1"/>
          </p:cNvSpPr>
          <p:nvPr/>
        </p:nvSpPr>
        <p:spPr>
          <a:xfrm xmlns:a="http://schemas.openxmlformats.org/drawingml/2006/main">
            <a:off x="5453063" y="6877050"/>
            <a:ext cx="2643188" cy="133350"/>
          </a:xfrm>
          <a:custGeom xmlns:a="http://schemas.openxmlformats.org/drawingml/2006/main">
            <a:pathLst>
              <a:path w="2643188" h="133350">
                <a:moveTo>
                  <a:pt x="2643188" y="0"/>
                </a:moveTo>
                <a:lnTo>
                  <a:pt x="2643188" y="133350"/>
                </a:lnTo>
                <a:lnTo>
                  <a:pt x="0" y="133350"/>
                </a:lnTo>
                <a:lnTo>
                  <a:pt x="0" y="0"/>
                </a:lnTo>
              </a:path>
            </a:pathLst>
          </a:custGeom>
          <a:noFill xmlns:a="http://schemas.openxmlformats.org/drawingml/2006/main"/>
          <a:ln xmlns:a="http://schemas.openxmlformats.org/drawingml/2006/main" w="10478">
            <a:solidFill>
              <a:srgbClr val="B8753F"/>
            </a:solidFill>
            <a:prstDash val="dash"/>
          </a:ln>
        </p:spPr>
      </p:sp>
      <p:sp>
        <p:nvSpPr>
          <p:cNvPr id="123" name="dp44-comparison / n128 / arrow">
            <a:extLst xmlns:a="http://schemas.openxmlformats.org/drawingml/2006/main">
              <a:ext uri="{FF2B5EF4-FFF2-40B4-BE49-F238E27FC236}">
                <a16:creationId xmlns:a16="http://schemas.microsoft.com/office/drawing/2014/main" id="{4E25A7C4-BD30-450D-878A-A2DACC93EB96}"/>
              </a:ext>
            </a:extLst>
          </p:cNvPr>
          <p:cNvSpPr>
            <a:spLocks xmlns:a="http://schemas.openxmlformats.org/drawingml/2006/main" noGrp="1"/>
          </p:cNvSpPr>
          <p:nvPr/>
        </p:nvSpPr>
        <p:spPr>
          <a:xfrm xmlns:a="http://schemas.openxmlformats.org/drawingml/2006/main">
            <a:off x="5419535" y="68770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124" name="dp44-comparison / n133">
            <a:extLst xmlns:a="http://schemas.openxmlformats.org/drawingml/2006/main">
              <a:ext uri="{FF2B5EF4-FFF2-40B4-BE49-F238E27FC236}">
                <a16:creationId xmlns:a16="http://schemas.microsoft.com/office/drawing/2014/main" id="{30B8461B-2755-400C-AD9E-2432DC0A4D5D}"/>
              </a:ext>
            </a:extLst>
          </p:cNvPr>
          <p:cNvSpPr>
            <a:spLocks xmlns:a="http://schemas.openxmlformats.org/drawingml/2006/main" noGrp="1"/>
          </p:cNvSpPr>
          <p:nvPr/>
        </p:nvSpPr>
        <p:spPr>
          <a:xfrm xmlns:a="http://schemas.openxmlformats.org/drawingml/2006/main">
            <a:off x="166687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5" name="dp44-comparison / n134 / text 1">
            <a:extLst xmlns:a="http://schemas.openxmlformats.org/drawingml/2006/main">
              <a:ext uri="{FF2B5EF4-FFF2-40B4-BE49-F238E27FC236}">
                <a16:creationId xmlns:a16="http://schemas.microsoft.com/office/drawing/2014/main" id="{F3943E40-15A1-4619-8B47-C904B6AAE8A0}"/>
              </a:ext>
            </a:extLst>
          </p:cNvPr>
          <p:cNvSpPr>
            <a:spLocks xmlns:a="http://schemas.openxmlformats.org/drawingml/2006/main" noGrp="1"/>
          </p:cNvSpPr>
          <p:nvPr/>
        </p:nvSpPr>
        <p:spPr>
          <a:xfrm xmlns:a="http://schemas.openxmlformats.org/drawingml/2006/main">
            <a:off x="175260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옛 응답 준비 완료</a:t>
            </a:r>
          </a:p>
        </p:txBody>
      </p:sp>
      <p:sp>
        <p:nvSpPr>
          <p:cNvPr id="126" name="dp44-comparison / n135">
            <a:extLst xmlns:a="http://schemas.openxmlformats.org/drawingml/2006/main">
              <a:ext uri="{FF2B5EF4-FFF2-40B4-BE49-F238E27FC236}">
                <a16:creationId xmlns:a16="http://schemas.microsoft.com/office/drawing/2014/main" id="{E4F0FFD5-50B4-4117-BE15-73EDF46DD91A}"/>
              </a:ext>
            </a:extLst>
          </p:cNvPr>
          <p:cNvSpPr>
            <a:spLocks xmlns:a="http://schemas.openxmlformats.org/drawingml/2006/main" noGrp="1"/>
          </p:cNvSpPr>
          <p:nvPr/>
        </p:nvSpPr>
        <p:spPr>
          <a:xfrm xmlns:a="http://schemas.openxmlformats.org/drawingml/2006/main">
            <a:off x="433387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7" name="dp44-comparison / n136 / text 1">
            <a:extLst xmlns:a="http://schemas.openxmlformats.org/drawingml/2006/main">
              <a:ext uri="{FF2B5EF4-FFF2-40B4-BE49-F238E27FC236}">
                <a16:creationId xmlns:a16="http://schemas.microsoft.com/office/drawing/2014/main" id="{D6B7210C-4B73-4000-817D-B2E37C3B603F}"/>
              </a:ext>
            </a:extLst>
          </p:cNvPr>
          <p:cNvSpPr>
            <a:spLocks xmlns:a="http://schemas.openxmlformats.org/drawingml/2006/main" noGrp="1"/>
          </p:cNvSpPr>
          <p:nvPr/>
        </p:nvSpPr>
        <p:spPr>
          <a:xfrm xmlns:a="http://schemas.openxmlformats.org/drawingml/2006/main">
            <a:off x="441960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Dispatcher: 현재성 검사</a:t>
            </a:r>
          </a:p>
        </p:txBody>
      </p:sp>
      <p:sp>
        <p:nvSpPr>
          <p:cNvPr id="128" name="dp44-comparison / n137 / path">
            <a:extLst xmlns:a="http://schemas.openxmlformats.org/drawingml/2006/main">
              <a:ext uri="{FF2B5EF4-FFF2-40B4-BE49-F238E27FC236}">
                <a16:creationId xmlns:a16="http://schemas.microsoft.com/office/drawing/2014/main" id="{8C731248-0A80-4B2C-8236-F5871E501162}"/>
              </a:ext>
            </a:extLst>
          </p:cNvPr>
          <p:cNvSpPr>
            <a:spLocks xmlns:a="http://schemas.openxmlformats.org/drawingml/2006/main" noGrp="1"/>
          </p:cNvSpPr>
          <p:nvPr/>
        </p:nvSpPr>
        <p:spPr>
          <a:xfrm xmlns:a="http://schemas.openxmlformats.org/drawingml/2006/main">
            <a:off x="390525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9" name="dp44-comparison / n137 / arrow">
            <a:extLst xmlns:a="http://schemas.openxmlformats.org/drawingml/2006/main">
              <a:ext uri="{FF2B5EF4-FFF2-40B4-BE49-F238E27FC236}">
                <a16:creationId xmlns:a16="http://schemas.microsoft.com/office/drawing/2014/main" id="{9A21774C-CA54-4E4F-BF23-B409E191CC00}"/>
              </a:ext>
            </a:extLst>
          </p:cNvPr>
          <p:cNvSpPr>
            <a:spLocks xmlns:a="http://schemas.openxmlformats.org/drawingml/2006/main" noGrp="1"/>
          </p:cNvSpPr>
          <p:nvPr/>
        </p:nvSpPr>
        <p:spPr>
          <a:xfrm xmlns:a="http://schemas.openxmlformats.org/drawingml/2006/main">
            <a:off x="426681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0" name="dp44-comparison / n138">
            <a:extLst xmlns:a="http://schemas.openxmlformats.org/drawingml/2006/main">
              <a:ext uri="{FF2B5EF4-FFF2-40B4-BE49-F238E27FC236}">
                <a16:creationId xmlns:a16="http://schemas.microsoft.com/office/drawing/2014/main" id="{28DF0CAD-F2F4-4951-9CB5-B9C575B568F5}"/>
              </a:ext>
            </a:extLst>
          </p:cNvPr>
          <p:cNvSpPr>
            <a:spLocks xmlns:a="http://schemas.openxmlformats.org/drawingml/2006/main" noGrp="1"/>
          </p:cNvSpPr>
          <p:nvPr/>
        </p:nvSpPr>
        <p:spPr>
          <a:xfrm xmlns:a="http://schemas.openxmlformats.org/drawingml/2006/main">
            <a:off x="7000875" y="7286625"/>
            <a:ext cx="2190750"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1" name="dp44-comparison / n139 / text 1">
            <a:extLst xmlns:a="http://schemas.openxmlformats.org/drawingml/2006/main">
              <a:ext uri="{FF2B5EF4-FFF2-40B4-BE49-F238E27FC236}">
                <a16:creationId xmlns:a16="http://schemas.microsoft.com/office/drawing/2014/main" id="{5E14DD18-730D-4826-AABA-D786C3A3F856}"/>
              </a:ext>
            </a:extLst>
          </p:cNvPr>
          <p:cNvSpPr>
            <a:spLocks xmlns:a="http://schemas.openxmlformats.org/drawingml/2006/main" noGrp="1"/>
          </p:cNvSpPr>
          <p:nvPr/>
        </p:nvSpPr>
        <p:spPr>
          <a:xfrm xmlns:a="http://schemas.openxmlformats.org/drawingml/2006/main">
            <a:off x="7086600" y="731758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중앙에서 무효 후보 폐기</a:t>
            </a:r>
          </a:p>
        </p:txBody>
      </p:sp>
      <p:sp>
        <p:nvSpPr>
          <p:cNvPr id="132" name="dp44-comparison / n140 / path">
            <a:extLst xmlns:a="http://schemas.openxmlformats.org/drawingml/2006/main">
              <a:ext uri="{FF2B5EF4-FFF2-40B4-BE49-F238E27FC236}">
                <a16:creationId xmlns:a16="http://schemas.microsoft.com/office/drawing/2014/main" id="{CE8E2B52-7ACC-4826-9F32-DC3240B2F301}"/>
              </a:ext>
            </a:extLst>
          </p:cNvPr>
          <p:cNvSpPr>
            <a:spLocks xmlns:a="http://schemas.openxmlformats.org/drawingml/2006/main" noGrp="1"/>
          </p:cNvSpPr>
          <p:nvPr/>
        </p:nvSpPr>
        <p:spPr>
          <a:xfrm xmlns:a="http://schemas.openxmlformats.org/drawingml/2006/main">
            <a:off x="657225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3" name="dp44-comparison / n140 / arrow">
            <a:extLst xmlns:a="http://schemas.openxmlformats.org/drawingml/2006/main">
              <a:ext uri="{FF2B5EF4-FFF2-40B4-BE49-F238E27FC236}">
                <a16:creationId xmlns:a16="http://schemas.microsoft.com/office/drawing/2014/main" id="{DC3DF315-5748-42DA-9B66-EA716192A176}"/>
              </a:ext>
            </a:extLst>
          </p:cNvPr>
          <p:cNvSpPr>
            <a:spLocks xmlns:a="http://schemas.openxmlformats.org/drawingml/2006/main" noGrp="1"/>
          </p:cNvSpPr>
          <p:nvPr/>
        </p:nvSpPr>
        <p:spPr>
          <a:xfrm xmlns:a="http://schemas.openxmlformats.org/drawingml/2006/main">
            <a:off x="693381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4" name="dp44-comparison / n76">
            <a:extLst xmlns:a="http://schemas.openxmlformats.org/drawingml/2006/main">
              <a:ext uri="{FF2B5EF4-FFF2-40B4-BE49-F238E27FC236}">
                <a16:creationId xmlns:a16="http://schemas.microsoft.com/office/drawing/2014/main" id="{A71D7C74-3FBA-4096-B536-C45E1F66A7F0}"/>
              </a:ext>
            </a:extLst>
          </p:cNvPr>
          <p:cNvSpPr>
            <a:spLocks xmlns:a="http://schemas.openxmlformats.org/drawingml/2006/main" noGrp="1"/>
          </p:cNvSpPr>
          <p:nvPr/>
        </p:nvSpPr>
        <p:spPr>
          <a:xfrm xmlns:a="http://schemas.openxmlformats.org/drawingml/2006/main">
            <a:off x="1647825" y="2771775"/>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4-comparison / n77 / text 1">
            <a:extLst xmlns:a="http://schemas.openxmlformats.org/drawingml/2006/main">
              <a:ext uri="{FF2B5EF4-FFF2-40B4-BE49-F238E27FC236}">
                <a16:creationId xmlns:a16="http://schemas.microsoft.com/office/drawing/2014/main" id="{F3A6FE5C-011B-4832-819A-AD9E43750A7B}"/>
              </a:ext>
            </a:extLst>
          </p:cNvPr>
          <p:cNvSpPr>
            <a:spLocks xmlns:a="http://schemas.openxmlformats.org/drawingml/2006/main" noGrp="1"/>
          </p:cNvSpPr>
          <p:nvPr/>
        </p:nvSpPr>
        <p:spPr>
          <a:xfrm xmlns:a="http://schemas.openxmlformats.org/drawingml/2006/main">
            <a:off x="1666875" y="2781300"/>
            <a:ext cx="39052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36" name="dp44-comparison / n78">
            <a:extLst xmlns:a="http://schemas.openxmlformats.org/drawingml/2006/main">
              <a:ext uri="{FF2B5EF4-FFF2-40B4-BE49-F238E27FC236}">
                <a16:creationId xmlns:a16="http://schemas.microsoft.com/office/drawing/2014/main" id="{A58C2136-7802-4EA9-A668-B07FBCEDCEFD}"/>
              </a:ext>
            </a:extLst>
          </p:cNvPr>
          <p:cNvSpPr>
            <a:spLocks xmlns:a="http://schemas.openxmlformats.org/drawingml/2006/main" noGrp="1"/>
          </p:cNvSpPr>
          <p:nvPr/>
        </p:nvSpPr>
        <p:spPr>
          <a:xfrm xmlns:a="http://schemas.openxmlformats.org/drawingml/2006/main">
            <a:off x="6315075" y="2771775"/>
            <a:ext cx="255651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4-comparison / n79 / text 1">
            <a:extLst xmlns:a="http://schemas.openxmlformats.org/drawingml/2006/main">
              <a:ext uri="{FF2B5EF4-FFF2-40B4-BE49-F238E27FC236}">
                <a16:creationId xmlns:a16="http://schemas.microsoft.com/office/drawing/2014/main" id="{F20AB50F-70B6-4513-9CF5-2DFCC0223D04}"/>
              </a:ext>
            </a:extLst>
          </p:cNvPr>
          <p:cNvSpPr>
            <a:spLocks xmlns:a="http://schemas.openxmlformats.org/drawingml/2006/main" noGrp="1"/>
          </p:cNvSpPr>
          <p:nvPr/>
        </p:nvSpPr>
        <p:spPr>
          <a:xfrm xmlns:a="http://schemas.openxmlformats.org/drawingml/2006/main">
            <a:off x="6334125" y="2781300"/>
            <a:ext cx="3048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38" name="dp44-comparison / n90">
            <a:extLst xmlns:a="http://schemas.openxmlformats.org/drawingml/2006/main">
              <a:ext uri="{FF2B5EF4-FFF2-40B4-BE49-F238E27FC236}">
                <a16:creationId xmlns:a16="http://schemas.microsoft.com/office/drawing/2014/main" id="{49CCC8E1-A47C-4DC4-9DA2-6A5D407E3D4F}"/>
              </a:ext>
            </a:extLst>
          </p:cNvPr>
          <p:cNvSpPr>
            <a:spLocks xmlns:a="http://schemas.openxmlformats.org/drawingml/2006/main" noGrp="1"/>
          </p:cNvSpPr>
          <p:nvPr/>
        </p:nvSpPr>
        <p:spPr>
          <a:xfrm xmlns:a="http://schemas.openxmlformats.org/drawingml/2006/main">
            <a:off x="1838325" y="4038600"/>
            <a:ext cx="2650808"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4-comparison / n91 / text 1">
            <a:extLst xmlns:a="http://schemas.openxmlformats.org/drawingml/2006/main">
              <a:ext uri="{FF2B5EF4-FFF2-40B4-BE49-F238E27FC236}">
                <a16:creationId xmlns:a16="http://schemas.microsoft.com/office/drawing/2014/main" id="{5330E15A-940E-407B-A404-3801401F3D9A}"/>
              </a:ext>
            </a:extLst>
          </p:cNvPr>
          <p:cNvSpPr>
            <a:spLocks xmlns:a="http://schemas.openxmlformats.org/drawingml/2006/main" noGrp="1"/>
          </p:cNvSpPr>
          <p:nvPr/>
        </p:nvSpPr>
        <p:spPr>
          <a:xfrm xmlns:a="http://schemas.openxmlformats.org/drawingml/2006/main">
            <a:off x="1857375" y="4048125"/>
            <a:ext cx="3714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다음 실행 지시와 완료 결과 회수</a:t>
            </a:r>
          </a:p>
        </p:txBody>
      </p:sp>
      <p:sp>
        <p:nvSpPr>
          <p:cNvPr id="140" name="dp44-comparison / n92">
            <a:extLst xmlns:a="http://schemas.openxmlformats.org/drawingml/2006/main">
              <a:ext uri="{FF2B5EF4-FFF2-40B4-BE49-F238E27FC236}">
                <a16:creationId xmlns:a16="http://schemas.microsoft.com/office/drawing/2014/main" id="{FC858924-7E68-4DF9-9A2D-0B1DB8D94837}"/>
              </a:ext>
            </a:extLst>
          </p:cNvPr>
          <p:cNvSpPr>
            <a:spLocks xmlns:a="http://schemas.openxmlformats.org/drawingml/2006/main" noGrp="1"/>
          </p:cNvSpPr>
          <p:nvPr/>
        </p:nvSpPr>
        <p:spPr>
          <a:xfrm xmlns:a="http://schemas.openxmlformats.org/drawingml/2006/main">
            <a:off x="5857875" y="3943350"/>
            <a:ext cx="3095625" cy="438150"/>
          </a:xfrm>
          <a:custGeom xmlns:a="http://schemas.openxmlformats.org/drawingml/2006/main">
            <a:pathLst>
              <a:path w="3095625" h="438150">
                <a:moveTo>
                  <a:pt x="0" y="0"/>
                </a:moveTo>
                <a:lnTo>
                  <a:pt x="2924175" y="0"/>
                </a:lnTo>
                <a:lnTo>
                  <a:pt x="3095625" y="171450"/>
                </a:lnTo>
                <a:lnTo>
                  <a:pt x="3095625" y="438150"/>
                </a:lnTo>
                <a:lnTo>
                  <a:pt x="0" y="438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92 / fold">
            <a:extLst xmlns:a="http://schemas.openxmlformats.org/drawingml/2006/main">
              <a:ext uri="{FF2B5EF4-FFF2-40B4-BE49-F238E27FC236}">
                <a16:creationId xmlns:a16="http://schemas.microsoft.com/office/drawing/2014/main" id="{F6C1B1AC-08BA-485B-A20F-9019BB44BC75}"/>
              </a:ext>
            </a:extLst>
          </p:cNvPr>
          <p:cNvSpPr>
            <a:spLocks xmlns:a="http://schemas.openxmlformats.org/drawingml/2006/main" noGrp="1"/>
          </p:cNvSpPr>
          <p:nvPr/>
        </p:nvSpPr>
        <p:spPr>
          <a:xfrm xmlns:a="http://schemas.openxmlformats.org/drawingml/2006/main">
            <a:off x="8782050" y="3943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2" name="dp44-comparison / n93 / text 1">
            <a:extLst xmlns:a="http://schemas.openxmlformats.org/drawingml/2006/main">
              <a:ext uri="{FF2B5EF4-FFF2-40B4-BE49-F238E27FC236}">
                <a16:creationId xmlns:a16="http://schemas.microsoft.com/office/drawing/2014/main" id="{40AFA26B-0E07-47C1-B4B1-0BC5B9E0156B}"/>
              </a:ext>
            </a:extLst>
          </p:cNvPr>
          <p:cNvSpPr>
            <a:spLocks xmlns:a="http://schemas.openxmlformats.org/drawingml/2006/main" noGrp="1"/>
          </p:cNvSpPr>
          <p:nvPr/>
        </p:nvSpPr>
        <p:spPr>
          <a:xfrm xmlns:a="http://schemas.openxmlformats.org/drawingml/2006/main">
            <a:off x="5953125" y="4000500"/>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Input1 / Job1: 표 설명 준비</a:t>
            </a:r>
          </a:p>
        </p:txBody>
      </p:sp>
      <p:sp>
        <p:nvSpPr>
          <p:cNvPr id="143" name="dp44-comparison / n93 / text 2">
            <a:extLst xmlns:a="http://schemas.openxmlformats.org/drawingml/2006/main">
              <a:ext uri="{FF2B5EF4-FFF2-40B4-BE49-F238E27FC236}">
                <a16:creationId xmlns:a16="http://schemas.microsoft.com/office/drawing/2014/main" id="{97D86CE2-E284-4062-8A13-F645E7568608}"/>
              </a:ext>
            </a:extLst>
          </p:cNvPr>
          <p:cNvSpPr>
            <a:spLocks xmlns:a="http://schemas.openxmlformats.org/drawingml/2006/main" noGrp="1"/>
          </p:cNvSpPr>
          <p:nvPr/>
        </p:nvSpPr>
        <p:spPr>
          <a:xfrm xmlns:a="http://schemas.openxmlformats.org/drawingml/2006/main">
            <a:off x="5953125" y="4120515"/>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next:PREPARE_RESPONSE / waiting:Meaning1</a:t>
            </a:r>
          </a:p>
        </p:txBody>
      </p:sp>
      <p:sp>
        <p:nvSpPr>
          <p:cNvPr id="144" name="dp44-comparison / n93 / text 3">
            <a:extLst xmlns:a="http://schemas.openxmlformats.org/drawingml/2006/main">
              <a:ext uri="{FF2B5EF4-FFF2-40B4-BE49-F238E27FC236}">
                <a16:creationId xmlns:a16="http://schemas.microsoft.com/office/drawing/2014/main" id="{E0E103D6-A724-48A7-BD7C-07096F939AA0}"/>
              </a:ext>
            </a:extLst>
          </p:cNvPr>
          <p:cNvSpPr>
            <a:spLocks xmlns:a="http://schemas.openxmlformats.org/drawingml/2006/main" noGrp="1"/>
          </p:cNvSpPr>
          <p:nvPr/>
        </p:nvSpPr>
        <p:spPr>
          <a:xfrm xmlns:a="http://schemas.openxmlformats.org/drawingml/2006/main">
            <a:off x="5953125" y="4240530"/>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이전 Input0의 Candidate0: 무효</a:t>
            </a:r>
          </a:p>
        </p:txBody>
      </p:sp>
      <p:sp>
        <p:nvSpPr>
          <p:cNvPr id="145" name="dp44-comparison / n102">
            <a:extLst xmlns:a="http://schemas.openxmlformats.org/drawingml/2006/main">
              <a:ext uri="{FF2B5EF4-FFF2-40B4-BE49-F238E27FC236}">
                <a16:creationId xmlns:a16="http://schemas.microsoft.com/office/drawing/2014/main" id="{E2038714-ADFF-4CE5-84DA-D008A910635E}"/>
              </a:ext>
            </a:extLst>
          </p:cNvPr>
          <p:cNvSpPr>
            <a:spLocks xmlns:a="http://schemas.openxmlformats.org/drawingml/2006/main" noGrp="1"/>
          </p:cNvSpPr>
          <p:nvPr/>
        </p:nvSpPr>
        <p:spPr>
          <a:xfrm xmlns:a="http://schemas.openxmlformats.org/drawingml/2006/main">
            <a:off x="1647825" y="5133975"/>
            <a:ext cx="150514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4-comparison / n103 / text 1">
            <a:extLst xmlns:a="http://schemas.openxmlformats.org/drawingml/2006/main">
              <a:ext uri="{FF2B5EF4-FFF2-40B4-BE49-F238E27FC236}">
                <a16:creationId xmlns:a16="http://schemas.microsoft.com/office/drawing/2014/main" id="{4D88B390-E838-45B6-A17C-987DC573F12D}"/>
              </a:ext>
            </a:extLst>
          </p:cNvPr>
          <p:cNvSpPr>
            <a:spLocks xmlns:a="http://schemas.openxmlformats.org/drawingml/2006/main" noGrp="1"/>
          </p:cNvSpPr>
          <p:nvPr/>
        </p:nvSpPr>
        <p:spPr>
          <a:xfrm xmlns:a="http://schemas.openxmlformats.org/drawingml/2006/main">
            <a:off x="1666875" y="5143500"/>
            <a:ext cx="2238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이해 완료: Meaning1</a:t>
            </a:r>
          </a:p>
        </p:txBody>
      </p:sp>
      <p:sp>
        <p:nvSpPr>
          <p:cNvPr id="147" name="dp44-comparison / n109">
            <a:extLst xmlns:a="http://schemas.openxmlformats.org/drawingml/2006/main">
              <a:ext uri="{FF2B5EF4-FFF2-40B4-BE49-F238E27FC236}">
                <a16:creationId xmlns:a16="http://schemas.microsoft.com/office/drawing/2014/main" id="{4A9629B2-46C8-4254-A700-563D9731C8DB}"/>
              </a:ext>
            </a:extLst>
          </p:cNvPr>
          <p:cNvSpPr>
            <a:spLocks xmlns:a="http://schemas.openxmlformats.org/drawingml/2006/main" noGrp="1"/>
          </p:cNvSpPr>
          <p:nvPr/>
        </p:nvSpPr>
        <p:spPr>
          <a:xfrm xmlns:a="http://schemas.openxmlformats.org/drawingml/2006/main">
            <a:off x="5029200" y="4381500"/>
            <a:ext cx="229133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10 / text 1">
            <a:extLst xmlns:a="http://schemas.openxmlformats.org/drawingml/2006/main">
              <a:ext uri="{FF2B5EF4-FFF2-40B4-BE49-F238E27FC236}">
                <a16:creationId xmlns:a16="http://schemas.microsoft.com/office/drawing/2014/main" id="{8B46032E-14CD-4BEC-AB11-35D89F8EDB05}"/>
              </a:ext>
            </a:extLst>
          </p:cNvPr>
          <p:cNvSpPr>
            <a:spLocks xmlns:a="http://schemas.openxmlformats.org/drawingml/2006/main" noGrp="1"/>
          </p:cNvSpPr>
          <p:nvPr/>
        </p:nvSpPr>
        <p:spPr>
          <a:xfrm xmlns:a="http://schemas.openxmlformats.org/drawingml/2006/main">
            <a:off x="5048250" y="4391025"/>
            <a:ext cx="3905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중앙의 준비 지시 / ③ 준비 결과 회수</a:t>
            </a:r>
          </a:p>
        </p:txBody>
      </p:sp>
      <p:sp>
        <p:nvSpPr>
          <p:cNvPr id="149" name="dp44-comparison / n111">
            <a:extLst xmlns:a="http://schemas.openxmlformats.org/drawingml/2006/main">
              <a:ext uri="{FF2B5EF4-FFF2-40B4-BE49-F238E27FC236}">
                <a16:creationId xmlns:a16="http://schemas.microsoft.com/office/drawing/2014/main" id="{7505E16E-4951-490B-8718-50D266F4E35D}"/>
              </a:ext>
            </a:extLst>
          </p:cNvPr>
          <p:cNvSpPr>
            <a:spLocks xmlns:a="http://schemas.openxmlformats.org/drawingml/2006/main" noGrp="1"/>
          </p:cNvSpPr>
          <p:nvPr/>
        </p:nvSpPr>
        <p:spPr>
          <a:xfrm xmlns:a="http://schemas.openxmlformats.org/drawingml/2006/main">
            <a:off x="1666875" y="5362575"/>
            <a:ext cx="2238375" cy="685800"/>
          </a:xfrm>
          <a:custGeom xmlns:a="http://schemas.openxmlformats.org/drawingml/2006/main">
            <a:pathLst>
              <a:path w="2238375" h="685800">
                <a:moveTo>
                  <a:pt x="0" y="0"/>
                </a:moveTo>
                <a:lnTo>
                  <a:pt x="2066925" y="0"/>
                </a:lnTo>
                <a:lnTo>
                  <a:pt x="2238375" y="171450"/>
                </a:lnTo>
                <a:lnTo>
                  <a:pt x="2238375" y="685800"/>
                </a:lnTo>
                <a:lnTo>
                  <a:pt x="0" y="685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0" name="dp44-comparison / n111 / fold">
            <a:extLst xmlns:a="http://schemas.openxmlformats.org/drawingml/2006/main">
              <a:ext uri="{FF2B5EF4-FFF2-40B4-BE49-F238E27FC236}">
                <a16:creationId xmlns:a16="http://schemas.microsoft.com/office/drawing/2014/main" id="{3CF7C322-8AAF-4B6E-9879-AD24CB4F99F1}"/>
              </a:ext>
            </a:extLst>
          </p:cNvPr>
          <p:cNvSpPr>
            <a:spLocks xmlns:a="http://schemas.openxmlformats.org/drawingml/2006/main" noGrp="1"/>
          </p:cNvSpPr>
          <p:nvPr/>
        </p:nvSpPr>
        <p:spPr>
          <a:xfrm xmlns:a="http://schemas.openxmlformats.org/drawingml/2006/main">
            <a:off x="3733800" y="53625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1" name="dp44-comparison / n112 / text 1">
            <a:extLst xmlns:a="http://schemas.openxmlformats.org/drawingml/2006/main">
              <a:ext uri="{FF2B5EF4-FFF2-40B4-BE49-F238E27FC236}">
                <a16:creationId xmlns:a16="http://schemas.microsoft.com/office/drawing/2014/main" id="{73BC3282-0A61-42B2-80BD-3AFD56EB9EA3}"/>
              </a:ext>
            </a:extLst>
          </p:cNvPr>
          <p:cNvSpPr>
            <a:spLocks xmlns:a="http://schemas.openxmlformats.org/drawingml/2006/main" noGrp="1"/>
          </p:cNvSpPr>
          <p:nvPr/>
        </p:nvSpPr>
        <p:spPr>
          <a:xfrm xmlns:a="http://schemas.openxmlformats.org/drawingml/2006/main">
            <a:off x="1762125" y="541972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준비 완료: Candidate1</a:t>
            </a:r>
          </a:p>
        </p:txBody>
      </p:sp>
      <p:sp>
        <p:nvSpPr>
          <p:cNvPr id="152" name="dp44-comparison / n112 / text 2">
            <a:extLst xmlns:a="http://schemas.openxmlformats.org/drawingml/2006/main">
              <a:ext uri="{FF2B5EF4-FFF2-40B4-BE49-F238E27FC236}">
                <a16:creationId xmlns:a16="http://schemas.microsoft.com/office/drawing/2014/main" id="{3F4AA612-6A7C-47FD-AD6E-47E84AC29958}"/>
              </a:ext>
            </a:extLst>
          </p:cNvPr>
          <p:cNvSpPr>
            <a:spLocks xmlns:a="http://schemas.openxmlformats.org/drawingml/2006/main" noGrp="1"/>
          </p:cNvSpPr>
          <p:nvPr/>
        </p:nvSpPr>
        <p:spPr>
          <a:xfrm xmlns:a="http://schemas.openxmlformats.org/drawingml/2006/main">
            <a:off x="1762125" y="554545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input_ref:Input1</a:t>
            </a:r>
          </a:p>
        </p:txBody>
      </p:sp>
      <p:sp>
        <p:nvSpPr>
          <p:cNvPr id="153" name="dp44-comparison / n112 / text 3">
            <a:extLst xmlns:a="http://schemas.openxmlformats.org/drawingml/2006/main">
              <a:ext uri="{FF2B5EF4-FFF2-40B4-BE49-F238E27FC236}">
                <a16:creationId xmlns:a16="http://schemas.microsoft.com/office/drawing/2014/main" id="{9317F2BC-479D-410C-8F8E-36B8F2BD11A0}"/>
              </a:ext>
            </a:extLst>
          </p:cNvPr>
          <p:cNvSpPr>
            <a:spLocks xmlns:a="http://schemas.openxmlformats.org/drawingml/2006/main" noGrp="1"/>
          </p:cNvSpPr>
          <p:nvPr/>
        </p:nvSpPr>
        <p:spPr>
          <a:xfrm xmlns:a="http://schemas.openxmlformats.org/drawingml/2006/main">
            <a:off x="1762125" y="567118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content_ref:표 설명</a:t>
            </a:r>
          </a:p>
        </p:txBody>
      </p:sp>
      <p:sp>
        <p:nvSpPr>
          <p:cNvPr id="154" name="dp44-comparison / n112 / text 4">
            <a:extLst xmlns:a="http://schemas.openxmlformats.org/drawingml/2006/main">
              <a:ext uri="{FF2B5EF4-FFF2-40B4-BE49-F238E27FC236}">
                <a16:creationId xmlns:a16="http://schemas.microsoft.com/office/drawing/2014/main" id="{86E5FD1F-AA05-46D6-BC31-CCEF0020C0E0}"/>
              </a:ext>
            </a:extLst>
          </p:cNvPr>
          <p:cNvSpPr>
            <a:spLocks xmlns:a="http://schemas.openxmlformats.org/drawingml/2006/main" noGrp="1"/>
          </p:cNvSpPr>
          <p:nvPr/>
        </p:nvSpPr>
        <p:spPr>
          <a:xfrm xmlns:a="http://schemas.openxmlformats.org/drawingml/2006/main">
            <a:off x="1762125" y="579691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이 후보도 Dispatcher로 반환</a:t>
            </a:r>
          </a:p>
        </p:txBody>
      </p:sp>
      <p:sp>
        <p:nvSpPr>
          <p:cNvPr id="155" name="dp44-comparison / n113">
            <a:extLst xmlns:a="http://schemas.openxmlformats.org/drawingml/2006/main">
              <a:ext uri="{FF2B5EF4-FFF2-40B4-BE49-F238E27FC236}">
                <a16:creationId xmlns:a16="http://schemas.microsoft.com/office/drawing/2014/main" id="{38D1ED7A-FE2A-4E63-95A0-6D130DF8475E}"/>
              </a:ext>
            </a:extLst>
          </p:cNvPr>
          <p:cNvSpPr>
            <a:spLocks xmlns:a="http://schemas.openxmlformats.org/drawingml/2006/main" noGrp="1"/>
          </p:cNvSpPr>
          <p:nvPr/>
        </p:nvSpPr>
        <p:spPr>
          <a:xfrm xmlns:a="http://schemas.openxmlformats.org/drawingml/2006/main">
            <a:off x="4600575" y="5610225"/>
            <a:ext cx="26761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6" name="dp44-comparison / n114 / text 1">
            <a:extLst xmlns:a="http://schemas.openxmlformats.org/drawingml/2006/main">
              <a:ext uri="{FF2B5EF4-FFF2-40B4-BE49-F238E27FC236}">
                <a16:creationId xmlns:a16="http://schemas.microsoft.com/office/drawing/2014/main" id="{EBEFF20B-3207-4729-8C8D-C6630EB5BDC4}"/>
              </a:ext>
            </a:extLst>
          </p:cNvPr>
          <p:cNvSpPr>
            <a:spLocks xmlns:a="http://schemas.openxmlformats.org/drawingml/2006/main" noGrp="1"/>
          </p:cNvSpPr>
          <p:nvPr/>
        </p:nvSpPr>
        <p:spPr>
          <a:xfrm xmlns:a="http://schemas.openxmlformats.org/drawingml/2006/main">
            <a:off x="4619625" y="5619750"/>
            <a:ext cx="4286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④ 현재성 검사 후 중앙의 게시 지시</a:t>
            </a:r>
          </a:p>
        </p:txBody>
      </p:sp>
      <p:sp>
        <p:nvSpPr>
          <p:cNvPr id="157" name="dp44-comparison / n115">
            <a:extLst xmlns:a="http://schemas.openxmlformats.org/drawingml/2006/main">
              <a:ext uri="{FF2B5EF4-FFF2-40B4-BE49-F238E27FC236}">
                <a16:creationId xmlns:a16="http://schemas.microsoft.com/office/drawing/2014/main" id="{327E314B-BDE5-43F4-B12B-D1EB134EAD3C}"/>
              </a:ext>
            </a:extLst>
          </p:cNvPr>
          <p:cNvSpPr>
            <a:spLocks xmlns:a="http://schemas.openxmlformats.org/drawingml/2006/main" noGrp="1"/>
          </p:cNvSpPr>
          <p:nvPr/>
        </p:nvSpPr>
        <p:spPr>
          <a:xfrm xmlns:a="http://schemas.openxmlformats.org/drawingml/2006/main">
            <a:off x="4600575" y="5876925"/>
            <a:ext cx="271576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4-comparison / n116 / text 1">
            <a:extLst xmlns:a="http://schemas.openxmlformats.org/drawingml/2006/main">
              <a:ext uri="{FF2B5EF4-FFF2-40B4-BE49-F238E27FC236}">
                <a16:creationId xmlns:a16="http://schemas.microsoft.com/office/drawing/2014/main" id="{BCE4A1F9-0511-4C56-B8F3-C091222A94BF}"/>
              </a:ext>
            </a:extLst>
          </p:cNvPr>
          <p:cNvSpPr>
            <a:spLocks xmlns:a="http://schemas.openxmlformats.org/drawingml/2006/main" noGrp="1"/>
          </p:cNvSpPr>
          <p:nvPr/>
        </p:nvSpPr>
        <p:spPr>
          <a:xfrm xmlns:a="http://schemas.openxmlformats.org/drawingml/2006/main">
            <a:off x="4619625" y="5886450"/>
            <a:ext cx="4286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완료마다 다음 실행을 중앙에서 결정</a:t>
            </a:r>
          </a:p>
        </p:txBody>
      </p:sp>
      <p:sp>
        <p:nvSpPr>
          <p:cNvPr id="159" name="dp44-comparison / n118">
            <a:extLst xmlns:a="http://schemas.openxmlformats.org/drawingml/2006/main">
              <a:ext uri="{FF2B5EF4-FFF2-40B4-BE49-F238E27FC236}">
                <a16:creationId xmlns:a16="http://schemas.microsoft.com/office/drawing/2014/main" id="{908088B1-44C8-4469-B4EC-2FABF8CE3D8D}"/>
              </a:ext>
            </a:extLst>
          </p:cNvPr>
          <p:cNvSpPr>
            <a:spLocks xmlns:a="http://schemas.openxmlformats.org/drawingml/2006/main" noGrp="1"/>
          </p:cNvSpPr>
          <p:nvPr/>
        </p:nvSpPr>
        <p:spPr>
          <a:xfrm xmlns:a="http://schemas.openxmlformats.org/drawingml/2006/main">
            <a:off x="1647825" y="6381750"/>
            <a:ext cx="282854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4-comparison / n119 / text 1">
            <a:extLst xmlns:a="http://schemas.openxmlformats.org/drawingml/2006/main">
              <a:ext uri="{FF2B5EF4-FFF2-40B4-BE49-F238E27FC236}">
                <a16:creationId xmlns:a16="http://schemas.microsoft.com/office/drawing/2014/main" id="{F1CAA3BE-F352-4E48-819F-8016294F254C}"/>
              </a:ext>
            </a:extLst>
          </p:cNvPr>
          <p:cNvSpPr>
            <a:spLocks xmlns:a="http://schemas.openxmlformats.org/drawingml/2006/main" noGrp="1"/>
          </p:cNvSpPr>
          <p:nvPr/>
        </p:nvSpPr>
        <p:spPr>
          <a:xfrm xmlns:a="http://schemas.openxmlformats.org/drawingml/2006/main">
            <a:off x="1666875" y="63912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완료 결과의 다음 처리</a:t>
            </a:r>
          </a:p>
        </p:txBody>
      </p:sp>
      <p:sp>
        <p:nvSpPr>
          <p:cNvPr id="161" name="dp44-comparison / n129">
            <a:extLst xmlns:a="http://schemas.openxmlformats.org/drawingml/2006/main">
              <a:ext uri="{FF2B5EF4-FFF2-40B4-BE49-F238E27FC236}">
                <a16:creationId xmlns:a16="http://schemas.microsoft.com/office/drawing/2014/main" id="{8EDC8D6D-91FC-4D66-BF86-3E05C2D8FED9}"/>
              </a:ext>
            </a:extLst>
          </p:cNvPr>
          <p:cNvSpPr>
            <a:spLocks xmlns:a="http://schemas.openxmlformats.org/drawingml/2006/main" noGrp="1"/>
          </p:cNvSpPr>
          <p:nvPr/>
        </p:nvSpPr>
        <p:spPr>
          <a:xfrm xmlns:a="http://schemas.openxmlformats.org/drawingml/2006/main">
            <a:off x="5524500" y="6877050"/>
            <a:ext cx="16541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4-comparison / n130 / text 1">
            <a:extLst xmlns:a="http://schemas.openxmlformats.org/drawingml/2006/main">
              <a:ext uri="{FF2B5EF4-FFF2-40B4-BE49-F238E27FC236}">
                <a16:creationId xmlns:a16="http://schemas.microsoft.com/office/drawing/2014/main" id="{B6D639B5-F069-49A9-8E45-3B862BFD07AD}"/>
              </a:ext>
            </a:extLst>
          </p:cNvPr>
          <p:cNvSpPr>
            <a:spLocks xmlns:a="http://schemas.openxmlformats.org/drawingml/2006/main" noGrp="1"/>
          </p:cNvSpPr>
          <p:nvPr/>
        </p:nvSpPr>
        <p:spPr>
          <a:xfrm xmlns:a="http://schemas.openxmlformats.org/drawingml/2006/main">
            <a:off x="5543550" y="6886575"/>
            <a:ext cx="3667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중앙 회수 뒤 검사 / 게시 지시</a:t>
            </a:r>
          </a:p>
        </p:txBody>
      </p:sp>
      <p:sp>
        <p:nvSpPr>
          <p:cNvPr id="163" name="dp44-comparison / n131">
            <a:extLst xmlns:a="http://schemas.openxmlformats.org/drawingml/2006/main">
              <a:ext uri="{FF2B5EF4-FFF2-40B4-BE49-F238E27FC236}">
                <a16:creationId xmlns:a16="http://schemas.microsoft.com/office/drawing/2014/main" id="{31CF675C-4CF1-4962-8289-A917257CB019}"/>
              </a:ext>
            </a:extLst>
          </p:cNvPr>
          <p:cNvSpPr>
            <a:spLocks xmlns:a="http://schemas.openxmlformats.org/drawingml/2006/main" noGrp="1"/>
          </p:cNvSpPr>
          <p:nvPr/>
        </p:nvSpPr>
        <p:spPr>
          <a:xfrm xmlns:a="http://schemas.openxmlformats.org/drawingml/2006/main">
            <a:off x="1647825" y="7105650"/>
            <a:ext cx="279044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4-comparison / n132 / text 1">
            <a:extLst xmlns:a="http://schemas.openxmlformats.org/drawingml/2006/main">
              <a:ext uri="{FF2B5EF4-FFF2-40B4-BE49-F238E27FC236}">
                <a16:creationId xmlns:a16="http://schemas.microsoft.com/office/drawing/2014/main" id="{D127D56E-E3A7-40C6-BD8A-B9D65CC1BB3B}"/>
              </a:ext>
            </a:extLst>
          </p:cNvPr>
          <p:cNvSpPr>
            <a:spLocks xmlns:a="http://schemas.openxmlformats.org/drawingml/2006/main" noGrp="1"/>
          </p:cNvSpPr>
          <p:nvPr/>
        </p:nvSpPr>
        <p:spPr>
          <a:xfrm xmlns:a="http://schemas.openxmlformats.org/drawingml/2006/main">
            <a:off x="1666875" y="711517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늦은 Candidate0 / 이미 새 Input1 처리 중</a:t>
            </a:r>
          </a:p>
        </p:txBody>
      </p:sp>
      <p:sp>
        <p:nvSpPr>
          <p:cNvPr id="165" name="dp44-comparison / n141">
            <a:extLst xmlns:a="http://schemas.openxmlformats.org/drawingml/2006/main">
              <a:ext uri="{FF2B5EF4-FFF2-40B4-BE49-F238E27FC236}">
                <a16:creationId xmlns:a16="http://schemas.microsoft.com/office/drawing/2014/main" id="{B2B93923-88D0-4333-AA71-D0D0B402FC61}"/>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4-comparison / n142 / text 1">
            <a:extLst xmlns:a="http://schemas.openxmlformats.org/drawingml/2006/main">
              <a:ext uri="{FF2B5EF4-FFF2-40B4-BE49-F238E27FC236}">
                <a16:creationId xmlns:a16="http://schemas.microsoft.com/office/drawing/2014/main" id="{C5E17D6B-4E23-4A93-92A9-32F4AF0D373E}"/>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67" name="dp44-comparison / n143">
            <a:extLst xmlns:a="http://schemas.openxmlformats.org/drawingml/2006/main">
              <a:ext uri="{FF2B5EF4-FFF2-40B4-BE49-F238E27FC236}">
                <a16:creationId xmlns:a16="http://schemas.microsoft.com/office/drawing/2014/main" id="{88C65EB8-F779-4E34-9790-CEF05DF20D42}"/>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8" name="dp44-comparison / n144 / text 1">
            <a:extLst xmlns:a="http://schemas.openxmlformats.org/drawingml/2006/main">
              <a:ext uri="{FF2B5EF4-FFF2-40B4-BE49-F238E27FC236}">
                <a16:creationId xmlns:a16="http://schemas.microsoft.com/office/drawing/2014/main" id="{A976BEF5-EB20-4623-A0A3-BAF432BE829D}"/>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69" name="dp44-comparison / n149">
            <a:extLst xmlns:a="http://schemas.openxmlformats.org/drawingml/2006/main">
              <a:ext uri="{FF2B5EF4-FFF2-40B4-BE49-F238E27FC236}">
                <a16:creationId xmlns:a16="http://schemas.microsoft.com/office/drawing/2014/main" id="{C1724E21-B078-4978-97D5-271FC32D0A5D}"/>
              </a:ext>
            </a:extLst>
          </p:cNvPr>
          <p:cNvSpPr>
            <a:spLocks xmlns:a="http://schemas.openxmlformats.org/drawingml/2006/main" noGrp="1"/>
          </p:cNvSpPr>
          <p:nvPr/>
        </p:nvSpPr>
        <p:spPr>
          <a:xfrm xmlns:a="http://schemas.openxmlformats.org/drawingml/2006/main">
            <a:off x="9858375" y="3076575"/>
            <a:ext cx="7715250" cy="1409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4-comparison / n150 / text 1">
            <a:extLst xmlns:a="http://schemas.openxmlformats.org/drawingml/2006/main">
              <a:ext uri="{FF2B5EF4-FFF2-40B4-BE49-F238E27FC236}">
                <a16:creationId xmlns:a16="http://schemas.microsoft.com/office/drawing/2014/main" id="{EFDB616C-F7EE-4DC2-84C1-3D1D18BE36B6}"/>
              </a:ext>
            </a:extLst>
          </p:cNvPr>
          <p:cNvSpPr>
            <a:spLocks xmlns:a="http://schemas.openxmlformats.org/drawingml/2006/main" noGrp="1"/>
          </p:cNvSpPr>
          <p:nvPr/>
        </p:nvSpPr>
        <p:spPr>
          <a:xfrm xmlns:a="http://schemas.openxmlformats.org/drawingml/2006/main">
            <a:off x="9982200" y="3171825"/>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71" name="dp44-comparison / n151">
            <a:extLst xmlns:a="http://schemas.openxmlformats.org/drawingml/2006/main">
              <a:ext uri="{FF2B5EF4-FFF2-40B4-BE49-F238E27FC236}">
                <a16:creationId xmlns:a16="http://schemas.microsoft.com/office/drawing/2014/main" id="{70A881DD-F0B1-44E0-9BCE-D344BA1D515D}"/>
              </a:ext>
            </a:extLst>
          </p:cNvPr>
          <p:cNvSpPr>
            <a:spLocks xmlns:a="http://schemas.openxmlformats.org/drawingml/2006/main" noGrp="1"/>
          </p:cNvSpPr>
          <p:nvPr/>
        </p:nvSpPr>
        <p:spPr>
          <a:xfrm xmlns:a="http://schemas.openxmlformats.org/drawingml/2006/main">
            <a:off x="10144125" y="3476625"/>
            <a:ext cx="2714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72" name="dp44-comparison / n152 / text 1">
            <a:extLst xmlns:a="http://schemas.openxmlformats.org/drawingml/2006/main">
              <a:ext uri="{FF2B5EF4-FFF2-40B4-BE49-F238E27FC236}">
                <a16:creationId xmlns:a16="http://schemas.microsoft.com/office/drawing/2014/main" id="{CF2E8F7F-A43A-4EC8-9D42-455A524C258C}"/>
              </a:ext>
            </a:extLst>
          </p:cNvPr>
          <p:cNvSpPr>
            <a:spLocks xmlns:a="http://schemas.openxmlformats.org/drawingml/2006/main" noGrp="1"/>
          </p:cNvSpPr>
          <p:nvPr/>
        </p:nvSpPr>
        <p:spPr>
          <a:xfrm xmlns:a="http://schemas.openxmlformats.org/drawingml/2006/main">
            <a:off x="10229850" y="3555683"/>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73" name="dp44-comparison / n153">
            <a:extLst xmlns:a="http://schemas.openxmlformats.org/drawingml/2006/main">
              <a:ext uri="{FF2B5EF4-FFF2-40B4-BE49-F238E27FC236}">
                <a16:creationId xmlns:a16="http://schemas.microsoft.com/office/drawing/2014/main" id="{ED8F3732-1385-46A5-BF79-43BAC572396A}"/>
              </a:ext>
            </a:extLst>
          </p:cNvPr>
          <p:cNvSpPr>
            <a:spLocks xmlns:a="http://schemas.openxmlformats.org/drawingml/2006/main" noGrp="1"/>
          </p:cNvSpPr>
          <p:nvPr/>
        </p:nvSpPr>
        <p:spPr>
          <a:xfrm xmlns:a="http://schemas.openxmlformats.org/drawingml/2006/main">
            <a:off x="14144625" y="3476625"/>
            <a:ext cx="3095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74" name="dp44-comparison / n154 / text 1">
            <a:extLst xmlns:a="http://schemas.openxmlformats.org/drawingml/2006/main">
              <a:ext uri="{FF2B5EF4-FFF2-40B4-BE49-F238E27FC236}">
                <a16:creationId xmlns:a16="http://schemas.microsoft.com/office/drawing/2014/main" id="{73FECF67-ABDB-461B-B3D2-AB579D30E6C0}"/>
              </a:ext>
            </a:extLst>
          </p:cNvPr>
          <p:cNvSpPr>
            <a:spLocks xmlns:a="http://schemas.openxmlformats.org/drawingml/2006/main" noGrp="1"/>
          </p:cNvSpPr>
          <p:nvPr/>
        </p:nvSpPr>
        <p:spPr>
          <a:xfrm xmlns:a="http://schemas.openxmlformats.org/drawingml/2006/main">
            <a:off x="14230350" y="3549491"/>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75" name="dp44-comparison / n155">
            <a:extLst xmlns:a="http://schemas.openxmlformats.org/drawingml/2006/main">
              <a:ext uri="{FF2B5EF4-FFF2-40B4-BE49-F238E27FC236}">
                <a16:creationId xmlns:a16="http://schemas.microsoft.com/office/drawing/2014/main" id="{EFBB843D-7127-4AF8-878D-722F47B46C37}"/>
              </a:ext>
            </a:extLst>
          </p:cNvPr>
          <p:cNvSpPr>
            <a:spLocks xmlns:a="http://schemas.openxmlformats.org/drawingml/2006/main" noGrp="1"/>
          </p:cNvSpPr>
          <p:nvPr/>
        </p:nvSpPr>
        <p:spPr>
          <a:xfrm xmlns:a="http://schemas.openxmlformats.org/drawingml/2006/main">
            <a:off x="10144125" y="4000500"/>
            <a:ext cx="2714625" cy="3238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76" name="dp44-comparison / n156 / text 1">
            <a:extLst xmlns:a="http://schemas.openxmlformats.org/drawingml/2006/main">
              <a:ext uri="{FF2B5EF4-FFF2-40B4-BE49-F238E27FC236}">
                <a16:creationId xmlns:a16="http://schemas.microsoft.com/office/drawing/2014/main" id="{C86891CE-AC1B-4272-AEC1-AC3DCFACDCD0}"/>
              </a:ext>
            </a:extLst>
          </p:cNvPr>
          <p:cNvSpPr>
            <a:spLocks xmlns:a="http://schemas.openxmlformats.org/drawingml/2006/main" noGrp="1"/>
          </p:cNvSpPr>
          <p:nvPr/>
        </p:nvSpPr>
        <p:spPr>
          <a:xfrm xmlns:a="http://schemas.openxmlformats.org/drawingml/2006/main">
            <a:off x="10229850" y="4070985"/>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77" name="dp44-comparison / n157">
            <a:extLst xmlns:a="http://schemas.openxmlformats.org/drawingml/2006/main">
              <a:ext uri="{FF2B5EF4-FFF2-40B4-BE49-F238E27FC236}">
                <a16:creationId xmlns:a16="http://schemas.microsoft.com/office/drawing/2014/main" id="{30B1D415-7F05-4242-9D9B-08DCBB508E60}"/>
              </a:ext>
            </a:extLst>
          </p:cNvPr>
          <p:cNvSpPr>
            <a:spLocks xmlns:a="http://schemas.openxmlformats.org/drawingml/2006/main" noGrp="1"/>
          </p:cNvSpPr>
          <p:nvPr/>
        </p:nvSpPr>
        <p:spPr>
          <a:xfrm xmlns:a="http://schemas.openxmlformats.org/drawingml/2006/main">
            <a:off x="14144625" y="4000500"/>
            <a:ext cx="3095625" cy="3238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78" name="dp44-comparison / n158 / text 1">
            <a:extLst xmlns:a="http://schemas.openxmlformats.org/drawingml/2006/main">
              <a:ext uri="{FF2B5EF4-FFF2-40B4-BE49-F238E27FC236}">
                <a16:creationId xmlns:a16="http://schemas.microsoft.com/office/drawing/2014/main" id="{FA28A32D-BBFE-43E9-9D0C-6DD3569F8424}"/>
              </a:ext>
            </a:extLst>
          </p:cNvPr>
          <p:cNvSpPr>
            <a:spLocks xmlns:a="http://schemas.openxmlformats.org/drawingml/2006/main" noGrp="1"/>
          </p:cNvSpPr>
          <p:nvPr/>
        </p:nvSpPr>
        <p:spPr>
          <a:xfrm xmlns:a="http://schemas.openxmlformats.org/drawingml/2006/main">
            <a:off x="14230350" y="4070985"/>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79" name="dp44-comparison / n159 / path">
            <a:extLst xmlns:a="http://schemas.openxmlformats.org/drawingml/2006/main">
              <a:ext uri="{FF2B5EF4-FFF2-40B4-BE49-F238E27FC236}">
                <a16:creationId xmlns:a16="http://schemas.microsoft.com/office/drawing/2014/main" id="{9E675077-1CF9-45E7-9AD6-1C5515FD611C}"/>
              </a:ext>
            </a:extLst>
          </p:cNvPr>
          <p:cNvSpPr>
            <a:spLocks xmlns:a="http://schemas.openxmlformats.org/drawingml/2006/main" noGrp="1"/>
          </p:cNvSpPr>
          <p:nvPr/>
        </p:nvSpPr>
        <p:spPr>
          <a:xfrm xmlns:a="http://schemas.openxmlformats.org/drawingml/2006/main">
            <a:off x="11239500" y="2733675"/>
            <a:ext cx="261938" cy="742950"/>
          </a:xfrm>
          <a:custGeom xmlns:a="http://schemas.openxmlformats.org/drawingml/2006/main">
            <a:pathLst>
              <a:path w="261938" h="742950">
                <a:moveTo>
                  <a:pt x="0" y="0"/>
                </a:moveTo>
                <a:lnTo>
                  <a:pt x="0" y="257175"/>
                </a:lnTo>
                <a:lnTo>
                  <a:pt x="261938" y="257175"/>
                </a:lnTo>
                <a:lnTo>
                  <a:pt x="261938" y="742950"/>
                </a:lnTo>
              </a:path>
            </a:pathLst>
          </a:custGeom>
          <a:noFill xmlns:a="http://schemas.openxmlformats.org/drawingml/2006/main"/>
          <a:ln xmlns:a="http://schemas.openxmlformats.org/drawingml/2006/main" w="10478">
            <a:solidFill>
              <a:srgbClr val="000000"/>
            </a:solidFill>
            <a:prstDash val="solid"/>
          </a:ln>
        </p:spPr>
      </p:sp>
      <p:sp>
        <p:nvSpPr>
          <p:cNvPr id="180" name="dp44-comparison / n159 / arrow">
            <a:extLst xmlns:a="http://schemas.openxmlformats.org/drawingml/2006/main">
              <a:ext uri="{FF2B5EF4-FFF2-40B4-BE49-F238E27FC236}">
                <a16:creationId xmlns:a16="http://schemas.microsoft.com/office/drawing/2014/main" id="{E5D0E801-CF50-48EE-9F5C-3EB63244E52B}"/>
              </a:ext>
            </a:extLst>
          </p:cNvPr>
          <p:cNvSpPr>
            <a:spLocks xmlns:a="http://schemas.openxmlformats.org/drawingml/2006/main" noGrp="1"/>
          </p:cNvSpPr>
          <p:nvPr/>
        </p:nvSpPr>
        <p:spPr>
          <a:xfrm xmlns:a="http://schemas.openxmlformats.org/drawingml/2006/main">
            <a:off x="114679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4-comparison / n160 / path">
            <a:extLst xmlns:a="http://schemas.openxmlformats.org/drawingml/2006/main">
              <a:ext uri="{FF2B5EF4-FFF2-40B4-BE49-F238E27FC236}">
                <a16:creationId xmlns:a16="http://schemas.microsoft.com/office/drawing/2014/main" id="{C5941151-2056-4275-A85B-E69A097C7323}"/>
              </a:ext>
            </a:extLst>
          </p:cNvPr>
          <p:cNvSpPr>
            <a:spLocks xmlns:a="http://schemas.openxmlformats.org/drawingml/2006/main" noGrp="1"/>
          </p:cNvSpPr>
          <p:nvPr/>
        </p:nvSpPr>
        <p:spPr>
          <a:xfrm xmlns:a="http://schemas.openxmlformats.org/drawingml/2006/main">
            <a:off x="15692438" y="2733675"/>
            <a:ext cx="357188" cy="742950"/>
          </a:xfrm>
          <a:custGeom xmlns:a="http://schemas.openxmlformats.org/drawingml/2006/main">
            <a:pathLst>
              <a:path w="357188" h="742950">
                <a:moveTo>
                  <a:pt x="357188" y="0"/>
                </a:moveTo>
                <a:lnTo>
                  <a:pt x="357188" y="257175"/>
                </a:lnTo>
                <a:lnTo>
                  <a:pt x="0" y="257175"/>
                </a:lnTo>
                <a:lnTo>
                  <a:pt x="0" y="742950"/>
                </a:lnTo>
              </a:path>
            </a:pathLst>
          </a:custGeom>
          <a:noFill xmlns:a="http://schemas.openxmlformats.org/drawingml/2006/main"/>
          <a:ln xmlns:a="http://schemas.openxmlformats.org/drawingml/2006/main" w="10478">
            <a:solidFill>
              <a:srgbClr val="000000"/>
            </a:solidFill>
            <a:prstDash val="solid"/>
          </a:ln>
        </p:spPr>
      </p:sp>
      <p:sp>
        <p:nvSpPr>
          <p:cNvPr id="182" name="dp44-comparison / n160 / arrow">
            <a:extLst xmlns:a="http://schemas.openxmlformats.org/drawingml/2006/main">
              <a:ext uri="{FF2B5EF4-FFF2-40B4-BE49-F238E27FC236}">
                <a16:creationId xmlns:a16="http://schemas.microsoft.com/office/drawing/2014/main" id="{E8DB2413-623B-49F1-90DE-DC6FCE5B0925}"/>
              </a:ext>
            </a:extLst>
          </p:cNvPr>
          <p:cNvSpPr>
            <a:spLocks xmlns:a="http://schemas.openxmlformats.org/drawingml/2006/main" noGrp="1"/>
          </p:cNvSpPr>
          <p:nvPr/>
        </p:nvSpPr>
        <p:spPr>
          <a:xfrm xmlns:a="http://schemas.openxmlformats.org/drawingml/2006/main">
            <a:off x="156589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4-comparison / n161 / path">
            <a:extLst xmlns:a="http://schemas.openxmlformats.org/drawingml/2006/main">
              <a:ext uri="{FF2B5EF4-FFF2-40B4-BE49-F238E27FC236}">
                <a16:creationId xmlns:a16="http://schemas.microsoft.com/office/drawing/2014/main" id="{C70BEB8A-5E16-474D-8AB0-7EAD739A762A}"/>
              </a:ext>
            </a:extLst>
          </p:cNvPr>
          <p:cNvSpPr>
            <a:spLocks xmlns:a="http://schemas.openxmlformats.org/drawingml/2006/main" noGrp="1"/>
          </p:cNvSpPr>
          <p:nvPr/>
        </p:nvSpPr>
        <p:spPr>
          <a:xfrm xmlns:a="http://schemas.openxmlformats.org/drawingml/2006/main">
            <a:off x="11501438" y="3857625"/>
            <a:ext cx="953" cy="142875"/>
          </a:xfrm>
          <a:custGeom xmlns:a="http://schemas.openxmlformats.org/drawingml/2006/main">
            <a:pathLst>
              <a:path w="953" h="142875">
                <a:moveTo>
                  <a:pt x="0" y="0"/>
                </a:moveTo>
                <a:lnTo>
                  <a:pt x="0" y="142875"/>
                </a:lnTo>
              </a:path>
            </a:pathLst>
          </a:custGeom>
          <a:noFill xmlns:a="http://schemas.openxmlformats.org/drawingml/2006/main"/>
          <a:ln xmlns:a="http://schemas.openxmlformats.org/drawingml/2006/main" w="10478">
            <a:solidFill>
              <a:srgbClr val="000000"/>
            </a:solidFill>
            <a:prstDash val="solid"/>
          </a:ln>
        </p:spPr>
      </p:sp>
      <p:sp>
        <p:nvSpPr>
          <p:cNvPr id="184" name="dp44-comparison / n161 / arrow">
            <a:extLst xmlns:a="http://schemas.openxmlformats.org/drawingml/2006/main">
              <a:ext uri="{FF2B5EF4-FFF2-40B4-BE49-F238E27FC236}">
                <a16:creationId xmlns:a16="http://schemas.microsoft.com/office/drawing/2014/main" id="{A50979C9-A7F1-44A6-B75B-CB5E72D46711}"/>
              </a:ext>
            </a:extLst>
          </p:cNvPr>
          <p:cNvSpPr>
            <a:spLocks xmlns:a="http://schemas.openxmlformats.org/drawingml/2006/main" noGrp="1"/>
          </p:cNvSpPr>
          <p:nvPr/>
        </p:nvSpPr>
        <p:spPr>
          <a:xfrm xmlns:a="http://schemas.openxmlformats.org/drawingml/2006/main">
            <a:off x="11467910" y="3933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5" name="dp44-comparison / n162 / path">
            <a:extLst xmlns:a="http://schemas.openxmlformats.org/drawingml/2006/main">
              <a:ext uri="{FF2B5EF4-FFF2-40B4-BE49-F238E27FC236}">
                <a16:creationId xmlns:a16="http://schemas.microsoft.com/office/drawing/2014/main" id="{5C053469-3C12-497F-87FA-700C9CD04D53}"/>
              </a:ext>
            </a:extLst>
          </p:cNvPr>
          <p:cNvSpPr>
            <a:spLocks xmlns:a="http://schemas.openxmlformats.org/drawingml/2006/main" noGrp="1"/>
          </p:cNvSpPr>
          <p:nvPr/>
        </p:nvSpPr>
        <p:spPr>
          <a:xfrm xmlns:a="http://schemas.openxmlformats.org/drawingml/2006/main">
            <a:off x="15692438" y="3857625"/>
            <a:ext cx="953" cy="142875"/>
          </a:xfrm>
          <a:custGeom xmlns:a="http://schemas.openxmlformats.org/drawingml/2006/main">
            <a:pathLst>
              <a:path w="953" h="142875">
                <a:moveTo>
                  <a:pt x="0" y="0"/>
                </a:moveTo>
                <a:lnTo>
                  <a:pt x="0" y="142875"/>
                </a:lnTo>
              </a:path>
            </a:pathLst>
          </a:custGeom>
          <a:noFill xmlns:a="http://schemas.openxmlformats.org/drawingml/2006/main"/>
          <a:ln xmlns:a="http://schemas.openxmlformats.org/drawingml/2006/main" w="10478">
            <a:solidFill>
              <a:srgbClr val="000000"/>
            </a:solidFill>
            <a:prstDash val="solid"/>
          </a:ln>
        </p:spPr>
      </p:sp>
      <p:sp>
        <p:nvSpPr>
          <p:cNvPr id="186" name="dp44-comparison / n162 / arrow">
            <a:extLst xmlns:a="http://schemas.openxmlformats.org/drawingml/2006/main">
              <a:ext uri="{FF2B5EF4-FFF2-40B4-BE49-F238E27FC236}">
                <a16:creationId xmlns:a16="http://schemas.microsoft.com/office/drawing/2014/main" id="{1C280BAD-0CAB-4FB8-B853-64D6A328D6F5}"/>
              </a:ext>
            </a:extLst>
          </p:cNvPr>
          <p:cNvSpPr>
            <a:spLocks xmlns:a="http://schemas.openxmlformats.org/drawingml/2006/main" noGrp="1"/>
          </p:cNvSpPr>
          <p:nvPr/>
        </p:nvSpPr>
        <p:spPr>
          <a:xfrm xmlns:a="http://schemas.openxmlformats.org/drawingml/2006/main">
            <a:off x="15658910" y="3933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7" name="dp44-comparison / n167">
            <a:extLst xmlns:a="http://schemas.openxmlformats.org/drawingml/2006/main">
              <a:ext uri="{FF2B5EF4-FFF2-40B4-BE49-F238E27FC236}">
                <a16:creationId xmlns:a16="http://schemas.microsoft.com/office/drawing/2014/main" id="{2D3B24F4-0E2E-48A2-BB5B-AA3FD4369DD1}"/>
              </a:ext>
            </a:extLst>
          </p:cNvPr>
          <p:cNvSpPr>
            <a:spLocks xmlns:a="http://schemas.openxmlformats.org/drawingml/2006/main" noGrp="1"/>
          </p:cNvSpPr>
          <p:nvPr/>
        </p:nvSpPr>
        <p:spPr>
          <a:xfrm xmlns:a="http://schemas.openxmlformats.org/drawingml/2006/main">
            <a:off x="9953625" y="4762500"/>
            <a:ext cx="2238375" cy="3143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8" name="dp44-comparison / n168 / text 1">
            <a:extLst xmlns:a="http://schemas.openxmlformats.org/drawingml/2006/main">
              <a:ext uri="{FF2B5EF4-FFF2-40B4-BE49-F238E27FC236}">
                <a16:creationId xmlns:a16="http://schemas.microsoft.com/office/drawing/2014/main" id="{15BD351A-3AD1-4A13-9441-1C92E4364700}"/>
              </a:ext>
            </a:extLst>
          </p:cNvPr>
          <p:cNvSpPr>
            <a:spLocks xmlns:a="http://schemas.openxmlformats.org/drawingml/2006/main" noGrp="1"/>
          </p:cNvSpPr>
          <p:nvPr/>
        </p:nvSpPr>
        <p:spPr>
          <a:xfrm xmlns:a="http://schemas.openxmlformats.org/drawingml/2006/main">
            <a:off x="10039350" y="4814411"/>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89" name="dp44-comparison / n169">
            <a:extLst xmlns:a="http://schemas.openxmlformats.org/drawingml/2006/main">
              <a:ext uri="{FF2B5EF4-FFF2-40B4-BE49-F238E27FC236}">
                <a16:creationId xmlns:a16="http://schemas.microsoft.com/office/drawing/2014/main" id="{8677A7AD-A1C2-4438-BE30-417F1F15A83B}"/>
              </a:ext>
            </a:extLst>
          </p:cNvPr>
          <p:cNvSpPr>
            <a:spLocks xmlns:a="http://schemas.openxmlformats.org/drawingml/2006/main" noGrp="1"/>
          </p:cNvSpPr>
          <p:nvPr/>
        </p:nvSpPr>
        <p:spPr>
          <a:xfrm xmlns:a="http://schemas.openxmlformats.org/drawingml/2006/main">
            <a:off x="12573000" y="4705350"/>
            <a:ext cx="5000625" cy="1495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0" name="dp44-comparison / n170 / text 1">
            <a:extLst xmlns:a="http://schemas.openxmlformats.org/drawingml/2006/main">
              <a:ext uri="{FF2B5EF4-FFF2-40B4-BE49-F238E27FC236}">
                <a16:creationId xmlns:a16="http://schemas.microsoft.com/office/drawing/2014/main" id="{70CBD252-9613-40E3-99B4-619FD0D69668}"/>
              </a:ext>
            </a:extLst>
          </p:cNvPr>
          <p:cNvSpPr>
            <a:spLocks xmlns:a="http://schemas.openxmlformats.org/drawingml/2006/main" noGrp="1"/>
          </p:cNvSpPr>
          <p:nvPr/>
        </p:nvSpPr>
        <p:spPr>
          <a:xfrm xmlns:a="http://schemas.openxmlformats.org/drawingml/2006/main">
            <a:off x="12696825" y="4800600"/>
            <a:ext cx="4752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91" name="dp44-comparison / n171">
            <a:extLst xmlns:a="http://schemas.openxmlformats.org/drawingml/2006/main">
              <a:ext uri="{FF2B5EF4-FFF2-40B4-BE49-F238E27FC236}">
                <a16:creationId xmlns:a16="http://schemas.microsoft.com/office/drawing/2014/main" id="{8DCEA0AC-84E6-4853-8A02-0D4307496A25}"/>
              </a:ext>
            </a:extLst>
          </p:cNvPr>
          <p:cNvSpPr>
            <a:spLocks xmlns:a="http://schemas.openxmlformats.org/drawingml/2006/main" noGrp="1"/>
          </p:cNvSpPr>
          <p:nvPr/>
        </p:nvSpPr>
        <p:spPr>
          <a:xfrm xmlns:a="http://schemas.openxmlformats.org/drawingml/2006/main">
            <a:off x="12763500" y="5095875"/>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92" name="dp44-comparison / n172 / text 1">
            <a:extLst xmlns:a="http://schemas.openxmlformats.org/drawingml/2006/main">
              <a:ext uri="{FF2B5EF4-FFF2-40B4-BE49-F238E27FC236}">
                <a16:creationId xmlns:a16="http://schemas.microsoft.com/office/drawing/2014/main" id="{45BED42D-B337-4279-995F-6D93BF5F1C98}"/>
              </a:ext>
            </a:extLst>
          </p:cNvPr>
          <p:cNvSpPr>
            <a:spLocks xmlns:a="http://schemas.openxmlformats.org/drawingml/2006/main" noGrp="1"/>
          </p:cNvSpPr>
          <p:nvPr/>
        </p:nvSpPr>
        <p:spPr>
          <a:xfrm xmlns:a="http://schemas.openxmlformats.org/drawingml/2006/main">
            <a:off x="12849225" y="5147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93" name="dp44-comparison / n173 / path">
            <a:extLst xmlns:a="http://schemas.openxmlformats.org/drawingml/2006/main">
              <a:ext uri="{FF2B5EF4-FFF2-40B4-BE49-F238E27FC236}">
                <a16:creationId xmlns:a16="http://schemas.microsoft.com/office/drawing/2014/main" id="{91B8707F-9E00-40AA-90F6-C6179625CCD7}"/>
              </a:ext>
            </a:extLst>
          </p:cNvPr>
          <p:cNvSpPr>
            <a:spLocks xmlns:a="http://schemas.openxmlformats.org/drawingml/2006/main" noGrp="1"/>
          </p:cNvSpPr>
          <p:nvPr/>
        </p:nvSpPr>
        <p:spPr>
          <a:xfrm xmlns:a="http://schemas.openxmlformats.org/drawingml/2006/main">
            <a:off x="9858375" y="3667125"/>
            <a:ext cx="1214438" cy="1095375"/>
          </a:xfrm>
          <a:custGeom xmlns:a="http://schemas.openxmlformats.org/drawingml/2006/main">
            <a:pathLst>
              <a:path w="1214438" h="1095375">
                <a:moveTo>
                  <a:pt x="285750" y="0"/>
                </a:moveTo>
                <a:lnTo>
                  <a:pt x="0" y="0"/>
                </a:lnTo>
                <a:lnTo>
                  <a:pt x="0" y="981075"/>
                </a:lnTo>
                <a:lnTo>
                  <a:pt x="1214438" y="981075"/>
                </a:lnTo>
                <a:lnTo>
                  <a:pt x="1214438" y="1095375"/>
                </a:lnTo>
              </a:path>
            </a:pathLst>
          </a:custGeom>
          <a:noFill xmlns:a="http://schemas.openxmlformats.org/drawingml/2006/main"/>
          <a:ln xmlns:a="http://schemas.openxmlformats.org/drawingml/2006/main" w="10478">
            <a:solidFill>
              <a:srgbClr val="000000"/>
            </a:solidFill>
            <a:prstDash val="solid"/>
          </a:ln>
        </p:spPr>
      </p:sp>
      <p:sp>
        <p:nvSpPr>
          <p:cNvPr id="194" name="dp44-comparison / n173 / arrow">
            <a:extLst xmlns:a="http://schemas.openxmlformats.org/drawingml/2006/main">
              <a:ext uri="{FF2B5EF4-FFF2-40B4-BE49-F238E27FC236}">
                <a16:creationId xmlns:a16="http://schemas.microsoft.com/office/drawing/2014/main" id="{6A1FDB03-C1D1-4B7D-9F6C-16C8C7A04E98}"/>
              </a:ext>
            </a:extLst>
          </p:cNvPr>
          <p:cNvSpPr>
            <a:spLocks xmlns:a="http://schemas.openxmlformats.org/drawingml/2006/main" noGrp="1"/>
          </p:cNvSpPr>
          <p:nvPr/>
        </p:nvSpPr>
        <p:spPr>
          <a:xfrm xmlns:a="http://schemas.openxmlformats.org/drawingml/2006/main">
            <a:off x="11039285" y="4695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5" name="dp44-comparison / n174 / path">
            <a:extLst xmlns:a="http://schemas.openxmlformats.org/drawingml/2006/main">
              <a:ext uri="{FF2B5EF4-FFF2-40B4-BE49-F238E27FC236}">
                <a16:creationId xmlns:a16="http://schemas.microsoft.com/office/drawing/2014/main" id="{EA0C49DB-DF2F-423B-9D95-737994C57AC9}"/>
              </a:ext>
            </a:extLst>
          </p:cNvPr>
          <p:cNvSpPr>
            <a:spLocks xmlns:a="http://schemas.openxmlformats.org/drawingml/2006/main" noGrp="1"/>
          </p:cNvSpPr>
          <p:nvPr/>
        </p:nvSpPr>
        <p:spPr>
          <a:xfrm xmlns:a="http://schemas.openxmlformats.org/drawingml/2006/main">
            <a:off x="9763125" y="3762375"/>
            <a:ext cx="381000" cy="1157288"/>
          </a:xfrm>
          <a:custGeom xmlns:a="http://schemas.openxmlformats.org/drawingml/2006/main">
            <a:pathLst>
              <a:path w="381000" h="1157288">
                <a:moveTo>
                  <a:pt x="190500" y="1157288"/>
                </a:moveTo>
                <a:lnTo>
                  <a:pt x="0" y="1157288"/>
                </a:lnTo>
                <a:lnTo>
                  <a:pt x="0" y="0"/>
                </a:lnTo>
                <a:lnTo>
                  <a:pt x="381000" y="0"/>
                </a:lnTo>
              </a:path>
            </a:pathLst>
          </a:custGeom>
          <a:noFill xmlns:a="http://schemas.openxmlformats.org/drawingml/2006/main"/>
          <a:ln xmlns:a="http://schemas.openxmlformats.org/drawingml/2006/main" w="10478">
            <a:solidFill>
              <a:srgbClr val="B8753F"/>
            </a:solidFill>
            <a:prstDash val="dash"/>
          </a:ln>
        </p:spPr>
      </p:sp>
      <p:sp>
        <p:nvSpPr>
          <p:cNvPr id="196" name="dp44-comparison / n174 / arrow">
            <a:extLst xmlns:a="http://schemas.openxmlformats.org/drawingml/2006/main">
              <a:ext uri="{FF2B5EF4-FFF2-40B4-BE49-F238E27FC236}">
                <a16:creationId xmlns:a16="http://schemas.microsoft.com/office/drawing/2014/main" id="{5E98B3E9-A64C-4F34-90D1-583EF2701EB8}"/>
              </a:ext>
            </a:extLst>
          </p:cNvPr>
          <p:cNvSpPr>
            <a:spLocks xmlns:a="http://schemas.openxmlformats.org/drawingml/2006/main" noGrp="1"/>
          </p:cNvSpPr>
          <p:nvPr/>
        </p:nvSpPr>
        <p:spPr>
          <a:xfrm xmlns:a="http://schemas.openxmlformats.org/drawingml/2006/main">
            <a:off x="1007706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97" name="dp44-comparison / n177">
            <a:extLst xmlns:a="http://schemas.openxmlformats.org/drawingml/2006/main">
              <a:ext uri="{FF2B5EF4-FFF2-40B4-BE49-F238E27FC236}">
                <a16:creationId xmlns:a16="http://schemas.microsoft.com/office/drawing/2014/main" id="{D6AD9F37-9F31-45E2-9D49-508FA0F88E92}"/>
              </a:ext>
            </a:extLst>
          </p:cNvPr>
          <p:cNvSpPr>
            <a:spLocks xmlns:a="http://schemas.openxmlformats.org/drawingml/2006/main" noGrp="1"/>
          </p:cNvSpPr>
          <p:nvPr/>
        </p:nvSpPr>
        <p:spPr>
          <a:xfrm xmlns:a="http://schemas.openxmlformats.org/drawingml/2006/main">
            <a:off x="15287625" y="5095875"/>
            <a:ext cx="2095500"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98" name="dp44-comparison / n178 / text 1">
            <a:extLst xmlns:a="http://schemas.openxmlformats.org/drawingml/2006/main">
              <a:ext uri="{FF2B5EF4-FFF2-40B4-BE49-F238E27FC236}">
                <a16:creationId xmlns:a16="http://schemas.microsoft.com/office/drawing/2014/main" id="{86043301-C773-4E30-A5F4-46ACCE34A6D7}"/>
              </a:ext>
            </a:extLst>
          </p:cNvPr>
          <p:cNvSpPr>
            <a:spLocks xmlns:a="http://schemas.openxmlformats.org/drawingml/2006/main" noGrp="1"/>
          </p:cNvSpPr>
          <p:nvPr/>
        </p:nvSpPr>
        <p:spPr>
          <a:xfrm xmlns:a="http://schemas.openxmlformats.org/drawingml/2006/main">
            <a:off x="15373350" y="5141595"/>
            <a:ext cx="1924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99" name="dp44-comparison / n179">
            <a:extLst xmlns:a="http://schemas.openxmlformats.org/drawingml/2006/main">
              <a:ext uri="{FF2B5EF4-FFF2-40B4-BE49-F238E27FC236}">
                <a16:creationId xmlns:a16="http://schemas.microsoft.com/office/drawing/2014/main" id="{09073934-48AA-4BDE-A259-8879746D5C10}"/>
              </a:ext>
            </a:extLst>
          </p:cNvPr>
          <p:cNvSpPr>
            <a:spLocks xmlns:a="http://schemas.openxmlformats.org/drawingml/2006/main" noGrp="1"/>
          </p:cNvSpPr>
          <p:nvPr/>
        </p:nvSpPr>
        <p:spPr>
          <a:xfrm xmlns:a="http://schemas.openxmlformats.org/drawingml/2006/main">
            <a:off x="15287625" y="5657850"/>
            <a:ext cx="2095500" cy="3619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200" name="dp44-comparison / n180 / text 1">
            <a:extLst xmlns:a="http://schemas.openxmlformats.org/drawingml/2006/main">
              <a:ext uri="{FF2B5EF4-FFF2-40B4-BE49-F238E27FC236}">
                <a16:creationId xmlns:a16="http://schemas.microsoft.com/office/drawing/2014/main" id="{ED56EE64-63B2-43DE-985E-713F85D6406F}"/>
              </a:ext>
            </a:extLst>
          </p:cNvPr>
          <p:cNvSpPr>
            <a:spLocks xmlns:a="http://schemas.openxmlformats.org/drawingml/2006/main" noGrp="1"/>
          </p:cNvSpPr>
          <p:nvPr/>
        </p:nvSpPr>
        <p:spPr>
          <a:xfrm xmlns:a="http://schemas.openxmlformats.org/drawingml/2006/main">
            <a:off x="15373350" y="5764530"/>
            <a:ext cx="1924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201" name="dp44-comparison / n181">
            <a:extLst xmlns:a="http://schemas.openxmlformats.org/drawingml/2006/main">
              <a:ext uri="{FF2B5EF4-FFF2-40B4-BE49-F238E27FC236}">
                <a16:creationId xmlns:a16="http://schemas.microsoft.com/office/drawing/2014/main" id="{9E095A36-7FBA-4611-B3DB-0DA53A902A8A}"/>
              </a:ext>
            </a:extLst>
          </p:cNvPr>
          <p:cNvSpPr>
            <a:spLocks xmlns:a="http://schemas.openxmlformats.org/drawingml/2006/main" noGrp="1"/>
          </p:cNvSpPr>
          <p:nvPr/>
        </p:nvSpPr>
        <p:spPr>
          <a:xfrm xmlns:a="http://schemas.openxmlformats.org/drawingml/2006/main">
            <a:off x="12763500" y="5762625"/>
            <a:ext cx="21907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202" name="dp44-comparison / n182 / text 1">
            <a:extLst xmlns:a="http://schemas.openxmlformats.org/drawingml/2006/main">
              <a:ext uri="{FF2B5EF4-FFF2-40B4-BE49-F238E27FC236}">
                <a16:creationId xmlns:a16="http://schemas.microsoft.com/office/drawing/2014/main" id="{C05E4C9A-8E85-4B7E-B7AB-63D8C6EA6BC2}"/>
              </a:ext>
            </a:extLst>
          </p:cNvPr>
          <p:cNvSpPr>
            <a:spLocks xmlns:a="http://schemas.openxmlformats.org/drawingml/2006/main" noGrp="1"/>
          </p:cNvSpPr>
          <p:nvPr/>
        </p:nvSpPr>
        <p:spPr>
          <a:xfrm xmlns:a="http://schemas.openxmlformats.org/drawingml/2006/main">
            <a:off x="12849225" y="5796915"/>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Publication Control</a:t>
            </a:r>
          </a:p>
        </p:txBody>
      </p:sp>
      <p:sp>
        <p:nvSpPr>
          <p:cNvPr id="203" name="dp44-comparison / n183 / path">
            <a:extLst xmlns:a="http://schemas.openxmlformats.org/drawingml/2006/main">
              <a:ext uri="{FF2B5EF4-FFF2-40B4-BE49-F238E27FC236}">
                <a16:creationId xmlns:a16="http://schemas.microsoft.com/office/drawing/2014/main" id="{0C473B7E-CC91-4F16-8BF2-2C471CFF8892}"/>
              </a:ext>
            </a:extLst>
          </p:cNvPr>
          <p:cNvSpPr>
            <a:spLocks xmlns:a="http://schemas.openxmlformats.org/drawingml/2006/main" noGrp="1"/>
          </p:cNvSpPr>
          <p:nvPr/>
        </p:nvSpPr>
        <p:spPr>
          <a:xfrm xmlns:a="http://schemas.openxmlformats.org/drawingml/2006/main">
            <a:off x="11691938" y="3857625"/>
            <a:ext cx="1071563" cy="1395413"/>
          </a:xfrm>
          <a:custGeom xmlns:a="http://schemas.openxmlformats.org/drawingml/2006/main">
            <a:pathLst>
              <a:path w="1071563" h="1395413">
                <a:moveTo>
                  <a:pt x="0" y="0"/>
                </a:moveTo>
                <a:lnTo>
                  <a:pt x="0" y="714375"/>
                </a:lnTo>
                <a:lnTo>
                  <a:pt x="804863" y="714375"/>
                </a:lnTo>
                <a:lnTo>
                  <a:pt x="804863" y="1395413"/>
                </a:lnTo>
                <a:lnTo>
                  <a:pt x="1071563" y="1395413"/>
                </a:lnTo>
              </a:path>
            </a:pathLst>
          </a:custGeom>
          <a:noFill xmlns:a="http://schemas.openxmlformats.org/drawingml/2006/main"/>
          <a:ln xmlns:a="http://schemas.openxmlformats.org/drawingml/2006/main" w="10478">
            <a:solidFill>
              <a:srgbClr val="B8753F"/>
            </a:solidFill>
            <a:prstDash val="solid"/>
          </a:ln>
        </p:spPr>
      </p:sp>
      <p:sp>
        <p:nvSpPr>
          <p:cNvPr id="204" name="dp44-comparison / n183 / arrow">
            <a:extLst xmlns:a="http://schemas.openxmlformats.org/drawingml/2006/main">
              <a:ext uri="{FF2B5EF4-FFF2-40B4-BE49-F238E27FC236}">
                <a16:creationId xmlns:a16="http://schemas.microsoft.com/office/drawing/2014/main" id="{FEC57350-EBBF-489B-9475-24330EC3FEF4}"/>
              </a:ext>
            </a:extLst>
          </p:cNvPr>
          <p:cNvSpPr>
            <a:spLocks xmlns:a="http://schemas.openxmlformats.org/drawingml/2006/main" noGrp="1"/>
          </p:cNvSpPr>
          <p:nvPr/>
        </p:nvSpPr>
        <p:spPr>
          <a:xfrm xmlns:a="http://schemas.openxmlformats.org/drawingml/2006/main">
            <a:off x="12696444" y="52195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5" name="dp44-comparison / n184 / path">
            <a:extLst xmlns:a="http://schemas.openxmlformats.org/drawingml/2006/main">
              <a:ext uri="{FF2B5EF4-FFF2-40B4-BE49-F238E27FC236}">
                <a16:creationId xmlns:a16="http://schemas.microsoft.com/office/drawing/2014/main" id="{B86E3F5F-5171-4D00-B93C-40CFAA068BD0}"/>
              </a:ext>
            </a:extLst>
          </p:cNvPr>
          <p:cNvSpPr>
            <a:spLocks xmlns:a="http://schemas.openxmlformats.org/drawingml/2006/main" noGrp="1"/>
          </p:cNvSpPr>
          <p:nvPr/>
        </p:nvSpPr>
        <p:spPr>
          <a:xfrm xmlns:a="http://schemas.openxmlformats.org/drawingml/2006/main">
            <a:off x="14192250" y="3667125"/>
            <a:ext cx="3476625" cy="1428750"/>
          </a:xfrm>
          <a:custGeom xmlns:a="http://schemas.openxmlformats.org/drawingml/2006/main">
            <a:pathLst>
              <a:path w="3476625" h="1428750">
                <a:moveTo>
                  <a:pt x="3048000" y="0"/>
                </a:moveTo>
                <a:lnTo>
                  <a:pt x="3476625" y="0"/>
                </a:lnTo>
                <a:lnTo>
                  <a:pt x="3476625" y="923925"/>
                </a:lnTo>
                <a:lnTo>
                  <a:pt x="0" y="923925"/>
                </a:lnTo>
                <a:lnTo>
                  <a:pt x="0" y="1428750"/>
                </a:lnTo>
              </a:path>
            </a:pathLst>
          </a:custGeom>
          <a:noFill xmlns:a="http://schemas.openxmlformats.org/drawingml/2006/main"/>
          <a:ln xmlns:a="http://schemas.openxmlformats.org/drawingml/2006/main" w="10478">
            <a:solidFill>
              <a:srgbClr val="B8753F"/>
            </a:solidFill>
            <a:prstDash val="solid"/>
          </a:ln>
        </p:spPr>
      </p:sp>
      <p:sp>
        <p:nvSpPr>
          <p:cNvPr id="206" name="dp44-comparison / n184 / arrow">
            <a:extLst xmlns:a="http://schemas.openxmlformats.org/drawingml/2006/main">
              <a:ext uri="{FF2B5EF4-FFF2-40B4-BE49-F238E27FC236}">
                <a16:creationId xmlns:a16="http://schemas.microsoft.com/office/drawing/2014/main" id="{208EF017-7579-4A8E-A1DF-A14F6B619A58}"/>
              </a:ext>
            </a:extLst>
          </p:cNvPr>
          <p:cNvSpPr>
            <a:spLocks xmlns:a="http://schemas.openxmlformats.org/drawingml/2006/main" noGrp="1"/>
          </p:cNvSpPr>
          <p:nvPr/>
        </p:nvSpPr>
        <p:spPr>
          <a:xfrm xmlns:a="http://schemas.openxmlformats.org/drawingml/2006/main">
            <a:off x="14158722"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07" name="dp44-comparison / n185 / path">
            <a:extLst xmlns:a="http://schemas.openxmlformats.org/drawingml/2006/main">
              <a:ext uri="{FF2B5EF4-FFF2-40B4-BE49-F238E27FC236}">
                <a16:creationId xmlns:a16="http://schemas.microsoft.com/office/drawing/2014/main" id="{D7D582C6-721A-449F-892F-37B2056EE8D4}"/>
              </a:ext>
            </a:extLst>
          </p:cNvPr>
          <p:cNvSpPr>
            <a:spLocks xmlns:a="http://schemas.openxmlformats.org/drawingml/2006/main" noGrp="1"/>
          </p:cNvSpPr>
          <p:nvPr/>
        </p:nvSpPr>
        <p:spPr>
          <a:xfrm xmlns:a="http://schemas.openxmlformats.org/drawingml/2006/main">
            <a:off x="14954250" y="5253038"/>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B8753F"/>
            </a:solidFill>
            <a:prstDash val="solid"/>
          </a:ln>
        </p:spPr>
      </p:sp>
      <p:sp>
        <p:nvSpPr>
          <p:cNvPr id="208" name="dp44-comparison / n185 / arrow">
            <a:extLst xmlns:a="http://schemas.openxmlformats.org/drawingml/2006/main">
              <a:ext uri="{FF2B5EF4-FFF2-40B4-BE49-F238E27FC236}">
                <a16:creationId xmlns:a16="http://schemas.microsoft.com/office/drawing/2014/main" id="{4E7C6C83-9AE8-4CC2-8EF8-D726E6DC7729}"/>
              </a:ext>
            </a:extLst>
          </p:cNvPr>
          <p:cNvSpPr>
            <a:spLocks xmlns:a="http://schemas.openxmlformats.org/drawingml/2006/main" noGrp="1"/>
          </p:cNvSpPr>
          <p:nvPr/>
        </p:nvSpPr>
        <p:spPr>
          <a:xfrm xmlns:a="http://schemas.openxmlformats.org/drawingml/2006/main">
            <a:off x="15220569" y="52195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9" name="dp44-comparison / n186 / path">
            <a:extLst xmlns:a="http://schemas.openxmlformats.org/drawingml/2006/main">
              <a:ext uri="{FF2B5EF4-FFF2-40B4-BE49-F238E27FC236}">
                <a16:creationId xmlns:a16="http://schemas.microsoft.com/office/drawing/2014/main" id="{1BF76D62-81E3-4920-B6CC-C1665A7FB15D}"/>
              </a:ext>
            </a:extLst>
          </p:cNvPr>
          <p:cNvSpPr>
            <a:spLocks xmlns:a="http://schemas.openxmlformats.org/drawingml/2006/main" noGrp="1"/>
          </p:cNvSpPr>
          <p:nvPr/>
        </p:nvSpPr>
        <p:spPr>
          <a:xfrm xmlns:a="http://schemas.openxmlformats.org/drawingml/2006/main">
            <a:off x="12858750" y="3600450"/>
            <a:ext cx="3476625" cy="1495425"/>
          </a:xfrm>
          <a:custGeom xmlns:a="http://schemas.openxmlformats.org/drawingml/2006/main">
            <a:pathLst>
              <a:path w="3476625" h="1495425">
                <a:moveTo>
                  <a:pt x="0" y="0"/>
                </a:moveTo>
                <a:lnTo>
                  <a:pt x="238125" y="0"/>
                </a:lnTo>
                <a:lnTo>
                  <a:pt x="238125" y="933450"/>
                </a:lnTo>
                <a:lnTo>
                  <a:pt x="3476625" y="933450"/>
                </a:lnTo>
                <a:lnTo>
                  <a:pt x="3476625" y="1495425"/>
                </a:lnTo>
              </a:path>
            </a:pathLst>
          </a:custGeom>
          <a:noFill xmlns:a="http://schemas.openxmlformats.org/drawingml/2006/main"/>
          <a:ln xmlns:a="http://schemas.openxmlformats.org/drawingml/2006/main" w="10478">
            <a:solidFill>
              <a:srgbClr val="B8753F"/>
            </a:solidFill>
            <a:prstDash val="solid"/>
          </a:ln>
        </p:spPr>
      </p:sp>
      <p:sp>
        <p:nvSpPr>
          <p:cNvPr id="210" name="dp44-comparison / n186 / arrow">
            <a:extLst xmlns:a="http://schemas.openxmlformats.org/drawingml/2006/main">
              <a:ext uri="{FF2B5EF4-FFF2-40B4-BE49-F238E27FC236}">
                <a16:creationId xmlns:a16="http://schemas.microsoft.com/office/drawing/2014/main" id="{1779FB4F-6ED4-429A-BC2B-0F9CE29EBDFD}"/>
              </a:ext>
            </a:extLst>
          </p:cNvPr>
          <p:cNvSpPr>
            <a:spLocks xmlns:a="http://schemas.openxmlformats.org/drawingml/2006/main" noGrp="1"/>
          </p:cNvSpPr>
          <p:nvPr/>
        </p:nvSpPr>
        <p:spPr>
          <a:xfrm xmlns:a="http://schemas.openxmlformats.org/drawingml/2006/main">
            <a:off x="1630184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1" name="dp44-comparison / n189 / path">
            <a:extLst xmlns:a="http://schemas.openxmlformats.org/drawingml/2006/main">
              <a:ext uri="{FF2B5EF4-FFF2-40B4-BE49-F238E27FC236}">
                <a16:creationId xmlns:a16="http://schemas.microsoft.com/office/drawing/2014/main" id="{996375C9-F00B-4F9E-A9A6-44567A53808B}"/>
              </a:ext>
            </a:extLst>
          </p:cNvPr>
          <p:cNvSpPr>
            <a:spLocks xmlns:a="http://schemas.openxmlformats.org/drawingml/2006/main" noGrp="1"/>
          </p:cNvSpPr>
          <p:nvPr/>
        </p:nvSpPr>
        <p:spPr>
          <a:xfrm xmlns:a="http://schemas.openxmlformats.org/drawingml/2006/main">
            <a:off x="16764000" y="5410200"/>
            <a:ext cx="953" cy="247650"/>
          </a:xfrm>
          <a:custGeom xmlns:a="http://schemas.openxmlformats.org/drawingml/2006/main">
            <a:pathLst>
              <a:path w="953" h="247650">
                <a:moveTo>
                  <a:pt x="0" y="0"/>
                </a:moveTo>
                <a:lnTo>
                  <a:pt x="0" y="247650"/>
                </a:lnTo>
              </a:path>
            </a:pathLst>
          </a:custGeom>
          <a:noFill xmlns:a="http://schemas.openxmlformats.org/drawingml/2006/main"/>
          <a:ln xmlns:a="http://schemas.openxmlformats.org/drawingml/2006/main" w="10478">
            <a:solidFill>
              <a:srgbClr val="B8753F"/>
            </a:solidFill>
            <a:prstDash val="solid"/>
          </a:ln>
        </p:spPr>
      </p:sp>
      <p:sp>
        <p:nvSpPr>
          <p:cNvPr id="212" name="dp44-comparison / n189 / arrow">
            <a:extLst xmlns:a="http://schemas.openxmlformats.org/drawingml/2006/main">
              <a:ext uri="{FF2B5EF4-FFF2-40B4-BE49-F238E27FC236}">
                <a16:creationId xmlns:a16="http://schemas.microsoft.com/office/drawing/2014/main" id="{3222ABB9-6745-489B-9D44-D5158AD8B388}"/>
              </a:ext>
            </a:extLst>
          </p:cNvPr>
          <p:cNvSpPr>
            <a:spLocks xmlns:a="http://schemas.openxmlformats.org/drawingml/2006/main" noGrp="1"/>
          </p:cNvSpPr>
          <p:nvPr/>
        </p:nvSpPr>
        <p:spPr>
          <a:xfrm xmlns:a="http://schemas.openxmlformats.org/drawingml/2006/main">
            <a:off x="16730472" y="5590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3" name="dp44-comparison / n190 / path">
            <a:extLst xmlns:a="http://schemas.openxmlformats.org/drawingml/2006/main">
              <a:ext uri="{FF2B5EF4-FFF2-40B4-BE49-F238E27FC236}">
                <a16:creationId xmlns:a16="http://schemas.microsoft.com/office/drawing/2014/main" id="{43755C33-CE24-4271-8682-81B52A738CCE}"/>
              </a:ext>
            </a:extLst>
          </p:cNvPr>
          <p:cNvSpPr>
            <a:spLocks xmlns:a="http://schemas.openxmlformats.org/drawingml/2006/main" noGrp="1"/>
          </p:cNvSpPr>
          <p:nvPr/>
        </p:nvSpPr>
        <p:spPr>
          <a:xfrm xmlns:a="http://schemas.openxmlformats.org/drawingml/2006/main">
            <a:off x="13858875" y="5410200"/>
            <a:ext cx="2047875" cy="352425"/>
          </a:xfrm>
          <a:custGeom xmlns:a="http://schemas.openxmlformats.org/drawingml/2006/main">
            <a:pathLst>
              <a:path w="2047875" h="352425">
                <a:moveTo>
                  <a:pt x="2047875" y="0"/>
                </a:moveTo>
                <a:lnTo>
                  <a:pt x="2047875" y="133350"/>
                </a:lnTo>
                <a:lnTo>
                  <a:pt x="0" y="133350"/>
                </a:lnTo>
                <a:lnTo>
                  <a:pt x="0" y="352425"/>
                </a:lnTo>
              </a:path>
            </a:pathLst>
          </a:custGeom>
          <a:noFill xmlns:a="http://schemas.openxmlformats.org/drawingml/2006/main"/>
          <a:ln xmlns:a="http://schemas.openxmlformats.org/drawingml/2006/main" w="10478">
            <a:solidFill>
              <a:srgbClr val="B8753F"/>
            </a:solidFill>
            <a:prstDash val="solid"/>
          </a:ln>
        </p:spPr>
      </p:sp>
      <p:sp>
        <p:nvSpPr>
          <p:cNvPr id="214" name="dp44-comparison / n190 / arrow">
            <a:extLst xmlns:a="http://schemas.openxmlformats.org/drawingml/2006/main">
              <a:ext uri="{FF2B5EF4-FFF2-40B4-BE49-F238E27FC236}">
                <a16:creationId xmlns:a16="http://schemas.microsoft.com/office/drawing/2014/main" id="{591B7F88-8B67-4295-916F-6B5A73CAA7EA}"/>
              </a:ext>
            </a:extLst>
          </p:cNvPr>
          <p:cNvSpPr>
            <a:spLocks xmlns:a="http://schemas.openxmlformats.org/drawingml/2006/main" noGrp="1"/>
          </p:cNvSpPr>
          <p:nvPr/>
        </p:nvSpPr>
        <p:spPr>
          <a:xfrm xmlns:a="http://schemas.openxmlformats.org/drawingml/2006/main">
            <a:off x="13825347" y="5695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5" name="dp44-comparison / n199 / path">
            <a:extLst xmlns:a="http://schemas.openxmlformats.org/drawingml/2006/main">
              <a:ext uri="{FF2B5EF4-FFF2-40B4-BE49-F238E27FC236}">
                <a16:creationId xmlns:a16="http://schemas.microsoft.com/office/drawing/2014/main" id="{15BF2A77-282C-4EA2-8E3E-B9C8D423982D}"/>
              </a:ext>
            </a:extLst>
          </p:cNvPr>
          <p:cNvSpPr>
            <a:spLocks xmlns:a="http://schemas.openxmlformats.org/drawingml/2006/main" noGrp="1"/>
          </p:cNvSpPr>
          <p:nvPr/>
        </p:nvSpPr>
        <p:spPr>
          <a:xfrm xmlns:a="http://schemas.openxmlformats.org/drawingml/2006/main">
            <a:off x="9858375" y="63341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216" name="dp44-comparison / n202">
            <a:extLst xmlns:a="http://schemas.openxmlformats.org/drawingml/2006/main">
              <a:ext uri="{FF2B5EF4-FFF2-40B4-BE49-F238E27FC236}">
                <a16:creationId xmlns:a16="http://schemas.microsoft.com/office/drawing/2014/main" id="{81C9AF27-5DC4-4416-AD78-A5A4D292C35A}"/>
              </a:ext>
            </a:extLst>
          </p:cNvPr>
          <p:cNvSpPr>
            <a:spLocks xmlns:a="http://schemas.openxmlformats.org/drawingml/2006/main" noGrp="1"/>
          </p:cNvSpPr>
          <p:nvPr/>
        </p:nvSpPr>
        <p:spPr>
          <a:xfrm xmlns:a="http://schemas.openxmlformats.org/drawingml/2006/main">
            <a:off x="995362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7" name="dp44-comparison / n203 / text 1">
            <a:extLst xmlns:a="http://schemas.openxmlformats.org/drawingml/2006/main">
              <a:ext uri="{FF2B5EF4-FFF2-40B4-BE49-F238E27FC236}">
                <a16:creationId xmlns:a16="http://schemas.microsoft.com/office/drawing/2014/main" id="{5492F1F4-AFC5-404F-9C3A-887130DB8DAD}"/>
              </a:ext>
            </a:extLst>
          </p:cNvPr>
          <p:cNvSpPr>
            <a:spLocks xmlns:a="http://schemas.openxmlformats.org/drawingml/2006/main" noGrp="1"/>
          </p:cNvSpPr>
          <p:nvPr/>
        </p:nvSpPr>
        <p:spPr>
          <a:xfrm xmlns:a="http://schemas.openxmlformats.org/drawingml/2006/main">
            <a:off x="1003935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Meaning1 완료</a:t>
            </a:r>
          </a:p>
        </p:txBody>
      </p:sp>
      <p:sp>
        <p:nvSpPr>
          <p:cNvPr id="218" name="dp44-comparison / n204">
            <a:extLst xmlns:a="http://schemas.openxmlformats.org/drawingml/2006/main">
              <a:ext uri="{FF2B5EF4-FFF2-40B4-BE49-F238E27FC236}">
                <a16:creationId xmlns:a16="http://schemas.microsoft.com/office/drawing/2014/main" id="{E765E2E4-5A4F-460A-B509-ACDFCF3708D8}"/>
              </a:ext>
            </a:extLst>
          </p:cNvPr>
          <p:cNvSpPr>
            <a:spLocks xmlns:a="http://schemas.openxmlformats.org/drawingml/2006/main" noGrp="1"/>
          </p:cNvSpPr>
          <p:nvPr/>
        </p:nvSpPr>
        <p:spPr>
          <a:xfrm xmlns:a="http://schemas.openxmlformats.org/drawingml/2006/main">
            <a:off x="1262062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4-comparison / n205 / text 1">
            <a:extLst xmlns:a="http://schemas.openxmlformats.org/drawingml/2006/main">
              <a:ext uri="{FF2B5EF4-FFF2-40B4-BE49-F238E27FC236}">
                <a16:creationId xmlns:a16="http://schemas.microsoft.com/office/drawing/2014/main" id="{72767F40-7C28-4063-82E6-15287D18EF56}"/>
              </a:ext>
            </a:extLst>
          </p:cNvPr>
          <p:cNvSpPr>
            <a:spLocks xmlns:a="http://schemas.openxmlformats.org/drawingml/2006/main" noGrp="1"/>
          </p:cNvSpPr>
          <p:nvPr/>
        </p:nvSpPr>
        <p:spPr>
          <a:xfrm xmlns:a="http://schemas.openxmlformats.org/drawingml/2006/main">
            <a:off x="1270635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후보 생산</a:t>
            </a:r>
          </a:p>
        </p:txBody>
      </p:sp>
      <p:sp>
        <p:nvSpPr>
          <p:cNvPr id="220" name="dp44-comparison / n206 / path">
            <a:extLst xmlns:a="http://schemas.openxmlformats.org/drawingml/2006/main">
              <a:ext uri="{FF2B5EF4-FFF2-40B4-BE49-F238E27FC236}">
                <a16:creationId xmlns:a16="http://schemas.microsoft.com/office/drawing/2014/main" id="{0C6B7C4E-71F6-468F-841D-6D344C4AB162}"/>
              </a:ext>
            </a:extLst>
          </p:cNvPr>
          <p:cNvSpPr>
            <a:spLocks xmlns:a="http://schemas.openxmlformats.org/drawingml/2006/main" noGrp="1"/>
          </p:cNvSpPr>
          <p:nvPr/>
        </p:nvSpPr>
        <p:spPr>
          <a:xfrm xmlns:a="http://schemas.openxmlformats.org/drawingml/2006/main">
            <a:off x="1219200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21" name="dp44-comparison / n206 / arrow">
            <a:extLst xmlns:a="http://schemas.openxmlformats.org/drawingml/2006/main">
              <a:ext uri="{FF2B5EF4-FFF2-40B4-BE49-F238E27FC236}">
                <a16:creationId xmlns:a16="http://schemas.microsoft.com/office/drawing/2014/main" id="{DFBA2CAB-C610-4DE2-99C6-DA90968DE154}"/>
              </a:ext>
            </a:extLst>
          </p:cNvPr>
          <p:cNvSpPr>
            <a:spLocks xmlns:a="http://schemas.openxmlformats.org/drawingml/2006/main" noGrp="1"/>
          </p:cNvSpPr>
          <p:nvPr/>
        </p:nvSpPr>
        <p:spPr>
          <a:xfrm xmlns:a="http://schemas.openxmlformats.org/drawingml/2006/main">
            <a:off x="1255356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2" name="dp44-comparison / n207">
            <a:extLst xmlns:a="http://schemas.openxmlformats.org/drawingml/2006/main">
              <a:ext uri="{FF2B5EF4-FFF2-40B4-BE49-F238E27FC236}">
                <a16:creationId xmlns:a16="http://schemas.microsoft.com/office/drawing/2014/main" id="{C7DCDC58-AB80-4907-8E55-44720EE6775D}"/>
              </a:ext>
            </a:extLst>
          </p:cNvPr>
          <p:cNvSpPr>
            <a:spLocks xmlns:a="http://schemas.openxmlformats.org/drawingml/2006/main" noGrp="1"/>
          </p:cNvSpPr>
          <p:nvPr/>
        </p:nvSpPr>
        <p:spPr>
          <a:xfrm xmlns:a="http://schemas.openxmlformats.org/drawingml/2006/main">
            <a:off x="15287625" y="66198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3" name="dp44-comparison / n208 / text 1">
            <a:extLst xmlns:a="http://schemas.openxmlformats.org/drawingml/2006/main">
              <a:ext uri="{FF2B5EF4-FFF2-40B4-BE49-F238E27FC236}">
                <a16:creationId xmlns:a16="http://schemas.microsoft.com/office/drawing/2014/main" id="{738E3AF0-C590-4817-80E0-2FB6C3F4B934}"/>
              </a:ext>
            </a:extLst>
          </p:cNvPr>
          <p:cNvSpPr>
            <a:spLocks xmlns:a="http://schemas.openxmlformats.org/drawingml/2006/main" noGrp="1"/>
          </p:cNvSpPr>
          <p:nvPr/>
        </p:nvSpPr>
        <p:spPr>
          <a:xfrm xmlns:a="http://schemas.openxmlformats.org/drawingml/2006/main">
            <a:off x="15373350" y="66555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Join: 조건 검사 후 게시</a:t>
            </a:r>
          </a:p>
        </p:txBody>
      </p:sp>
      <p:sp>
        <p:nvSpPr>
          <p:cNvPr id="224" name="dp44-comparison / n209 / path">
            <a:extLst xmlns:a="http://schemas.openxmlformats.org/drawingml/2006/main">
              <a:ext uri="{FF2B5EF4-FFF2-40B4-BE49-F238E27FC236}">
                <a16:creationId xmlns:a16="http://schemas.microsoft.com/office/drawing/2014/main" id="{505BFFC8-5FD4-4953-832D-B85F285F9A24}"/>
              </a:ext>
            </a:extLst>
          </p:cNvPr>
          <p:cNvSpPr>
            <a:spLocks xmlns:a="http://schemas.openxmlformats.org/drawingml/2006/main" noGrp="1"/>
          </p:cNvSpPr>
          <p:nvPr/>
        </p:nvSpPr>
        <p:spPr>
          <a:xfrm xmlns:a="http://schemas.openxmlformats.org/drawingml/2006/main">
            <a:off x="1485900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25" name="dp44-comparison / n209 / arrow">
            <a:extLst xmlns:a="http://schemas.openxmlformats.org/drawingml/2006/main">
              <a:ext uri="{FF2B5EF4-FFF2-40B4-BE49-F238E27FC236}">
                <a16:creationId xmlns:a16="http://schemas.microsoft.com/office/drawing/2014/main" id="{65C2F2E6-3E84-42A3-AC7D-A60B1BBCC83C}"/>
              </a:ext>
            </a:extLst>
          </p:cNvPr>
          <p:cNvSpPr>
            <a:spLocks xmlns:a="http://schemas.openxmlformats.org/drawingml/2006/main" noGrp="1"/>
          </p:cNvSpPr>
          <p:nvPr/>
        </p:nvSpPr>
        <p:spPr>
          <a:xfrm xmlns:a="http://schemas.openxmlformats.org/drawingml/2006/main">
            <a:off x="1522056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6" name="dp44-comparison / n214">
            <a:extLst xmlns:a="http://schemas.openxmlformats.org/drawingml/2006/main">
              <a:ext uri="{FF2B5EF4-FFF2-40B4-BE49-F238E27FC236}">
                <a16:creationId xmlns:a16="http://schemas.microsoft.com/office/drawing/2014/main" id="{D87513AC-F1B5-4DD4-AB0E-00E29539AB9C}"/>
              </a:ext>
            </a:extLst>
          </p:cNvPr>
          <p:cNvSpPr>
            <a:spLocks xmlns:a="http://schemas.openxmlformats.org/drawingml/2006/main" noGrp="1"/>
          </p:cNvSpPr>
          <p:nvPr/>
        </p:nvSpPr>
        <p:spPr>
          <a:xfrm xmlns:a="http://schemas.openxmlformats.org/drawingml/2006/main">
            <a:off x="995362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4-comparison / n215 / text 1">
            <a:extLst xmlns:a="http://schemas.openxmlformats.org/drawingml/2006/main">
              <a:ext uri="{FF2B5EF4-FFF2-40B4-BE49-F238E27FC236}">
                <a16:creationId xmlns:a16="http://schemas.microsoft.com/office/drawing/2014/main" id="{BF404A58-C496-4A97-8D04-47CBCB8617E4}"/>
              </a:ext>
            </a:extLst>
          </p:cNvPr>
          <p:cNvSpPr>
            <a:spLocks xmlns:a="http://schemas.openxmlformats.org/drawingml/2006/main" noGrp="1"/>
          </p:cNvSpPr>
          <p:nvPr/>
        </p:nvSpPr>
        <p:spPr>
          <a:xfrm xmlns:a="http://schemas.openxmlformats.org/drawingml/2006/main">
            <a:off x="1003935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옛 응답 준비 완료</a:t>
            </a:r>
          </a:p>
        </p:txBody>
      </p:sp>
      <p:sp>
        <p:nvSpPr>
          <p:cNvPr id="228" name="dp44-comparison / n216">
            <a:extLst xmlns:a="http://schemas.openxmlformats.org/drawingml/2006/main">
              <a:ext uri="{FF2B5EF4-FFF2-40B4-BE49-F238E27FC236}">
                <a16:creationId xmlns:a16="http://schemas.microsoft.com/office/drawing/2014/main" id="{069DF4B0-7EEE-4D60-B436-3AF412B11254}"/>
              </a:ext>
            </a:extLst>
          </p:cNvPr>
          <p:cNvSpPr>
            <a:spLocks xmlns:a="http://schemas.openxmlformats.org/drawingml/2006/main" noGrp="1"/>
          </p:cNvSpPr>
          <p:nvPr/>
        </p:nvSpPr>
        <p:spPr>
          <a:xfrm xmlns:a="http://schemas.openxmlformats.org/drawingml/2006/main">
            <a:off x="1262062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4-comparison / n217 / text 1">
            <a:extLst xmlns:a="http://schemas.openxmlformats.org/drawingml/2006/main">
              <a:ext uri="{FF2B5EF4-FFF2-40B4-BE49-F238E27FC236}">
                <a16:creationId xmlns:a16="http://schemas.microsoft.com/office/drawing/2014/main" id="{B5DBE556-634D-4CE8-951D-181C7B847EDE}"/>
              </a:ext>
            </a:extLst>
          </p:cNvPr>
          <p:cNvSpPr>
            <a:spLocks xmlns:a="http://schemas.openxmlformats.org/drawingml/2006/main" noGrp="1"/>
          </p:cNvSpPr>
          <p:nvPr/>
        </p:nvSpPr>
        <p:spPr>
          <a:xfrm xmlns:a="http://schemas.openxmlformats.org/drawingml/2006/main">
            <a:off x="1270635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Join: 현재 입력 조건 검사</a:t>
            </a:r>
          </a:p>
        </p:txBody>
      </p:sp>
      <p:sp>
        <p:nvSpPr>
          <p:cNvPr id="230" name="dp44-comparison / n218 / path">
            <a:extLst xmlns:a="http://schemas.openxmlformats.org/drawingml/2006/main">
              <a:ext uri="{FF2B5EF4-FFF2-40B4-BE49-F238E27FC236}">
                <a16:creationId xmlns:a16="http://schemas.microsoft.com/office/drawing/2014/main" id="{CEBF7ABA-EE89-4CA9-B373-AD216972B304}"/>
              </a:ext>
            </a:extLst>
          </p:cNvPr>
          <p:cNvSpPr>
            <a:spLocks xmlns:a="http://schemas.openxmlformats.org/drawingml/2006/main" noGrp="1"/>
          </p:cNvSpPr>
          <p:nvPr/>
        </p:nvSpPr>
        <p:spPr>
          <a:xfrm xmlns:a="http://schemas.openxmlformats.org/drawingml/2006/main">
            <a:off x="1219200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1" name="dp44-comparison / n218 / arrow">
            <a:extLst xmlns:a="http://schemas.openxmlformats.org/drawingml/2006/main">
              <a:ext uri="{FF2B5EF4-FFF2-40B4-BE49-F238E27FC236}">
                <a16:creationId xmlns:a16="http://schemas.microsoft.com/office/drawing/2014/main" id="{7C4C8ED0-0DA5-409E-AFBC-E846C41549E4}"/>
              </a:ext>
            </a:extLst>
          </p:cNvPr>
          <p:cNvSpPr>
            <a:spLocks xmlns:a="http://schemas.openxmlformats.org/drawingml/2006/main" noGrp="1"/>
          </p:cNvSpPr>
          <p:nvPr/>
        </p:nvSpPr>
        <p:spPr>
          <a:xfrm xmlns:a="http://schemas.openxmlformats.org/drawingml/2006/main">
            <a:off x="1255356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2" name="dp44-comparison / n219">
            <a:extLst xmlns:a="http://schemas.openxmlformats.org/drawingml/2006/main">
              <a:ext uri="{FF2B5EF4-FFF2-40B4-BE49-F238E27FC236}">
                <a16:creationId xmlns:a16="http://schemas.microsoft.com/office/drawing/2014/main" id="{438DE740-99A4-4BA0-9FFD-DD81FC60A610}"/>
              </a:ext>
            </a:extLst>
          </p:cNvPr>
          <p:cNvSpPr>
            <a:spLocks xmlns:a="http://schemas.openxmlformats.org/drawingml/2006/main" noGrp="1"/>
          </p:cNvSpPr>
          <p:nvPr/>
        </p:nvSpPr>
        <p:spPr>
          <a:xfrm xmlns:a="http://schemas.openxmlformats.org/drawingml/2006/main">
            <a:off x="15287625" y="7286625"/>
            <a:ext cx="2190750"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4-comparison / n220 / text 1">
            <a:extLst xmlns:a="http://schemas.openxmlformats.org/drawingml/2006/main">
              <a:ext uri="{FF2B5EF4-FFF2-40B4-BE49-F238E27FC236}">
                <a16:creationId xmlns:a16="http://schemas.microsoft.com/office/drawing/2014/main" id="{AD2F8E6B-3B86-4831-90B1-E8B7DBB00066}"/>
              </a:ext>
            </a:extLst>
          </p:cNvPr>
          <p:cNvSpPr>
            <a:spLocks xmlns:a="http://schemas.openxmlformats.org/drawingml/2006/main" noGrp="1"/>
          </p:cNvSpPr>
          <p:nvPr/>
        </p:nvSpPr>
        <p:spPr>
          <a:xfrm xmlns:a="http://schemas.openxmlformats.org/drawingml/2006/main">
            <a:off x="15373350" y="731758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Window에서 폐기</a:t>
            </a:r>
          </a:p>
        </p:txBody>
      </p:sp>
      <p:sp>
        <p:nvSpPr>
          <p:cNvPr id="234" name="dp44-comparison / n221 / path">
            <a:extLst xmlns:a="http://schemas.openxmlformats.org/drawingml/2006/main">
              <a:ext uri="{FF2B5EF4-FFF2-40B4-BE49-F238E27FC236}">
                <a16:creationId xmlns:a16="http://schemas.microsoft.com/office/drawing/2014/main" id="{4D040FF6-9C34-458E-AA47-7FB1A89E8CC9}"/>
              </a:ext>
            </a:extLst>
          </p:cNvPr>
          <p:cNvSpPr>
            <a:spLocks xmlns:a="http://schemas.openxmlformats.org/drawingml/2006/main" noGrp="1"/>
          </p:cNvSpPr>
          <p:nvPr/>
        </p:nvSpPr>
        <p:spPr>
          <a:xfrm xmlns:a="http://schemas.openxmlformats.org/drawingml/2006/main">
            <a:off x="1485900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5" name="dp44-comparison / n221 / arrow">
            <a:extLst xmlns:a="http://schemas.openxmlformats.org/drawingml/2006/main">
              <a:ext uri="{FF2B5EF4-FFF2-40B4-BE49-F238E27FC236}">
                <a16:creationId xmlns:a16="http://schemas.microsoft.com/office/drawing/2014/main" id="{BF11AC63-283C-4B06-A7A5-0B721C7D7C51}"/>
              </a:ext>
            </a:extLst>
          </p:cNvPr>
          <p:cNvSpPr>
            <a:spLocks xmlns:a="http://schemas.openxmlformats.org/drawingml/2006/main" noGrp="1"/>
          </p:cNvSpPr>
          <p:nvPr/>
        </p:nvSpPr>
        <p:spPr>
          <a:xfrm xmlns:a="http://schemas.openxmlformats.org/drawingml/2006/main">
            <a:off x="1522056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6" name="dp44-comparison / n145">
            <a:extLst xmlns:a="http://schemas.openxmlformats.org/drawingml/2006/main">
              <a:ext uri="{FF2B5EF4-FFF2-40B4-BE49-F238E27FC236}">
                <a16:creationId xmlns:a16="http://schemas.microsoft.com/office/drawing/2014/main" id="{9A46DDDF-FA23-46C3-8479-93944619FF23}"/>
              </a:ext>
            </a:extLst>
          </p:cNvPr>
          <p:cNvSpPr>
            <a:spLocks xmlns:a="http://schemas.openxmlformats.org/drawingml/2006/main" noGrp="1"/>
          </p:cNvSpPr>
          <p:nvPr/>
        </p:nvSpPr>
        <p:spPr>
          <a:xfrm xmlns:a="http://schemas.openxmlformats.org/drawingml/2006/main">
            <a:off x="9934575" y="2771775"/>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4-comparison / n146 / text 1">
            <a:extLst xmlns:a="http://schemas.openxmlformats.org/drawingml/2006/main">
              <a:ext uri="{FF2B5EF4-FFF2-40B4-BE49-F238E27FC236}">
                <a16:creationId xmlns:a16="http://schemas.microsoft.com/office/drawing/2014/main" id="{1D766B54-83A7-469B-9A3D-36A3FCD28EBB}"/>
              </a:ext>
            </a:extLst>
          </p:cNvPr>
          <p:cNvSpPr>
            <a:spLocks xmlns:a="http://schemas.openxmlformats.org/drawingml/2006/main" noGrp="1"/>
          </p:cNvSpPr>
          <p:nvPr/>
        </p:nvSpPr>
        <p:spPr>
          <a:xfrm xmlns:a="http://schemas.openxmlformats.org/drawingml/2006/main">
            <a:off x="9953625" y="2781300"/>
            <a:ext cx="39052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238" name="dp44-comparison / n147">
            <a:extLst xmlns:a="http://schemas.openxmlformats.org/drawingml/2006/main">
              <a:ext uri="{FF2B5EF4-FFF2-40B4-BE49-F238E27FC236}">
                <a16:creationId xmlns:a16="http://schemas.microsoft.com/office/drawing/2014/main" id="{6AF3BB95-C92C-4A0C-BDE0-19F4CA49B9FC}"/>
              </a:ext>
            </a:extLst>
          </p:cNvPr>
          <p:cNvSpPr>
            <a:spLocks xmlns:a="http://schemas.openxmlformats.org/drawingml/2006/main" noGrp="1"/>
          </p:cNvSpPr>
          <p:nvPr/>
        </p:nvSpPr>
        <p:spPr>
          <a:xfrm xmlns:a="http://schemas.openxmlformats.org/drawingml/2006/main">
            <a:off x="14601825" y="2771775"/>
            <a:ext cx="255651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4-comparison / n148 / text 1">
            <a:extLst xmlns:a="http://schemas.openxmlformats.org/drawingml/2006/main">
              <a:ext uri="{FF2B5EF4-FFF2-40B4-BE49-F238E27FC236}">
                <a16:creationId xmlns:a16="http://schemas.microsoft.com/office/drawing/2014/main" id="{136BD740-8775-41FD-89BA-8F00570CEBC3}"/>
              </a:ext>
            </a:extLst>
          </p:cNvPr>
          <p:cNvSpPr>
            <a:spLocks xmlns:a="http://schemas.openxmlformats.org/drawingml/2006/main" noGrp="1"/>
          </p:cNvSpPr>
          <p:nvPr/>
        </p:nvSpPr>
        <p:spPr>
          <a:xfrm xmlns:a="http://schemas.openxmlformats.org/drawingml/2006/main">
            <a:off x="14620875" y="2781300"/>
            <a:ext cx="3048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240" name="dp44-comparison / n163">
            <a:extLst xmlns:a="http://schemas.openxmlformats.org/drawingml/2006/main">
              <a:ext uri="{FF2B5EF4-FFF2-40B4-BE49-F238E27FC236}">
                <a16:creationId xmlns:a16="http://schemas.microsoft.com/office/drawing/2014/main" id="{B9EFBE5C-B4B6-4A00-824E-577F1DFB7530}"/>
              </a:ext>
            </a:extLst>
          </p:cNvPr>
          <p:cNvSpPr>
            <a:spLocks xmlns:a="http://schemas.openxmlformats.org/drawingml/2006/main" noGrp="1"/>
          </p:cNvSpPr>
          <p:nvPr/>
        </p:nvSpPr>
        <p:spPr>
          <a:xfrm xmlns:a="http://schemas.openxmlformats.org/drawingml/2006/main">
            <a:off x="10125075" y="3886200"/>
            <a:ext cx="139636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4-comparison / n164 / text 1">
            <a:extLst xmlns:a="http://schemas.openxmlformats.org/drawingml/2006/main">
              <a:ext uri="{FF2B5EF4-FFF2-40B4-BE49-F238E27FC236}">
                <a16:creationId xmlns:a16="http://schemas.microsoft.com/office/drawing/2014/main" id="{1D6AF60E-768A-4630-9D85-EE628B85831F}"/>
              </a:ext>
            </a:extLst>
          </p:cNvPr>
          <p:cNvSpPr>
            <a:spLocks xmlns:a="http://schemas.openxmlformats.org/drawingml/2006/main" noGrp="1"/>
          </p:cNvSpPr>
          <p:nvPr/>
        </p:nvSpPr>
        <p:spPr>
          <a:xfrm xmlns:a="http://schemas.openxmlformats.org/drawingml/2006/main">
            <a:off x="10144125" y="3895725"/>
            <a:ext cx="2857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Input1 / Job1 / 현재 입력</a:t>
            </a:r>
          </a:p>
        </p:txBody>
      </p:sp>
      <p:sp>
        <p:nvSpPr>
          <p:cNvPr id="242" name="dp44-comparison / n165">
            <a:extLst xmlns:a="http://schemas.openxmlformats.org/drawingml/2006/main">
              <a:ext uri="{FF2B5EF4-FFF2-40B4-BE49-F238E27FC236}">
                <a16:creationId xmlns:a16="http://schemas.microsoft.com/office/drawing/2014/main" id="{28B78F4D-BF4F-4CFC-A91D-D83477EB4A99}"/>
              </a:ext>
            </a:extLst>
          </p:cNvPr>
          <p:cNvSpPr>
            <a:spLocks xmlns:a="http://schemas.openxmlformats.org/drawingml/2006/main" noGrp="1"/>
          </p:cNvSpPr>
          <p:nvPr/>
        </p:nvSpPr>
        <p:spPr>
          <a:xfrm xmlns:a="http://schemas.openxmlformats.org/drawingml/2006/main">
            <a:off x="14125575" y="388620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4-comparison / n166 / text 1">
            <a:extLst xmlns:a="http://schemas.openxmlformats.org/drawingml/2006/main">
              <a:ext uri="{FF2B5EF4-FFF2-40B4-BE49-F238E27FC236}">
                <a16:creationId xmlns:a16="http://schemas.microsoft.com/office/drawing/2014/main" id="{87E2E893-4F88-47DF-8ACB-111076C1E68C}"/>
              </a:ext>
            </a:extLst>
          </p:cNvPr>
          <p:cNvSpPr>
            <a:spLocks xmlns:a="http://schemas.openxmlformats.org/drawingml/2006/main" noGrp="1"/>
          </p:cNvSpPr>
          <p:nvPr/>
        </p:nvSpPr>
        <p:spPr>
          <a:xfrm xmlns:a="http://schemas.openxmlformats.org/drawingml/2006/main">
            <a:off x="14144625" y="3895725"/>
            <a:ext cx="30956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Task1 / Question1 / 정보 변경 확인</a:t>
            </a:r>
          </a:p>
        </p:txBody>
      </p:sp>
      <p:sp>
        <p:nvSpPr>
          <p:cNvPr id="244" name="dp44-comparison / n175">
            <a:extLst xmlns:a="http://schemas.openxmlformats.org/drawingml/2006/main">
              <a:ext uri="{FF2B5EF4-FFF2-40B4-BE49-F238E27FC236}">
                <a16:creationId xmlns:a16="http://schemas.microsoft.com/office/drawing/2014/main" id="{78D418D6-8B0A-47B2-86B3-5B23C33F6B3F}"/>
              </a:ext>
            </a:extLst>
          </p:cNvPr>
          <p:cNvSpPr>
            <a:spLocks xmlns:a="http://schemas.openxmlformats.org/drawingml/2006/main" noGrp="1"/>
          </p:cNvSpPr>
          <p:nvPr/>
        </p:nvSpPr>
        <p:spPr>
          <a:xfrm xmlns:a="http://schemas.openxmlformats.org/drawingml/2006/main">
            <a:off x="9934575" y="5133975"/>
            <a:ext cx="150514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4-comparison / n176 / text 1">
            <a:extLst xmlns:a="http://schemas.openxmlformats.org/drawingml/2006/main">
              <a:ext uri="{FF2B5EF4-FFF2-40B4-BE49-F238E27FC236}">
                <a16:creationId xmlns:a16="http://schemas.microsoft.com/office/drawing/2014/main" id="{09E938CA-5E30-42ED-83C9-013B7B346217}"/>
              </a:ext>
            </a:extLst>
          </p:cNvPr>
          <p:cNvSpPr>
            <a:spLocks xmlns:a="http://schemas.openxmlformats.org/drawingml/2006/main" noGrp="1"/>
          </p:cNvSpPr>
          <p:nvPr/>
        </p:nvSpPr>
        <p:spPr>
          <a:xfrm xmlns:a="http://schemas.openxmlformats.org/drawingml/2006/main">
            <a:off x="9953625" y="5143500"/>
            <a:ext cx="2238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이해 완료: Meaning1</a:t>
            </a:r>
          </a:p>
        </p:txBody>
      </p:sp>
      <p:sp>
        <p:nvSpPr>
          <p:cNvPr id="246" name="dp44-comparison / n187">
            <a:extLst xmlns:a="http://schemas.openxmlformats.org/drawingml/2006/main">
              <a:ext uri="{FF2B5EF4-FFF2-40B4-BE49-F238E27FC236}">
                <a16:creationId xmlns:a16="http://schemas.microsoft.com/office/drawing/2014/main" id="{09AC4676-FF4C-4DD9-BEFF-06CBB0B77B1E}"/>
              </a:ext>
            </a:extLst>
          </p:cNvPr>
          <p:cNvSpPr>
            <a:spLocks xmlns:a="http://schemas.openxmlformats.org/drawingml/2006/main" noGrp="1"/>
          </p:cNvSpPr>
          <p:nvPr/>
        </p:nvSpPr>
        <p:spPr>
          <a:xfrm xmlns:a="http://schemas.openxmlformats.org/drawingml/2006/main">
            <a:off x="13325475" y="4381500"/>
            <a:ext cx="288626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4-comparison / n188 / text 1">
            <a:extLst xmlns:a="http://schemas.openxmlformats.org/drawingml/2006/main">
              <a:ext uri="{FF2B5EF4-FFF2-40B4-BE49-F238E27FC236}">
                <a16:creationId xmlns:a16="http://schemas.microsoft.com/office/drawing/2014/main" id="{9E20D3DD-E69D-48F9-9FEE-4DF0B67E050C}"/>
              </a:ext>
            </a:extLst>
          </p:cNvPr>
          <p:cNvSpPr>
            <a:spLocks xmlns:a="http://schemas.openxmlformats.org/drawingml/2006/main" noGrp="1"/>
          </p:cNvSpPr>
          <p:nvPr/>
        </p:nvSpPr>
        <p:spPr>
          <a:xfrm xmlns:a="http://schemas.openxmlformats.org/drawingml/2006/main">
            <a:off x="13344525" y="4391025"/>
            <a:ext cx="40862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Meaning1 / NoticeReady / 입력 해소 또는 질문 허용</a:t>
            </a:r>
          </a:p>
        </p:txBody>
      </p:sp>
      <p:sp>
        <p:nvSpPr>
          <p:cNvPr id="248" name="dp44-comparison / n191">
            <a:extLst xmlns:a="http://schemas.openxmlformats.org/drawingml/2006/main">
              <a:ext uri="{FF2B5EF4-FFF2-40B4-BE49-F238E27FC236}">
                <a16:creationId xmlns:a16="http://schemas.microsoft.com/office/drawing/2014/main" id="{8ADCBC32-76A4-44C7-85D5-28EC8FD8B080}"/>
              </a:ext>
            </a:extLst>
          </p:cNvPr>
          <p:cNvSpPr>
            <a:spLocks xmlns:a="http://schemas.openxmlformats.org/drawingml/2006/main" noGrp="1"/>
          </p:cNvSpPr>
          <p:nvPr/>
        </p:nvSpPr>
        <p:spPr>
          <a:xfrm xmlns:a="http://schemas.openxmlformats.org/drawingml/2006/main">
            <a:off x="12934950" y="5448300"/>
            <a:ext cx="7391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4-comparison / n192 / text 1">
            <a:extLst xmlns:a="http://schemas.openxmlformats.org/drawingml/2006/main">
              <a:ext uri="{FF2B5EF4-FFF2-40B4-BE49-F238E27FC236}">
                <a16:creationId xmlns:a16="http://schemas.microsoft.com/office/drawing/2014/main" id="{EC78EDED-3A64-4699-9FF1-E6339876EC8C}"/>
              </a:ext>
            </a:extLst>
          </p:cNvPr>
          <p:cNvSpPr>
            <a:spLocks xmlns:a="http://schemas.openxmlformats.org/drawingml/2006/main" noGrp="1"/>
          </p:cNvSpPr>
          <p:nvPr/>
        </p:nvSpPr>
        <p:spPr>
          <a:xfrm xmlns:a="http://schemas.openxmlformats.org/drawingml/2006/main">
            <a:off x="12954000" y="5457825"/>
            <a:ext cx="2000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Candidate1</a:t>
            </a:r>
          </a:p>
        </p:txBody>
      </p:sp>
      <p:sp>
        <p:nvSpPr>
          <p:cNvPr id="250" name="dp44-comparison / n193">
            <a:extLst xmlns:a="http://schemas.openxmlformats.org/drawingml/2006/main">
              <a:ext uri="{FF2B5EF4-FFF2-40B4-BE49-F238E27FC236}">
                <a16:creationId xmlns:a16="http://schemas.microsoft.com/office/drawing/2014/main" id="{A0D272A4-AAC2-4F3B-AB8F-780243A594D7}"/>
              </a:ext>
            </a:extLst>
          </p:cNvPr>
          <p:cNvSpPr>
            <a:spLocks xmlns:a="http://schemas.openxmlformats.org/drawingml/2006/main" noGrp="1"/>
          </p:cNvSpPr>
          <p:nvPr/>
        </p:nvSpPr>
        <p:spPr>
          <a:xfrm xmlns:a="http://schemas.openxmlformats.org/drawingml/2006/main">
            <a:off x="9953625" y="5362575"/>
            <a:ext cx="2238375" cy="685800"/>
          </a:xfrm>
          <a:custGeom xmlns:a="http://schemas.openxmlformats.org/drawingml/2006/main">
            <a:pathLst>
              <a:path w="2238375" h="685800">
                <a:moveTo>
                  <a:pt x="0" y="0"/>
                </a:moveTo>
                <a:lnTo>
                  <a:pt x="2066925" y="0"/>
                </a:lnTo>
                <a:lnTo>
                  <a:pt x="2238375" y="171450"/>
                </a:lnTo>
                <a:lnTo>
                  <a:pt x="2238375" y="685800"/>
                </a:lnTo>
                <a:lnTo>
                  <a:pt x="0" y="685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1" name="dp44-comparison / n193 / fold">
            <a:extLst xmlns:a="http://schemas.openxmlformats.org/drawingml/2006/main">
              <a:ext uri="{FF2B5EF4-FFF2-40B4-BE49-F238E27FC236}">
                <a16:creationId xmlns:a16="http://schemas.microsoft.com/office/drawing/2014/main" id="{C914017A-DFAB-4A54-8B49-12BDAB35F513}"/>
              </a:ext>
            </a:extLst>
          </p:cNvPr>
          <p:cNvSpPr>
            <a:spLocks xmlns:a="http://schemas.openxmlformats.org/drawingml/2006/main" noGrp="1"/>
          </p:cNvSpPr>
          <p:nvPr/>
        </p:nvSpPr>
        <p:spPr>
          <a:xfrm xmlns:a="http://schemas.openxmlformats.org/drawingml/2006/main">
            <a:off x="12020550" y="53625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2" name="dp44-comparison / n194 / text 1">
            <a:extLst xmlns:a="http://schemas.openxmlformats.org/drawingml/2006/main">
              <a:ext uri="{FF2B5EF4-FFF2-40B4-BE49-F238E27FC236}">
                <a16:creationId xmlns:a16="http://schemas.microsoft.com/office/drawing/2014/main" id="{A3532F99-95A2-4410-85BB-53CB3B5FF7BB}"/>
              </a:ext>
            </a:extLst>
          </p:cNvPr>
          <p:cNvSpPr>
            <a:spLocks xmlns:a="http://schemas.openxmlformats.org/drawingml/2006/main" noGrp="1"/>
          </p:cNvSpPr>
          <p:nvPr/>
        </p:nvSpPr>
        <p:spPr>
          <a:xfrm xmlns:a="http://schemas.openxmlformats.org/drawingml/2006/main">
            <a:off x="10048875" y="5419725"/>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단계 출력: Candidate1</a:t>
            </a:r>
          </a:p>
        </p:txBody>
      </p:sp>
      <p:sp>
        <p:nvSpPr>
          <p:cNvPr id="253" name="dp44-comparison / n194 / text 2">
            <a:extLst xmlns:a="http://schemas.openxmlformats.org/drawingml/2006/main">
              <a:ext uri="{FF2B5EF4-FFF2-40B4-BE49-F238E27FC236}">
                <a16:creationId xmlns:a16="http://schemas.microsoft.com/office/drawing/2014/main" id="{87F2BA3E-CD6C-494E-AEAC-ADD5B44B8CA9}"/>
              </a:ext>
            </a:extLst>
          </p:cNvPr>
          <p:cNvSpPr>
            <a:spLocks xmlns:a="http://schemas.openxmlformats.org/drawingml/2006/main" noGrp="1"/>
          </p:cNvSpPr>
          <p:nvPr/>
        </p:nvSpPr>
        <p:spPr>
          <a:xfrm xmlns:a="http://schemas.openxmlformats.org/drawingml/2006/main">
            <a:off x="10048875" y="5539740"/>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input_ref:Input1 / required_refs</a:t>
            </a:r>
          </a:p>
        </p:txBody>
      </p:sp>
      <p:sp>
        <p:nvSpPr>
          <p:cNvPr id="254" name="dp44-comparison / n194 / text 3">
            <a:extLst xmlns:a="http://schemas.openxmlformats.org/drawingml/2006/main">
              <a:ext uri="{FF2B5EF4-FFF2-40B4-BE49-F238E27FC236}">
                <a16:creationId xmlns:a16="http://schemas.microsoft.com/office/drawing/2014/main" id="{7E56BC45-7575-427C-998E-ABE652D8E7E3}"/>
              </a:ext>
            </a:extLst>
          </p:cNvPr>
          <p:cNvSpPr>
            <a:spLocks xmlns:a="http://schemas.openxmlformats.org/drawingml/2006/main" noGrp="1"/>
          </p:cNvSpPr>
          <p:nvPr/>
        </p:nvSpPr>
        <p:spPr>
          <a:xfrm xmlns:a="http://schemas.openxmlformats.org/drawingml/2006/main">
            <a:off x="10048875" y="5659755"/>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입력과 정보 조건 충족: ELIGIBLE</a:t>
            </a:r>
          </a:p>
        </p:txBody>
      </p:sp>
      <p:sp>
        <p:nvSpPr>
          <p:cNvPr id="255" name="dp44-comparison / n194 / text 4">
            <a:extLst xmlns:a="http://schemas.openxmlformats.org/drawingml/2006/main">
              <a:ext uri="{FF2B5EF4-FFF2-40B4-BE49-F238E27FC236}">
                <a16:creationId xmlns:a16="http://schemas.microsoft.com/office/drawing/2014/main" id="{39D2C991-3BC8-41B1-B07B-7A3D1DB2D68D}"/>
              </a:ext>
            </a:extLst>
          </p:cNvPr>
          <p:cNvSpPr>
            <a:spLocks xmlns:a="http://schemas.openxmlformats.org/drawingml/2006/main" noGrp="1"/>
          </p:cNvSpPr>
          <p:nvPr/>
        </p:nvSpPr>
        <p:spPr>
          <a:xfrm xmlns:a="http://schemas.openxmlformats.org/drawingml/2006/main">
            <a:off x="10048875" y="5779770"/>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부족: 대기 / 옛 후보: DISCARDED</a:t>
            </a:r>
          </a:p>
        </p:txBody>
      </p:sp>
      <p:sp>
        <p:nvSpPr>
          <p:cNvPr id="256" name="dp44-comparison / n195">
            <a:extLst xmlns:a="http://schemas.openxmlformats.org/drawingml/2006/main">
              <a:ext uri="{FF2B5EF4-FFF2-40B4-BE49-F238E27FC236}">
                <a16:creationId xmlns:a16="http://schemas.microsoft.com/office/drawing/2014/main" id="{DA4E0E0D-867F-4555-AF54-359DEE57FE63}"/>
              </a:ext>
            </a:extLst>
          </p:cNvPr>
          <p:cNvSpPr>
            <a:spLocks xmlns:a="http://schemas.openxmlformats.org/drawingml/2006/main" noGrp="1"/>
          </p:cNvSpPr>
          <p:nvPr/>
        </p:nvSpPr>
        <p:spPr>
          <a:xfrm xmlns:a="http://schemas.openxmlformats.org/drawingml/2006/main">
            <a:off x="15268575" y="5438775"/>
            <a:ext cx="18268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7" name="dp44-comparison / n196 / text 1">
            <a:extLst xmlns:a="http://schemas.openxmlformats.org/drawingml/2006/main">
              <a:ext uri="{FF2B5EF4-FFF2-40B4-BE49-F238E27FC236}">
                <a16:creationId xmlns:a16="http://schemas.microsoft.com/office/drawing/2014/main" id="{3DE70E21-B475-40F9-B497-444445D8B263}"/>
              </a:ext>
            </a:extLst>
          </p:cNvPr>
          <p:cNvSpPr>
            <a:spLocks xmlns:a="http://schemas.openxmlformats.org/drawingml/2006/main" noGrp="1"/>
          </p:cNvSpPr>
          <p:nvPr/>
        </p:nvSpPr>
        <p:spPr>
          <a:xfrm xmlns:a="http://schemas.openxmlformats.org/drawingml/2006/main">
            <a:off x="15287625" y="5448300"/>
            <a:ext cx="2095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후보 + 해당 입력 / 정보 / 전달 상태</a:t>
            </a:r>
          </a:p>
        </p:txBody>
      </p:sp>
      <p:sp>
        <p:nvSpPr>
          <p:cNvPr id="258" name="dp44-comparison / n197">
            <a:extLst xmlns:a="http://schemas.openxmlformats.org/drawingml/2006/main">
              <a:ext uri="{FF2B5EF4-FFF2-40B4-BE49-F238E27FC236}">
                <a16:creationId xmlns:a16="http://schemas.microsoft.com/office/drawing/2014/main" id="{00015A01-ADF5-4FD8-8B7B-61AF177A47B4}"/>
              </a:ext>
            </a:extLst>
          </p:cNvPr>
          <p:cNvSpPr>
            <a:spLocks xmlns:a="http://schemas.openxmlformats.org/drawingml/2006/main" noGrp="1"/>
          </p:cNvSpPr>
          <p:nvPr/>
        </p:nvSpPr>
        <p:spPr>
          <a:xfrm xmlns:a="http://schemas.openxmlformats.org/drawingml/2006/main">
            <a:off x="12934950" y="6057900"/>
            <a:ext cx="27965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9" name="dp44-comparison / n198 / text 1">
            <a:extLst xmlns:a="http://schemas.openxmlformats.org/drawingml/2006/main">
              <a:ext uri="{FF2B5EF4-FFF2-40B4-BE49-F238E27FC236}">
                <a16:creationId xmlns:a16="http://schemas.microsoft.com/office/drawing/2014/main" id="{4164A27D-7D1E-456B-A3B8-83271D4C3849}"/>
              </a:ext>
            </a:extLst>
          </p:cNvPr>
          <p:cNvSpPr>
            <a:spLocks xmlns:a="http://schemas.openxmlformats.org/drawingml/2006/main" noGrp="1"/>
          </p:cNvSpPr>
          <p:nvPr/>
        </p:nvSpPr>
        <p:spPr>
          <a:xfrm xmlns:a="http://schemas.openxmlformats.org/drawingml/2006/main">
            <a:off x="12954000" y="6067425"/>
            <a:ext cx="4381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 충족 시 게시 단계 활성화 / 중앙 회수 없음</a:t>
            </a:r>
          </a:p>
        </p:txBody>
      </p:sp>
      <p:sp>
        <p:nvSpPr>
          <p:cNvPr id="260" name="dp44-comparison / n200">
            <a:extLst xmlns:a="http://schemas.openxmlformats.org/drawingml/2006/main">
              <a:ext uri="{FF2B5EF4-FFF2-40B4-BE49-F238E27FC236}">
                <a16:creationId xmlns:a16="http://schemas.microsoft.com/office/drawing/2014/main" id="{722D7931-94A1-4B89-BAD5-6254EDC9A304}"/>
              </a:ext>
            </a:extLst>
          </p:cNvPr>
          <p:cNvSpPr>
            <a:spLocks xmlns:a="http://schemas.openxmlformats.org/drawingml/2006/main" noGrp="1"/>
          </p:cNvSpPr>
          <p:nvPr/>
        </p:nvSpPr>
        <p:spPr>
          <a:xfrm xmlns:a="http://schemas.openxmlformats.org/drawingml/2006/main">
            <a:off x="9934575" y="6381750"/>
            <a:ext cx="282854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1" name="dp44-comparison / n201 / text 1">
            <a:extLst xmlns:a="http://schemas.openxmlformats.org/drawingml/2006/main">
              <a:ext uri="{FF2B5EF4-FFF2-40B4-BE49-F238E27FC236}">
                <a16:creationId xmlns:a16="http://schemas.microsoft.com/office/drawing/2014/main" id="{38752CBE-C694-4CDF-8807-8C934B9B5DC8}"/>
              </a:ext>
            </a:extLst>
          </p:cNvPr>
          <p:cNvSpPr>
            <a:spLocks xmlns:a="http://schemas.openxmlformats.org/drawingml/2006/main" noGrp="1"/>
          </p:cNvSpPr>
          <p:nvPr/>
        </p:nvSpPr>
        <p:spPr>
          <a:xfrm xmlns:a="http://schemas.openxmlformats.org/drawingml/2006/main">
            <a:off x="9953625" y="63912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완료 결과의 다음 처리</a:t>
            </a:r>
          </a:p>
        </p:txBody>
      </p:sp>
      <p:sp>
        <p:nvSpPr>
          <p:cNvPr id="262" name="dp44-comparison / n210">
            <a:extLst xmlns:a="http://schemas.openxmlformats.org/drawingml/2006/main">
              <a:ext uri="{FF2B5EF4-FFF2-40B4-BE49-F238E27FC236}">
                <a16:creationId xmlns:a16="http://schemas.microsoft.com/office/drawing/2014/main" id="{B22F0E5F-BEEE-4099-A69E-6F2EA4D542F6}"/>
              </a:ext>
            </a:extLst>
          </p:cNvPr>
          <p:cNvSpPr>
            <a:spLocks xmlns:a="http://schemas.openxmlformats.org/drawingml/2006/main" noGrp="1"/>
          </p:cNvSpPr>
          <p:nvPr/>
        </p:nvSpPr>
        <p:spPr>
          <a:xfrm xmlns:a="http://schemas.openxmlformats.org/drawingml/2006/main">
            <a:off x="12649200" y="6924675"/>
            <a:ext cx="29954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3" name="dp44-comparison / n211 / text 1">
            <a:extLst xmlns:a="http://schemas.openxmlformats.org/drawingml/2006/main">
              <a:ext uri="{FF2B5EF4-FFF2-40B4-BE49-F238E27FC236}">
                <a16:creationId xmlns:a16="http://schemas.microsoft.com/office/drawing/2014/main" id="{761E1436-7A37-45F5-9AE2-E2E4931AC8C1}"/>
              </a:ext>
            </a:extLst>
          </p:cNvPr>
          <p:cNvSpPr>
            <a:spLocks xmlns:a="http://schemas.openxmlformats.org/drawingml/2006/main" noGrp="1"/>
          </p:cNvSpPr>
          <p:nvPr/>
        </p:nvSpPr>
        <p:spPr>
          <a:xfrm xmlns:a="http://schemas.openxmlformats.org/drawingml/2006/main">
            <a:off x="12668250" y="6934200"/>
            <a:ext cx="4762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알림 후보도 같은 Join으로 연결 / 입력별 상태 유지</a:t>
            </a:r>
          </a:p>
        </p:txBody>
      </p:sp>
      <p:sp>
        <p:nvSpPr>
          <p:cNvPr id="264" name="dp44-comparison / n212">
            <a:extLst xmlns:a="http://schemas.openxmlformats.org/drawingml/2006/main">
              <a:ext uri="{FF2B5EF4-FFF2-40B4-BE49-F238E27FC236}">
                <a16:creationId xmlns:a16="http://schemas.microsoft.com/office/drawing/2014/main" id="{9E175EB8-40E6-4AB9-96E1-B3AB1AC7B8C8}"/>
              </a:ext>
            </a:extLst>
          </p:cNvPr>
          <p:cNvSpPr>
            <a:spLocks xmlns:a="http://schemas.openxmlformats.org/drawingml/2006/main" noGrp="1"/>
          </p:cNvSpPr>
          <p:nvPr/>
        </p:nvSpPr>
        <p:spPr>
          <a:xfrm xmlns:a="http://schemas.openxmlformats.org/drawingml/2006/main">
            <a:off x="9934575" y="7105650"/>
            <a:ext cx="279044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5" name="dp44-comparison / n213 / text 1">
            <a:extLst xmlns:a="http://schemas.openxmlformats.org/drawingml/2006/main">
              <a:ext uri="{FF2B5EF4-FFF2-40B4-BE49-F238E27FC236}">
                <a16:creationId xmlns:a16="http://schemas.microsoft.com/office/drawing/2014/main" id="{2761166A-6DEF-4CEC-8D3C-DA0C9F7088B6}"/>
              </a:ext>
            </a:extLst>
          </p:cNvPr>
          <p:cNvSpPr>
            <a:spLocks xmlns:a="http://schemas.openxmlformats.org/drawingml/2006/main" noGrp="1"/>
          </p:cNvSpPr>
          <p:nvPr/>
        </p:nvSpPr>
        <p:spPr>
          <a:xfrm xmlns:a="http://schemas.openxmlformats.org/drawingml/2006/main">
            <a:off x="9953625" y="711517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늦은 Candidate0 / 이미 새 Input1 처리 중</a:t>
            </a:r>
          </a:p>
        </p:txBody>
      </p:sp>
    </p:spTree>
    <p:extLst>
      <p:ext uri="{BB962C8B-B14F-4D97-AF65-F5344CB8AC3E}">
        <p14:creationId xmlns:p14="http://schemas.microsoft.com/office/powerpoint/2010/main" val="66599952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B42A9AD6-00C8-4223-986A-CFE57D0F954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E11F4370-A196-4ED4-B1D9-CA20E49F5D24}"/>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95317B37-FCDF-42DD-9386-CA5D4A072E9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B36D4FF4-D7C0-46DA-A77C-225BBC38163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88300F5-EA82-455F-AA03-AB2207A4D30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F09790AC-DBAC-4CD6-B798-322C7C4F0951}"/>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10603B79-0C49-456C-A6A2-1F6FC6B76D39}"/>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03144D3B-C785-484A-8EDF-48780CDCFA86}"/>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11CD189-0454-4BF8-B00B-FCB4C5748753}"/>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C1B74B9E-67D1-45C9-9A15-C7ED1EB4EDBB}"/>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352E8D93-5C72-4519-A792-009EE7B0F3E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651928BE-06C4-4F6E-81F6-E5E5BE30051A}"/>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586DFA24-4E77-4E38-9681-68945003151F}"/>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F2D3E85E-D1AE-4EEE-BB66-BC31740E70AB}"/>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5CE25FC-B76B-438E-8ABC-14F6C78F5F56}"/>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8C0455D1-8043-4F18-B3B5-9F5C3803AB2F}"/>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B04CDF33-C4D8-479D-A09E-E7A97712817A}"/>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085263EE-2021-45A7-A1B6-6E1EFFD722F2}"/>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B6559EF-66BE-4D50-9DBF-A87D0FF788B7}"/>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78B7617B-CF27-49D5-897C-A69118BD34C1}"/>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42445C88-E520-42F6-9957-98F8ADDD911E}"/>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C41E47E1-7696-40F5-85BF-49AB3B13339A}"/>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04F354F3-EBF1-4831-AE89-C74D29B04637}"/>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624EAAF9-38B2-4224-B078-1874AD139141}"/>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E8322750-66D4-45E2-B6F9-D3092782BB9C}"/>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8A6A7CD7-221D-4126-91B3-FA2A3E78AA43}"/>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522E7424-732C-4B76-BB29-25EA221DB273}"/>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BC95112B-9590-47BA-9B25-57B857CCD093}"/>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220FAFDF-D663-47C7-8000-B93018917E1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C39BA650-DDA4-4B7C-AF50-327E4E3226A2}"/>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31ABAC11-6730-4058-9074-758FE50D2AAC}"/>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CA5F4C4D-A70A-412E-9D19-CA5C8C3CD31A}"/>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40A45BCD-74FC-4729-B8A2-F4CE4913D5A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B7913447-5251-49CC-AD4A-8113D6D484D3}"/>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98FCC9F0-208E-4606-BEF1-89F65F05C1FE}"/>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C26CD684-C714-4167-ADC3-5AB533639850}"/>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86918EBB-D97D-4493-A017-8D437E41E90F}"/>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4C1A49C6-CFF8-4693-81EB-6797FCA7E16B}"/>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F478BF8C-37A0-4A63-8D5E-C279F8774CEC}"/>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8D8AA58A-4C24-4B7A-9D9F-8CEEEF7A3163}"/>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0208E867-629D-442A-B2A6-CD4E2DB14EAC}"/>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7F05F691-AA12-4E85-A26C-87917B7367E2}"/>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72A2EA56-8AEF-4650-8075-9E83462C7630}"/>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8D6963D2-855A-4D93-9098-6B407C410B54}"/>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33C2A24D-17ED-453B-89DC-F3D0A5C41231}"/>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DC081FD9-1564-49A4-B6E2-9D0C853F7B97}"/>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B6CD5DCA-2157-4FF9-8BFC-F2F80F66C0BE}"/>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ED0EE46-DD6A-4A23-A1AB-D0631AA4F74A}"/>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7D6031DB-4B39-4ADD-95B1-3E71803B99C8}"/>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8314DB16-4157-482E-B8F2-8A647FAE7E2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C3C376FE-8F04-4B80-AE28-3669AA07A89C}"/>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227EBDE-3B09-4F5E-AB16-6D2A3D6AA39A}"/>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D70FFAC2-1C9C-41C4-A192-7A0E8865D0FE}"/>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C2802DB-17D8-4B8E-B2D0-FBF9FDEF0320}"/>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9199766F-ED32-47BA-968E-A4EDF2D6C031}"/>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7757184C-0AB7-4897-AB5B-9B1789F13BA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E7EDD06A-C463-495C-A073-61D8A33E08DA}"/>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1A6D7C65-DD97-4B5E-968B-F923614B7092}"/>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F202771C-C611-4250-85E8-25C71EF12A1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1EB7225C-E355-4DCC-9E1D-C40E12D23716}"/>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2599942D-C238-40F2-A931-7AE501120BA2}"/>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D0303714-39D6-4380-8191-119AE1BDB0D0}"/>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17CE8DCB-0966-47D8-B97B-D3AE82B55C50}"/>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499E2D46-4061-4C98-BD37-F43FC74B3CE8}"/>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08A22082-8377-4EE7-8A66-02AF302C4CBA}"/>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FA6864DB-2E70-470C-B9D4-C54B33024D5A}"/>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2798A185-7C92-44B5-A8C0-E8E9A667681D}"/>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B6022E0-A1D2-49A9-A589-47981299127A}"/>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B0DBB2E9-22B0-4025-9FBC-DD1A47913184}"/>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E2672DEE-C6F6-4FEC-969A-8F7B2B961A22}"/>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742BB258-E06A-45A4-966A-6C8CA3DD7513}"/>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DC62BD24-75BC-4915-8AC9-86BC321F6326}"/>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CF284DA3-CF03-4529-9C85-D7248326492E}"/>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E252381F-0AD6-4B3C-8DD2-BF7A95759D6C}"/>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847DBFFD-9C0B-4404-AB3C-A8B5659AAE91}"/>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F53DEEBD-E1AC-43DA-A46B-FA699B6BC840}"/>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F36BB744-F030-4E21-BC28-A2F78139D591}"/>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9BDEEFCE-798B-442F-A0F5-FC8E8A5B6FFC}"/>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97C9C400-B9C6-4DD8-BC7E-59A48A94AA8C}"/>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7788A376-4775-44F1-829A-DE62800A8F1A}"/>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EEABCB7-18DD-4323-9DBF-C5749B78DEFA}"/>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1CD152AC-7DC8-4FB5-ACDD-927EB4933255}"/>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D14C96E9-7713-470C-BAB7-C8E000538D1A}"/>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FD875A26-B44B-4228-B3CB-D9423F25265A}"/>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B64289D8-306D-43AF-8C29-3C6EBC32E0C3}"/>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B6783E04-C691-4742-A86C-C68DEF6EF2B9}"/>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84D51FA9-9A1E-44BF-BC16-30E48F33A794}"/>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C0390316-53C4-45E0-896E-E33DB87ACA5C}"/>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B851E218-A798-4DA5-9185-11C38853A847}"/>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01452FC1-6D92-42E0-8C1D-1C730E79BC74}"/>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81067C73-B84B-41F5-A3F0-BF2E5CA8EFCA}"/>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B87D8037-AB2D-42AE-A4B1-18A80AF081E2}"/>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D95F6E06-4B15-4C30-BCC0-06B46BEB18EE}"/>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A1219C48-80CC-43C4-9894-7E2B54443644}"/>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FFDA9E05-1692-431C-9BB8-0CC77C49F6C3}"/>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6D114097-D9C3-467A-BC54-B0FEC5ABCD2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9DB81E45-1012-4D8A-A5BB-A8E0F47EF563}"/>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2C3E75D4-995E-4B5F-8660-6D6BC9F5EC9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83EAC638-6446-484C-B04B-3572564B8580}"/>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B3697F9F-0456-416F-BE82-8602639A95BB}"/>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720CFA73-DB51-4DD7-9621-FD180F325EE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180B6684-3EAA-463C-ABA0-6911370ED00F}"/>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A2344475-4946-4DA1-ABB8-6B22F64C6963}"/>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E8A8D04A-B4A0-4051-8795-98F0AECB822B}"/>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FA8C41CE-BAED-450F-BF81-A4851D8B752A}"/>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56CDBD7B-4BBD-45B9-978B-ECB1CFFFF4F8}"/>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728BEB56-9772-4859-93D7-A0BA5A913536}"/>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5E797964-AFD6-4B22-9BF4-0D5ACB0A2862}"/>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EDB9B3D4-768D-47D8-AC11-C8E0EB2ACB56}"/>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C1727F47-39B0-45FE-9396-E48728942216}"/>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BAAB01BA-A778-4C6A-911C-5C28639A46A9}"/>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224F4089-3D08-4AF4-B644-B979D46CA9C6}"/>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3F667CFF-ED35-412D-ABEE-A560D4038771}"/>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84648C2A-2671-489A-A741-D140356B903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8626B57E-CFAD-4729-A45E-2FBFCC1AC76C}"/>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B7AA66C0-12E8-49B2-85EB-AE82BCF22E99}"/>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09217BC6-CF54-4DB8-84CA-A2DABE47E4F0}"/>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9A21B623-9857-4D4F-9D29-AF466DE0F6FC}"/>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214310FE-E8C7-4255-BA6B-A58D1AE6B75E}"/>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E71A0739-B838-471B-812A-8D3550AFEED0}"/>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6A1EFBEC-CFE3-4896-AC5E-75556B658FE3}"/>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AAAADC34-5F51-401A-8EB2-0C4032FC496D}"/>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6C8A338C-4371-4C62-B0D0-98C94373BDC5}"/>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970D0451-7C29-4E2B-BAEC-FECB4359316A}"/>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27B9DC09-6C02-473B-B963-1233A5FF1B5D}"/>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2591741B-51E8-465B-BA63-60D32B5C9763}"/>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9B9E44F6-DF8B-4E4A-A895-397ED99F774F}"/>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F413A941-CE5F-4594-BBA7-E3259262F9DC}"/>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4CA0D8CC-2EE8-4179-89DE-239BDBD20D8A}"/>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1978804E-C4E9-4147-9592-5E257F63344A}"/>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192927F1-BA54-4E94-9C31-8A7708FA89B9}"/>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472BB7E5-42D1-40EE-B63C-235B30AF2BF3}"/>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E3AEB611-9585-4DD7-A4BC-DFE98AC71902}"/>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7D8A411B-C900-4816-87B5-196BBE6AACAE}"/>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B05936EB-9918-4DF6-9E6F-B19C0744F1F5}"/>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0B662218-79C3-46EB-8495-0263CB7F2041}"/>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F7E29E9A-4F8D-493D-AA0D-F534C959A488}"/>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85CC3C10-E06F-4687-A13A-B1F190C1A6E8}"/>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44726877-E1C8-4D78-A5A2-9D4698033AD5}"/>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0C73DED2-1704-4CAE-9E81-1278BB7995FC}"/>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731D10D-3E56-4C65-8699-DD59AA28CE8C}"/>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94E95508-FD1D-447F-AAD1-0224292FD518}"/>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4F2DF780-74D7-4D89-A58D-F9435CF45CF0}"/>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43DDEC7-0C05-4318-91C3-90AF549353E1}"/>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1D99C09C-AB10-48ED-8460-6FBA0F3EB132}"/>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F81B51AF-3ED4-490B-8ABE-03C43E6EA29D}"/>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AD1F9FFB-92C4-467B-ADD0-F54DF81BC975}"/>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A5040666-021D-4E26-9BEE-698CEF4BA95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C9A6581C-A95D-43E9-B50E-585C157117BA}"/>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6CFD0485-7B27-4372-9A47-88EB2BD5ECF7}"/>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96B829E6-90FB-4D1E-9D24-A5C9DCAA9061}"/>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28025EF2-D43C-4F66-88F3-D594975ABFA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E6FDB7C0-819E-4505-BC41-4D01C15F1D1E}"/>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BD8A25EF-0D14-45EA-B574-1E8BD83270B9}"/>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0C8F2563-DF9B-4551-99CD-704F1D096D19}"/>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C685FBB3-C9F4-4A35-B72E-0276F3F4F70B}"/>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07F4DD00-6FBF-4E19-9FF0-1AEE197699CC}"/>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6388AD47-01F2-4320-AB61-56A309BED39A}"/>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9C9E948F-9E52-4D46-AC86-81F524B5D263}"/>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14061034-EDCA-461E-8EAE-CD4802F2073C}"/>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2056CB8F-24E3-4D3A-ABFB-26BC44D0EEFD}"/>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9B79A271-B0A0-457C-AB2F-4E565617FA9B}"/>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CD7C0AD-18B0-4625-93C7-FD2079829A67}"/>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AA0DB6AD-640D-4AAB-B69B-13CCF95CE1EC}"/>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377FC17C-6253-47CF-B55C-9E2B48C56EC6}"/>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FAAD3628-3777-4896-8E52-CB14E0E45AE7}"/>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6CE7C4F1-34B6-462C-A2E9-BE4796812484}"/>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1B528C89-9962-421D-8769-312FC7A29CA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E844376A-9C14-451E-99AC-F06855CB2F65}"/>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A349D558-A69D-42BF-AF57-A8B486B87C4A}"/>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C1BCA46C-D0E9-4A3C-9A5C-E5056FD93101}"/>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856CB38D-0468-4B61-B750-32C4AB98E125}"/>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B346F551-61BD-42E9-A79F-9577B6FAC103}"/>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B154DEDE-6E34-4BFA-9C94-384D529F6FC2}"/>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627F5BF5-DA2A-4E39-B4A4-6DCE87800EE1}"/>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A9184B8B-05E0-49BA-95E0-59B079892F78}"/>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3DFB3625-DA7B-44C1-BF14-F9C1BE376A75}"/>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E3861460-6063-4A9E-93B5-5A09046F118A}"/>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BF4975D7-FEF8-4E02-AD73-B7EBE0BEDEEF}"/>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1D4D87B6-D1B3-45D2-8CDC-1AC8040A09A0}"/>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5D3DAF42-1A37-4FDC-A511-817BC1660DB6}"/>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66C30AFE-F39D-4467-ABD6-865938F9AAC6}"/>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611F1DA9-3CFE-48CA-A1F6-D3B0625B7D2D}"/>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0B4B86F5-780A-4DC2-80D5-4EDE774A59B9}"/>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D35F5352-6929-45B2-8C6D-2F0F437248DA}"/>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6A7F7116-A38C-416E-B527-700630D57CBD}"/>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D334897C-8CDD-4A17-8D43-EA313C16DCA3}"/>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3651E45C-3067-412B-B1A9-125CD0AB1BC1}"/>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2621F2DD-326D-4E65-A1E0-447DA86ACCE8}"/>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398B2BB0-123B-4D99-B396-9F8FA6511D9B}"/>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F87588C8-8094-4CF1-980E-899B9563D5DD}"/>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352DD5E5-A4B9-4CDE-B83B-993EBAC4A5B4}"/>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31D79D82-1249-45BA-8ED4-4C71CBD71291}"/>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23B38149-DC47-428C-9473-122E1A29EDDB}"/>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869FD25D-CA3E-48C1-BB18-05683F30B694}"/>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26E4F445-A0E5-4BD1-A641-22411F149879}"/>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4CBA6845-A6AE-4BDC-9D27-9FA986E552E0}"/>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E7300D3-8FC7-4115-A215-EE398F46E49F}"/>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D2C6BCDC-7A62-4194-80EB-8071E8AA5BD8}"/>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D7764CF5-0D1A-4602-BFF2-882294526C82}"/>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4AEAEE6-4B77-4624-9D51-091BA78FCBB9}"/>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B18A9565-DEB8-4ACF-8B7B-31A8331D2D57}"/>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7551A686-4939-47CA-9D51-6EFC26A674B7}"/>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AFEE4DCF-961A-4170-A0F5-441E691822A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E5D0FD58-1731-4CC7-8182-71F7FDAF287D}"/>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98457EC7-5342-45AC-BEEB-E5B92C7E5E9D}"/>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638D98FE-39E3-4942-9B42-DDDF3DD5D3D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101685B6-08B9-4DF3-8A9E-12027015C9C5}"/>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3EE919BE-E3F3-4EBD-9288-7BF43CB4D95D}"/>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2C19028-2D60-4E84-A871-3FA1063584D1}"/>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539CEA3E-B5E6-4B80-81FA-9C6F7D596DDD}"/>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CEFA49E3-7D5F-4869-966F-FA72F8A3FE3E}"/>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B3571E6F-0DA8-41EB-8F38-57F669AE89D9}"/>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3B5AF149-DB0A-4785-AE16-503FD58C5754}"/>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B04FC5DB-52BE-4AA4-8276-CF26494D5226}"/>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9AD4C998-1EFD-4734-9912-465C2AC6FE0A}"/>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FCC2F296-7190-4113-9ABF-157B91020309}"/>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8807E074-DB74-4112-8E4A-57BC0C7B0C3B}"/>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E09B28C6-E1E3-4274-A4D0-FD64BED52CD8}"/>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BE1A0B59-0777-40F9-BFCE-ED45F8C8FEE3}"/>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B9B80FE-6B1D-44FB-8F75-58DAD34518D2}"/>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E2ECB48B-225B-4B2C-B393-C987CC86BEC0}"/>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3EEB52A2-FA66-45C2-B9F5-D499403A3411}"/>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0E8794C3-2BD4-4C36-A294-B0F472CD3A75}"/>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A6F687BA-56B0-41FD-9BCD-2CAFC9B14CC6}"/>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B8CF1A39-A142-4F8D-BD22-DE49110FF3C0}"/>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59F8DF2E-7EFE-4B5B-A565-6691D26B8AD5}"/>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56B1342-C45C-44C9-BB88-4C979B3F61BA}"/>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5CBD47F5-20C5-4F11-896A-4DA984C06C6E}"/>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33F0B25F-5EA6-47A9-A22F-54D51DB68617}"/>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3ACEB675-B35B-4AD7-B806-D06C63141D8E}"/>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07FE04CD-0E1E-485D-9541-E8DF496BE481}"/>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809A4F17-69E3-445E-B5B1-85CBEB44EB7E}"/>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B22FF169-F944-4173-88D0-5593EBC221F4}"/>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FEE5B5B0-F1B6-4682-A1DC-5BE10ECD671C}"/>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D61967C5-2822-40D8-925C-38CF067C0CD4}"/>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4865F4BE-6739-4DFA-B104-44E48EF53B64}"/>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4CE9D8FA-7928-46A0-8B9E-0C0B8F14B4CD}"/>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2CDE0CD6-7886-46A3-AC0E-B4D20372E769}"/>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BCAF3EC2-A6DA-4D88-9AF6-E6DBA98B285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1655555D-A51C-4128-9BE5-9E4A59FEE7FF}"/>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8B1E5DB8-BDF9-41CB-9F65-FA2674B61121}"/>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24649DF2-D846-492A-BEE0-21D85ABA5A6B}"/>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5E3CA58-EED3-46CD-9834-4D880EC59C99}"/>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AB4E3358-D94B-4108-9E5B-24A1157B97D0}"/>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BD607B73-E86E-4F24-82AE-04A6D64144EF}"/>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BE09CE10-9D49-4730-88E4-BDD55A4FF1C2}"/>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2F80335F-92CF-4747-BE59-89F9D8FEDDDF}"/>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6F707C36-3269-443D-A8F3-615486500C0C}"/>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16973075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