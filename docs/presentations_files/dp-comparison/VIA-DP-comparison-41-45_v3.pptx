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4e123e628d497c" /><Relationship Type="http://schemas.openxmlformats.org/officeDocument/2006/relationships/extended-properties" Target="/docProps/app.xml" Id="R7186ff940aea4be0" /><Relationship Type="http://schemas.openxmlformats.org/officeDocument/2006/relationships/officeDocument" Target="/ppt/presentation.xml" Id="Ra08fa4d96a384f96" /></Relationships>
</file>

<file path=ppt/presentation.xml><?xml version="1.0" encoding="utf-8"?>
<p:presentation xmlns:p="http://schemas.openxmlformats.org/presentationml/2006/main">
  <p:sldMasterIdLst>
    <p:sldMasterId xmlns:r="http://schemas.openxmlformats.org/officeDocument/2006/relationships" id="2147483648" r:id="Rc1e98eb696014fc4"/>
  </p:sldMasterIdLst>
  <p:notesMasterIdLst>
    <p:notesMasterId xmlns:r="http://schemas.openxmlformats.org/officeDocument/2006/relationships" r:id="Rfaa7614fe901489a"/>
  </p:notesMasterIdLst>
  <p:sldIdLst>
    <p:sldId xmlns:r="http://schemas.openxmlformats.org/officeDocument/2006/relationships" id="256" r:id="R6b3b8cfb74a642f9"/>
    <p:sldId xmlns:r="http://schemas.openxmlformats.org/officeDocument/2006/relationships" id="257" r:id="R252affb76cd1405d"/>
    <p:sldId xmlns:r="http://schemas.openxmlformats.org/officeDocument/2006/relationships" id="258" r:id="R58e2c2163f2843dc"/>
    <p:sldId xmlns:r="http://schemas.openxmlformats.org/officeDocument/2006/relationships" id="259" r:id="R918e59e503544ff4"/>
    <p:sldId xmlns:r="http://schemas.openxmlformats.org/officeDocument/2006/relationships" id="260" r:id="R9fe0aedaecf1434d"/>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2047aef42243b8" /><Relationship Type="http://schemas.openxmlformats.org/officeDocument/2006/relationships/slideMaster" Target="/ppt/slideMasters/slideMaster1.xml" Id="Rc1e98eb696014fc4" /><Relationship Type="http://schemas.openxmlformats.org/officeDocument/2006/relationships/notesMaster" Target="/ppt/notesMasters/notesMaster1.xml" Id="Rfaa7614fe901489a" /><Relationship Type="http://schemas.openxmlformats.org/officeDocument/2006/relationships/presProps" Target="/ppt/presProps.xml" Id="R52f1602a9b714095" /><Relationship Type="http://schemas.openxmlformats.org/officeDocument/2006/relationships/tableStyles" Target="/ppt/tableStyles.xml" Id="Rf7329ab5268c434e" /><Relationship Type="http://schemas.openxmlformats.org/officeDocument/2006/relationships/slide" Target="/ppt/slides/slide1.xml" Id="R6b3b8cfb74a642f9" /><Relationship Type="http://schemas.openxmlformats.org/officeDocument/2006/relationships/slide" Target="/ppt/slides/slide2.xml" Id="R252affb76cd1405d" /><Relationship Type="http://schemas.openxmlformats.org/officeDocument/2006/relationships/slide" Target="/ppt/slides/slide3.xml" Id="R58e2c2163f2843dc" /><Relationship Type="http://schemas.openxmlformats.org/officeDocument/2006/relationships/slide" Target="/ppt/slides/slide4.xml" Id="R918e59e503544ff4" /><Relationship Type="http://schemas.openxmlformats.org/officeDocument/2006/relationships/slide" Target="/ppt/slides/slide5.xml" Id="R9fe0aedaecf143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8252f8c40243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c0f900f24c4abf" /><Relationship Type="http://schemas.openxmlformats.org/officeDocument/2006/relationships/notesMaster" Target="/ppt/notesMasters/notesMaster1.xml" Id="R9b4cf53b75164e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9978e34260414b" /><Relationship Type="http://schemas.openxmlformats.org/officeDocument/2006/relationships/notesMaster" Target="/ppt/notesMasters/notesMaster1.xml" Id="R388b9cf18d784f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bc24b34d914bc1" /><Relationship Type="http://schemas.openxmlformats.org/officeDocument/2006/relationships/notesMaster" Target="/ppt/notesMasters/notesMaster1.xml" Id="R78e1e4d2f3d949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1c9d6eabf240bf" /><Relationship Type="http://schemas.openxmlformats.org/officeDocument/2006/relationships/notesMaster" Target="/ppt/notesMasters/notesMaster1.xml" Id="Re39977d3b89e48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f305c9b4e04ccb" /><Relationship Type="http://schemas.openxmlformats.org/officeDocument/2006/relationships/notesMaster" Target="/ppt/notesMasters/notesMaster1.xml" Id="R8f865b47c6cb406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04-41. VIA Request 이해의 모델 판단 반복과 코드 해결 반복</a:t>
            </a:r>
          </a:p>
          <a:p xmlns:a="http://schemas.openxmlformats.org/drawingml/2006/main">
            <a:r>
              <a:t>https://github.com/cbyche/via-sw-architecture/blob/main/docs/architecture/12-decisions/decision-packages/04-41-request-resolution-control.md</a:t>
            </a:r>
          </a:p>
          <a:p xmlns:a="http://schemas.openxmlformats.org/drawingml/2006/main">
            <a:r>
              <a:t>https://github.com/cbyche/via-sw-architecture/blob/main/docs/presentations_files/dp-comparison/dp41-comparison.svg</a:t>
            </a:r>
          </a:p>
          <a:p xmlns:a="http://schemas.openxmlformats.org/drawingml/2006/main">
            <a:r>
              <a:t>조건별 정성 비교 / 미선정 / 미측정</a:t>
            </a:r>
          </a:p>
          <a:p xmlns:a="http://schemas.openxmlformats.org/drawingml/2006/main">
            <a:r>
              <a:t>사용자 요청은 “이 표를 아까 보고서에 넣고, 메일은 보내지 말고 결과를 바탕으로 초안만 만들어.”이다. 결과는 표를 추가한 보고서의 결과이며 그것으로 메일 초안을 작성한다. Task1은 예산 보고서 업무, Task2는 실적 보고서 업무다. “어느 보고서인가요?”라는 질문을 실제 전달하고 사용자의 “예산 보고서” 답변을 해석한 뒤 Task1을 연결한다. 초기 입력에 정답 Task를 미리 넣지 않는다.</a:t>
            </a:r>
          </a:p>
          <a:p xmlns:a="http://schemas.openxmlformats.org/drawingml/2006/main">
            <a:r>
              <a:t>A는 모델이 조회 요청(ReadRequest)을 선택하고 조회 결과(EvidenceBundle)를 받아 재판단하여 전체 의미 제안(MeaningProposal)을 만든다. 모델 주도 해석 제어기는 클라우드 LLM을 호출하고 그 제안을 제한하여 실행하는 로컬 코드다. 모델의 다음 행동이 조회이면 도구 실행 후 근거를 받아 모델을 다시 호출한다. 이 순환은 필요한 만큼 반복하고 모델이 완성 의미나 확인 질문을 제안하면 검증 경로로 나간다. A도 정해진 형식의 출력, 부분 수정과 cache를 허용한다.</a:t>
            </a:r>
          </a:p>
          <a:p xmlns:a="http://schemas.openxmlformats.org/drawingml/2006/main">
            <a:r>
              <a:t>B는 모델이 요청 틀(RequestFrame)을 만들고 Request Interpreter 내부 Request Resolution Engine이 필요한 조회와 항목 해결, 전체 의미 결합을 결정한다. Engine은 항목 검사와 조회 결과 반영을 코드 루프로 반복한다. 조회 결과를 코드만으로 처리할 수 있으면 LLM을 호출하지 않는다. 항목 의미 해석이 필요하면 요청 구조화기를 통해 부분 모델 호출을 하고 그 결과를 같은 코드 루프에 돌려준다. 필요한 항목만 모델에 다시 해석시킬 수 있으므로 항상 한 번 호출로 끝나는 구조가 아니다. 전체 관계를 모델이 만들고 코드가 복사하는 경우는 순수 B가 아닌 혼합안이다. 코드로 연결했다고 의미가 항상 옳은 것은 아니다.</a:t>
            </a:r>
          </a:p>
          <a:p xmlns:a="http://schemas.openxmlformats.org/drawingml/2006/main">
            <a:r>
              <a:t>A Module의 조회 출력은 kind=READ, tool_calls의 name/arguments다. task_retrieve(query=보고서,limit=5), context_retrieve(selector=INPUT_SELECTION)를 모델이 선택하고, 추가 대화 근거가 필요하면 다음 차례에 interaction_retrieve(query=보고서,limit=5)를 선택할 수 있다. 모든 도구를 매번 호출하지 않는다. interaction_retrieve는 Context Manager의 대화/실제 전달 읽기 view이며 Interaction Manager 마이크 직접 조회가 아니다.</a:t>
            </a:r>
          </a:p>
          <a:p xmlns:a="http://schemas.openxmlformats.org/drawingml/2006/main">
            <a:r>
              <a:t>B Module 이름은 요청 구조화기다. 초기 출력 RequestFrame의 고정 key는 schema_version, input_ref, goals, references, relations, constraints, unparsed_spans다. 예시 schema_version=1은 형식 버전이며 자료 변경 번호와 다르다. Input1은 현재 발화다. G1은 보고서 수정 목표, G2는 메일 초안 목표이며 아직 실제 Task가 아니다. report/table은 미해결 참조다. Engine이 RECENT_TASK/INPUT_SELECTION을 각각 같은 조회 도구로 바꾸고, USE_RESULT(G1,G2)와 FORBID_ACTION(scope=[G2],action=SEND)를 결합한다. 보고서를 수정한 뒤 생기는 결과를 초안에 사용하는 것이지 과거 결과를 이미 새 결과로 취급하지 않는다.</a:t>
            </a:r>
          </a:p>
          <a:p xmlns:a="http://schemas.openxmlformats.org/drawingml/2006/main">
            <a:r>
              <a:t>형식은 docs/architecture/12-decisions/decision-packages/contracts/dp41-request-frame-v1.schema.json, 전체 JSON과 조건부 항목 반환은 같은 위치의 dp41-output-examples.json을 따른다. 추가 key/알 수 없는 op/잘못된 참조는 거부하며 미해석 구간을 성공으로 누락하지 않는다. source_text는 원문 대응이며 그 대응이 뜻의 정답을 보장하지 않는다. 그림은 전체 JSON의 필드값을 축약한다. schema/예시 일관성 검사는 실행 Engine 구현이나 LLM 성공률 검증이 아니다.</a:t>
            </a:r>
          </a:p>
          <a:p xmlns:a="http://schemas.openxmlformats.org/drawingml/2006/main">
            <a:r>
              <a:t>읽기 도구 실행기는 Context Manager와 Task Manager에 각각 직접 조회한다. 화면/대화 근거와 업무 후보, 출처와 조회한 자료의 변경 번호를 받는다. 문서형 도형은 교환 내용의 설명용 예시이며 Component, Module, 저장 상태 또는 확정 API schema가 아니다.</a:t>
            </a:r>
          </a:p>
          <a:p xmlns:a="http://schemas.openxmlformats.org/drawingml/2006/main">
            <a:r>
              <a:t>이 발표 그림은 사용자 발화 → Interaction Manager → Request Controller → Request Interpreter 시작 경로를 간략히 표시하고 요청 해석을 확대했다. 위쪽 Request Interpreter 경계 안에는 Module 간 연결과 교환 데이터만 표시한다. 아래쪽 별도 실행 순서도에는 동작과 반복/종료 분기를 표시한다. 두 그림 영역 사이에는 실행 연결선이 없고, 순서도의 사각형/마름모는 동작/분기이며 Component나 Module이 아니다. 반복은 완성 의미 제안, 확인 질문 대기, 실패, 취소 또는 한도 도달에서 종료한다. 확인 질문의 실제 전달과 답변 뒤 새 해석은 공통 후속 경로다. 공통 음성 처리 내부, Model Access adapter 내부, Policy Manager 권한, Request Controller 검증/저장/채택, State Store, Response Manager 출력과 실제 전달, Task Manager/Agent Gateway 위임은 전체 MAIN에 남아 있다. 발표에서 생략은 설계 삭제가 아니다. 임시 해석 상태는 Request Interpreter, 채택 의미/질문은 Request Controller, 실제 전달 원본은 Response Manager다. 입력/자료/업무/질문이 바뀌었는지와 권한을 검사하고 저장 성공 후 채택한다.</a:t>
            </a:r>
          </a:p>
          <a:p xmlns:a="http://schemas.openxmlformats.org/drawingml/2006/main">
            <a:r>
              <a:t>revision/version은 자료나 상태의 변경 번호다. v2는 두 번째 버전이며 최신임을 보증하지 않는다. 그림은 이를 조회 시점과 자료 변경 확인으로 풀어 썼다. 자료가 바뀌면 옛 해석을 그대로 채택하지 않는 검사는 유지한다.</a:t>
            </a:r>
          </a:p>
          <a:p xmlns:a="http://schemas.openxmlformats.org/drawingml/2006/main">
            <a:r>
              <a:t>도구 조회 자체는 모델 호출이 아니다. Context 의미 가공, 응답 구성, 음성/전사, 실패/재시도/폐기된 호출의 실제 사용량도 비용에 포함한다. 조건별 trade-off는 가설이며 품질 우열을 측정하지 않았다.</a:t>
            </a:r>
          </a:p>
          <a:p xmlns:a="http://schemas.openxmlformats.org/drawingml/2006/main">
            <a:r>
              <a:t>A에서 조회 결과는 모델에 제공할 해석 맥락으로 돌아간다. 그림에서 실제 클라우드 LLM으로 다시 올라가는 호출선과 다음 행동을 받는 반환선을 분리했다. 첫 모델 판단의 task_retrieve/context_retrieve와 그 조회 결과를 받은 다음 판단의 interaction_retrieve는 서로 다른 차례의 출력 예시다. 추가 조회 결과도 큰 반환 경로로 같은 맥락에 반영되어 모델이 다시 판단한다. 항상 정해진 도구를 정해진 횟수로 호출하는 구조를 뜻하지 않는다. 모호하면 확인 질문으로 현재 반복을 끝내며 실제 답변 이후에만 Task1을 확정한다. 로컬 해석 제어기는 호출과 도구 대응을 관리하고 클라우드 모델이 다음 행동과 전체 의미를 제안한다. B에서 조회 결과는 항목별 해결 상태로 돌아간다. Engine 내부 프레임 / 항목 검사기, 미해결 항목 처리기, 관계 결합기는 기존 Engine 책임을 펼친 코드 Module이며 독립 Component가 아니다. 검사기가 프레임과 부분 결과를 상태에 반영하고 해결 상태를 다시 검사한다. 필요한 항목만 구조화기를 통해 모델에 부분 해석을 요청한다. 자연어 정답을 코드가 추측하거나 전체 모델 판단을 복사하는 경로를 순수 B로 보지 않는다. 위쪽은 Module 협력 구조이고 아래 순서도는 설명용 동작과 분기다.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04-42. 대화와 Task 상태의 소유 및 확정</a:t>
            </a:r>
          </a:p>
          <a:p xmlns:a="http://schemas.openxmlformats.org/drawingml/2006/main">
            <a:r>
              <a:t>https://github.com/cbyche/via-sw-architecture/blob/main/docs/architecture/12-decisions/decision-packages/04-42-lifecycle-ownership.md</a:t>
            </a:r>
          </a:p>
          <a:p xmlns:a="http://schemas.openxmlformats.org/drawingml/2006/main">
            <a:r>
              <a:t>https://github.com/cbyche/via-sw-architecture/blob/main/docs/presentations_files/dp-comparison/dp42-comparison.svg</a:t>
            </a:r>
          </a:p>
          <a:p xmlns:a="http://schemas.openxmlformats.org/drawingml/2006/main">
            <a:r>
              <a:t>조건별 정성 비교 / 미선정 / 미측정. 같은 Conversation/Request/Task/Execution 논리 수명은 양안 공통이다. A는 모듈형 통합 Core이며 State Store 안 트랜잭션 관리자가 검증된 Request 질문 연결+Task 질문 답변+명령 준비를 공동 확정한다. B는 대화와 업무가 독립 상태 권위/실행 수명/State Store scope를 갖고 대화 의도 저장→업무 접수/원본+명령+접수결과 저장→AcceptanceReceipt의 대화 반영을 별도로 확정한다. ACCEPTED는 내부 접수이고 실제 외부 Agent 접수와 실제 사용자 전달은 별도 확인한다. Request Controller의 관계, Task Manager 업무/전송gate, Agent Gateway transmission, Response Manager 실제 전달 원장을 구별한다. 새 대화 처리기 Component나 Voice Runtime Component를 만들지 않는다. Input1/Request1/Task1/Question1/Command1/Publication1은 u2/R2/T1/Q1/K1/P1의 설명용 ID다.</a:t>
            </a:r>
          </a:p>
          <a:p xmlns:a="http://schemas.openxmlformats.org/drawingml/2006/main">
            <a:r>
              <a:t>고정 사례는 contracts/dp42-handoff-examples.json, 프로토콜 본문 §4.2다. B hold 요청 시각과 업무 gate의 적용 ACK 시각은 다르며 CAS가 먼저면 DISPATCHING/UNKNOWN과 실제 외부 상태 확인을 보존한다. hold가 먼저면 PENDING 명령을 차단하고 현재 의미 reconciliation 뒤 선택적 release한다. control_session/sequence/gate revision과 command ID+immutable payload, 늦은 ACK/유실/재시작을 구별한다. 모델/네트워크 호출은 transaction 밖이고 API 내부 접수로 외부 exactly-once를 보증하지 않는다.</a:t>
            </a:r>
          </a:p>
          <a:p xmlns:a="http://schemas.openxmlformats.org/drawingml/2006/main">
            <a:r>
              <a:t>모델 사용 비용은 같은 의미 판단을 고정하면 코드 인계가 추가 LLM 호출이 아니다. B 정상 사용 자동 정확성·응답성·변경 우위는 없다. 독립 업무 수명/저장 계약 변경 조건의 이익과 왕복/pending/heap/복구 비용을 같이 본다. 로컬 VIA/VAD/원본과 클라우드 음성·의미 의존성은 공통이다. 전체 MAIN과 집중 scene은 별도 source이며 기존 전체 그림을 대체하지 않는다. 문서/고정 예시 검사는 구현·모델·품질 측정의 증명이 아니다.</a:t>
            </a:r>
          </a:p>
          <a:p xmlns:a="http://schemas.openxmlformats.org/drawingml/2006/main">
            <a:r>
              <a:t>v3 위쪽 Conversation1/Request1/Task1/Execution1 막대는 양안의 공통 논리 수명이며 길이는 측정값이 아니다. 가운데 큰 살구색 실선/점선은 실행과 저장 확정의 경계이며 새 Component가 아니다. 아래 A의 두 owner 변경은 한 번에 확정하거나 모두 미반영된다. B는 의도 저장, Task 접수 저장, 대화 receipt 반영의 세 로컬 사실이다. Task 접수 후 외부 전송은 대화 receipt 반영을 기다리지 않고 가능하며 외부 Agent 접수/사용자 전달은 별도 확인한다. 7은 고정 Question1의 예상 질문 개정이며 형식 버전이 아니다. 여섯 ASR 표는 최신 03-02의 조건별 구조 영향이다.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04-43. 기능 정확성을 위한 VIA Request 의미 판단 설계</a:t>
            </a:r>
          </a:p>
          <a:p xmlns:a="http://schemas.openxmlformats.org/drawingml/2006/main">
            <a:r>
              <a:t>https://github.com/cbyche/via-sw-architecture/blob/main/docs/architecture/12-decisions/decision-packages/04-43-request-interpretation.md</a:t>
            </a:r>
          </a:p>
          <a:p xmlns:a="http://schemas.openxmlformats.org/drawingml/2006/main">
            <a:r>
              <a:t>https://github.com/cbyche/via-sw-architecture/blob/main/docs/presentations_files/dp-comparison/dp43-comparison.svg</a:t>
            </a:r>
          </a:p>
          <a:p xmlns:a="http://schemas.openxmlformats.org/drawingml/2006/main">
            <a:r>
              <a:t>수치와 원형 점수는 형식 검토용 예상 예시이며 실측 또는 대안 선정 결과가 아니다. V-04는 평균 반응시간, V-05는 평균 VIA 처리시간이다. V-05는 외부 작업이나 사용자 답변만 기다리는 구간을 제외한다. 기존 시간 수치는 평균 시간의 형식 예시이며 p95 측정값을 변환한 결과가 아니다. 양안 조건은 본문과 그림의 비교 예시 조건을 따른다.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04-44. VIA 지속 입력과 Task 알림의 후속 실행 구조</a:t>
            </a:r>
          </a:p>
          <a:p xmlns:a="http://schemas.openxmlformats.org/drawingml/2006/main">
            <a:r>
              <a:t>https://github.com/cbyche/via-sw-architecture/blob/main/docs/architecture/12-decisions/decision-packages/04-44-continuous-interaction.md</a:t>
            </a:r>
          </a:p>
          <a:p xmlns:a="http://schemas.openxmlformats.org/drawingml/2006/main">
            <a:r>
              <a:t>https://github.com/cbyche/via-sw-architecture/blob/main/docs/presentations_files/dp-comparison/dp44-comparison.svg</a:t>
            </a:r>
          </a:p>
          <a:p xmlns:a="http://schemas.openxmlformats.org/drawingml/2006/main">
            <a:r>
              <a:t>조건별 정성 비교 / 미선정 / 미측정. 표는 최신 여섯 ASR의 조건부 영향이며 수치 점수 또는 우열 측정이 아니다.</a:t>
            </a:r>
          </a:p>
          <a:p xmlns:a="http://schemas.openxmlformats.org/drawingml/2006/main">
            <a:r>
              <a:t>같은 Input1 표 설명,Task1 메일의 Question1,Input0의 늦은 Candidate0에서 A는 중앙 continuation/완료 회수/재지시, B는 입력/알림 Stage의 Window와 Candidate+AdoptedMeaning+InputSettled+admission+source+과거 전달 snapshot Join을 비교한다. Job ID와 input generation을 고정하며 현재 확인 질문은 InputSettled를 기다리지 않는 별도 admission이다. 로컬 VAD·VIA 상태 권위,클라우드 음성/의미 모델은 양안 공통. dispatch/join/credit는 코드이며 같은 모델 job에서 자동 비용 우위는 없다. 42A 공동 확정/42B 업무 gate 확정과hold ack를 각각 연결한다. schema/JSON 예시는 docs/architecture/12-decisions/decision-packages/contracts/dp44-execution-examples.json이며 미구현/미측정 설계 검토안이다.</a:t>
            </a:r>
          </a:p>
          <a:p xmlns:a="http://schemas.openxmlformats.org/drawingml/2006/main">
            <a:r>
              <a:t>A 중앙 조정 방식: Request Controller 내부 Dialogue Dispatcher와 Dialogue Progress State. B 이벤트 흐름을 연결하는 방식: Request Controller 내부 Input Resolution Stage·Task Notice Stage와 Window, Response Manager 내부 Publication Join·Publication Window. 같은 정식 10개 Component와 원본 owner, 흰색/검정 공통 및 살구색/짙은 테두리 차이 표기.</a:t>
            </a:r>
          </a:p>
          <a:p xmlns:a="http://schemas.openxmlformats.org/drawingml/2006/main">
            <a:r>
              <a:t>Voice Runtime에는 Interaction Manager의 음성 입출력·즉시 중단 기능과 Model Access client가 배치된다. 동시 실행 수가 제한된 비동기 executor와 Blocking worker pool, Model Access 별도 scheduler를 사용한다. A 사건 대기열·비동기 작업·완료 반환은 실행 기반이, B 이벤트 채널·구독·단계별 수용량·취소 전달은 실행 라이브러리가 지원한다. 수치·우선순위·pool 크기는 미정이며 별도 Component·process·모델을 추가하지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04-45. VIA 과거 정보의 Request별 구성과 공통 생산 및 조회</a:t>
            </a:r>
          </a:p>
          <a:p xmlns:a="http://schemas.openxmlformats.org/drawingml/2006/main">
            <a:r>
              <a:t>https://github.com/cbyche/via-sw-architecture/blob/main/docs/architecture/12-decisions/decision-packages/04-45-memory-and-context.md</a:t>
            </a:r>
          </a:p>
          <a:p xmlns:a="http://schemas.openxmlformats.org/drawingml/2006/main">
            <a:r>
              <a:t>https://github.com/cbyche/via-sw-architecture/blob/main/docs/presentations_files/dp-comparison/dp45-comparison.svg</a:t>
            </a:r>
          </a:p>
          <a:p xmlns:a="http://schemas.openxmlformats.org/drawingml/2006/main">
            <a:r>
              <a:t>조건별 정성 trade-off이며 최종 선정 또는 품질 측정이 아니다. 첫 요청, 반복 R24, 정정 직후와 표현 밖 새 관계를 구별한다.</a:t>
            </a:r>
          </a:p>
          <a:p xmlns:a="http://schemas.openxmlformats.org/drawingml/2006/main">
            <a:r>
              <a:t>공통 사례: C20/E20 VIA 직접 평가 기준 설명과 실제 전달 P20, C21/T21/D21@v2 제품 비교, C22/T22/D22@v1 견적. 현재 C23/R23의 제안서 작성 Task T23 연결은 현재 해석/채택의 결과다. VIA는 허용된 발췌와 참조를 연결하고, 평가 기준 적용과 제안서 작성은 Downstream Agent가 수행한다. 결과 참조는 본문 전체 보관을 뜻하지 않으며 Agent 내부 reasoning/모든 tool 기록은 전제하지 않는다.</a:t>
            </a:r>
          </a:p>
          <a:p xmlns:a="http://schemas.openxmlformats.org/drawingml/2006/main">
            <a:r>
              <a:t>A의 요약/index/cache/관계 cache/부분 갱신/병렬 조회와 기존 Agent 실행 맥락 재사용을 허용한다. B의 과거 관계는 검증/게시 범위만 읽고 원본 확인, 미게시/표현 미지원, 오류/갱신/삭제와 생산 비용을 유지한다. R23의 정답 관계를 미리 게시하지 않는다. 필요성과 사례 보완이며 최종 DP/A/B 선정 또는 새 사례의 품질 검증이 아니다. 45의 수치와 원형 점수는 조건별 정성 표로 교체했다.</a:t>
            </a:r>
          </a:p>
          <a:p xmlns:a="http://schemas.openxmlformats.org/drawingml/2006/main">
            <a:r>
              <a:t>A: Context Composer가 owner 읽기와 cache를 조합하여 직접 EvidenceBundle/receipt를 반환한다. Request Evidence Set은 요청 수명의 데이터다. B: 변경 알림, 실제 원본 읽기, 조건부 과거 의미 생산, 출처/권한/지원 종류 검증, 관계+coverage 게시, Evidence Reader의 게시 계약 소비를 나눈다. 미래 R23의 정답이나 T23 binding을 미리 생산하지 않는다.</a:t>
            </a:r>
          </a:p>
          <a:p xmlns:a="http://schemas.openxmlformats.org/drawingml/2006/main">
            <a:r>
              <a:t>NOT_COVERED는 지원 종류의 미생산으로 Publisher 생산 후 revision/상태를 반환하고 Reader가 Repository를 다시 읽는다. UNSUPPORTED_RELATION은 표현 변경 없이는 반복 생산으로 해결되지 않는다. NO_MATCH는 읽은 범위의 무일치다. DENIED/UNAVAILABLE도 분리한다. 현재 metadata 검사와 exact quote/조건/충돌 원문 확인은 남고, 원본 조합 우회는 명시적 B+다. 파생 오류 EvidenceDispute는 원본 revision 변화 없이도 차단/재검증한다. 삭제/철회 fence가 후속 정리보다 먼저이며 옛 job 게시를 거부한다.</a:t>
            </a:r>
          </a:p>
          <a:p xmlns:a="http://schemas.openxmlformats.org/drawingml/2006/main">
            <a:r>
              <a:t>첫 요청/정정 직후: B 생산/갱신 대기가 추가될 수 있다. 반복 조회: 유효 게시가 owner 교차 조합을 실제 대체하면 B 요청 경로가 줄지만 A warm 관계 cache가 같은 효과를 낼 수 있다. 새 관계/미묘한 부정/예외: A 원문 구성이 유연하나 검색 누락 가능, B 표현/추출 한계가 남는다. 정확성의 전체 우열을 고정하지 않는다.</a:t>
            </a:r>
          </a:p>
          <a:p xmlns:a="http://schemas.openxmlformats.org/drawingml/2006/main">
            <a:r>
              <a:t>전체 모델 호출: A cache 생산/유지+요청 구성/재검증, B 초기/갱신/backfill/미사용/실패 생산을 모두 포함한다. 현재 판단은 공통이고 명시 ID/위치 연결은 코드일 수 있다. 고정 우열 없음. Source 형식 변경은 adapter에 흡수할 수 있고, 관계 의미/schema 변경은 B producer/독자 호환/재생산, A cache 무효화도 함께 본다.</a:t>
            </a:r>
          </a:p>
          <a:p xmlns:a="http://schemas.openxmlformats.org/drawingml/2006/main">
            <a:r>
              <a:t>공식 Reference (본문 §9):</a:t>
            </a:r>
          </a:p>
          <a:p xmlns:a="http://schemas.openxmlformats.org/drawingml/2006/main">
            <a:r>
              <a:t>A https://docs.langchain.com/oss/python/deepagents/retrieval — 현재 질문의 원본 획득 선례. VIA Task/실제 전달/정정 계약 전체 구현 사례 아님.</a:t>
            </a:r>
          </a:p>
          <a:p xmlns:a="http://schemas.openxmlformats.org/drawingml/2006/main">
            <a:r>
              <a:t>B https://langchain-ai.github.io/langmem/background_quickstart/ 및 https://langchain-ai.github.io/langmem/reference/memory/ — 기억 생산/저장/소비 분리 선례. 자동 선호 추출을 VIA User Memory 정책으로 채택하지 않고 revision/coverage/삭제 fence는 VIA 별도 계약.</a:t>
            </a:r>
          </a:p>
          <a:p xmlns:a="http://schemas.openxmlformats.org/drawingml/2006/main">
            <a:r>
              <a:t>실행 https://langchain-ai.github.io/langmem/guides/delayed_processing/ — 대기 생산/재예약 선례. thread/지연값/배치를 채택하지 않는다.</a:t>
            </a:r>
          </a:p>
          <a:p xmlns:a="http://schemas.openxmlformats.org/drawingml/2006/main">
            <a:r>
              <a:t>연결 참고 https://docs.mem0.ai/platform/features/graph-memory — 공통 개체 연결 선례이며 typed 정정/대체/실제 전달 관계 구현 증거 아님. cloud/embedding/helper를 도입하지 않는다. 공식 사례는 VIA 성능 우위의 증거가 아니다.</a:t>
            </a:r>
          </a:p>
          <a:p xmlns:a="http://schemas.openxmlformats.org/drawingml/2006/main">
            <a:r>
              <a:t>2026-10-10: 고정 EvidenceQuery Query1(schema_version/query_id/request_ref/attempt_ref/input_revision/purpose/relation_kinds/source_ranges/original_required/budget_ref/policy_epoch), Bundle1/Receipt1와 파생 Record 예시는 contracts/dp45-evidence-examples.json이다. 현재 사례는 PARTIAL이며 E20[27,52)의 “가격이 같은 경우 유지보수 기간을 우선합니다.”만 실제 전달 P20 범위 안에서 발췌했다. Memory1 EXPLAINS_ITEM은 MODEL_DERIVED, Memory2/3 HAS_RESULT는 명시 참조 EXPLICIT이다. Coverage1[27,52), gap[0,27)은 기준 전체의 생산을 뜻하지 않는다. A가 반환한 원본 근거와 B가 반환한 공통 관계는 현재 요청의 의미/Task 정답이 아니다. B Reader는 원문과 현재 source/권한을 확인하며 원본 조합 우회는 B+다. 전체 MAIN/수명과 추가 집중 발표 scene은 별개 source이며 동일 owner/계약이다. 클라우드 의미/음성 의존성, 로컬 VIA/VAD/권위와 코드/조건부 의미 호출을 구별한다.</a:t>
            </a:r>
          </a:p>
          <a:p xmlns:a="http://schemas.openxmlformats.org/drawingml/2006/main">
            <a:r>
              <a:t>v3 집중 그림의 Task1 제품 조사 / Task2 견적은 기존 JSON T21/T22의 표시용 별칭이며 제품 결과/견적 결과는 D21 개정 2/D22 개정 1이다. 설명 원문/실제 전달은 E20/P20이며 원문 구간을 바꾸지 않았다. 원본 변경과 현재 Query의 서로 다른 시작점을 그렸으며 별도 순서도는 Architecture Module이 아니다. 여섯 ASR 표는 최신 03-02의 조건별 영향으로 고정 성능 우열이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4c2206c5a24e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5b7ef41d6541cb" /><Relationship Type="http://schemas.openxmlformats.org/officeDocument/2006/relationships/slideLayout" Target="/ppt/slideLayouts/slideLayout1.xml" Id="Re64ce684e0f34e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4ce684e0f34e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4665ac39fa74d00" /><Relationship Type="http://schemas.openxmlformats.org/officeDocument/2006/relationships/notesSlide" Target="/ppt/notesSlides/notesSlide1.xml" Id="R32964d3bced948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66d5fc457ad49d1" /><Relationship Type="http://schemas.openxmlformats.org/officeDocument/2006/relationships/notesSlide" Target="/ppt/notesSlides/notesSlide2.xml" Id="R5558b64c3b0840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b2490413372489a" /><Relationship Type="http://schemas.openxmlformats.org/officeDocument/2006/relationships/notesSlide" Target="/ppt/notesSlides/notesSlide3.xml" Id="Rf0815e1bc22c45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447b1dc45004920" /><Relationship Type="http://schemas.openxmlformats.org/officeDocument/2006/relationships/notesSlide" Target="/ppt/notesSlides/notesSlide4.xml" Id="R165df36c393344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d644843f6bd4ab4" /><Relationship Type="http://schemas.openxmlformats.org/officeDocument/2006/relationships/notesSlide" Target="/ppt/notesSlides/notesSlide5.xml" Id="Rd0f7e84a40f9486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6" name="dp41-comparison / n1">
            <a:extLst xmlns:a="http://schemas.openxmlformats.org/drawingml/2006/main">
              <a:ext uri="{FF2B5EF4-FFF2-40B4-BE49-F238E27FC236}">
                <a16:creationId xmlns:a16="http://schemas.microsoft.com/office/drawing/2014/main" id="{178F1923-5BB7-42B7-9972-69F08E91C83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1-comparison / n2 / text 1">
            <a:extLst xmlns:a="http://schemas.openxmlformats.org/drawingml/2006/main">
              <a:ext uri="{FF2B5EF4-FFF2-40B4-BE49-F238E27FC236}">
                <a16:creationId xmlns:a16="http://schemas.microsoft.com/office/drawing/2014/main" id="{EAE10D26-4A66-47B7-915C-3FDF8172DB18}"/>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1-comparison / n3 / text 1">
            <a:extLst xmlns:a="http://schemas.openxmlformats.org/drawingml/2006/main">
              <a:ext uri="{FF2B5EF4-FFF2-40B4-BE49-F238E27FC236}">
                <a16:creationId xmlns:a16="http://schemas.microsoft.com/office/drawing/2014/main" id="{6ECF90DA-2CCE-4FA6-A137-8690D3FC0EB3}"/>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1-comparison / n4 / text 1">
            <a:extLst xmlns:a="http://schemas.openxmlformats.org/drawingml/2006/main">
              <a:ext uri="{FF2B5EF4-FFF2-40B4-BE49-F238E27FC236}">
                <a16:creationId xmlns:a16="http://schemas.microsoft.com/office/drawing/2014/main" id="{A7FBFA6D-D7AD-4D16-8CB6-E9EC64E1786E}"/>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04-41. VIA Request 이해의 모델 판단 반복과 코드 해결 반복</a:t>
            </a:r>
          </a:p>
        </p:txBody>
      </p:sp>
      <p:sp>
        <p:nvSpPr>
          <p:cNvPr id="5" name="dp41-comparison / n5 / path">
            <a:extLst xmlns:a="http://schemas.openxmlformats.org/drawingml/2006/main">
              <a:ext uri="{FF2B5EF4-FFF2-40B4-BE49-F238E27FC236}">
                <a16:creationId xmlns:a16="http://schemas.microsoft.com/office/drawing/2014/main" id="{359CC709-1B11-49AA-8FA8-4D9CD4E89EA5}"/>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1-comparison / n6 / text 1">
            <a:extLst xmlns:a="http://schemas.openxmlformats.org/drawingml/2006/main">
              <a:ext uri="{FF2B5EF4-FFF2-40B4-BE49-F238E27FC236}">
                <a16:creationId xmlns:a16="http://schemas.microsoft.com/office/drawing/2014/main" id="{5B4A30BB-8540-4276-9DC1-61EFF8115330}"/>
              </a:ext>
            </a:extLst>
          </p:cNvPr>
          <p:cNvSpPr>
            <a:spLocks xmlns:a="http://schemas.openxmlformats.org/drawingml/2006/main" noGrp="1"/>
          </p:cNvSpPr>
          <p:nvPr/>
        </p:nvSpPr>
        <p:spPr>
          <a:xfrm xmlns:a="http://schemas.openxmlformats.org/drawingml/2006/main">
            <a:off x="381000" y="1333500"/>
            <a:ext cx="175260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입력 Input1: “이 표를 아까 보고서에 넣고, 메일은 보내지 말고 결과를 바탕으로 초안만 만들어.”</a:t>
            </a:r>
          </a:p>
        </p:txBody>
      </p:sp>
      <p:sp>
        <p:nvSpPr>
          <p:cNvPr id="7" name="dp41-comparison / n7 / text 1">
            <a:extLst xmlns:a="http://schemas.openxmlformats.org/drawingml/2006/main">
              <a:ext uri="{FF2B5EF4-FFF2-40B4-BE49-F238E27FC236}">
                <a16:creationId xmlns:a16="http://schemas.microsoft.com/office/drawing/2014/main" id="{046A1E71-9143-45B6-98A8-8C2525506F80}"/>
              </a:ext>
            </a:extLst>
          </p:cNvPr>
          <p:cNvSpPr>
            <a:spLocks xmlns:a="http://schemas.openxmlformats.org/drawingml/2006/main" noGrp="1"/>
          </p:cNvSpPr>
          <p:nvPr/>
        </p:nvSpPr>
        <p:spPr>
          <a:xfrm xmlns:a="http://schemas.openxmlformats.org/drawingml/2006/main">
            <a:off x="381000" y="1609725"/>
            <a:ext cx="175260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18232E"/>
                </a:solidFill>
                <a:latin typeface="Apple SD Gothic Neo"/>
                <a:ea typeface="Apple SD Gothic Neo"/>
                <a:cs typeface="Apple SD Gothic Neo"/>
              </a:defRPr>
            </a:pPr>
            <a:r>
              <a:rPr sz="1425" b="0">
                <a:solidFill>
                  <a:srgbClr val="18232E"/>
                </a:solidFill>
                <a:latin typeface="Apple SD Gothic Neo"/>
                <a:ea typeface="Apple SD Gothic Neo"/>
                <a:cs typeface="Apple SD Gothic Neo"/>
              </a:rPr>
              <a:t>Task1: 예산 보고서 / Task2: 실적 보고서 → “어느 보고서인가요?” → 사용자: “예산 보고서” / 결과: 수정된 보고서 → 메일 초안</a:t>
            </a:r>
          </a:p>
        </p:txBody>
      </p:sp>
      <p:sp>
        <p:nvSpPr>
          <p:cNvPr id="8" name="dp41-comparison / n8">
            <a:extLst xmlns:a="http://schemas.openxmlformats.org/drawingml/2006/main">
              <a:ext uri="{FF2B5EF4-FFF2-40B4-BE49-F238E27FC236}">
                <a16:creationId xmlns:a16="http://schemas.microsoft.com/office/drawing/2014/main" id="{973A13B7-B221-49EF-A61C-2B9BE34EBCC9}"/>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1-comparison / n9 / text 1">
            <a:extLst xmlns:a="http://schemas.openxmlformats.org/drawingml/2006/main">
              <a:ext uri="{FF2B5EF4-FFF2-40B4-BE49-F238E27FC236}">
                <a16:creationId xmlns:a16="http://schemas.microsoft.com/office/drawing/2014/main" id="{7740895B-3CBE-421B-8283-9725B785C014}"/>
              </a:ext>
            </a:extLst>
          </p:cNvPr>
          <p:cNvSpPr>
            <a:spLocks xmlns:a="http://schemas.openxmlformats.org/drawingml/2006/main" noGrp="1"/>
          </p:cNvSpPr>
          <p:nvPr/>
        </p:nvSpPr>
        <p:spPr>
          <a:xfrm xmlns:a="http://schemas.openxmlformats.org/drawingml/2006/main">
            <a:off x="390525" y="1990725"/>
            <a:ext cx="9334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18232E"/>
                </a:solidFill>
                <a:latin typeface="Apple SD Gothic Neo"/>
                <a:ea typeface="Apple SD Gothic Neo"/>
                <a:cs typeface="Apple SD Gothic Neo"/>
              </a:defRPr>
            </a:pPr>
            <a:r>
              <a:rPr sz="1425" b="1">
                <a:solidFill>
                  <a:srgbClr val="18232E"/>
                </a:solidFill>
                <a:latin typeface="Apple SD Gothic Neo"/>
                <a:ea typeface="Apple SD Gothic Neo"/>
                <a:cs typeface="Apple SD Gothic Neo"/>
              </a:rPr>
              <a:t>설계안</a:t>
            </a:r>
          </a:p>
        </p:txBody>
      </p:sp>
      <p:sp>
        <p:nvSpPr>
          <p:cNvPr id="10" name="dp41-comparison / n10 / text 1">
            <a:extLst xmlns:a="http://schemas.openxmlformats.org/drawingml/2006/main">
              <a:ext uri="{FF2B5EF4-FFF2-40B4-BE49-F238E27FC236}">
                <a16:creationId xmlns:a16="http://schemas.microsoft.com/office/drawing/2014/main" id="{6A2401CB-F45B-4351-B603-DBBBD2F35F0E}"/>
              </a:ext>
            </a:extLst>
          </p:cNvPr>
          <p:cNvSpPr>
            <a:spLocks xmlns:a="http://schemas.openxmlformats.org/drawingml/2006/main" noGrp="1"/>
          </p:cNvSpPr>
          <p:nvPr/>
        </p:nvSpPr>
        <p:spPr>
          <a:xfrm xmlns:a="http://schemas.openxmlformats.org/drawingml/2006/main">
            <a:off x="1485900" y="1952625"/>
            <a:ext cx="79819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A 모델 주도 해석</a:t>
            </a:r>
          </a:p>
        </p:txBody>
      </p:sp>
      <p:sp>
        <p:nvSpPr>
          <p:cNvPr id="11" name="dp41-comparison / n11 / text 1">
            <a:extLst xmlns:a="http://schemas.openxmlformats.org/drawingml/2006/main">
              <a:ext uri="{FF2B5EF4-FFF2-40B4-BE49-F238E27FC236}">
                <a16:creationId xmlns:a16="http://schemas.microsoft.com/office/drawing/2014/main" id="{7B7D448F-509C-4A84-BF9D-C3FD92786779}"/>
              </a:ext>
            </a:extLst>
          </p:cNvPr>
          <p:cNvSpPr>
            <a:spLocks xmlns:a="http://schemas.openxmlformats.org/drawingml/2006/main" noGrp="1"/>
          </p:cNvSpPr>
          <p:nvPr/>
        </p:nvSpPr>
        <p:spPr>
          <a:xfrm xmlns:a="http://schemas.openxmlformats.org/drawingml/2006/main">
            <a:off x="9772650" y="1952625"/>
            <a:ext cx="79819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B 모델 요청 틀과 코드 주도 완성</a:t>
            </a:r>
          </a:p>
        </p:txBody>
      </p:sp>
      <p:sp>
        <p:nvSpPr>
          <p:cNvPr id="12" name="dp41-comparison / n12 / path">
            <a:extLst xmlns:a="http://schemas.openxmlformats.org/drawingml/2006/main">
              <a:ext uri="{FF2B5EF4-FFF2-40B4-BE49-F238E27FC236}">
                <a16:creationId xmlns:a16="http://schemas.microsoft.com/office/drawing/2014/main" id="{71F95E07-F0B4-4109-BBA1-4782DBAD58FD}"/>
              </a:ext>
            </a:extLst>
          </p:cNvPr>
          <p:cNvSpPr>
            <a:spLocks xmlns:a="http://schemas.openxmlformats.org/drawingml/2006/main" noGrp="1"/>
          </p:cNvSpPr>
          <p:nvPr/>
        </p:nvSpPr>
        <p:spPr>
          <a:xfrm xmlns:a="http://schemas.openxmlformats.org/drawingml/2006/main">
            <a:off x="9620250" y="1857375"/>
            <a:ext cx="953" cy="6448425"/>
          </a:xfrm>
          <a:custGeom xmlns:a="http://schemas.openxmlformats.org/drawingml/2006/main">
            <a:pathLst>
              <a:path w="953" h="6448425">
                <a:moveTo>
                  <a:pt x="0" y="0"/>
                </a:moveTo>
                <a:lnTo>
                  <a:pt x="0" y="6448425"/>
                </a:lnTo>
              </a:path>
            </a:pathLst>
          </a:custGeom>
          <a:noFill xmlns:a="http://schemas.openxmlformats.org/drawingml/2006/main"/>
          <a:ln xmlns:a="http://schemas.openxmlformats.org/drawingml/2006/main" w="19050">
            <a:solidFill>
              <a:srgbClr val="CDD6DE"/>
            </a:solidFill>
            <a:prstDash val="solid"/>
          </a:ln>
        </p:spPr>
      </p:sp>
      <p:sp>
        <p:nvSpPr>
          <p:cNvPr id="13" name="dp41-comparison / n13 / path">
            <a:extLst xmlns:a="http://schemas.openxmlformats.org/drawingml/2006/main">
              <a:ext uri="{FF2B5EF4-FFF2-40B4-BE49-F238E27FC236}">
                <a16:creationId xmlns:a16="http://schemas.microsoft.com/office/drawing/2014/main" id="{37FB7309-774A-4A06-97C8-6D10B6CBB2B4}"/>
              </a:ext>
            </a:extLst>
          </p:cNvPr>
          <p:cNvSpPr>
            <a:spLocks xmlns:a="http://schemas.openxmlformats.org/drawingml/2006/main" noGrp="1"/>
          </p:cNvSpPr>
          <p:nvPr/>
        </p:nvSpPr>
        <p:spPr>
          <a:xfrm xmlns:a="http://schemas.openxmlformats.org/drawingml/2006/main">
            <a:off x="381000" y="83058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4" name="dp41-comparison / n14 / text 1">
            <a:extLst xmlns:a="http://schemas.openxmlformats.org/drawingml/2006/main">
              <a:ext uri="{FF2B5EF4-FFF2-40B4-BE49-F238E27FC236}">
                <a16:creationId xmlns:a16="http://schemas.microsoft.com/office/drawing/2014/main" id="{29B30385-5EFA-4E0B-8AC6-BF910A74E3D6}"/>
              </a:ext>
            </a:extLst>
          </p:cNvPr>
          <p:cNvSpPr>
            <a:spLocks xmlns:a="http://schemas.openxmlformats.org/drawingml/2006/main" noGrp="1"/>
          </p:cNvSpPr>
          <p:nvPr/>
        </p:nvSpPr>
        <p:spPr>
          <a:xfrm xmlns:a="http://schemas.openxmlformats.org/drawingml/2006/main">
            <a:off x="400050" y="840105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채택: Request Controller의 현재 입력과 정보, 권한 검사 및 저장 성공 후 응답 또는 Task 위임</a:t>
            </a:r>
          </a:p>
        </p:txBody>
      </p:sp>
      <p:sp>
        <p:nvSpPr>
          <p:cNvPr id="15" name="dp41-comparison / n15 / text 1">
            <a:extLst xmlns:a="http://schemas.openxmlformats.org/drawingml/2006/main">
              <a:ext uri="{FF2B5EF4-FFF2-40B4-BE49-F238E27FC236}">
                <a16:creationId xmlns:a16="http://schemas.microsoft.com/office/drawing/2014/main" id="{6CAB7B63-7BCB-4384-9E07-58AE8F97975B}"/>
              </a:ext>
            </a:extLst>
          </p:cNvPr>
          <p:cNvSpPr>
            <a:spLocks xmlns:a="http://schemas.openxmlformats.org/drawingml/2006/main" noGrp="1"/>
          </p:cNvSpPr>
          <p:nvPr/>
        </p:nvSpPr>
        <p:spPr>
          <a:xfrm xmlns:a="http://schemas.openxmlformats.org/drawingml/2006/main">
            <a:off x="400050" y="8639175"/>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반복 종료: 의미 완성, 확인 질문 대기, 실패, 취소, 한도 도달 / 질문을 실제 전달하고 새 답변을 받은 뒤 해석 재개</a:t>
            </a:r>
          </a:p>
        </p:txBody>
      </p:sp>
      <p:sp>
        <p:nvSpPr>
          <p:cNvPr id="327" name="dp41-comparison / asr-qa-table / 1">
            <a:extLst xmlns:a="http://schemas.openxmlformats.org/drawingml/2006/main">
              <a:ext uri="{FF2B5EF4-FFF2-40B4-BE49-F238E27FC236}">
                <a16:creationId xmlns:a16="http://schemas.microsoft.com/office/drawing/2014/main" id="{B1FA89BD-779E-4CB7-8B39-54AFB518D117}"/>
              </a:ext>
            </a:extLst>
          </p:cNvPr>
          <p:cNvSpPr>
            <a:spLocks xmlns:a="http://schemas.openxmlformats.org/drawingml/2006/main" noGrp="1"/>
          </p:cNvSpPr>
          <p:nvPr/>
        </p:nvSpPr>
        <p:spPr>
          <a:xfrm xmlns:a="http://schemas.openxmlformats.org/drawingml/2006/main">
            <a:off x="381000" y="88963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328" name="dp41-comparison / asr-qa-table / 2">
            <a:extLst xmlns:a="http://schemas.openxmlformats.org/drawingml/2006/main">
              <a:ext uri="{FF2B5EF4-FFF2-40B4-BE49-F238E27FC236}">
                <a16:creationId xmlns:a16="http://schemas.microsoft.com/office/drawing/2014/main" id="{97107FAE-699B-4E26-AA85-E6C60E5C35AA}"/>
              </a:ext>
            </a:extLst>
          </p:cNvPr>
          <p:cNvSpPr>
            <a:spLocks xmlns:a="http://schemas.openxmlformats.org/drawingml/2006/main" noGrp="1"/>
          </p:cNvSpPr>
          <p:nvPr/>
        </p:nvSpPr>
        <p:spPr>
          <a:xfrm xmlns:a="http://schemas.openxmlformats.org/drawingml/2006/main">
            <a:off x="400050" y="8915400"/>
            <a:ext cx="233362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요청 처리 정확성</a:t>
            </a:r>
          </a:p>
        </p:txBody>
      </p:sp>
      <p:sp>
        <p:nvSpPr>
          <p:cNvPr id="329" name="dp41-comparison / asr-qa-table / 3">
            <a:extLst xmlns:a="http://schemas.openxmlformats.org/drawingml/2006/main">
              <a:ext uri="{FF2B5EF4-FFF2-40B4-BE49-F238E27FC236}">
                <a16:creationId xmlns:a16="http://schemas.microsoft.com/office/drawing/2014/main" id="{5D6C7CC5-78DE-46B3-8CC9-0951A7463904}"/>
              </a:ext>
            </a:extLst>
          </p:cNvPr>
          <p:cNvSpPr>
            <a:spLocks xmlns:a="http://schemas.openxmlformats.org/drawingml/2006/main" noGrp="1"/>
          </p:cNvSpPr>
          <p:nvPr/>
        </p:nvSpPr>
        <p:spPr>
          <a:xfrm xmlns:a="http://schemas.openxmlformats.org/drawingml/2006/main">
            <a:off x="2857500" y="8915400"/>
            <a:ext cx="685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열린 의미를 함께 판단 / 검색 누락과 모델 오판 가능</a:t>
            </a:r>
          </a:p>
        </p:txBody>
      </p:sp>
      <p:sp>
        <p:nvSpPr>
          <p:cNvPr id="330" name="dp41-comparison / asr-qa-table / 4">
            <a:extLst xmlns:a="http://schemas.openxmlformats.org/drawingml/2006/main">
              <a:ext uri="{FF2B5EF4-FFF2-40B4-BE49-F238E27FC236}">
                <a16:creationId xmlns:a16="http://schemas.microsoft.com/office/drawing/2014/main" id="{5085A947-A96C-487E-85BC-4156FCB7F2CC}"/>
              </a:ext>
            </a:extLst>
          </p:cNvPr>
          <p:cNvSpPr>
            <a:spLocks xmlns:a="http://schemas.openxmlformats.org/drawingml/2006/main" noGrp="1"/>
          </p:cNvSpPr>
          <p:nvPr/>
        </p:nvSpPr>
        <p:spPr>
          <a:xfrm xmlns:a="http://schemas.openxmlformats.org/drawingml/2006/main">
            <a:off x="10001250" y="8915400"/>
            <a:ext cx="78105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지원 관계의 코드 결합 / 틀 오류와 표현 밖 관계의 한계</a:t>
            </a:r>
          </a:p>
        </p:txBody>
      </p:sp>
      <p:sp>
        <p:nvSpPr>
          <p:cNvPr id="331" name="dp41-comparison / asr-qa-table / 5">
            <a:extLst xmlns:a="http://schemas.openxmlformats.org/drawingml/2006/main">
              <a:ext uri="{FF2B5EF4-FFF2-40B4-BE49-F238E27FC236}">
                <a16:creationId xmlns:a16="http://schemas.microsoft.com/office/drawing/2014/main" id="{B38BA285-4B19-44C3-A64A-0B3D8556FE6C}"/>
              </a:ext>
            </a:extLst>
          </p:cNvPr>
          <p:cNvSpPr>
            <a:spLocks xmlns:a="http://schemas.openxmlformats.org/drawingml/2006/main" noGrp="1"/>
          </p:cNvSpPr>
          <p:nvPr/>
        </p:nvSpPr>
        <p:spPr>
          <a:xfrm xmlns:a="http://schemas.openxmlformats.org/drawingml/2006/main">
            <a:off x="381000" y="90773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332" name="dp41-comparison / asr-qa-table / 6">
            <a:extLst xmlns:a="http://schemas.openxmlformats.org/drawingml/2006/main">
              <a:ext uri="{FF2B5EF4-FFF2-40B4-BE49-F238E27FC236}">
                <a16:creationId xmlns:a16="http://schemas.microsoft.com/office/drawing/2014/main" id="{403D4B2D-C639-420C-8CE0-A3A393353C9A}"/>
              </a:ext>
            </a:extLst>
          </p:cNvPr>
          <p:cNvSpPr>
            <a:spLocks xmlns:a="http://schemas.openxmlformats.org/drawingml/2006/main" noGrp="1"/>
          </p:cNvSpPr>
          <p:nvPr/>
        </p:nvSpPr>
        <p:spPr>
          <a:xfrm xmlns:a="http://schemas.openxmlformats.org/drawingml/2006/main">
            <a:off x="400050" y="9096375"/>
            <a:ext cx="233362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상호작용 응답시간</a:t>
            </a:r>
          </a:p>
        </p:txBody>
      </p:sp>
      <p:sp>
        <p:nvSpPr>
          <p:cNvPr id="333" name="dp41-comparison / asr-qa-table / 7">
            <a:extLst xmlns:a="http://schemas.openxmlformats.org/drawingml/2006/main">
              <a:ext uri="{FF2B5EF4-FFF2-40B4-BE49-F238E27FC236}">
                <a16:creationId xmlns:a16="http://schemas.microsoft.com/office/drawing/2014/main" id="{F7D569D7-BF33-4E6F-A1A8-9EA01FAAF4B8}"/>
              </a:ext>
            </a:extLst>
          </p:cNvPr>
          <p:cNvSpPr>
            <a:spLocks xmlns:a="http://schemas.openxmlformats.org/drawingml/2006/main" noGrp="1"/>
          </p:cNvSpPr>
          <p:nvPr/>
        </p:nvSpPr>
        <p:spPr>
          <a:xfrm xmlns:a="http://schemas.openxmlformats.org/drawingml/2006/main">
            <a:off x="2857500" y="9096375"/>
            <a:ext cx="685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쉬운 Request는 바로 제안 / 추가 조회와 모델 재판단 대기</a:t>
            </a:r>
          </a:p>
        </p:txBody>
      </p:sp>
      <p:sp>
        <p:nvSpPr>
          <p:cNvPr id="334" name="dp41-comparison / asr-qa-table / 8">
            <a:extLst xmlns:a="http://schemas.openxmlformats.org/drawingml/2006/main">
              <a:ext uri="{FF2B5EF4-FFF2-40B4-BE49-F238E27FC236}">
                <a16:creationId xmlns:a16="http://schemas.microsoft.com/office/drawing/2014/main" id="{B8A5D102-B7EE-4B8A-9FC2-BB10EBC48947}"/>
              </a:ext>
            </a:extLst>
          </p:cNvPr>
          <p:cNvSpPr>
            <a:spLocks xmlns:a="http://schemas.openxmlformats.org/drawingml/2006/main" noGrp="1"/>
          </p:cNvSpPr>
          <p:nvPr/>
        </p:nvSpPr>
        <p:spPr>
          <a:xfrm xmlns:a="http://schemas.openxmlformats.org/drawingml/2006/main">
            <a:off x="10001250" y="9096375"/>
            <a:ext cx="78105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지원 틀은 코드 완성 / 부분 해석과 확인 질문 대기</a:t>
            </a:r>
          </a:p>
        </p:txBody>
      </p:sp>
      <p:sp>
        <p:nvSpPr>
          <p:cNvPr id="335" name="dp41-comparison / asr-qa-table / 9">
            <a:extLst xmlns:a="http://schemas.openxmlformats.org/drawingml/2006/main">
              <a:ext uri="{FF2B5EF4-FFF2-40B4-BE49-F238E27FC236}">
                <a16:creationId xmlns:a16="http://schemas.microsoft.com/office/drawing/2014/main" id="{F834F60B-4433-43D3-AEE4-EC61B66033CC}"/>
              </a:ext>
            </a:extLst>
          </p:cNvPr>
          <p:cNvSpPr>
            <a:spLocks xmlns:a="http://schemas.openxmlformats.org/drawingml/2006/main" noGrp="1"/>
          </p:cNvSpPr>
          <p:nvPr/>
        </p:nvSpPr>
        <p:spPr>
          <a:xfrm xmlns:a="http://schemas.openxmlformats.org/drawingml/2006/main">
            <a:off x="381000" y="9258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336" name="dp41-comparison / asr-qa-table / 10">
            <a:extLst xmlns:a="http://schemas.openxmlformats.org/drawingml/2006/main">
              <a:ext uri="{FF2B5EF4-FFF2-40B4-BE49-F238E27FC236}">
                <a16:creationId xmlns:a16="http://schemas.microsoft.com/office/drawing/2014/main" id="{7EDA149D-28B7-4E98-A9C3-52F39C73CA65}"/>
              </a:ext>
            </a:extLst>
          </p:cNvPr>
          <p:cNvSpPr>
            <a:spLocks xmlns:a="http://schemas.openxmlformats.org/drawingml/2006/main" noGrp="1"/>
          </p:cNvSpPr>
          <p:nvPr/>
        </p:nvSpPr>
        <p:spPr>
          <a:xfrm xmlns:a="http://schemas.openxmlformats.org/drawingml/2006/main">
            <a:off x="400050" y="9277350"/>
            <a:ext cx="233362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VIA 요청 처리시간</a:t>
            </a:r>
          </a:p>
        </p:txBody>
      </p:sp>
      <p:sp>
        <p:nvSpPr>
          <p:cNvPr id="337" name="dp41-comparison / asr-qa-table / 11">
            <a:extLst xmlns:a="http://schemas.openxmlformats.org/drawingml/2006/main">
              <a:ext uri="{FF2B5EF4-FFF2-40B4-BE49-F238E27FC236}">
                <a16:creationId xmlns:a16="http://schemas.microsoft.com/office/drawing/2014/main" id="{9A7AFEC0-973F-4E1A-BCF7-C91F1C43E253}"/>
              </a:ext>
            </a:extLst>
          </p:cNvPr>
          <p:cNvSpPr>
            <a:spLocks xmlns:a="http://schemas.openxmlformats.org/drawingml/2006/main" noGrp="1"/>
          </p:cNvSpPr>
          <p:nvPr/>
        </p:nvSpPr>
        <p:spPr>
          <a:xfrm xmlns:a="http://schemas.openxmlformats.org/drawingml/2006/main">
            <a:off x="2857500" y="9277350"/>
            <a:ext cx="685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조회와 모델 판단 반복 / cache와 부분 수정으로 축소 가능</a:t>
            </a:r>
          </a:p>
        </p:txBody>
      </p:sp>
      <p:sp>
        <p:nvSpPr>
          <p:cNvPr id="338" name="dp41-comparison / asr-qa-table / 12">
            <a:extLst xmlns:a="http://schemas.openxmlformats.org/drawingml/2006/main">
              <a:ext uri="{FF2B5EF4-FFF2-40B4-BE49-F238E27FC236}">
                <a16:creationId xmlns:a16="http://schemas.microsoft.com/office/drawing/2014/main" id="{46D60780-6A48-4FDE-9E83-CA4BE3476516}"/>
              </a:ext>
            </a:extLst>
          </p:cNvPr>
          <p:cNvSpPr>
            <a:spLocks xmlns:a="http://schemas.openxmlformats.org/drawingml/2006/main" noGrp="1"/>
          </p:cNvSpPr>
          <p:nvPr/>
        </p:nvSpPr>
        <p:spPr>
          <a:xfrm xmlns:a="http://schemas.openxmlformats.org/drawingml/2006/main">
            <a:off x="10001250" y="9277350"/>
            <a:ext cx="78105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항목 해결과 코드 결합 / 틀 수정과 추가 해석 비용</a:t>
            </a:r>
          </a:p>
        </p:txBody>
      </p:sp>
      <p:sp>
        <p:nvSpPr>
          <p:cNvPr id="339" name="dp41-comparison / asr-qa-table / 13">
            <a:extLst xmlns:a="http://schemas.openxmlformats.org/drawingml/2006/main">
              <a:ext uri="{FF2B5EF4-FFF2-40B4-BE49-F238E27FC236}">
                <a16:creationId xmlns:a16="http://schemas.microsoft.com/office/drawing/2014/main" id="{DA0D5E81-6DAB-4C78-B37B-FC62613CB5BE}"/>
              </a:ext>
            </a:extLst>
          </p:cNvPr>
          <p:cNvSpPr>
            <a:spLocks xmlns:a="http://schemas.openxmlformats.org/drawingml/2006/main" noGrp="1"/>
          </p:cNvSpPr>
          <p:nvPr/>
        </p:nvSpPr>
        <p:spPr>
          <a:xfrm xmlns:a="http://schemas.openxmlformats.org/drawingml/2006/main">
            <a:off x="381000" y="9439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340" name="dp41-comparison / asr-qa-table / 14">
            <a:extLst xmlns:a="http://schemas.openxmlformats.org/drawingml/2006/main">
              <a:ext uri="{FF2B5EF4-FFF2-40B4-BE49-F238E27FC236}">
                <a16:creationId xmlns:a16="http://schemas.microsoft.com/office/drawing/2014/main" id="{688A0140-79CD-4475-A078-3F791AB6A9AD}"/>
              </a:ext>
            </a:extLst>
          </p:cNvPr>
          <p:cNvSpPr>
            <a:spLocks xmlns:a="http://schemas.openxmlformats.org/drawingml/2006/main" noGrp="1"/>
          </p:cNvSpPr>
          <p:nvPr/>
        </p:nvSpPr>
        <p:spPr>
          <a:xfrm xmlns:a="http://schemas.openxmlformats.org/drawingml/2006/main">
            <a:off x="400050" y="9458325"/>
            <a:ext cx="233362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VIA 모델 사용 비용</a:t>
            </a:r>
          </a:p>
        </p:txBody>
      </p:sp>
      <p:sp>
        <p:nvSpPr>
          <p:cNvPr id="341" name="dp41-comparison / asr-qa-table / 15">
            <a:extLst xmlns:a="http://schemas.openxmlformats.org/drawingml/2006/main">
              <a:ext uri="{FF2B5EF4-FFF2-40B4-BE49-F238E27FC236}">
                <a16:creationId xmlns:a16="http://schemas.microsoft.com/office/drawing/2014/main" id="{D8BA6036-BC7B-4296-A1F3-5C5CD09A2D34}"/>
              </a:ext>
            </a:extLst>
          </p:cNvPr>
          <p:cNvSpPr>
            <a:spLocks xmlns:a="http://schemas.openxmlformats.org/drawingml/2006/main" noGrp="1"/>
          </p:cNvSpPr>
          <p:nvPr/>
        </p:nvSpPr>
        <p:spPr>
          <a:xfrm xmlns:a="http://schemas.openxmlformats.org/drawingml/2006/main">
            <a:off x="2857500" y="9458325"/>
            <a:ext cx="685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반복 판단과 누적 Context / cache 재사용 가능</a:t>
            </a:r>
          </a:p>
        </p:txBody>
      </p:sp>
      <p:sp>
        <p:nvSpPr>
          <p:cNvPr id="342" name="dp41-comparison / asr-qa-table / 16">
            <a:extLst xmlns:a="http://schemas.openxmlformats.org/drawingml/2006/main">
              <a:ext uri="{FF2B5EF4-FFF2-40B4-BE49-F238E27FC236}">
                <a16:creationId xmlns:a16="http://schemas.microsoft.com/office/drawing/2014/main" id="{B3B40123-CA9B-4F3D-87EE-26AD39853EB5}"/>
              </a:ext>
            </a:extLst>
          </p:cNvPr>
          <p:cNvSpPr>
            <a:spLocks xmlns:a="http://schemas.openxmlformats.org/drawingml/2006/main" noGrp="1"/>
          </p:cNvSpPr>
          <p:nvPr/>
        </p:nvSpPr>
        <p:spPr>
          <a:xfrm xmlns:a="http://schemas.openxmlformats.org/drawingml/2006/main">
            <a:off x="10001250" y="9458325"/>
            <a:ext cx="78105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초기 틀 + 부분 해석 / 틀 수정과 추가 질문 비용 포함</a:t>
            </a:r>
          </a:p>
        </p:txBody>
      </p:sp>
      <p:sp>
        <p:nvSpPr>
          <p:cNvPr id="343" name="dp41-comparison / asr-qa-table / 17">
            <a:extLst xmlns:a="http://schemas.openxmlformats.org/drawingml/2006/main">
              <a:ext uri="{FF2B5EF4-FFF2-40B4-BE49-F238E27FC236}">
                <a16:creationId xmlns:a16="http://schemas.microsoft.com/office/drawing/2014/main" id="{FB765F73-C800-40F8-AF8A-C8A6B751EA47}"/>
              </a:ext>
            </a:extLst>
          </p:cNvPr>
          <p:cNvSpPr>
            <a:spLocks xmlns:a="http://schemas.openxmlformats.org/drawingml/2006/main" noGrp="1"/>
          </p:cNvSpPr>
          <p:nvPr/>
        </p:nvSpPr>
        <p:spPr>
          <a:xfrm xmlns:a="http://schemas.openxmlformats.org/drawingml/2006/main">
            <a:off x="381000" y="96202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344" name="dp41-comparison / asr-qa-table / 18">
            <a:extLst xmlns:a="http://schemas.openxmlformats.org/drawingml/2006/main">
              <a:ext uri="{FF2B5EF4-FFF2-40B4-BE49-F238E27FC236}">
                <a16:creationId xmlns:a16="http://schemas.microsoft.com/office/drawing/2014/main" id="{48437694-35BD-42BA-96BB-2F7D96419D24}"/>
              </a:ext>
            </a:extLst>
          </p:cNvPr>
          <p:cNvSpPr>
            <a:spLocks xmlns:a="http://schemas.openxmlformats.org/drawingml/2006/main" noGrp="1"/>
          </p:cNvSpPr>
          <p:nvPr/>
        </p:nvSpPr>
        <p:spPr>
          <a:xfrm xmlns:a="http://schemas.openxmlformats.org/drawingml/2006/main">
            <a:off x="400050" y="9639300"/>
            <a:ext cx="233362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VIA 변경 용이성</a:t>
            </a:r>
          </a:p>
        </p:txBody>
      </p:sp>
      <p:sp>
        <p:nvSpPr>
          <p:cNvPr id="345" name="dp41-comparison / asr-qa-table / 19">
            <a:extLst xmlns:a="http://schemas.openxmlformats.org/drawingml/2006/main">
              <a:ext uri="{FF2B5EF4-FFF2-40B4-BE49-F238E27FC236}">
                <a16:creationId xmlns:a16="http://schemas.microsoft.com/office/drawing/2014/main" id="{6447BEC0-33C5-4398-96D6-463594638CC7}"/>
              </a:ext>
            </a:extLst>
          </p:cNvPr>
          <p:cNvSpPr>
            <a:spLocks xmlns:a="http://schemas.openxmlformats.org/drawingml/2006/main" noGrp="1"/>
          </p:cNvSpPr>
          <p:nvPr/>
        </p:nvSpPr>
        <p:spPr>
          <a:xfrm xmlns:a="http://schemas.openxmlformats.org/drawingml/2006/main">
            <a:off x="2857500" y="9639300"/>
            <a:ext cx="685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새 관계의 모델 지침 / 조회 도구와 검증 변경</a:t>
            </a:r>
          </a:p>
        </p:txBody>
      </p:sp>
      <p:sp>
        <p:nvSpPr>
          <p:cNvPr id="346" name="dp41-comparison / asr-qa-table / 20">
            <a:extLst xmlns:a="http://schemas.openxmlformats.org/drawingml/2006/main">
              <a:ext uri="{FF2B5EF4-FFF2-40B4-BE49-F238E27FC236}">
                <a16:creationId xmlns:a16="http://schemas.microsoft.com/office/drawing/2014/main" id="{B3D42C7A-97DA-4EE0-A459-6734CAC9CBC1}"/>
              </a:ext>
            </a:extLst>
          </p:cNvPr>
          <p:cNvSpPr>
            <a:spLocks xmlns:a="http://schemas.openxmlformats.org/drawingml/2006/main" noGrp="1"/>
          </p:cNvSpPr>
          <p:nvPr/>
        </p:nvSpPr>
        <p:spPr>
          <a:xfrm xmlns:a="http://schemas.openxmlformats.org/drawingml/2006/main">
            <a:off x="10001250" y="9639300"/>
            <a:ext cx="78105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RequestFrame과 Engine 규칙 확장 / 지원 연산은 코드 제어</a:t>
            </a:r>
          </a:p>
        </p:txBody>
      </p:sp>
      <p:sp>
        <p:nvSpPr>
          <p:cNvPr id="347" name="dp41-comparison / asr-qa-table / 21">
            <a:extLst xmlns:a="http://schemas.openxmlformats.org/drawingml/2006/main">
              <a:ext uri="{FF2B5EF4-FFF2-40B4-BE49-F238E27FC236}">
                <a16:creationId xmlns:a16="http://schemas.microsoft.com/office/drawing/2014/main" id="{D9F005EE-CBFE-4509-AF73-4A67FC8D094C}"/>
              </a:ext>
            </a:extLst>
          </p:cNvPr>
          <p:cNvSpPr>
            <a:spLocks xmlns:a="http://schemas.openxmlformats.org/drawingml/2006/main" noGrp="1"/>
          </p:cNvSpPr>
          <p:nvPr/>
        </p:nvSpPr>
        <p:spPr>
          <a:xfrm xmlns:a="http://schemas.openxmlformats.org/drawingml/2006/main">
            <a:off x="381000" y="98012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348" name="dp41-comparison / asr-qa-table / 22">
            <a:extLst xmlns:a="http://schemas.openxmlformats.org/drawingml/2006/main">
              <a:ext uri="{FF2B5EF4-FFF2-40B4-BE49-F238E27FC236}">
                <a16:creationId xmlns:a16="http://schemas.microsoft.com/office/drawing/2014/main" id="{B47574AF-1D20-434D-9A16-5409C5BCBAE0}"/>
              </a:ext>
            </a:extLst>
          </p:cNvPr>
          <p:cNvSpPr>
            <a:spLocks xmlns:a="http://schemas.openxmlformats.org/drawingml/2006/main" noGrp="1"/>
          </p:cNvSpPr>
          <p:nvPr/>
        </p:nvSpPr>
        <p:spPr>
          <a:xfrm xmlns:a="http://schemas.openxmlformats.org/drawingml/2006/main">
            <a:off x="400050" y="9820275"/>
            <a:ext cx="233362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로컬 VIA 메모리 사용량</a:t>
            </a:r>
          </a:p>
        </p:txBody>
      </p:sp>
      <p:sp>
        <p:nvSpPr>
          <p:cNvPr id="349" name="dp41-comparison / asr-qa-table / 23">
            <a:extLst xmlns:a="http://schemas.openxmlformats.org/drawingml/2006/main">
              <a:ext uri="{FF2B5EF4-FFF2-40B4-BE49-F238E27FC236}">
                <a16:creationId xmlns:a16="http://schemas.microsoft.com/office/drawing/2014/main" id="{C3062376-2884-47AB-B15B-9BB51C99349F}"/>
              </a:ext>
            </a:extLst>
          </p:cNvPr>
          <p:cNvSpPr>
            <a:spLocks xmlns:a="http://schemas.openxmlformats.org/drawingml/2006/main" noGrp="1"/>
          </p:cNvSpPr>
          <p:nvPr/>
        </p:nvSpPr>
        <p:spPr>
          <a:xfrm xmlns:a="http://schemas.openxmlformats.org/drawingml/2006/main">
            <a:off x="2857500" y="9820275"/>
            <a:ext cx="685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모델 제공 맥락과 조회 결과 buffer / 선택 cache 유지</a:t>
            </a:r>
          </a:p>
        </p:txBody>
      </p:sp>
      <p:sp>
        <p:nvSpPr>
          <p:cNvPr id="350" name="dp41-comparison / asr-qa-table / 24">
            <a:extLst xmlns:a="http://schemas.openxmlformats.org/drawingml/2006/main">
              <a:ext uri="{FF2B5EF4-FFF2-40B4-BE49-F238E27FC236}">
                <a16:creationId xmlns:a16="http://schemas.microsoft.com/office/drawing/2014/main" id="{DD9526B1-3E04-4435-9690-DEACD2566BF0}"/>
              </a:ext>
            </a:extLst>
          </p:cNvPr>
          <p:cNvSpPr>
            <a:spLocks xmlns:a="http://schemas.openxmlformats.org/drawingml/2006/main" noGrp="1"/>
          </p:cNvSpPr>
          <p:nvPr/>
        </p:nvSpPr>
        <p:spPr>
          <a:xfrm xmlns:a="http://schemas.openxmlformats.org/drawingml/2006/main">
            <a:off x="10001250" y="9820275"/>
            <a:ext cx="78105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요청 틀과 후보 / 항목별 해결 상태 유지</a:t>
            </a:r>
          </a:p>
        </p:txBody>
      </p:sp>
      <p:sp>
        <p:nvSpPr>
          <p:cNvPr id="32" name="dp41-comparison / n32 / text 1">
            <a:extLst xmlns:a="http://schemas.openxmlformats.org/drawingml/2006/main">
              <a:ext uri="{FF2B5EF4-FFF2-40B4-BE49-F238E27FC236}">
                <a16:creationId xmlns:a16="http://schemas.microsoft.com/office/drawing/2014/main" id="{2DD2E78E-B9E2-4FA5-A26E-B90B0B981EDD}"/>
              </a:ext>
            </a:extLst>
          </p:cNvPr>
          <p:cNvSpPr>
            <a:spLocks xmlns:a="http://schemas.openxmlformats.org/drawingml/2006/main" noGrp="1"/>
          </p:cNvSpPr>
          <p:nvPr/>
        </p:nvSpPr>
        <p:spPr>
          <a:xfrm xmlns:a="http://schemas.openxmlformats.org/drawingml/2006/main">
            <a:off x="381000" y="10029825"/>
            <a:ext cx="175260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F6B77"/>
                </a:solidFill>
                <a:latin typeface="Apple SD Gothic Neo"/>
                <a:ea typeface="Apple SD Gothic Neo"/>
                <a:cs typeface="Apple SD Gothic Neo"/>
              </a:defRPr>
            </a:pPr>
            <a:r>
              <a:rPr sz="1125" b="0">
                <a:solidFill>
                  <a:srgbClr val="5F6B77"/>
                </a:solidFill>
                <a:latin typeface="Apple SD Gothic Neo"/>
                <a:ea typeface="Apple SD Gothic Neo"/>
                <a:cs typeface="Apple SD Gothic Neo"/>
              </a:rPr>
              <a:t>미선정 / 미측정 / A도 구조화 출력과 부분 수정 가능 / B도 조건부 추가 모델 호출 가능 / 코드 결합은 의미 정답 보증이 아님</a:t>
            </a:r>
          </a:p>
        </p:txBody>
      </p:sp>
      <p:sp>
        <p:nvSpPr>
          <p:cNvPr id="33" name="dp41-comparison / n33">
            <a:extLst xmlns:a="http://schemas.openxmlformats.org/drawingml/2006/main">
              <a:ext uri="{FF2B5EF4-FFF2-40B4-BE49-F238E27FC236}">
                <a16:creationId xmlns:a16="http://schemas.microsoft.com/office/drawing/2014/main" id="{92273DE2-B5FF-4E5A-918E-6313F3238361}"/>
              </a:ext>
            </a:extLst>
          </p:cNvPr>
          <p:cNvSpPr>
            <a:spLocks xmlns:a="http://schemas.openxmlformats.org/drawingml/2006/main" noGrp="1"/>
          </p:cNvSpPr>
          <p:nvPr/>
        </p:nvSpPr>
        <p:spPr>
          <a:xfrm xmlns:a="http://schemas.openxmlformats.org/drawingml/2006/main">
            <a:off x="447675" y="3257550"/>
            <a:ext cx="819150" cy="50006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4" name="dp41-comparison / n34 / text 1">
            <a:extLst xmlns:a="http://schemas.openxmlformats.org/drawingml/2006/main">
              <a:ext uri="{FF2B5EF4-FFF2-40B4-BE49-F238E27FC236}">
                <a16:creationId xmlns:a16="http://schemas.microsoft.com/office/drawing/2014/main" id="{6962B764-9ACD-43DD-AE77-7595EA5EF87E}"/>
              </a:ext>
            </a:extLst>
          </p:cNvPr>
          <p:cNvSpPr>
            <a:spLocks xmlns:a="http://schemas.openxmlformats.org/drawingml/2006/main" noGrp="1"/>
          </p:cNvSpPr>
          <p:nvPr/>
        </p:nvSpPr>
        <p:spPr>
          <a:xfrm xmlns:a="http://schemas.openxmlformats.org/drawingml/2006/main">
            <a:off x="466725" y="3343275"/>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35" name="dp41-comparison / n35">
            <a:extLst xmlns:a="http://schemas.openxmlformats.org/drawingml/2006/main">
              <a:ext uri="{FF2B5EF4-FFF2-40B4-BE49-F238E27FC236}">
                <a16:creationId xmlns:a16="http://schemas.microsoft.com/office/drawing/2014/main" id="{82064829-4E43-4160-8F4F-A1065F06005D}"/>
              </a:ext>
            </a:extLst>
          </p:cNvPr>
          <p:cNvSpPr>
            <a:spLocks xmlns:a="http://schemas.openxmlformats.org/drawingml/2006/main" noGrp="1"/>
          </p:cNvSpPr>
          <p:nvPr/>
        </p:nvSpPr>
        <p:spPr>
          <a:xfrm xmlns:a="http://schemas.openxmlformats.org/drawingml/2006/main">
            <a:off x="504825" y="3609975"/>
            <a:ext cx="7048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6" name="dp41-comparison / n36 / text 1">
            <a:extLst xmlns:a="http://schemas.openxmlformats.org/drawingml/2006/main">
              <a:ext uri="{FF2B5EF4-FFF2-40B4-BE49-F238E27FC236}">
                <a16:creationId xmlns:a16="http://schemas.microsoft.com/office/drawing/2014/main" id="{0D25AD4F-B217-41BC-BC2D-13AAC3E69B4E}"/>
              </a:ext>
            </a:extLst>
          </p:cNvPr>
          <p:cNvSpPr>
            <a:spLocks xmlns:a="http://schemas.openxmlformats.org/drawingml/2006/main" noGrp="1"/>
          </p:cNvSpPr>
          <p:nvPr/>
        </p:nvSpPr>
        <p:spPr>
          <a:xfrm xmlns:a="http://schemas.openxmlformats.org/drawingml/2006/main">
            <a:off x="590550" y="36766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37" name="dp41-comparison / n37 / text 1">
            <a:extLst xmlns:a="http://schemas.openxmlformats.org/drawingml/2006/main">
              <a:ext uri="{FF2B5EF4-FFF2-40B4-BE49-F238E27FC236}">
                <a16:creationId xmlns:a16="http://schemas.microsoft.com/office/drawing/2014/main" id="{42F434CB-EEDA-418F-808F-A4328D67582B}"/>
              </a:ext>
            </a:extLst>
          </p:cNvPr>
          <p:cNvSpPr>
            <a:spLocks xmlns:a="http://schemas.openxmlformats.org/drawingml/2006/main" noGrp="1"/>
          </p:cNvSpPr>
          <p:nvPr/>
        </p:nvSpPr>
        <p:spPr>
          <a:xfrm xmlns:a="http://schemas.openxmlformats.org/drawingml/2006/main">
            <a:off x="514350" y="38957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38" name="dp41-comparison / n38">
            <a:extLst xmlns:a="http://schemas.openxmlformats.org/drawingml/2006/main">
              <a:ext uri="{FF2B5EF4-FFF2-40B4-BE49-F238E27FC236}">
                <a16:creationId xmlns:a16="http://schemas.microsoft.com/office/drawing/2014/main" id="{373933B6-4823-4636-9068-098C7811A35B}"/>
              </a:ext>
            </a:extLst>
          </p:cNvPr>
          <p:cNvSpPr>
            <a:spLocks xmlns:a="http://schemas.openxmlformats.org/drawingml/2006/main" noGrp="1"/>
          </p:cNvSpPr>
          <p:nvPr/>
        </p:nvSpPr>
        <p:spPr>
          <a:xfrm xmlns:a="http://schemas.openxmlformats.org/drawingml/2006/main">
            <a:off x="504825" y="4171950"/>
            <a:ext cx="704850" cy="257175"/>
          </a:xfrm>
          <a:prstGeom xmlns:a="http://schemas.openxmlformats.org/drawingml/2006/main" prst="roundRect">
            <a:avLst>
              <a:gd name="adj" fmla="val 29630"/>
            </a:avLst>
          </a:prstGeom>
          <a:solidFill xmlns:a="http://schemas.openxmlformats.org/drawingml/2006/main">
            <a:srgbClr val="FFFFFF"/>
          </a:solidFill>
          <a:ln xmlns:a="http://schemas.openxmlformats.org/drawingml/2006/main" w="9525">
            <a:solidFill>
              <a:srgbClr val="000000"/>
            </a:solidFill>
            <a:prstDash val="solid"/>
          </a:ln>
        </p:spPr>
      </p:sp>
      <p:sp>
        <p:nvSpPr>
          <p:cNvPr id="39" name="dp41-comparison / n39 / text 1">
            <a:extLst xmlns:a="http://schemas.openxmlformats.org/drawingml/2006/main">
              <a:ext uri="{FF2B5EF4-FFF2-40B4-BE49-F238E27FC236}">
                <a16:creationId xmlns:a16="http://schemas.microsoft.com/office/drawing/2014/main" id="{9E238197-EE4E-420B-96A3-15ADA1FFD96C}"/>
              </a:ext>
            </a:extLst>
          </p:cNvPr>
          <p:cNvSpPr>
            <a:spLocks xmlns:a="http://schemas.openxmlformats.org/drawingml/2006/main" noGrp="1"/>
          </p:cNvSpPr>
          <p:nvPr/>
        </p:nvSpPr>
        <p:spPr>
          <a:xfrm xmlns:a="http://schemas.openxmlformats.org/drawingml/2006/main">
            <a:off x="590550" y="42386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0" name="dp41-comparison / n40 / text 1">
            <a:extLst xmlns:a="http://schemas.openxmlformats.org/drawingml/2006/main">
              <a:ext uri="{FF2B5EF4-FFF2-40B4-BE49-F238E27FC236}">
                <a16:creationId xmlns:a16="http://schemas.microsoft.com/office/drawing/2014/main" id="{D9D5C9C1-1396-4221-8B2C-2ED4F2274A36}"/>
              </a:ext>
            </a:extLst>
          </p:cNvPr>
          <p:cNvSpPr>
            <a:spLocks xmlns:a="http://schemas.openxmlformats.org/drawingml/2006/main" noGrp="1"/>
          </p:cNvSpPr>
          <p:nvPr/>
        </p:nvSpPr>
        <p:spPr>
          <a:xfrm xmlns:a="http://schemas.openxmlformats.org/drawingml/2006/main">
            <a:off x="514350" y="44577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1" name="dp41-comparison / n41">
            <a:extLst xmlns:a="http://schemas.openxmlformats.org/drawingml/2006/main">
              <a:ext uri="{FF2B5EF4-FFF2-40B4-BE49-F238E27FC236}">
                <a16:creationId xmlns:a16="http://schemas.microsoft.com/office/drawing/2014/main" id="{50108A09-0A36-4705-856F-B6BC4DB5832D}"/>
              </a:ext>
            </a:extLst>
          </p:cNvPr>
          <p:cNvSpPr>
            <a:spLocks xmlns:a="http://schemas.openxmlformats.org/drawingml/2006/main" noGrp="1"/>
          </p:cNvSpPr>
          <p:nvPr/>
        </p:nvSpPr>
        <p:spPr>
          <a:xfrm xmlns:a="http://schemas.openxmlformats.org/drawingml/2006/main">
            <a:off x="504825" y="4733925"/>
            <a:ext cx="704850" cy="257175"/>
          </a:xfrm>
          <a:custGeom xmlns:a="http://schemas.openxmlformats.org/drawingml/2006/main">
            <a:pathLst>
              <a:path w="704850" h="257175">
                <a:moveTo>
                  <a:pt x="0" y="0"/>
                </a:moveTo>
                <a:lnTo>
                  <a:pt x="533400" y="0"/>
                </a:lnTo>
                <a:lnTo>
                  <a:pt x="704850" y="171450"/>
                </a:lnTo>
                <a:lnTo>
                  <a:pt x="704850" y="257175"/>
                </a:lnTo>
                <a:lnTo>
                  <a:pt x="0" y="2571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42" name="dp41-comparison / n41 / fold">
            <a:extLst xmlns:a="http://schemas.openxmlformats.org/drawingml/2006/main">
              <a:ext uri="{FF2B5EF4-FFF2-40B4-BE49-F238E27FC236}">
                <a16:creationId xmlns:a16="http://schemas.microsoft.com/office/drawing/2014/main" id="{4DF9D00A-4F3B-4965-8E0A-0B7E921D5ED6}"/>
              </a:ext>
            </a:extLst>
          </p:cNvPr>
          <p:cNvSpPr>
            <a:spLocks xmlns:a="http://schemas.openxmlformats.org/drawingml/2006/main" noGrp="1"/>
          </p:cNvSpPr>
          <p:nvPr/>
        </p:nvSpPr>
        <p:spPr>
          <a:xfrm xmlns:a="http://schemas.openxmlformats.org/drawingml/2006/main">
            <a:off x="1038225" y="47339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43" name="dp41-comparison / n42 / text 1">
            <a:extLst xmlns:a="http://schemas.openxmlformats.org/drawingml/2006/main">
              <a:ext uri="{FF2B5EF4-FFF2-40B4-BE49-F238E27FC236}">
                <a16:creationId xmlns:a16="http://schemas.microsoft.com/office/drawing/2014/main" id="{27302138-2078-48FA-B4D1-E507399F3EF7}"/>
              </a:ext>
            </a:extLst>
          </p:cNvPr>
          <p:cNvSpPr>
            <a:spLocks xmlns:a="http://schemas.openxmlformats.org/drawingml/2006/main" noGrp="1"/>
          </p:cNvSpPr>
          <p:nvPr/>
        </p:nvSpPr>
        <p:spPr>
          <a:xfrm xmlns:a="http://schemas.openxmlformats.org/drawingml/2006/main">
            <a:off x="523875" y="4800600"/>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44" name="dp41-comparison / n43 / text 1">
            <a:extLst xmlns:a="http://schemas.openxmlformats.org/drawingml/2006/main">
              <a:ext uri="{FF2B5EF4-FFF2-40B4-BE49-F238E27FC236}">
                <a16:creationId xmlns:a16="http://schemas.microsoft.com/office/drawing/2014/main" id="{B48FC52D-2886-4F1A-B0BE-01CAF1027F74}"/>
              </a:ext>
            </a:extLst>
          </p:cNvPr>
          <p:cNvSpPr>
            <a:spLocks xmlns:a="http://schemas.openxmlformats.org/drawingml/2006/main" noGrp="1"/>
          </p:cNvSpPr>
          <p:nvPr/>
        </p:nvSpPr>
        <p:spPr>
          <a:xfrm xmlns:a="http://schemas.openxmlformats.org/drawingml/2006/main">
            <a:off x="514350" y="501967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45" name="dp41-comparison / n44">
            <a:extLst xmlns:a="http://schemas.openxmlformats.org/drawingml/2006/main">
              <a:ext uri="{FF2B5EF4-FFF2-40B4-BE49-F238E27FC236}">
                <a16:creationId xmlns:a16="http://schemas.microsoft.com/office/drawing/2014/main" id="{994B1111-BC18-45F0-970E-ED24A8205625}"/>
              </a:ext>
            </a:extLst>
          </p:cNvPr>
          <p:cNvSpPr>
            <a:spLocks xmlns:a="http://schemas.openxmlformats.org/drawingml/2006/main" noGrp="1"/>
          </p:cNvSpPr>
          <p:nvPr/>
        </p:nvSpPr>
        <p:spPr>
          <a:xfrm xmlns:a="http://schemas.openxmlformats.org/drawingml/2006/main">
            <a:off x="504825" y="5286375"/>
            <a:ext cx="704850" cy="25717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46" name="dp41-comparison / n45 / text 1">
            <a:extLst xmlns:a="http://schemas.openxmlformats.org/drawingml/2006/main">
              <a:ext uri="{FF2B5EF4-FFF2-40B4-BE49-F238E27FC236}">
                <a16:creationId xmlns:a16="http://schemas.microsoft.com/office/drawing/2014/main" id="{815CB5E7-08EC-45EA-BCE1-59C9124280EF}"/>
              </a:ext>
            </a:extLst>
          </p:cNvPr>
          <p:cNvSpPr>
            <a:spLocks xmlns:a="http://schemas.openxmlformats.org/drawingml/2006/main" noGrp="1"/>
          </p:cNvSpPr>
          <p:nvPr/>
        </p:nvSpPr>
        <p:spPr>
          <a:xfrm xmlns:a="http://schemas.openxmlformats.org/drawingml/2006/main">
            <a:off x="590550" y="53530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47" name="dp41-comparison / n46 / text 1">
            <a:extLst xmlns:a="http://schemas.openxmlformats.org/drawingml/2006/main">
              <a:ext uri="{FF2B5EF4-FFF2-40B4-BE49-F238E27FC236}">
                <a16:creationId xmlns:a16="http://schemas.microsoft.com/office/drawing/2014/main" id="{F01AF6A3-D414-470C-B716-3010B3183DF4}"/>
              </a:ext>
            </a:extLst>
          </p:cNvPr>
          <p:cNvSpPr>
            <a:spLocks xmlns:a="http://schemas.openxmlformats.org/drawingml/2006/main" noGrp="1"/>
          </p:cNvSpPr>
          <p:nvPr/>
        </p:nvSpPr>
        <p:spPr>
          <a:xfrm xmlns:a="http://schemas.openxmlformats.org/drawingml/2006/main">
            <a:off x="514350" y="55721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48" name="dp41-comparison / n47">
            <a:extLst xmlns:a="http://schemas.openxmlformats.org/drawingml/2006/main">
              <a:ext uri="{FF2B5EF4-FFF2-40B4-BE49-F238E27FC236}">
                <a16:creationId xmlns:a16="http://schemas.microsoft.com/office/drawing/2014/main" id="{99A147B0-6569-4AC4-887B-3B54CA681CF3}"/>
              </a:ext>
            </a:extLst>
          </p:cNvPr>
          <p:cNvSpPr>
            <a:spLocks xmlns:a="http://schemas.openxmlformats.org/drawingml/2006/main" noGrp="1"/>
          </p:cNvSpPr>
          <p:nvPr/>
        </p:nvSpPr>
        <p:spPr>
          <a:xfrm xmlns:a="http://schemas.openxmlformats.org/drawingml/2006/main">
            <a:off x="504825" y="5848350"/>
            <a:ext cx="704850" cy="257175"/>
          </a:xfrm>
          <a:prstGeom xmlns:a="http://schemas.openxmlformats.org/drawingml/2006/main" prst="roundRect">
            <a:avLst>
              <a:gd name="adj" fmla="val 29630"/>
            </a:avLst>
          </a:prstGeom>
          <a:solidFill xmlns:a="http://schemas.openxmlformats.org/drawingml/2006/main">
            <a:srgbClr val="FFF0DD"/>
          </a:solidFill>
          <a:ln xmlns:a="http://schemas.openxmlformats.org/drawingml/2006/main" w="9525">
            <a:solidFill>
              <a:srgbClr val="B8753F"/>
            </a:solidFill>
            <a:prstDash val="solid"/>
          </a:ln>
        </p:spPr>
      </p:sp>
      <p:sp>
        <p:nvSpPr>
          <p:cNvPr id="49" name="dp41-comparison / n48 / text 1">
            <a:extLst xmlns:a="http://schemas.openxmlformats.org/drawingml/2006/main">
              <a:ext uri="{FF2B5EF4-FFF2-40B4-BE49-F238E27FC236}">
                <a16:creationId xmlns:a16="http://schemas.microsoft.com/office/drawing/2014/main" id="{7261E555-560D-47DA-AADD-68D0A1E21CCF}"/>
              </a:ext>
            </a:extLst>
          </p:cNvPr>
          <p:cNvSpPr>
            <a:spLocks xmlns:a="http://schemas.openxmlformats.org/drawingml/2006/main" noGrp="1"/>
          </p:cNvSpPr>
          <p:nvPr/>
        </p:nvSpPr>
        <p:spPr>
          <a:xfrm xmlns:a="http://schemas.openxmlformats.org/drawingml/2006/main">
            <a:off x="590550" y="59150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0" name="dp41-comparison / n49 / text 1">
            <a:extLst xmlns:a="http://schemas.openxmlformats.org/drawingml/2006/main">
              <a:ext uri="{FF2B5EF4-FFF2-40B4-BE49-F238E27FC236}">
                <a16:creationId xmlns:a16="http://schemas.microsoft.com/office/drawing/2014/main" id="{FB3149C5-FDE3-437C-85F1-A549A776F18D}"/>
              </a:ext>
            </a:extLst>
          </p:cNvPr>
          <p:cNvSpPr>
            <a:spLocks xmlns:a="http://schemas.openxmlformats.org/drawingml/2006/main" noGrp="1"/>
          </p:cNvSpPr>
          <p:nvPr/>
        </p:nvSpPr>
        <p:spPr>
          <a:xfrm xmlns:a="http://schemas.openxmlformats.org/drawingml/2006/main">
            <a:off x="514350" y="61341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1" name="dp41-comparison / n50">
            <a:extLst xmlns:a="http://schemas.openxmlformats.org/drawingml/2006/main">
              <a:ext uri="{FF2B5EF4-FFF2-40B4-BE49-F238E27FC236}">
                <a16:creationId xmlns:a16="http://schemas.microsoft.com/office/drawing/2014/main" id="{422AFBA7-B008-4433-8174-23AC37E40EEA}"/>
              </a:ext>
            </a:extLst>
          </p:cNvPr>
          <p:cNvSpPr>
            <a:spLocks xmlns:a="http://schemas.openxmlformats.org/drawingml/2006/main" noGrp="1"/>
          </p:cNvSpPr>
          <p:nvPr/>
        </p:nvSpPr>
        <p:spPr>
          <a:xfrm xmlns:a="http://schemas.openxmlformats.org/drawingml/2006/main">
            <a:off x="504825" y="6362700"/>
            <a:ext cx="704850"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52" name="dp41-comparison / n51 / text 1">
            <a:extLst xmlns:a="http://schemas.openxmlformats.org/drawingml/2006/main">
              <a:ext uri="{FF2B5EF4-FFF2-40B4-BE49-F238E27FC236}">
                <a16:creationId xmlns:a16="http://schemas.microsoft.com/office/drawing/2014/main" id="{F71B4A6A-1CE6-4B3D-85E6-D8030FB38850}"/>
              </a:ext>
            </a:extLst>
          </p:cNvPr>
          <p:cNvSpPr>
            <a:spLocks xmlns:a="http://schemas.openxmlformats.org/drawingml/2006/main" noGrp="1"/>
          </p:cNvSpPr>
          <p:nvPr/>
        </p:nvSpPr>
        <p:spPr>
          <a:xfrm xmlns:a="http://schemas.openxmlformats.org/drawingml/2006/main">
            <a:off x="590550" y="647700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53" name="dp41-comparison / n52 / text 1">
            <a:extLst xmlns:a="http://schemas.openxmlformats.org/drawingml/2006/main">
              <a:ext uri="{FF2B5EF4-FFF2-40B4-BE49-F238E27FC236}">
                <a16:creationId xmlns:a16="http://schemas.microsoft.com/office/drawing/2014/main" id="{FF31C0EF-449B-47C1-8824-67E0EDB995FC}"/>
              </a:ext>
            </a:extLst>
          </p:cNvPr>
          <p:cNvSpPr>
            <a:spLocks xmlns:a="http://schemas.openxmlformats.org/drawingml/2006/main" noGrp="1"/>
          </p:cNvSpPr>
          <p:nvPr/>
        </p:nvSpPr>
        <p:spPr>
          <a:xfrm xmlns:a="http://schemas.openxmlformats.org/drawingml/2006/main">
            <a:off x="514350" y="665797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54" name="dp41-comparison / n53 / path">
            <a:extLst xmlns:a="http://schemas.openxmlformats.org/drawingml/2006/main">
              <a:ext uri="{FF2B5EF4-FFF2-40B4-BE49-F238E27FC236}">
                <a16:creationId xmlns:a16="http://schemas.microsoft.com/office/drawing/2014/main" id="{FC28321D-B5B7-4C7C-BBA9-9673FFA7420C}"/>
              </a:ext>
            </a:extLst>
          </p:cNvPr>
          <p:cNvSpPr>
            <a:spLocks xmlns:a="http://schemas.openxmlformats.org/drawingml/2006/main" noGrp="1"/>
          </p:cNvSpPr>
          <p:nvPr/>
        </p:nvSpPr>
        <p:spPr>
          <a:xfrm xmlns:a="http://schemas.openxmlformats.org/drawingml/2006/main">
            <a:off x="514350" y="6934200"/>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55" name="dp41-comparison / n53 / arrow">
            <a:extLst xmlns:a="http://schemas.openxmlformats.org/drawingml/2006/main">
              <a:ext uri="{FF2B5EF4-FFF2-40B4-BE49-F238E27FC236}">
                <a16:creationId xmlns:a16="http://schemas.microsoft.com/office/drawing/2014/main" id="{17C5317B-BFB0-43B3-A784-E7E567D71FBA}"/>
              </a:ext>
            </a:extLst>
          </p:cNvPr>
          <p:cNvSpPr>
            <a:spLocks xmlns:a="http://schemas.openxmlformats.org/drawingml/2006/main" noGrp="1"/>
          </p:cNvSpPr>
          <p:nvPr/>
        </p:nvSpPr>
        <p:spPr>
          <a:xfrm xmlns:a="http://schemas.openxmlformats.org/drawingml/2006/main">
            <a:off x="837819" y="69006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6" name="dp41-comparison / n54 / text 1">
            <a:extLst xmlns:a="http://schemas.openxmlformats.org/drawingml/2006/main">
              <a:ext uri="{FF2B5EF4-FFF2-40B4-BE49-F238E27FC236}">
                <a16:creationId xmlns:a16="http://schemas.microsoft.com/office/drawing/2014/main" id="{C1D80B16-F6C5-4532-9BAE-278E25B2C9DF}"/>
              </a:ext>
            </a:extLst>
          </p:cNvPr>
          <p:cNvSpPr>
            <a:spLocks xmlns:a="http://schemas.openxmlformats.org/drawingml/2006/main" noGrp="1"/>
          </p:cNvSpPr>
          <p:nvPr/>
        </p:nvSpPr>
        <p:spPr>
          <a:xfrm xmlns:a="http://schemas.openxmlformats.org/drawingml/2006/main">
            <a:off x="962025" y="6867525"/>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57" name="dp41-comparison / n55 / path">
            <a:extLst xmlns:a="http://schemas.openxmlformats.org/drawingml/2006/main">
              <a:ext uri="{FF2B5EF4-FFF2-40B4-BE49-F238E27FC236}">
                <a16:creationId xmlns:a16="http://schemas.microsoft.com/office/drawing/2014/main" id="{07552744-7B5F-4943-B0EA-392FCEBA1954}"/>
              </a:ext>
            </a:extLst>
          </p:cNvPr>
          <p:cNvSpPr>
            <a:spLocks xmlns:a="http://schemas.openxmlformats.org/drawingml/2006/main" noGrp="1"/>
          </p:cNvSpPr>
          <p:nvPr/>
        </p:nvSpPr>
        <p:spPr>
          <a:xfrm xmlns:a="http://schemas.openxmlformats.org/drawingml/2006/main">
            <a:off x="514350" y="7134225"/>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58" name="dp41-comparison / n55 / arrow">
            <a:extLst xmlns:a="http://schemas.openxmlformats.org/drawingml/2006/main">
              <a:ext uri="{FF2B5EF4-FFF2-40B4-BE49-F238E27FC236}">
                <a16:creationId xmlns:a16="http://schemas.microsoft.com/office/drawing/2014/main" id="{C16BDE43-F6A8-4A92-BD74-23B8D32919BE}"/>
              </a:ext>
            </a:extLst>
          </p:cNvPr>
          <p:cNvSpPr>
            <a:spLocks xmlns:a="http://schemas.openxmlformats.org/drawingml/2006/main" noGrp="1"/>
          </p:cNvSpPr>
          <p:nvPr/>
        </p:nvSpPr>
        <p:spPr>
          <a:xfrm xmlns:a="http://schemas.openxmlformats.org/drawingml/2006/main">
            <a:off x="837819" y="7100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9" name="dp41-comparison / n56 / text 1">
            <a:extLst xmlns:a="http://schemas.openxmlformats.org/drawingml/2006/main">
              <a:ext uri="{FF2B5EF4-FFF2-40B4-BE49-F238E27FC236}">
                <a16:creationId xmlns:a16="http://schemas.microsoft.com/office/drawing/2014/main" id="{E9AF361B-B508-40F2-9B6E-AC47C83DADFD}"/>
              </a:ext>
            </a:extLst>
          </p:cNvPr>
          <p:cNvSpPr>
            <a:spLocks xmlns:a="http://schemas.openxmlformats.org/drawingml/2006/main" noGrp="1"/>
          </p:cNvSpPr>
          <p:nvPr/>
        </p:nvSpPr>
        <p:spPr>
          <a:xfrm xmlns:a="http://schemas.openxmlformats.org/drawingml/2006/main">
            <a:off x="962025" y="70675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0" name="dp41-comparison / n57 / text 1">
            <a:extLst xmlns:a="http://schemas.openxmlformats.org/drawingml/2006/main">
              <a:ext uri="{FF2B5EF4-FFF2-40B4-BE49-F238E27FC236}">
                <a16:creationId xmlns:a16="http://schemas.microsoft.com/office/drawing/2014/main" id="{109B3782-13F5-4BC1-89B7-E34B90C7230C}"/>
              </a:ext>
            </a:extLst>
          </p:cNvPr>
          <p:cNvSpPr>
            <a:spLocks xmlns:a="http://schemas.openxmlformats.org/drawingml/2006/main" noGrp="1"/>
          </p:cNvSpPr>
          <p:nvPr/>
        </p:nvSpPr>
        <p:spPr>
          <a:xfrm xmlns:a="http://schemas.openxmlformats.org/drawingml/2006/main">
            <a:off x="514350" y="73818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1" name="dp41-comparison / n58">
            <a:extLst xmlns:a="http://schemas.openxmlformats.org/drawingml/2006/main">
              <a:ext uri="{FF2B5EF4-FFF2-40B4-BE49-F238E27FC236}">
                <a16:creationId xmlns:a16="http://schemas.microsoft.com/office/drawing/2014/main" id="{8B5CE5E5-2056-413A-8A10-54C480EDB38B}"/>
              </a:ext>
            </a:extLst>
          </p:cNvPr>
          <p:cNvSpPr>
            <a:spLocks xmlns:a="http://schemas.openxmlformats.org/drawingml/2006/main" noGrp="1"/>
          </p:cNvSpPr>
          <p:nvPr/>
        </p:nvSpPr>
        <p:spPr>
          <a:xfrm xmlns:a="http://schemas.openxmlformats.org/drawingml/2006/main">
            <a:off x="504825" y="7591425"/>
            <a:ext cx="28575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2" name="dp41-comparison / n59 / text 1">
            <a:extLst xmlns:a="http://schemas.openxmlformats.org/drawingml/2006/main">
              <a:ext uri="{FF2B5EF4-FFF2-40B4-BE49-F238E27FC236}">
                <a16:creationId xmlns:a16="http://schemas.microsoft.com/office/drawing/2014/main" id="{98F0E030-D444-4940-93F7-0F9E6BFEC889}"/>
              </a:ext>
            </a:extLst>
          </p:cNvPr>
          <p:cNvSpPr>
            <a:spLocks xmlns:a="http://schemas.openxmlformats.org/drawingml/2006/main" noGrp="1"/>
          </p:cNvSpPr>
          <p:nvPr/>
        </p:nvSpPr>
        <p:spPr>
          <a:xfrm xmlns:a="http://schemas.openxmlformats.org/drawingml/2006/main">
            <a:off x="590550" y="761523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63" name="dp41-comparison / n60 / text 1">
            <a:extLst xmlns:a="http://schemas.openxmlformats.org/drawingml/2006/main">
              <a:ext uri="{FF2B5EF4-FFF2-40B4-BE49-F238E27FC236}">
                <a16:creationId xmlns:a16="http://schemas.microsoft.com/office/drawing/2014/main" id="{8C4241AD-5C13-4D6F-9B0E-1D96D33E18AB}"/>
              </a:ext>
            </a:extLst>
          </p:cNvPr>
          <p:cNvSpPr>
            <a:spLocks xmlns:a="http://schemas.openxmlformats.org/drawingml/2006/main" noGrp="1"/>
          </p:cNvSpPr>
          <p:nvPr/>
        </p:nvSpPr>
        <p:spPr>
          <a:xfrm xmlns:a="http://schemas.openxmlformats.org/drawingml/2006/main">
            <a:off x="847725" y="7620000"/>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64" name="dp41-comparison / n61">
            <a:extLst xmlns:a="http://schemas.openxmlformats.org/drawingml/2006/main">
              <a:ext uri="{FF2B5EF4-FFF2-40B4-BE49-F238E27FC236}">
                <a16:creationId xmlns:a16="http://schemas.microsoft.com/office/drawing/2014/main" id="{51A742C6-8193-44AE-8D2B-3D34EA0B12F6}"/>
              </a:ext>
            </a:extLst>
          </p:cNvPr>
          <p:cNvSpPr>
            <a:spLocks xmlns:a="http://schemas.openxmlformats.org/drawingml/2006/main" noGrp="1"/>
          </p:cNvSpPr>
          <p:nvPr/>
        </p:nvSpPr>
        <p:spPr>
          <a:xfrm xmlns:a="http://schemas.openxmlformats.org/drawingml/2006/main">
            <a:off x="504825" y="7905750"/>
            <a:ext cx="285750" cy="1714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65" name="dp41-comparison / n62 / text 1">
            <a:extLst xmlns:a="http://schemas.openxmlformats.org/drawingml/2006/main">
              <a:ext uri="{FF2B5EF4-FFF2-40B4-BE49-F238E27FC236}">
                <a16:creationId xmlns:a16="http://schemas.microsoft.com/office/drawing/2014/main" id="{1DEAC4CC-F3F2-4369-8065-879393651D26}"/>
              </a:ext>
            </a:extLst>
          </p:cNvPr>
          <p:cNvSpPr>
            <a:spLocks xmlns:a="http://schemas.openxmlformats.org/drawingml/2006/main" noGrp="1"/>
          </p:cNvSpPr>
          <p:nvPr/>
        </p:nvSpPr>
        <p:spPr>
          <a:xfrm xmlns:a="http://schemas.openxmlformats.org/drawingml/2006/main">
            <a:off x="590550" y="7929563"/>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66" name="dp41-comparison / n63 / text 1">
            <a:extLst xmlns:a="http://schemas.openxmlformats.org/drawingml/2006/main">
              <a:ext uri="{FF2B5EF4-FFF2-40B4-BE49-F238E27FC236}">
                <a16:creationId xmlns:a16="http://schemas.microsoft.com/office/drawing/2014/main" id="{591B9487-E545-4D1E-96CD-CD412BB215EC}"/>
              </a:ext>
            </a:extLst>
          </p:cNvPr>
          <p:cNvSpPr>
            <a:spLocks xmlns:a="http://schemas.openxmlformats.org/drawingml/2006/main" noGrp="1"/>
          </p:cNvSpPr>
          <p:nvPr/>
        </p:nvSpPr>
        <p:spPr>
          <a:xfrm xmlns:a="http://schemas.openxmlformats.org/drawingml/2006/main">
            <a:off x="847725" y="7934325"/>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67" name="dp41-comparison / n66">
            <a:extLst xmlns:a="http://schemas.openxmlformats.org/drawingml/2006/main">
              <a:ext uri="{FF2B5EF4-FFF2-40B4-BE49-F238E27FC236}">
                <a16:creationId xmlns:a16="http://schemas.microsoft.com/office/drawing/2014/main" id="{D021E217-B940-4183-B2AF-2A1407C9C978}"/>
              </a:ext>
            </a:extLst>
          </p:cNvPr>
          <p:cNvSpPr>
            <a:spLocks xmlns:a="http://schemas.openxmlformats.org/drawingml/2006/main" noGrp="1"/>
          </p:cNvSpPr>
          <p:nvPr/>
        </p:nvSpPr>
        <p:spPr>
          <a:xfrm xmlns:a="http://schemas.openxmlformats.org/drawingml/2006/main">
            <a:off x="3333750" y="2409825"/>
            <a:ext cx="22860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8" name="dp41-comparison / n67 / text 1">
            <a:extLst xmlns:a="http://schemas.openxmlformats.org/drawingml/2006/main">
              <a:ext uri="{FF2B5EF4-FFF2-40B4-BE49-F238E27FC236}">
                <a16:creationId xmlns:a16="http://schemas.microsoft.com/office/drawing/2014/main" id="{F8E2D3AA-12D7-4691-8D14-50C935A06DF5}"/>
              </a:ext>
            </a:extLst>
          </p:cNvPr>
          <p:cNvSpPr>
            <a:spLocks xmlns:a="http://schemas.openxmlformats.org/drawingml/2006/main" noGrp="1"/>
          </p:cNvSpPr>
          <p:nvPr/>
        </p:nvSpPr>
        <p:spPr>
          <a:xfrm xmlns:a="http://schemas.openxmlformats.org/drawingml/2006/main">
            <a:off x="3419475" y="2465070"/>
            <a:ext cx="21145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69" name="dp41-comparison / n68">
            <a:extLst xmlns:a="http://schemas.openxmlformats.org/drawingml/2006/main">
              <a:ext uri="{FF2B5EF4-FFF2-40B4-BE49-F238E27FC236}">
                <a16:creationId xmlns:a16="http://schemas.microsoft.com/office/drawing/2014/main" id="{5D1A5CC6-07FA-470B-A1A3-116BEBF6D261}"/>
              </a:ext>
            </a:extLst>
          </p:cNvPr>
          <p:cNvSpPr>
            <a:spLocks xmlns:a="http://schemas.openxmlformats.org/drawingml/2006/main" noGrp="1"/>
          </p:cNvSpPr>
          <p:nvPr/>
        </p:nvSpPr>
        <p:spPr>
          <a:xfrm xmlns:a="http://schemas.openxmlformats.org/drawingml/2006/main">
            <a:off x="6048375" y="2409825"/>
            <a:ext cx="2381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1-comparison / n69 / text 1">
            <a:extLst xmlns:a="http://schemas.openxmlformats.org/drawingml/2006/main">
              <a:ext uri="{FF2B5EF4-FFF2-40B4-BE49-F238E27FC236}">
                <a16:creationId xmlns:a16="http://schemas.microsoft.com/office/drawing/2014/main" id="{AAAE4B9E-FE1D-4C54-BF7B-696CA86F0BF5}"/>
              </a:ext>
            </a:extLst>
          </p:cNvPr>
          <p:cNvSpPr>
            <a:spLocks xmlns:a="http://schemas.openxmlformats.org/drawingml/2006/main" noGrp="1"/>
          </p:cNvSpPr>
          <p:nvPr/>
        </p:nvSpPr>
        <p:spPr>
          <a:xfrm xmlns:a="http://schemas.openxmlformats.org/drawingml/2006/main">
            <a:off x="6134100" y="246507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Controller</a:t>
            </a:r>
          </a:p>
        </p:txBody>
      </p:sp>
      <p:sp>
        <p:nvSpPr>
          <p:cNvPr id="71" name="dp41-comparison / n70 / path">
            <a:extLst xmlns:a="http://schemas.openxmlformats.org/drawingml/2006/main">
              <a:ext uri="{FF2B5EF4-FFF2-40B4-BE49-F238E27FC236}">
                <a16:creationId xmlns:a16="http://schemas.microsoft.com/office/drawing/2014/main" id="{03993FA9-32A4-41CF-9EEA-FA5FF95E3141}"/>
              </a:ext>
            </a:extLst>
          </p:cNvPr>
          <p:cNvSpPr>
            <a:spLocks xmlns:a="http://schemas.openxmlformats.org/drawingml/2006/main" noGrp="1"/>
          </p:cNvSpPr>
          <p:nvPr/>
        </p:nvSpPr>
        <p:spPr>
          <a:xfrm xmlns:a="http://schemas.openxmlformats.org/drawingml/2006/main">
            <a:off x="3000375" y="2576513"/>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72" name="dp41-comparison / n70 / arrow">
            <a:extLst xmlns:a="http://schemas.openxmlformats.org/drawingml/2006/main">
              <a:ext uri="{FF2B5EF4-FFF2-40B4-BE49-F238E27FC236}">
                <a16:creationId xmlns:a16="http://schemas.microsoft.com/office/drawing/2014/main" id="{A6DFEEAD-8F94-422D-A359-692A3C1E01C7}"/>
              </a:ext>
            </a:extLst>
          </p:cNvPr>
          <p:cNvSpPr>
            <a:spLocks xmlns:a="http://schemas.openxmlformats.org/drawingml/2006/main" noGrp="1"/>
          </p:cNvSpPr>
          <p:nvPr/>
        </p:nvSpPr>
        <p:spPr>
          <a:xfrm xmlns:a="http://schemas.openxmlformats.org/drawingml/2006/main">
            <a:off x="3266694"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73" name="dp41-comparison / n71 / path">
            <a:extLst xmlns:a="http://schemas.openxmlformats.org/drawingml/2006/main">
              <a:ext uri="{FF2B5EF4-FFF2-40B4-BE49-F238E27FC236}">
                <a16:creationId xmlns:a16="http://schemas.microsoft.com/office/drawing/2014/main" id="{82CDD00C-395E-4399-9206-4273F6B0EEAE}"/>
              </a:ext>
            </a:extLst>
          </p:cNvPr>
          <p:cNvSpPr>
            <a:spLocks xmlns:a="http://schemas.openxmlformats.org/drawingml/2006/main" noGrp="1"/>
          </p:cNvSpPr>
          <p:nvPr/>
        </p:nvSpPr>
        <p:spPr>
          <a:xfrm xmlns:a="http://schemas.openxmlformats.org/drawingml/2006/main">
            <a:off x="5619750" y="25765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74" name="dp41-comparison / n71 / arrow">
            <a:extLst xmlns:a="http://schemas.openxmlformats.org/drawingml/2006/main">
              <a:ext uri="{FF2B5EF4-FFF2-40B4-BE49-F238E27FC236}">
                <a16:creationId xmlns:a16="http://schemas.microsoft.com/office/drawing/2014/main" id="{93CE95EE-22DD-478B-8680-9997B4A02713}"/>
              </a:ext>
            </a:extLst>
          </p:cNvPr>
          <p:cNvSpPr>
            <a:spLocks xmlns:a="http://schemas.openxmlformats.org/drawingml/2006/main" noGrp="1"/>
          </p:cNvSpPr>
          <p:nvPr/>
        </p:nvSpPr>
        <p:spPr>
          <a:xfrm xmlns:a="http://schemas.openxmlformats.org/drawingml/2006/main">
            <a:off x="5981319"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75" name="dp41-comparison / n72">
            <a:extLst xmlns:a="http://schemas.openxmlformats.org/drawingml/2006/main">
              <a:ext uri="{FF2B5EF4-FFF2-40B4-BE49-F238E27FC236}">
                <a16:creationId xmlns:a16="http://schemas.microsoft.com/office/drawing/2014/main" id="{C46C5AEE-A9F3-4945-87A6-59C2E44FE974}"/>
              </a:ext>
            </a:extLst>
          </p:cNvPr>
          <p:cNvSpPr>
            <a:spLocks xmlns:a="http://schemas.openxmlformats.org/drawingml/2006/main" noGrp="1"/>
          </p:cNvSpPr>
          <p:nvPr/>
        </p:nvSpPr>
        <p:spPr>
          <a:xfrm xmlns:a="http://schemas.openxmlformats.org/drawingml/2006/main">
            <a:off x="1666875" y="2886075"/>
            <a:ext cx="2524125" cy="304800"/>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76" name="dp41-comparison / n73 / text 1">
            <a:extLst xmlns:a="http://schemas.openxmlformats.org/drawingml/2006/main">
              <a:ext uri="{FF2B5EF4-FFF2-40B4-BE49-F238E27FC236}">
                <a16:creationId xmlns:a16="http://schemas.microsoft.com/office/drawing/2014/main" id="{D01D7661-FCA2-463E-A965-61CE9EDBB211}"/>
              </a:ext>
            </a:extLst>
          </p:cNvPr>
          <p:cNvSpPr>
            <a:spLocks xmlns:a="http://schemas.openxmlformats.org/drawingml/2006/main" noGrp="1"/>
          </p:cNvSpPr>
          <p:nvPr/>
        </p:nvSpPr>
        <p:spPr>
          <a:xfrm xmlns:a="http://schemas.openxmlformats.org/drawingml/2006/main">
            <a:off x="1752600" y="2914650"/>
            <a:ext cx="2352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000000"/>
                </a:solidFill>
                <a:latin typeface="Apple SD Gothic Neo"/>
                <a:ea typeface="Apple SD Gothic Neo"/>
                <a:cs typeface="Apple SD Gothic Neo"/>
              </a:defRPr>
            </a:pPr>
            <a:r>
              <a:rPr sz="1500" b="1">
                <a:solidFill>
                  <a:srgbClr val="000000"/>
                </a:solidFill>
                <a:latin typeface="Apple SD Gothic Neo"/>
                <a:ea typeface="Apple SD Gothic Neo"/>
                <a:cs typeface="Apple SD Gothic Neo"/>
              </a:rPr>
              <a:t>클라우드 LLM</a:t>
            </a:r>
          </a:p>
        </p:txBody>
      </p:sp>
      <p:sp>
        <p:nvSpPr>
          <p:cNvPr id="77" name="dp41-comparison / n78">
            <a:extLst xmlns:a="http://schemas.openxmlformats.org/drawingml/2006/main">
              <a:ext uri="{FF2B5EF4-FFF2-40B4-BE49-F238E27FC236}">
                <a16:creationId xmlns:a16="http://schemas.microsoft.com/office/drawing/2014/main" id="{18B4BCE1-A317-41D9-8542-297CC534D2D3}"/>
              </a:ext>
            </a:extLst>
          </p:cNvPr>
          <p:cNvSpPr>
            <a:spLocks xmlns:a="http://schemas.openxmlformats.org/drawingml/2006/main" noGrp="1"/>
          </p:cNvSpPr>
          <p:nvPr/>
        </p:nvSpPr>
        <p:spPr>
          <a:xfrm xmlns:a="http://schemas.openxmlformats.org/drawingml/2006/main">
            <a:off x="1476375" y="3619500"/>
            <a:ext cx="7953375"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1-comparison / n79 / text 1">
            <a:extLst xmlns:a="http://schemas.openxmlformats.org/drawingml/2006/main">
              <a:ext uri="{FF2B5EF4-FFF2-40B4-BE49-F238E27FC236}">
                <a16:creationId xmlns:a16="http://schemas.microsoft.com/office/drawing/2014/main" id="{A77F2EB4-20BB-4DDC-99FF-C165979ECA2D}"/>
              </a:ext>
            </a:extLst>
          </p:cNvPr>
          <p:cNvSpPr>
            <a:spLocks xmlns:a="http://schemas.openxmlformats.org/drawingml/2006/main" noGrp="1"/>
          </p:cNvSpPr>
          <p:nvPr/>
        </p:nvSpPr>
        <p:spPr>
          <a:xfrm xmlns:a="http://schemas.openxmlformats.org/drawingml/2006/main">
            <a:off x="4667250" y="3714750"/>
            <a:ext cx="77057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Interpreter</a:t>
            </a:r>
          </a:p>
        </p:txBody>
      </p:sp>
      <p:sp>
        <p:nvSpPr>
          <p:cNvPr id="79" name="dp41-comparison / n82">
            <a:extLst xmlns:a="http://schemas.openxmlformats.org/drawingml/2006/main">
              <a:ext uri="{FF2B5EF4-FFF2-40B4-BE49-F238E27FC236}">
                <a16:creationId xmlns:a16="http://schemas.microsoft.com/office/drawing/2014/main" id="{7EBCA7CF-A9ED-40EE-89E3-CE9095AA2761}"/>
              </a:ext>
            </a:extLst>
          </p:cNvPr>
          <p:cNvSpPr>
            <a:spLocks xmlns:a="http://schemas.openxmlformats.org/drawingml/2006/main" noGrp="1"/>
          </p:cNvSpPr>
          <p:nvPr/>
        </p:nvSpPr>
        <p:spPr>
          <a:xfrm xmlns:a="http://schemas.openxmlformats.org/drawingml/2006/main">
            <a:off x="1666875" y="4019550"/>
            <a:ext cx="25241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80" name="dp41-comparison / n83 / text 1">
            <a:extLst xmlns:a="http://schemas.openxmlformats.org/drawingml/2006/main">
              <a:ext uri="{FF2B5EF4-FFF2-40B4-BE49-F238E27FC236}">
                <a16:creationId xmlns:a16="http://schemas.microsoft.com/office/drawing/2014/main" id="{E3BFA7FB-0BEE-4A15-99E1-43E31694606D}"/>
              </a:ext>
            </a:extLst>
          </p:cNvPr>
          <p:cNvSpPr>
            <a:spLocks xmlns:a="http://schemas.openxmlformats.org/drawingml/2006/main" noGrp="1"/>
          </p:cNvSpPr>
          <p:nvPr/>
        </p:nvSpPr>
        <p:spPr>
          <a:xfrm xmlns:a="http://schemas.openxmlformats.org/drawingml/2006/main">
            <a:off x="1752600" y="4098608"/>
            <a:ext cx="23526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모델 주도 해석 제어기</a:t>
            </a:r>
          </a:p>
        </p:txBody>
      </p:sp>
      <p:sp>
        <p:nvSpPr>
          <p:cNvPr id="81" name="dp41-comparison / n86">
            <a:extLst xmlns:a="http://schemas.openxmlformats.org/drawingml/2006/main">
              <a:ext uri="{FF2B5EF4-FFF2-40B4-BE49-F238E27FC236}">
                <a16:creationId xmlns:a16="http://schemas.microsoft.com/office/drawing/2014/main" id="{72B3FF75-5A1B-4805-9AAC-7C13D8AFC79A}"/>
              </a:ext>
            </a:extLst>
          </p:cNvPr>
          <p:cNvSpPr>
            <a:spLocks xmlns:a="http://schemas.openxmlformats.org/drawingml/2006/main" noGrp="1"/>
          </p:cNvSpPr>
          <p:nvPr/>
        </p:nvSpPr>
        <p:spPr>
          <a:xfrm xmlns:a="http://schemas.openxmlformats.org/drawingml/2006/main">
            <a:off x="6762750" y="4019550"/>
            <a:ext cx="2238375" cy="3810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2" name="dp41-comparison / n87 / text 1">
            <a:extLst xmlns:a="http://schemas.openxmlformats.org/drawingml/2006/main">
              <a:ext uri="{FF2B5EF4-FFF2-40B4-BE49-F238E27FC236}">
                <a16:creationId xmlns:a16="http://schemas.microsoft.com/office/drawing/2014/main" id="{DA6FE6D6-89E5-4D2D-A619-B3A016CE9A02}"/>
              </a:ext>
            </a:extLst>
          </p:cNvPr>
          <p:cNvSpPr>
            <a:spLocks xmlns:a="http://schemas.openxmlformats.org/drawingml/2006/main" noGrp="1"/>
          </p:cNvSpPr>
          <p:nvPr/>
        </p:nvSpPr>
        <p:spPr>
          <a:xfrm xmlns:a="http://schemas.openxmlformats.org/drawingml/2006/main">
            <a:off x="6848475" y="4104799"/>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읽기 도구 실행기</a:t>
            </a:r>
          </a:p>
        </p:txBody>
      </p:sp>
      <p:sp>
        <p:nvSpPr>
          <p:cNvPr id="83" name="dp41-comparison / n88">
            <a:extLst xmlns:a="http://schemas.openxmlformats.org/drawingml/2006/main">
              <a:ext uri="{FF2B5EF4-FFF2-40B4-BE49-F238E27FC236}">
                <a16:creationId xmlns:a16="http://schemas.microsoft.com/office/drawing/2014/main" id="{2D1F972B-4AAC-4BB4-ACF4-6A0ECDDB6419}"/>
              </a:ext>
            </a:extLst>
          </p:cNvPr>
          <p:cNvSpPr>
            <a:spLocks xmlns:a="http://schemas.openxmlformats.org/drawingml/2006/main" noGrp="1"/>
          </p:cNvSpPr>
          <p:nvPr/>
        </p:nvSpPr>
        <p:spPr>
          <a:xfrm xmlns:a="http://schemas.openxmlformats.org/drawingml/2006/main">
            <a:off x="1666875" y="4981575"/>
            <a:ext cx="2524125" cy="5238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4" name="dp41-comparison / n89 / text 1">
            <a:extLst xmlns:a="http://schemas.openxmlformats.org/drawingml/2006/main">
              <a:ext uri="{FF2B5EF4-FFF2-40B4-BE49-F238E27FC236}">
                <a16:creationId xmlns:a16="http://schemas.microsoft.com/office/drawing/2014/main" id="{5149663E-D49E-4BA8-A6C6-86A36A574CA3}"/>
              </a:ext>
            </a:extLst>
          </p:cNvPr>
          <p:cNvSpPr>
            <a:spLocks xmlns:a="http://schemas.openxmlformats.org/drawingml/2006/main" noGrp="1"/>
          </p:cNvSpPr>
          <p:nvPr/>
        </p:nvSpPr>
        <p:spPr>
          <a:xfrm xmlns:a="http://schemas.openxmlformats.org/drawingml/2006/main">
            <a:off x="1752600" y="5143500"/>
            <a:ext cx="23526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모델에 제공할 해석 맥락</a:t>
            </a:r>
          </a:p>
        </p:txBody>
      </p:sp>
      <p:sp>
        <p:nvSpPr>
          <p:cNvPr id="85" name="dp41-comparison / n92 / path">
            <a:extLst xmlns:a="http://schemas.openxmlformats.org/drawingml/2006/main">
              <a:ext uri="{FF2B5EF4-FFF2-40B4-BE49-F238E27FC236}">
                <a16:creationId xmlns:a16="http://schemas.microsoft.com/office/drawing/2014/main" id="{3E02738D-9FC1-49A7-88D9-4BCE9BB10C36}"/>
              </a:ext>
            </a:extLst>
          </p:cNvPr>
          <p:cNvSpPr>
            <a:spLocks xmlns:a="http://schemas.openxmlformats.org/drawingml/2006/main" noGrp="1"/>
          </p:cNvSpPr>
          <p:nvPr/>
        </p:nvSpPr>
        <p:spPr>
          <a:xfrm xmlns:a="http://schemas.openxmlformats.org/drawingml/2006/main">
            <a:off x="1976438" y="3190875"/>
            <a:ext cx="953" cy="828675"/>
          </a:xfrm>
          <a:custGeom xmlns:a="http://schemas.openxmlformats.org/drawingml/2006/main">
            <a:pathLst>
              <a:path w="953" h="828675">
                <a:moveTo>
                  <a:pt x="0" y="828675"/>
                </a:moveTo>
                <a:lnTo>
                  <a:pt x="0" y="0"/>
                </a:lnTo>
              </a:path>
            </a:pathLst>
          </a:custGeom>
          <a:noFill xmlns:a="http://schemas.openxmlformats.org/drawingml/2006/main"/>
          <a:ln xmlns:a="http://schemas.openxmlformats.org/drawingml/2006/main" w="10478">
            <a:solidFill>
              <a:srgbClr val="B8753F"/>
            </a:solidFill>
            <a:prstDash val="solid"/>
          </a:ln>
        </p:spPr>
      </p:sp>
      <p:sp>
        <p:nvSpPr>
          <p:cNvPr id="86" name="dp41-comparison / n92 / arrow">
            <a:extLst xmlns:a="http://schemas.openxmlformats.org/drawingml/2006/main">
              <a:ext uri="{FF2B5EF4-FFF2-40B4-BE49-F238E27FC236}">
                <a16:creationId xmlns:a16="http://schemas.microsoft.com/office/drawing/2014/main" id="{6B19A0E1-D9BD-4F93-A6E6-2550713625CC}"/>
              </a:ext>
            </a:extLst>
          </p:cNvPr>
          <p:cNvSpPr>
            <a:spLocks xmlns:a="http://schemas.openxmlformats.org/drawingml/2006/main" noGrp="1"/>
          </p:cNvSpPr>
          <p:nvPr/>
        </p:nvSpPr>
        <p:spPr>
          <a:xfrm xmlns:a="http://schemas.openxmlformats.org/drawingml/2006/main">
            <a:off x="1942910" y="319087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87" name="dp41-comparison / n93 / path">
            <a:extLst xmlns:a="http://schemas.openxmlformats.org/drawingml/2006/main">
              <a:ext uri="{FF2B5EF4-FFF2-40B4-BE49-F238E27FC236}">
                <a16:creationId xmlns:a16="http://schemas.microsoft.com/office/drawing/2014/main" id="{79443BC0-696E-49BE-9B48-B9050F16E28A}"/>
              </a:ext>
            </a:extLst>
          </p:cNvPr>
          <p:cNvSpPr>
            <a:spLocks xmlns:a="http://schemas.openxmlformats.org/drawingml/2006/main" noGrp="1"/>
          </p:cNvSpPr>
          <p:nvPr/>
        </p:nvSpPr>
        <p:spPr>
          <a:xfrm xmlns:a="http://schemas.openxmlformats.org/drawingml/2006/main">
            <a:off x="3976688" y="3190875"/>
            <a:ext cx="953" cy="828675"/>
          </a:xfrm>
          <a:custGeom xmlns:a="http://schemas.openxmlformats.org/drawingml/2006/main">
            <a:pathLst>
              <a:path w="953" h="828675">
                <a:moveTo>
                  <a:pt x="0" y="0"/>
                </a:moveTo>
                <a:lnTo>
                  <a:pt x="0" y="828675"/>
                </a:lnTo>
              </a:path>
            </a:pathLst>
          </a:custGeom>
          <a:noFill xmlns:a="http://schemas.openxmlformats.org/drawingml/2006/main"/>
          <a:ln xmlns:a="http://schemas.openxmlformats.org/drawingml/2006/main" w="10478">
            <a:solidFill>
              <a:srgbClr val="B8753F"/>
            </a:solidFill>
            <a:prstDash val="dash"/>
          </a:ln>
        </p:spPr>
      </p:sp>
      <p:sp>
        <p:nvSpPr>
          <p:cNvPr id="88" name="dp41-comparison / n93 / arrow">
            <a:extLst xmlns:a="http://schemas.openxmlformats.org/drawingml/2006/main">
              <a:ext uri="{FF2B5EF4-FFF2-40B4-BE49-F238E27FC236}">
                <a16:creationId xmlns:a16="http://schemas.microsoft.com/office/drawing/2014/main" id="{04ABB50F-5A8A-4377-9A52-91D14D923EE8}"/>
              </a:ext>
            </a:extLst>
          </p:cNvPr>
          <p:cNvSpPr>
            <a:spLocks xmlns:a="http://schemas.openxmlformats.org/drawingml/2006/main" noGrp="1"/>
          </p:cNvSpPr>
          <p:nvPr/>
        </p:nvSpPr>
        <p:spPr>
          <a:xfrm xmlns:a="http://schemas.openxmlformats.org/drawingml/2006/main">
            <a:off x="3943160" y="3952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89" name="dp41-comparison / n98 / path">
            <a:extLst xmlns:a="http://schemas.openxmlformats.org/drawingml/2006/main">
              <a:ext uri="{FF2B5EF4-FFF2-40B4-BE49-F238E27FC236}">
                <a16:creationId xmlns:a16="http://schemas.microsoft.com/office/drawing/2014/main" id="{9316381F-C733-4C03-989C-374F9BE3C08B}"/>
              </a:ext>
            </a:extLst>
          </p:cNvPr>
          <p:cNvSpPr>
            <a:spLocks xmlns:a="http://schemas.openxmlformats.org/drawingml/2006/main" noGrp="1"/>
          </p:cNvSpPr>
          <p:nvPr/>
        </p:nvSpPr>
        <p:spPr>
          <a:xfrm xmlns:a="http://schemas.openxmlformats.org/drawingml/2006/main">
            <a:off x="4191000" y="4210050"/>
            <a:ext cx="2571750" cy="953"/>
          </a:xfrm>
          <a:custGeom xmlns:a="http://schemas.openxmlformats.org/drawingml/2006/main">
            <a:pathLst>
              <a:path w="2571750" h="953">
                <a:moveTo>
                  <a:pt x="0" y="0"/>
                </a:moveTo>
                <a:lnTo>
                  <a:pt x="2571750" y="0"/>
                </a:lnTo>
              </a:path>
            </a:pathLst>
          </a:custGeom>
          <a:noFill xmlns:a="http://schemas.openxmlformats.org/drawingml/2006/main"/>
          <a:ln xmlns:a="http://schemas.openxmlformats.org/drawingml/2006/main" w="10478">
            <a:solidFill>
              <a:srgbClr val="B8753F"/>
            </a:solidFill>
            <a:prstDash val="solid"/>
          </a:ln>
        </p:spPr>
      </p:sp>
      <p:sp>
        <p:nvSpPr>
          <p:cNvPr id="90" name="dp41-comparison / n98 / arrow">
            <a:extLst xmlns:a="http://schemas.openxmlformats.org/drawingml/2006/main">
              <a:ext uri="{FF2B5EF4-FFF2-40B4-BE49-F238E27FC236}">
                <a16:creationId xmlns:a16="http://schemas.microsoft.com/office/drawing/2014/main" id="{88B439F5-8688-4024-8954-1FDD2E4BFE7D}"/>
              </a:ext>
            </a:extLst>
          </p:cNvPr>
          <p:cNvSpPr>
            <a:spLocks xmlns:a="http://schemas.openxmlformats.org/drawingml/2006/main" noGrp="1"/>
          </p:cNvSpPr>
          <p:nvPr/>
        </p:nvSpPr>
        <p:spPr>
          <a:xfrm xmlns:a="http://schemas.openxmlformats.org/drawingml/2006/main">
            <a:off x="6695694" y="41765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91" name="dp41-comparison / n101 / path">
            <a:extLst xmlns:a="http://schemas.openxmlformats.org/drawingml/2006/main">
              <a:ext uri="{FF2B5EF4-FFF2-40B4-BE49-F238E27FC236}">
                <a16:creationId xmlns:a16="http://schemas.microsoft.com/office/drawing/2014/main" id="{6C0BC3A7-B445-4C1A-9063-8C1E2F9529FF}"/>
              </a:ext>
            </a:extLst>
          </p:cNvPr>
          <p:cNvSpPr>
            <a:spLocks xmlns:a="http://schemas.openxmlformats.org/drawingml/2006/main" noGrp="1"/>
          </p:cNvSpPr>
          <p:nvPr/>
        </p:nvSpPr>
        <p:spPr>
          <a:xfrm xmlns:a="http://schemas.openxmlformats.org/drawingml/2006/main">
            <a:off x="4191000" y="4210050"/>
            <a:ext cx="5000625" cy="1609725"/>
          </a:xfrm>
          <a:custGeom xmlns:a="http://schemas.openxmlformats.org/drawingml/2006/main">
            <a:pathLst>
              <a:path w="5000625" h="1609725">
                <a:moveTo>
                  <a:pt x="4810125" y="0"/>
                </a:moveTo>
                <a:lnTo>
                  <a:pt x="5000625" y="0"/>
                </a:lnTo>
                <a:lnTo>
                  <a:pt x="5000625" y="1609725"/>
                </a:lnTo>
                <a:lnTo>
                  <a:pt x="238125" y="1609725"/>
                </a:lnTo>
                <a:lnTo>
                  <a:pt x="238125" y="1033463"/>
                </a:lnTo>
                <a:lnTo>
                  <a:pt x="0" y="1033463"/>
                </a:lnTo>
              </a:path>
            </a:pathLst>
          </a:custGeom>
          <a:noFill xmlns:a="http://schemas.openxmlformats.org/drawingml/2006/main"/>
          <a:ln xmlns:a="http://schemas.openxmlformats.org/drawingml/2006/main" w="10478">
            <a:solidFill>
              <a:srgbClr val="B8753F"/>
            </a:solidFill>
            <a:prstDash val="dash"/>
          </a:ln>
        </p:spPr>
      </p:sp>
      <p:sp>
        <p:nvSpPr>
          <p:cNvPr id="92" name="dp41-comparison / n101 / arrow">
            <a:extLst xmlns:a="http://schemas.openxmlformats.org/drawingml/2006/main">
              <a:ext uri="{FF2B5EF4-FFF2-40B4-BE49-F238E27FC236}">
                <a16:creationId xmlns:a16="http://schemas.microsoft.com/office/drawing/2014/main" id="{BFBB953C-E8FD-4066-81E1-29884F87F3F1}"/>
              </a:ext>
            </a:extLst>
          </p:cNvPr>
          <p:cNvSpPr>
            <a:spLocks xmlns:a="http://schemas.openxmlformats.org/drawingml/2006/main" noGrp="1"/>
          </p:cNvSpPr>
          <p:nvPr/>
        </p:nvSpPr>
        <p:spPr>
          <a:xfrm xmlns:a="http://schemas.openxmlformats.org/drawingml/2006/main">
            <a:off x="4191000" y="5209985"/>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93" name="dp41-comparison / n104 / path">
            <a:extLst xmlns:a="http://schemas.openxmlformats.org/drawingml/2006/main">
              <a:ext uri="{FF2B5EF4-FFF2-40B4-BE49-F238E27FC236}">
                <a16:creationId xmlns:a16="http://schemas.microsoft.com/office/drawing/2014/main" id="{40F95BEA-F8C6-4D78-867E-A91D6CB52D05}"/>
              </a:ext>
            </a:extLst>
          </p:cNvPr>
          <p:cNvSpPr>
            <a:spLocks xmlns:a="http://schemas.openxmlformats.org/drawingml/2006/main" noGrp="1"/>
          </p:cNvSpPr>
          <p:nvPr/>
        </p:nvSpPr>
        <p:spPr>
          <a:xfrm xmlns:a="http://schemas.openxmlformats.org/drawingml/2006/main">
            <a:off x="3976688" y="4400550"/>
            <a:ext cx="953" cy="581025"/>
          </a:xfrm>
          <a:custGeom xmlns:a="http://schemas.openxmlformats.org/drawingml/2006/main">
            <a:pathLst>
              <a:path w="953" h="581025">
                <a:moveTo>
                  <a:pt x="0" y="581025"/>
                </a:moveTo>
                <a:lnTo>
                  <a:pt x="0" y="0"/>
                </a:lnTo>
              </a:path>
            </a:pathLst>
          </a:custGeom>
          <a:noFill xmlns:a="http://schemas.openxmlformats.org/drawingml/2006/main"/>
          <a:ln xmlns:a="http://schemas.openxmlformats.org/drawingml/2006/main" w="10478">
            <a:solidFill>
              <a:srgbClr val="B8753F"/>
            </a:solidFill>
            <a:prstDash val="solid"/>
          </a:ln>
        </p:spPr>
      </p:sp>
      <p:sp>
        <p:nvSpPr>
          <p:cNvPr id="94" name="dp41-comparison / n104 / arrow">
            <a:extLst xmlns:a="http://schemas.openxmlformats.org/drawingml/2006/main">
              <a:ext uri="{FF2B5EF4-FFF2-40B4-BE49-F238E27FC236}">
                <a16:creationId xmlns:a16="http://schemas.microsoft.com/office/drawing/2014/main" id="{9CACD21E-0A7B-467A-8282-79A7F72BFDE7}"/>
              </a:ext>
            </a:extLst>
          </p:cNvPr>
          <p:cNvSpPr>
            <a:spLocks xmlns:a="http://schemas.openxmlformats.org/drawingml/2006/main" noGrp="1"/>
          </p:cNvSpPr>
          <p:nvPr/>
        </p:nvSpPr>
        <p:spPr>
          <a:xfrm xmlns:a="http://schemas.openxmlformats.org/drawingml/2006/main">
            <a:off x="3943160" y="440055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95" name="dp41-comparison / n113">
            <a:extLst xmlns:a="http://schemas.openxmlformats.org/drawingml/2006/main">
              <a:ext uri="{FF2B5EF4-FFF2-40B4-BE49-F238E27FC236}">
                <a16:creationId xmlns:a16="http://schemas.microsoft.com/office/drawing/2014/main" id="{28B3FA95-D0FA-42D8-A960-E9C2D1DC8F8B}"/>
              </a:ext>
            </a:extLst>
          </p:cNvPr>
          <p:cNvSpPr>
            <a:spLocks xmlns:a="http://schemas.openxmlformats.org/drawingml/2006/main" noGrp="1"/>
          </p:cNvSpPr>
          <p:nvPr/>
        </p:nvSpPr>
        <p:spPr>
          <a:xfrm xmlns:a="http://schemas.openxmlformats.org/drawingml/2006/main">
            <a:off x="6762750" y="6019800"/>
            <a:ext cx="22383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96" name="dp41-comparison / n114 / text 1">
            <a:extLst xmlns:a="http://schemas.openxmlformats.org/drawingml/2006/main">
              <a:ext uri="{FF2B5EF4-FFF2-40B4-BE49-F238E27FC236}">
                <a16:creationId xmlns:a16="http://schemas.microsoft.com/office/drawing/2014/main" id="{F55F4779-1861-4C86-8858-2A3E0A90E491}"/>
              </a:ext>
            </a:extLst>
          </p:cNvPr>
          <p:cNvSpPr>
            <a:spLocks xmlns:a="http://schemas.openxmlformats.org/drawingml/2006/main" noGrp="1"/>
          </p:cNvSpPr>
          <p:nvPr/>
        </p:nvSpPr>
        <p:spPr>
          <a:xfrm xmlns:a="http://schemas.openxmlformats.org/drawingml/2006/main">
            <a:off x="6848475" y="6066949"/>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의미 제안 검증기</a:t>
            </a:r>
          </a:p>
        </p:txBody>
      </p:sp>
      <p:sp>
        <p:nvSpPr>
          <p:cNvPr id="97" name="dp41-comparison / n115 / path">
            <a:extLst xmlns:a="http://schemas.openxmlformats.org/drawingml/2006/main">
              <a:ext uri="{FF2B5EF4-FFF2-40B4-BE49-F238E27FC236}">
                <a16:creationId xmlns:a16="http://schemas.microsoft.com/office/drawing/2014/main" id="{0B25FB12-B35E-49A9-9EB2-31A488F80D9A}"/>
              </a:ext>
            </a:extLst>
          </p:cNvPr>
          <p:cNvSpPr>
            <a:spLocks xmlns:a="http://schemas.openxmlformats.org/drawingml/2006/main" noGrp="1"/>
          </p:cNvSpPr>
          <p:nvPr/>
        </p:nvSpPr>
        <p:spPr>
          <a:xfrm xmlns:a="http://schemas.openxmlformats.org/drawingml/2006/main">
            <a:off x="4191000" y="4324350"/>
            <a:ext cx="5095875" cy="1847850"/>
          </a:xfrm>
          <a:custGeom xmlns:a="http://schemas.openxmlformats.org/drawingml/2006/main">
            <a:pathLst>
              <a:path w="5095875" h="1847850">
                <a:moveTo>
                  <a:pt x="0" y="0"/>
                </a:moveTo>
                <a:lnTo>
                  <a:pt x="5095875" y="0"/>
                </a:lnTo>
                <a:lnTo>
                  <a:pt x="5095875" y="1847850"/>
                </a:lnTo>
                <a:lnTo>
                  <a:pt x="4810125" y="1847850"/>
                </a:lnTo>
              </a:path>
            </a:pathLst>
          </a:custGeom>
          <a:noFill xmlns:a="http://schemas.openxmlformats.org/drawingml/2006/main"/>
          <a:ln xmlns:a="http://schemas.openxmlformats.org/drawingml/2006/main" w="10478">
            <a:solidFill>
              <a:srgbClr val="000000"/>
            </a:solidFill>
            <a:prstDash val="solid"/>
          </a:ln>
        </p:spPr>
      </p:sp>
      <p:sp>
        <p:nvSpPr>
          <p:cNvPr id="98" name="dp41-comparison / n115 / arrow">
            <a:extLst xmlns:a="http://schemas.openxmlformats.org/drawingml/2006/main">
              <a:ext uri="{FF2B5EF4-FFF2-40B4-BE49-F238E27FC236}">
                <a16:creationId xmlns:a16="http://schemas.microsoft.com/office/drawing/2014/main" id="{138A7898-970C-4226-90A2-DF547C81FD79}"/>
              </a:ext>
            </a:extLst>
          </p:cNvPr>
          <p:cNvSpPr>
            <a:spLocks xmlns:a="http://schemas.openxmlformats.org/drawingml/2006/main" noGrp="1"/>
          </p:cNvSpPr>
          <p:nvPr/>
        </p:nvSpPr>
        <p:spPr>
          <a:xfrm xmlns:a="http://schemas.openxmlformats.org/drawingml/2006/main">
            <a:off x="9001125" y="61386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99" name="dp41-comparison / n120 / path">
            <a:extLst xmlns:a="http://schemas.openxmlformats.org/drawingml/2006/main">
              <a:ext uri="{FF2B5EF4-FFF2-40B4-BE49-F238E27FC236}">
                <a16:creationId xmlns:a16="http://schemas.microsoft.com/office/drawing/2014/main" id="{C5A0E2EA-676E-40C7-AF88-DCA9023E6688}"/>
              </a:ext>
            </a:extLst>
          </p:cNvPr>
          <p:cNvSpPr>
            <a:spLocks xmlns:a="http://schemas.openxmlformats.org/drawingml/2006/main" noGrp="1"/>
          </p:cNvSpPr>
          <p:nvPr/>
        </p:nvSpPr>
        <p:spPr>
          <a:xfrm xmlns:a="http://schemas.openxmlformats.org/drawingml/2006/main">
            <a:off x="4071938" y="2743200"/>
            <a:ext cx="5281613" cy="1276350"/>
          </a:xfrm>
          <a:custGeom xmlns:a="http://schemas.openxmlformats.org/drawingml/2006/main">
            <a:pathLst>
              <a:path w="5281613" h="1276350">
                <a:moveTo>
                  <a:pt x="3167063" y="0"/>
                </a:moveTo>
                <a:lnTo>
                  <a:pt x="3167063" y="76200"/>
                </a:lnTo>
                <a:lnTo>
                  <a:pt x="5281613" y="76200"/>
                </a:lnTo>
                <a:lnTo>
                  <a:pt x="5281613" y="828675"/>
                </a:lnTo>
                <a:lnTo>
                  <a:pt x="261938" y="828675"/>
                </a:lnTo>
                <a:lnTo>
                  <a:pt x="261938" y="1200150"/>
                </a:lnTo>
                <a:lnTo>
                  <a:pt x="0" y="1200150"/>
                </a:lnTo>
                <a:lnTo>
                  <a:pt x="0" y="1276350"/>
                </a:lnTo>
              </a:path>
            </a:pathLst>
          </a:custGeom>
          <a:noFill xmlns:a="http://schemas.openxmlformats.org/drawingml/2006/main"/>
          <a:ln xmlns:a="http://schemas.openxmlformats.org/drawingml/2006/main" w="10478">
            <a:solidFill>
              <a:srgbClr val="000000"/>
            </a:solidFill>
            <a:prstDash val="solid"/>
          </a:ln>
        </p:spPr>
      </p:sp>
      <p:sp>
        <p:nvSpPr>
          <p:cNvPr id="100" name="dp41-comparison / n120 / arrow">
            <a:extLst xmlns:a="http://schemas.openxmlformats.org/drawingml/2006/main">
              <a:ext uri="{FF2B5EF4-FFF2-40B4-BE49-F238E27FC236}">
                <a16:creationId xmlns:a16="http://schemas.microsoft.com/office/drawing/2014/main" id="{7E3D1062-963D-4F04-ABF5-95C8057DC759}"/>
              </a:ext>
            </a:extLst>
          </p:cNvPr>
          <p:cNvSpPr>
            <a:spLocks xmlns:a="http://schemas.openxmlformats.org/drawingml/2006/main" noGrp="1"/>
          </p:cNvSpPr>
          <p:nvPr/>
        </p:nvSpPr>
        <p:spPr>
          <a:xfrm xmlns:a="http://schemas.openxmlformats.org/drawingml/2006/main">
            <a:off x="4038410" y="3952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1" name="dp41-comparison / n121">
            <a:extLst xmlns:a="http://schemas.openxmlformats.org/drawingml/2006/main">
              <a:ext uri="{FF2B5EF4-FFF2-40B4-BE49-F238E27FC236}">
                <a16:creationId xmlns:a16="http://schemas.microsoft.com/office/drawing/2014/main" id="{DB926430-A167-4FE0-9916-C08B50B07871}"/>
              </a:ext>
            </a:extLst>
          </p:cNvPr>
          <p:cNvSpPr>
            <a:spLocks xmlns:a="http://schemas.openxmlformats.org/drawingml/2006/main" noGrp="1"/>
          </p:cNvSpPr>
          <p:nvPr/>
        </p:nvSpPr>
        <p:spPr>
          <a:xfrm xmlns:a="http://schemas.openxmlformats.org/drawingml/2006/main">
            <a:off x="4362450"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2" name="dp41-comparison / n122 / text 1">
            <a:extLst xmlns:a="http://schemas.openxmlformats.org/drawingml/2006/main">
              <a:ext uri="{FF2B5EF4-FFF2-40B4-BE49-F238E27FC236}">
                <a16:creationId xmlns:a16="http://schemas.microsoft.com/office/drawing/2014/main" id="{259756A3-7C05-49C7-8F07-AD889490DBFC}"/>
              </a:ext>
            </a:extLst>
          </p:cNvPr>
          <p:cNvSpPr>
            <a:spLocks xmlns:a="http://schemas.openxmlformats.org/drawingml/2006/main" noGrp="1"/>
          </p:cNvSpPr>
          <p:nvPr/>
        </p:nvSpPr>
        <p:spPr>
          <a:xfrm xmlns:a="http://schemas.openxmlformats.org/drawingml/2006/main">
            <a:off x="4448175"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Context Manager</a:t>
            </a:r>
          </a:p>
        </p:txBody>
      </p:sp>
      <p:sp>
        <p:nvSpPr>
          <p:cNvPr id="103" name="dp41-comparison / n123 / path">
            <a:extLst xmlns:a="http://schemas.openxmlformats.org/drawingml/2006/main">
              <a:ext uri="{FF2B5EF4-FFF2-40B4-BE49-F238E27FC236}">
                <a16:creationId xmlns:a16="http://schemas.microsoft.com/office/drawing/2014/main" id="{131E01E3-F1DF-4772-B457-C91F8D5738C6}"/>
              </a:ext>
            </a:extLst>
          </p:cNvPr>
          <p:cNvSpPr>
            <a:spLocks xmlns:a="http://schemas.openxmlformats.org/drawingml/2006/main" noGrp="1"/>
          </p:cNvSpPr>
          <p:nvPr/>
        </p:nvSpPr>
        <p:spPr>
          <a:xfrm xmlns:a="http://schemas.openxmlformats.org/drawingml/2006/main">
            <a:off x="5457825" y="4143375"/>
            <a:ext cx="4010025" cy="2505075"/>
          </a:xfrm>
          <a:custGeom xmlns:a="http://schemas.openxmlformats.org/drawingml/2006/main">
            <a:pathLst>
              <a:path w="4010025" h="2505075">
                <a:moveTo>
                  <a:pt x="3543300" y="0"/>
                </a:moveTo>
                <a:lnTo>
                  <a:pt x="4010025" y="0"/>
                </a:lnTo>
                <a:lnTo>
                  <a:pt x="4010025" y="2400300"/>
                </a:lnTo>
                <a:lnTo>
                  <a:pt x="0" y="2400300"/>
                </a:lnTo>
                <a:lnTo>
                  <a:pt x="0" y="2505075"/>
                </a:lnTo>
              </a:path>
            </a:pathLst>
          </a:custGeom>
          <a:noFill xmlns:a="http://schemas.openxmlformats.org/drawingml/2006/main"/>
          <a:ln xmlns:a="http://schemas.openxmlformats.org/drawingml/2006/main" w="10478">
            <a:solidFill>
              <a:srgbClr val="000000"/>
            </a:solidFill>
            <a:prstDash val="solid"/>
          </a:ln>
        </p:spPr>
      </p:sp>
      <p:sp>
        <p:nvSpPr>
          <p:cNvPr id="104" name="dp41-comparison / n123 / arrow">
            <a:extLst xmlns:a="http://schemas.openxmlformats.org/drawingml/2006/main">
              <a:ext uri="{FF2B5EF4-FFF2-40B4-BE49-F238E27FC236}">
                <a16:creationId xmlns:a16="http://schemas.microsoft.com/office/drawing/2014/main" id="{671460EB-867A-4259-8867-302F44A571E2}"/>
              </a:ext>
            </a:extLst>
          </p:cNvPr>
          <p:cNvSpPr>
            <a:spLocks xmlns:a="http://schemas.openxmlformats.org/drawingml/2006/main" noGrp="1"/>
          </p:cNvSpPr>
          <p:nvPr/>
        </p:nvSpPr>
        <p:spPr>
          <a:xfrm xmlns:a="http://schemas.openxmlformats.org/drawingml/2006/main">
            <a:off x="5424297"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5" name="dp41-comparison / n124 / path">
            <a:extLst xmlns:a="http://schemas.openxmlformats.org/drawingml/2006/main">
              <a:ext uri="{FF2B5EF4-FFF2-40B4-BE49-F238E27FC236}">
                <a16:creationId xmlns:a16="http://schemas.microsoft.com/office/drawing/2014/main" id="{EA7A6981-D7E1-4F0E-B7EF-69550CA5E3A7}"/>
              </a:ext>
            </a:extLst>
          </p:cNvPr>
          <p:cNvSpPr>
            <a:spLocks xmlns:a="http://schemas.openxmlformats.org/drawingml/2006/main" noGrp="1"/>
          </p:cNvSpPr>
          <p:nvPr/>
        </p:nvSpPr>
        <p:spPr>
          <a:xfrm xmlns:a="http://schemas.openxmlformats.org/drawingml/2006/main">
            <a:off x="5543550" y="4286250"/>
            <a:ext cx="3848100" cy="2362200"/>
          </a:xfrm>
          <a:custGeom xmlns:a="http://schemas.openxmlformats.org/drawingml/2006/main">
            <a:pathLst>
              <a:path w="3848100" h="2362200">
                <a:moveTo>
                  <a:pt x="0" y="2362200"/>
                </a:moveTo>
                <a:lnTo>
                  <a:pt x="0" y="2305050"/>
                </a:lnTo>
                <a:lnTo>
                  <a:pt x="3848100" y="2305050"/>
                </a:lnTo>
                <a:lnTo>
                  <a:pt x="3848100" y="0"/>
                </a:lnTo>
                <a:lnTo>
                  <a:pt x="3457575" y="0"/>
                </a:lnTo>
              </a:path>
            </a:pathLst>
          </a:custGeom>
          <a:noFill xmlns:a="http://schemas.openxmlformats.org/drawingml/2006/main"/>
          <a:ln xmlns:a="http://schemas.openxmlformats.org/drawingml/2006/main" w="10478">
            <a:solidFill>
              <a:srgbClr val="000000"/>
            </a:solidFill>
            <a:prstDash val="dash"/>
          </a:ln>
        </p:spPr>
      </p:sp>
      <p:sp>
        <p:nvSpPr>
          <p:cNvPr id="106" name="dp41-comparison / n124 / arrow">
            <a:extLst xmlns:a="http://schemas.openxmlformats.org/drawingml/2006/main">
              <a:ext uri="{FF2B5EF4-FFF2-40B4-BE49-F238E27FC236}">
                <a16:creationId xmlns:a16="http://schemas.microsoft.com/office/drawing/2014/main" id="{201DA903-336F-4FFE-B95C-537DABEDDDDD}"/>
              </a:ext>
            </a:extLst>
          </p:cNvPr>
          <p:cNvSpPr>
            <a:spLocks xmlns:a="http://schemas.openxmlformats.org/drawingml/2006/main" noGrp="1"/>
          </p:cNvSpPr>
          <p:nvPr/>
        </p:nvSpPr>
        <p:spPr>
          <a:xfrm xmlns:a="http://schemas.openxmlformats.org/drawingml/2006/main">
            <a:off x="9001125" y="42527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07" name="dp41-comparison / n125">
            <a:extLst xmlns:a="http://schemas.openxmlformats.org/drawingml/2006/main">
              <a:ext uri="{FF2B5EF4-FFF2-40B4-BE49-F238E27FC236}">
                <a16:creationId xmlns:a16="http://schemas.microsoft.com/office/drawing/2014/main" id="{102ADF80-CA1F-499E-A899-88775924B6DF}"/>
              </a:ext>
            </a:extLst>
          </p:cNvPr>
          <p:cNvSpPr>
            <a:spLocks xmlns:a="http://schemas.openxmlformats.org/drawingml/2006/main" noGrp="1"/>
          </p:cNvSpPr>
          <p:nvPr/>
        </p:nvSpPr>
        <p:spPr>
          <a:xfrm xmlns:a="http://schemas.openxmlformats.org/drawingml/2006/main">
            <a:off x="7096125"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8" name="dp41-comparison / n126 / text 1">
            <a:extLst xmlns:a="http://schemas.openxmlformats.org/drawingml/2006/main">
              <a:ext uri="{FF2B5EF4-FFF2-40B4-BE49-F238E27FC236}">
                <a16:creationId xmlns:a16="http://schemas.microsoft.com/office/drawing/2014/main" id="{5F94DAAA-9679-4539-84D6-0AEEE367CEA2}"/>
              </a:ext>
            </a:extLst>
          </p:cNvPr>
          <p:cNvSpPr>
            <a:spLocks xmlns:a="http://schemas.openxmlformats.org/drawingml/2006/main" noGrp="1"/>
          </p:cNvSpPr>
          <p:nvPr/>
        </p:nvSpPr>
        <p:spPr>
          <a:xfrm xmlns:a="http://schemas.openxmlformats.org/drawingml/2006/main">
            <a:off x="7181850"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Task Manager</a:t>
            </a:r>
          </a:p>
        </p:txBody>
      </p:sp>
      <p:sp>
        <p:nvSpPr>
          <p:cNvPr id="109" name="dp41-comparison / n127 / path">
            <a:extLst xmlns:a="http://schemas.openxmlformats.org/drawingml/2006/main">
              <a:ext uri="{FF2B5EF4-FFF2-40B4-BE49-F238E27FC236}">
                <a16:creationId xmlns:a16="http://schemas.microsoft.com/office/drawing/2014/main" id="{F8C35D99-397B-49FC-8993-2270B70A31FC}"/>
              </a:ext>
            </a:extLst>
          </p:cNvPr>
          <p:cNvSpPr>
            <a:spLocks xmlns:a="http://schemas.openxmlformats.org/drawingml/2006/main" noGrp="1"/>
          </p:cNvSpPr>
          <p:nvPr/>
        </p:nvSpPr>
        <p:spPr>
          <a:xfrm xmlns:a="http://schemas.openxmlformats.org/drawingml/2006/main">
            <a:off x="8191500" y="4143375"/>
            <a:ext cx="1276350" cy="2505075"/>
          </a:xfrm>
          <a:custGeom xmlns:a="http://schemas.openxmlformats.org/drawingml/2006/main">
            <a:pathLst>
              <a:path w="1276350" h="2505075">
                <a:moveTo>
                  <a:pt x="809625" y="0"/>
                </a:moveTo>
                <a:lnTo>
                  <a:pt x="1276350" y="0"/>
                </a:lnTo>
                <a:lnTo>
                  <a:pt x="1276350" y="2400300"/>
                </a:lnTo>
                <a:lnTo>
                  <a:pt x="0" y="2400300"/>
                </a:lnTo>
                <a:lnTo>
                  <a:pt x="0" y="2505075"/>
                </a:lnTo>
              </a:path>
            </a:pathLst>
          </a:custGeom>
          <a:noFill xmlns:a="http://schemas.openxmlformats.org/drawingml/2006/main"/>
          <a:ln xmlns:a="http://schemas.openxmlformats.org/drawingml/2006/main" w="10478">
            <a:solidFill>
              <a:srgbClr val="000000"/>
            </a:solidFill>
            <a:prstDash val="solid"/>
          </a:ln>
        </p:spPr>
      </p:sp>
      <p:sp>
        <p:nvSpPr>
          <p:cNvPr id="110" name="dp41-comparison / n127 / arrow">
            <a:extLst xmlns:a="http://schemas.openxmlformats.org/drawingml/2006/main">
              <a:ext uri="{FF2B5EF4-FFF2-40B4-BE49-F238E27FC236}">
                <a16:creationId xmlns:a16="http://schemas.microsoft.com/office/drawing/2014/main" id="{D967EE3C-64BB-43AD-9B5A-E273902CC95A}"/>
              </a:ext>
            </a:extLst>
          </p:cNvPr>
          <p:cNvSpPr>
            <a:spLocks xmlns:a="http://schemas.openxmlformats.org/drawingml/2006/main" noGrp="1"/>
          </p:cNvSpPr>
          <p:nvPr/>
        </p:nvSpPr>
        <p:spPr>
          <a:xfrm xmlns:a="http://schemas.openxmlformats.org/drawingml/2006/main">
            <a:off x="8157972"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1" name="dp41-comparison / n128 / path">
            <a:extLst xmlns:a="http://schemas.openxmlformats.org/drawingml/2006/main">
              <a:ext uri="{FF2B5EF4-FFF2-40B4-BE49-F238E27FC236}">
                <a16:creationId xmlns:a16="http://schemas.microsoft.com/office/drawing/2014/main" id="{5D86E40F-B06C-4FCF-98BF-D2804F1C0509}"/>
              </a:ext>
            </a:extLst>
          </p:cNvPr>
          <p:cNvSpPr>
            <a:spLocks xmlns:a="http://schemas.openxmlformats.org/drawingml/2006/main" noGrp="1"/>
          </p:cNvSpPr>
          <p:nvPr/>
        </p:nvSpPr>
        <p:spPr>
          <a:xfrm xmlns:a="http://schemas.openxmlformats.org/drawingml/2006/main">
            <a:off x="8277225" y="4286250"/>
            <a:ext cx="1114425" cy="2362200"/>
          </a:xfrm>
          <a:custGeom xmlns:a="http://schemas.openxmlformats.org/drawingml/2006/main">
            <a:pathLst>
              <a:path w="1114425" h="2362200">
                <a:moveTo>
                  <a:pt x="0" y="2362200"/>
                </a:moveTo>
                <a:lnTo>
                  <a:pt x="0" y="2305050"/>
                </a:lnTo>
                <a:lnTo>
                  <a:pt x="1114425" y="2305050"/>
                </a:lnTo>
                <a:lnTo>
                  <a:pt x="1114425" y="0"/>
                </a:lnTo>
                <a:lnTo>
                  <a:pt x="723900" y="0"/>
                </a:lnTo>
              </a:path>
            </a:pathLst>
          </a:custGeom>
          <a:noFill xmlns:a="http://schemas.openxmlformats.org/drawingml/2006/main"/>
          <a:ln xmlns:a="http://schemas.openxmlformats.org/drawingml/2006/main" w="10478">
            <a:solidFill>
              <a:srgbClr val="000000"/>
            </a:solidFill>
            <a:prstDash val="dash"/>
          </a:ln>
        </p:spPr>
      </p:sp>
      <p:sp>
        <p:nvSpPr>
          <p:cNvPr id="112" name="dp41-comparison / n128 / arrow">
            <a:extLst xmlns:a="http://schemas.openxmlformats.org/drawingml/2006/main">
              <a:ext uri="{FF2B5EF4-FFF2-40B4-BE49-F238E27FC236}">
                <a16:creationId xmlns:a16="http://schemas.microsoft.com/office/drawing/2014/main" id="{DF5210C4-DC53-485D-918B-7E151AA9F0AE}"/>
              </a:ext>
            </a:extLst>
          </p:cNvPr>
          <p:cNvSpPr>
            <a:spLocks xmlns:a="http://schemas.openxmlformats.org/drawingml/2006/main" noGrp="1"/>
          </p:cNvSpPr>
          <p:nvPr/>
        </p:nvSpPr>
        <p:spPr>
          <a:xfrm xmlns:a="http://schemas.openxmlformats.org/drawingml/2006/main">
            <a:off x="9001125" y="42527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13" name="dp41-comparison / n131 / path">
            <a:extLst xmlns:a="http://schemas.openxmlformats.org/drawingml/2006/main">
              <a:ext uri="{FF2B5EF4-FFF2-40B4-BE49-F238E27FC236}">
                <a16:creationId xmlns:a16="http://schemas.microsoft.com/office/drawing/2014/main" id="{68AC6AD0-E465-4894-BF44-01DF009A9337}"/>
              </a:ext>
            </a:extLst>
          </p:cNvPr>
          <p:cNvSpPr>
            <a:spLocks xmlns:a="http://schemas.openxmlformats.org/drawingml/2006/main" noGrp="1"/>
          </p:cNvSpPr>
          <p:nvPr/>
        </p:nvSpPr>
        <p:spPr>
          <a:xfrm xmlns:a="http://schemas.openxmlformats.org/drawingml/2006/main">
            <a:off x="1476375" y="7067550"/>
            <a:ext cx="7953375" cy="953"/>
          </a:xfrm>
          <a:custGeom xmlns:a="http://schemas.openxmlformats.org/drawingml/2006/main">
            <a:pathLst>
              <a:path w="7953375" h="953">
                <a:moveTo>
                  <a:pt x="0" y="0"/>
                </a:moveTo>
                <a:lnTo>
                  <a:pt x="7953375" y="0"/>
                </a:lnTo>
              </a:path>
            </a:pathLst>
          </a:custGeom>
          <a:noFill xmlns:a="http://schemas.openxmlformats.org/drawingml/2006/main"/>
          <a:ln xmlns:a="http://schemas.openxmlformats.org/drawingml/2006/main" w="10478">
            <a:solidFill>
              <a:srgbClr val="000000"/>
            </a:solidFill>
            <a:prstDash val="solid"/>
          </a:ln>
        </p:spPr>
      </p:sp>
      <p:sp>
        <p:nvSpPr>
          <p:cNvPr id="114" name="dp41-comparison / n134">
            <a:extLst xmlns:a="http://schemas.openxmlformats.org/drawingml/2006/main">
              <a:ext uri="{FF2B5EF4-FFF2-40B4-BE49-F238E27FC236}">
                <a16:creationId xmlns:a16="http://schemas.microsoft.com/office/drawing/2014/main" id="{86E80C7C-2583-4B80-AE82-7F4E952B34BF}"/>
              </a:ext>
            </a:extLst>
          </p:cNvPr>
          <p:cNvSpPr>
            <a:spLocks xmlns:a="http://schemas.openxmlformats.org/drawingml/2006/main" noGrp="1"/>
          </p:cNvSpPr>
          <p:nvPr/>
        </p:nvSpPr>
        <p:spPr>
          <a:xfrm xmlns:a="http://schemas.openxmlformats.org/drawingml/2006/main">
            <a:off x="1666875" y="7362825"/>
            <a:ext cx="1714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5" name="dp41-comparison / n135 / text 1">
            <a:extLst xmlns:a="http://schemas.openxmlformats.org/drawingml/2006/main">
              <a:ext uri="{FF2B5EF4-FFF2-40B4-BE49-F238E27FC236}">
                <a16:creationId xmlns:a16="http://schemas.microsoft.com/office/drawing/2014/main" id="{B552B1B9-B5A5-4A2E-BE37-227EAA8E2E9C}"/>
              </a:ext>
            </a:extLst>
          </p:cNvPr>
          <p:cNvSpPr>
            <a:spLocks xmlns:a="http://schemas.openxmlformats.org/drawingml/2006/main" noGrp="1"/>
          </p:cNvSpPr>
          <p:nvPr/>
        </p:nvSpPr>
        <p:spPr>
          <a:xfrm xmlns:a="http://schemas.openxmlformats.org/drawingml/2006/main">
            <a:off x="1752600" y="7403306"/>
            <a:ext cx="1543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다음 행동 판단</a:t>
            </a:r>
          </a:p>
        </p:txBody>
      </p:sp>
      <p:sp>
        <p:nvSpPr>
          <p:cNvPr id="116" name="dp41-comparison / n136">
            <a:extLst xmlns:a="http://schemas.openxmlformats.org/drawingml/2006/main">
              <a:ext uri="{FF2B5EF4-FFF2-40B4-BE49-F238E27FC236}">
                <a16:creationId xmlns:a16="http://schemas.microsoft.com/office/drawing/2014/main" id="{B28937F0-B8AF-41D0-B764-F49E11D0184A}"/>
              </a:ext>
            </a:extLst>
          </p:cNvPr>
          <p:cNvSpPr>
            <a:spLocks xmlns:a="http://schemas.openxmlformats.org/drawingml/2006/main" noGrp="1"/>
          </p:cNvSpPr>
          <p:nvPr/>
        </p:nvSpPr>
        <p:spPr>
          <a:xfrm xmlns:a="http://schemas.openxmlformats.org/drawingml/2006/main">
            <a:off x="4048125" y="7296150"/>
            <a:ext cx="1428750" cy="4000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117" name="dp41-comparison / n137 / text 1">
            <a:extLst xmlns:a="http://schemas.openxmlformats.org/drawingml/2006/main">
              <a:ext uri="{FF2B5EF4-FFF2-40B4-BE49-F238E27FC236}">
                <a16:creationId xmlns:a16="http://schemas.microsoft.com/office/drawing/2014/main" id="{400B35BC-F7B6-4205-8445-463F934B70CC}"/>
              </a:ext>
            </a:extLst>
          </p:cNvPr>
          <p:cNvSpPr>
            <a:spLocks xmlns:a="http://schemas.openxmlformats.org/drawingml/2006/main" noGrp="1"/>
          </p:cNvSpPr>
          <p:nvPr/>
        </p:nvSpPr>
        <p:spPr>
          <a:xfrm xmlns:a="http://schemas.openxmlformats.org/drawingml/2006/main">
            <a:off x="4133850" y="7403306"/>
            <a:ext cx="1257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다음 행동?</a:t>
            </a:r>
          </a:p>
        </p:txBody>
      </p:sp>
      <p:sp>
        <p:nvSpPr>
          <p:cNvPr id="118" name="dp41-comparison / n138">
            <a:extLst xmlns:a="http://schemas.openxmlformats.org/drawingml/2006/main">
              <a:ext uri="{FF2B5EF4-FFF2-40B4-BE49-F238E27FC236}">
                <a16:creationId xmlns:a16="http://schemas.microsoft.com/office/drawing/2014/main" id="{3690B872-DF66-4727-A8A6-F5C96CA56249}"/>
              </a:ext>
            </a:extLst>
          </p:cNvPr>
          <p:cNvSpPr>
            <a:spLocks xmlns:a="http://schemas.openxmlformats.org/drawingml/2006/main" noGrp="1"/>
          </p:cNvSpPr>
          <p:nvPr/>
        </p:nvSpPr>
        <p:spPr>
          <a:xfrm xmlns:a="http://schemas.openxmlformats.org/drawingml/2006/main">
            <a:off x="6429375" y="7362825"/>
            <a:ext cx="2095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9" name="dp41-comparison / n139 / text 1">
            <a:extLst xmlns:a="http://schemas.openxmlformats.org/drawingml/2006/main">
              <a:ext uri="{FF2B5EF4-FFF2-40B4-BE49-F238E27FC236}">
                <a16:creationId xmlns:a16="http://schemas.microsoft.com/office/drawing/2014/main" id="{D5FFD511-98C5-475F-8BCF-102E404CAAAC}"/>
              </a:ext>
            </a:extLst>
          </p:cNvPr>
          <p:cNvSpPr>
            <a:spLocks xmlns:a="http://schemas.openxmlformats.org/drawingml/2006/main" noGrp="1"/>
          </p:cNvSpPr>
          <p:nvPr/>
        </p:nvSpPr>
        <p:spPr>
          <a:xfrm xmlns:a="http://schemas.openxmlformats.org/drawingml/2006/main">
            <a:off x="6515100" y="7403306"/>
            <a:ext cx="1924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도구: 지정한 자료 조회</a:t>
            </a:r>
          </a:p>
        </p:txBody>
      </p:sp>
      <p:sp>
        <p:nvSpPr>
          <p:cNvPr id="120" name="dp41-comparison / n140">
            <a:extLst xmlns:a="http://schemas.openxmlformats.org/drawingml/2006/main">
              <a:ext uri="{FF2B5EF4-FFF2-40B4-BE49-F238E27FC236}">
                <a16:creationId xmlns:a16="http://schemas.microsoft.com/office/drawing/2014/main" id="{32BA53E2-FCD1-4838-9F77-F541680F1283}"/>
              </a:ext>
            </a:extLst>
          </p:cNvPr>
          <p:cNvSpPr>
            <a:spLocks xmlns:a="http://schemas.openxmlformats.org/drawingml/2006/main" noGrp="1"/>
          </p:cNvSpPr>
          <p:nvPr/>
        </p:nvSpPr>
        <p:spPr>
          <a:xfrm xmlns:a="http://schemas.openxmlformats.org/drawingml/2006/main">
            <a:off x="6953250" y="7953375"/>
            <a:ext cx="2238375"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1" name="dp41-comparison / n141 / text 1">
            <a:extLst xmlns:a="http://schemas.openxmlformats.org/drawingml/2006/main">
              <a:ext uri="{FF2B5EF4-FFF2-40B4-BE49-F238E27FC236}">
                <a16:creationId xmlns:a16="http://schemas.microsoft.com/office/drawing/2014/main" id="{30144168-2DB8-4868-BFFB-2E5EBAA0E6B5}"/>
              </a:ext>
            </a:extLst>
          </p:cNvPr>
          <p:cNvSpPr>
            <a:spLocks xmlns:a="http://schemas.openxmlformats.org/drawingml/2006/main" noGrp="1"/>
          </p:cNvSpPr>
          <p:nvPr/>
        </p:nvSpPr>
        <p:spPr>
          <a:xfrm xmlns:a="http://schemas.openxmlformats.org/drawingml/2006/main">
            <a:off x="7038975" y="799861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의미 / 질문 제안</a:t>
            </a:r>
          </a:p>
        </p:txBody>
      </p:sp>
      <p:sp>
        <p:nvSpPr>
          <p:cNvPr id="122" name="dp41-comparison / n142 / path">
            <a:extLst xmlns:a="http://schemas.openxmlformats.org/drawingml/2006/main">
              <a:ext uri="{FF2B5EF4-FFF2-40B4-BE49-F238E27FC236}">
                <a16:creationId xmlns:a16="http://schemas.microsoft.com/office/drawing/2014/main" id="{2FCC960B-A683-4EBC-97C1-A3F08D8DE7C4}"/>
              </a:ext>
            </a:extLst>
          </p:cNvPr>
          <p:cNvSpPr>
            <a:spLocks xmlns:a="http://schemas.openxmlformats.org/drawingml/2006/main" noGrp="1"/>
          </p:cNvSpPr>
          <p:nvPr/>
        </p:nvSpPr>
        <p:spPr>
          <a:xfrm xmlns:a="http://schemas.openxmlformats.org/drawingml/2006/main">
            <a:off x="3381375" y="7496175"/>
            <a:ext cx="666750" cy="953"/>
          </a:xfrm>
          <a:custGeom xmlns:a="http://schemas.openxmlformats.org/drawingml/2006/main">
            <a:pathLst>
              <a:path w="666750" h="953">
                <a:moveTo>
                  <a:pt x="0" y="0"/>
                </a:moveTo>
                <a:lnTo>
                  <a:pt x="666750" y="0"/>
                </a:lnTo>
              </a:path>
            </a:pathLst>
          </a:custGeom>
          <a:noFill xmlns:a="http://schemas.openxmlformats.org/drawingml/2006/main"/>
          <a:ln xmlns:a="http://schemas.openxmlformats.org/drawingml/2006/main" w="10478">
            <a:solidFill>
              <a:srgbClr val="000000"/>
            </a:solidFill>
            <a:prstDash val="solid"/>
          </a:ln>
        </p:spPr>
      </p:sp>
      <p:sp>
        <p:nvSpPr>
          <p:cNvPr id="123" name="dp41-comparison / n142 / arrow">
            <a:extLst xmlns:a="http://schemas.openxmlformats.org/drawingml/2006/main">
              <a:ext uri="{FF2B5EF4-FFF2-40B4-BE49-F238E27FC236}">
                <a16:creationId xmlns:a16="http://schemas.microsoft.com/office/drawing/2014/main" id="{C4150444-8346-431B-B4F0-9E877C12296A}"/>
              </a:ext>
            </a:extLst>
          </p:cNvPr>
          <p:cNvSpPr>
            <a:spLocks xmlns:a="http://schemas.openxmlformats.org/drawingml/2006/main" noGrp="1"/>
          </p:cNvSpPr>
          <p:nvPr/>
        </p:nvSpPr>
        <p:spPr>
          <a:xfrm xmlns:a="http://schemas.openxmlformats.org/drawingml/2006/main">
            <a:off x="3981069"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24" name="dp41-comparison / n143 / path">
            <a:extLst xmlns:a="http://schemas.openxmlformats.org/drawingml/2006/main">
              <a:ext uri="{FF2B5EF4-FFF2-40B4-BE49-F238E27FC236}">
                <a16:creationId xmlns:a16="http://schemas.microsoft.com/office/drawing/2014/main" id="{20B89BA5-A7CE-479B-AD98-747F540970B2}"/>
              </a:ext>
            </a:extLst>
          </p:cNvPr>
          <p:cNvSpPr>
            <a:spLocks xmlns:a="http://schemas.openxmlformats.org/drawingml/2006/main" noGrp="1"/>
          </p:cNvSpPr>
          <p:nvPr/>
        </p:nvSpPr>
        <p:spPr>
          <a:xfrm xmlns:a="http://schemas.openxmlformats.org/drawingml/2006/main">
            <a:off x="5476875" y="7496175"/>
            <a:ext cx="952500" cy="953"/>
          </a:xfrm>
          <a:custGeom xmlns:a="http://schemas.openxmlformats.org/drawingml/2006/main">
            <a:pathLst>
              <a:path w="952500" h="953">
                <a:moveTo>
                  <a:pt x="0" y="0"/>
                </a:moveTo>
                <a:lnTo>
                  <a:pt x="952500" y="0"/>
                </a:lnTo>
              </a:path>
            </a:pathLst>
          </a:custGeom>
          <a:noFill xmlns:a="http://schemas.openxmlformats.org/drawingml/2006/main"/>
          <a:ln xmlns:a="http://schemas.openxmlformats.org/drawingml/2006/main" w="10478">
            <a:solidFill>
              <a:srgbClr val="000000"/>
            </a:solidFill>
            <a:prstDash val="solid"/>
          </a:ln>
        </p:spPr>
      </p:sp>
      <p:sp>
        <p:nvSpPr>
          <p:cNvPr id="125" name="dp41-comparison / n143 / arrow">
            <a:extLst xmlns:a="http://schemas.openxmlformats.org/drawingml/2006/main">
              <a:ext uri="{FF2B5EF4-FFF2-40B4-BE49-F238E27FC236}">
                <a16:creationId xmlns:a16="http://schemas.microsoft.com/office/drawing/2014/main" id="{2BA82F8A-F427-4178-8E59-A8E2E51EBE90}"/>
              </a:ext>
            </a:extLst>
          </p:cNvPr>
          <p:cNvSpPr>
            <a:spLocks xmlns:a="http://schemas.openxmlformats.org/drawingml/2006/main" noGrp="1"/>
          </p:cNvSpPr>
          <p:nvPr/>
        </p:nvSpPr>
        <p:spPr>
          <a:xfrm xmlns:a="http://schemas.openxmlformats.org/drawingml/2006/main">
            <a:off x="6362319"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26" name="dp41-comparison / n146 / path">
            <a:extLst xmlns:a="http://schemas.openxmlformats.org/drawingml/2006/main">
              <a:ext uri="{FF2B5EF4-FFF2-40B4-BE49-F238E27FC236}">
                <a16:creationId xmlns:a16="http://schemas.microsoft.com/office/drawing/2014/main" id="{681252EE-412B-43B5-8960-17E63EE246F3}"/>
              </a:ext>
            </a:extLst>
          </p:cNvPr>
          <p:cNvSpPr>
            <a:spLocks xmlns:a="http://schemas.openxmlformats.org/drawingml/2006/main" noGrp="1"/>
          </p:cNvSpPr>
          <p:nvPr/>
        </p:nvSpPr>
        <p:spPr>
          <a:xfrm xmlns:a="http://schemas.openxmlformats.org/drawingml/2006/main">
            <a:off x="2524125" y="7629525"/>
            <a:ext cx="4953000" cy="152400"/>
          </a:xfrm>
          <a:custGeom xmlns:a="http://schemas.openxmlformats.org/drawingml/2006/main">
            <a:pathLst>
              <a:path w="4953000" h="152400">
                <a:moveTo>
                  <a:pt x="4953000" y="0"/>
                </a:moveTo>
                <a:lnTo>
                  <a:pt x="4953000" y="152400"/>
                </a:lnTo>
                <a:lnTo>
                  <a:pt x="0" y="152400"/>
                </a:lnTo>
                <a:lnTo>
                  <a:pt x="0" y="0"/>
                </a:lnTo>
              </a:path>
            </a:pathLst>
          </a:custGeom>
          <a:noFill xmlns:a="http://schemas.openxmlformats.org/drawingml/2006/main"/>
          <a:ln xmlns:a="http://schemas.openxmlformats.org/drawingml/2006/main" w="10478">
            <a:solidFill>
              <a:srgbClr val="000000"/>
            </a:solidFill>
            <a:prstDash val="solid"/>
          </a:ln>
        </p:spPr>
      </p:sp>
      <p:sp>
        <p:nvSpPr>
          <p:cNvPr id="127" name="dp41-comparison / n146 / arrow">
            <a:extLst xmlns:a="http://schemas.openxmlformats.org/drawingml/2006/main">
              <a:ext uri="{FF2B5EF4-FFF2-40B4-BE49-F238E27FC236}">
                <a16:creationId xmlns:a16="http://schemas.microsoft.com/office/drawing/2014/main" id="{8D61C0D2-9E07-4954-AB08-A3F447B14B48}"/>
              </a:ext>
            </a:extLst>
          </p:cNvPr>
          <p:cNvSpPr>
            <a:spLocks xmlns:a="http://schemas.openxmlformats.org/drawingml/2006/main" noGrp="1"/>
          </p:cNvSpPr>
          <p:nvPr/>
        </p:nvSpPr>
        <p:spPr>
          <a:xfrm xmlns:a="http://schemas.openxmlformats.org/drawingml/2006/main">
            <a:off x="2490597" y="76295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28" name="dp41-comparison / n149 / path">
            <a:extLst xmlns:a="http://schemas.openxmlformats.org/drawingml/2006/main">
              <a:ext uri="{FF2B5EF4-FFF2-40B4-BE49-F238E27FC236}">
                <a16:creationId xmlns:a16="http://schemas.microsoft.com/office/drawing/2014/main" id="{03C89CF2-9A55-4658-9F0D-5BF0D45AFE3B}"/>
              </a:ext>
            </a:extLst>
          </p:cNvPr>
          <p:cNvSpPr>
            <a:spLocks xmlns:a="http://schemas.openxmlformats.org/drawingml/2006/main" noGrp="1"/>
          </p:cNvSpPr>
          <p:nvPr/>
        </p:nvSpPr>
        <p:spPr>
          <a:xfrm xmlns:a="http://schemas.openxmlformats.org/drawingml/2006/main">
            <a:off x="4762500" y="7696200"/>
            <a:ext cx="2190750" cy="395288"/>
          </a:xfrm>
          <a:custGeom xmlns:a="http://schemas.openxmlformats.org/drawingml/2006/main">
            <a:pathLst>
              <a:path w="2190750" h="395288">
                <a:moveTo>
                  <a:pt x="0" y="0"/>
                </a:moveTo>
                <a:lnTo>
                  <a:pt x="0" y="395288"/>
                </a:lnTo>
                <a:lnTo>
                  <a:pt x="2190750" y="395288"/>
                </a:lnTo>
              </a:path>
            </a:pathLst>
          </a:custGeom>
          <a:noFill xmlns:a="http://schemas.openxmlformats.org/drawingml/2006/main"/>
          <a:ln xmlns:a="http://schemas.openxmlformats.org/drawingml/2006/main" w="10478">
            <a:solidFill>
              <a:srgbClr val="000000"/>
            </a:solidFill>
            <a:prstDash val="solid"/>
          </a:ln>
        </p:spPr>
      </p:sp>
      <p:sp>
        <p:nvSpPr>
          <p:cNvPr id="129" name="dp41-comparison / n149 / arrow">
            <a:extLst xmlns:a="http://schemas.openxmlformats.org/drawingml/2006/main">
              <a:ext uri="{FF2B5EF4-FFF2-40B4-BE49-F238E27FC236}">
                <a16:creationId xmlns:a16="http://schemas.microsoft.com/office/drawing/2014/main" id="{C4A2B822-CE72-4F40-9D2B-8E7F5187692B}"/>
              </a:ext>
            </a:extLst>
          </p:cNvPr>
          <p:cNvSpPr>
            <a:spLocks xmlns:a="http://schemas.openxmlformats.org/drawingml/2006/main" noGrp="1"/>
          </p:cNvSpPr>
          <p:nvPr/>
        </p:nvSpPr>
        <p:spPr>
          <a:xfrm xmlns:a="http://schemas.openxmlformats.org/drawingml/2006/main">
            <a:off x="6886194" y="805796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30" name="dp41-comparison / n64">
            <a:extLst xmlns:a="http://schemas.openxmlformats.org/drawingml/2006/main">
              <a:ext uri="{FF2B5EF4-FFF2-40B4-BE49-F238E27FC236}">
                <a16:creationId xmlns:a16="http://schemas.microsoft.com/office/drawing/2014/main" id="{1F561E89-F398-481E-B7B1-318872664597}"/>
              </a:ext>
            </a:extLst>
          </p:cNvPr>
          <p:cNvSpPr>
            <a:spLocks xmlns:a="http://schemas.openxmlformats.org/drawingml/2006/main" noGrp="1"/>
          </p:cNvSpPr>
          <p:nvPr/>
        </p:nvSpPr>
        <p:spPr>
          <a:xfrm xmlns:a="http://schemas.openxmlformats.org/drawingml/2006/main">
            <a:off x="1571625" y="2409825"/>
            <a:ext cx="1428750" cy="333375"/>
          </a:xfrm>
          <a:custGeom xmlns:a="http://schemas.openxmlformats.org/drawingml/2006/main">
            <a:pathLst>
              <a:path w="1428750" h="333375">
                <a:moveTo>
                  <a:pt x="0" y="0"/>
                </a:moveTo>
                <a:lnTo>
                  <a:pt x="1257300" y="0"/>
                </a:lnTo>
                <a:lnTo>
                  <a:pt x="1428750" y="171450"/>
                </a:lnTo>
                <a:lnTo>
                  <a:pt x="1428750" y="333375"/>
                </a:lnTo>
                <a:lnTo>
                  <a:pt x="0" y="333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31" name="dp41-comparison / n64 / fold">
            <a:extLst xmlns:a="http://schemas.openxmlformats.org/drawingml/2006/main">
              <a:ext uri="{FF2B5EF4-FFF2-40B4-BE49-F238E27FC236}">
                <a16:creationId xmlns:a16="http://schemas.microsoft.com/office/drawing/2014/main" id="{64A42E55-68FB-429F-BD03-DA9DFABCF78A}"/>
              </a:ext>
            </a:extLst>
          </p:cNvPr>
          <p:cNvSpPr>
            <a:spLocks xmlns:a="http://schemas.openxmlformats.org/drawingml/2006/main" noGrp="1"/>
          </p:cNvSpPr>
          <p:nvPr/>
        </p:nvSpPr>
        <p:spPr>
          <a:xfrm xmlns:a="http://schemas.openxmlformats.org/drawingml/2006/main">
            <a:off x="2828925"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32" name="dp41-comparison / n65 / text 1">
            <a:extLst xmlns:a="http://schemas.openxmlformats.org/drawingml/2006/main">
              <a:ext uri="{FF2B5EF4-FFF2-40B4-BE49-F238E27FC236}">
                <a16:creationId xmlns:a16="http://schemas.microsoft.com/office/drawing/2014/main" id="{EF633472-D282-4C83-B3FA-D11B9CE58112}"/>
              </a:ext>
            </a:extLst>
          </p:cNvPr>
          <p:cNvSpPr>
            <a:spLocks xmlns:a="http://schemas.openxmlformats.org/drawingml/2006/main" noGrp="1"/>
          </p:cNvSpPr>
          <p:nvPr/>
        </p:nvSpPr>
        <p:spPr>
          <a:xfrm xmlns:a="http://schemas.openxmlformats.org/drawingml/2006/main">
            <a:off x="1666875" y="2466975"/>
            <a:ext cx="1162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사용자 발화</a:t>
            </a:r>
          </a:p>
        </p:txBody>
      </p:sp>
      <p:sp>
        <p:nvSpPr>
          <p:cNvPr id="133" name="dp41-comparison / n74">
            <a:extLst xmlns:a="http://schemas.openxmlformats.org/drawingml/2006/main">
              <a:ext uri="{FF2B5EF4-FFF2-40B4-BE49-F238E27FC236}">
                <a16:creationId xmlns:a16="http://schemas.microsoft.com/office/drawing/2014/main" id="{43F853C8-5884-494B-8D46-A2DE41A8983C}"/>
              </a:ext>
            </a:extLst>
          </p:cNvPr>
          <p:cNvSpPr>
            <a:spLocks xmlns:a="http://schemas.openxmlformats.org/drawingml/2006/main" noGrp="1"/>
          </p:cNvSpPr>
          <p:nvPr/>
        </p:nvSpPr>
        <p:spPr>
          <a:xfrm xmlns:a="http://schemas.openxmlformats.org/drawingml/2006/main">
            <a:off x="4505325" y="2943225"/>
            <a:ext cx="3050477"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4" name="dp41-comparison / n75 / text 1">
            <a:extLst xmlns:a="http://schemas.openxmlformats.org/drawingml/2006/main">
              <a:ext uri="{FF2B5EF4-FFF2-40B4-BE49-F238E27FC236}">
                <a16:creationId xmlns:a16="http://schemas.microsoft.com/office/drawing/2014/main" id="{956B3390-61F8-4442-A600-721B6A28707C}"/>
              </a:ext>
            </a:extLst>
          </p:cNvPr>
          <p:cNvSpPr>
            <a:spLocks xmlns:a="http://schemas.openxmlformats.org/drawingml/2006/main" noGrp="1"/>
          </p:cNvSpPr>
          <p:nvPr/>
        </p:nvSpPr>
        <p:spPr>
          <a:xfrm xmlns:a="http://schemas.openxmlformats.org/drawingml/2006/main">
            <a:off x="4524375" y="2952750"/>
            <a:ext cx="4667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Model Access 경유 / 조회 결과마다 모델 재판단</a:t>
            </a:r>
          </a:p>
        </p:txBody>
      </p:sp>
      <p:sp>
        <p:nvSpPr>
          <p:cNvPr id="135" name="dp41-comparison / n76">
            <a:extLst xmlns:a="http://schemas.openxmlformats.org/drawingml/2006/main">
              <a:ext uri="{FF2B5EF4-FFF2-40B4-BE49-F238E27FC236}">
                <a16:creationId xmlns:a16="http://schemas.microsoft.com/office/drawing/2014/main" id="{E02442D0-EEE5-4857-8113-D3D2F3EBD791}"/>
              </a:ext>
            </a:extLst>
          </p:cNvPr>
          <p:cNvSpPr>
            <a:spLocks xmlns:a="http://schemas.openxmlformats.org/drawingml/2006/main" noGrp="1"/>
          </p:cNvSpPr>
          <p:nvPr/>
        </p:nvSpPr>
        <p:spPr>
          <a:xfrm xmlns:a="http://schemas.openxmlformats.org/drawingml/2006/main">
            <a:off x="4648200" y="3314700"/>
            <a:ext cx="3272028" cy="2247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6" name="dp41-comparison / n77 / text 1">
            <a:extLst xmlns:a="http://schemas.openxmlformats.org/drawingml/2006/main">
              <a:ext uri="{FF2B5EF4-FFF2-40B4-BE49-F238E27FC236}">
                <a16:creationId xmlns:a16="http://schemas.microsoft.com/office/drawing/2014/main" id="{1AD798F5-2584-455E-B07C-BC025A55DB01}"/>
              </a:ext>
            </a:extLst>
          </p:cNvPr>
          <p:cNvSpPr>
            <a:spLocks xmlns:a="http://schemas.openxmlformats.org/drawingml/2006/main" noGrp="1"/>
          </p:cNvSpPr>
          <p:nvPr/>
        </p:nvSpPr>
        <p:spPr>
          <a:xfrm xmlns:a="http://schemas.openxmlformats.org/drawingml/2006/main">
            <a:off x="4667250" y="3324225"/>
            <a:ext cx="4572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000000"/>
                </a:solidFill>
                <a:latin typeface="Apple SD Gothic Neo"/>
                <a:ea typeface="Apple SD Gothic Neo"/>
                <a:cs typeface="Apple SD Gothic Neo"/>
              </a:defRPr>
            </a:pPr>
            <a:r>
              <a:rPr sz="1350" b="0">
                <a:solidFill>
                  <a:srgbClr val="000000"/>
                </a:solidFill>
                <a:latin typeface="Apple SD Gothic Neo"/>
                <a:ea typeface="Apple SD Gothic Neo"/>
                <a:cs typeface="Apple SD Gothic Neo"/>
              </a:rPr>
              <a:t>A: 모델이 결과를 보고 다음 조회 선택</a:t>
            </a:r>
          </a:p>
        </p:txBody>
      </p:sp>
      <p:sp>
        <p:nvSpPr>
          <p:cNvPr id="137" name="dp41-comparison / n80">
            <a:extLst xmlns:a="http://schemas.openxmlformats.org/drawingml/2006/main">
              <a:ext uri="{FF2B5EF4-FFF2-40B4-BE49-F238E27FC236}">
                <a16:creationId xmlns:a16="http://schemas.microsoft.com/office/drawing/2014/main" id="{6691E6E2-A3A9-41FC-BE9D-7E3AE408FCCB}"/>
              </a:ext>
            </a:extLst>
          </p:cNvPr>
          <p:cNvSpPr>
            <a:spLocks xmlns:a="http://schemas.openxmlformats.org/drawingml/2006/main" noGrp="1"/>
          </p:cNvSpPr>
          <p:nvPr/>
        </p:nvSpPr>
        <p:spPr>
          <a:xfrm xmlns:a="http://schemas.openxmlformats.org/drawingml/2006/main">
            <a:off x="7505700" y="3114675"/>
            <a:ext cx="73056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8" name="dp41-comparison / n81 / text 1">
            <a:extLst xmlns:a="http://schemas.openxmlformats.org/drawingml/2006/main">
              <a:ext uri="{FF2B5EF4-FFF2-40B4-BE49-F238E27FC236}">
                <a16:creationId xmlns:a16="http://schemas.microsoft.com/office/drawing/2014/main" id="{C98E87EC-ABD8-42F1-8396-95726D42D57B}"/>
              </a:ext>
            </a:extLst>
          </p:cNvPr>
          <p:cNvSpPr>
            <a:spLocks xmlns:a="http://schemas.openxmlformats.org/drawingml/2006/main" noGrp="1"/>
          </p:cNvSpPr>
          <p:nvPr/>
        </p:nvSpPr>
        <p:spPr>
          <a:xfrm xmlns:a="http://schemas.openxmlformats.org/drawingml/2006/main">
            <a:off x="7524750" y="3124200"/>
            <a:ext cx="17621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해석 시작</a:t>
            </a:r>
          </a:p>
        </p:txBody>
      </p:sp>
      <p:sp>
        <p:nvSpPr>
          <p:cNvPr id="139" name="dp41-comparison / n84">
            <a:extLst xmlns:a="http://schemas.openxmlformats.org/drawingml/2006/main">
              <a:ext uri="{FF2B5EF4-FFF2-40B4-BE49-F238E27FC236}">
                <a16:creationId xmlns:a16="http://schemas.microsoft.com/office/drawing/2014/main" id="{D1A63935-AC5C-4DA0-93C9-5EB14A324BD6}"/>
              </a:ext>
            </a:extLst>
          </p:cNvPr>
          <p:cNvSpPr>
            <a:spLocks xmlns:a="http://schemas.openxmlformats.org/drawingml/2006/main" noGrp="1"/>
          </p:cNvSpPr>
          <p:nvPr/>
        </p:nvSpPr>
        <p:spPr>
          <a:xfrm xmlns:a="http://schemas.openxmlformats.org/drawingml/2006/main">
            <a:off x="1647825" y="4429125"/>
            <a:ext cx="191185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0" name="dp41-comparison / n85 / text 1">
            <a:extLst xmlns:a="http://schemas.openxmlformats.org/drawingml/2006/main">
              <a:ext uri="{FF2B5EF4-FFF2-40B4-BE49-F238E27FC236}">
                <a16:creationId xmlns:a16="http://schemas.microsoft.com/office/drawing/2014/main" id="{EAC8D2F2-EB6C-41D0-A24B-07439B08656C}"/>
              </a:ext>
            </a:extLst>
          </p:cNvPr>
          <p:cNvSpPr>
            <a:spLocks xmlns:a="http://schemas.openxmlformats.org/drawingml/2006/main" noGrp="1"/>
          </p:cNvSpPr>
          <p:nvPr/>
        </p:nvSpPr>
        <p:spPr>
          <a:xfrm xmlns:a="http://schemas.openxmlformats.org/drawingml/2006/main">
            <a:off x="1666875" y="4438650"/>
            <a:ext cx="26670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코드: 모델 호출, 도구 결과 대응</a:t>
            </a:r>
          </a:p>
        </p:txBody>
      </p:sp>
      <p:sp>
        <p:nvSpPr>
          <p:cNvPr id="141" name="dp41-comparison / n90">
            <a:extLst xmlns:a="http://schemas.openxmlformats.org/drawingml/2006/main">
              <a:ext uri="{FF2B5EF4-FFF2-40B4-BE49-F238E27FC236}">
                <a16:creationId xmlns:a16="http://schemas.microsoft.com/office/drawing/2014/main" id="{BD303C07-0622-48A5-A061-3DFDA290BB37}"/>
              </a:ext>
            </a:extLst>
          </p:cNvPr>
          <p:cNvSpPr>
            <a:spLocks xmlns:a="http://schemas.openxmlformats.org/drawingml/2006/main" noGrp="1"/>
          </p:cNvSpPr>
          <p:nvPr/>
        </p:nvSpPr>
        <p:spPr>
          <a:xfrm xmlns:a="http://schemas.openxmlformats.org/drawingml/2006/main">
            <a:off x="1647825" y="5534025"/>
            <a:ext cx="215074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2" name="dp41-comparison / n91 / text 1">
            <a:extLst xmlns:a="http://schemas.openxmlformats.org/drawingml/2006/main">
              <a:ext uri="{FF2B5EF4-FFF2-40B4-BE49-F238E27FC236}">
                <a16:creationId xmlns:a16="http://schemas.microsoft.com/office/drawing/2014/main" id="{1B364079-7B89-47D5-BC1A-ED496FD12B14}"/>
              </a:ext>
            </a:extLst>
          </p:cNvPr>
          <p:cNvSpPr>
            <a:spLocks xmlns:a="http://schemas.openxmlformats.org/drawingml/2006/main" noGrp="1"/>
          </p:cNvSpPr>
          <p:nvPr/>
        </p:nvSpPr>
        <p:spPr>
          <a:xfrm xmlns:a="http://schemas.openxmlformats.org/drawingml/2006/main">
            <a:off x="1666875" y="5543550"/>
            <a:ext cx="2524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발화, 조회 결과, 이전 조건 / 임시 상태</a:t>
            </a:r>
          </a:p>
        </p:txBody>
      </p:sp>
      <p:sp>
        <p:nvSpPr>
          <p:cNvPr id="143" name="dp41-comparison / n94">
            <a:extLst xmlns:a="http://schemas.openxmlformats.org/drawingml/2006/main">
              <a:ext uri="{FF2B5EF4-FFF2-40B4-BE49-F238E27FC236}">
                <a16:creationId xmlns:a16="http://schemas.microsoft.com/office/drawing/2014/main" id="{E56AAB3D-583B-4ED5-B488-11ABBA52518F}"/>
              </a:ext>
            </a:extLst>
          </p:cNvPr>
          <p:cNvSpPr>
            <a:spLocks xmlns:a="http://schemas.openxmlformats.org/drawingml/2006/main" noGrp="1"/>
          </p:cNvSpPr>
          <p:nvPr/>
        </p:nvSpPr>
        <p:spPr>
          <a:xfrm xmlns:a="http://schemas.openxmlformats.org/drawingml/2006/main">
            <a:off x="2076450" y="3324225"/>
            <a:ext cx="1484376"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4" name="dp41-comparison / n95 / text 1">
            <a:extLst xmlns:a="http://schemas.openxmlformats.org/drawingml/2006/main">
              <a:ext uri="{FF2B5EF4-FFF2-40B4-BE49-F238E27FC236}">
                <a16:creationId xmlns:a16="http://schemas.microsoft.com/office/drawing/2014/main" id="{D9F6D743-1298-4EE1-9B69-4D28D7282430}"/>
              </a:ext>
            </a:extLst>
          </p:cNvPr>
          <p:cNvSpPr>
            <a:spLocks xmlns:a="http://schemas.openxmlformats.org/drawingml/2006/main" noGrp="1"/>
          </p:cNvSpPr>
          <p:nvPr/>
        </p:nvSpPr>
        <p:spPr>
          <a:xfrm xmlns:a="http://schemas.openxmlformats.org/drawingml/2006/main">
            <a:off x="2095500" y="3333750"/>
            <a:ext cx="1733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① 결과와 원문으로 재호출</a:t>
            </a:r>
          </a:p>
        </p:txBody>
      </p:sp>
      <p:sp>
        <p:nvSpPr>
          <p:cNvPr id="145" name="dp41-comparison / n96">
            <a:extLst xmlns:a="http://schemas.openxmlformats.org/drawingml/2006/main">
              <a:ext uri="{FF2B5EF4-FFF2-40B4-BE49-F238E27FC236}">
                <a16:creationId xmlns:a16="http://schemas.microsoft.com/office/drawing/2014/main" id="{1735FFBB-31DA-4810-9FFC-6AE9FE02CF49}"/>
              </a:ext>
            </a:extLst>
          </p:cNvPr>
          <p:cNvSpPr>
            <a:spLocks xmlns:a="http://schemas.openxmlformats.org/drawingml/2006/main" noGrp="1"/>
          </p:cNvSpPr>
          <p:nvPr/>
        </p:nvSpPr>
        <p:spPr>
          <a:xfrm xmlns:a="http://schemas.openxmlformats.org/drawingml/2006/main">
            <a:off x="2076450" y="3495675"/>
            <a:ext cx="167087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6" name="dp41-comparison / n97 / text 1">
            <a:extLst xmlns:a="http://schemas.openxmlformats.org/drawingml/2006/main">
              <a:ext uri="{FF2B5EF4-FFF2-40B4-BE49-F238E27FC236}">
                <a16:creationId xmlns:a16="http://schemas.microsoft.com/office/drawing/2014/main" id="{F900837D-EA74-4DF4-A109-E44283649E6C}"/>
              </a:ext>
            </a:extLst>
          </p:cNvPr>
          <p:cNvSpPr>
            <a:spLocks xmlns:a="http://schemas.openxmlformats.org/drawingml/2006/main" noGrp="1"/>
          </p:cNvSpPr>
          <p:nvPr/>
        </p:nvSpPr>
        <p:spPr>
          <a:xfrm xmlns:a="http://schemas.openxmlformats.org/drawingml/2006/main">
            <a:off x="2095500" y="3505200"/>
            <a:ext cx="17335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모델: 조회 / 질문 / 의미 선택</a:t>
            </a:r>
          </a:p>
        </p:txBody>
      </p:sp>
      <p:sp>
        <p:nvSpPr>
          <p:cNvPr id="147" name="dp41-comparison / n99">
            <a:extLst xmlns:a="http://schemas.openxmlformats.org/drawingml/2006/main">
              <a:ext uri="{FF2B5EF4-FFF2-40B4-BE49-F238E27FC236}">
                <a16:creationId xmlns:a16="http://schemas.microsoft.com/office/drawing/2014/main" id="{557FA8B5-C9F6-4294-B6D2-E4BD1B49DD90}"/>
              </a:ext>
            </a:extLst>
          </p:cNvPr>
          <p:cNvSpPr>
            <a:spLocks xmlns:a="http://schemas.openxmlformats.org/drawingml/2006/main" noGrp="1"/>
          </p:cNvSpPr>
          <p:nvPr/>
        </p:nvSpPr>
        <p:spPr>
          <a:xfrm xmlns:a="http://schemas.openxmlformats.org/drawingml/2006/main">
            <a:off x="4457700" y="4086225"/>
            <a:ext cx="1452372"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8" name="dp41-comparison / n100 / text 1">
            <a:extLst xmlns:a="http://schemas.openxmlformats.org/drawingml/2006/main">
              <a:ext uri="{FF2B5EF4-FFF2-40B4-BE49-F238E27FC236}">
                <a16:creationId xmlns:a16="http://schemas.microsoft.com/office/drawing/2014/main" id="{A20A20B9-4729-4176-B5B6-1EDC9B7EBC3D}"/>
              </a:ext>
            </a:extLst>
          </p:cNvPr>
          <p:cNvSpPr>
            <a:spLocks xmlns:a="http://schemas.openxmlformats.org/drawingml/2006/main" noGrp="1"/>
          </p:cNvSpPr>
          <p:nvPr/>
        </p:nvSpPr>
        <p:spPr>
          <a:xfrm xmlns:a="http://schemas.openxmlformats.org/drawingml/2006/main">
            <a:off x="4476750" y="4095750"/>
            <a:ext cx="20955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② 모델이 선택한 조회</a:t>
            </a:r>
          </a:p>
        </p:txBody>
      </p:sp>
      <p:sp>
        <p:nvSpPr>
          <p:cNvPr id="149" name="dp41-comparison / n102">
            <a:extLst xmlns:a="http://schemas.openxmlformats.org/drawingml/2006/main">
              <a:ext uri="{FF2B5EF4-FFF2-40B4-BE49-F238E27FC236}">
                <a16:creationId xmlns:a16="http://schemas.microsoft.com/office/drawing/2014/main" id="{897DA12F-4D29-4F40-A244-383E640D11EB}"/>
              </a:ext>
            </a:extLst>
          </p:cNvPr>
          <p:cNvSpPr>
            <a:spLocks xmlns:a="http://schemas.openxmlformats.org/drawingml/2006/main" noGrp="1"/>
          </p:cNvSpPr>
          <p:nvPr/>
        </p:nvSpPr>
        <p:spPr>
          <a:xfrm xmlns:a="http://schemas.openxmlformats.org/drawingml/2006/main">
            <a:off x="4648200" y="4429125"/>
            <a:ext cx="27965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0" name="dp41-comparison / n103 / text 1">
            <a:extLst xmlns:a="http://schemas.openxmlformats.org/drawingml/2006/main">
              <a:ext uri="{FF2B5EF4-FFF2-40B4-BE49-F238E27FC236}">
                <a16:creationId xmlns:a16="http://schemas.microsoft.com/office/drawing/2014/main" id="{F6694710-70B5-4CFC-9EF3-D79ABCC080F4}"/>
              </a:ext>
            </a:extLst>
          </p:cNvPr>
          <p:cNvSpPr>
            <a:spLocks xmlns:a="http://schemas.openxmlformats.org/drawingml/2006/main" noGrp="1"/>
          </p:cNvSpPr>
          <p:nvPr/>
        </p:nvSpPr>
        <p:spPr>
          <a:xfrm xmlns:a="http://schemas.openxmlformats.org/drawingml/2006/main">
            <a:off x="4667250" y="4438650"/>
            <a:ext cx="4333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모델 출력 예시 / 다음 조회는 결과를 본 뒤 선택</a:t>
            </a:r>
          </a:p>
        </p:txBody>
      </p:sp>
      <p:sp>
        <p:nvSpPr>
          <p:cNvPr id="151" name="dp41-comparison / n105">
            <a:extLst xmlns:a="http://schemas.openxmlformats.org/drawingml/2006/main">
              <a:ext uri="{FF2B5EF4-FFF2-40B4-BE49-F238E27FC236}">
                <a16:creationId xmlns:a16="http://schemas.microsoft.com/office/drawing/2014/main" id="{BCA46003-EA4C-40BE-B482-51555E2D85FB}"/>
              </a:ext>
            </a:extLst>
          </p:cNvPr>
          <p:cNvSpPr>
            <a:spLocks xmlns:a="http://schemas.openxmlformats.org/drawingml/2006/main" noGrp="1"/>
          </p:cNvSpPr>
          <p:nvPr/>
        </p:nvSpPr>
        <p:spPr>
          <a:xfrm xmlns:a="http://schemas.openxmlformats.org/drawingml/2006/main">
            <a:off x="1647825" y="4724400"/>
            <a:ext cx="191185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2" name="dp41-comparison / n106 / text 1">
            <a:extLst xmlns:a="http://schemas.openxmlformats.org/drawingml/2006/main">
              <a:ext uri="{FF2B5EF4-FFF2-40B4-BE49-F238E27FC236}">
                <a16:creationId xmlns:a16="http://schemas.microsoft.com/office/drawing/2014/main" id="{47A4E4F9-D0B0-430A-BB94-8A7B19FE636A}"/>
              </a:ext>
            </a:extLst>
          </p:cNvPr>
          <p:cNvSpPr>
            <a:spLocks xmlns:a="http://schemas.openxmlformats.org/drawingml/2006/main" noGrp="1"/>
          </p:cNvSpPr>
          <p:nvPr/>
        </p:nvSpPr>
        <p:spPr>
          <a:xfrm xmlns:a="http://schemas.openxmlformats.org/drawingml/2006/main">
            <a:off x="1666875" y="4733925"/>
            <a:ext cx="2209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③ 결과 반영 후 같은 모델 재호출</a:t>
            </a:r>
          </a:p>
        </p:txBody>
      </p:sp>
      <p:sp>
        <p:nvSpPr>
          <p:cNvPr id="153" name="dp41-comparison / n107">
            <a:extLst xmlns:a="http://schemas.openxmlformats.org/drawingml/2006/main">
              <a:ext uri="{FF2B5EF4-FFF2-40B4-BE49-F238E27FC236}">
                <a16:creationId xmlns:a16="http://schemas.microsoft.com/office/drawing/2014/main" id="{E457883E-2C5B-4E24-867D-90446DFA21D2}"/>
              </a:ext>
            </a:extLst>
          </p:cNvPr>
          <p:cNvSpPr>
            <a:spLocks xmlns:a="http://schemas.openxmlformats.org/drawingml/2006/main" noGrp="1"/>
          </p:cNvSpPr>
          <p:nvPr/>
        </p:nvSpPr>
        <p:spPr>
          <a:xfrm xmlns:a="http://schemas.openxmlformats.org/drawingml/2006/main">
            <a:off x="4667250" y="4610100"/>
            <a:ext cx="4333875" cy="495300"/>
          </a:xfrm>
          <a:custGeom xmlns:a="http://schemas.openxmlformats.org/drawingml/2006/main">
            <a:pathLst>
              <a:path w="4333875" h="495300">
                <a:moveTo>
                  <a:pt x="0" y="0"/>
                </a:moveTo>
                <a:lnTo>
                  <a:pt x="4162425" y="0"/>
                </a:lnTo>
                <a:lnTo>
                  <a:pt x="4333875" y="171450"/>
                </a:lnTo>
                <a:lnTo>
                  <a:pt x="4333875"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4" name="dp41-comparison / n107 / fold">
            <a:extLst xmlns:a="http://schemas.openxmlformats.org/drawingml/2006/main">
              <a:ext uri="{FF2B5EF4-FFF2-40B4-BE49-F238E27FC236}">
                <a16:creationId xmlns:a16="http://schemas.microsoft.com/office/drawing/2014/main" id="{D12574B2-8B67-4D7A-B01C-2E3F13365E0B}"/>
              </a:ext>
            </a:extLst>
          </p:cNvPr>
          <p:cNvSpPr>
            <a:spLocks xmlns:a="http://schemas.openxmlformats.org/drawingml/2006/main" noGrp="1"/>
          </p:cNvSpPr>
          <p:nvPr/>
        </p:nvSpPr>
        <p:spPr>
          <a:xfrm xmlns:a="http://schemas.openxmlformats.org/drawingml/2006/main">
            <a:off x="8829675" y="46101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55" name="dp41-comparison / n108 / text 1">
            <a:extLst xmlns:a="http://schemas.openxmlformats.org/drawingml/2006/main">
              <a:ext uri="{FF2B5EF4-FFF2-40B4-BE49-F238E27FC236}">
                <a16:creationId xmlns:a16="http://schemas.microsoft.com/office/drawing/2014/main" id="{B1428373-748B-40FC-8ECE-68C8860141C2}"/>
              </a:ext>
            </a:extLst>
          </p:cNvPr>
          <p:cNvSpPr>
            <a:spLocks xmlns:a="http://schemas.openxmlformats.org/drawingml/2006/main" noGrp="1"/>
          </p:cNvSpPr>
          <p:nvPr/>
        </p:nvSpPr>
        <p:spPr>
          <a:xfrm xmlns:a="http://schemas.openxmlformats.org/drawingml/2006/main">
            <a:off x="4762500" y="4667250"/>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첫 모델 판단: 보고서와 표 조회</a:t>
            </a:r>
          </a:p>
        </p:txBody>
      </p:sp>
      <p:sp>
        <p:nvSpPr>
          <p:cNvPr id="156" name="dp41-comparison / n108 / text 2">
            <a:extLst xmlns:a="http://schemas.openxmlformats.org/drawingml/2006/main">
              <a:ext uri="{FF2B5EF4-FFF2-40B4-BE49-F238E27FC236}">
                <a16:creationId xmlns:a16="http://schemas.microsoft.com/office/drawing/2014/main" id="{F0FF00B6-170D-450B-8F7A-5CE3CCB4E95B}"/>
              </a:ext>
            </a:extLst>
          </p:cNvPr>
          <p:cNvSpPr>
            <a:spLocks xmlns:a="http://schemas.openxmlformats.org/drawingml/2006/main" noGrp="1"/>
          </p:cNvSpPr>
          <p:nvPr/>
        </p:nvSpPr>
        <p:spPr>
          <a:xfrm xmlns:a="http://schemas.openxmlformats.org/drawingml/2006/main">
            <a:off x="4762500" y="4792980"/>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task_retrieve(query="보고서", limit=5)</a:t>
            </a:r>
          </a:p>
        </p:txBody>
      </p:sp>
      <p:sp>
        <p:nvSpPr>
          <p:cNvPr id="157" name="dp41-comparison / n108 / text 3">
            <a:extLst xmlns:a="http://schemas.openxmlformats.org/drawingml/2006/main">
              <a:ext uri="{FF2B5EF4-FFF2-40B4-BE49-F238E27FC236}">
                <a16:creationId xmlns:a16="http://schemas.microsoft.com/office/drawing/2014/main" id="{72FD6E29-9DB2-4294-B335-783D5E5E8FE1}"/>
              </a:ext>
            </a:extLst>
          </p:cNvPr>
          <p:cNvSpPr>
            <a:spLocks xmlns:a="http://schemas.openxmlformats.org/drawingml/2006/main" noGrp="1"/>
          </p:cNvSpPr>
          <p:nvPr/>
        </p:nvSpPr>
        <p:spPr>
          <a:xfrm xmlns:a="http://schemas.openxmlformats.org/drawingml/2006/main">
            <a:off x="4762500" y="4918710"/>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context_retrieve(selector="INPUT_SELECTION")</a:t>
            </a:r>
          </a:p>
        </p:txBody>
      </p:sp>
      <p:sp>
        <p:nvSpPr>
          <p:cNvPr id="158" name="dp41-comparison / n109">
            <a:extLst xmlns:a="http://schemas.openxmlformats.org/drawingml/2006/main">
              <a:ext uri="{FF2B5EF4-FFF2-40B4-BE49-F238E27FC236}">
                <a16:creationId xmlns:a16="http://schemas.microsoft.com/office/drawing/2014/main" id="{C460781A-88E9-4ECA-8F26-085DD9722907}"/>
              </a:ext>
            </a:extLst>
          </p:cNvPr>
          <p:cNvSpPr>
            <a:spLocks xmlns:a="http://schemas.openxmlformats.org/drawingml/2006/main" noGrp="1"/>
          </p:cNvSpPr>
          <p:nvPr/>
        </p:nvSpPr>
        <p:spPr>
          <a:xfrm xmlns:a="http://schemas.openxmlformats.org/drawingml/2006/main">
            <a:off x="4648200" y="5114925"/>
            <a:ext cx="342061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9" name="dp41-comparison / n110 / text 1">
            <a:extLst xmlns:a="http://schemas.openxmlformats.org/drawingml/2006/main">
              <a:ext uri="{FF2B5EF4-FFF2-40B4-BE49-F238E27FC236}">
                <a16:creationId xmlns:a16="http://schemas.microsoft.com/office/drawing/2014/main" id="{8857576A-03A4-4464-905D-A7D66112B89F}"/>
              </a:ext>
            </a:extLst>
          </p:cNvPr>
          <p:cNvSpPr>
            <a:spLocks xmlns:a="http://schemas.openxmlformats.org/drawingml/2006/main" noGrp="1"/>
          </p:cNvSpPr>
          <p:nvPr/>
        </p:nvSpPr>
        <p:spPr>
          <a:xfrm xmlns:a="http://schemas.openxmlformats.org/drawingml/2006/main">
            <a:off x="4667250" y="5124450"/>
            <a:ext cx="43338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조회 결과: Task1 예산 보고서 / Task2 실적 보고서 / 선택한 표</a:t>
            </a:r>
          </a:p>
        </p:txBody>
      </p:sp>
      <p:sp>
        <p:nvSpPr>
          <p:cNvPr id="160" name="dp41-comparison / n111">
            <a:extLst xmlns:a="http://schemas.openxmlformats.org/drawingml/2006/main">
              <a:ext uri="{FF2B5EF4-FFF2-40B4-BE49-F238E27FC236}">
                <a16:creationId xmlns:a16="http://schemas.microsoft.com/office/drawing/2014/main" id="{2E8F9289-B0DB-4C93-864E-4DC3E647A93E}"/>
              </a:ext>
            </a:extLst>
          </p:cNvPr>
          <p:cNvSpPr>
            <a:spLocks xmlns:a="http://schemas.openxmlformats.org/drawingml/2006/main" noGrp="1"/>
          </p:cNvSpPr>
          <p:nvPr/>
        </p:nvSpPr>
        <p:spPr>
          <a:xfrm xmlns:a="http://schemas.openxmlformats.org/drawingml/2006/main">
            <a:off x="4667250" y="5286375"/>
            <a:ext cx="4333875" cy="495300"/>
          </a:xfrm>
          <a:custGeom xmlns:a="http://schemas.openxmlformats.org/drawingml/2006/main">
            <a:pathLst>
              <a:path w="4333875" h="495300">
                <a:moveTo>
                  <a:pt x="0" y="0"/>
                </a:moveTo>
                <a:lnTo>
                  <a:pt x="4162425" y="0"/>
                </a:lnTo>
                <a:lnTo>
                  <a:pt x="4333875" y="171450"/>
                </a:lnTo>
                <a:lnTo>
                  <a:pt x="4333875"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61" name="dp41-comparison / n111 / fold">
            <a:extLst xmlns:a="http://schemas.openxmlformats.org/drawingml/2006/main">
              <a:ext uri="{FF2B5EF4-FFF2-40B4-BE49-F238E27FC236}">
                <a16:creationId xmlns:a16="http://schemas.microsoft.com/office/drawing/2014/main" id="{F2175B8F-E581-45AC-A265-BF3853AB5B17}"/>
              </a:ext>
            </a:extLst>
          </p:cNvPr>
          <p:cNvSpPr>
            <a:spLocks xmlns:a="http://schemas.openxmlformats.org/drawingml/2006/main" noGrp="1"/>
          </p:cNvSpPr>
          <p:nvPr/>
        </p:nvSpPr>
        <p:spPr>
          <a:xfrm xmlns:a="http://schemas.openxmlformats.org/drawingml/2006/main">
            <a:off x="8829675" y="52863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2" name="dp41-comparison / n112 / text 1">
            <a:extLst xmlns:a="http://schemas.openxmlformats.org/drawingml/2006/main">
              <a:ext uri="{FF2B5EF4-FFF2-40B4-BE49-F238E27FC236}">
                <a16:creationId xmlns:a16="http://schemas.microsoft.com/office/drawing/2014/main" id="{A34046D6-16B9-4B03-A860-B43807F4192C}"/>
              </a:ext>
            </a:extLst>
          </p:cNvPr>
          <p:cNvSpPr>
            <a:spLocks xmlns:a="http://schemas.openxmlformats.org/drawingml/2006/main" noGrp="1"/>
          </p:cNvSpPr>
          <p:nvPr/>
        </p:nvSpPr>
        <p:spPr>
          <a:xfrm xmlns:a="http://schemas.openxmlformats.org/drawingml/2006/main">
            <a:off x="4762500" y="5343525"/>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결과를 받은 다음 모델 판단: 추가 대화 조회</a:t>
            </a:r>
          </a:p>
        </p:txBody>
      </p:sp>
      <p:sp>
        <p:nvSpPr>
          <p:cNvPr id="163" name="dp41-comparison / n112 / text 2">
            <a:extLst xmlns:a="http://schemas.openxmlformats.org/drawingml/2006/main">
              <a:ext uri="{FF2B5EF4-FFF2-40B4-BE49-F238E27FC236}">
                <a16:creationId xmlns:a16="http://schemas.microsoft.com/office/drawing/2014/main" id="{98D0C384-36BE-4CB3-B688-16149875E2A3}"/>
              </a:ext>
            </a:extLst>
          </p:cNvPr>
          <p:cNvSpPr>
            <a:spLocks xmlns:a="http://schemas.openxmlformats.org/drawingml/2006/main" noGrp="1"/>
          </p:cNvSpPr>
          <p:nvPr/>
        </p:nvSpPr>
        <p:spPr>
          <a:xfrm xmlns:a="http://schemas.openxmlformats.org/drawingml/2006/main">
            <a:off x="4762500" y="5469255"/>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interaction_retrieve(query="보고서", limit=5)</a:t>
            </a:r>
          </a:p>
        </p:txBody>
      </p:sp>
      <p:sp>
        <p:nvSpPr>
          <p:cNvPr id="164" name="dp41-comparison / n112 / text 3">
            <a:extLst xmlns:a="http://schemas.openxmlformats.org/drawingml/2006/main">
              <a:ext uri="{FF2B5EF4-FFF2-40B4-BE49-F238E27FC236}">
                <a16:creationId xmlns:a16="http://schemas.microsoft.com/office/drawing/2014/main" id="{577883DF-4816-4FD7-9CF7-1EB041B883BE}"/>
              </a:ext>
            </a:extLst>
          </p:cNvPr>
          <p:cNvSpPr>
            <a:spLocks xmlns:a="http://schemas.openxmlformats.org/drawingml/2006/main" noGrp="1"/>
          </p:cNvSpPr>
          <p:nvPr/>
        </p:nvSpPr>
        <p:spPr>
          <a:xfrm xmlns:a="http://schemas.openxmlformats.org/drawingml/2006/main">
            <a:off x="4762500" y="5594985"/>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추가 결과도 같은 맥락으로 반환 / 모델 재판단</a:t>
            </a:r>
          </a:p>
        </p:txBody>
      </p:sp>
      <p:sp>
        <p:nvSpPr>
          <p:cNvPr id="165" name="dp41-comparison / n116">
            <a:extLst xmlns:a="http://schemas.openxmlformats.org/drawingml/2006/main">
              <a:ext uri="{FF2B5EF4-FFF2-40B4-BE49-F238E27FC236}">
                <a16:creationId xmlns:a16="http://schemas.microsoft.com/office/drawing/2014/main" id="{D283AD4F-16E0-4632-A64B-D09C52AB91B7}"/>
              </a:ext>
            </a:extLst>
          </p:cNvPr>
          <p:cNvSpPr>
            <a:spLocks xmlns:a="http://schemas.openxmlformats.org/drawingml/2006/main" noGrp="1"/>
          </p:cNvSpPr>
          <p:nvPr/>
        </p:nvSpPr>
        <p:spPr>
          <a:xfrm xmlns:a="http://schemas.openxmlformats.org/drawingml/2006/main">
            <a:off x="1666875" y="5829300"/>
            <a:ext cx="4667250" cy="495300"/>
          </a:xfrm>
          <a:custGeom xmlns:a="http://schemas.openxmlformats.org/drawingml/2006/main">
            <a:pathLst>
              <a:path w="4667250" h="495300">
                <a:moveTo>
                  <a:pt x="0" y="0"/>
                </a:moveTo>
                <a:lnTo>
                  <a:pt x="4495800" y="0"/>
                </a:lnTo>
                <a:lnTo>
                  <a:pt x="4667250" y="171450"/>
                </a:lnTo>
                <a:lnTo>
                  <a:pt x="4667250"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66" name="dp41-comparison / n116 / fold">
            <a:extLst xmlns:a="http://schemas.openxmlformats.org/drawingml/2006/main">
              <a:ext uri="{FF2B5EF4-FFF2-40B4-BE49-F238E27FC236}">
                <a16:creationId xmlns:a16="http://schemas.microsoft.com/office/drawing/2014/main" id="{C9D3AF58-839D-4548-ADF4-EE0F08A09E54}"/>
              </a:ext>
            </a:extLst>
          </p:cNvPr>
          <p:cNvSpPr>
            <a:spLocks xmlns:a="http://schemas.openxmlformats.org/drawingml/2006/main" noGrp="1"/>
          </p:cNvSpPr>
          <p:nvPr/>
        </p:nvSpPr>
        <p:spPr>
          <a:xfrm xmlns:a="http://schemas.openxmlformats.org/drawingml/2006/main">
            <a:off x="6162675" y="58293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7" name="dp41-comparison / n117 / text 1">
            <a:extLst xmlns:a="http://schemas.openxmlformats.org/drawingml/2006/main">
              <a:ext uri="{FF2B5EF4-FFF2-40B4-BE49-F238E27FC236}">
                <a16:creationId xmlns:a16="http://schemas.microsoft.com/office/drawing/2014/main" id="{63926FBD-DDFF-4A11-ABBD-2717BCC23BC1}"/>
              </a:ext>
            </a:extLst>
          </p:cNvPr>
          <p:cNvSpPr>
            <a:spLocks xmlns:a="http://schemas.openxmlformats.org/drawingml/2006/main" noGrp="1"/>
          </p:cNvSpPr>
          <p:nvPr/>
        </p:nvSpPr>
        <p:spPr>
          <a:xfrm xmlns:a="http://schemas.openxmlformats.org/drawingml/2006/main">
            <a:off x="1762125" y="5886450"/>
            <a:ext cx="4400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⑤ 모델이 만든 MeaningProposal (사용자 확인 뒤)</a:t>
            </a:r>
          </a:p>
        </p:txBody>
      </p:sp>
      <p:sp>
        <p:nvSpPr>
          <p:cNvPr id="168" name="dp41-comparison / n117 / text 2">
            <a:extLst xmlns:a="http://schemas.openxmlformats.org/drawingml/2006/main">
              <a:ext uri="{FF2B5EF4-FFF2-40B4-BE49-F238E27FC236}">
                <a16:creationId xmlns:a16="http://schemas.microsoft.com/office/drawing/2014/main" id="{A4A07E01-AFDF-4E27-8324-3F3C73396399}"/>
              </a:ext>
            </a:extLst>
          </p:cNvPr>
          <p:cNvSpPr>
            <a:spLocks xmlns:a="http://schemas.openxmlformats.org/drawingml/2006/main" noGrp="1"/>
          </p:cNvSpPr>
          <p:nvPr/>
        </p:nvSpPr>
        <p:spPr>
          <a:xfrm xmlns:a="http://schemas.openxmlformats.org/drawingml/2006/main">
            <a:off x="1762125" y="6023610"/>
            <a:ext cx="4400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 보고서 + 표 / 보고서 결과로 메일 초안 / SEND 금지</a:t>
            </a:r>
          </a:p>
        </p:txBody>
      </p:sp>
      <p:sp>
        <p:nvSpPr>
          <p:cNvPr id="169" name="dp41-comparison / n118">
            <a:extLst xmlns:a="http://schemas.openxmlformats.org/drawingml/2006/main">
              <a:ext uri="{FF2B5EF4-FFF2-40B4-BE49-F238E27FC236}">
                <a16:creationId xmlns:a16="http://schemas.microsoft.com/office/drawing/2014/main" id="{D15F6671-1134-48EE-A667-45F8B945DC53}"/>
              </a:ext>
            </a:extLst>
          </p:cNvPr>
          <p:cNvSpPr>
            <a:spLocks xmlns:a="http://schemas.openxmlformats.org/drawingml/2006/main" noGrp="1"/>
          </p:cNvSpPr>
          <p:nvPr/>
        </p:nvSpPr>
        <p:spPr>
          <a:xfrm xmlns:a="http://schemas.openxmlformats.org/drawingml/2006/main">
            <a:off x="6743700" y="5838825"/>
            <a:ext cx="16169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0" name="dp41-comparison / n119 / text 1">
            <a:extLst xmlns:a="http://schemas.openxmlformats.org/drawingml/2006/main">
              <a:ext uri="{FF2B5EF4-FFF2-40B4-BE49-F238E27FC236}">
                <a16:creationId xmlns:a16="http://schemas.microsoft.com/office/drawing/2014/main" id="{E2573E25-2B5B-4639-9AE9-757BA39FE91E}"/>
              </a:ext>
            </a:extLst>
          </p:cNvPr>
          <p:cNvSpPr>
            <a:spLocks xmlns:a="http://schemas.openxmlformats.org/drawingml/2006/main" noGrp="1"/>
          </p:cNvSpPr>
          <p:nvPr/>
        </p:nvSpPr>
        <p:spPr>
          <a:xfrm xmlns:a="http://schemas.openxmlformats.org/drawingml/2006/main">
            <a:off x="6762750" y="5848350"/>
            <a:ext cx="2238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④ 의미 또는 확인 질문 제안</a:t>
            </a:r>
          </a:p>
        </p:txBody>
      </p:sp>
      <p:sp>
        <p:nvSpPr>
          <p:cNvPr id="171" name="dp41-comparison / n129">
            <a:extLst xmlns:a="http://schemas.openxmlformats.org/drawingml/2006/main">
              <a:ext uri="{FF2B5EF4-FFF2-40B4-BE49-F238E27FC236}">
                <a16:creationId xmlns:a16="http://schemas.microsoft.com/office/drawing/2014/main" id="{A3CDF173-B4E0-452E-A21E-D1E340B54654}"/>
              </a:ext>
            </a:extLst>
          </p:cNvPr>
          <p:cNvSpPr>
            <a:spLocks xmlns:a="http://schemas.openxmlformats.org/drawingml/2006/main" noGrp="1"/>
          </p:cNvSpPr>
          <p:nvPr/>
        </p:nvSpPr>
        <p:spPr>
          <a:xfrm xmlns:a="http://schemas.openxmlformats.org/drawingml/2006/main">
            <a:off x="1647825" y="6657975"/>
            <a:ext cx="221361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2" name="dp41-comparison / n130 / text 1">
            <a:extLst xmlns:a="http://schemas.openxmlformats.org/drawingml/2006/main">
              <a:ext uri="{FF2B5EF4-FFF2-40B4-BE49-F238E27FC236}">
                <a16:creationId xmlns:a16="http://schemas.microsoft.com/office/drawing/2014/main" id="{92ED7BA5-0983-4919-9A08-389FD43EC47E}"/>
              </a:ext>
            </a:extLst>
          </p:cNvPr>
          <p:cNvSpPr>
            <a:spLocks xmlns:a="http://schemas.openxmlformats.org/drawingml/2006/main" noGrp="1"/>
          </p:cNvSpPr>
          <p:nvPr/>
        </p:nvSpPr>
        <p:spPr>
          <a:xfrm xmlns:a="http://schemas.openxmlformats.org/drawingml/2006/main">
            <a:off x="1666875" y="6667500"/>
            <a:ext cx="2571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정보 / 대화 / Task 기록 조회</a:t>
            </a:r>
          </a:p>
        </p:txBody>
      </p:sp>
      <p:sp>
        <p:nvSpPr>
          <p:cNvPr id="173" name="dp41-comparison / n132">
            <a:extLst xmlns:a="http://schemas.openxmlformats.org/drawingml/2006/main">
              <a:ext uri="{FF2B5EF4-FFF2-40B4-BE49-F238E27FC236}">
                <a16:creationId xmlns:a16="http://schemas.microsoft.com/office/drawing/2014/main" id="{5355DEE5-68F4-4B09-98A9-A8777E8AEDE8}"/>
              </a:ext>
            </a:extLst>
          </p:cNvPr>
          <p:cNvSpPr>
            <a:spLocks xmlns:a="http://schemas.openxmlformats.org/drawingml/2006/main" noGrp="1"/>
          </p:cNvSpPr>
          <p:nvPr/>
        </p:nvSpPr>
        <p:spPr>
          <a:xfrm xmlns:a="http://schemas.openxmlformats.org/drawingml/2006/main">
            <a:off x="1647825" y="70866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4" name="dp41-comparison / n133 / text 1">
            <a:extLst xmlns:a="http://schemas.openxmlformats.org/drawingml/2006/main">
              <a:ext uri="{FF2B5EF4-FFF2-40B4-BE49-F238E27FC236}">
                <a16:creationId xmlns:a16="http://schemas.microsoft.com/office/drawing/2014/main" id="{889C99B2-4CDD-485D-A064-220989113A1D}"/>
              </a:ext>
            </a:extLst>
          </p:cNvPr>
          <p:cNvSpPr>
            <a:spLocks xmlns:a="http://schemas.openxmlformats.org/drawingml/2006/main" noGrp="1"/>
          </p:cNvSpPr>
          <p:nvPr/>
        </p:nvSpPr>
        <p:spPr>
          <a:xfrm xmlns:a="http://schemas.openxmlformats.org/drawingml/2006/main">
            <a:off x="1666875" y="7096125"/>
            <a:ext cx="762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반복 제어와 종료 조건</a:t>
            </a:r>
          </a:p>
        </p:txBody>
      </p:sp>
      <p:sp>
        <p:nvSpPr>
          <p:cNvPr id="175" name="dp41-comparison / n144">
            <a:extLst xmlns:a="http://schemas.openxmlformats.org/drawingml/2006/main">
              <a:ext uri="{FF2B5EF4-FFF2-40B4-BE49-F238E27FC236}">
                <a16:creationId xmlns:a16="http://schemas.microsoft.com/office/drawing/2014/main" id="{417F49B4-E89F-492F-AB2D-F7B1E9811B3D}"/>
              </a:ext>
            </a:extLst>
          </p:cNvPr>
          <p:cNvSpPr>
            <a:spLocks xmlns:a="http://schemas.openxmlformats.org/drawingml/2006/main" noGrp="1"/>
          </p:cNvSpPr>
          <p:nvPr/>
        </p:nvSpPr>
        <p:spPr>
          <a:xfrm xmlns:a="http://schemas.openxmlformats.org/drawingml/2006/main">
            <a:off x="5600700" y="7324725"/>
            <a:ext cx="34290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6" name="dp41-comparison / n145 / text 1">
            <a:extLst xmlns:a="http://schemas.openxmlformats.org/drawingml/2006/main">
              <a:ext uri="{FF2B5EF4-FFF2-40B4-BE49-F238E27FC236}">
                <a16:creationId xmlns:a16="http://schemas.microsoft.com/office/drawing/2014/main" id="{C91B6284-5B94-492D-B440-167C73E06F5A}"/>
              </a:ext>
            </a:extLst>
          </p:cNvPr>
          <p:cNvSpPr>
            <a:spLocks xmlns:a="http://schemas.openxmlformats.org/drawingml/2006/main" noGrp="1"/>
          </p:cNvSpPr>
          <p:nvPr/>
        </p:nvSpPr>
        <p:spPr>
          <a:xfrm xmlns:a="http://schemas.openxmlformats.org/drawingml/2006/main">
            <a:off x="5619750" y="7334250"/>
            <a:ext cx="666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조회</a:t>
            </a:r>
          </a:p>
        </p:txBody>
      </p:sp>
      <p:sp>
        <p:nvSpPr>
          <p:cNvPr id="177" name="dp41-comparison / n147">
            <a:extLst xmlns:a="http://schemas.openxmlformats.org/drawingml/2006/main">
              <a:ext uri="{FF2B5EF4-FFF2-40B4-BE49-F238E27FC236}">
                <a16:creationId xmlns:a16="http://schemas.microsoft.com/office/drawing/2014/main" id="{014804CE-DE9E-4317-A9F8-65EEC59DF53E}"/>
              </a:ext>
            </a:extLst>
          </p:cNvPr>
          <p:cNvSpPr>
            <a:spLocks xmlns:a="http://schemas.openxmlformats.org/drawingml/2006/main" noGrp="1"/>
          </p:cNvSpPr>
          <p:nvPr/>
        </p:nvSpPr>
        <p:spPr>
          <a:xfrm xmlns:a="http://schemas.openxmlformats.org/drawingml/2006/main">
            <a:off x="2962275" y="7591425"/>
            <a:ext cx="27512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8" name="dp41-comparison / n148 / text 1">
            <a:extLst xmlns:a="http://schemas.openxmlformats.org/drawingml/2006/main">
              <a:ext uri="{FF2B5EF4-FFF2-40B4-BE49-F238E27FC236}">
                <a16:creationId xmlns:a16="http://schemas.microsoft.com/office/drawing/2014/main" id="{0B36672C-0FED-4B01-ADC2-F7B09DA67584}"/>
              </a:ext>
            </a:extLst>
          </p:cNvPr>
          <p:cNvSpPr>
            <a:spLocks xmlns:a="http://schemas.openxmlformats.org/drawingml/2006/main" noGrp="1"/>
          </p:cNvSpPr>
          <p:nvPr/>
        </p:nvSpPr>
        <p:spPr>
          <a:xfrm xmlns:a="http://schemas.openxmlformats.org/drawingml/2006/main">
            <a:off x="2981325" y="7600950"/>
            <a:ext cx="381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조회 결과로 모델 재호출 / 필요하면 반복</a:t>
            </a:r>
          </a:p>
        </p:txBody>
      </p:sp>
      <p:sp>
        <p:nvSpPr>
          <p:cNvPr id="179" name="dp41-comparison / n150">
            <a:extLst xmlns:a="http://schemas.openxmlformats.org/drawingml/2006/main">
              <a:ext uri="{FF2B5EF4-FFF2-40B4-BE49-F238E27FC236}">
                <a16:creationId xmlns:a16="http://schemas.microsoft.com/office/drawing/2014/main" id="{CBEA3303-262F-4ABC-B75A-FEEDC0B0D69D}"/>
              </a:ext>
            </a:extLst>
          </p:cNvPr>
          <p:cNvSpPr>
            <a:spLocks xmlns:a="http://schemas.openxmlformats.org/drawingml/2006/main" noGrp="1"/>
          </p:cNvSpPr>
          <p:nvPr/>
        </p:nvSpPr>
        <p:spPr>
          <a:xfrm xmlns:a="http://schemas.openxmlformats.org/drawingml/2006/main">
            <a:off x="4933950" y="7905750"/>
            <a:ext cx="1425893"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0" name="dp41-comparison / n151 / text 1">
            <a:extLst xmlns:a="http://schemas.openxmlformats.org/drawingml/2006/main">
              <a:ext uri="{FF2B5EF4-FFF2-40B4-BE49-F238E27FC236}">
                <a16:creationId xmlns:a16="http://schemas.microsoft.com/office/drawing/2014/main" id="{94E177CC-AF5E-4AB2-94B6-3D505FD5B305}"/>
              </a:ext>
            </a:extLst>
          </p:cNvPr>
          <p:cNvSpPr>
            <a:spLocks xmlns:a="http://schemas.openxmlformats.org/drawingml/2006/main" noGrp="1"/>
          </p:cNvSpPr>
          <p:nvPr/>
        </p:nvSpPr>
        <p:spPr>
          <a:xfrm xmlns:a="http://schemas.openxmlformats.org/drawingml/2006/main">
            <a:off x="4953000" y="7915275"/>
            <a:ext cx="1905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완성 / 확인 질문 필요</a:t>
            </a:r>
          </a:p>
        </p:txBody>
      </p:sp>
      <p:sp>
        <p:nvSpPr>
          <p:cNvPr id="181" name="dp41-comparison / n154">
            <a:extLst xmlns:a="http://schemas.openxmlformats.org/drawingml/2006/main">
              <a:ext uri="{FF2B5EF4-FFF2-40B4-BE49-F238E27FC236}">
                <a16:creationId xmlns:a16="http://schemas.microsoft.com/office/drawing/2014/main" id="{2A5D3E0A-B6AF-45EE-BC53-8F8697CE7C6C}"/>
              </a:ext>
            </a:extLst>
          </p:cNvPr>
          <p:cNvSpPr>
            <a:spLocks xmlns:a="http://schemas.openxmlformats.org/drawingml/2006/main" noGrp="1"/>
          </p:cNvSpPr>
          <p:nvPr/>
        </p:nvSpPr>
        <p:spPr>
          <a:xfrm xmlns:a="http://schemas.openxmlformats.org/drawingml/2006/main">
            <a:off x="11620500" y="2409825"/>
            <a:ext cx="22860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2" name="dp41-comparison / n155 / text 1">
            <a:extLst xmlns:a="http://schemas.openxmlformats.org/drawingml/2006/main">
              <a:ext uri="{FF2B5EF4-FFF2-40B4-BE49-F238E27FC236}">
                <a16:creationId xmlns:a16="http://schemas.microsoft.com/office/drawing/2014/main" id="{4350385E-9DEA-4417-B900-CABAFD1ED433}"/>
              </a:ext>
            </a:extLst>
          </p:cNvPr>
          <p:cNvSpPr>
            <a:spLocks xmlns:a="http://schemas.openxmlformats.org/drawingml/2006/main" noGrp="1"/>
          </p:cNvSpPr>
          <p:nvPr/>
        </p:nvSpPr>
        <p:spPr>
          <a:xfrm xmlns:a="http://schemas.openxmlformats.org/drawingml/2006/main">
            <a:off x="11706225" y="2465070"/>
            <a:ext cx="21145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83" name="dp41-comparison / n156">
            <a:extLst xmlns:a="http://schemas.openxmlformats.org/drawingml/2006/main">
              <a:ext uri="{FF2B5EF4-FFF2-40B4-BE49-F238E27FC236}">
                <a16:creationId xmlns:a16="http://schemas.microsoft.com/office/drawing/2014/main" id="{B1B373AE-F021-493A-A053-2B621ADDCCB7}"/>
              </a:ext>
            </a:extLst>
          </p:cNvPr>
          <p:cNvSpPr>
            <a:spLocks xmlns:a="http://schemas.openxmlformats.org/drawingml/2006/main" noGrp="1"/>
          </p:cNvSpPr>
          <p:nvPr/>
        </p:nvSpPr>
        <p:spPr>
          <a:xfrm xmlns:a="http://schemas.openxmlformats.org/drawingml/2006/main">
            <a:off x="14335125" y="2409825"/>
            <a:ext cx="2381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4" name="dp41-comparison / n157 / text 1">
            <a:extLst xmlns:a="http://schemas.openxmlformats.org/drawingml/2006/main">
              <a:ext uri="{FF2B5EF4-FFF2-40B4-BE49-F238E27FC236}">
                <a16:creationId xmlns:a16="http://schemas.microsoft.com/office/drawing/2014/main" id="{B239067B-A35D-4CA0-9461-E0FCCF55290E}"/>
              </a:ext>
            </a:extLst>
          </p:cNvPr>
          <p:cNvSpPr>
            <a:spLocks xmlns:a="http://schemas.openxmlformats.org/drawingml/2006/main" noGrp="1"/>
          </p:cNvSpPr>
          <p:nvPr/>
        </p:nvSpPr>
        <p:spPr>
          <a:xfrm xmlns:a="http://schemas.openxmlformats.org/drawingml/2006/main">
            <a:off x="14420850" y="246507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Controller</a:t>
            </a:r>
          </a:p>
        </p:txBody>
      </p:sp>
      <p:sp>
        <p:nvSpPr>
          <p:cNvPr id="185" name="dp41-comparison / n158 / path">
            <a:extLst xmlns:a="http://schemas.openxmlformats.org/drawingml/2006/main">
              <a:ext uri="{FF2B5EF4-FFF2-40B4-BE49-F238E27FC236}">
                <a16:creationId xmlns:a16="http://schemas.microsoft.com/office/drawing/2014/main" id="{99F10B68-CDC9-4572-AAE7-9FE4A4F96CB2}"/>
              </a:ext>
            </a:extLst>
          </p:cNvPr>
          <p:cNvSpPr>
            <a:spLocks xmlns:a="http://schemas.openxmlformats.org/drawingml/2006/main" noGrp="1"/>
          </p:cNvSpPr>
          <p:nvPr/>
        </p:nvSpPr>
        <p:spPr>
          <a:xfrm xmlns:a="http://schemas.openxmlformats.org/drawingml/2006/main">
            <a:off x="11287125" y="2576513"/>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186" name="dp41-comparison / n158 / arrow">
            <a:extLst xmlns:a="http://schemas.openxmlformats.org/drawingml/2006/main">
              <a:ext uri="{FF2B5EF4-FFF2-40B4-BE49-F238E27FC236}">
                <a16:creationId xmlns:a16="http://schemas.microsoft.com/office/drawing/2014/main" id="{30830208-7D7F-49C1-B439-94F8BFC4C946}"/>
              </a:ext>
            </a:extLst>
          </p:cNvPr>
          <p:cNvSpPr>
            <a:spLocks xmlns:a="http://schemas.openxmlformats.org/drawingml/2006/main" noGrp="1"/>
          </p:cNvSpPr>
          <p:nvPr/>
        </p:nvSpPr>
        <p:spPr>
          <a:xfrm xmlns:a="http://schemas.openxmlformats.org/drawingml/2006/main">
            <a:off x="11553444"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87" name="dp41-comparison / n159 / path">
            <a:extLst xmlns:a="http://schemas.openxmlformats.org/drawingml/2006/main">
              <a:ext uri="{FF2B5EF4-FFF2-40B4-BE49-F238E27FC236}">
                <a16:creationId xmlns:a16="http://schemas.microsoft.com/office/drawing/2014/main" id="{00C95CDE-474A-4552-A909-08DE8DCA1171}"/>
              </a:ext>
            </a:extLst>
          </p:cNvPr>
          <p:cNvSpPr>
            <a:spLocks xmlns:a="http://schemas.openxmlformats.org/drawingml/2006/main" noGrp="1"/>
          </p:cNvSpPr>
          <p:nvPr/>
        </p:nvSpPr>
        <p:spPr>
          <a:xfrm xmlns:a="http://schemas.openxmlformats.org/drawingml/2006/main">
            <a:off x="13906500" y="25765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188" name="dp41-comparison / n159 / arrow">
            <a:extLst xmlns:a="http://schemas.openxmlformats.org/drawingml/2006/main">
              <a:ext uri="{FF2B5EF4-FFF2-40B4-BE49-F238E27FC236}">
                <a16:creationId xmlns:a16="http://schemas.microsoft.com/office/drawing/2014/main" id="{F2A62A56-C28F-4C64-9C3F-A8533D57273C}"/>
              </a:ext>
            </a:extLst>
          </p:cNvPr>
          <p:cNvSpPr>
            <a:spLocks xmlns:a="http://schemas.openxmlformats.org/drawingml/2006/main" noGrp="1"/>
          </p:cNvSpPr>
          <p:nvPr/>
        </p:nvSpPr>
        <p:spPr>
          <a:xfrm xmlns:a="http://schemas.openxmlformats.org/drawingml/2006/main">
            <a:off x="14268069"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89" name="dp41-comparison / n160">
            <a:extLst xmlns:a="http://schemas.openxmlformats.org/drawingml/2006/main">
              <a:ext uri="{FF2B5EF4-FFF2-40B4-BE49-F238E27FC236}">
                <a16:creationId xmlns:a16="http://schemas.microsoft.com/office/drawing/2014/main" id="{8AE18087-C94F-45DB-A75D-FA1EFE507A3B}"/>
              </a:ext>
            </a:extLst>
          </p:cNvPr>
          <p:cNvSpPr>
            <a:spLocks xmlns:a="http://schemas.openxmlformats.org/drawingml/2006/main" noGrp="1"/>
          </p:cNvSpPr>
          <p:nvPr/>
        </p:nvSpPr>
        <p:spPr>
          <a:xfrm xmlns:a="http://schemas.openxmlformats.org/drawingml/2006/main">
            <a:off x="9953625" y="2886075"/>
            <a:ext cx="2524125" cy="304800"/>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190" name="dp41-comparison / n161 / text 1">
            <a:extLst xmlns:a="http://schemas.openxmlformats.org/drawingml/2006/main">
              <a:ext uri="{FF2B5EF4-FFF2-40B4-BE49-F238E27FC236}">
                <a16:creationId xmlns:a16="http://schemas.microsoft.com/office/drawing/2014/main" id="{9B757BCA-7225-480B-9A0D-2E30932259D5}"/>
              </a:ext>
            </a:extLst>
          </p:cNvPr>
          <p:cNvSpPr>
            <a:spLocks xmlns:a="http://schemas.openxmlformats.org/drawingml/2006/main" noGrp="1"/>
          </p:cNvSpPr>
          <p:nvPr/>
        </p:nvSpPr>
        <p:spPr>
          <a:xfrm xmlns:a="http://schemas.openxmlformats.org/drawingml/2006/main">
            <a:off x="10039350" y="2914650"/>
            <a:ext cx="2352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000000"/>
                </a:solidFill>
                <a:latin typeface="Apple SD Gothic Neo"/>
                <a:ea typeface="Apple SD Gothic Neo"/>
                <a:cs typeface="Apple SD Gothic Neo"/>
              </a:defRPr>
            </a:pPr>
            <a:r>
              <a:rPr sz="1500" b="1">
                <a:solidFill>
                  <a:srgbClr val="000000"/>
                </a:solidFill>
                <a:latin typeface="Apple SD Gothic Neo"/>
                <a:ea typeface="Apple SD Gothic Neo"/>
                <a:cs typeface="Apple SD Gothic Neo"/>
              </a:rPr>
              <a:t>클라우드 LLM</a:t>
            </a:r>
          </a:p>
        </p:txBody>
      </p:sp>
      <p:sp>
        <p:nvSpPr>
          <p:cNvPr id="191" name="dp41-comparison / n166">
            <a:extLst xmlns:a="http://schemas.openxmlformats.org/drawingml/2006/main">
              <a:ext uri="{FF2B5EF4-FFF2-40B4-BE49-F238E27FC236}">
                <a16:creationId xmlns:a16="http://schemas.microsoft.com/office/drawing/2014/main" id="{8B44A267-16D8-4FFF-B76D-037F9D7FDA43}"/>
              </a:ext>
            </a:extLst>
          </p:cNvPr>
          <p:cNvSpPr>
            <a:spLocks xmlns:a="http://schemas.openxmlformats.org/drawingml/2006/main" noGrp="1"/>
          </p:cNvSpPr>
          <p:nvPr/>
        </p:nvSpPr>
        <p:spPr>
          <a:xfrm xmlns:a="http://schemas.openxmlformats.org/drawingml/2006/main">
            <a:off x="9763125" y="3619500"/>
            <a:ext cx="7953375"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2" name="dp41-comparison / n167 / text 1">
            <a:extLst xmlns:a="http://schemas.openxmlformats.org/drawingml/2006/main">
              <a:ext uri="{FF2B5EF4-FFF2-40B4-BE49-F238E27FC236}">
                <a16:creationId xmlns:a16="http://schemas.microsoft.com/office/drawing/2014/main" id="{C41A743E-7DF7-4695-A9B5-B3757A354E1C}"/>
              </a:ext>
            </a:extLst>
          </p:cNvPr>
          <p:cNvSpPr>
            <a:spLocks xmlns:a="http://schemas.openxmlformats.org/drawingml/2006/main" noGrp="1"/>
          </p:cNvSpPr>
          <p:nvPr/>
        </p:nvSpPr>
        <p:spPr>
          <a:xfrm xmlns:a="http://schemas.openxmlformats.org/drawingml/2006/main">
            <a:off x="9886950" y="3714750"/>
            <a:ext cx="77057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Interpreter</a:t>
            </a:r>
          </a:p>
        </p:txBody>
      </p:sp>
      <p:sp>
        <p:nvSpPr>
          <p:cNvPr id="193" name="dp41-comparison / n170">
            <a:extLst xmlns:a="http://schemas.openxmlformats.org/drawingml/2006/main">
              <a:ext uri="{FF2B5EF4-FFF2-40B4-BE49-F238E27FC236}">
                <a16:creationId xmlns:a16="http://schemas.microsoft.com/office/drawing/2014/main" id="{EF44B171-ED1E-4BE3-94B3-E4B6AA44E070}"/>
              </a:ext>
            </a:extLst>
          </p:cNvPr>
          <p:cNvSpPr>
            <a:spLocks xmlns:a="http://schemas.openxmlformats.org/drawingml/2006/main" noGrp="1"/>
          </p:cNvSpPr>
          <p:nvPr/>
        </p:nvSpPr>
        <p:spPr>
          <a:xfrm xmlns:a="http://schemas.openxmlformats.org/drawingml/2006/main">
            <a:off x="9953625" y="4019550"/>
            <a:ext cx="2333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194" name="dp41-comparison / n171 / text 1">
            <a:extLst xmlns:a="http://schemas.openxmlformats.org/drawingml/2006/main">
              <a:ext uri="{FF2B5EF4-FFF2-40B4-BE49-F238E27FC236}">
                <a16:creationId xmlns:a16="http://schemas.microsoft.com/office/drawing/2014/main" id="{5064B34E-09BF-41D5-A8BF-F50B0E1DDD09}"/>
              </a:ext>
            </a:extLst>
          </p:cNvPr>
          <p:cNvSpPr>
            <a:spLocks xmlns:a="http://schemas.openxmlformats.org/drawingml/2006/main" noGrp="1"/>
          </p:cNvSpPr>
          <p:nvPr/>
        </p:nvSpPr>
        <p:spPr>
          <a:xfrm xmlns:a="http://schemas.openxmlformats.org/drawingml/2006/main">
            <a:off x="10039350" y="4098608"/>
            <a:ext cx="2162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요청 구조화기</a:t>
            </a:r>
          </a:p>
        </p:txBody>
      </p:sp>
      <p:sp>
        <p:nvSpPr>
          <p:cNvPr id="195" name="dp41-comparison / n172 / path">
            <a:extLst xmlns:a="http://schemas.openxmlformats.org/drawingml/2006/main">
              <a:ext uri="{FF2B5EF4-FFF2-40B4-BE49-F238E27FC236}">
                <a16:creationId xmlns:a16="http://schemas.microsoft.com/office/drawing/2014/main" id="{59F205C9-C4A4-4087-B4D4-1AE84810F13E}"/>
              </a:ext>
            </a:extLst>
          </p:cNvPr>
          <p:cNvSpPr>
            <a:spLocks xmlns:a="http://schemas.openxmlformats.org/drawingml/2006/main" noGrp="1"/>
          </p:cNvSpPr>
          <p:nvPr/>
        </p:nvSpPr>
        <p:spPr>
          <a:xfrm xmlns:a="http://schemas.openxmlformats.org/drawingml/2006/main">
            <a:off x="9810750" y="3038475"/>
            <a:ext cx="142875" cy="1171575"/>
          </a:xfrm>
          <a:custGeom xmlns:a="http://schemas.openxmlformats.org/drawingml/2006/main">
            <a:pathLst>
              <a:path w="142875" h="1171575">
                <a:moveTo>
                  <a:pt x="142875" y="1171575"/>
                </a:moveTo>
                <a:lnTo>
                  <a:pt x="0" y="1171575"/>
                </a:lnTo>
                <a:lnTo>
                  <a:pt x="0" y="0"/>
                </a:lnTo>
                <a:lnTo>
                  <a:pt x="142875" y="0"/>
                </a:lnTo>
              </a:path>
            </a:pathLst>
          </a:custGeom>
          <a:noFill xmlns:a="http://schemas.openxmlformats.org/drawingml/2006/main"/>
          <a:ln xmlns:a="http://schemas.openxmlformats.org/drawingml/2006/main" w="10478">
            <a:solidFill>
              <a:srgbClr val="000000"/>
            </a:solidFill>
            <a:prstDash val="solid"/>
          </a:ln>
        </p:spPr>
      </p:sp>
      <p:sp>
        <p:nvSpPr>
          <p:cNvPr id="196" name="dp41-comparison / n172 / arrow">
            <a:extLst xmlns:a="http://schemas.openxmlformats.org/drawingml/2006/main">
              <a:ext uri="{FF2B5EF4-FFF2-40B4-BE49-F238E27FC236}">
                <a16:creationId xmlns:a16="http://schemas.microsoft.com/office/drawing/2014/main" id="{4A7D88F7-FB8D-44E3-AD71-B1C1D4ACCD92}"/>
              </a:ext>
            </a:extLst>
          </p:cNvPr>
          <p:cNvSpPr>
            <a:spLocks xmlns:a="http://schemas.openxmlformats.org/drawingml/2006/main" noGrp="1"/>
          </p:cNvSpPr>
          <p:nvPr/>
        </p:nvSpPr>
        <p:spPr>
          <a:xfrm xmlns:a="http://schemas.openxmlformats.org/drawingml/2006/main">
            <a:off x="9886569" y="30049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97" name="dp41-comparison / n173 / path">
            <a:extLst xmlns:a="http://schemas.openxmlformats.org/drawingml/2006/main">
              <a:ext uri="{FF2B5EF4-FFF2-40B4-BE49-F238E27FC236}">
                <a16:creationId xmlns:a16="http://schemas.microsoft.com/office/drawing/2014/main" id="{E5AFE0B3-65B1-4391-98DA-5D9530BB42F8}"/>
              </a:ext>
            </a:extLst>
          </p:cNvPr>
          <p:cNvSpPr>
            <a:spLocks xmlns:a="http://schemas.openxmlformats.org/drawingml/2006/main" noGrp="1"/>
          </p:cNvSpPr>
          <p:nvPr/>
        </p:nvSpPr>
        <p:spPr>
          <a:xfrm xmlns:a="http://schemas.openxmlformats.org/drawingml/2006/main">
            <a:off x="9715500" y="3038475"/>
            <a:ext cx="238125" cy="1266825"/>
          </a:xfrm>
          <a:custGeom xmlns:a="http://schemas.openxmlformats.org/drawingml/2006/main">
            <a:pathLst>
              <a:path w="238125" h="1266825">
                <a:moveTo>
                  <a:pt x="238125" y="0"/>
                </a:moveTo>
                <a:lnTo>
                  <a:pt x="0" y="0"/>
                </a:lnTo>
                <a:lnTo>
                  <a:pt x="0" y="1266825"/>
                </a:lnTo>
                <a:lnTo>
                  <a:pt x="238125" y="1266825"/>
                </a:lnTo>
              </a:path>
            </a:pathLst>
          </a:custGeom>
          <a:noFill xmlns:a="http://schemas.openxmlformats.org/drawingml/2006/main"/>
          <a:ln xmlns:a="http://schemas.openxmlformats.org/drawingml/2006/main" w="10478">
            <a:solidFill>
              <a:srgbClr val="000000"/>
            </a:solidFill>
            <a:prstDash val="dash"/>
          </a:ln>
        </p:spPr>
      </p:sp>
      <p:sp>
        <p:nvSpPr>
          <p:cNvPr id="198" name="dp41-comparison / n173 / arrow">
            <a:extLst xmlns:a="http://schemas.openxmlformats.org/drawingml/2006/main">
              <a:ext uri="{FF2B5EF4-FFF2-40B4-BE49-F238E27FC236}">
                <a16:creationId xmlns:a16="http://schemas.microsoft.com/office/drawing/2014/main" id="{27714949-FE01-47A1-979F-40D2849F6AD2}"/>
              </a:ext>
            </a:extLst>
          </p:cNvPr>
          <p:cNvSpPr>
            <a:spLocks xmlns:a="http://schemas.openxmlformats.org/drawingml/2006/main" noGrp="1"/>
          </p:cNvSpPr>
          <p:nvPr/>
        </p:nvSpPr>
        <p:spPr>
          <a:xfrm xmlns:a="http://schemas.openxmlformats.org/drawingml/2006/main">
            <a:off x="9886569" y="42717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99" name="dp41-comparison / n174">
            <a:extLst xmlns:a="http://schemas.openxmlformats.org/drawingml/2006/main">
              <a:ext uri="{FF2B5EF4-FFF2-40B4-BE49-F238E27FC236}">
                <a16:creationId xmlns:a16="http://schemas.microsoft.com/office/drawing/2014/main" id="{10D83FDD-8359-4FEC-99DF-B4F8641C2CF4}"/>
              </a:ext>
            </a:extLst>
          </p:cNvPr>
          <p:cNvSpPr>
            <a:spLocks xmlns:a="http://schemas.openxmlformats.org/drawingml/2006/main" noGrp="1"/>
          </p:cNvSpPr>
          <p:nvPr/>
        </p:nvSpPr>
        <p:spPr>
          <a:xfrm xmlns:a="http://schemas.openxmlformats.org/drawingml/2006/main">
            <a:off x="12858750" y="3943350"/>
            <a:ext cx="4476750" cy="1857375"/>
          </a:xfrm>
          <a:prstGeom xmlns:a="http://schemas.openxmlformats.org/drawingml/2006/main" prst="roundRect">
            <a:avLst>
              <a:gd name="adj" fmla="val 4103"/>
            </a:avLst>
          </a:prstGeom>
          <a:solidFill xmlns:a="http://schemas.openxmlformats.org/drawingml/2006/main">
            <a:srgbClr val="FFFFFF"/>
          </a:solidFill>
          <a:ln xmlns:a="http://schemas.openxmlformats.org/drawingml/2006/main" w="24765">
            <a:solidFill>
              <a:srgbClr val="B8753F"/>
            </a:solidFill>
            <a:prstDash val="solid"/>
          </a:ln>
        </p:spPr>
      </p:sp>
      <p:sp>
        <p:nvSpPr>
          <p:cNvPr id="200" name="dp41-comparison / n175 / text 1">
            <a:extLst xmlns:a="http://schemas.openxmlformats.org/drawingml/2006/main">
              <a:ext uri="{FF2B5EF4-FFF2-40B4-BE49-F238E27FC236}">
                <a16:creationId xmlns:a16="http://schemas.microsoft.com/office/drawing/2014/main" id="{CDD1FF4D-3638-4654-A450-A021D87F6B27}"/>
              </a:ext>
            </a:extLst>
          </p:cNvPr>
          <p:cNvSpPr>
            <a:spLocks xmlns:a="http://schemas.openxmlformats.org/drawingml/2006/main" noGrp="1"/>
          </p:cNvSpPr>
          <p:nvPr/>
        </p:nvSpPr>
        <p:spPr>
          <a:xfrm xmlns:a="http://schemas.openxmlformats.org/drawingml/2006/main">
            <a:off x="12982575" y="4038600"/>
            <a:ext cx="42291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Resolution Engine</a:t>
            </a:r>
          </a:p>
        </p:txBody>
      </p:sp>
      <p:sp>
        <p:nvSpPr>
          <p:cNvPr id="201" name="dp41-comparison / n176">
            <a:extLst xmlns:a="http://schemas.openxmlformats.org/drawingml/2006/main">
              <a:ext uri="{FF2B5EF4-FFF2-40B4-BE49-F238E27FC236}">
                <a16:creationId xmlns:a16="http://schemas.microsoft.com/office/drawing/2014/main" id="{8036E7F0-FB11-44BC-A504-57046418F7C2}"/>
              </a:ext>
            </a:extLst>
          </p:cNvPr>
          <p:cNvSpPr>
            <a:spLocks xmlns:a="http://schemas.openxmlformats.org/drawingml/2006/main" noGrp="1"/>
          </p:cNvSpPr>
          <p:nvPr/>
        </p:nvSpPr>
        <p:spPr>
          <a:xfrm xmlns:a="http://schemas.openxmlformats.org/drawingml/2006/main">
            <a:off x="13049250" y="4286250"/>
            <a:ext cx="1809750" cy="323850"/>
          </a:xfrm>
          <a:prstGeom xmlns:a="http://schemas.openxmlformats.org/drawingml/2006/main" prst="roundRect">
            <a:avLst>
              <a:gd name="adj" fmla="val 23529"/>
            </a:avLst>
          </a:prstGeom>
          <a:solidFill xmlns:a="http://schemas.openxmlformats.org/drawingml/2006/main">
            <a:srgbClr val="FFF0DD"/>
          </a:solidFill>
          <a:ln xmlns:a="http://schemas.openxmlformats.org/drawingml/2006/main" w="17145">
            <a:solidFill>
              <a:srgbClr val="B8753F"/>
            </a:solidFill>
            <a:prstDash val="solid"/>
          </a:ln>
        </p:spPr>
      </p:sp>
      <p:sp>
        <p:nvSpPr>
          <p:cNvPr id="202" name="dp41-comparison / n177 / text 1">
            <a:extLst xmlns:a="http://schemas.openxmlformats.org/drawingml/2006/main">
              <a:ext uri="{FF2B5EF4-FFF2-40B4-BE49-F238E27FC236}">
                <a16:creationId xmlns:a16="http://schemas.microsoft.com/office/drawing/2014/main" id="{60764901-9438-4B01-92A1-B82B0B8BAFE4}"/>
              </a:ext>
            </a:extLst>
          </p:cNvPr>
          <p:cNvSpPr>
            <a:spLocks xmlns:a="http://schemas.openxmlformats.org/drawingml/2006/main" noGrp="1"/>
          </p:cNvSpPr>
          <p:nvPr/>
        </p:nvSpPr>
        <p:spPr>
          <a:xfrm xmlns:a="http://schemas.openxmlformats.org/drawingml/2006/main">
            <a:off x="13134975" y="4355306"/>
            <a:ext cx="1638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프레임 / 항목 검사기</a:t>
            </a:r>
          </a:p>
        </p:txBody>
      </p:sp>
      <p:sp>
        <p:nvSpPr>
          <p:cNvPr id="203" name="dp41-comparison / n178">
            <a:extLst xmlns:a="http://schemas.openxmlformats.org/drawingml/2006/main">
              <a:ext uri="{FF2B5EF4-FFF2-40B4-BE49-F238E27FC236}">
                <a16:creationId xmlns:a16="http://schemas.microsoft.com/office/drawing/2014/main" id="{B6E6F09B-DA65-4F3E-9649-C7441E882DAD}"/>
              </a:ext>
            </a:extLst>
          </p:cNvPr>
          <p:cNvSpPr>
            <a:spLocks xmlns:a="http://schemas.openxmlformats.org/drawingml/2006/main" noGrp="1"/>
          </p:cNvSpPr>
          <p:nvPr/>
        </p:nvSpPr>
        <p:spPr>
          <a:xfrm xmlns:a="http://schemas.openxmlformats.org/drawingml/2006/main">
            <a:off x="15097125" y="4286250"/>
            <a:ext cx="2047875" cy="323850"/>
          </a:xfrm>
          <a:prstGeom xmlns:a="http://schemas.openxmlformats.org/drawingml/2006/main" prst="roundRect">
            <a:avLst>
              <a:gd name="adj" fmla="val 23529"/>
            </a:avLst>
          </a:prstGeom>
          <a:solidFill xmlns:a="http://schemas.openxmlformats.org/drawingml/2006/main">
            <a:srgbClr val="FFF0DD"/>
          </a:solidFill>
          <a:ln xmlns:a="http://schemas.openxmlformats.org/drawingml/2006/main" w="17145">
            <a:solidFill>
              <a:srgbClr val="B8753F"/>
            </a:solidFill>
            <a:prstDash val="solid"/>
          </a:ln>
        </p:spPr>
      </p:sp>
      <p:sp>
        <p:nvSpPr>
          <p:cNvPr id="204" name="dp41-comparison / n179 / text 1">
            <a:extLst xmlns:a="http://schemas.openxmlformats.org/drawingml/2006/main">
              <a:ext uri="{FF2B5EF4-FFF2-40B4-BE49-F238E27FC236}">
                <a16:creationId xmlns:a16="http://schemas.microsoft.com/office/drawing/2014/main" id="{9C677899-193E-4B1C-B162-64D7C46D99F1}"/>
              </a:ext>
            </a:extLst>
          </p:cNvPr>
          <p:cNvSpPr>
            <a:spLocks xmlns:a="http://schemas.openxmlformats.org/drawingml/2006/main" noGrp="1"/>
          </p:cNvSpPr>
          <p:nvPr/>
        </p:nvSpPr>
        <p:spPr>
          <a:xfrm xmlns:a="http://schemas.openxmlformats.org/drawingml/2006/main">
            <a:off x="15182850" y="4349115"/>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미해결 항목 처리기</a:t>
            </a:r>
          </a:p>
        </p:txBody>
      </p:sp>
      <p:sp>
        <p:nvSpPr>
          <p:cNvPr id="205" name="dp41-comparison / n180">
            <a:extLst xmlns:a="http://schemas.openxmlformats.org/drawingml/2006/main">
              <a:ext uri="{FF2B5EF4-FFF2-40B4-BE49-F238E27FC236}">
                <a16:creationId xmlns:a16="http://schemas.microsoft.com/office/drawing/2014/main" id="{467E9D15-D870-4A85-A47C-C4CE075E8759}"/>
              </a:ext>
            </a:extLst>
          </p:cNvPr>
          <p:cNvSpPr>
            <a:spLocks xmlns:a="http://schemas.openxmlformats.org/drawingml/2006/main" noGrp="1"/>
          </p:cNvSpPr>
          <p:nvPr/>
        </p:nvSpPr>
        <p:spPr>
          <a:xfrm xmlns:a="http://schemas.openxmlformats.org/drawingml/2006/main">
            <a:off x="13049250" y="4914900"/>
            <a:ext cx="1809750" cy="5048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06" name="dp41-comparison / n181 / text 1">
            <a:extLst xmlns:a="http://schemas.openxmlformats.org/drawingml/2006/main">
              <a:ext uri="{FF2B5EF4-FFF2-40B4-BE49-F238E27FC236}">
                <a16:creationId xmlns:a16="http://schemas.microsoft.com/office/drawing/2014/main" id="{E5E56E59-3AC3-4AAC-B8CF-94959B731920}"/>
              </a:ext>
            </a:extLst>
          </p:cNvPr>
          <p:cNvSpPr>
            <a:spLocks xmlns:a="http://schemas.openxmlformats.org/drawingml/2006/main" noGrp="1"/>
          </p:cNvSpPr>
          <p:nvPr/>
        </p:nvSpPr>
        <p:spPr>
          <a:xfrm xmlns:a="http://schemas.openxmlformats.org/drawingml/2006/main">
            <a:off x="13134975" y="5076825"/>
            <a:ext cx="1638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항목별 해결 상태</a:t>
            </a:r>
          </a:p>
        </p:txBody>
      </p:sp>
      <p:sp>
        <p:nvSpPr>
          <p:cNvPr id="207" name="dp41-comparison / n182">
            <a:extLst xmlns:a="http://schemas.openxmlformats.org/drawingml/2006/main">
              <a:ext uri="{FF2B5EF4-FFF2-40B4-BE49-F238E27FC236}">
                <a16:creationId xmlns:a16="http://schemas.microsoft.com/office/drawing/2014/main" id="{C177047B-F044-4DB3-BAEB-03169327BE88}"/>
              </a:ext>
            </a:extLst>
          </p:cNvPr>
          <p:cNvSpPr>
            <a:spLocks xmlns:a="http://schemas.openxmlformats.org/drawingml/2006/main" noGrp="1"/>
          </p:cNvSpPr>
          <p:nvPr/>
        </p:nvSpPr>
        <p:spPr>
          <a:xfrm xmlns:a="http://schemas.openxmlformats.org/drawingml/2006/main">
            <a:off x="15097125" y="5172075"/>
            <a:ext cx="2047875" cy="323850"/>
          </a:xfrm>
          <a:prstGeom xmlns:a="http://schemas.openxmlformats.org/drawingml/2006/main" prst="roundRect">
            <a:avLst>
              <a:gd name="adj" fmla="val 23529"/>
            </a:avLst>
          </a:prstGeom>
          <a:solidFill xmlns:a="http://schemas.openxmlformats.org/drawingml/2006/main">
            <a:srgbClr val="FFF0DD"/>
          </a:solidFill>
          <a:ln xmlns:a="http://schemas.openxmlformats.org/drawingml/2006/main" w="17145">
            <a:solidFill>
              <a:srgbClr val="B8753F"/>
            </a:solidFill>
            <a:prstDash val="solid"/>
          </a:ln>
        </p:spPr>
      </p:sp>
      <p:sp>
        <p:nvSpPr>
          <p:cNvPr id="208" name="dp41-comparison / n183 / text 1">
            <a:extLst xmlns:a="http://schemas.openxmlformats.org/drawingml/2006/main">
              <a:ext uri="{FF2B5EF4-FFF2-40B4-BE49-F238E27FC236}">
                <a16:creationId xmlns:a16="http://schemas.microsoft.com/office/drawing/2014/main" id="{4B1D4605-BD58-465B-9A5B-8DE5190DF801}"/>
              </a:ext>
            </a:extLst>
          </p:cNvPr>
          <p:cNvSpPr>
            <a:spLocks xmlns:a="http://schemas.openxmlformats.org/drawingml/2006/main" noGrp="1"/>
          </p:cNvSpPr>
          <p:nvPr/>
        </p:nvSpPr>
        <p:spPr>
          <a:xfrm xmlns:a="http://schemas.openxmlformats.org/drawingml/2006/main">
            <a:off x="15182850" y="5234940"/>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관계 결합기</a:t>
            </a:r>
          </a:p>
        </p:txBody>
      </p:sp>
      <p:sp>
        <p:nvSpPr>
          <p:cNvPr id="209" name="dp41-comparison / n184">
            <a:extLst xmlns:a="http://schemas.openxmlformats.org/drawingml/2006/main">
              <a:ext uri="{FF2B5EF4-FFF2-40B4-BE49-F238E27FC236}">
                <a16:creationId xmlns:a16="http://schemas.microsoft.com/office/drawing/2014/main" id="{F44B450B-BB77-4D9F-B7A1-4077709C80B4}"/>
              </a:ext>
            </a:extLst>
          </p:cNvPr>
          <p:cNvSpPr>
            <a:spLocks xmlns:a="http://schemas.openxmlformats.org/drawingml/2006/main" noGrp="1"/>
          </p:cNvSpPr>
          <p:nvPr/>
        </p:nvSpPr>
        <p:spPr>
          <a:xfrm xmlns:a="http://schemas.openxmlformats.org/drawingml/2006/main">
            <a:off x="15097125" y="6019800"/>
            <a:ext cx="20478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210" name="dp41-comparison / n185 / text 1">
            <a:extLst xmlns:a="http://schemas.openxmlformats.org/drawingml/2006/main">
              <a:ext uri="{FF2B5EF4-FFF2-40B4-BE49-F238E27FC236}">
                <a16:creationId xmlns:a16="http://schemas.microsoft.com/office/drawing/2014/main" id="{44D2860E-8EC5-442E-9742-4B6FC02DBBA2}"/>
              </a:ext>
            </a:extLst>
          </p:cNvPr>
          <p:cNvSpPr>
            <a:spLocks xmlns:a="http://schemas.openxmlformats.org/drawingml/2006/main" noGrp="1"/>
          </p:cNvSpPr>
          <p:nvPr/>
        </p:nvSpPr>
        <p:spPr>
          <a:xfrm xmlns:a="http://schemas.openxmlformats.org/drawingml/2006/main">
            <a:off x="15182850" y="6073140"/>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읽기 도구 실행기</a:t>
            </a:r>
          </a:p>
        </p:txBody>
      </p:sp>
      <p:sp>
        <p:nvSpPr>
          <p:cNvPr id="211" name="dp41-comparison / n186">
            <a:extLst xmlns:a="http://schemas.openxmlformats.org/drawingml/2006/main">
              <a:ext uri="{FF2B5EF4-FFF2-40B4-BE49-F238E27FC236}">
                <a16:creationId xmlns:a16="http://schemas.microsoft.com/office/drawing/2014/main" id="{956C2C68-6CBB-414A-94D4-B1E87D480988}"/>
              </a:ext>
            </a:extLst>
          </p:cNvPr>
          <p:cNvSpPr>
            <a:spLocks xmlns:a="http://schemas.openxmlformats.org/drawingml/2006/main" noGrp="1"/>
          </p:cNvSpPr>
          <p:nvPr/>
        </p:nvSpPr>
        <p:spPr>
          <a:xfrm xmlns:a="http://schemas.openxmlformats.org/drawingml/2006/main">
            <a:off x="12715875" y="6019800"/>
            <a:ext cx="20478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212" name="dp41-comparison / n187 / text 1">
            <a:extLst xmlns:a="http://schemas.openxmlformats.org/drawingml/2006/main">
              <a:ext uri="{FF2B5EF4-FFF2-40B4-BE49-F238E27FC236}">
                <a16:creationId xmlns:a16="http://schemas.microsoft.com/office/drawing/2014/main" id="{71EDB062-BE03-47A9-BB72-7914704A8BF2}"/>
              </a:ext>
            </a:extLst>
          </p:cNvPr>
          <p:cNvSpPr>
            <a:spLocks xmlns:a="http://schemas.openxmlformats.org/drawingml/2006/main" noGrp="1"/>
          </p:cNvSpPr>
          <p:nvPr/>
        </p:nvSpPr>
        <p:spPr>
          <a:xfrm xmlns:a="http://schemas.openxmlformats.org/drawingml/2006/main">
            <a:off x="12801600" y="6073140"/>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의미 제안 검증기</a:t>
            </a:r>
          </a:p>
        </p:txBody>
      </p:sp>
      <p:sp>
        <p:nvSpPr>
          <p:cNvPr id="213" name="dp41-comparison / n188 / path">
            <a:extLst xmlns:a="http://schemas.openxmlformats.org/drawingml/2006/main">
              <a:ext uri="{FF2B5EF4-FFF2-40B4-BE49-F238E27FC236}">
                <a16:creationId xmlns:a16="http://schemas.microsoft.com/office/drawing/2014/main" id="{80E8A3BA-A292-487A-9978-CEB7D55B5836}"/>
              </a:ext>
            </a:extLst>
          </p:cNvPr>
          <p:cNvSpPr>
            <a:spLocks xmlns:a="http://schemas.openxmlformats.org/drawingml/2006/main" noGrp="1"/>
          </p:cNvSpPr>
          <p:nvPr/>
        </p:nvSpPr>
        <p:spPr>
          <a:xfrm xmlns:a="http://schemas.openxmlformats.org/drawingml/2006/main">
            <a:off x="12287250" y="4162425"/>
            <a:ext cx="762000" cy="285750"/>
          </a:xfrm>
          <a:custGeom xmlns:a="http://schemas.openxmlformats.org/drawingml/2006/main">
            <a:pathLst>
              <a:path w="762000" h="285750">
                <a:moveTo>
                  <a:pt x="0" y="0"/>
                </a:moveTo>
                <a:lnTo>
                  <a:pt x="333375" y="0"/>
                </a:lnTo>
                <a:lnTo>
                  <a:pt x="333375" y="285750"/>
                </a:lnTo>
                <a:lnTo>
                  <a:pt x="762000" y="285750"/>
                </a:lnTo>
              </a:path>
            </a:pathLst>
          </a:custGeom>
          <a:noFill xmlns:a="http://schemas.openxmlformats.org/drawingml/2006/main"/>
          <a:ln xmlns:a="http://schemas.openxmlformats.org/drawingml/2006/main" w="10478">
            <a:solidFill>
              <a:srgbClr val="000000"/>
            </a:solidFill>
            <a:prstDash val="solid"/>
          </a:ln>
        </p:spPr>
      </p:sp>
      <p:sp>
        <p:nvSpPr>
          <p:cNvPr id="214" name="dp41-comparison / n188 / arrow">
            <a:extLst xmlns:a="http://schemas.openxmlformats.org/drawingml/2006/main">
              <a:ext uri="{FF2B5EF4-FFF2-40B4-BE49-F238E27FC236}">
                <a16:creationId xmlns:a16="http://schemas.microsoft.com/office/drawing/2014/main" id="{7408394E-6653-4FAA-9864-71787C453056}"/>
              </a:ext>
            </a:extLst>
          </p:cNvPr>
          <p:cNvSpPr>
            <a:spLocks xmlns:a="http://schemas.openxmlformats.org/drawingml/2006/main" noGrp="1"/>
          </p:cNvSpPr>
          <p:nvPr/>
        </p:nvSpPr>
        <p:spPr>
          <a:xfrm xmlns:a="http://schemas.openxmlformats.org/drawingml/2006/main">
            <a:off x="12982194" y="4414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15" name="dp41-comparison / n189 / path">
            <a:extLst xmlns:a="http://schemas.openxmlformats.org/drawingml/2006/main">
              <a:ext uri="{FF2B5EF4-FFF2-40B4-BE49-F238E27FC236}">
                <a16:creationId xmlns:a16="http://schemas.microsoft.com/office/drawing/2014/main" id="{75F274F8-FDDA-4DEE-B0F6-74440FBBDCB5}"/>
              </a:ext>
            </a:extLst>
          </p:cNvPr>
          <p:cNvSpPr>
            <a:spLocks xmlns:a="http://schemas.openxmlformats.org/drawingml/2006/main" noGrp="1"/>
          </p:cNvSpPr>
          <p:nvPr/>
        </p:nvSpPr>
        <p:spPr>
          <a:xfrm xmlns:a="http://schemas.openxmlformats.org/drawingml/2006/main">
            <a:off x="14859000" y="4448175"/>
            <a:ext cx="238125" cy="953"/>
          </a:xfrm>
          <a:custGeom xmlns:a="http://schemas.openxmlformats.org/drawingml/2006/main">
            <a:pathLst>
              <a:path w="238125" h="953">
                <a:moveTo>
                  <a:pt x="0" y="0"/>
                </a:moveTo>
                <a:lnTo>
                  <a:pt x="238125" y="0"/>
                </a:lnTo>
              </a:path>
            </a:pathLst>
          </a:custGeom>
          <a:noFill xmlns:a="http://schemas.openxmlformats.org/drawingml/2006/main"/>
          <a:ln xmlns:a="http://schemas.openxmlformats.org/drawingml/2006/main" w="10478">
            <a:solidFill>
              <a:srgbClr val="B8753F"/>
            </a:solidFill>
            <a:prstDash val="solid"/>
          </a:ln>
        </p:spPr>
      </p:sp>
      <p:sp>
        <p:nvSpPr>
          <p:cNvPr id="216" name="dp41-comparison / n189 / arrow">
            <a:extLst xmlns:a="http://schemas.openxmlformats.org/drawingml/2006/main">
              <a:ext uri="{FF2B5EF4-FFF2-40B4-BE49-F238E27FC236}">
                <a16:creationId xmlns:a16="http://schemas.microsoft.com/office/drawing/2014/main" id="{D601D578-A96E-41C1-ABA4-1A772E4F0589}"/>
              </a:ext>
            </a:extLst>
          </p:cNvPr>
          <p:cNvSpPr>
            <a:spLocks xmlns:a="http://schemas.openxmlformats.org/drawingml/2006/main" noGrp="1"/>
          </p:cNvSpPr>
          <p:nvPr/>
        </p:nvSpPr>
        <p:spPr>
          <a:xfrm xmlns:a="http://schemas.openxmlformats.org/drawingml/2006/main">
            <a:off x="15030069" y="4414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17" name="dp41-comparison / n190 / path">
            <a:extLst xmlns:a="http://schemas.openxmlformats.org/drawingml/2006/main">
              <a:ext uri="{FF2B5EF4-FFF2-40B4-BE49-F238E27FC236}">
                <a16:creationId xmlns:a16="http://schemas.microsoft.com/office/drawing/2014/main" id="{A46A4176-F0F6-4868-9470-75B8DFA16504}"/>
              </a:ext>
            </a:extLst>
          </p:cNvPr>
          <p:cNvSpPr>
            <a:spLocks xmlns:a="http://schemas.openxmlformats.org/drawingml/2006/main" noGrp="1"/>
          </p:cNvSpPr>
          <p:nvPr/>
        </p:nvSpPr>
        <p:spPr>
          <a:xfrm xmlns:a="http://schemas.openxmlformats.org/drawingml/2006/main">
            <a:off x="17145000" y="4448175"/>
            <a:ext cx="428625" cy="1724025"/>
          </a:xfrm>
          <a:custGeom xmlns:a="http://schemas.openxmlformats.org/drawingml/2006/main">
            <a:pathLst>
              <a:path w="428625" h="1724025">
                <a:moveTo>
                  <a:pt x="0" y="0"/>
                </a:moveTo>
                <a:lnTo>
                  <a:pt x="428625" y="0"/>
                </a:lnTo>
                <a:lnTo>
                  <a:pt x="428625" y="1724025"/>
                </a:lnTo>
                <a:lnTo>
                  <a:pt x="0" y="1724025"/>
                </a:lnTo>
              </a:path>
            </a:pathLst>
          </a:custGeom>
          <a:noFill xmlns:a="http://schemas.openxmlformats.org/drawingml/2006/main"/>
          <a:ln xmlns:a="http://schemas.openxmlformats.org/drawingml/2006/main" w="10478">
            <a:solidFill>
              <a:srgbClr val="B8753F"/>
            </a:solidFill>
            <a:prstDash val="solid"/>
          </a:ln>
        </p:spPr>
      </p:sp>
      <p:sp>
        <p:nvSpPr>
          <p:cNvPr id="218" name="dp41-comparison / n190 / arrow">
            <a:extLst xmlns:a="http://schemas.openxmlformats.org/drawingml/2006/main">
              <a:ext uri="{FF2B5EF4-FFF2-40B4-BE49-F238E27FC236}">
                <a16:creationId xmlns:a16="http://schemas.microsoft.com/office/drawing/2014/main" id="{A9BF9573-31BE-4A19-A026-DDB4932CE14A}"/>
              </a:ext>
            </a:extLst>
          </p:cNvPr>
          <p:cNvSpPr>
            <a:spLocks xmlns:a="http://schemas.openxmlformats.org/drawingml/2006/main" noGrp="1"/>
          </p:cNvSpPr>
          <p:nvPr/>
        </p:nvSpPr>
        <p:spPr>
          <a:xfrm xmlns:a="http://schemas.openxmlformats.org/drawingml/2006/main">
            <a:off x="17145000" y="61386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219" name="dp41-comparison / n195 / path">
            <a:extLst xmlns:a="http://schemas.openxmlformats.org/drawingml/2006/main">
              <a:ext uri="{FF2B5EF4-FFF2-40B4-BE49-F238E27FC236}">
                <a16:creationId xmlns:a16="http://schemas.microsoft.com/office/drawing/2014/main" id="{D58C47B0-C1F3-49CD-96CF-B6728E378A5E}"/>
              </a:ext>
            </a:extLst>
          </p:cNvPr>
          <p:cNvSpPr>
            <a:spLocks xmlns:a="http://schemas.openxmlformats.org/drawingml/2006/main" noGrp="1"/>
          </p:cNvSpPr>
          <p:nvPr/>
        </p:nvSpPr>
        <p:spPr>
          <a:xfrm xmlns:a="http://schemas.openxmlformats.org/drawingml/2006/main">
            <a:off x="12573000" y="5167313"/>
            <a:ext cx="2524125" cy="1281113"/>
          </a:xfrm>
          <a:custGeom xmlns:a="http://schemas.openxmlformats.org/drawingml/2006/main">
            <a:pathLst>
              <a:path w="2524125" h="1281113">
                <a:moveTo>
                  <a:pt x="2524125" y="1004888"/>
                </a:moveTo>
                <a:lnTo>
                  <a:pt x="2362200" y="1004888"/>
                </a:lnTo>
                <a:lnTo>
                  <a:pt x="2362200" y="1281113"/>
                </a:lnTo>
                <a:lnTo>
                  <a:pt x="0" y="1281113"/>
                </a:lnTo>
                <a:lnTo>
                  <a:pt x="0" y="0"/>
                </a:lnTo>
                <a:lnTo>
                  <a:pt x="476250" y="0"/>
                </a:lnTo>
              </a:path>
            </a:pathLst>
          </a:custGeom>
          <a:noFill xmlns:a="http://schemas.openxmlformats.org/drawingml/2006/main"/>
          <a:ln xmlns:a="http://schemas.openxmlformats.org/drawingml/2006/main" w="10478">
            <a:solidFill>
              <a:srgbClr val="B8753F"/>
            </a:solidFill>
            <a:prstDash val="dash"/>
          </a:ln>
        </p:spPr>
      </p:sp>
      <p:sp>
        <p:nvSpPr>
          <p:cNvPr id="220" name="dp41-comparison / n195 / arrow">
            <a:extLst xmlns:a="http://schemas.openxmlformats.org/drawingml/2006/main">
              <a:ext uri="{FF2B5EF4-FFF2-40B4-BE49-F238E27FC236}">
                <a16:creationId xmlns:a16="http://schemas.microsoft.com/office/drawing/2014/main" id="{5422AD6D-06E4-4A89-8B9F-0316DBACFCC5}"/>
              </a:ext>
            </a:extLst>
          </p:cNvPr>
          <p:cNvSpPr>
            <a:spLocks xmlns:a="http://schemas.openxmlformats.org/drawingml/2006/main" noGrp="1"/>
          </p:cNvSpPr>
          <p:nvPr/>
        </p:nvSpPr>
        <p:spPr>
          <a:xfrm xmlns:a="http://schemas.openxmlformats.org/drawingml/2006/main">
            <a:off x="12982194" y="51337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1" name="dp41-comparison / n196 / text 1">
            <a:extLst xmlns:a="http://schemas.openxmlformats.org/drawingml/2006/main">
              <a:ext uri="{FF2B5EF4-FFF2-40B4-BE49-F238E27FC236}">
                <a16:creationId xmlns:a16="http://schemas.microsoft.com/office/drawing/2014/main" id="{4EA20F11-06F5-482E-8548-1C5FD5E45CC3}"/>
              </a:ext>
            </a:extLst>
          </p:cNvPr>
          <p:cNvSpPr>
            <a:spLocks xmlns:a="http://schemas.openxmlformats.org/drawingml/2006/main" noGrp="1"/>
          </p:cNvSpPr>
          <p:nvPr/>
        </p:nvSpPr>
        <p:spPr>
          <a:xfrm xmlns:a="http://schemas.openxmlformats.org/drawingml/2006/main">
            <a:off x="15097125" y="6362700"/>
            <a:ext cx="23336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③ 조회 결과를 해결 상태에 반영</a:t>
            </a:r>
          </a:p>
        </p:txBody>
      </p:sp>
      <p:sp>
        <p:nvSpPr>
          <p:cNvPr id="222" name="dp41-comparison / n197 / path">
            <a:extLst xmlns:a="http://schemas.openxmlformats.org/drawingml/2006/main">
              <a:ext uri="{FF2B5EF4-FFF2-40B4-BE49-F238E27FC236}">
                <a16:creationId xmlns:a16="http://schemas.microsoft.com/office/drawing/2014/main" id="{FA12835D-B78E-401B-8063-A6FE0459D0A9}"/>
              </a:ext>
            </a:extLst>
          </p:cNvPr>
          <p:cNvSpPr>
            <a:spLocks xmlns:a="http://schemas.openxmlformats.org/drawingml/2006/main" noGrp="1"/>
          </p:cNvSpPr>
          <p:nvPr/>
        </p:nvSpPr>
        <p:spPr>
          <a:xfrm xmlns:a="http://schemas.openxmlformats.org/drawingml/2006/main">
            <a:off x="13716000" y="4610100"/>
            <a:ext cx="953" cy="304800"/>
          </a:xfrm>
          <a:custGeom xmlns:a="http://schemas.openxmlformats.org/drawingml/2006/main">
            <a:pathLst>
              <a:path w="953" h="304800">
                <a:moveTo>
                  <a:pt x="0" y="0"/>
                </a:moveTo>
                <a:lnTo>
                  <a:pt x="0" y="304800"/>
                </a:lnTo>
              </a:path>
            </a:pathLst>
          </a:custGeom>
          <a:noFill xmlns:a="http://schemas.openxmlformats.org/drawingml/2006/main"/>
          <a:ln xmlns:a="http://schemas.openxmlformats.org/drawingml/2006/main" w="10478">
            <a:solidFill>
              <a:srgbClr val="B8753F"/>
            </a:solidFill>
            <a:prstDash val="solid"/>
          </a:ln>
        </p:spPr>
      </p:sp>
      <p:sp>
        <p:nvSpPr>
          <p:cNvPr id="223" name="dp41-comparison / n197 / arrow">
            <a:extLst xmlns:a="http://schemas.openxmlformats.org/drawingml/2006/main">
              <a:ext uri="{FF2B5EF4-FFF2-40B4-BE49-F238E27FC236}">
                <a16:creationId xmlns:a16="http://schemas.microsoft.com/office/drawing/2014/main" id="{9770A0BC-1083-4F8D-BB71-8EAFC9E5FE4A}"/>
              </a:ext>
            </a:extLst>
          </p:cNvPr>
          <p:cNvSpPr>
            <a:spLocks xmlns:a="http://schemas.openxmlformats.org/drawingml/2006/main" noGrp="1"/>
          </p:cNvSpPr>
          <p:nvPr/>
        </p:nvSpPr>
        <p:spPr>
          <a:xfrm xmlns:a="http://schemas.openxmlformats.org/drawingml/2006/main">
            <a:off x="13682472" y="4847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24" name="dp41-comparison / n198 / path">
            <a:extLst xmlns:a="http://schemas.openxmlformats.org/drawingml/2006/main">
              <a:ext uri="{FF2B5EF4-FFF2-40B4-BE49-F238E27FC236}">
                <a16:creationId xmlns:a16="http://schemas.microsoft.com/office/drawing/2014/main" id="{45D4EC68-5F74-44BE-8B74-6FD73A51A1F5}"/>
              </a:ext>
            </a:extLst>
          </p:cNvPr>
          <p:cNvSpPr>
            <a:spLocks xmlns:a="http://schemas.openxmlformats.org/drawingml/2006/main" noGrp="1"/>
          </p:cNvSpPr>
          <p:nvPr/>
        </p:nvSpPr>
        <p:spPr>
          <a:xfrm xmlns:a="http://schemas.openxmlformats.org/drawingml/2006/main">
            <a:off x="14192250" y="4610100"/>
            <a:ext cx="953" cy="304800"/>
          </a:xfrm>
          <a:custGeom xmlns:a="http://schemas.openxmlformats.org/drawingml/2006/main">
            <a:pathLst>
              <a:path w="953" h="304800">
                <a:moveTo>
                  <a:pt x="0" y="304800"/>
                </a:moveTo>
                <a:lnTo>
                  <a:pt x="0" y="0"/>
                </a:lnTo>
              </a:path>
            </a:pathLst>
          </a:custGeom>
          <a:noFill xmlns:a="http://schemas.openxmlformats.org/drawingml/2006/main"/>
          <a:ln xmlns:a="http://schemas.openxmlformats.org/drawingml/2006/main" w="10478">
            <a:solidFill>
              <a:srgbClr val="B8753F"/>
            </a:solidFill>
            <a:prstDash val="solid"/>
          </a:ln>
        </p:spPr>
      </p:sp>
      <p:sp>
        <p:nvSpPr>
          <p:cNvPr id="225" name="dp41-comparison / n198 / arrow">
            <a:extLst xmlns:a="http://schemas.openxmlformats.org/drawingml/2006/main">
              <a:ext uri="{FF2B5EF4-FFF2-40B4-BE49-F238E27FC236}">
                <a16:creationId xmlns:a16="http://schemas.microsoft.com/office/drawing/2014/main" id="{74C46651-EAC6-4781-A2C6-D41847BEC4E1}"/>
              </a:ext>
            </a:extLst>
          </p:cNvPr>
          <p:cNvSpPr>
            <a:spLocks xmlns:a="http://schemas.openxmlformats.org/drawingml/2006/main" noGrp="1"/>
          </p:cNvSpPr>
          <p:nvPr/>
        </p:nvSpPr>
        <p:spPr>
          <a:xfrm xmlns:a="http://schemas.openxmlformats.org/drawingml/2006/main">
            <a:off x="14158722" y="46101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226" name="dp41-comparison / n201 / path">
            <a:extLst xmlns:a="http://schemas.openxmlformats.org/drawingml/2006/main">
              <a:ext uri="{FF2B5EF4-FFF2-40B4-BE49-F238E27FC236}">
                <a16:creationId xmlns:a16="http://schemas.microsoft.com/office/drawing/2014/main" id="{B84E638C-3807-4557-8909-D38DE7E29CD2}"/>
              </a:ext>
            </a:extLst>
          </p:cNvPr>
          <p:cNvSpPr>
            <a:spLocks xmlns:a="http://schemas.openxmlformats.org/drawingml/2006/main" noGrp="1"/>
          </p:cNvSpPr>
          <p:nvPr/>
        </p:nvSpPr>
        <p:spPr>
          <a:xfrm xmlns:a="http://schemas.openxmlformats.org/drawingml/2006/main">
            <a:off x="14859000" y="5167313"/>
            <a:ext cx="238125" cy="166688"/>
          </a:xfrm>
          <a:custGeom xmlns:a="http://schemas.openxmlformats.org/drawingml/2006/main">
            <a:pathLst>
              <a:path w="238125" h="166688">
                <a:moveTo>
                  <a:pt x="0" y="0"/>
                </a:moveTo>
                <a:lnTo>
                  <a:pt x="114300" y="0"/>
                </a:lnTo>
                <a:lnTo>
                  <a:pt x="114300" y="166688"/>
                </a:lnTo>
                <a:lnTo>
                  <a:pt x="238125" y="166688"/>
                </a:lnTo>
              </a:path>
            </a:pathLst>
          </a:custGeom>
          <a:noFill xmlns:a="http://schemas.openxmlformats.org/drawingml/2006/main"/>
          <a:ln xmlns:a="http://schemas.openxmlformats.org/drawingml/2006/main" w="10478">
            <a:solidFill>
              <a:srgbClr val="B8753F"/>
            </a:solidFill>
            <a:prstDash val="solid"/>
          </a:ln>
        </p:spPr>
      </p:sp>
      <p:sp>
        <p:nvSpPr>
          <p:cNvPr id="227" name="dp41-comparison / n201 / arrow">
            <a:extLst xmlns:a="http://schemas.openxmlformats.org/drawingml/2006/main">
              <a:ext uri="{FF2B5EF4-FFF2-40B4-BE49-F238E27FC236}">
                <a16:creationId xmlns:a16="http://schemas.microsoft.com/office/drawing/2014/main" id="{9C603C90-824A-46FD-A05F-E64801D093FD}"/>
              </a:ext>
            </a:extLst>
          </p:cNvPr>
          <p:cNvSpPr>
            <a:spLocks xmlns:a="http://schemas.openxmlformats.org/drawingml/2006/main" noGrp="1"/>
          </p:cNvSpPr>
          <p:nvPr/>
        </p:nvSpPr>
        <p:spPr>
          <a:xfrm xmlns:a="http://schemas.openxmlformats.org/drawingml/2006/main">
            <a:off x="15030069" y="53004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8" name="dp41-comparison / n204 / path">
            <a:extLst xmlns:a="http://schemas.openxmlformats.org/drawingml/2006/main">
              <a:ext uri="{FF2B5EF4-FFF2-40B4-BE49-F238E27FC236}">
                <a16:creationId xmlns:a16="http://schemas.microsoft.com/office/drawing/2014/main" id="{EB5E440D-C243-466B-A422-F912912AE1E7}"/>
              </a:ext>
            </a:extLst>
          </p:cNvPr>
          <p:cNvSpPr>
            <a:spLocks xmlns:a="http://schemas.openxmlformats.org/drawingml/2006/main" noGrp="1"/>
          </p:cNvSpPr>
          <p:nvPr/>
        </p:nvSpPr>
        <p:spPr>
          <a:xfrm xmlns:a="http://schemas.openxmlformats.org/drawingml/2006/main">
            <a:off x="13739813" y="5495925"/>
            <a:ext cx="2381250" cy="523875"/>
          </a:xfrm>
          <a:custGeom xmlns:a="http://schemas.openxmlformats.org/drawingml/2006/main">
            <a:pathLst>
              <a:path w="2381250" h="523875">
                <a:moveTo>
                  <a:pt x="2381250" y="0"/>
                </a:moveTo>
                <a:lnTo>
                  <a:pt x="2381250" y="428625"/>
                </a:lnTo>
                <a:lnTo>
                  <a:pt x="0" y="428625"/>
                </a:lnTo>
                <a:lnTo>
                  <a:pt x="0" y="523875"/>
                </a:lnTo>
              </a:path>
            </a:pathLst>
          </a:custGeom>
          <a:noFill xmlns:a="http://schemas.openxmlformats.org/drawingml/2006/main"/>
          <a:ln xmlns:a="http://schemas.openxmlformats.org/drawingml/2006/main" w="10478">
            <a:solidFill>
              <a:srgbClr val="B8753F"/>
            </a:solidFill>
            <a:prstDash val="solid"/>
          </a:ln>
        </p:spPr>
      </p:sp>
      <p:sp>
        <p:nvSpPr>
          <p:cNvPr id="229" name="dp41-comparison / n204 / arrow">
            <a:extLst xmlns:a="http://schemas.openxmlformats.org/drawingml/2006/main">
              <a:ext uri="{FF2B5EF4-FFF2-40B4-BE49-F238E27FC236}">
                <a16:creationId xmlns:a16="http://schemas.microsoft.com/office/drawing/2014/main" id="{34D9A276-BB21-4D66-AFAC-09F4F5A171E0}"/>
              </a:ext>
            </a:extLst>
          </p:cNvPr>
          <p:cNvSpPr>
            <a:spLocks xmlns:a="http://schemas.openxmlformats.org/drawingml/2006/main" noGrp="1"/>
          </p:cNvSpPr>
          <p:nvPr/>
        </p:nvSpPr>
        <p:spPr>
          <a:xfrm xmlns:a="http://schemas.openxmlformats.org/drawingml/2006/main">
            <a:off x="13706285" y="5952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30" name="dp41-comparison / n207 / path">
            <a:extLst xmlns:a="http://schemas.openxmlformats.org/drawingml/2006/main">
              <a:ext uri="{FF2B5EF4-FFF2-40B4-BE49-F238E27FC236}">
                <a16:creationId xmlns:a16="http://schemas.microsoft.com/office/drawing/2014/main" id="{5FED84A2-4967-40D0-BB87-CC296C41BB13}"/>
              </a:ext>
            </a:extLst>
          </p:cNvPr>
          <p:cNvSpPr>
            <a:spLocks xmlns:a="http://schemas.openxmlformats.org/drawingml/2006/main" noGrp="1"/>
          </p:cNvSpPr>
          <p:nvPr/>
        </p:nvSpPr>
        <p:spPr>
          <a:xfrm xmlns:a="http://schemas.openxmlformats.org/drawingml/2006/main">
            <a:off x="12287250" y="3857625"/>
            <a:ext cx="5219700" cy="590550"/>
          </a:xfrm>
          <a:custGeom xmlns:a="http://schemas.openxmlformats.org/drawingml/2006/main">
            <a:pathLst>
              <a:path w="5219700" h="590550">
                <a:moveTo>
                  <a:pt x="4857750" y="590550"/>
                </a:moveTo>
                <a:lnTo>
                  <a:pt x="5219700" y="590550"/>
                </a:lnTo>
                <a:lnTo>
                  <a:pt x="5219700" y="0"/>
                </a:lnTo>
                <a:lnTo>
                  <a:pt x="190500" y="0"/>
                </a:lnTo>
                <a:lnTo>
                  <a:pt x="190500" y="447675"/>
                </a:lnTo>
                <a:lnTo>
                  <a:pt x="0" y="447675"/>
                </a:lnTo>
              </a:path>
            </a:pathLst>
          </a:custGeom>
          <a:noFill xmlns:a="http://schemas.openxmlformats.org/drawingml/2006/main"/>
          <a:ln xmlns:a="http://schemas.openxmlformats.org/drawingml/2006/main" w="10478">
            <a:solidFill>
              <a:srgbClr val="000000"/>
            </a:solidFill>
            <a:prstDash val="solid"/>
          </a:ln>
        </p:spPr>
      </p:sp>
      <p:sp>
        <p:nvSpPr>
          <p:cNvPr id="231" name="dp41-comparison / n207 / arrow">
            <a:extLst xmlns:a="http://schemas.openxmlformats.org/drawingml/2006/main">
              <a:ext uri="{FF2B5EF4-FFF2-40B4-BE49-F238E27FC236}">
                <a16:creationId xmlns:a16="http://schemas.microsoft.com/office/drawing/2014/main" id="{E951CBE9-521E-4C41-9162-822A4D143FB0}"/>
              </a:ext>
            </a:extLst>
          </p:cNvPr>
          <p:cNvSpPr>
            <a:spLocks xmlns:a="http://schemas.openxmlformats.org/drawingml/2006/main" noGrp="1"/>
          </p:cNvSpPr>
          <p:nvPr/>
        </p:nvSpPr>
        <p:spPr>
          <a:xfrm xmlns:a="http://schemas.openxmlformats.org/drawingml/2006/main">
            <a:off x="12287250" y="42717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32" name="dp41-comparison / n216 / path">
            <a:extLst xmlns:a="http://schemas.openxmlformats.org/drawingml/2006/main">
              <a:ext uri="{FF2B5EF4-FFF2-40B4-BE49-F238E27FC236}">
                <a16:creationId xmlns:a16="http://schemas.microsoft.com/office/drawing/2014/main" id="{22794B87-2377-4D8C-AA87-052DB272ED8E}"/>
              </a:ext>
            </a:extLst>
          </p:cNvPr>
          <p:cNvSpPr>
            <a:spLocks xmlns:a="http://schemas.openxmlformats.org/drawingml/2006/main" noGrp="1"/>
          </p:cNvSpPr>
          <p:nvPr/>
        </p:nvSpPr>
        <p:spPr>
          <a:xfrm xmlns:a="http://schemas.openxmlformats.org/drawingml/2006/main">
            <a:off x="12168188" y="2743200"/>
            <a:ext cx="5472113" cy="1276350"/>
          </a:xfrm>
          <a:custGeom xmlns:a="http://schemas.openxmlformats.org/drawingml/2006/main">
            <a:pathLst>
              <a:path w="5472113" h="1276350">
                <a:moveTo>
                  <a:pt x="3357563" y="0"/>
                </a:moveTo>
                <a:lnTo>
                  <a:pt x="3357563" y="76200"/>
                </a:lnTo>
                <a:lnTo>
                  <a:pt x="5472113" y="76200"/>
                </a:lnTo>
                <a:lnTo>
                  <a:pt x="5472113" y="828675"/>
                </a:lnTo>
                <a:lnTo>
                  <a:pt x="452438" y="828675"/>
                </a:lnTo>
                <a:lnTo>
                  <a:pt x="452438" y="1200150"/>
                </a:lnTo>
                <a:lnTo>
                  <a:pt x="0" y="1200150"/>
                </a:lnTo>
                <a:lnTo>
                  <a:pt x="0" y="1276350"/>
                </a:lnTo>
              </a:path>
            </a:pathLst>
          </a:custGeom>
          <a:noFill xmlns:a="http://schemas.openxmlformats.org/drawingml/2006/main"/>
          <a:ln xmlns:a="http://schemas.openxmlformats.org/drawingml/2006/main" w="10478">
            <a:solidFill>
              <a:srgbClr val="000000"/>
            </a:solidFill>
            <a:prstDash val="solid"/>
          </a:ln>
        </p:spPr>
      </p:sp>
      <p:sp>
        <p:nvSpPr>
          <p:cNvPr id="233" name="dp41-comparison / n216 / arrow">
            <a:extLst xmlns:a="http://schemas.openxmlformats.org/drawingml/2006/main">
              <a:ext uri="{FF2B5EF4-FFF2-40B4-BE49-F238E27FC236}">
                <a16:creationId xmlns:a16="http://schemas.microsoft.com/office/drawing/2014/main" id="{A147C77B-9A7B-4594-951A-CED2B98F2E3B}"/>
              </a:ext>
            </a:extLst>
          </p:cNvPr>
          <p:cNvSpPr>
            <a:spLocks xmlns:a="http://schemas.openxmlformats.org/drawingml/2006/main" noGrp="1"/>
          </p:cNvSpPr>
          <p:nvPr/>
        </p:nvSpPr>
        <p:spPr>
          <a:xfrm xmlns:a="http://schemas.openxmlformats.org/drawingml/2006/main">
            <a:off x="12134660" y="3952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34" name="dp41-comparison / n217">
            <a:extLst xmlns:a="http://schemas.openxmlformats.org/drawingml/2006/main">
              <a:ext uri="{FF2B5EF4-FFF2-40B4-BE49-F238E27FC236}">
                <a16:creationId xmlns:a16="http://schemas.microsoft.com/office/drawing/2014/main" id="{F5EC842E-D2B6-45E9-B2FE-F0626EAF6E74}"/>
              </a:ext>
            </a:extLst>
          </p:cNvPr>
          <p:cNvSpPr>
            <a:spLocks xmlns:a="http://schemas.openxmlformats.org/drawingml/2006/main" noGrp="1"/>
          </p:cNvSpPr>
          <p:nvPr/>
        </p:nvSpPr>
        <p:spPr>
          <a:xfrm xmlns:a="http://schemas.openxmlformats.org/drawingml/2006/main">
            <a:off x="12649200"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5" name="dp41-comparison / n218 / text 1">
            <a:extLst xmlns:a="http://schemas.openxmlformats.org/drawingml/2006/main">
              <a:ext uri="{FF2B5EF4-FFF2-40B4-BE49-F238E27FC236}">
                <a16:creationId xmlns:a16="http://schemas.microsoft.com/office/drawing/2014/main" id="{11A7298F-87B2-4A9C-8355-AE83CC280567}"/>
              </a:ext>
            </a:extLst>
          </p:cNvPr>
          <p:cNvSpPr>
            <a:spLocks xmlns:a="http://schemas.openxmlformats.org/drawingml/2006/main" noGrp="1"/>
          </p:cNvSpPr>
          <p:nvPr/>
        </p:nvSpPr>
        <p:spPr>
          <a:xfrm xmlns:a="http://schemas.openxmlformats.org/drawingml/2006/main">
            <a:off x="12734925"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Context Manager</a:t>
            </a:r>
          </a:p>
        </p:txBody>
      </p:sp>
      <p:sp>
        <p:nvSpPr>
          <p:cNvPr id="236" name="dp41-comparison / n219 / path">
            <a:extLst xmlns:a="http://schemas.openxmlformats.org/drawingml/2006/main">
              <a:ext uri="{FF2B5EF4-FFF2-40B4-BE49-F238E27FC236}">
                <a16:creationId xmlns:a16="http://schemas.microsoft.com/office/drawing/2014/main" id="{63688C02-5A17-408A-8EE0-A7B8F05A2FE1}"/>
              </a:ext>
            </a:extLst>
          </p:cNvPr>
          <p:cNvSpPr>
            <a:spLocks xmlns:a="http://schemas.openxmlformats.org/drawingml/2006/main" noGrp="1"/>
          </p:cNvSpPr>
          <p:nvPr/>
        </p:nvSpPr>
        <p:spPr>
          <a:xfrm xmlns:a="http://schemas.openxmlformats.org/drawingml/2006/main">
            <a:off x="13744575" y="6105525"/>
            <a:ext cx="4010025" cy="542925"/>
          </a:xfrm>
          <a:custGeom xmlns:a="http://schemas.openxmlformats.org/drawingml/2006/main">
            <a:pathLst>
              <a:path w="4010025" h="542925">
                <a:moveTo>
                  <a:pt x="3400425" y="0"/>
                </a:moveTo>
                <a:lnTo>
                  <a:pt x="4010025" y="0"/>
                </a:lnTo>
                <a:lnTo>
                  <a:pt x="4010025" y="438150"/>
                </a:lnTo>
                <a:lnTo>
                  <a:pt x="0" y="438150"/>
                </a:lnTo>
                <a:lnTo>
                  <a:pt x="0" y="542925"/>
                </a:lnTo>
              </a:path>
            </a:pathLst>
          </a:custGeom>
          <a:noFill xmlns:a="http://schemas.openxmlformats.org/drawingml/2006/main"/>
          <a:ln xmlns:a="http://schemas.openxmlformats.org/drawingml/2006/main" w="10478">
            <a:solidFill>
              <a:srgbClr val="000000"/>
            </a:solidFill>
            <a:prstDash val="solid"/>
          </a:ln>
        </p:spPr>
      </p:sp>
      <p:sp>
        <p:nvSpPr>
          <p:cNvPr id="237" name="dp41-comparison / n219 / arrow">
            <a:extLst xmlns:a="http://schemas.openxmlformats.org/drawingml/2006/main">
              <a:ext uri="{FF2B5EF4-FFF2-40B4-BE49-F238E27FC236}">
                <a16:creationId xmlns:a16="http://schemas.microsoft.com/office/drawing/2014/main" id="{54B3C754-DBBE-443C-B1B9-7832C53849DC}"/>
              </a:ext>
            </a:extLst>
          </p:cNvPr>
          <p:cNvSpPr>
            <a:spLocks xmlns:a="http://schemas.openxmlformats.org/drawingml/2006/main" noGrp="1"/>
          </p:cNvSpPr>
          <p:nvPr/>
        </p:nvSpPr>
        <p:spPr>
          <a:xfrm xmlns:a="http://schemas.openxmlformats.org/drawingml/2006/main">
            <a:off x="13711047"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38" name="dp41-comparison / n220 / path">
            <a:extLst xmlns:a="http://schemas.openxmlformats.org/drawingml/2006/main">
              <a:ext uri="{FF2B5EF4-FFF2-40B4-BE49-F238E27FC236}">
                <a16:creationId xmlns:a16="http://schemas.microsoft.com/office/drawing/2014/main" id="{2B201AAB-5C34-4D20-8792-51154AE98821}"/>
              </a:ext>
            </a:extLst>
          </p:cNvPr>
          <p:cNvSpPr>
            <a:spLocks xmlns:a="http://schemas.openxmlformats.org/drawingml/2006/main" noGrp="1"/>
          </p:cNvSpPr>
          <p:nvPr/>
        </p:nvSpPr>
        <p:spPr>
          <a:xfrm xmlns:a="http://schemas.openxmlformats.org/drawingml/2006/main">
            <a:off x="13830300" y="6248400"/>
            <a:ext cx="3848100" cy="400050"/>
          </a:xfrm>
          <a:custGeom xmlns:a="http://schemas.openxmlformats.org/drawingml/2006/main">
            <a:pathLst>
              <a:path w="3848100" h="400050">
                <a:moveTo>
                  <a:pt x="0" y="400050"/>
                </a:moveTo>
                <a:lnTo>
                  <a:pt x="0" y="342900"/>
                </a:lnTo>
                <a:lnTo>
                  <a:pt x="3848100" y="342900"/>
                </a:lnTo>
                <a:lnTo>
                  <a:pt x="3848100" y="0"/>
                </a:lnTo>
                <a:lnTo>
                  <a:pt x="3314700" y="0"/>
                </a:lnTo>
              </a:path>
            </a:pathLst>
          </a:custGeom>
          <a:noFill xmlns:a="http://schemas.openxmlformats.org/drawingml/2006/main"/>
          <a:ln xmlns:a="http://schemas.openxmlformats.org/drawingml/2006/main" w="10478">
            <a:solidFill>
              <a:srgbClr val="000000"/>
            </a:solidFill>
            <a:prstDash val="dash"/>
          </a:ln>
        </p:spPr>
      </p:sp>
      <p:sp>
        <p:nvSpPr>
          <p:cNvPr id="239" name="dp41-comparison / n220 / arrow">
            <a:extLst xmlns:a="http://schemas.openxmlformats.org/drawingml/2006/main">
              <a:ext uri="{FF2B5EF4-FFF2-40B4-BE49-F238E27FC236}">
                <a16:creationId xmlns:a16="http://schemas.microsoft.com/office/drawing/2014/main" id="{61C05FFF-95E4-42B8-8995-197CCD17250A}"/>
              </a:ext>
            </a:extLst>
          </p:cNvPr>
          <p:cNvSpPr>
            <a:spLocks xmlns:a="http://schemas.openxmlformats.org/drawingml/2006/main" noGrp="1"/>
          </p:cNvSpPr>
          <p:nvPr/>
        </p:nvSpPr>
        <p:spPr>
          <a:xfrm xmlns:a="http://schemas.openxmlformats.org/drawingml/2006/main">
            <a:off x="17145000" y="62148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0" name="dp41-comparison / n221">
            <a:extLst xmlns:a="http://schemas.openxmlformats.org/drawingml/2006/main">
              <a:ext uri="{FF2B5EF4-FFF2-40B4-BE49-F238E27FC236}">
                <a16:creationId xmlns:a16="http://schemas.microsoft.com/office/drawing/2014/main" id="{DA5A22ED-9DFC-4DC1-B6DF-6B1839542B05}"/>
              </a:ext>
            </a:extLst>
          </p:cNvPr>
          <p:cNvSpPr>
            <a:spLocks xmlns:a="http://schemas.openxmlformats.org/drawingml/2006/main" noGrp="1"/>
          </p:cNvSpPr>
          <p:nvPr/>
        </p:nvSpPr>
        <p:spPr>
          <a:xfrm xmlns:a="http://schemas.openxmlformats.org/drawingml/2006/main">
            <a:off x="15382875"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1" name="dp41-comparison / n222 / text 1">
            <a:extLst xmlns:a="http://schemas.openxmlformats.org/drawingml/2006/main">
              <a:ext uri="{FF2B5EF4-FFF2-40B4-BE49-F238E27FC236}">
                <a16:creationId xmlns:a16="http://schemas.microsoft.com/office/drawing/2014/main" id="{B717129C-B98F-4944-9FEC-BB491F09B037}"/>
              </a:ext>
            </a:extLst>
          </p:cNvPr>
          <p:cNvSpPr>
            <a:spLocks xmlns:a="http://schemas.openxmlformats.org/drawingml/2006/main" noGrp="1"/>
          </p:cNvSpPr>
          <p:nvPr/>
        </p:nvSpPr>
        <p:spPr>
          <a:xfrm xmlns:a="http://schemas.openxmlformats.org/drawingml/2006/main">
            <a:off x="15468600"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Task Manager</a:t>
            </a:r>
          </a:p>
        </p:txBody>
      </p:sp>
      <p:sp>
        <p:nvSpPr>
          <p:cNvPr id="242" name="dp41-comparison / n223 / path">
            <a:extLst xmlns:a="http://schemas.openxmlformats.org/drawingml/2006/main">
              <a:ext uri="{FF2B5EF4-FFF2-40B4-BE49-F238E27FC236}">
                <a16:creationId xmlns:a16="http://schemas.microsoft.com/office/drawing/2014/main" id="{30488AAD-8931-4FA2-BA8E-261077E5B33B}"/>
              </a:ext>
            </a:extLst>
          </p:cNvPr>
          <p:cNvSpPr>
            <a:spLocks xmlns:a="http://schemas.openxmlformats.org/drawingml/2006/main" noGrp="1"/>
          </p:cNvSpPr>
          <p:nvPr/>
        </p:nvSpPr>
        <p:spPr>
          <a:xfrm xmlns:a="http://schemas.openxmlformats.org/drawingml/2006/main">
            <a:off x="16478250" y="6105525"/>
            <a:ext cx="1276350" cy="542925"/>
          </a:xfrm>
          <a:custGeom xmlns:a="http://schemas.openxmlformats.org/drawingml/2006/main">
            <a:pathLst>
              <a:path w="1276350" h="542925">
                <a:moveTo>
                  <a:pt x="666750" y="0"/>
                </a:moveTo>
                <a:lnTo>
                  <a:pt x="1276350" y="0"/>
                </a:lnTo>
                <a:lnTo>
                  <a:pt x="1276350" y="438150"/>
                </a:lnTo>
                <a:lnTo>
                  <a:pt x="0" y="438150"/>
                </a:lnTo>
                <a:lnTo>
                  <a:pt x="0" y="542925"/>
                </a:lnTo>
              </a:path>
            </a:pathLst>
          </a:custGeom>
          <a:noFill xmlns:a="http://schemas.openxmlformats.org/drawingml/2006/main"/>
          <a:ln xmlns:a="http://schemas.openxmlformats.org/drawingml/2006/main" w="10478">
            <a:solidFill>
              <a:srgbClr val="000000"/>
            </a:solidFill>
            <a:prstDash val="solid"/>
          </a:ln>
        </p:spPr>
      </p:sp>
      <p:sp>
        <p:nvSpPr>
          <p:cNvPr id="243" name="dp41-comparison / n223 / arrow">
            <a:extLst xmlns:a="http://schemas.openxmlformats.org/drawingml/2006/main">
              <a:ext uri="{FF2B5EF4-FFF2-40B4-BE49-F238E27FC236}">
                <a16:creationId xmlns:a16="http://schemas.microsoft.com/office/drawing/2014/main" id="{D9AB6686-BEAE-4BBE-BD7A-CCCF303195EA}"/>
              </a:ext>
            </a:extLst>
          </p:cNvPr>
          <p:cNvSpPr>
            <a:spLocks xmlns:a="http://schemas.openxmlformats.org/drawingml/2006/main" noGrp="1"/>
          </p:cNvSpPr>
          <p:nvPr/>
        </p:nvSpPr>
        <p:spPr>
          <a:xfrm xmlns:a="http://schemas.openxmlformats.org/drawingml/2006/main">
            <a:off x="16444722"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44" name="dp41-comparison / n224 / path">
            <a:extLst xmlns:a="http://schemas.openxmlformats.org/drawingml/2006/main">
              <a:ext uri="{FF2B5EF4-FFF2-40B4-BE49-F238E27FC236}">
                <a16:creationId xmlns:a16="http://schemas.microsoft.com/office/drawing/2014/main" id="{D18FA5B7-7AFD-45D6-8071-53A6B0C5FEE9}"/>
              </a:ext>
            </a:extLst>
          </p:cNvPr>
          <p:cNvSpPr>
            <a:spLocks xmlns:a="http://schemas.openxmlformats.org/drawingml/2006/main" noGrp="1"/>
          </p:cNvSpPr>
          <p:nvPr/>
        </p:nvSpPr>
        <p:spPr>
          <a:xfrm xmlns:a="http://schemas.openxmlformats.org/drawingml/2006/main">
            <a:off x="16563975" y="6248400"/>
            <a:ext cx="1114425" cy="400050"/>
          </a:xfrm>
          <a:custGeom xmlns:a="http://schemas.openxmlformats.org/drawingml/2006/main">
            <a:pathLst>
              <a:path w="1114425" h="400050">
                <a:moveTo>
                  <a:pt x="0" y="400050"/>
                </a:moveTo>
                <a:lnTo>
                  <a:pt x="0" y="342900"/>
                </a:lnTo>
                <a:lnTo>
                  <a:pt x="1114425" y="342900"/>
                </a:lnTo>
                <a:lnTo>
                  <a:pt x="1114425" y="0"/>
                </a:lnTo>
                <a:lnTo>
                  <a:pt x="581025" y="0"/>
                </a:lnTo>
              </a:path>
            </a:pathLst>
          </a:custGeom>
          <a:noFill xmlns:a="http://schemas.openxmlformats.org/drawingml/2006/main"/>
          <a:ln xmlns:a="http://schemas.openxmlformats.org/drawingml/2006/main" w="10478">
            <a:solidFill>
              <a:srgbClr val="000000"/>
            </a:solidFill>
            <a:prstDash val="dash"/>
          </a:ln>
        </p:spPr>
      </p:sp>
      <p:sp>
        <p:nvSpPr>
          <p:cNvPr id="245" name="dp41-comparison / n224 / arrow">
            <a:extLst xmlns:a="http://schemas.openxmlformats.org/drawingml/2006/main">
              <a:ext uri="{FF2B5EF4-FFF2-40B4-BE49-F238E27FC236}">
                <a16:creationId xmlns:a16="http://schemas.microsoft.com/office/drawing/2014/main" id="{53070FD0-9EA9-4A43-9A90-FBE2D594AE12}"/>
              </a:ext>
            </a:extLst>
          </p:cNvPr>
          <p:cNvSpPr>
            <a:spLocks xmlns:a="http://schemas.openxmlformats.org/drawingml/2006/main" noGrp="1"/>
          </p:cNvSpPr>
          <p:nvPr/>
        </p:nvSpPr>
        <p:spPr>
          <a:xfrm xmlns:a="http://schemas.openxmlformats.org/drawingml/2006/main">
            <a:off x="17145000" y="62148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6" name="dp41-comparison / n227 / path">
            <a:extLst xmlns:a="http://schemas.openxmlformats.org/drawingml/2006/main">
              <a:ext uri="{FF2B5EF4-FFF2-40B4-BE49-F238E27FC236}">
                <a16:creationId xmlns:a16="http://schemas.microsoft.com/office/drawing/2014/main" id="{D2A062ED-D136-44B1-9AB4-5E8B1F9D11B5}"/>
              </a:ext>
            </a:extLst>
          </p:cNvPr>
          <p:cNvSpPr>
            <a:spLocks xmlns:a="http://schemas.openxmlformats.org/drawingml/2006/main" noGrp="1"/>
          </p:cNvSpPr>
          <p:nvPr/>
        </p:nvSpPr>
        <p:spPr>
          <a:xfrm xmlns:a="http://schemas.openxmlformats.org/drawingml/2006/main">
            <a:off x="9763125" y="7067550"/>
            <a:ext cx="7953375" cy="953"/>
          </a:xfrm>
          <a:custGeom xmlns:a="http://schemas.openxmlformats.org/drawingml/2006/main">
            <a:pathLst>
              <a:path w="7953375" h="953">
                <a:moveTo>
                  <a:pt x="0" y="0"/>
                </a:moveTo>
                <a:lnTo>
                  <a:pt x="7953375" y="0"/>
                </a:lnTo>
              </a:path>
            </a:pathLst>
          </a:custGeom>
          <a:noFill xmlns:a="http://schemas.openxmlformats.org/drawingml/2006/main"/>
          <a:ln xmlns:a="http://schemas.openxmlformats.org/drawingml/2006/main" w="10478">
            <a:solidFill>
              <a:srgbClr val="000000"/>
            </a:solidFill>
            <a:prstDash val="solid"/>
          </a:ln>
        </p:spPr>
      </p:sp>
      <p:sp>
        <p:nvSpPr>
          <p:cNvPr id="247" name="dp41-comparison / n230">
            <a:extLst xmlns:a="http://schemas.openxmlformats.org/drawingml/2006/main">
              <a:ext uri="{FF2B5EF4-FFF2-40B4-BE49-F238E27FC236}">
                <a16:creationId xmlns:a16="http://schemas.microsoft.com/office/drawing/2014/main" id="{ED672ACB-13A1-427B-88A1-93987E731A7D}"/>
              </a:ext>
            </a:extLst>
          </p:cNvPr>
          <p:cNvSpPr>
            <a:spLocks xmlns:a="http://schemas.openxmlformats.org/drawingml/2006/main" noGrp="1"/>
          </p:cNvSpPr>
          <p:nvPr/>
        </p:nvSpPr>
        <p:spPr>
          <a:xfrm xmlns:a="http://schemas.openxmlformats.org/drawingml/2006/main">
            <a:off x="9858375" y="7362825"/>
            <a:ext cx="16192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8" name="dp41-comparison / n231 / text 1">
            <a:extLst xmlns:a="http://schemas.openxmlformats.org/drawingml/2006/main">
              <a:ext uri="{FF2B5EF4-FFF2-40B4-BE49-F238E27FC236}">
                <a16:creationId xmlns:a16="http://schemas.microsoft.com/office/drawing/2014/main" id="{3913E630-237B-4129-8678-12F600DE689B}"/>
              </a:ext>
            </a:extLst>
          </p:cNvPr>
          <p:cNvSpPr>
            <a:spLocks xmlns:a="http://schemas.openxmlformats.org/drawingml/2006/main" noGrp="1"/>
          </p:cNvSpPr>
          <p:nvPr/>
        </p:nvSpPr>
        <p:spPr>
          <a:xfrm xmlns:a="http://schemas.openxmlformats.org/drawingml/2006/main">
            <a:off x="9944100" y="7403306"/>
            <a:ext cx="14478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RequestFrame</a:t>
            </a:r>
          </a:p>
        </p:txBody>
      </p:sp>
      <p:sp>
        <p:nvSpPr>
          <p:cNvPr id="249" name="dp41-comparison / n232">
            <a:extLst xmlns:a="http://schemas.openxmlformats.org/drawingml/2006/main">
              <a:ext uri="{FF2B5EF4-FFF2-40B4-BE49-F238E27FC236}">
                <a16:creationId xmlns:a16="http://schemas.microsoft.com/office/drawing/2014/main" id="{CDA64F37-F89D-47AB-9E23-9BFED4380993}"/>
              </a:ext>
            </a:extLst>
          </p:cNvPr>
          <p:cNvSpPr>
            <a:spLocks xmlns:a="http://schemas.openxmlformats.org/drawingml/2006/main" noGrp="1"/>
          </p:cNvSpPr>
          <p:nvPr/>
        </p:nvSpPr>
        <p:spPr>
          <a:xfrm xmlns:a="http://schemas.openxmlformats.org/drawingml/2006/main">
            <a:off x="11906250" y="7362825"/>
            <a:ext cx="1476375"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0" name="dp41-comparison / n233 / text 1">
            <a:extLst xmlns:a="http://schemas.openxmlformats.org/drawingml/2006/main">
              <a:ext uri="{FF2B5EF4-FFF2-40B4-BE49-F238E27FC236}">
                <a16:creationId xmlns:a16="http://schemas.microsoft.com/office/drawing/2014/main" id="{ED938240-FDB4-4CEF-B7DA-4FF849772845}"/>
              </a:ext>
            </a:extLst>
          </p:cNvPr>
          <p:cNvSpPr>
            <a:spLocks xmlns:a="http://schemas.openxmlformats.org/drawingml/2006/main" noGrp="1"/>
          </p:cNvSpPr>
          <p:nvPr/>
        </p:nvSpPr>
        <p:spPr>
          <a:xfrm xmlns:a="http://schemas.openxmlformats.org/drawingml/2006/main">
            <a:off x="11991975" y="7403306"/>
            <a:ext cx="1304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코드: 항목 검사</a:t>
            </a:r>
          </a:p>
        </p:txBody>
      </p:sp>
      <p:sp>
        <p:nvSpPr>
          <p:cNvPr id="251" name="dp41-comparison / n234">
            <a:extLst xmlns:a="http://schemas.openxmlformats.org/drawingml/2006/main">
              <a:ext uri="{FF2B5EF4-FFF2-40B4-BE49-F238E27FC236}">
                <a16:creationId xmlns:a16="http://schemas.microsoft.com/office/drawing/2014/main" id="{53BC8B53-18D0-463E-B849-3124269DD635}"/>
              </a:ext>
            </a:extLst>
          </p:cNvPr>
          <p:cNvSpPr>
            <a:spLocks xmlns:a="http://schemas.openxmlformats.org/drawingml/2006/main" noGrp="1"/>
          </p:cNvSpPr>
          <p:nvPr/>
        </p:nvSpPr>
        <p:spPr>
          <a:xfrm xmlns:a="http://schemas.openxmlformats.org/drawingml/2006/main">
            <a:off x="13811250" y="7296150"/>
            <a:ext cx="1333500" cy="4000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252" name="dp41-comparison / n235 / text 1">
            <a:extLst xmlns:a="http://schemas.openxmlformats.org/drawingml/2006/main">
              <a:ext uri="{FF2B5EF4-FFF2-40B4-BE49-F238E27FC236}">
                <a16:creationId xmlns:a16="http://schemas.microsoft.com/office/drawing/2014/main" id="{80F6FA0D-FEE6-46F7-8DE7-8A4465F39B59}"/>
              </a:ext>
            </a:extLst>
          </p:cNvPr>
          <p:cNvSpPr>
            <a:spLocks xmlns:a="http://schemas.openxmlformats.org/drawingml/2006/main" noGrp="1"/>
          </p:cNvSpPr>
          <p:nvPr/>
        </p:nvSpPr>
        <p:spPr>
          <a:xfrm xmlns:a="http://schemas.openxmlformats.org/drawingml/2006/main">
            <a:off x="13896975" y="7403306"/>
            <a:ext cx="1162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다음 처리?</a:t>
            </a:r>
          </a:p>
        </p:txBody>
      </p:sp>
      <p:sp>
        <p:nvSpPr>
          <p:cNvPr id="253" name="dp41-comparison / n236">
            <a:extLst xmlns:a="http://schemas.openxmlformats.org/drawingml/2006/main">
              <a:ext uri="{FF2B5EF4-FFF2-40B4-BE49-F238E27FC236}">
                <a16:creationId xmlns:a16="http://schemas.microsoft.com/office/drawing/2014/main" id="{7CEA4B77-A14C-41EC-A887-62462456F894}"/>
              </a:ext>
            </a:extLst>
          </p:cNvPr>
          <p:cNvSpPr>
            <a:spLocks xmlns:a="http://schemas.openxmlformats.org/drawingml/2006/main" noGrp="1"/>
          </p:cNvSpPr>
          <p:nvPr/>
        </p:nvSpPr>
        <p:spPr>
          <a:xfrm xmlns:a="http://schemas.openxmlformats.org/drawingml/2006/main">
            <a:off x="15811500" y="7362825"/>
            <a:ext cx="1714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4" name="dp41-comparison / n237 / text 1">
            <a:extLst xmlns:a="http://schemas.openxmlformats.org/drawingml/2006/main">
              <a:ext uri="{FF2B5EF4-FFF2-40B4-BE49-F238E27FC236}">
                <a16:creationId xmlns:a16="http://schemas.microsoft.com/office/drawing/2014/main" id="{FA7C4289-16A4-41E0-9AB8-CC9BEDC23473}"/>
              </a:ext>
            </a:extLst>
          </p:cNvPr>
          <p:cNvSpPr>
            <a:spLocks xmlns:a="http://schemas.openxmlformats.org/drawingml/2006/main" noGrp="1"/>
          </p:cNvSpPr>
          <p:nvPr/>
        </p:nvSpPr>
        <p:spPr>
          <a:xfrm xmlns:a="http://schemas.openxmlformats.org/drawingml/2006/main">
            <a:off x="15897225" y="7403306"/>
            <a:ext cx="1543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도구: 자료 조회</a:t>
            </a:r>
          </a:p>
        </p:txBody>
      </p:sp>
      <p:sp>
        <p:nvSpPr>
          <p:cNvPr id="255" name="dp41-comparison / n238">
            <a:extLst xmlns:a="http://schemas.openxmlformats.org/drawingml/2006/main">
              <a:ext uri="{FF2B5EF4-FFF2-40B4-BE49-F238E27FC236}">
                <a16:creationId xmlns:a16="http://schemas.microsoft.com/office/drawing/2014/main" id="{6BC10E1A-6490-4F9F-B2C8-D967B3101C8E}"/>
              </a:ext>
            </a:extLst>
          </p:cNvPr>
          <p:cNvSpPr>
            <a:spLocks xmlns:a="http://schemas.openxmlformats.org/drawingml/2006/main" noGrp="1"/>
          </p:cNvSpPr>
          <p:nvPr/>
        </p:nvSpPr>
        <p:spPr>
          <a:xfrm xmlns:a="http://schemas.openxmlformats.org/drawingml/2006/main">
            <a:off x="9953625" y="7953375"/>
            <a:ext cx="2095500"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6" name="dp41-comparison / n239 / text 1">
            <a:extLst xmlns:a="http://schemas.openxmlformats.org/drawingml/2006/main">
              <a:ext uri="{FF2B5EF4-FFF2-40B4-BE49-F238E27FC236}">
                <a16:creationId xmlns:a16="http://schemas.microsoft.com/office/drawing/2014/main" id="{86AE14B9-8E10-4840-8C3F-F32C07E41BC6}"/>
              </a:ext>
            </a:extLst>
          </p:cNvPr>
          <p:cNvSpPr>
            <a:spLocks xmlns:a="http://schemas.openxmlformats.org/drawingml/2006/main" noGrp="1"/>
          </p:cNvSpPr>
          <p:nvPr/>
        </p:nvSpPr>
        <p:spPr>
          <a:xfrm xmlns:a="http://schemas.openxmlformats.org/drawingml/2006/main">
            <a:off x="10039350" y="7998619"/>
            <a:ext cx="1924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특정 항목 해석</a:t>
            </a:r>
          </a:p>
        </p:txBody>
      </p:sp>
      <p:sp>
        <p:nvSpPr>
          <p:cNvPr id="257" name="dp41-comparison / n240">
            <a:extLst xmlns:a="http://schemas.openxmlformats.org/drawingml/2006/main">
              <a:ext uri="{FF2B5EF4-FFF2-40B4-BE49-F238E27FC236}">
                <a16:creationId xmlns:a16="http://schemas.microsoft.com/office/drawing/2014/main" id="{BAC0646D-4FE5-483F-AFDD-AB6CF80B209E}"/>
              </a:ext>
            </a:extLst>
          </p:cNvPr>
          <p:cNvSpPr>
            <a:spLocks xmlns:a="http://schemas.openxmlformats.org/drawingml/2006/main" noGrp="1"/>
          </p:cNvSpPr>
          <p:nvPr/>
        </p:nvSpPr>
        <p:spPr>
          <a:xfrm xmlns:a="http://schemas.openxmlformats.org/drawingml/2006/main">
            <a:off x="15621000" y="7953375"/>
            <a:ext cx="1905000"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8" name="dp41-comparison / n241 / text 1">
            <a:extLst xmlns:a="http://schemas.openxmlformats.org/drawingml/2006/main">
              <a:ext uri="{FF2B5EF4-FFF2-40B4-BE49-F238E27FC236}">
                <a16:creationId xmlns:a16="http://schemas.microsoft.com/office/drawing/2014/main" id="{5CEBBAD6-E028-4AB5-B20C-05A1A8FD77C8}"/>
              </a:ext>
            </a:extLst>
          </p:cNvPr>
          <p:cNvSpPr>
            <a:spLocks xmlns:a="http://schemas.openxmlformats.org/drawingml/2006/main" noGrp="1"/>
          </p:cNvSpPr>
          <p:nvPr/>
        </p:nvSpPr>
        <p:spPr>
          <a:xfrm xmlns:a="http://schemas.openxmlformats.org/drawingml/2006/main">
            <a:off x="15706725" y="7998619"/>
            <a:ext cx="1733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코드: 의미 / 질문 제안</a:t>
            </a:r>
          </a:p>
        </p:txBody>
      </p:sp>
      <p:sp>
        <p:nvSpPr>
          <p:cNvPr id="259" name="dp41-comparison / n242 / path">
            <a:extLst xmlns:a="http://schemas.openxmlformats.org/drawingml/2006/main">
              <a:ext uri="{FF2B5EF4-FFF2-40B4-BE49-F238E27FC236}">
                <a16:creationId xmlns:a16="http://schemas.microsoft.com/office/drawing/2014/main" id="{70375DBF-BDA8-4F47-9994-EF3E6AE5C853}"/>
              </a:ext>
            </a:extLst>
          </p:cNvPr>
          <p:cNvSpPr>
            <a:spLocks xmlns:a="http://schemas.openxmlformats.org/drawingml/2006/main" noGrp="1"/>
          </p:cNvSpPr>
          <p:nvPr/>
        </p:nvSpPr>
        <p:spPr>
          <a:xfrm xmlns:a="http://schemas.openxmlformats.org/drawingml/2006/main">
            <a:off x="11477625" y="7496175"/>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260" name="dp41-comparison / n242 / arrow">
            <a:extLst xmlns:a="http://schemas.openxmlformats.org/drawingml/2006/main">
              <a:ext uri="{FF2B5EF4-FFF2-40B4-BE49-F238E27FC236}">
                <a16:creationId xmlns:a16="http://schemas.microsoft.com/office/drawing/2014/main" id="{BF398182-95E9-492B-8969-33C1BB894E4D}"/>
              </a:ext>
            </a:extLst>
          </p:cNvPr>
          <p:cNvSpPr>
            <a:spLocks xmlns:a="http://schemas.openxmlformats.org/drawingml/2006/main" noGrp="1"/>
          </p:cNvSpPr>
          <p:nvPr/>
        </p:nvSpPr>
        <p:spPr>
          <a:xfrm xmlns:a="http://schemas.openxmlformats.org/drawingml/2006/main">
            <a:off x="11839194"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1" name="dp41-comparison / n243 / path">
            <a:extLst xmlns:a="http://schemas.openxmlformats.org/drawingml/2006/main">
              <a:ext uri="{FF2B5EF4-FFF2-40B4-BE49-F238E27FC236}">
                <a16:creationId xmlns:a16="http://schemas.microsoft.com/office/drawing/2014/main" id="{9AB40403-C3A9-472B-87D8-8DB7705AF545}"/>
              </a:ext>
            </a:extLst>
          </p:cNvPr>
          <p:cNvSpPr>
            <a:spLocks xmlns:a="http://schemas.openxmlformats.org/drawingml/2006/main" noGrp="1"/>
          </p:cNvSpPr>
          <p:nvPr/>
        </p:nvSpPr>
        <p:spPr>
          <a:xfrm xmlns:a="http://schemas.openxmlformats.org/drawingml/2006/main">
            <a:off x="13382625" y="7496175"/>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262" name="dp41-comparison / n243 / arrow">
            <a:extLst xmlns:a="http://schemas.openxmlformats.org/drawingml/2006/main">
              <a:ext uri="{FF2B5EF4-FFF2-40B4-BE49-F238E27FC236}">
                <a16:creationId xmlns:a16="http://schemas.microsoft.com/office/drawing/2014/main" id="{227C357C-D6D7-417A-838D-D9B9C8FA83B4}"/>
              </a:ext>
            </a:extLst>
          </p:cNvPr>
          <p:cNvSpPr>
            <a:spLocks xmlns:a="http://schemas.openxmlformats.org/drawingml/2006/main" noGrp="1"/>
          </p:cNvSpPr>
          <p:nvPr/>
        </p:nvSpPr>
        <p:spPr>
          <a:xfrm xmlns:a="http://schemas.openxmlformats.org/drawingml/2006/main">
            <a:off x="13744194"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3" name="dp41-comparison / n244 / path">
            <a:extLst xmlns:a="http://schemas.openxmlformats.org/drawingml/2006/main">
              <a:ext uri="{FF2B5EF4-FFF2-40B4-BE49-F238E27FC236}">
                <a16:creationId xmlns:a16="http://schemas.microsoft.com/office/drawing/2014/main" id="{FC3B51D3-CC3E-4F0B-86FF-91B2E5DC6968}"/>
              </a:ext>
            </a:extLst>
          </p:cNvPr>
          <p:cNvSpPr>
            <a:spLocks xmlns:a="http://schemas.openxmlformats.org/drawingml/2006/main" noGrp="1"/>
          </p:cNvSpPr>
          <p:nvPr/>
        </p:nvSpPr>
        <p:spPr>
          <a:xfrm xmlns:a="http://schemas.openxmlformats.org/drawingml/2006/main">
            <a:off x="15144750" y="7496175"/>
            <a:ext cx="666750" cy="953"/>
          </a:xfrm>
          <a:custGeom xmlns:a="http://schemas.openxmlformats.org/drawingml/2006/main">
            <a:pathLst>
              <a:path w="666750" h="953">
                <a:moveTo>
                  <a:pt x="0" y="0"/>
                </a:moveTo>
                <a:lnTo>
                  <a:pt x="666750" y="0"/>
                </a:lnTo>
              </a:path>
            </a:pathLst>
          </a:custGeom>
          <a:noFill xmlns:a="http://schemas.openxmlformats.org/drawingml/2006/main"/>
          <a:ln xmlns:a="http://schemas.openxmlformats.org/drawingml/2006/main" w="10478">
            <a:solidFill>
              <a:srgbClr val="000000"/>
            </a:solidFill>
            <a:prstDash val="solid"/>
          </a:ln>
        </p:spPr>
      </p:sp>
      <p:sp>
        <p:nvSpPr>
          <p:cNvPr id="264" name="dp41-comparison / n244 / arrow">
            <a:extLst xmlns:a="http://schemas.openxmlformats.org/drawingml/2006/main">
              <a:ext uri="{FF2B5EF4-FFF2-40B4-BE49-F238E27FC236}">
                <a16:creationId xmlns:a16="http://schemas.microsoft.com/office/drawing/2014/main" id="{7B3BDD30-68B2-4504-BF2F-FE5397468F41}"/>
              </a:ext>
            </a:extLst>
          </p:cNvPr>
          <p:cNvSpPr>
            <a:spLocks xmlns:a="http://schemas.openxmlformats.org/drawingml/2006/main" noGrp="1"/>
          </p:cNvSpPr>
          <p:nvPr/>
        </p:nvSpPr>
        <p:spPr>
          <a:xfrm xmlns:a="http://schemas.openxmlformats.org/drawingml/2006/main">
            <a:off x="15744444"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5" name="dp41-comparison / n247 / path">
            <a:extLst xmlns:a="http://schemas.openxmlformats.org/drawingml/2006/main">
              <a:ext uri="{FF2B5EF4-FFF2-40B4-BE49-F238E27FC236}">
                <a16:creationId xmlns:a16="http://schemas.microsoft.com/office/drawing/2014/main" id="{85C03CC5-AA38-4EA3-980A-6AC43AAD8FB7}"/>
              </a:ext>
            </a:extLst>
          </p:cNvPr>
          <p:cNvSpPr>
            <a:spLocks xmlns:a="http://schemas.openxmlformats.org/drawingml/2006/main" noGrp="1"/>
          </p:cNvSpPr>
          <p:nvPr/>
        </p:nvSpPr>
        <p:spPr>
          <a:xfrm xmlns:a="http://schemas.openxmlformats.org/drawingml/2006/main">
            <a:off x="12644438" y="7629525"/>
            <a:ext cx="4024313" cy="152400"/>
          </a:xfrm>
          <a:custGeom xmlns:a="http://schemas.openxmlformats.org/drawingml/2006/main">
            <a:pathLst>
              <a:path w="4024313" h="152400">
                <a:moveTo>
                  <a:pt x="4024313" y="0"/>
                </a:moveTo>
                <a:lnTo>
                  <a:pt x="4024313" y="152400"/>
                </a:lnTo>
                <a:lnTo>
                  <a:pt x="0" y="152400"/>
                </a:lnTo>
                <a:lnTo>
                  <a:pt x="0" y="0"/>
                </a:lnTo>
              </a:path>
            </a:pathLst>
          </a:custGeom>
          <a:noFill xmlns:a="http://schemas.openxmlformats.org/drawingml/2006/main"/>
          <a:ln xmlns:a="http://schemas.openxmlformats.org/drawingml/2006/main" w="10478">
            <a:solidFill>
              <a:srgbClr val="000000"/>
            </a:solidFill>
            <a:prstDash val="solid"/>
          </a:ln>
        </p:spPr>
      </p:sp>
      <p:sp>
        <p:nvSpPr>
          <p:cNvPr id="266" name="dp41-comparison / n247 / arrow">
            <a:extLst xmlns:a="http://schemas.openxmlformats.org/drawingml/2006/main">
              <a:ext uri="{FF2B5EF4-FFF2-40B4-BE49-F238E27FC236}">
                <a16:creationId xmlns:a16="http://schemas.microsoft.com/office/drawing/2014/main" id="{46BF9B8A-87FD-4351-B8E2-811989B3B79F}"/>
              </a:ext>
            </a:extLst>
          </p:cNvPr>
          <p:cNvSpPr>
            <a:spLocks xmlns:a="http://schemas.openxmlformats.org/drawingml/2006/main" noGrp="1"/>
          </p:cNvSpPr>
          <p:nvPr/>
        </p:nvSpPr>
        <p:spPr>
          <a:xfrm xmlns:a="http://schemas.openxmlformats.org/drawingml/2006/main">
            <a:off x="12610910" y="76295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67" name="dp41-comparison / n250 / path">
            <a:extLst xmlns:a="http://schemas.openxmlformats.org/drawingml/2006/main">
              <a:ext uri="{FF2B5EF4-FFF2-40B4-BE49-F238E27FC236}">
                <a16:creationId xmlns:a16="http://schemas.microsoft.com/office/drawing/2014/main" id="{3241D24F-4826-471D-B33D-01B9A98BF98E}"/>
              </a:ext>
            </a:extLst>
          </p:cNvPr>
          <p:cNvSpPr>
            <a:spLocks xmlns:a="http://schemas.openxmlformats.org/drawingml/2006/main" noGrp="1"/>
          </p:cNvSpPr>
          <p:nvPr/>
        </p:nvSpPr>
        <p:spPr>
          <a:xfrm xmlns:a="http://schemas.openxmlformats.org/drawingml/2006/main">
            <a:off x="12049125" y="7696200"/>
            <a:ext cx="2428875" cy="395288"/>
          </a:xfrm>
          <a:custGeom xmlns:a="http://schemas.openxmlformats.org/drawingml/2006/main">
            <a:pathLst>
              <a:path w="2428875" h="395288">
                <a:moveTo>
                  <a:pt x="2428875" y="0"/>
                </a:moveTo>
                <a:lnTo>
                  <a:pt x="2428875" y="190500"/>
                </a:lnTo>
                <a:lnTo>
                  <a:pt x="142875" y="190500"/>
                </a:lnTo>
                <a:lnTo>
                  <a:pt x="142875" y="395288"/>
                </a:lnTo>
                <a:lnTo>
                  <a:pt x="0" y="395288"/>
                </a:lnTo>
              </a:path>
            </a:pathLst>
          </a:custGeom>
          <a:noFill xmlns:a="http://schemas.openxmlformats.org/drawingml/2006/main"/>
          <a:ln xmlns:a="http://schemas.openxmlformats.org/drawingml/2006/main" w="10478">
            <a:solidFill>
              <a:srgbClr val="000000"/>
            </a:solidFill>
            <a:prstDash val="solid"/>
          </a:ln>
        </p:spPr>
      </p:sp>
      <p:sp>
        <p:nvSpPr>
          <p:cNvPr id="268" name="dp41-comparison / n250 / arrow">
            <a:extLst xmlns:a="http://schemas.openxmlformats.org/drawingml/2006/main">
              <a:ext uri="{FF2B5EF4-FFF2-40B4-BE49-F238E27FC236}">
                <a16:creationId xmlns:a16="http://schemas.microsoft.com/office/drawing/2014/main" id="{206710E7-F611-4258-B5E3-1B28651777DE}"/>
              </a:ext>
            </a:extLst>
          </p:cNvPr>
          <p:cNvSpPr>
            <a:spLocks xmlns:a="http://schemas.openxmlformats.org/drawingml/2006/main" noGrp="1"/>
          </p:cNvSpPr>
          <p:nvPr/>
        </p:nvSpPr>
        <p:spPr>
          <a:xfrm xmlns:a="http://schemas.openxmlformats.org/drawingml/2006/main">
            <a:off x="12049125" y="805796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69" name="dp41-comparison / n253 / path">
            <a:extLst xmlns:a="http://schemas.openxmlformats.org/drawingml/2006/main">
              <a:ext uri="{FF2B5EF4-FFF2-40B4-BE49-F238E27FC236}">
                <a16:creationId xmlns:a16="http://schemas.microsoft.com/office/drawing/2014/main" id="{B5BEDB15-29C0-4B41-A097-50222F5EE269}"/>
              </a:ext>
            </a:extLst>
          </p:cNvPr>
          <p:cNvSpPr>
            <a:spLocks xmlns:a="http://schemas.openxmlformats.org/drawingml/2006/main" noGrp="1"/>
          </p:cNvSpPr>
          <p:nvPr/>
        </p:nvSpPr>
        <p:spPr>
          <a:xfrm xmlns:a="http://schemas.openxmlformats.org/drawingml/2006/main">
            <a:off x="11001375" y="7781925"/>
            <a:ext cx="1643063" cy="171450"/>
          </a:xfrm>
          <a:custGeom xmlns:a="http://schemas.openxmlformats.org/drawingml/2006/main">
            <a:pathLst>
              <a:path w="1643063" h="171450">
                <a:moveTo>
                  <a:pt x="0" y="171450"/>
                </a:moveTo>
                <a:lnTo>
                  <a:pt x="0" y="76200"/>
                </a:lnTo>
                <a:lnTo>
                  <a:pt x="1643063" y="76200"/>
                </a:lnTo>
                <a:lnTo>
                  <a:pt x="1643063" y="0"/>
                </a:lnTo>
              </a:path>
            </a:pathLst>
          </a:custGeom>
          <a:noFill xmlns:a="http://schemas.openxmlformats.org/drawingml/2006/main"/>
          <a:ln xmlns:a="http://schemas.openxmlformats.org/drawingml/2006/main" w="10478">
            <a:solidFill>
              <a:srgbClr val="000000"/>
            </a:solidFill>
            <a:prstDash val="solid"/>
          </a:ln>
        </p:spPr>
      </p:sp>
      <p:sp>
        <p:nvSpPr>
          <p:cNvPr id="270" name="dp41-comparison / n256 / path">
            <a:extLst xmlns:a="http://schemas.openxmlformats.org/drawingml/2006/main">
              <a:ext uri="{FF2B5EF4-FFF2-40B4-BE49-F238E27FC236}">
                <a16:creationId xmlns:a16="http://schemas.microsoft.com/office/drawing/2014/main" id="{ED8BE5DF-6699-4893-A41F-CB36AF226242}"/>
              </a:ext>
            </a:extLst>
          </p:cNvPr>
          <p:cNvSpPr>
            <a:spLocks xmlns:a="http://schemas.openxmlformats.org/drawingml/2006/main" noGrp="1"/>
          </p:cNvSpPr>
          <p:nvPr/>
        </p:nvSpPr>
        <p:spPr>
          <a:xfrm xmlns:a="http://schemas.openxmlformats.org/drawingml/2006/main">
            <a:off x="14478000" y="7696200"/>
            <a:ext cx="1143000" cy="395288"/>
          </a:xfrm>
          <a:custGeom xmlns:a="http://schemas.openxmlformats.org/drawingml/2006/main">
            <a:pathLst>
              <a:path w="1143000" h="395288">
                <a:moveTo>
                  <a:pt x="0" y="0"/>
                </a:moveTo>
                <a:lnTo>
                  <a:pt x="0" y="395288"/>
                </a:lnTo>
                <a:lnTo>
                  <a:pt x="1143000" y="395288"/>
                </a:lnTo>
              </a:path>
            </a:pathLst>
          </a:custGeom>
          <a:noFill xmlns:a="http://schemas.openxmlformats.org/drawingml/2006/main"/>
          <a:ln xmlns:a="http://schemas.openxmlformats.org/drawingml/2006/main" w="10478">
            <a:solidFill>
              <a:srgbClr val="000000"/>
            </a:solidFill>
            <a:prstDash val="solid"/>
          </a:ln>
        </p:spPr>
      </p:sp>
      <p:sp>
        <p:nvSpPr>
          <p:cNvPr id="271" name="dp41-comparison / n256 / arrow">
            <a:extLst xmlns:a="http://schemas.openxmlformats.org/drawingml/2006/main">
              <a:ext uri="{FF2B5EF4-FFF2-40B4-BE49-F238E27FC236}">
                <a16:creationId xmlns:a16="http://schemas.microsoft.com/office/drawing/2014/main" id="{C9ED5ECB-5645-4D51-9E66-CA003886574F}"/>
              </a:ext>
            </a:extLst>
          </p:cNvPr>
          <p:cNvSpPr>
            <a:spLocks xmlns:a="http://schemas.openxmlformats.org/drawingml/2006/main" noGrp="1"/>
          </p:cNvSpPr>
          <p:nvPr/>
        </p:nvSpPr>
        <p:spPr>
          <a:xfrm xmlns:a="http://schemas.openxmlformats.org/drawingml/2006/main">
            <a:off x="15553944" y="805796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72" name="dp41-comparison / n152">
            <a:extLst xmlns:a="http://schemas.openxmlformats.org/drawingml/2006/main">
              <a:ext uri="{FF2B5EF4-FFF2-40B4-BE49-F238E27FC236}">
                <a16:creationId xmlns:a16="http://schemas.microsoft.com/office/drawing/2014/main" id="{38C4C6E2-3FC6-402F-8D15-5285BAFCFD0B}"/>
              </a:ext>
            </a:extLst>
          </p:cNvPr>
          <p:cNvSpPr>
            <a:spLocks xmlns:a="http://schemas.openxmlformats.org/drawingml/2006/main" noGrp="1"/>
          </p:cNvSpPr>
          <p:nvPr/>
        </p:nvSpPr>
        <p:spPr>
          <a:xfrm xmlns:a="http://schemas.openxmlformats.org/drawingml/2006/main">
            <a:off x="9858375" y="2409825"/>
            <a:ext cx="1428750" cy="333375"/>
          </a:xfrm>
          <a:custGeom xmlns:a="http://schemas.openxmlformats.org/drawingml/2006/main">
            <a:pathLst>
              <a:path w="1428750" h="333375">
                <a:moveTo>
                  <a:pt x="0" y="0"/>
                </a:moveTo>
                <a:lnTo>
                  <a:pt x="1257300" y="0"/>
                </a:lnTo>
                <a:lnTo>
                  <a:pt x="1428750" y="171450"/>
                </a:lnTo>
                <a:lnTo>
                  <a:pt x="1428750" y="333375"/>
                </a:lnTo>
                <a:lnTo>
                  <a:pt x="0" y="333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3" name="dp41-comparison / n152 / fold">
            <a:extLst xmlns:a="http://schemas.openxmlformats.org/drawingml/2006/main">
              <a:ext uri="{FF2B5EF4-FFF2-40B4-BE49-F238E27FC236}">
                <a16:creationId xmlns:a16="http://schemas.microsoft.com/office/drawing/2014/main" id="{E8011258-C5DD-490E-8237-410E440F3F9F}"/>
              </a:ext>
            </a:extLst>
          </p:cNvPr>
          <p:cNvSpPr>
            <a:spLocks xmlns:a="http://schemas.openxmlformats.org/drawingml/2006/main" noGrp="1"/>
          </p:cNvSpPr>
          <p:nvPr/>
        </p:nvSpPr>
        <p:spPr>
          <a:xfrm xmlns:a="http://schemas.openxmlformats.org/drawingml/2006/main">
            <a:off x="11115675"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4" name="dp41-comparison / n153 / text 1">
            <a:extLst xmlns:a="http://schemas.openxmlformats.org/drawingml/2006/main">
              <a:ext uri="{FF2B5EF4-FFF2-40B4-BE49-F238E27FC236}">
                <a16:creationId xmlns:a16="http://schemas.microsoft.com/office/drawing/2014/main" id="{A8CC25CC-5DA9-44DC-B47F-168EC170604D}"/>
              </a:ext>
            </a:extLst>
          </p:cNvPr>
          <p:cNvSpPr>
            <a:spLocks xmlns:a="http://schemas.openxmlformats.org/drawingml/2006/main" noGrp="1"/>
          </p:cNvSpPr>
          <p:nvPr/>
        </p:nvSpPr>
        <p:spPr>
          <a:xfrm xmlns:a="http://schemas.openxmlformats.org/drawingml/2006/main">
            <a:off x="9953625" y="2466975"/>
            <a:ext cx="1162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사용자 발화</a:t>
            </a:r>
          </a:p>
        </p:txBody>
      </p:sp>
      <p:sp>
        <p:nvSpPr>
          <p:cNvPr id="275" name="dp41-comparison / n162">
            <a:extLst xmlns:a="http://schemas.openxmlformats.org/drawingml/2006/main">
              <a:ext uri="{FF2B5EF4-FFF2-40B4-BE49-F238E27FC236}">
                <a16:creationId xmlns:a16="http://schemas.microsoft.com/office/drawing/2014/main" id="{F3CD1F5B-06D8-4029-8A60-DF9A38A65F16}"/>
              </a:ext>
            </a:extLst>
          </p:cNvPr>
          <p:cNvSpPr>
            <a:spLocks xmlns:a="http://schemas.openxmlformats.org/drawingml/2006/main" noGrp="1"/>
          </p:cNvSpPr>
          <p:nvPr/>
        </p:nvSpPr>
        <p:spPr>
          <a:xfrm xmlns:a="http://schemas.openxmlformats.org/drawingml/2006/main">
            <a:off x="12792075" y="2943225"/>
            <a:ext cx="336994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6" name="dp41-comparison / n163 / text 1">
            <a:extLst xmlns:a="http://schemas.openxmlformats.org/drawingml/2006/main">
              <a:ext uri="{FF2B5EF4-FFF2-40B4-BE49-F238E27FC236}">
                <a16:creationId xmlns:a16="http://schemas.microsoft.com/office/drawing/2014/main" id="{FD5A7F12-8E4C-4505-B7A7-46323ADDDC11}"/>
              </a:ext>
            </a:extLst>
          </p:cNvPr>
          <p:cNvSpPr>
            <a:spLocks xmlns:a="http://schemas.openxmlformats.org/drawingml/2006/main" noGrp="1"/>
          </p:cNvSpPr>
          <p:nvPr/>
        </p:nvSpPr>
        <p:spPr>
          <a:xfrm xmlns:a="http://schemas.openxmlformats.org/drawingml/2006/main">
            <a:off x="12811125" y="2952750"/>
            <a:ext cx="4667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Model Access 경유 / 초기 프레임과 조건부 부분 해석</a:t>
            </a:r>
          </a:p>
        </p:txBody>
      </p:sp>
      <p:sp>
        <p:nvSpPr>
          <p:cNvPr id="277" name="dp41-comparison / n164">
            <a:extLst xmlns:a="http://schemas.openxmlformats.org/drawingml/2006/main">
              <a:ext uri="{FF2B5EF4-FFF2-40B4-BE49-F238E27FC236}">
                <a16:creationId xmlns:a16="http://schemas.microsoft.com/office/drawing/2014/main" id="{79B2746B-05F1-4283-8A35-27548CD3202C}"/>
              </a:ext>
            </a:extLst>
          </p:cNvPr>
          <p:cNvSpPr>
            <a:spLocks xmlns:a="http://schemas.openxmlformats.org/drawingml/2006/main" noGrp="1"/>
          </p:cNvSpPr>
          <p:nvPr/>
        </p:nvSpPr>
        <p:spPr>
          <a:xfrm xmlns:a="http://schemas.openxmlformats.org/drawingml/2006/main">
            <a:off x="9934575" y="3314700"/>
            <a:ext cx="5299139" cy="23622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8" name="dp41-comparison / n165 / text 1">
            <a:extLst xmlns:a="http://schemas.openxmlformats.org/drawingml/2006/main">
              <a:ext uri="{FF2B5EF4-FFF2-40B4-BE49-F238E27FC236}">
                <a16:creationId xmlns:a16="http://schemas.microsoft.com/office/drawing/2014/main" id="{E7AA4CA4-96ED-4E0B-B991-3D64767A5CED}"/>
              </a:ext>
            </a:extLst>
          </p:cNvPr>
          <p:cNvSpPr>
            <a:spLocks xmlns:a="http://schemas.openxmlformats.org/drawingml/2006/main" noGrp="1"/>
          </p:cNvSpPr>
          <p:nvPr/>
        </p:nvSpPr>
        <p:spPr>
          <a:xfrm xmlns:a="http://schemas.openxmlformats.org/drawingml/2006/main">
            <a:off x="9953625" y="3324225"/>
            <a:ext cx="76200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000000"/>
                </a:solidFill>
                <a:latin typeface="Apple SD Gothic Neo"/>
                <a:ea typeface="Apple SD Gothic Neo"/>
                <a:cs typeface="Apple SD Gothic Neo"/>
              </a:defRPr>
            </a:pPr>
            <a:r>
              <a:rPr sz="1425" b="0">
                <a:solidFill>
                  <a:srgbClr val="000000"/>
                </a:solidFill>
                <a:latin typeface="Apple SD Gothic Neo"/>
                <a:ea typeface="Apple SD Gothic Neo"/>
                <a:cs typeface="Apple SD Gothic Neo"/>
              </a:rPr>
              <a:t>B: 항목별 해결 상태를 보고 Engine 코드가 다음 처리 결정</a:t>
            </a:r>
          </a:p>
        </p:txBody>
      </p:sp>
      <p:sp>
        <p:nvSpPr>
          <p:cNvPr id="279" name="dp41-comparison / n168">
            <a:extLst xmlns:a="http://schemas.openxmlformats.org/drawingml/2006/main">
              <a:ext uri="{FF2B5EF4-FFF2-40B4-BE49-F238E27FC236}">
                <a16:creationId xmlns:a16="http://schemas.microsoft.com/office/drawing/2014/main" id="{841465F2-4F59-4BAE-BF83-7F86B3E32537}"/>
              </a:ext>
            </a:extLst>
          </p:cNvPr>
          <p:cNvSpPr>
            <a:spLocks xmlns:a="http://schemas.openxmlformats.org/drawingml/2006/main" noGrp="1"/>
          </p:cNvSpPr>
          <p:nvPr/>
        </p:nvSpPr>
        <p:spPr>
          <a:xfrm xmlns:a="http://schemas.openxmlformats.org/drawingml/2006/main">
            <a:off x="15792450" y="3324225"/>
            <a:ext cx="73056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0" name="dp41-comparison / n169 / text 1">
            <a:extLst xmlns:a="http://schemas.openxmlformats.org/drawingml/2006/main">
              <a:ext uri="{FF2B5EF4-FFF2-40B4-BE49-F238E27FC236}">
                <a16:creationId xmlns:a16="http://schemas.microsoft.com/office/drawing/2014/main" id="{6CA71C1C-582B-45EB-8F73-AF2B5635B613}"/>
              </a:ext>
            </a:extLst>
          </p:cNvPr>
          <p:cNvSpPr>
            <a:spLocks xmlns:a="http://schemas.openxmlformats.org/drawingml/2006/main" noGrp="1"/>
          </p:cNvSpPr>
          <p:nvPr/>
        </p:nvSpPr>
        <p:spPr>
          <a:xfrm xmlns:a="http://schemas.openxmlformats.org/drawingml/2006/main">
            <a:off x="15811500" y="3333750"/>
            <a:ext cx="17621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해석 시작</a:t>
            </a:r>
          </a:p>
        </p:txBody>
      </p:sp>
      <p:sp>
        <p:nvSpPr>
          <p:cNvPr id="281" name="dp41-comparison / n191">
            <a:extLst xmlns:a="http://schemas.openxmlformats.org/drawingml/2006/main">
              <a:ext uri="{FF2B5EF4-FFF2-40B4-BE49-F238E27FC236}">
                <a16:creationId xmlns:a16="http://schemas.microsoft.com/office/drawing/2014/main" id="{3865B89C-4179-4BBA-B481-103CDC10A32D}"/>
              </a:ext>
            </a:extLst>
          </p:cNvPr>
          <p:cNvSpPr>
            <a:spLocks xmlns:a="http://schemas.openxmlformats.org/drawingml/2006/main" noGrp="1"/>
          </p:cNvSpPr>
          <p:nvPr/>
        </p:nvSpPr>
        <p:spPr>
          <a:xfrm xmlns:a="http://schemas.openxmlformats.org/drawingml/2006/main">
            <a:off x="15078075" y="4657725"/>
            <a:ext cx="1255776"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2" name="dp41-comparison / n192 / text 1">
            <a:extLst xmlns:a="http://schemas.openxmlformats.org/drawingml/2006/main">
              <a:ext uri="{FF2B5EF4-FFF2-40B4-BE49-F238E27FC236}">
                <a16:creationId xmlns:a16="http://schemas.microsoft.com/office/drawing/2014/main" id="{D1590C30-845E-4610-9B9E-87D285D11A67}"/>
              </a:ext>
            </a:extLst>
          </p:cNvPr>
          <p:cNvSpPr>
            <a:spLocks xmlns:a="http://schemas.openxmlformats.org/drawingml/2006/main" noGrp="1"/>
          </p:cNvSpPr>
          <p:nvPr/>
        </p:nvSpPr>
        <p:spPr>
          <a:xfrm xmlns:a="http://schemas.openxmlformats.org/drawingml/2006/main">
            <a:off x="15097125" y="4667250"/>
            <a:ext cx="22860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② 코드가 선택한 조회</a:t>
            </a:r>
          </a:p>
        </p:txBody>
      </p:sp>
      <p:sp>
        <p:nvSpPr>
          <p:cNvPr id="283" name="dp41-comparison / n193">
            <a:extLst xmlns:a="http://schemas.openxmlformats.org/drawingml/2006/main">
              <a:ext uri="{FF2B5EF4-FFF2-40B4-BE49-F238E27FC236}">
                <a16:creationId xmlns:a16="http://schemas.microsoft.com/office/drawing/2014/main" id="{C6BF0BE9-6FCD-42BB-A642-54C4BB65A8DA}"/>
              </a:ext>
            </a:extLst>
          </p:cNvPr>
          <p:cNvSpPr>
            <a:spLocks xmlns:a="http://schemas.openxmlformats.org/drawingml/2006/main" noGrp="1"/>
          </p:cNvSpPr>
          <p:nvPr/>
        </p:nvSpPr>
        <p:spPr>
          <a:xfrm xmlns:a="http://schemas.openxmlformats.org/drawingml/2006/main">
            <a:off x="15078075" y="4791075"/>
            <a:ext cx="184404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4" name="dp41-comparison / n194 / text 1">
            <a:extLst xmlns:a="http://schemas.openxmlformats.org/drawingml/2006/main">
              <a:ext uri="{FF2B5EF4-FFF2-40B4-BE49-F238E27FC236}">
                <a16:creationId xmlns:a16="http://schemas.microsoft.com/office/drawing/2014/main" id="{A4594583-2F9A-4D4A-BECF-A7C71F6AE39E}"/>
              </a:ext>
            </a:extLst>
          </p:cNvPr>
          <p:cNvSpPr>
            <a:spLocks xmlns:a="http://schemas.openxmlformats.org/drawingml/2006/main" noGrp="1"/>
          </p:cNvSpPr>
          <p:nvPr/>
        </p:nvSpPr>
        <p:spPr>
          <a:xfrm xmlns:a="http://schemas.openxmlformats.org/drawingml/2006/main">
            <a:off x="15097125" y="4800600"/>
            <a:ext cx="2238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task_retrieve / context_retrieve</a:t>
            </a:r>
          </a:p>
        </p:txBody>
      </p:sp>
      <p:sp>
        <p:nvSpPr>
          <p:cNvPr id="285" name="dp41-comparison / n199">
            <a:extLst xmlns:a="http://schemas.openxmlformats.org/drawingml/2006/main">
              <a:ext uri="{FF2B5EF4-FFF2-40B4-BE49-F238E27FC236}">
                <a16:creationId xmlns:a16="http://schemas.microsoft.com/office/drawing/2014/main" id="{2A57F1BE-C746-4C26-9FA0-9E24AA7EFDC1}"/>
              </a:ext>
            </a:extLst>
          </p:cNvPr>
          <p:cNvSpPr>
            <a:spLocks xmlns:a="http://schemas.openxmlformats.org/drawingml/2006/main" noGrp="1"/>
          </p:cNvSpPr>
          <p:nvPr/>
        </p:nvSpPr>
        <p:spPr>
          <a:xfrm xmlns:a="http://schemas.openxmlformats.org/drawingml/2006/main">
            <a:off x="15078075" y="4933950"/>
            <a:ext cx="142779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6" name="dp41-comparison / n200 / text 1">
            <a:extLst xmlns:a="http://schemas.openxmlformats.org/drawingml/2006/main">
              <a:ext uri="{FF2B5EF4-FFF2-40B4-BE49-F238E27FC236}">
                <a16:creationId xmlns:a16="http://schemas.microsoft.com/office/drawing/2014/main" id="{7387F158-C13A-4000-9FEF-1A08CA329490}"/>
              </a:ext>
            </a:extLst>
          </p:cNvPr>
          <p:cNvSpPr>
            <a:spLocks xmlns:a="http://schemas.openxmlformats.org/drawingml/2006/main" noGrp="1"/>
          </p:cNvSpPr>
          <p:nvPr/>
        </p:nvSpPr>
        <p:spPr>
          <a:xfrm xmlns:a="http://schemas.openxmlformats.org/drawingml/2006/main">
            <a:off x="15097125" y="4943475"/>
            <a:ext cx="22383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④ 해결 상태로 코드 재검사</a:t>
            </a:r>
          </a:p>
        </p:txBody>
      </p:sp>
      <p:sp>
        <p:nvSpPr>
          <p:cNvPr id="287" name="dp41-comparison / n202">
            <a:extLst xmlns:a="http://schemas.openxmlformats.org/drawingml/2006/main">
              <a:ext uri="{FF2B5EF4-FFF2-40B4-BE49-F238E27FC236}">
                <a16:creationId xmlns:a16="http://schemas.microsoft.com/office/drawing/2014/main" id="{E4E3F517-0BC9-4D9B-AFF7-A4C9185722DC}"/>
              </a:ext>
            </a:extLst>
          </p:cNvPr>
          <p:cNvSpPr>
            <a:spLocks xmlns:a="http://schemas.openxmlformats.org/drawingml/2006/main" noGrp="1"/>
          </p:cNvSpPr>
          <p:nvPr/>
        </p:nvSpPr>
        <p:spPr>
          <a:xfrm xmlns:a="http://schemas.openxmlformats.org/drawingml/2006/main">
            <a:off x="12992100" y="5486400"/>
            <a:ext cx="1697355" cy="2476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8" name="dp41-comparison / n203 / text 1">
            <a:extLst xmlns:a="http://schemas.openxmlformats.org/drawingml/2006/main">
              <a:ext uri="{FF2B5EF4-FFF2-40B4-BE49-F238E27FC236}">
                <a16:creationId xmlns:a16="http://schemas.microsoft.com/office/drawing/2014/main" id="{3E58FCC7-4BED-4A02-8EC3-A259DF740327}"/>
              </a:ext>
            </a:extLst>
          </p:cNvPr>
          <p:cNvSpPr>
            <a:spLocks xmlns:a="http://schemas.openxmlformats.org/drawingml/2006/main" noGrp="1"/>
          </p:cNvSpPr>
          <p:nvPr/>
        </p:nvSpPr>
        <p:spPr>
          <a:xfrm xmlns:a="http://schemas.openxmlformats.org/drawingml/2006/main">
            <a:off x="13011150" y="5495925"/>
            <a:ext cx="19050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report: 두 후보 → 확인 뒤 Task1</a:t>
            </a:r>
          </a:p>
        </p:txBody>
      </p:sp>
      <p:sp>
        <p:nvSpPr>
          <p:cNvPr id="289" name="dp41-comparison / n203 / text 2">
            <a:extLst xmlns:a="http://schemas.openxmlformats.org/drawingml/2006/main">
              <a:ext uri="{FF2B5EF4-FFF2-40B4-BE49-F238E27FC236}">
                <a16:creationId xmlns:a16="http://schemas.microsoft.com/office/drawing/2014/main" id="{12EDF695-58BF-4244-A349-3BB060F91115}"/>
              </a:ext>
            </a:extLst>
          </p:cNvPr>
          <p:cNvSpPr>
            <a:spLocks xmlns:a="http://schemas.openxmlformats.org/drawingml/2006/main" noGrp="1"/>
          </p:cNvSpPr>
          <p:nvPr/>
        </p:nvSpPr>
        <p:spPr>
          <a:xfrm xmlns:a="http://schemas.openxmlformats.org/drawingml/2006/main">
            <a:off x="13011150" y="5610225"/>
            <a:ext cx="19050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table: 선택한 표 연결</a:t>
            </a:r>
          </a:p>
        </p:txBody>
      </p:sp>
      <p:sp>
        <p:nvSpPr>
          <p:cNvPr id="290" name="dp41-comparison / n205">
            <a:extLst xmlns:a="http://schemas.openxmlformats.org/drawingml/2006/main">
              <a:ext uri="{FF2B5EF4-FFF2-40B4-BE49-F238E27FC236}">
                <a16:creationId xmlns:a16="http://schemas.microsoft.com/office/drawing/2014/main" id="{923CE388-B884-41D9-AF78-71DB9EC95960}"/>
              </a:ext>
            </a:extLst>
          </p:cNvPr>
          <p:cNvSpPr>
            <a:spLocks xmlns:a="http://schemas.openxmlformats.org/drawingml/2006/main" noGrp="1"/>
          </p:cNvSpPr>
          <p:nvPr/>
        </p:nvSpPr>
        <p:spPr>
          <a:xfrm xmlns:a="http://schemas.openxmlformats.org/drawingml/2006/main">
            <a:off x="15078075" y="5543550"/>
            <a:ext cx="169811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1" name="dp41-comparison / n206 / text 1">
            <a:extLst xmlns:a="http://schemas.openxmlformats.org/drawingml/2006/main">
              <a:ext uri="{FF2B5EF4-FFF2-40B4-BE49-F238E27FC236}">
                <a16:creationId xmlns:a16="http://schemas.microsoft.com/office/drawing/2014/main" id="{B07C3822-954B-479D-8843-744F40C1FB41}"/>
              </a:ext>
            </a:extLst>
          </p:cNvPr>
          <p:cNvSpPr>
            <a:spLocks xmlns:a="http://schemas.openxmlformats.org/drawingml/2006/main" noGrp="1"/>
          </p:cNvSpPr>
          <p:nvPr/>
        </p:nvSpPr>
        <p:spPr>
          <a:xfrm xmlns:a="http://schemas.openxmlformats.org/drawingml/2006/main">
            <a:off x="15097125" y="5553075"/>
            <a:ext cx="2190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⑤ 지원 연산으로 전체 의미 구성</a:t>
            </a:r>
          </a:p>
        </p:txBody>
      </p:sp>
      <p:sp>
        <p:nvSpPr>
          <p:cNvPr id="292" name="dp41-comparison / n208">
            <a:extLst xmlns:a="http://schemas.openxmlformats.org/drawingml/2006/main">
              <a:ext uri="{FF2B5EF4-FFF2-40B4-BE49-F238E27FC236}">
                <a16:creationId xmlns:a16="http://schemas.microsoft.com/office/drawing/2014/main" id="{1C476591-F5D3-4C5A-89E0-9085421CB2CA}"/>
              </a:ext>
            </a:extLst>
          </p:cNvPr>
          <p:cNvSpPr>
            <a:spLocks xmlns:a="http://schemas.openxmlformats.org/drawingml/2006/main" noGrp="1"/>
          </p:cNvSpPr>
          <p:nvPr/>
        </p:nvSpPr>
        <p:spPr>
          <a:xfrm xmlns:a="http://schemas.openxmlformats.org/drawingml/2006/main">
            <a:off x="9934575" y="4438650"/>
            <a:ext cx="2073212"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3" name="dp41-comparison / n209 / text 1">
            <a:extLst xmlns:a="http://schemas.openxmlformats.org/drawingml/2006/main">
              <a:ext uri="{FF2B5EF4-FFF2-40B4-BE49-F238E27FC236}">
                <a16:creationId xmlns:a16="http://schemas.microsoft.com/office/drawing/2014/main" id="{761F5FB1-C996-4A8C-AD43-20F2D34F8413}"/>
              </a:ext>
            </a:extLst>
          </p:cNvPr>
          <p:cNvSpPr>
            <a:spLocks xmlns:a="http://schemas.openxmlformats.org/drawingml/2006/main" noGrp="1"/>
          </p:cNvSpPr>
          <p:nvPr/>
        </p:nvSpPr>
        <p:spPr>
          <a:xfrm xmlns:a="http://schemas.openxmlformats.org/drawingml/2006/main">
            <a:off x="9953625" y="4448175"/>
            <a:ext cx="2524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필요 시: 특정 항목만 모델에 해석 요청</a:t>
            </a:r>
          </a:p>
        </p:txBody>
      </p:sp>
      <p:sp>
        <p:nvSpPr>
          <p:cNvPr id="294" name="dp41-comparison / n210">
            <a:extLst xmlns:a="http://schemas.openxmlformats.org/drawingml/2006/main">
              <a:ext uri="{FF2B5EF4-FFF2-40B4-BE49-F238E27FC236}">
                <a16:creationId xmlns:a16="http://schemas.microsoft.com/office/drawing/2014/main" id="{6B43E7E4-4D3F-4679-B154-E95F398F25C3}"/>
              </a:ext>
            </a:extLst>
          </p:cNvPr>
          <p:cNvSpPr>
            <a:spLocks xmlns:a="http://schemas.openxmlformats.org/drawingml/2006/main" noGrp="1"/>
          </p:cNvSpPr>
          <p:nvPr/>
        </p:nvSpPr>
        <p:spPr>
          <a:xfrm xmlns:a="http://schemas.openxmlformats.org/drawingml/2006/main">
            <a:off x="9953625" y="4667250"/>
            <a:ext cx="2333625" cy="1143000"/>
          </a:xfrm>
          <a:custGeom xmlns:a="http://schemas.openxmlformats.org/drawingml/2006/main">
            <a:pathLst>
              <a:path w="2333625" h="1143000">
                <a:moveTo>
                  <a:pt x="0" y="0"/>
                </a:moveTo>
                <a:lnTo>
                  <a:pt x="2162175" y="0"/>
                </a:lnTo>
                <a:lnTo>
                  <a:pt x="2333625" y="171450"/>
                </a:lnTo>
                <a:lnTo>
                  <a:pt x="2333625" y="1143000"/>
                </a:lnTo>
                <a:lnTo>
                  <a:pt x="0" y="11430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95" name="dp41-comparison / n210 / fold">
            <a:extLst xmlns:a="http://schemas.openxmlformats.org/drawingml/2006/main">
              <a:ext uri="{FF2B5EF4-FFF2-40B4-BE49-F238E27FC236}">
                <a16:creationId xmlns:a16="http://schemas.microsoft.com/office/drawing/2014/main" id="{AF29C8B8-2E36-453A-9B4C-34767073ADF2}"/>
              </a:ext>
            </a:extLst>
          </p:cNvPr>
          <p:cNvSpPr>
            <a:spLocks xmlns:a="http://schemas.openxmlformats.org/drawingml/2006/main" noGrp="1"/>
          </p:cNvSpPr>
          <p:nvPr/>
        </p:nvSpPr>
        <p:spPr>
          <a:xfrm xmlns:a="http://schemas.openxmlformats.org/drawingml/2006/main">
            <a:off x="12115800" y="4667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96" name="dp41-comparison / n211 / text 1">
            <a:extLst xmlns:a="http://schemas.openxmlformats.org/drawingml/2006/main">
              <a:ext uri="{FF2B5EF4-FFF2-40B4-BE49-F238E27FC236}">
                <a16:creationId xmlns:a16="http://schemas.microsoft.com/office/drawing/2014/main" id="{31B04537-4D51-427E-B1AE-9010E7BD5CE6}"/>
              </a:ext>
            </a:extLst>
          </p:cNvPr>
          <p:cNvSpPr>
            <a:spLocks xmlns:a="http://schemas.openxmlformats.org/drawingml/2006/main" noGrp="1"/>
          </p:cNvSpPr>
          <p:nvPr/>
        </p:nvSpPr>
        <p:spPr>
          <a:xfrm xmlns:a="http://schemas.openxmlformats.org/drawingml/2006/main">
            <a:off x="10048875" y="47244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모델 출력: RequestFrame (필드 축약)</a:t>
            </a:r>
          </a:p>
        </p:txBody>
      </p:sp>
      <p:sp>
        <p:nvSpPr>
          <p:cNvPr id="297" name="dp41-comparison / n211 / text 2">
            <a:extLst xmlns:a="http://schemas.openxmlformats.org/drawingml/2006/main">
              <a:ext uri="{FF2B5EF4-FFF2-40B4-BE49-F238E27FC236}">
                <a16:creationId xmlns:a16="http://schemas.microsoft.com/office/drawing/2014/main" id="{87613940-EA41-437B-9F6E-F99AF4F9E06D}"/>
              </a:ext>
            </a:extLst>
          </p:cNvPr>
          <p:cNvSpPr>
            <a:spLocks xmlns:a="http://schemas.openxmlformats.org/drawingml/2006/main" noGrp="1"/>
          </p:cNvSpPr>
          <p:nvPr/>
        </p:nvSpPr>
        <p:spPr>
          <a:xfrm xmlns:a="http://schemas.openxmlformats.org/drawingml/2006/main">
            <a:off x="10048875" y="48387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schema_version:1 / input_ref:Input1</a:t>
            </a:r>
          </a:p>
        </p:txBody>
      </p:sp>
      <p:sp>
        <p:nvSpPr>
          <p:cNvPr id="298" name="dp41-comparison / n211 / text 3">
            <a:extLst xmlns:a="http://schemas.openxmlformats.org/drawingml/2006/main">
              <a:ext uri="{FF2B5EF4-FFF2-40B4-BE49-F238E27FC236}">
                <a16:creationId xmlns:a16="http://schemas.microsoft.com/office/drawing/2014/main" id="{9D0288BA-86C5-4632-84E5-BC1CE9984CDF}"/>
              </a:ext>
            </a:extLst>
          </p:cNvPr>
          <p:cNvSpPr>
            <a:spLocks xmlns:a="http://schemas.openxmlformats.org/drawingml/2006/main" noGrp="1"/>
          </p:cNvSpPr>
          <p:nvPr/>
        </p:nvSpPr>
        <p:spPr>
          <a:xfrm xmlns:a="http://schemas.openxmlformats.org/drawingml/2006/main">
            <a:off x="10048875" y="49530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goals: G1=UPDATE_TASK(report,table)</a:t>
            </a:r>
          </a:p>
        </p:txBody>
      </p:sp>
      <p:sp>
        <p:nvSpPr>
          <p:cNvPr id="299" name="dp41-comparison / n211 / text 4">
            <a:extLst xmlns:a="http://schemas.openxmlformats.org/drawingml/2006/main">
              <a:ext uri="{FF2B5EF4-FFF2-40B4-BE49-F238E27FC236}">
                <a16:creationId xmlns:a16="http://schemas.microsoft.com/office/drawing/2014/main" id="{A60AC3D3-A386-4498-B6BB-677B0039407B}"/>
              </a:ext>
            </a:extLst>
          </p:cNvPr>
          <p:cNvSpPr>
            <a:spLocks xmlns:a="http://schemas.openxmlformats.org/drawingml/2006/main" noGrp="1"/>
          </p:cNvSpPr>
          <p:nvPr/>
        </p:nvSpPr>
        <p:spPr>
          <a:xfrm xmlns:a="http://schemas.openxmlformats.org/drawingml/2006/main">
            <a:off x="10048875" y="50673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  G2=NEW_TASK(메일 초안)</a:t>
            </a:r>
          </a:p>
        </p:txBody>
      </p:sp>
      <p:sp>
        <p:nvSpPr>
          <p:cNvPr id="300" name="dp41-comparison / n211 / text 5">
            <a:extLst xmlns:a="http://schemas.openxmlformats.org/drawingml/2006/main">
              <a:ext uri="{FF2B5EF4-FFF2-40B4-BE49-F238E27FC236}">
                <a16:creationId xmlns:a16="http://schemas.microsoft.com/office/drawing/2014/main" id="{ED4ED52E-159D-4999-B899-2489687E9D90}"/>
              </a:ext>
            </a:extLst>
          </p:cNvPr>
          <p:cNvSpPr>
            <a:spLocks xmlns:a="http://schemas.openxmlformats.org/drawingml/2006/main" noGrp="1"/>
          </p:cNvSpPr>
          <p:nvPr/>
        </p:nvSpPr>
        <p:spPr>
          <a:xfrm xmlns:a="http://schemas.openxmlformats.org/drawingml/2006/main">
            <a:off x="10048875" y="51816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references: report=RECENT_TASK("보고서")</a:t>
            </a:r>
          </a:p>
        </p:txBody>
      </p:sp>
      <p:sp>
        <p:nvSpPr>
          <p:cNvPr id="301" name="dp41-comparison / n211 / text 6">
            <a:extLst xmlns:a="http://schemas.openxmlformats.org/drawingml/2006/main">
              <a:ext uri="{FF2B5EF4-FFF2-40B4-BE49-F238E27FC236}">
                <a16:creationId xmlns:a16="http://schemas.microsoft.com/office/drawing/2014/main" id="{EC459980-2728-4398-BD0D-C4E92237E57B}"/>
              </a:ext>
            </a:extLst>
          </p:cNvPr>
          <p:cNvSpPr>
            <a:spLocks xmlns:a="http://schemas.openxmlformats.org/drawingml/2006/main" noGrp="1"/>
          </p:cNvSpPr>
          <p:nvPr/>
        </p:nvSpPr>
        <p:spPr>
          <a:xfrm xmlns:a="http://schemas.openxmlformats.org/drawingml/2006/main">
            <a:off x="10048875" y="52959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  table=INPUT_SELECTION</a:t>
            </a:r>
          </a:p>
        </p:txBody>
      </p:sp>
      <p:sp>
        <p:nvSpPr>
          <p:cNvPr id="302" name="dp41-comparison / n211 / text 7">
            <a:extLst xmlns:a="http://schemas.openxmlformats.org/drawingml/2006/main">
              <a:ext uri="{FF2B5EF4-FFF2-40B4-BE49-F238E27FC236}">
                <a16:creationId xmlns:a16="http://schemas.microsoft.com/office/drawing/2014/main" id="{E4B0E954-4A52-40F8-B32C-082C73CE5A20}"/>
              </a:ext>
            </a:extLst>
          </p:cNvPr>
          <p:cNvSpPr>
            <a:spLocks xmlns:a="http://schemas.openxmlformats.org/drawingml/2006/main" noGrp="1"/>
          </p:cNvSpPr>
          <p:nvPr/>
        </p:nvSpPr>
        <p:spPr>
          <a:xfrm xmlns:a="http://schemas.openxmlformats.org/drawingml/2006/main">
            <a:off x="10048875" y="54102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relations: USE_RESULT(G1 → G2)</a:t>
            </a:r>
          </a:p>
        </p:txBody>
      </p:sp>
      <p:sp>
        <p:nvSpPr>
          <p:cNvPr id="303" name="dp41-comparison / n211 / text 8">
            <a:extLst xmlns:a="http://schemas.openxmlformats.org/drawingml/2006/main">
              <a:ext uri="{FF2B5EF4-FFF2-40B4-BE49-F238E27FC236}">
                <a16:creationId xmlns:a16="http://schemas.microsoft.com/office/drawing/2014/main" id="{68B62342-31A0-4E31-B5C9-6A948D88B473}"/>
              </a:ext>
            </a:extLst>
          </p:cNvPr>
          <p:cNvSpPr>
            <a:spLocks xmlns:a="http://schemas.openxmlformats.org/drawingml/2006/main" noGrp="1"/>
          </p:cNvSpPr>
          <p:nvPr/>
        </p:nvSpPr>
        <p:spPr>
          <a:xfrm xmlns:a="http://schemas.openxmlformats.org/drawingml/2006/main">
            <a:off x="10048875" y="55245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constraints: FORBID_ACTION(G2, SEND)</a:t>
            </a:r>
          </a:p>
        </p:txBody>
      </p:sp>
      <p:sp>
        <p:nvSpPr>
          <p:cNvPr id="304" name="dp41-comparison / n211 / text 9">
            <a:extLst xmlns:a="http://schemas.openxmlformats.org/drawingml/2006/main">
              <a:ext uri="{FF2B5EF4-FFF2-40B4-BE49-F238E27FC236}">
                <a16:creationId xmlns:a16="http://schemas.microsoft.com/office/drawing/2014/main" id="{718B8D4E-8744-490E-86D6-59A1C18766A5}"/>
              </a:ext>
            </a:extLst>
          </p:cNvPr>
          <p:cNvSpPr>
            <a:spLocks xmlns:a="http://schemas.openxmlformats.org/drawingml/2006/main" noGrp="1"/>
          </p:cNvSpPr>
          <p:nvPr/>
        </p:nvSpPr>
        <p:spPr>
          <a:xfrm xmlns:a="http://schemas.openxmlformats.org/drawingml/2006/main">
            <a:off x="10048875" y="56388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unparsed_spans:[] / 실제 Task는 미확정</a:t>
            </a:r>
          </a:p>
        </p:txBody>
      </p:sp>
      <p:sp>
        <p:nvSpPr>
          <p:cNvPr id="305" name="dp41-comparison / n212">
            <a:extLst xmlns:a="http://schemas.openxmlformats.org/drawingml/2006/main">
              <a:ext uri="{FF2B5EF4-FFF2-40B4-BE49-F238E27FC236}">
                <a16:creationId xmlns:a16="http://schemas.microsoft.com/office/drawing/2014/main" id="{B2C4D3D1-3D07-420F-B877-E4A5D7D4430B}"/>
              </a:ext>
            </a:extLst>
          </p:cNvPr>
          <p:cNvSpPr>
            <a:spLocks xmlns:a="http://schemas.openxmlformats.org/drawingml/2006/main" noGrp="1"/>
          </p:cNvSpPr>
          <p:nvPr/>
        </p:nvSpPr>
        <p:spPr>
          <a:xfrm xmlns:a="http://schemas.openxmlformats.org/drawingml/2006/main">
            <a:off x="9953625" y="5848350"/>
            <a:ext cx="2333625" cy="495300"/>
          </a:xfrm>
          <a:custGeom xmlns:a="http://schemas.openxmlformats.org/drawingml/2006/main">
            <a:pathLst>
              <a:path w="2333625" h="495300">
                <a:moveTo>
                  <a:pt x="0" y="0"/>
                </a:moveTo>
                <a:lnTo>
                  <a:pt x="2162175" y="0"/>
                </a:lnTo>
                <a:lnTo>
                  <a:pt x="2333625" y="171450"/>
                </a:lnTo>
                <a:lnTo>
                  <a:pt x="2333625"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306" name="dp41-comparison / n212 / fold">
            <a:extLst xmlns:a="http://schemas.openxmlformats.org/drawingml/2006/main">
              <a:ext uri="{FF2B5EF4-FFF2-40B4-BE49-F238E27FC236}">
                <a16:creationId xmlns:a16="http://schemas.microsoft.com/office/drawing/2014/main" id="{75328840-3CA3-4B99-8933-2D676ED5A2C9}"/>
              </a:ext>
            </a:extLst>
          </p:cNvPr>
          <p:cNvSpPr>
            <a:spLocks xmlns:a="http://schemas.openxmlformats.org/drawingml/2006/main" noGrp="1"/>
          </p:cNvSpPr>
          <p:nvPr/>
        </p:nvSpPr>
        <p:spPr>
          <a:xfrm xmlns:a="http://schemas.openxmlformats.org/drawingml/2006/main">
            <a:off x="12115800" y="58483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307" name="dp41-comparison / n213 / text 1">
            <a:extLst xmlns:a="http://schemas.openxmlformats.org/drawingml/2006/main">
              <a:ext uri="{FF2B5EF4-FFF2-40B4-BE49-F238E27FC236}">
                <a16:creationId xmlns:a16="http://schemas.microsoft.com/office/drawing/2014/main" id="{4D44947F-257C-4FCB-A875-E8AB992095B8}"/>
              </a:ext>
            </a:extLst>
          </p:cNvPr>
          <p:cNvSpPr>
            <a:spLocks xmlns:a="http://schemas.openxmlformats.org/drawingml/2006/main" noGrp="1"/>
          </p:cNvSpPr>
          <p:nvPr/>
        </p:nvSpPr>
        <p:spPr>
          <a:xfrm xmlns:a="http://schemas.openxmlformats.org/drawingml/2006/main">
            <a:off x="10048875" y="5905500"/>
            <a:ext cx="20669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코드가 만든 MeaningProposal</a:t>
            </a:r>
          </a:p>
        </p:txBody>
      </p:sp>
      <p:sp>
        <p:nvSpPr>
          <p:cNvPr id="308" name="dp41-comparison / n213 / text 2">
            <a:extLst xmlns:a="http://schemas.openxmlformats.org/drawingml/2006/main">
              <a:ext uri="{FF2B5EF4-FFF2-40B4-BE49-F238E27FC236}">
                <a16:creationId xmlns:a16="http://schemas.microsoft.com/office/drawing/2014/main" id="{D7485953-EB2D-4A0F-A9A4-FEECD582E8FB}"/>
              </a:ext>
            </a:extLst>
          </p:cNvPr>
          <p:cNvSpPr>
            <a:spLocks xmlns:a="http://schemas.openxmlformats.org/drawingml/2006/main" noGrp="1"/>
          </p:cNvSpPr>
          <p:nvPr/>
        </p:nvSpPr>
        <p:spPr>
          <a:xfrm xmlns:a="http://schemas.openxmlformats.org/drawingml/2006/main">
            <a:off x="10048875" y="6031230"/>
            <a:ext cx="20669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확인 뒤 Task1 + 표 / 결과로 초안</a:t>
            </a:r>
          </a:p>
        </p:txBody>
      </p:sp>
      <p:sp>
        <p:nvSpPr>
          <p:cNvPr id="309" name="dp41-comparison / n213 / text 3">
            <a:extLst xmlns:a="http://schemas.openxmlformats.org/drawingml/2006/main">
              <a:ext uri="{FF2B5EF4-FFF2-40B4-BE49-F238E27FC236}">
                <a16:creationId xmlns:a16="http://schemas.microsoft.com/office/drawing/2014/main" id="{889FE802-53E4-4541-A9ED-9230C72805C3}"/>
              </a:ext>
            </a:extLst>
          </p:cNvPr>
          <p:cNvSpPr>
            <a:spLocks xmlns:a="http://schemas.openxmlformats.org/drawingml/2006/main" noGrp="1"/>
          </p:cNvSpPr>
          <p:nvPr/>
        </p:nvSpPr>
        <p:spPr>
          <a:xfrm xmlns:a="http://schemas.openxmlformats.org/drawingml/2006/main">
            <a:off x="10048875" y="6156960"/>
            <a:ext cx="20669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전송 금지 유지</a:t>
            </a:r>
          </a:p>
        </p:txBody>
      </p:sp>
      <p:sp>
        <p:nvSpPr>
          <p:cNvPr id="310" name="dp41-comparison / n214">
            <a:extLst xmlns:a="http://schemas.openxmlformats.org/drawingml/2006/main">
              <a:ext uri="{FF2B5EF4-FFF2-40B4-BE49-F238E27FC236}">
                <a16:creationId xmlns:a16="http://schemas.microsoft.com/office/drawing/2014/main" id="{63B000F1-A95A-44A4-9169-DBAF09B2CF1A}"/>
              </a:ext>
            </a:extLst>
          </p:cNvPr>
          <p:cNvSpPr>
            <a:spLocks xmlns:a="http://schemas.openxmlformats.org/drawingml/2006/main" noGrp="1"/>
          </p:cNvSpPr>
          <p:nvPr/>
        </p:nvSpPr>
        <p:spPr>
          <a:xfrm xmlns:a="http://schemas.openxmlformats.org/drawingml/2006/main">
            <a:off x="12887325" y="3648075"/>
            <a:ext cx="261956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1" name="dp41-comparison / n215 / text 1">
            <a:extLst xmlns:a="http://schemas.openxmlformats.org/drawingml/2006/main">
              <a:ext uri="{FF2B5EF4-FFF2-40B4-BE49-F238E27FC236}">
                <a16:creationId xmlns:a16="http://schemas.microsoft.com/office/drawing/2014/main" id="{28AD699F-116F-485A-A323-EDE6A932B444}"/>
              </a:ext>
            </a:extLst>
          </p:cNvPr>
          <p:cNvSpPr>
            <a:spLocks xmlns:a="http://schemas.openxmlformats.org/drawingml/2006/main" noGrp="1"/>
          </p:cNvSpPr>
          <p:nvPr/>
        </p:nvSpPr>
        <p:spPr>
          <a:xfrm xmlns:a="http://schemas.openxmlformats.org/drawingml/2006/main">
            <a:off x="12906375" y="3657600"/>
            <a:ext cx="4572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다음 처리 결정과 전체 결합: Engine 코드</a:t>
            </a:r>
          </a:p>
        </p:txBody>
      </p:sp>
      <p:sp>
        <p:nvSpPr>
          <p:cNvPr id="312" name="dp41-comparison / n225">
            <a:extLst xmlns:a="http://schemas.openxmlformats.org/drawingml/2006/main">
              <a:ext uri="{FF2B5EF4-FFF2-40B4-BE49-F238E27FC236}">
                <a16:creationId xmlns:a16="http://schemas.microsoft.com/office/drawing/2014/main" id="{F8DFB982-7131-49A9-8310-D1BB2ECB71D6}"/>
              </a:ext>
            </a:extLst>
          </p:cNvPr>
          <p:cNvSpPr>
            <a:spLocks xmlns:a="http://schemas.openxmlformats.org/drawingml/2006/main" noGrp="1"/>
          </p:cNvSpPr>
          <p:nvPr/>
        </p:nvSpPr>
        <p:spPr>
          <a:xfrm xmlns:a="http://schemas.openxmlformats.org/drawingml/2006/main">
            <a:off x="9934575" y="6657975"/>
            <a:ext cx="221361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3" name="dp41-comparison / n226 / text 1">
            <a:extLst xmlns:a="http://schemas.openxmlformats.org/drawingml/2006/main">
              <a:ext uri="{FF2B5EF4-FFF2-40B4-BE49-F238E27FC236}">
                <a16:creationId xmlns:a16="http://schemas.microsoft.com/office/drawing/2014/main" id="{737B7D24-6CCE-48F4-AD74-76F8A5351B82}"/>
              </a:ext>
            </a:extLst>
          </p:cNvPr>
          <p:cNvSpPr>
            <a:spLocks xmlns:a="http://schemas.openxmlformats.org/drawingml/2006/main" noGrp="1"/>
          </p:cNvSpPr>
          <p:nvPr/>
        </p:nvSpPr>
        <p:spPr>
          <a:xfrm xmlns:a="http://schemas.openxmlformats.org/drawingml/2006/main">
            <a:off x="9953625" y="6667500"/>
            <a:ext cx="2571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정보 / 대화 / Task 기록 조회</a:t>
            </a:r>
          </a:p>
        </p:txBody>
      </p:sp>
      <p:sp>
        <p:nvSpPr>
          <p:cNvPr id="314" name="dp41-comparison / n228">
            <a:extLst xmlns:a="http://schemas.openxmlformats.org/drawingml/2006/main">
              <a:ext uri="{FF2B5EF4-FFF2-40B4-BE49-F238E27FC236}">
                <a16:creationId xmlns:a16="http://schemas.microsoft.com/office/drawing/2014/main" id="{73F55E0C-675B-4FAA-A455-C941A6B4BC9D}"/>
              </a:ext>
            </a:extLst>
          </p:cNvPr>
          <p:cNvSpPr>
            <a:spLocks xmlns:a="http://schemas.openxmlformats.org/drawingml/2006/main" noGrp="1"/>
          </p:cNvSpPr>
          <p:nvPr/>
        </p:nvSpPr>
        <p:spPr>
          <a:xfrm xmlns:a="http://schemas.openxmlformats.org/drawingml/2006/main">
            <a:off x="9934575" y="70866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5" name="dp41-comparison / n229 / text 1">
            <a:extLst xmlns:a="http://schemas.openxmlformats.org/drawingml/2006/main">
              <a:ext uri="{FF2B5EF4-FFF2-40B4-BE49-F238E27FC236}">
                <a16:creationId xmlns:a16="http://schemas.microsoft.com/office/drawing/2014/main" id="{2B071236-DD24-432C-8E0E-777B2DED0AE5}"/>
              </a:ext>
            </a:extLst>
          </p:cNvPr>
          <p:cNvSpPr>
            <a:spLocks xmlns:a="http://schemas.openxmlformats.org/drawingml/2006/main" noGrp="1"/>
          </p:cNvSpPr>
          <p:nvPr/>
        </p:nvSpPr>
        <p:spPr>
          <a:xfrm xmlns:a="http://schemas.openxmlformats.org/drawingml/2006/main">
            <a:off x="9953625" y="7096125"/>
            <a:ext cx="762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반복 제어와 종료 조건</a:t>
            </a:r>
          </a:p>
        </p:txBody>
      </p:sp>
      <p:sp>
        <p:nvSpPr>
          <p:cNvPr id="316" name="dp41-comparison / n245">
            <a:extLst xmlns:a="http://schemas.openxmlformats.org/drawingml/2006/main">
              <a:ext uri="{FF2B5EF4-FFF2-40B4-BE49-F238E27FC236}">
                <a16:creationId xmlns:a16="http://schemas.microsoft.com/office/drawing/2014/main" id="{A49747BD-23F2-4867-BD11-9BE1A48EB06C}"/>
              </a:ext>
            </a:extLst>
          </p:cNvPr>
          <p:cNvSpPr>
            <a:spLocks xmlns:a="http://schemas.openxmlformats.org/drawingml/2006/main" noGrp="1"/>
          </p:cNvSpPr>
          <p:nvPr/>
        </p:nvSpPr>
        <p:spPr>
          <a:xfrm xmlns:a="http://schemas.openxmlformats.org/drawingml/2006/main">
            <a:off x="15230475" y="7324725"/>
            <a:ext cx="32385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7" name="dp41-comparison / n246 / text 1">
            <a:extLst xmlns:a="http://schemas.openxmlformats.org/drawingml/2006/main">
              <a:ext uri="{FF2B5EF4-FFF2-40B4-BE49-F238E27FC236}">
                <a16:creationId xmlns:a16="http://schemas.microsoft.com/office/drawing/2014/main" id="{CB03F25B-9962-4258-A8C3-CC3AE195DC48}"/>
              </a:ext>
            </a:extLst>
          </p:cNvPr>
          <p:cNvSpPr>
            <a:spLocks xmlns:a="http://schemas.openxmlformats.org/drawingml/2006/main" noGrp="1"/>
          </p:cNvSpPr>
          <p:nvPr/>
        </p:nvSpPr>
        <p:spPr>
          <a:xfrm xmlns:a="http://schemas.openxmlformats.org/drawingml/2006/main">
            <a:off x="15249525" y="7334250"/>
            <a:ext cx="5238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조회</a:t>
            </a:r>
          </a:p>
        </p:txBody>
      </p:sp>
      <p:sp>
        <p:nvSpPr>
          <p:cNvPr id="318" name="dp41-comparison / n248">
            <a:extLst xmlns:a="http://schemas.openxmlformats.org/drawingml/2006/main">
              <a:ext uri="{FF2B5EF4-FFF2-40B4-BE49-F238E27FC236}">
                <a16:creationId xmlns:a16="http://schemas.microsoft.com/office/drawing/2014/main" id="{FFE24976-BC74-420F-8FEF-C92752EEEFDD}"/>
              </a:ext>
            </a:extLst>
          </p:cNvPr>
          <p:cNvSpPr>
            <a:spLocks xmlns:a="http://schemas.openxmlformats.org/drawingml/2006/main" noGrp="1"/>
          </p:cNvSpPr>
          <p:nvPr/>
        </p:nvSpPr>
        <p:spPr>
          <a:xfrm xmlns:a="http://schemas.openxmlformats.org/drawingml/2006/main">
            <a:off x="15316200" y="7791450"/>
            <a:ext cx="1921193"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9" name="dp41-comparison / n249 / text 1">
            <a:extLst xmlns:a="http://schemas.openxmlformats.org/drawingml/2006/main">
              <a:ext uri="{FF2B5EF4-FFF2-40B4-BE49-F238E27FC236}">
                <a16:creationId xmlns:a16="http://schemas.microsoft.com/office/drawing/2014/main" id="{D12DB6C2-5CDC-44C9-83BD-80A6EC0CE9E0}"/>
              </a:ext>
            </a:extLst>
          </p:cNvPr>
          <p:cNvSpPr>
            <a:spLocks xmlns:a="http://schemas.openxmlformats.org/drawingml/2006/main" noGrp="1"/>
          </p:cNvSpPr>
          <p:nvPr/>
        </p:nvSpPr>
        <p:spPr>
          <a:xfrm xmlns:a="http://schemas.openxmlformats.org/drawingml/2006/main">
            <a:off x="15335250" y="7800975"/>
            <a:ext cx="2095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해결 상태 갱신 후 코드 재검사</a:t>
            </a:r>
          </a:p>
        </p:txBody>
      </p:sp>
      <p:sp>
        <p:nvSpPr>
          <p:cNvPr id="320" name="dp41-comparison / n251">
            <a:extLst xmlns:a="http://schemas.openxmlformats.org/drawingml/2006/main">
              <a:ext uri="{FF2B5EF4-FFF2-40B4-BE49-F238E27FC236}">
                <a16:creationId xmlns:a16="http://schemas.microsoft.com/office/drawing/2014/main" id="{699AD46E-5C45-4612-8712-42AD033B6BF9}"/>
              </a:ext>
            </a:extLst>
          </p:cNvPr>
          <p:cNvSpPr>
            <a:spLocks xmlns:a="http://schemas.openxmlformats.org/drawingml/2006/main" noGrp="1"/>
          </p:cNvSpPr>
          <p:nvPr/>
        </p:nvSpPr>
        <p:spPr>
          <a:xfrm xmlns:a="http://schemas.openxmlformats.org/drawingml/2006/main">
            <a:off x="12325350" y="7905750"/>
            <a:ext cx="152990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1" name="dp41-comparison / n252 / text 1">
            <a:extLst xmlns:a="http://schemas.openxmlformats.org/drawingml/2006/main">
              <a:ext uri="{FF2B5EF4-FFF2-40B4-BE49-F238E27FC236}">
                <a16:creationId xmlns:a16="http://schemas.microsoft.com/office/drawing/2014/main" id="{2FE1F75C-E254-44F1-A365-267B957ACA99}"/>
              </a:ext>
            </a:extLst>
          </p:cNvPr>
          <p:cNvSpPr>
            <a:spLocks xmlns:a="http://schemas.openxmlformats.org/drawingml/2006/main" noGrp="1"/>
          </p:cNvSpPr>
          <p:nvPr/>
        </p:nvSpPr>
        <p:spPr>
          <a:xfrm xmlns:a="http://schemas.openxmlformats.org/drawingml/2006/main">
            <a:off x="12344400" y="7915275"/>
            <a:ext cx="21145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의미 해석이 필요한 항목</a:t>
            </a:r>
          </a:p>
        </p:txBody>
      </p:sp>
      <p:sp>
        <p:nvSpPr>
          <p:cNvPr id="322" name="dp41-comparison / n254">
            <a:extLst xmlns:a="http://schemas.openxmlformats.org/drawingml/2006/main">
              <a:ext uri="{FF2B5EF4-FFF2-40B4-BE49-F238E27FC236}">
                <a16:creationId xmlns:a16="http://schemas.microsoft.com/office/drawing/2014/main" id="{6909B75F-399C-4E47-979A-A2EB57813DF9}"/>
              </a:ext>
            </a:extLst>
          </p:cNvPr>
          <p:cNvSpPr>
            <a:spLocks xmlns:a="http://schemas.openxmlformats.org/drawingml/2006/main" noGrp="1"/>
          </p:cNvSpPr>
          <p:nvPr/>
        </p:nvSpPr>
        <p:spPr>
          <a:xfrm xmlns:a="http://schemas.openxmlformats.org/drawingml/2006/main">
            <a:off x="9934575" y="7667625"/>
            <a:ext cx="152990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3" name="dp41-comparison / n255 / text 1">
            <a:extLst xmlns:a="http://schemas.openxmlformats.org/drawingml/2006/main">
              <a:ext uri="{FF2B5EF4-FFF2-40B4-BE49-F238E27FC236}">
                <a16:creationId xmlns:a16="http://schemas.microsoft.com/office/drawing/2014/main" id="{59CBA7C2-F133-4914-B715-7AF4D0F415DB}"/>
              </a:ext>
            </a:extLst>
          </p:cNvPr>
          <p:cNvSpPr>
            <a:spLocks xmlns:a="http://schemas.openxmlformats.org/drawingml/2006/main" noGrp="1"/>
          </p:cNvSpPr>
          <p:nvPr/>
        </p:nvSpPr>
        <p:spPr>
          <a:xfrm xmlns:a="http://schemas.openxmlformats.org/drawingml/2006/main">
            <a:off x="9953625" y="7677150"/>
            <a:ext cx="2381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부분 결과를 코드에 반환</a:t>
            </a:r>
          </a:p>
        </p:txBody>
      </p:sp>
      <p:sp>
        <p:nvSpPr>
          <p:cNvPr id="324" name="dp41-comparison / n257">
            <a:extLst xmlns:a="http://schemas.openxmlformats.org/drawingml/2006/main">
              <a:ext uri="{FF2B5EF4-FFF2-40B4-BE49-F238E27FC236}">
                <a16:creationId xmlns:a16="http://schemas.microsoft.com/office/drawing/2014/main" id="{166938BA-EA15-465A-983D-191E9AEBA085}"/>
              </a:ext>
            </a:extLst>
          </p:cNvPr>
          <p:cNvSpPr>
            <a:spLocks xmlns:a="http://schemas.openxmlformats.org/drawingml/2006/main" noGrp="1"/>
          </p:cNvSpPr>
          <p:nvPr/>
        </p:nvSpPr>
        <p:spPr>
          <a:xfrm xmlns:a="http://schemas.openxmlformats.org/drawingml/2006/main">
            <a:off x="14573250" y="7905750"/>
            <a:ext cx="51244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5" name="dp41-comparison / n258 / text 1">
            <a:extLst xmlns:a="http://schemas.openxmlformats.org/drawingml/2006/main">
              <a:ext uri="{FF2B5EF4-FFF2-40B4-BE49-F238E27FC236}">
                <a16:creationId xmlns:a16="http://schemas.microsoft.com/office/drawing/2014/main" id="{EFDC5FD8-B105-4E43-905D-7B7B8A13DEC3}"/>
              </a:ext>
            </a:extLst>
          </p:cNvPr>
          <p:cNvSpPr>
            <a:spLocks xmlns:a="http://schemas.openxmlformats.org/drawingml/2006/main" noGrp="1"/>
          </p:cNvSpPr>
          <p:nvPr/>
        </p:nvSpPr>
        <p:spPr>
          <a:xfrm xmlns:a="http://schemas.openxmlformats.org/drawingml/2006/main">
            <a:off x="14592300" y="7915275"/>
            <a:ext cx="685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완성/질문</a:t>
            </a:r>
          </a:p>
        </p:txBody>
      </p:sp>
    </p:spTree>
    <p:extLst>
      <p:ext uri="{BB962C8B-B14F-4D97-AF65-F5344CB8AC3E}">
        <p14:creationId xmlns:p14="http://schemas.microsoft.com/office/powerpoint/2010/main" val="16483637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4" name="dp42-comparison / n1">
            <a:extLst xmlns:a="http://schemas.openxmlformats.org/drawingml/2006/main">
              <a:ext uri="{FF2B5EF4-FFF2-40B4-BE49-F238E27FC236}">
                <a16:creationId xmlns:a16="http://schemas.microsoft.com/office/drawing/2014/main" id="{880AED30-E16B-4D7A-961C-862B8A13B18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2-comparison / n2 / text 1">
            <a:extLst xmlns:a="http://schemas.openxmlformats.org/drawingml/2006/main">
              <a:ext uri="{FF2B5EF4-FFF2-40B4-BE49-F238E27FC236}">
                <a16:creationId xmlns:a16="http://schemas.microsoft.com/office/drawing/2014/main" id="{752A0E4F-A004-4177-9A86-52628374E55D}"/>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2-comparison / n3 / text 1">
            <a:extLst xmlns:a="http://schemas.openxmlformats.org/drawingml/2006/main">
              <a:ext uri="{FF2B5EF4-FFF2-40B4-BE49-F238E27FC236}">
                <a16:creationId xmlns:a16="http://schemas.microsoft.com/office/drawing/2014/main" id="{280ABFD9-9AD1-47D4-BC09-E6FF95C92CED}"/>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2-comparison / n4 / text 1">
            <a:extLst xmlns:a="http://schemas.openxmlformats.org/drawingml/2006/main">
              <a:ext uri="{FF2B5EF4-FFF2-40B4-BE49-F238E27FC236}">
                <a16:creationId xmlns:a16="http://schemas.microsoft.com/office/drawing/2014/main" id="{63587748-8852-4D69-AA88-89D66629C940}"/>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04-42. 대화와 Task 상태의 소유 및 확정</a:t>
            </a:r>
          </a:p>
        </p:txBody>
      </p:sp>
      <p:sp>
        <p:nvSpPr>
          <p:cNvPr id="5" name="dp42-comparison / n5 / path">
            <a:extLst xmlns:a="http://schemas.openxmlformats.org/drawingml/2006/main">
              <a:ext uri="{FF2B5EF4-FFF2-40B4-BE49-F238E27FC236}">
                <a16:creationId xmlns:a16="http://schemas.microsoft.com/office/drawing/2014/main" id="{BDF56B7E-13FF-4B47-B2EA-AF6123C9815B}"/>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2-comparison / n6 / text 1">
            <a:extLst xmlns:a="http://schemas.openxmlformats.org/drawingml/2006/main">
              <a:ext uri="{FF2B5EF4-FFF2-40B4-BE49-F238E27FC236}">
                <a16:creationId xmlns:a16="http://schemas.microsoft.com/office/drawing/2014/main" id="{09BDBD57-452B-43A2-8C84-9211C74C1B21}"/>
              </a:ext>
            </a:extLst>
          </p:cNvPr>
          <p:cNvSpPr>
            <a:spLocks xmlns:a="http://schemas.openxmlformats.org/drawingml/2006/main" noGrp="1"/>
          </p:cNvSpPr>
          <p:nvPr/>
        </p:nvSpPr>
        <p:spPr>
          <a:xfrm xmlns:a="http://schemas.openxmlformats.org/drawingml/2006/main">
            <a:off x="381000" y="1333500"/>
            <a:ext cx="1752600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8232E"/>
                </a:solidFill>
                <a:latin typeface="Apple SD Gothic Neo"/>
                <a:ea typeface="Apple SD Gothic Neo"/>
                <a:cs typeface="Apple SD Gothic Neo"/>
              </a:defRPr>
            </a:pPr>
            <a:r>
              <a:rPr sz="1650" b="0">
                <a:solidFill>
                  <a:srgbClr val="18232E"/>
                </a:solidFill>
                <a:latin typeface="Apple SD Gothic Neo"/>
                <a:ea typeface="Apple SD Gothic Neo"/>
                <a:cs typeface="Apple SD Gothic Neo"/>
              </a:rPr>
              <a:t>보고서 기간 질문을 실제 제시 → “응, 상반기로 해줘” → 내부 접수 / 외부 전달 확인</a:t>
            </a:r>
          </a:p>
        </p:txBody>
      </p:sp>
      <p:sp>
        <p:nvSpPr>
          <p:cNvPr id="7" name="dp42-comparison / n7 / text 1">
            <a:extLst xmlns:a="http://schemas.openxmlformats.org/drawingml/2006/main">
              <a:ext uri="{FF2B5EF4-FFF2-40B4-BE49-F238E27FC236}">
                <a16:creationId xmlns:a16="http://schemas.microsoft.com/office/drawing/2014/main" id="{539FD57B-CD1F-4A19-B140-5292AFB5C540}"/>
              </a:ext>
            </a:extLst>
          </p:cNvPr>
          <p:cNvSpPr>
            <a:spLocks xmlns:a="http://schemas.openxmlformats.org/drawingml/2006/main" noGrp="1"/>
          </p:cNvSpPr>
          <p:nvPr/>
        </p:nvSpPr>
        <p:spPr>
          <a:xfrm xmlns:a="http://schemas.openxmlformats.org/drawingml/2006/main">
            <a:off x="381000" y="1628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별도 Conversation / Request / Task / Execution 수명 / 로컬 VAD와 지속 입력 / 클라우드 모델 / 같은 의미 판단</a:t>
            </a:r>
          </a:p>
        </p:txBody>
      </p:sp>
      <p:sp>
        <p:nvSpPr>
          <p:cNvPr id="8" name="dp42-comparison / n8">
            <a:extLst xmlns:a="http://schemas.openxmlformats.org/drawingml/2006/main">
              <a:ext uri="{FF2B5EF4-FFF2-40B4-BE49-F238E27FC236}">
                <a16:creationId xmlns:a16="http://schemas.microsoft.com/office/drawing/2014/main" id="{75545B52-1A6B-4E58-9B02-798D45BDD0BE}"/>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2-comparison / n9 / text 1">
            <a:extLst xmlns:a="http://schemas.openxmlformats.org/drawingml/2006/main">
              <a:ext uri="{FF2B5EF4-FFF2-40B4-BE49-F238E27FC236}">
                <a16:creationId xmlns:a16="http://schemas.microsoft.com/office/drawing/2014/main" id="{5721CDCF-6E14-455B-90C5-86985E9B21E3}"/>
              </a:ext>
            </a:extLst>
          </p:cNvPr>
          <p:cNvSpPr>
            <a:spLocks xmlns:a="http://schemas.openxmlformats.org/drawingml/2006/main" noGrp="1"/>
          </p:cNvSpPr>
          <p:nvPr/>
        </p:nvSpPr>
        <p:spPr>
          <a:xfrm xmlns:a="http://schemas.openxmlformats.org/drawingml/2006/main">
            <a:off x="148590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모듈형 통합 Core / 공동 확정</a:t>
            </a:r>
          </a:p>
        </p:txBody>
      </p:sp>
      <p:sp>
        <p:nvSpPr>
          <p:cNvPr id="10" name="dp42-comparison / n10 / text 1">
            <a:extLst xmlns:a="http://schemas.openxmlformats.org/drawingml/2006/main">
              <a:ext uri="{FF2B5EF4-FFF2-40B4-BE49-F238E27FC236}">
                <a16:creationId xmlns:a16="http://schemas.microsoft.com/office/drawing/2014/main" id="{989744D4-7EF7-4AE5-BF9C-997479EAF72C}"/>
              </a:ext>
            </a:extLst>
          </p:cNvPr>
          <p:cNvSpPr>
            <a:spLocks xmlns:a="http://schemas.openxmlformats.org/drawingml/2006/main" noGrp="1"/>
          </p:cNvSpPr>
          <p:nvPr/>
        </p:nvSpPr>
        <p:spPr>
          <a:xfrm xmlns:a="http://schemas.openxmlformats.org/drawingml/2006/main">
            <a:off x="977265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독립 대화 / Task 서비스 / 별도 접수</a:t>
            </a:r>
          </a:p>
        </p:txBody>
      </p:sp>
      <p:sp>
        <p:nvSpPr>
          <p:cNvPr id="11" name="dp42-comparison / n11 / path">
            <a:extLst xmlns:a="http://schemas.openxmlformats.org/drawingml/2006/main">
              <a:ext uri="{FF2B5EF4-FFF2-40B4-BE49-F238E27FC236}">
                <a16:creationId xmlns:a16="http://schemas.microsoft.com/office/drawing/2014/main" id="{DE8C1548-1489-446C-9242-D8B3E1557FED}"/>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2-comparison / n12 / path">
            <a:extLst xmlns:a="http://schemas.openxmlformats.org/drawingml/2006/main">
              <a:ext uri="{FF2B5EF4-FFF2-40B4-BE49-F238E27FC236}">
                <a16:creationId xmlns:a16="http://schemas.microsoft.com/office/drawing/2014/main" id="{751CACAE-8FC4-4200-B9F8-C0059C43DF45}"/>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2-comparison / n13 / text 1">
            <a:extLst xmlns:a="http://schemas.openxmlformats.org/drawingml/2006/main">
              <a:ext uri="{FF2B5EF4-FFF2-40B4-BE49-F238E27FC236}">
                <a16:creationId xmlns:a16="http://schemas.microsoft.com/office/drawing/2014/main" id="{E3C4A4C0-F743-4580-BD0A-544AB9EF1F27}"/>
              </a:ext>
            </a:extLst>
          </p:cNvPr>
          <p:cNvSpPr>
            <a:spLocks xmlns:a="http://schemas.openxmlformats.org/drawingml/2006/main" noGrp="1"/>
          </p:cNvSpPr>
          <p:nvPr/>
        </p:nvSpPr>
        <p:spPr>
          <a:xfrm xmlns:a="http://schemas.openxmlformats.org/drawingml/2006/main">
            <a:off x="400050" y="7724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의미 제안은 Request Interpreter, 채택은 Request Controller / 실제 전달 원장은 Response Manager / 모델 / 외부 통신은 transaction 밖</a:t>
            </a:r>
          </a:p>
        </p:txBody>
      </p:sp>
      <p:sp>
        <p:nvSpPr>
          <p:cNvPr id="14" name="dp42-comparison / n14 / text 1">
            <a:extLst xmlns:a="http://schemas.openxmlformats.org/drawingml/2006/main">
              <a:ext uri="{FF2B5EF4-FFF2-40B4-BE49-F238E27FC236}">
                <a16:creationId xmlns:a16="http://schemas.microsoft.com/office/drawing/2014/main" id="{A5305ABE-F07A-4A5C-9B4D-3F90EDAB35E9}"/>
              </a:ext>
            </a:extLst>
          </p:cNvPr>
          <p:cNvSpPr>
            <a:spLocks xmlns:a="http://schemas.openxmlformats.org/drawingml/2006/main" noGrp="1"/>
          </p:cNvSpPr>
          <p:nvPr/>
        </p:nvSpPr>
        <p:spPr>
          <a:xfrm xmlns:a="http://schemas.openxmlformats.org/drawingml/2006/main">
            <a:off x="400050" y="80010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B: hold 요청 시각과 업무 gate 적용 ACK 시각은 다름 / ACK 전 DISPATCHING은 UNKNOWN / 외부 확인으로 처리</a:t>
            </a:r>
          </a:p>
        </p:txBody>
      </p:sp>
      <p:sp>
        <p:nvSpPr>
          <p:cNvPr id="15" name="dp42-comparison / n15 / path">
            <a:extLst xmlns:a="http://schemas.openxmlformats.org/drawingml/2006/main">
              <a:ext uri="{FF2B5EF4-FFF2-40B4-BE49-F238E27FC236}">
                <a16:creationId xmlns:a16="http://schemas.microsoft.com/office/drawing/2014/main" id="{4C5B4403-9B03-4387-ABC8-93F7F3AE9B16}"/>
              </a:ext>
            </a:extLst>
          </p:cNvPr>
          <p:cNvSpPr>
            <a:spLocks xmlns:a="http://schemas.openxmlformats.org/drawingml/2006/main" noGrp="1"/>
          </p:cNvSpPr>
          <p:nvPr/>
        </p:nvSpPr>
        <p:spPr>
          <a:xfrm xmlns:a="http://schemas.openxmlformats.org/drawingml/2006/main">
            <a:off x="381000" y="8296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6" name="dp42-comparison / n16 / text 1">
            <a:extLst xmlns:a="http://schemas.openxmlformats.org/drawingml/2006/main">
              <a:ext uri="{FF2B5EF4-FFF2-40B4-BE49-F238E27FC236}">
                <a16:creationId xmlns:a16="http://schemas.microsoft.com/office/drawing/2014/main" id="{DF8A5034-A9EC-4F1D-8999-05531ACBE99A}"/>
              </a:ext>
            </a:extLst>
          </p:cNvPr>
          <p:cNvSpPr>
            <a:spLocks xmlns:a="http://schemas.openxmlformats.org/drawingml/2006/main" noGrp="1"/>
          </p:cNvSpPr>
          <p:nvPr/>
        </p:nvSpPr>
        <p:spPr>
          <a:xfrm xmlns:a="http://schemas.openxmlformats.org/drawingml/2006/main">
            <a:off x="400050" y="8353425"/>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요청 처리 정확성</a:t>
            </a:r>
          </a:p>
        </p:txBody>
      </p:sp>
      <p:sp>
        <p:nvSpPr>
          <p:cNvPr id="17" name="dp42-comparison / n17 / text 1">
            <a:extLst xmlns:a="http://schemas.openxmlformats.org/drawingml/2006/main">
              <a:ext uri="{FF2B5EF4-FFF2-40B4-BE49-F238E27FC236}">
                <a16:creationId xmlns:a16="http://schemas.microsoft.com/office/drawing/2014/main" id="{9F8B1C60-4A74-4BB5-8AF9-64F22A20C258}"/>
              </a:ext>
            </a:extLst>
          </p:cNvPr>
          <p:cNvSpPr>
            <a:spLocks xmlns:a="http://schemas.openxmlformats.org/drawingml/2006/main" noGrp="1"/>
          </p:cNvSpPr>
          <p:nvPr/>
        </p:nvSpPr>
        <p:spPr>
          <a:xfrm xmlns:a="http://schemas.openxmlformats.org/drawingml/2006/main">
            <a:off x="2857500" y="8353425"/>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같은 의미 판단 / 공동 확정은 의미 정답 보증 아님</a:t>
            </a:r>
          </a:p>
        </p:txBody>
      </p:sp>
      <p:sp>
        <p:nvSpPr>
          <p:cNvPr id="18" name="dp42-comparison / n18 / text 1">
            <a:extLst xmlns:a="http://schemas.openxmlformats.org/drawingml/2006/main">
              <a:ext uri="{FF2B5EF4-FFF2-40B4-BE49-F238E27FC236}">
                <a16:creationId xmlns:a16="http://schemas.microsoft.com/office/drawing/2014/main" id="{2331979E-F01C-4BEB-8D85-417B83B4D3A8}"/>
              </a:ext>
            </a:extLst>
          </p:cNvPr>
          <p:cNvSpPr>
            <a:spLocks xmlns:a="http://schemas.openxmlformats.org/drawingml/2006/main" noGrp="1"/>
          </p:cNvSpPr>
          <p:nvPr/>
        </p:nvSpPr>
        <p:spPr>
          <a:xfrm xmlns:a="http://schemas.openxmlformats.org/drawingml/2006/main">
            <a:off x="10001250" y="8353425"/>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같은 판단 / 접수와 대화 반영의 일치 관리 필요</a:t>
            </a:r>
          </a:p>
        </p:txBody>
      </p:sp>
      <p:sp>
        <p:nvSpPr>
          <p:cNvPr id="19" name="dp42-comparison / n19 / path">
            <a:extLst xmlns:a="http://schemas.openxmlformats.org/drawingml/2006/main">
              <a:ext uri="{FF2B5EF4-FFF2-40B4-BE49-F238E27FC236}">
                <a16:creationId xmlns:a16="http://schemas.microsoft.com/office/drawing/2014/main" id="{0ACE2492-CE58-45DF-AECB-A479DD6481C8}"/>
              </a:ext>
            </a:extLst>
          </p:cNvPr>
          <p:cNvSpPr>
            <a:spLocks xmlns:a="http://schemas.openxmlformats.org/drawingml/2006/main" noGrp="1"/>
          </p:cNvSpPr>
          <p:nvPr/>
        </p:nvSpPr>
        <p:spPr>
          <a:xfrm xmlns:a="http://schemas.openxmlformats.org/drawingml/2006/main">
            <a:off x="381000" y="85344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0" name="dp42-comparison / n20 / text 1">
            <a:extLst xmlns:a="http://schemas.openxmlformats.org/drawingml/2006/main">
              <a:ext uri="{FF2B5EF4-FFF2-40B4-BE49-F238E27FC236}">
                <a16:creationId xmlns:a16="http://schemas.microsoft.com/office/drawing/2014/main" id="{EBAA934A-4594-4F7E-A86D-E1DCAC81376D}"/>
              </a:ext>
            </a:extLst>
          </p:cNvPr>
          <p:cNvSpPr>
            <a:spLocks xmlns:a="http://schemas.openxmlformats.org/drawingml/2006/main" noGrp="1"/>
          </p:cNvSpPr>
          <p:nvPr/>
        </p:nvSpPr>
        <p:spPr>
          <a:xfrm xmlns:a="http://schemas.openxmlformats.org/drawingml/2006/main">
            <a:off x="400050" y="8591550"/>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상호작용 응답시간</a:t>
            </a:r>
          </a:p>
        </p:txBody>
      </p:sp>
      <p:sp>
        <p:nvSpPr>
          <p:cNvPr id="21" name="dp42-comparison / n21 / text 1">
            <a:extLst xmlns:a="http://schemas.openxmlformats.org/drawingml/2006/main">
              <a:ext uri="{FF2B5EF4-FFF2-40B4-BE49-F238E27FC236}">
                <a16:creationId xmlns:a16="http://schemas.microsoft.com/office/drawing/2014/main" id="{3CA8AD35-69BE-43DD-8871-255842E8B1AC}"/>
              </a:ext>
            </a:extLst>
          </p:cNvPr>
          <p:cNvSpPr>
            <a:spLocks xmlns:a="http://schemas.openxmlformats.org/drawingml/2006/main" noGrp="1"/>
          </p:cNvSpPr>
          <p:nvPr/>
        </p:nvSpPr>
        <p:spPr>
          <a:xfrm xmlns:a="http://schemas.openxmlformats.org/drawingml/2006/main">
            <a:off x="2857500" y="8591550"/>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한 번의 관련 변경 확정 / 음성 반응 경로 공통</a:t>
            </a:r>
          </a:p>
        </p:txBody>
      </p:sp>
      <p:sp>
        <p:nvSpPr>
          <p:cNvPr id="22" name="dp42-comparison / n22 / text 1">
            <a:extLst xmlns:a="http://schemas.openxmlformats.org/drawingml/2006/main">
              <a:ext uri="{FF2B5EF4-FFF2-40B4-BE49-F238E27FC236}">
                <a16:creationId xmlns:a16="http://schemas.microsoft.com/office/drawing/2014/main" id="{69D370D4-043C-4A86-9700-8F70C1EA12C7}"/>
              </a:ext>
            </a:extLst>
          </p:cNvPr>
          <p:cNvSpPr>
            <a:spLocks xmlns:a="http://schemas.openxmlformats.org/drawingml/2006/main" noGrp="1"/>
          </p:cNvSpPr>
          <p:nvPr/>
        </p:nvSpPr>
        <p:spPr>
          <a:xfrm xmlns:a="http://schemas.openxmlformats.org/drawingml/2006/main">
            <a:off x="10001250" y="8591550"/>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의도 / 접수 / 반영 왕복 / 음성 반응 경로 공통</a:t>
            </a:r>
          </a:p>
        </p:txBody>
      </p:sp>
      <p:sp>
        <p:nvSpPr>
          <p:cNvPr id="23" name="dp42-comparison / n23 / path">
            <a:extLst xmlns:a="http://schemas.openxmlformats.org/drawingml/2006/main">
              <a:ext uri="{FF2B5EF4-FFF2-40B4-BE49-F238E27FC236}">
                <a16:creationId xmlns:a16="http://schemas.microsoft.com/office/drawing/2014/main" id="{AEF34A3D-2556-4657-A8BA-0663C6114487}"/>
              </a:ext>
            </a:extLst>
          </p:cNvPr>
          <p:cNvSpPr>
            <a:spLocks xmlns:a="http://schemas.openxmlformats.org/drawingml/2006/main" noGrp="1"/>
          </p:cNvSpPr>
          <p:nvPr/>
        </p:nvSpPr>
        <p:spPr>
          <a:xfrm xmlns:a="http://schemas.openxmlformats.org/drawingml/2006/main">
            <a:off x="381000" y="877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4" name="dp42-comparison / n24 / text 1">
            <a:extLst xmlns:a="http://schemas.openxmlformats.org/drawingml/2006/main">
              <a:ext uri="{FF2B5EF4-FFF2-40B4-BE49-F238E27FC236}">
                <a16:creationId xmlns:a16="http://schemas.microsoft.com/office/drawing/2014/main" id="{2F26C5B1-C0F4-4EF9-912A-C03943178465}"/>
              </a:ext>
            </a:extLst>
          </p:cNvPr>
          <p:cNvSpPr>
            <a:spLocks xmlns:a="http://schemas.openxmlformats.org/drawingml/2006/main" noGrp="1"/>
          </p:cNvSpPr>
          <p:nvPr/>
        </p:nvSpPr>
        <p:spPr>
          <a:xfrm xmlns:a="http://schemas.openxmlformats.org/drawingml/2006/main">
            <a:off x="400050" y="8829675"/>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요청 처리시간</a:t>
            </a:r>
          </a:p>
        </p:txBody>
      </p:sp>
      <p:sp>
        <p:nvSpPr>
          <p:cNvPr id="25" name="dp42-comparison / n25 / text 1">
            <a:extLst xmlns:a="http://schemas.openxmlformats.org/drawingml/2006/main">
              <a:ext uri="{FF2B5EF4-FFF2-40B4-BE49-F238E27FC236}">
                <a16:creationId xmlns:a16="http://schemas.microsoft.com/office/drawing/2014/main" id="{D1814351-63CD-430D-98BC-CB7296E97FBA}"/>
              </a:ext>
            </a:extLst>
          </p:cNvPr>
          <p:cNvSpPr>
            <a:spLocks xmlns:a="http://schemas.openxmlformats.org/drawingml/2006/main" noGrp="1"/>
          </p:cNvSpPr>
          <p:nvPr/>
        </p:nvSpPr>
        <p:spPr>
          <a:xfrm xmlns:a="http://schemas.openxmlformats.org/drawingml/2006/main">
            <a:off x="2857500" y="8829675"/>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같은 Core에서 공동 확정 뒤 명령 전송</a:t>
            </a:r>
          </a:p>
        </p:txBody>
      </p:sp>
      <p:sp>
        <p:nvSpPr>
          <p:cNvPr id="26" name="dp42-comparison / n26 / text 1">
            <a:extLst xmlns:a="http://schemas.openxmlformats.org/drawingml/2006/main">
              <a:ext uri="{FF2B5EF4-FFF2-40B4-BE49-F238E27FC236}">
                <a16:creationId xmlns:a16="http://schemas.microsoft.com/office/drawing/2014/main" id="{99A6053D-E323-4A7D-B2EF-60690E4EB6D0}"/>
              </a:ext>
            </a:extLst>
          </p:cNvPr>
          <p:cNvSpPr>
            <a:spLocks xmlns:a="http://schemas.openxmlformats.org/drawingml/2006/main" noGrp="1"/>
          </p:cNvSpPr>
          <p:nvPr/>
        </p:nvSpPr>
        <p:spPr>
          <a:xfrm xmlns:a="http://schemas.openxmlformats.org/drawingml/2006/main">
            <a:off x="10001250" y="8829675"/>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서비스 간 명령과 receipt 연결 / pending 확인 비용</a:t>
            </a:r>
          </a:p>
        </p:txBody>
      </p:sp>
      <p:sp>
        <p:nvSpPr>
          <p:cNvPr id="27" name="dp42-comparison / n27 / path">
            <a:extLst xmlns:a="http://schemas.openxmlformats.org/drawingml/2006/main">
              <a:ext uri="{FF2B5EF4-FFF2-40B4-BE49-F238E27FC236}">
                <a16:creationId xmlns:a16="http://schemas.microsoft.com/office/drawing/2014/main" id="{55C8ADBA-A9C8-4DAF-AF25-D8CE1E60835F}"/>
              </a:ext>
            </a:extLst>
          </p:cNvPr>
          <p:cNvSpPr>
            <a:spLocks xmlns:a="http://schemas.openxmlformats.org/drawingml/2006/main" noGrp="1"/>
          </p:cNvSpPr>
          <p:nvPr/>
        </p:nvSpPr>
        <p:spPr>
          <a:xfrm xmlns:a="http://schemas.openxmlformats.org/drawingml/2006/main">
            <a:off x="381000" y="90106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8" name="dp42-comparison / n28 / text 1">
            <a:extLst xmlns:a="http://schemas.openxmlformats.org/drawingml/2006/main">
              <a:ext uri="{FF2B5EF4-FFF2-40B4-BE49-F238E27FC236}">
                <a16:creationId xmlns:a16="http://schemas.microsoft.com/office/drawing/2014/main" id="{3A438BF9-1E79-4E35-A9EC-6B40C2DB0CB9}"/>
              </a:ext>
            </a:extLst>
          </p:cNvPr>
          <p:cNvSpPr>
            <a:spLocks xmlns:a="http://schemas.openxmlformats.org/drawingml/2006/main" noGrp="1"/>
          </p:cNvSpPr>
          <p:nvPr/>
        </p:nvSpPr>
        <p:spPr>
          <a:xfrm xmlns:a="http://schemas.openxmlformats.org/drawingml/2006/main">
            <a:off x="400050" y="9067800"/>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모델 사용 비용</a:t>
            </a:r>
          </a:p>
        </p:txBody>
      </p:sp>
      <p:sp>
        <p:nvSpPr>
          <p:cNvPr id="29" name="dp42-comparison / n29 / text 1">
            <a:extLst xmlns:a="http://schemas.openxmlformats.org/drawingml/2006/main">
              <a:ext uri="{FF2B5EF4-FFF2-40B4-BE49-F238E27FC236}">
                <a16:creationId xmlns:a16="http://schemas.microsoft.com/office/drawing/2014/main" id="{A08F701B-21DE-4541-8F88-E95BFB1FD875}"/>
              </a:ext>
            </a:extLst>
          </p:cNvPr>
          <p:cNvSpPr>
            <a:spLocks xmlns:a="http://schemas.openxmlformats.org/drawingml/2006/main" noGrp="1"/>
          </p:cNvSpPr>
          <p:nvPr/>
        </p:nvSpPr>
        <p:spPr>
          <a:xfrm xmlns:a="http://schemas.openxmlformats.org/drawingml/2006/main">
            <a:off x="2857500" y="9067800"/>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같은 의미 판단이면 동일 / 저장은 코드 처리</a:t>
            </a:r>
          </a:p>
        </p:txBody>
      </p:sp>
      <p:sp>
        <p:nvSpPr>
          <p:cNvPr id="30" name="dp42-comparison / n30 / text 1">
            <a:extLst xmlns:a="http://schemas.openxmlformats.org/drawingml/2006/main">
              <a:ext uri="{FF2B5EF4-FFF2-40B4-BE49-F238E27FC236}">
                <a16:creationId xmlns:a16="http://schemas.microsoft.com/office/drawing/2014/main" id="{E792A35C-9026-40F5-8E92-177CE1F198FC}"/>
              </a:ext>
            </a:extLst>
          </p:cNvPr>
          <p:cNvSpPr>
            <a:spLocks xmlns:a="http://schemas.openxmlformats.org/drawingml/2006/main" noGrp="1"/>
          </p:cNvSpPr>
          <p:nvPr/>
        </p:nvSpPr>
        <p:spPr>
          <a:xfrm xmlns:a="http://schemas.openxmlformats.org/drawingml/2006/main">
            <a:off x="10001250" y="9067800"/>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같은 의미 판단이면 동일 / 인계는 모델 호출 아님</a:t>
            </a:r>
          </a:p>
        </p:txBody>
      </p:sp>
      <p:sp>
        <p:nvSpPr>
          <p:cNvPr id="31" name="dp42-comparison / n31 / path">
            <a:extLst xmlns:a="http://schemas.openxmlformats.org/drawingml/2006/main">
              <a:ext uri="{FF2B5EF4-FFF2-40B4-BE49-F238E27FC236}">
                <a16:creationId xmlns:a16="http://schemas.microsoft.com/office/drawing/2014/main" id="{0ED3EF4C-7667-4773-A591-B52856C62A0C}"/>
              </a:ext>
            </a:extLst>
          </p:cNvPr>
          <p:cNvSpPr>
            <a:spLocks xmlns:a="http://schemas.openxmlformats.org/drawingml/2006/main" noGrp="1"/>
          </p:cNvSpPr>
          <p:nvPr/>
        </p:nvSpPr>
        <p:spPr>
          <a:xfrm xmlns:a="http://schemas.openxmlformats.org/drawingml/2006/main">
            <a:off x="381000" y="9248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32" name="dp42-comparison / n32 / text 1">
            <a:extLst xmlns:a="http://schemas.openxmlformats.org/drawingml/2006/main">
              <a:ext uri="{FF2B5EF4-FFF2-40B4-BE49-F238E27FC236}">
                <a16:creationId xmlns:a16="http://schemas.microsoft.com/office/drawing/2014/main" id="{6179A0B7-8A97-4C0E-AE10-04297724CA4B}"/>
              </a:ext>
            </a:extLst>
          </p:cNvPr>
          <p:cNvSpPr>
            <a:spLocks xmlns:a="http://schemas.openxmlformats.org/drawingml/2006/main" noGrp="1"/>
          </p:cNvSpPr>
          <p:nvPr/>
        </p:nvSpPr>
        <p:spPr>
          <a:xfrm xmlns:a="http://schemas.openxmlformats.org/drawingml/2006/main">
            <a:off x="400050" y="9305925"/>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변경 용이성</a:t>
            </a:r>
          </a:p>
        </p:txBody>
      </p:sp>
      <p:sp>
        <p:nvSpPr>
          <p:cNvPr id="33" name="dp42-comparison / n33 / text 1">
            <a:extLst xmlns:a="http://schemas.openxmlformats.org/drawingml/2006/main">
              <a:ext uri="{FF2B5EF4-FFF2-40B4-BE49-F238E27FC236}">
                <a16:creationId xmlns:a16="http://schemas.microsoft.com/office/drawing/2014/main" id="{EF77641F-55D4-48DA-9FC4-EDDB584120F4}"/>
              </a:ext>
            </a:extLst>
          </p:cNvPr>
          <p:cNvSpPr>
            <a:spLocks xmlns:a="http://schemas.openxmlformats.org/drawingml/2006/main" noGrp="1"/>
          </p:cNvSpPr>
          <p:nvPr/>
        </p:nvSpPr>
        <p:spPr>
          <a:xfrm xmlns:a="http://schemas.openxmlformats.org/drawingml/2006/main">
            <a:off x="2857500" y="9305925"/>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내부 Module 변경 가능 / 공동 확정 계약 영향</a:t>
            </a:r>
          </a:p>
        </p:txBody>
      </p:sp>
      <p:sp>
        <p:nvSpPr>
          <p:cNvPr id="34" name="dp42-comparison / n34 / text 1">
            <a:extLst xmlns:a="http://schemas.openxmlformats.org/drawingml/2006/main">
              <a:ext uri="{FF2B5EF4-FFF2-40B4-BE49-F238E27FC236}">
                <a16:creationId xmlns:a16="http://schemas.microsoft.com/office/drawing/2014/main" id="{8EE6578A-84CF-4EE5-BBDB-774994788C2D}"/>
              </a:ext>
            </a:extLst>
          </p:cNvPr>
          <p:cNvSpPr>
            <a:spLocks xmlns:a="http://schemas.openxmlformats.org/drawingml/2006/main" noGrp="1"/>
          </p:cNvSpPr>
          <p:nvPr/>
        </p:nvSpPr>
        <p:spPr>
          <a:xfrm xmlns:a="http://schemas.openxmlformats.org/drawingml/2006/main">
            <a:off x="10001250" y="9305925"/>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저장과 실행 수명 독립 / 서비스 계약의 호환 비용</a:t>
            </a:r>
          </a:p>
        </p:txBody>
      </p:sp>
      <p:sp>
        <p:nvSpPr>
          <p:cNvPr id="35" name="dp42-comparison / n35 / path">
            <a:extLst xmlns:a="http://schemas.openxmlformats.org/drawingml/2006/main">
              <a:ext uri="{FF2B5EF4-FFF2-40B4-BE49-F238E27FC236}">
                <a16:creationId xmlns:a16="http://schemas.microsoft.com/office/drawing/2014/main" id="{8A8A0992-D33A-438A-9F40-4CA3671DB1E7}"/>
              </a:ext>
            </a:extLst>
          </p:cNvPr>
          <p:cNvSpPr>
            <a:spLocks xmlns:a="http://schemas.openxmlformats.org/drawingml/2006/main" noGrp="1"/>
          </p:cNvSpPr>
          <p:nvPr/>
        </p:nvSpPr>
        <p:spPr>
          <a:xfrm xmlns:a="http://schemas.openxmlformats.org/drawingml/2006/main">
            <a:off x="381000" y="94869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36" name="dp42-comparison / n36 / text 1">
            <a:extLst xmlns:a="http://schemas.openxmlformats.org/drawingml/2006/main">
              <a:ext uri="{FF2B5EF4-FFF2-40B4-BE49-F238E27FC236}">
                <a16:creationId xmlns:a16="http://schemas.microsoft.com/office/drawing/2014/main" id="{A608A9E5-2B1C-4A9C-81C0-34E8DE0CEF7C}"/>
              </a:ext>
            </a:extLst>
          </p:cNvPr>
          <p:cNvSpPr>
            <a:spLocks xmlns:a="http://schemas.openxmlformats.org/drawingml/2006/main" noGrp="1"/>
          </p:cNvSpPr>
          <p:nvPr/>
        </p:nvSpPr>
        <p:spPr>
          <a:xfrm xmlns:a="http://schemas.openxmlformats.org/drawingml/2006/main">
            <a:off x="400050" y="9544050"/>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로컬 VIA 메모리 사용량</a:t>
            </a:r>
          </a:p>
        </p:txBody>
      </p:sp>
      <p:sp>
        <p:nvSpPr>
          <p:cNvPr id="37" name="dp42-comparison / n37 / text 1">
            <a:extLst xmlns:a="http://schemas.openxmlformats.org/drawingml/2006/main">
              <a:ext uri="{FF2B5EF4-FFF2-40B4-BE49-F238E27FC236}">
                <a16:creationId xmlns:a16="http://schemas.microsoft.com/office/drawing/2014/main" id="{2FC9D5CC-4234-4370-B176-53F27A26B284}"/>
              </a:ext>
            </a:extLst>
          </p:cNvPr>
          <p:cNvSpPr>
            <a:spLocks xmlns:a="http://schemas.openxmlformats.org/drawingml/2006/main" noGrp="1"/>
          </p:cNvSpPr>
          <p:nvPr/>
        </p:nvSpPr>
        <p:spPr>
          <a:xfrm xmlns:a="http://schemas.openxmlformats.org/drawingml/2006/main">
            <a:off x="2857500" y="9544050"/>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같은 실행체의 상태 / 실행 대기열</a:t>
            </a:r>
          </a:p>
        </p:txBody>
      </p:sp>
      <p:sp>
        <p:nvSpPr>
          <p:cNvPr id="38" name="dp42-comparison / n38 / text 1">
            <a:extLst xmlns:a="http://schemas.openxmlformats.org/drawingml/2006/main">
              <a:ext uri="{FF2B5EF4-FFF2-40B4-BE49-F238E27FC236}">
                <a16:creationId xmlns:a16="http://schemas.microsoft.com/office/drawing/2014/main" id="{58C9C2C8-F1EF-4660-990C-4F0EC310A586}"/>
              </a:ext>
            </a:extLst>
          </p:cNvPr>
          <p:cNvSpPr>
            <a:spLocks xmlns:a="http://schemas.openxmlformats.org/drawingml/2006/main" noGrp="1"/>
          </p:cNvSpPr>
          <p:nvPr/>
        </p:nvSpPr>
        <p:spPr>
          <a:xfrm xmlns:a="http://schemas.openxmlformats.org/drawingml/2006/main">
            <a:off x="10001250" y="9544050"/>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별도 실행체와 각 대기열 / 접수 대기 상태 유지</a:t>
            </a:r>
          </a:p>
        </p:txBody>
      </p:sp>
      <p:sp>
        <p:nvSpPr>
          <p:cNvPr id="39" name="dp42-comparison / n39 / text 1">
            <a:extLst xmlns:a="http://schemas.openxmlformats.org/drawingml/2006/main">
              <a:ext uri="{FF2B5EF4-FFF2-40B4-BE49-F238E27FC236}">
                <a16:creationId xmlns:a16="http://schemas.microsoft.com/office/drawing/2014/main" id="{244D34F7-B2F1-4151-B589-A4738DB744D3}"/>
              </a:ext>
            </a:extLst>
          </p:cNvPr>
          <p:cNvSpPr>
            <a:spLocks xmlns:a="http://schemas.openxmlformats.org/drawingml/2006/main" noGrp="1"/>
          </p:cNvSpPr>
          <p:nvPr/>
        </p:nvSpPr>
        <p:spPr>
          <a:xfrm xmlns:a="http://schemas.openxmlformats.org/drawingml/2006/main">
            <a:off x="381000" y="9810750"/>
            <a:ext cx="175260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18232E"/>
                </a:solidFill>
                <a:latin typeface="Apple SD Gothic Neo"/>
                <a:ea typeface="Apple SD Gothic Neo"/>
                <a:cs typeface="Apple SD Gothic Neo"/>
              </a:defRPr>
            </a:pPr>
            <a:r>
              <a:rPr sz="1125" b="0">
                <a:solidFill>
                  <a:srgbClr val="18232E"/>
                </a:solidFill>
                <a:latin typeface="Apple SD Gothic Neo"/>
                <a:ea typeface="Apple SD Gothic Neo"/>
                <a:cs typeface="Apple SD Gothic Neo"/>
              </a:rPr>
              <a:t>미선정 / 미측정. B의 별도 수명 이익은 조건부다. 일반 adapter 변경이나 정상 사용에서 자동 우위는 없다.</a:t>
            </a:r>
          </a:p>
        </p:txBody>
      </p:sp>
      <p:sp>
        <p:nvSpPr>
          <p:cNvPr id="40" name="dp42-comparison / n40 / text 1">
            <a:extLst xmlns:a="http://schemas.openxmlformats.org/drawingml/2006/main">
              <a:ext uri="{FF2B5EF4-FFF2-40B4-BE49-F238E27FC236}">
                <a16:creationId xmlns:a16="http://schemas.microsoft.com/office/drawing/2014/main" id="{37AA9006-39D1-40A5-AEC3-AEE02E48D7FE}"/>
              </a:ext>
            </a:extLst>
          </p:cNvPr>
          <p:cNvSpPr>
            <a:spLocks xmlns:a="http://schemas.openxmlformats.org/drawingml/2006/main" noGrp="1"/>
          </p:cNvSpPr>
          <p:nvPr/>
        </p:nvSpPr>
        <p:spPr>
          <a:xfrm xmlns:a="http://schemas.openxmlformats.org/drawingml/2006/main">
            <a:off x="381000" y="10067925"/>
            <a:ext cx="17526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준비 완료 / VIA 내부 접수 / 외부 Agent 접수 / 사용자 실제 전달은 별도 확인</a:t>
            </a:r>
          </a:p>
        </p:txBody>
      </p:sp>
      <p:sp>
        <p:nvSpPr>
          <p:cNvPr id="41" name="dp42-comparison / legend_continuation_0">
            <a:extLst xmlns:a="http://schemas.openxmlformats.org/drawingml/2006/main">
              <a:ext uri="{FF2B5EF4-FFF2-40B4-BE49-F238E27FC236}">
                <a16:creationId xmlns:a16="http://schemas.microsoft.com/office/drawing/2014/main" id="{898F8ECD-6E39-42E0-9880-D474D9F10B53}"/>
              </a:ext>
            </a:extLst>
          </p:cNvPr>
          <p:cNvSpPr>
            <a:spLocks xmlns:a="http://schemas.openxmlformats.org/drawingml/2006/main" noGrp="1"/>
          </p:cNvSpPr>
          <p:nvPr/>
        </p:nvSpPr>
        <p:spPr>
          <a:xfrm xmlns:a="http://schemas.openxmlformats.org/drawingml/2006/main">
            <a:off x="447675" y="3257550"/>
            <a:ext cx="819150" cy="42005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2" name="dp42-comparison / legend_continuation_1 / text 1">
            <a:extLst xmlns:a="http://schemas.openxmlformats.org/drawingml/2006/main">
              <a:ext uri="{FF2B5EF4-FFF2-40B4-BE49-F238E27FC236}">
                <a16:creationId xmlns:a16="http://schemas.microsoft.com/office/drawing/2014/main" id="{73F2F736-C92B-47AD-9E32-0664831FF2AA}"/>
              </a:ext>
            </a:extLst>
          </p:cNvPr>
          <p:cNvSpPr>
            <a:spLocks xmlns:a="http://schemas.openxmlformats.org/drawingml/2006/main" noGrp="1"/>
          </p:cNvSpPr>
          <p:nvPr/>
        </p:nvSpPr>
        <p:spPr>
          <a:xfrm xmlns:a="http://schemas.openxmlformats.org/drawingml/2006/main">
            <a:off x="466725" y="3329559"/>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43" name="dp42-comparison / legend_continuation_2">
            <a:extLst xmlns:a="http://schemas.openxmlformats.org/drawingml/2006/main">
              <a:ext uri="{FF2B5EF4-FFF2-40B4-BE49-F238E27FC236}">
                <a16:creationId xmlns:a16="http://schemas.microsoft.com/office/drawing/2014/main" id="{0C67B01B-D128-4B6A-8EA0-AC7CD0245255}"/>
              </a:ext>
            </a:extLst>
          </p:cNvPr>
          <p:cNvSpPr>
            <a:spLocks xmlns:a="http://schemas.openxmlformats.org/drawingml/2006/main" noGrp="1"/>
          </p:cNvSpPr>
          <p:nvPr/>
        </p:nvSpPr>
        <p:spPr>
          <a:xfrm xmlns:a="http://schemas.openxmlformats.org/drawingml/2006/main">
            <a:off x="504825" y="3553587"/>
            <a:ext cx="704850" cy="216027"/>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4" name="dp42-comparison / legend_continuation_3 / text 1">
            <a:extLst xmlns:a="http://schemas.openxmlformats.org/drawingml/2006/main">
              <a:ext uri="{FF2B5EF4-FFF2-40B4-BE49-F238E27FC236}">
                <a16:creationId xmlns:a16="http://schemas.microsoft.com/office/drawing/2014/main" id="{7837FC43-CEA3-4985-99F3-9BDDDC474AE7}"/>
              </a:ext>
            </a:extLst>
          </p:cNvPr>
          <p:cNvSpPr>
            <a:spLocks xmlns:a="http://schemas.openxmlformats.org/drawingml/2006/main" noGrp="1"/>
          </p:cNvSpPr>
          <p:nvPr/>
        </p:nvSpPr>
        <p:spPr>
          <a:xfrm xmlns:a="http://schemas.openxmlformats.org/drawingml/2006/main">
            <a:off x="590550" y="3609594"/>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45" name="dp42-comparison / legend_continuation_4 / text 1">
            <a:extLst xmlns:a="http://schemas.openxmlformats.org/drawingml/2006/main">
              <a:ext uri="{FF2B5EF4-FFF2-40B4-BE49-F238E27FC236}">
                <a16:creationId xmlns:a16="http://schemas.microsoft.com/office/drawing/2014/main" id="{9EC71985-04EC-4082-A9B8-73DA6180BAF2}"/>
              </a:ext>
            </a:extLst>
          </p:cNvPr>
          <p:cNvSpPr>
            <a:spLocks xmlns:a="http://schemas.openxmlformats.org/drawingml/2006/main" noGrp="1"/>
          </p:cNvSpPr>
          <p:nvPr/>
        </p:nvSpPr>
        <p:spPr>
          <a:xfrm xmlns:a="http://schemas.openxmlformats.org/drawingml/2006/main">
            <a:off x="514350" y="379361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6" name="dp42-comparison / legend_continuation_5">
            <a:extLst xmlns:a="http://schemas.openxmlformats.org/drawingml/2006/main">
              <a:ext uri="{FF2B5EF4-FFF2-40B4-BE49-F238E27FC236}">
                <a16:creationId xmlns:a16="http://schemas.microsoft.com/office/drawing/2014/main" id="{0EEA4E2D-AE53-45C2-863A-C6E3C3EBBF88}"/>
              </a:ext>
            </a:extLst>
          </p:cNvPr>
          <p:cNvSpPr>
            <a:spLocks xmlns:a="http://schemas.openxmlformats.org/drawingml/2006/main" noGrp="1"/>
          </p:cNvSpPr>
          <p:nvPr/>
        </p:nvSpPr>
        <p:spPr>
          <a:xfrm xmlns:a="http://schemas.openxmlformats.org/drawingml/2006/main">
            <a:off x="504825" y="4025646"/>
            <a:ext cx="704850" cy="216027"/>
          </a:xfrm>
          <a:prstGeom xmlns:a="http://schemas.openxmlformats.org/drawingml/2006/main" prst="roundRect">
            <a:avLst>
              <a:gd name="adj" fmla="val 35273"/>
            </a:avLst>
          </a:prstGeom>
          <a:solidFill xmlns:a="http://schemas.openxmlformats.org/drawingml/2006/main">
            <a:srgbClr val="FFFFFF"/>
          </a:solidFill>
          <a:ln xmlns:a="http://schemas.openxmlformats.org/drawingml/2006/main" w="9525">
            <a:solidFill>
              <a:srgbClr val="000000"/>
            </a:solidFill>
            <a:prstDash val="solid"/>
          </a:ln>
        </p:spPr>
      </p:sp>
      <p:sp>
        <p:nvSpPr>
          <p:cNvPr id="47" name="dp42-comparison / legend_continuation_6 / text 1">
            <a:extLst xmlns:a="http://schemas.openxmlformats.org/drawingml/2006/main">
              <a:ext uri="{FF2B5EF4-FFF2-40B4-BE49-F238E27FC236}">
                <a16:creationId xmlns:a16="http://schemas.microsoft.com/office/drawing/2014/main" id="{50F9A9A3-0FFF-4D14-B649-F607E2C63BA9}"/>
              </a:ext>
            </a:extLst>
          </p:cNvPr>
          <p:cNvSpPr>
            <a:spLocks xmlns:a="http://schemas.openxmlformats.org/drawingml/2006/main" noGrp="1"/>
          </p:cNvSpPr>
          <p:nvPr/>
        </p:nvSpPr>
        <p:spPr>
          <a:xfrm xmlns:a="http://schemas.openxmlformats.org/drawingml/2006/main">
            <a:off x="590550" y="4081653"/>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8" name="dp42-comparison / legend_continuation_7 / text 1">
            <a:extLst xmlns:a="http://schemas.openxmlformats.org/drawingml/2006/main">
              <a:ext uri="{FF2B5EF4-FFF2-40B4-BE49-F238E27FC236}">
                <a16:creationId xmlns:a16="http://schemas.microsoft.com/office/drawing/2014/main" id="{837CC0B8-37E8-4635-81A2-76AB1192CC90}"/>
              </a:ext>
            </a:extLst>
          </p:cNvPr>
          <p:cNvSpPr>
            <a:spLocks xmlns:a="http://schemas.openxmlformats.org/drawingml/2006/main" noGrp="1"/>
          </p:cNvSpPr>
          <p:nvPr/>
        </p:nvSpPr>
        <p:spPr>
          <a:xfrm xmlns:a="http://schemas.openxmlformats.org/drawingml/2006/main">
            <a:off x="514350" y="4265676"/>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9" name="dp42-comparison / legend_continuation_8">
            <a:extLst xmlns:a="http://schemas.openxmlformats.org/drawingml/2006/main">
              <a:ext uri="{FF2B5EF4-FFF2-40B4-BE49-F238E27FC236}">
                <a16:creationId xmlns:a16="http://schemas.microsoft.com/office/drawing/2014/main" id="{A6CAA3A8-A8E8-4557-8AA7-E45FC72E1084}"/>
              </a:ext>
            </a:extLst>
          </p:cNvPr>
          <p:cNvSpPr>
            <a:spLocks xmlns:a="http://schemas.openxmlformats.org/drawingml/2006/main" noGrp="1"/>
          </p:cNvSpPr>
          <p:nvPr/>
        </p:nvSpPr>
        <p:spPr>
          <a:xfrm xmlns:a="http://schemas.openxmlformats.org/drawingml/2006/main">
            <a:off x="504825" y="4497705"/>
            <a:ext cx="704850" cy="216027"/>
          </a:xfrm>
          <a:custGeom xmlns:a="http://schemas.openxmlformats.org/drawingml/2006/main">
            <a:pathLst>
              <a:path w="704850" h="216027">
                <a:moveTo>
                  <a:pt x="0" y="0"/>
                </a:moveTo>
                <a:lnTo>
                  <a:pt x="533400" y="0"/>
                </a:lnTo>
                <a:lnTo>
                  <a:pt x="704850" y="171450"/>
                </a:lnTo>
                <a:lnTo>
                  <a:pt x="704850" y="216027"/>
                </a:lnTo>
                <a:lnTo>
                  <a:pt x="0" y="216027"/>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50" name="dp42-comparison / legend_continuation_8 / fold">
            <a:extLst xmlns:a="http://schemas.openxmlformats.org/drawingml/2006/main">
              <a:ext uri="{FF2B5EF4-FFF2-40B4-BE49-F238E27FC236}">
                <a16:creationId xmlns:a16="http://schemas.microsoft.com/office/drawing/2014/main" id="{21B9FF68-332C-4093-B8CB-A1EDF2F4D4DD}"/>
              </a:ext>
            </a:extLst>
          </p:cNvPr>
          <p:cNvSpPr>
            <a:spLocks xmlns:a="http://schemas.openxmlformats.org/drawingml/2006/main" noGrp="1"/>
          </p:cNvSpPr>
          <p:nvPr/>
        </p:nvSpPr>
        <p:spPr>
          <a:xfrm xmlns:a="http://schemas.openxmlformats.org/drawingml/2006/main">
            <a:off x="1038225" y="449770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51" name="dp42-comparison / legend_continuation_9 / text 1">
            <a:extLst xmlns:a="http://schemas.openxmlformats.org/drawingml/2006/main">
              <a:ext uri="{FF2B5EF4-FFF2-40B4-BE49-F238E27FC236}">
                <a16:creationId xmlns:a16="http://schemas.microsoft.com/office/drawing/2014/main" id="{7B7BC558-B435-4F79-A468-AA5B40FF33C1}"/>
              </a:ext>
            </a:extLst>
          </p:cNvPr>
          <p:cNvSpPr>
            <a:spLocks xmlns:a="http://schemas.openxmlformats.org/drawingml/2006/main" noGrp="1"/>
          </p:cNvSpPr>
          <p:nvPr/>
        </p:nvSpPr>
        <p:spPr>
          <a:xfrm xmlns:a="http://schemas.openxmlformats.org/drawingml/2006/main">
            <a:off x="523875" y="4553712"/>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52" name="dp42-comparison / legend_continuation_10 / text 1">
            <a:extLst xmlns:a="http://schemas.openxmlformats.org/drawingml/2006/main">
              <a:ext uri="{FF2B5EF4-FFF2-40B4-BE49-F238E27FC236}">
                <a16:creationId xmlns:a16="http://schemas.microsoft.com/office/drawing/2014/main" id="{A1B1732B-D5E5-4650-AE06-3BCADC73092D}"/>
              </a:ext>
            </a:extLst>
          </p:cNvPr>
          <p:cNvSpPr>
            <a:spLocks xmlns:a="http://schemas.openxmlformats.org/drawingml/2006/main" noGrp="1"/>
          </p:cNvSpPr>
          <p:nvPr/>
        </p:nvSpPr>
        <p:spPr>
          <a:xfrm xmlns:a="http://schemas.openxmlformats.org/drawingml/2006/main">
            <a:off x="514350" y="473773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3" name="dp42-comparison / legend_continuation_11">
            <a:extLst xmlns:a="http://schemas.openxmlformats.org/drawingml/2006/main">
              <a:ext uri="{FF2B5EF4-FFF2-40B4-BE49-F238E27FC236}">
                <a16:creationId xmlns:a16="http://schemas.microsoft.com/office/drawing/2014/main" id="{271EE7A7-DC2B-4A8B-B705-45D7798A885B}"/>
              </a:ext>
            </a:extLst>
          </p:cNvPr>
          <p:cNvSpPr>
            <a:spLocks xmlns:a="http://schemas.openxmlformats.org/drawingml/2006/main" noGrp="1"/>
          </p:cNvSpPr>
          <p:nvPr/>
        </p:nvSpPr>
        <p:spPr>
          <a:xfrm xmlns:a="http://schemas.openxmlformats.org/drawingml/2006/main">
            <a:off x="504825" y="4961763"/>
            <a:ext cx="704850" cy="216027"/>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54" name="dp42-comparison / legend_continuation_12 / text 1">
            <a:extLst xmlns:a="http://schemas.openxmlformats.org/drawingml/2006/main">
              <a:ext uri="{FF2B5EF4-FFF2-40B4-BE49-F238E27FC236}">
                <a16:creationId xmlns:a16="http://schemas.microsoft.com/office/drawing/2014/main" id="{FB844489-2C32-45C4-9612-42E3391A5B2D}"/>
              </a:ext>
            </a:extLst>
          </p:cNvPr>
          <p:cNvSpPr>
            <a:spLocks xmlns:a="http://schemas.openxmlformats.org/drawingml/2006/main" noGrp="1"/>
          </p:cNvSpPr>
          <p:nvPr/>
        </p:nvSpPr>
        <p:spPr>
          <a:xfrm xmlns:a="http://schemas.openxmlformats.org/drawingml/2006/main">
            <a:off x="590550" y="501777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55" name="dp42-comparison / legend_continuation_13 / text 1">
            <a:extLst xmlns:a="http://schemas.openxmlformats.org/drawingml/2006/main">
              <a:ext uri="{FF2B5EF4-FFF2-40B4-BE49-F238E27FC236}">
                <a16:creationId xmlns:a16="http://schemas.microsoft.com/office/drawing/2014/main" id="{12174830-27D6-410E-BC51-6E8506254467}"/>
              </a:ext>
            </a:extLst>
          </p:cNvPr>
          <p:cNvSpPr>
            <a:spLocks xmlns:a="http://schemas.openxmlformats.org/drawingml/2006/main" noGrp="1"/>
          </p:cNvSpPr>
          <p:nvPr/>
        </p:nvSpPr>
        <p:spPr>
          <a:xfrm xmlns:a="http://schemas.openxmlformats.org/drawingml/2006/main">
            <a:off x="514350" y="5201793"/>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56" name="dp42-comparison / legend_continuation_14">
            <a:extLst xmlns:a="http://schemas.openxmlformats.org/drawingml/2006/main">
              <a:ext uri="{FF2B5EF4-FFF2-40B4-BE49-F238E27FC236}">
                <a16:creationId xmlns:a16="http://schemas.microsoft.com/office/drawing/2014/main" id="{DB4B3B26-5493-4DAE-8B0B-D1D6B97C9456}"/>
              </a:ext>
            </a:extLst>
          </p:cNvPr>
          <p:cNvSpPr>
            <a:spLocks xmlns:a="http://schemas.openxmlformats.org/drawingml/2006/main" noGrp="1"/>
          </p:cNvSpPr>
          <p:nvPr/>
        </p:nvSpPr>
        <p:spPr>
          <a:xfrm xmlns:a="http://schemas.openxmlformats.org/drawingml/2006/main">
            <a:off x="504825" y="5433822"/>
            <a:ext cx="704850" cy="216027"/>
          </a:xfrm>
          <a:prstGeom xmlns:a="http://schemas.openxmlformats.org/drawingml/2006/main" prst="roundRect">
            <a:avLst>
              <a:gd name="adj" fmla="val 35273"/>
            </a:avLst>
          </a:prstGeom>
          <a:solidFill xmlns:a="http://schemas.openxmlformats.org/drawingml/2006/main">
            <a:srgbClr val="FFF0DD"/>
          </a:solidFill>
          <a:ln xmlns:a="http://schemas.openxmlformats.org/drawingml/2006/main" w="9525">
            <a:solidFill>
              <a:srgbClr val="B8753F"/>
            </a:solidFill>
            <a:prstDash val="solid"/>
          </a:ln>
        </p:spPr>
      </p:sp>
      <p:sp>
        <p:nvSpPr>
          <p:cNvPr id="57" name="dp42-comparison / legend_continuation_15 / text 1">
            <a:extLst xmlns:a="http://schemas.openxmlformats.org/drawingml/2006/main">
              <a:ext uri="{FF2B5EF4-FFF2-40B4-BE49-F238E27FC236}">
                <a16:creationId xmlns:a16="http://schemas.microsoft.com/office/drawing/2014/main" id="{9627982F-EBC8-4699-A525-3E523A49F7D3}"/>
              </a:ext>
            </a:extLst>
          </p:cNvPr>
          <p:cNvSpPr>
            <a:spLocks xmlns:a="http://schemas.openxmlformats.org/drawingml/2006/main" noGrp="1"/>
          </p:cNvSpPr>
          <p:nvPr/>
        </p:nvSpPr>
        <p:spPr>
          <a:xfrm xmlns:a="http://schemas.openxmlformats.org/drawingml/2006/main">
            <a:off x="590550" y="5489829"/>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8" name="dp42-comparison / legend_continuation_16 / text 1">
            <a:extLst xmlns:a="http://schemas.openxmlformats.org/drawingml/2006/main">
              <a:ext uri="{FF2B5EF4-FFF2-40B4-BE49-F238E27FC236}">
                <a16:creationId xmlns:a16="http://schemas.microsoft.com/office/drawing/2014/main" id="{549F342C-1714-4D54-91DC-5682B6E73AC8}"/>
              </a:ext>
            </a:extLst>
          </p:cNvPr>
          <p:cNvSpPr>
            <a:spLocks xmlns:a="http://schemas.openxmlformats.org/drawingml/2006/main" noGrp="1"/>
          </p:cNvSpPr>
          <p:nvPr/>
        </p:nvSpPr>
        <p:spPr>
          <a:xfrm xmlns:a="http://schemas.openxmlformats.org/drawingml/2006/main">
            <a:off x="514350" y="5673852"/>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9" name="dp42-comparison / legend_continuation_17">
            <a:extLst xmlns:a="http://schemas.openxmlformats.org/drawingml/2006/main">
              <a:ext uri="{FF2B5EF4-FFF2-40B4-BE49-F238E27FC236}">
                <a16:creationId xmlns:a16="http://schemas.microsoft.com/office/drawing/2014/main" id="{B9DAA17C-5300-4839-83B8-DF4E01DCEF61}"/>
              </a:ext>
            </a:extLst>
          </p:cNvPr>
          <p:cNvSpPr>
            <a:spLocks xmlns:a="http://schemas.openxmlformats.org/drawingml/2006/main" noGrp="1"/>
          </p:cNvSpPr>
          <p:nvPr/>
        </p:nvSpPr>
        <p:spPr>
          <a:xfrm xmlns:a="http://schemas.openxmlformats.org/drawingml/2006/main">
            <a:off x="504825" y="5865876"/>
            <a:ext cx="704850" cy="216027"/>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0" name="dp42-comparison / legend_continuation_18 / text 1">
            <a:extLst xmlns:a="http://schemas.openxmlformats.org/drawingml/2006/main">
              <a:ext uri="{FF2B5EF4-FFF2-40B4-BE49-F238E27FC236}">
                <a16:creationId xmlns:a16="http://schemas.microsoft.com/office/drawing/2014/main" id="{E0ACB50C-E539-4CDD-AC23-A5DE4DF8350C}"/>
              </a:ext>
            </a:extLst>
          </p:cNvPr>
          <p:cNvSpPr>
            <a:spLocks xmlns:a="http://schemas.openxmlformats.org/drawingml/2006/main" noGrp="1"/>
          </p:cNvSpPr>
          <p:nvPr/>
        </p:nvSpPr>
        <p:spPr>
          <a:xfrm xmlns:a="http://schemas.openxmlformats.org/drawingml/2006/main">
            <a:off x="590550" y="5961888"/>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61" name="dp42-comparison / legend_continuation_19 / text 1">
            <a:extLst xmlns:a="http://schemas.openxmlformats.org/drawingml/2006/main">
              <a:ext uri="{FF2B5EF4-FFF2-40B4-BE49-F238E27FC236}">
                <a16:creationId xmlns:a16="http://schemas.microsoft.com/office/drawing/2014/main" id="{29763DDD-46C6-4CDD-8B6B-50BFA2F4CFD1}"/>
              </a:ext>
            </a:extLst>
          </p:cNvPr>
          <p:cNvSpPr>
            <a:spLocks xmlns:a="http://schemas.openxmlformats.org/drawingml/2006/main" noGrp="1"/>
          </p:cNvSpPr>
          <p:nvPr/>
        </p:nvSpPr>
        <p:spPr>
          <a:xfrm xmlns:a="http://schemas.openxmlformats.org/drawingml/2006/main">
            <a:off x="514350" y="611390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62" name="dp42-comparison / legend_continuation_20 / path">
            <a:extLst xmlns:a="http://schemas.openxmlformats.org/drawingml/2006/main">
              <a:ext uri="{FF2B5EF4-FFF2-40B4-BE49-F238E27FC236}">
                <a16:creationId xmlns:a16="http://schemas.microsoft.com/office/drawing/2014/main" id="{BDFC8E23-B9FA-46D2-93B6-50307D6A0CB6}"/>
              </a:ext>
            </a:extLst>
          </p:cNvPr>
          <p:cNvSpPr>
            <a:spLocks xmlns:a="http://schemas.openxmlformats.org/drawingml/2006/main" noGrp="1"/>
          </p:cNvSpPr>
          <p:nvPr/>
        </p:nvSpPr>
        <p:spPr>
          <a:xfrm xmlns:a="http://schemas.openxmlformats.org/drawingml/2006/main">
            <a:off x="514350" y="6345936"/>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63" name="dp42-comparison / legend_continuation_20 / arrow">
            <a:extLst xmlns:a="http://schemas.openxmlformats.org/drawingml/2006/main">
              <a:ext uri="{FF2B5EF4-FFF2-40B4-BE49-F238E27FC236}">
                <a16:creationId xmlns:a16="http://schemas.microsoft.com/office/drawing/2014/main" id="{B79FB320-50F4-46D8-BE46-4AD6D37C4D76}"/>
              </a:ext>
            </a:extLst>
          </p:cNvPr>
          <p:cNvSpPr>
            <a:spLocks xmlns:a="http://schemas.openxmlformats.org/drawingml/2006/main" noGrp="1"/>
          </p:cNvSpPr>
          <p:nvPr/>
        </p:nvSpPr>
        <p:spPr>
          <a:xfrm xmlns:a="http://schemas.openxmlformats.org/drawingml/2006/main">
            <a:off x="837819" y="6312408"/>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4" name="dp42-comparison / legend_continuation_21 / text 1">
            <a:extLst xmlns:a="http://schemas.openxmlformats.org/drawingml/2006/main">
              <a:ext uri="{FF2B5EF4-FFF2-40B4-BE49-F238E27FC236}">
                <a16:creationId xmlns:a16="http://schemas.microsoft.com/office/drawing/2014/main" id="{80AC8BE4-AAE3-4604-B93B-FA3A0A02C8B0}"/>
              </a:ext>
            </a:extLst>
          </p:cNvPr>
          <p:cNvSpPr>
            <a:spLocks xmlns:a="http://schemas.openxmlformats.org/drawingml/2006/main" noGrp="1"/>
          </p:cNvSpPr>
          <p:nvPr/>
        </p:nvSpPr>
        <p:spPr>
          <a:xfrm xmlns:a="http://schemas.openxmlformats.org/drawingml/2006/main">
            <a:off x="962025" y="6289929"/>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65" name="dp42-comparison / legend_continuation_22 / path">
            <a:extLst xmlns:a="http://schemas.openxmlformats.org/drawingml/2006/main">
              <a:ext uri="{FF2B5EF4-FFF2-40B4-BE49-F238E27FC236}">
                <a16:creationId xmlns:a16="http://schemas.microsoft.com/office/drawing/2014/main" id="{5A4A21C0-CA68-4852-9A26-3889E44A496F}"/>
              </a:ext>
            </a:extLst>
          </p:cNvPr>
          <p:cNvSpPr>
            <a:spLocks xmlns:a="http://schemas.openxmlformats.org/drawingml/2006/main" noGrp="1"/>
          </p:cNvSpPr>
          <p:nvPr/>
        </p:nvSpPr>
        <p:spPr>
          <a:xfrm xmlns:a="http://schemas.openxmlformats.org/drawingml/2006/main">
            <a:off x="514350" y="6513957"/>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6" name="dp42-comparison / legend_continuation_22 / arrow">
            <a:extLst xmlns:a="http://schemas.openxmlformats.org/drawingml/2006/main">
              <a:ext uri="{FF2B5EF4-FFF2-40B4-BE49-F238E27FC236}">
                <a16:creationId xmlns:a16="http://schemas.microsoft.com/office/drawing/2014/main" id="{9E585A8D-43D1-444D-B0C1-ABA8F0772166}"/>
              </a:ext>
            </a:extLst>
          </p:cNvPr>
          <p:cNvSpPr>
            <a:spLocks xmlns:a="http://schemas.openxmlformats.org/drawingml/2006/main" noGrp="1"/>
          </p:cNvSpPr>
          <p:nvPr/>
        </p:nvSpPr>
        <p:spPr>
          <a:xfrm xmlns:a="http://schemas.openxmlformats.org/drawingml/2006/main">
            <a:off x="837819" y="6480429"/>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2-comparison / legend_continuation_23 / text 1">
            <a:extLst xmlns:a="http://schemas.openxmlformats.org/drawingml/2006/main">
              <a:ext uri="{FF2B5EF4-FFF2-40B4-BE49-F238E27FC236}">
                <a16:creationId xmlns:a16="http://schemas.microsoft.com/office/drawing/2014/main" id="{21B6E5C6-8E27-4426-94C3-15F7360E90A2}"/>
              </a:ext>
            </a:extLst>
          </p:cNvPr>
          <p:cNvSpPr>
            <a:spLocks xmlns:a="http://schemas.openxmlformats.org/drawingml/2006/main" noGrp="1"/>
          </p:cNvSpPr>
          <p:nvPr/>
        </p:nvSpPr>
        <p:spPr>
          <a:xfrm xmlns:a="http://schemas.openxmlformats.org/drawingml/2006/main">
            <a:off x="962025" y="64579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8" name="dp42-comparison / legend_continuation_24 / text 1">
            <a:extLst xmlns:a="http://schemas.openxmlformats.org/drawingml/2006/main">
              <a:ext uri="{FF2B5EF4-FFF2-40B4-BE49-F238E27FC236}">
                <a16:creationId xmlns:a16="http://schemas.microsoft.com/office/drawing/2014/main" id="{988C5ED7-037D-420A-92C9-79A99BCF49C5}"/>
              </a:ext>
            </a:extLst>
          </p:cNvPr>
          <p:cNvSpPr>
            <a:spLocks xmlns:a="http://schemas.openxmlformats.org/drawingml/2006/main" noGrp="1"/>
          </p:cNvSpPr>
          <p:nvPr/>
        </p:nvSpPr>
        <p:spPr>
          <a:xfrm xmlns:a="http://schemas.openxmlformats.org/drawingml/2006/main">
            <a:off x="514350" y="6721983"/>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9" name="dp42-comparison / legend_continuation_25">
            <a:extLst xmlns:a="http://schemas.openxmlformats.org/drawingml/2006/main">
              <a:ext uri="{FF2B5EF4-FFF2-40B4-BE49-F238E27FC236}">
                <a16:creationId xmlns:a16="http://schemas.microsoft.com/office/drawing/2014/main" id="{1FEE0830-AE2F-4EC5-ADD6-1416AA3ABDBA}"/>
              </a:ext>
            </a:extLst>
          </p:cNvPr>
          <p:cNvSpPr>
            <a:spLocks xmlns:a="http://schemas.openxmlformats.org/drawingml/2006/main" noGrp="1"/>
          </p:cNvSpPr>
          <p:nvPr/>
        </p:nvSpPr>
        <p:spPr>
          <a:xfrm xmlns:a="http://schemas.openxmlformats.org/drawingml/2006/main">
            <a:off x="504825" y="6898005"/>
            <a:ext cx="285750" cy="144018"/>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2-comparison / legend_continuation_26 / text 1">
            <a:extLst xmlns:a="http://schemas.openxmlformats.org/drawingml/2006/main">
              <a:ext uri="{FF2B5EF4-FFF2-40B4-BE49-F238E27FC236}">
                <a16:creationId xmlns:a16="http://schemas.microsoft.com/office/drawing/2014/main" id="{C96DCD31-A235-46BB-8A2F-81BAD62FEAD4}"/>
              </a:ext>
            </a:extLst>
          </p:cNvPr>
          <p:cNvSpPr>
            <a:spLocks xmlns:a="http://schemas.openxmlformats.org/drawingml/2006/main" noGrp="1"/>
          </p:cNvSpPr>
          <p:nvPr/>
        </p:nvSpPr>
        <p:spPr>
          <a:xfrm xmlns:a="http://schemas.openxmlformats.org/drawingml/2006/main">
            <a:off x="590550" y="691800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1" name="dp42-comparison / legend_continuation_27 / text 1">
            <a:extLst xmlns:a="http://schemas.openxmlformats.org/drawingml/2006/main">
              <a:ext uri="{FF2B5EF4-FFF2-40B4-BE49-F238E27FC236}">
                <a16:creationId xmlns:a16="http://schemas.microsoft.com/office/drawing/2014/main" id="{D93B909A-1BC9-46CA-8579-CAB39BE89B5F}"/>
              </a:ext>
            </a:extLst>
          </p:cNvPr>
          <p:cNvSpPr>
            <a:spLocks xmlns:a="http://schemas.openxmlformats.org/drawingml/2006/main" noGrp="1"/>
          </p:cNvSpPr>
          <p:nvPr/>
        </p:nvSpPr>
        <p:spPr>
          <a:xfrm xmlns:a="http://schemas.openxmlformats.org/drawingml/2006/main">
            <a:off x="847725" y="6922008"/>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72" name="dp42-comparison / legend_continuation_28">
            <a:extLst xmlns:a="http://schemas.openxmlformats.org/drawingml/2006/main">
              <a:ext uri="{FF2B5EF4-FFF2-40B4-BE49-F238E27FC236}">
                <a16:creationId xmlns:a16="http://schemas.microsoft.com/office/drawing/2014/main" id="{E006B646-9161-46F8-B309-69D238CE6CAD}"/>
              </a:ext>
            </a:extLst>
          </p:cNvPr>
          <p:cNvSpPr>
            <a:spLocks xmlns:a="http://schemas.openxmlformats.org/drawingml/2006/main" noGrp="1"/>
          </p:cNvSpPr>
          <p:nvPr/>
        </p:nvSpPr>
        <p:spPr>
          <a:xfrm xmlns:a="http://schemas.openxmlformats.org/drawingml/2006/main">
            <a:off x="504825" y="7162038"/>
            <a:ext cx="285750" cy="144018"/>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73" name="dp42-comparison / legend_continuation_29 / text 1">
            <a:extLst xmlns:a="http://schemas.openxmlformats.org/drawingml/2006/main">
              <a:ext uri="{FF2B5EF4-FFF2-40B4-BE49-F238E27FC236}">
                <a16:creationId xmlns:a16="http://schemas.microsoft.com/office/drawing/2014/main" id="{CD983A6D-1B21-413B-A1BB-A8F1F0C57751}"/>
              </a:ext>
            </a:extLst>
          </p:cNvPr>
          <p:cNvSpPr>
            <a:spLocks xmlns:a="http://schemas.openxmlformats.org/drawingml/2006/main" noGrp="1"/>
          </p:cNvSpPr>
          <p:nvPr/>
        </p:nvSpPr>
        <p:spPr>
          <a:xfrm xmlns:a="http://schemas.openxmlformats.org/drawingml/2006/main">
            <a:off x="590550" y="7182041"/>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4" name="dp42-comparison / legend_continuation_30 / text 1">
            <a:extLst xmlns:a="http://schemas.openxmlformats.org/drawingml/2006/main">
              <a:ext uri="{FF2B5EF4-FFF2-40B4-BE49-F238E27FC236}">
                <a16:creationId xmlns:a16="http://schemas.microsoft.com/office/drawing/2014/main" id="{24CAA27A-2F02-4262-8762-8CD550612ECB}"/>
              </a:ext>
            </a:extLst>
          </p:cNvPr>
          <p:cNvSpPr>
            <a:spLocks xmlns:a="http://schemas.openxmlformats.org/drawingml/2006/main" noGrp="1"/>
          </p:cNvSpPr>
          <p:nvPr/>
        </p:nvSpPr>
        <p:spPr>
          <a:xfrm xmlns:a="http://schemas.openxmlformats.org/drawingml/2006/main">
            <a:off x="847725" y="7186041"/>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75" name="dp42-comparison / n72">
            <a:extLst xmlns:a="http://schemas.openxmlformats.org/drawingml/2006/main">
              <a:ext uri="{FF2B5EF4-FFF2-40B4-BE49-F238E27FC236}">
                <a16:creationId xmlns:a16="http://schemas.microsoft.com/office/drawing/2014/main" id="{85DC3A86-76FA-4DE6-B549-7CD378F8209D}"/>
              </a:ext>
            </a:extLst>
          </p:cNvPr>
          <p:cNvSpPr>
            <a:spLocks xmlns:a="http://schemas.openxmlformats.org/drawingml/2006/main" noGrp="1"/>
          </p:cNvSpPr>
          <p:nvPr/>
        </p:nvSpPr>
        <p:spPr>
          <a:xfrm xmlns:a="http://schemas.openxmlformats.org/drawingml/2006/main">
            <a:off x="514350" y="2724150"/>
            <a:ext cx="276225" cy="171450"/>
          </a:xfrm>
          <a:prstGeom xmlns:a="http://schemas.openxmlformats.org/drawingml/2006/main" prst="rect">
            <a:avLst/>
          </a:prstGeom>
          <a:solidFill xmlns:a="http://schemas.openxmlformats.org/drawingml/2006/main">
            <a:srgbClr val="FFFFFF"/>
          </a:solidFill>
          <a:ln xmlns:a="http://schemas.openxmlformats.org/drawingml/2006/main" w="14288">
            <a:solidFill>
              <a:srgbClr val="B8753F"/>
            </a:solidFill>
            <a:prstDash val="solid"/>
          </a:ln>
        </p:spPr>
      </p:sp>
      <p:sp>
        <p:nvSpPr>
          <p:cNvPr id="76" name="dp42-comparison / n73 / text 1">
            <a:extLst xmlns:a="http://schemas.openxmlformats.org/drawingml/2006/main">
              <a:ext uri="{FF2B5EF4-FFF2-40B4-BE49-F238E27FC236}">
                <a16:creationId xmlns:a16="http://schemas.microsoft.com/office/drawing/2014/main" id="{276D1616-DC61-457D-9BAC-86D7ECA06B92}"/>
              </a:ext>
            </a:extLst>
          </p:cNvPr>
          <p:cNvSpPr>
            <a:spLocks xmlns:a="http://schemas.openxmlformats.org/drawingml/2006/main" noGrp="1"/>
          </p:cNvSpPr>
          <p:nvPr/>
        </p:nvSpPr>
        <p:spPr>
          <a:xfrm xmlns:a="http://schemas.openxmlformats.org/drawingml/2006/main">
            <a:off x="533400" y="2743200"/>
            <a:ext cx="2381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A</a:t>
            </a:r>
          </a:p>
        </p:txBody>
      </p:sp>
      <p:sp>
        <p:nvSpPr>
          <p:cNvPr id="77" name="dp42-comparison / n74">
            <a:extLst xmlns:a="http://schemas.openxmlformats.org/drawingml/2006/main">
              <a:ext uri="{FF2B5EF4-FFF2-40B4-BE49-F238E27FC236}">
                <a16:creationId xmlns:a16="http://schemas.microsoft.com/office/drawing/2014/main" id="{341CD5BD-3819-4DEB-A767-087B01074733}"/>
              </a:ext>
            </a:extLst>
          </p:cNvPr>
          <p:cNvSpPr>
            <a:spLocks xmlns:a="http://schemas.openxmlformats.org/drawingml/2006/main" noGrp="1"/>
          </p:cNvSpPr>
          <p:nvPr/>
        </p:nvSpPr>
        <p:spPr>
          <a:xfrm xmlns:a="http://schemas.openxmlformats.org/drawingml/2006/main">
            <a:off x="885825" y="2724150"/>
            <a:ext cx="276225" cy="171450"/>
          </a:xfrm>
          <a:prstGeom xmlns:a="http://schemas.openxmlformats.org/drawingml/2006/main" prst="rect">
            <a:avLst/>
          </a:prstGeom>
          <a:solidFill xmlns:a="http://schemas.openxmlformats.org/drawingml/2006/main">
            <a:srgbClr val="FFFFFF"/>
          </a:solidFill>
          <a:ln xmlns:a="http://schemas.openxmlformats.org/drawingml/2006/main" w="14288">
            <a:solidFill>
              <a:srgbClr val="B8753F"/>
            </a:solidFill>
            <a:prstDash val="dash"/>
          </a:ln>
        </p:spPr>
      </p:sp>
      <p:sp>
        <p:nvSpPr>
          <p:cNvPr id="78" name="dp42-comparison / n75 / text 1">
            <a:extLst xmlns:a="http://schemas.openxmlformats.org/drawingml/2006/main">
              <a:ext uri="{FF2B5EF4-FFF2-40B4-BE49-F238E27FC236}">
                <a16:creationId xmlns:a16="http://schemas.microsoft.com/office/drawing/2014/main" id="{F5723AD6-7963-4D5D-BCC3-F34FD170D694}"/>
              </a:ext>
            </a:extLst>
          </p:cNvPr>
          <p:cNvSpPr>
            <a:spLocks xmlns:a="http://schemas.openxmlformats.org/drawingml/2006/main" noGrp="1"/>
          </p:cNvSpPr>
          <p:nvPr/>
        </p:nvSpPr>
        <p:spPr>
          <a:xfrm xmlns:a="http://schemas.openxmlformats.org/drawingml/2006/main">
            <a:off x="904875" y="2743200"/>
            <a:ext cx="2381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B</a:t>
            </a:r>
          </a:p>
        </p:txBody>
      </p:sp>
      <p:sp>
        <p:nvSpPr>
          <p:cNvPr id="79" name="dp42-comparison / n76 / text 1">
            <a:extLst xmlns:a="http://schemas.openxmlformats.org/drawingml/2006/main">
              <a:ext uri="{FF2B5EF4-FFF2-40B4-BE49-F238E27FC236}">
                <a16:creationId xmlns:a16="http://schemas.microsoft.com/office/drawing/2014/main" id="{E527040B-8C0D-43F7-B1F9-8B74C1D8D412}"/>
              </a:ext>
            </a:extLst>
          </p:cNvPr>
          <p:cNvSpPr>
            <a:spLocks xmlns:a="http://schemas.openxmlformats.org/drawingml/2006/main" noGrp="1"/>
          </p:cNvSpPr>
          <p:nvPr/>
        </p:nvSpPr>
        <p:spPr>
          <a:xfrm xmlns:a="http://schemas.openxmlformats.org/drawingml/2006/main">
            <a:off x="514350" y="29622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실행 / 저장</a:t>
            </a:r>
          </a:p>
        </p:txBody>
      </p:sp>
      <p:sp>
        <p:nvSpPr>
          <p:cNvPr id="80" name="dp42-comparison / n76 / text 2">
            <a:extLst xmlns:a="http://schemas.openxmlformats.org/drawingml/2006/main">
              <a:ext uri="{FF2B5EF4-FFF2-40B4-BE49-F238E27FC236}">
                <a16:creationId xmlns:a16="http://schemas.microsoft.com/office/drawing/2014/main" id="{04153694-0CC7-4F53-A07E-F5395A810CFD}"/>
              </a:ext>
            </a:extLst>
          </p:cNvPr>
          <p:cNvSpPr>
            <a:spLocks xmlns:a="http://schemas.openxmlformats.org/drawingml/2006/main" noGrp="1"/>
          </p:cNvSpPr>
          <p:nvPr/>
        </p:nvSpPr>
        <p:spPr>
          <a:xfrm xmlns:a="http://schemas.openxmlformats.org/drawingml/2006/main">
            <a:off x="514350" y="30765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확정 경계</a:t>
            </a:r>
          </a:p>
        </p:txBody>
      </p:sp>
      <p:sp>
        <p:nvSpPr>
          <p:cNvPr id="81" name="dp42-comparison / n77">
            <a:extLst xmlns:a="http://schemas.openxmlformats.org/drawingml/2006/main">
              <a:ext uri="{FF2B5EF4-FFF2-40B4-BE49-F238E27FC236}">
                <a16:creationId xmlns:a16="http://schemas.microsoft.com/office/drawing/2014/main" id="{B9D2DCD4-99FC-4E90-9F78-6932FB97CC7A}"/>
              </a:ext>
            </a:extLst>
          </p:cNvPr>
          <p:cNvSpPr>
            <a:spLocks xmlns:a="http://schemas.openxmlformats.org/drawingml/2006/main" noGrp="1"/>
          </p:cNvSpPr>
          <p:nvPr/>
        </p:nvSpPr>
        <p:spPr>
          <a:xfrm xmlns:a="http://schemas.openxmlformats.org/drawingml/2006/main">
            <a:off x="1666875" y="2409825"/>
            <a:ext cx="2571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2" name="dp42-comparison / n78 / text 1">
            <a:extLst xmlns:a="http://schemas.openxmlformats.org/drawingml/2006/main">
              <a:ext uri="{FF2B5EF4-FFF2-40B4-BE49-F238E27FC236}">
                <a16:creationId xmlns:a16="http://schemas.microsoft.com/office/drawing/2014/main" id="{CAA7CC1B-10E2-4E70-AFB1-C7CA4A01A0B1}"/>
              </a:ext>
            </a:extLst>
          </p:cNvPr>
          <p:cNvSpPr>
            <a:spLocks xmlns:a="http://schemas.openxmlformats.org/drawingml/2006/main" noGrp="1"/>
          </p:cNvSpPr>
          <p:nvPr/>
        </p:nvSpPr>
        <p:spPr>
          <a:xfrm xmlns:a="http://schemas.openxmlformats.org/drawingml/2006/main">
            <a:off x="1752600" y="2450783"/>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83" name="dp42-comparison / n81 / path">
            <a:extLst xmlns:a="http://schemas.openxmlformats.org/drawingml/2006/main">
              <a:ext uri="{FF2B5EF4-FFF2-40B4-BE49-F238E27FC236}">
                <a16:creationId xmlns:a16="http://schemas.microsoft.com/office/drawing/2014/main" id="{A2679696-23FB-4B6F-AAF6-4C1D330C837A}"/>
              </a:ext>
            </a:extLst>
          </p:cNvPr>
          <p:cNvSpPr>
            <a:spLocks xmlns:a="http://schemas.openxmlformats.org/drawingml/2006/main" noGrp="1"/>
          </p:cNvSpPr>
          <p:nvPr/>
        </p:nvSpPr>
        <p:spPr>
          <a:xfrm xmlns:a="http://schemas.openxmlformats.org/drawingml/2006/main">
            <a:off x="4238625" y="2562225"/>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84" name="dp42-comparison / n81 / arrow">
            <a:extLst xmlns:a="http://schemas.openxmlformats.org/drawingml/2006/main">
              <a:ext uri="{FF2B5EF4-FFF2-40B4-BE49-F238E27FC236}">
                <a16:creationId xmlns:a16="http://schemas.microsoft.com/office/drawing/2014/main" id="{7209E265-2358-41CE-B94F-AB3614A76B9D}"/>
              </a:ext>
            </a:extLst>
          </p:cNvPr>
          <p:cNvSpPr>
            <a:spLocks xmlns:a="http://schemas.openxmlformats.org/drawingml/2006/main" noGrp="1"/>
          </p:cNvSpPr>
          <p:nvPr/>
        </p:nvSpPr>
        <p:spPr>
          <a:xfrm xmlns:a="http://schemas.openxmlformats.org/drawingml/2006/main">
            <a:off x="4504944" y="2528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85" name="dp42-comparison / n86 / path">
            <a:extLst xmlns:a="http://schemas.openxmlformats.org/drawingml/2006/main">
              <a:ext uri="{FF2B5EF4-FFF2-40B4-BE49-F238E27FC236}">
                <a16:creationId xmlns:a16="http://schemas.microsoft.com/office/drawing/2014/main" id="{43F42AA2-2FDF-4E70-BAE5-1BB021332A03}"/>
              </a:ext>
            </a:extLst>
          </p:cNvPr>
          <p:cNvSpPr>
            <a:spLocks xmlns:a="http://schemas.openxmlformats.org/drawingml/2006/main" noGrp="1"/>
          </p:cNvSpPr>
          <p:nvPr/>
        </p:nvSpPr>
        <p:spPr>
          <a:xfrm xmlns:a="http://schemas.openxmlformats.org/drawingml/2006/main">
            <a:off x="3105150" y="30670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86" name="dp42-comparison / n91 / path">
            <a:extLst xmlns:a="http://schemas.openxmlformats.org/drawingml/2006/main">
              <a:ext uri="{FF2B5EF4-FFF2-40B4-BE49-F238E27FC236}">
                <a16:creationId xmlns:a16="http://schemas.microsoft.com/office/drawing/2014/main" id="{8AC95D8B-BD53-4DC2-AD02-C03F24F2FB88}"/>
              </a:ext>
            </a:extLst>
          </p:cNvPr>
          <p:cNvSpPr>
            <a:spLocks xmlns:a="http://schemas.openxmlformats.org/drawingml/2006/main" noGrp="1"/>
          </p:cNvSpPr>
          <p:nvPr/>
        </p:nvSpPr>
        <p:spPr>
          <a:xfrm xmlns:a="http://schemas.openxmlformats.org/drawingml/2006/main">
            <a:off x="3105150" y="3238500"/>
            <a:ext cx="4038600" cy="953"/>
          </a:xfrm>
          <a:custGeom xmlns:a="http://schemas.openxmlformats.org/drawingml/2006/main">
            <a:pathLst>
              <a:path w="4038600" h="953">
                <a:moveTo>
                  <a:pt x="0" y="0"/>
                </a:moveTo>
                <a:lnTo>
                  <a:pt x="4038600" y="0"/>
                </a:lnTo>
              </a:path>
            </a:pathLst>
          </a:custGeom>
          <a:noFill xmlns:a="http://schemas.openxmlformats.org/drawingml/2006/main"/>
          <a:ln xmlns:a="http://schemas.openxmlformats.org/drawingml/2006/main" w="10478">
            <a:solidFill>
              <a:srgbClr val="000000"/>
            </a:solidFill>
            <a:prstDash val="solid"/>
          </a:ln>
        </p:spPr>
      </p:sp>
      <p:sp>
        <p:nvSpPr>
          <p:cNvPr id="87" name="dp42-comparison / n96 / path">
            <a:extLst xmlns:a="http://schemas.openxmlformats.org/drawingml/2006/main">
              <a:ext uri="{FF2B5EF4-FFF2-40B4-BE49-F238E27FC236}">
                <a16:creationId xmlns:a16="http://schemas.microsoft.com/office/drawing/2014/main" id="{0C734092-D667-406B-A8DC-F506478C7903}"/>
              </a:ext>
            </a:extLst>
          </p:cNvPr>
          <p:cNvSpPr>
            <a:spLocks xmlns:a="http://schemas.openxmlformats.org/drawingml/2006/main" noGrp="1"/>
          </p:cNvSpPr>
          <p:nvPr/>
        </p:nvSpPr>
        <p:spPr>
          <a:xfrm xmlns:a="http://schemas.openxmlformats.org/drawingml/2006/main">
            <a:off x="3105150" y="34099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88" name="dp42-comparison / n101 / path">
            <a:extLst xmlns:a="http://schemas.openxmlformats.org/drawingml/2006/main">
              <a:ext uri="{FF2B5EF4-FFF2-40B4-BE49-F238E27FC236}">
                <a16:creationId xmlns:a16="http://schemas.microsoft.com/office/drawing/2014/main" id="{B2A3D4B1-2F5A-40F9-A30E-4EF13B549717}"/>
              </a:ext>
            </a:extLst>
          </p:cNvPr>
          <p:cNvSpPr>
            <a:spLocks xmlns:a="http://schemas.openxmlformats.org/drawingml/2006/main" noGrp="1"/>
          </p:cNvSpPr>
          <p:nvPr/>
        </p:nvSpPr>
        <p:spPr>
          <a:xfrm xmlns:a="http://schemas.openxmlformats.org/drawingml/2006/main">
            <a:off x="3105150" y="358140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89" name="dp42-comparison / n104">
            <a:extLst xmlns:a="http://schemas.openxmlformats.org/drawingml/2006/main">
              <a:ext uri="{FF2B5EF4-FFF2-40B4-BE49-F238E27FC236}">
                <a16:creationId xmlns:a16="http://schemas.microsoft.com/office/drawing/2014/main" id="{7D322947-59CE-4757-87F2-2999EE504156}"/>
              </a:ext>
            </a:extLst>
          </p:cNvPr>
          <p:cNvSpPr>
            <a:spLocks xmlns:a="http://schemas.openxmlformats.org/drawingml/2006/main" noGrp="1"/>
          </p:cNvSpPr>
          <p:nvPr/>
        </p:nvSpPr>
        <p:spPr>
          <a:xfrm xmlns:a="http://schemas.openxmlformats.org/drawingml/2006/main">
            <a:off x="1571625" y="3638550"/>
            <a:ext cx="7715250"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solid"/>
          </a:ln>
        </p:spPr>
      </p:sp>
      <p:sp>
        <p:nvSpPr>
          <p:cNvPr id="90" name="dp42-comparison / n105 / text 1">
            <a:extLst xmlns:a="http://schemas.openxmlformats.org/drawingml/2006/main">
              <a:ext uri="{FF2B5EF4-FFF2-40B4-BE49-F238E27FC236}">
                <a16:creationId xmlns:a16="http://schemas.microsoft.com/office/drawing/2014/main" id="{6CBDDE84-0338-4860-A594-55473A99D803}"/>
              </a:ext>
            </a:extLst>
          </p:cNvPr>
          <p:cNvSpPr>
            <a:spLocks xmlns:a="http://schemas.openxmlformats.org/drawingml/2006/main" noGrp="1"/>
          </p:cNvSpPr>
          <p:nvPr/>
        </p:nvSpPr>
        <p:spPr>
          <a:xfrm xmlns:a="http://schemas.openxmlformats.org/drawingml/2006/main">
            <a:off x="1695450" y="373380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VIA Core 실행 경계</a:t>
            </a:r>
          </a:p>
        </p:txBody>
      </p:sp>
      <p:sp>
        <p:nvSpPr>
          <p:cNvPr id="91" name="dp42-comparison / n108">
            <a:extLst xmlns:a="http://schemas.openxmlformats.org/drawingml/2006/main">
              <a:ext uri="{FF2B5EF4-FFF2-40B4-BE49-F238E27FC236}">
                <a16:creationId xmlns:a16="http://schemas.microsoft.com/office/drawing/2014/main" id="{E7DF3DCD-C3EF-4502-BEA2-080F02552506}"/>
              </a:ext>
            </a:extLst>
          </p:cNvPr>
          <p:cNvSpPr>
            <a:spLocks xmlns:a="http://schemas.openxmlformats.org/drawingml/2006/main" noGrp="1"/>
          </p:cNvSpPr>
          <p:nvPr/>
        </p:nvSpPr>
        <p:spPr>
          <a:xfrm xmlns:a="http://schemas.openxmlformats.org/drawingml/2006/main">
            <a:off x="1714500" y="4048125"/>
            <a:ext cx="2952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2" name="dp42-comparison / n109 / text 1">
            <a:extLst xmlns:a="http://schemas.openxmlformats.org/drawingml/2006/main">
              <a:ext uri="{FF2B5EF4-FFF2-40B4-BE49-F238E27FC236}">
                <a16:creationId xmlns:a16="http://schemas.microsoft.com/office/drawing/2014/main" id="{038644E0-9EDC-4E82-860B-6E4CFAF586EB}"/>
              </a:ext>
            </a:extLst>
          </p:cNvPr>
          <p:cNvSpPr>
            <a:spLocks xmlns:a="http://schemas.openxmlformats.org/drawingml/2006/main" noGrp="1"/>
          </p:cNvSpPr>
          <p:nvPr/>
        </p:nvSpPr>
        <p:spPr>
          <a:xfrm xmlns:a="http://schemas.openxmlformats.org/drawingml/2006/main">
            <a:off x="1838325" y="41433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93" name="dp42-comparison / n110">
            <a:extLst xmlns:a="http://schemas.openxmlformats.org/drawingml/2006/main">
              <a:ext uri="{FF2B5EF4-FFF2-40B4-BE49-F238E27FC236}">
                <a16:creationId xmlns:a16="http://schemas.microsoft.com/office/drawing/2014/main" id="{E80FC047-D59B-4C26-9F0E-D9B9D7B89B5D}"/>
              </a:ext>
            </a:extLst>
          </p:cNvPr>
          <p:cNvSpPr>
            <a:spLocks xmlns:a="http://schemas.openxmlformats.org/drawingml/2006/main" noGrp="1"/>
          </p:cNvSpPr>
          <p:nvPr/>
        </p:nvSpPr>
        <p:spPr>
          <a:xfrm xmlns:a="http://schemas.openxmlformats.org/drawingml/2006/main">
            <a:off x="1809750" y="4562475"/>
            <a:ext cx="2762250" cy="2381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94" name="dp42-comparison / n111 / text 1">
            <a:extLst xmlns:a="http://schemas.openxmlformats.org/drawingml/2006/main">
              <a:ext uri="{FF2B5EF4-FFF2-40B4-BE49-F238E27FC236}">
                <a16:creationId xmlns:a16="http://schemas.microsoft.com/office/drawing/2014/main" id="{1EDE35E8-78FE-4218-A140-E6D5F9ADCF31}"/>
              </a:ext>
            </a:extLst>
          </p:cNvPr>
          <p:cNvSpPr>
            <a:spLocks xmlns:a="http://schemas.openxmlformats.org/drawingml/2006/main" noGrp="1"/>
          </p:cNvSpPr>
          <p:nvPr/>
        </p:nvSpPr>
        <p:spPr>
          <a:xfrm xmlns:a="http://schemas.openxmlformats.org/drawingml/2006/main">
            <a:off x="1895475" y="4612958"/>
            <a:ext cx="2590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Request Graph State</a:t>
            </a:r>
          </a:p>
        </p:txBody>
      </p:sp>
      <p:sp>
        <p:nvSpPr>
          <p:cNvPr id="95" name="dp42-comparison / n112">
            <a:extLst xmlns:a="http://schemas.openxmlformats.org/drawingml/2006/main">
              <a:ext uri="{FF2B5EF4-FFF2-40B4-BE49-F238E27FC236}">
                <a16:creationId xmlns:a16="http://schemas.microsoft.com/office/drawing/2014/main" id="{6F2906D6-2FA9-416E-AD45-A5DBB53AB6D3}"/>
              </a:ext>
            </a:extLst>
          </p:cNvPr>
          <p:cNvSpPr>
            <a:spLocks xmlns:a="http://schemas.openxmlformats.org/drawingml/2006/main" noGrp="1"/>
          </p:cNvSpPr>
          <p:nvPr/>
        </p:nvSpPr>
        <p:spPr>
          <a:xfrm xmlns:a="http://schemas.openxmlformats.org/drawingml/2006/main">
            <a:off x="5953125" y="4048125"/>
            <a:ext cx="3190875"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6" name="dp42-comparison / n113 / text 1">
            <a:extLst xmlns:a="http://schemas.openxmlformats.org/drawingml/2006/main">
              <a:ext uri="{FF2B5EF4-FFF2-40B4-BE49-F238E27FC236}">
                <a16:creationId xmlns:a16="http://schemas.microsoft.com/office/drawing/2014/main" id="{3E475987-10A0-4975-9F3B-E8B07B7C5116}"/>
              </a:ext>
            </a:extLst>
          </p:cNvPr>
          <p:cNvSpPr>
            <a:spLocks xmlns:a="http://schemas.openxmlformats.org/drawingml/2006/main" noGrp="1"/>
          </p:cNvSpPr>
          <p:nvPr/>
        </p:nvSpPr>
        <p:spPr>
          <a:xfrm xmlns:a="http://schemas.openxmlformats.org/drawingml/2006/main">
            <a:off x="6076950" y="4143375"/>
            <a:ext cx="29432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Task Manager</a:t>
            </a:r>
          </a:p>
        </p:txBody>
      </p:sp>
      <p:sp>
        <p:nvSpPr>
          <p:cNvPr id="97" name="dp42-comparison / n114">
            <a:extLst xmlns:a="http://schemas.openxmlformats.org/drawingml/2006/main">
              <a:ext uri="{FF2B5EF4-FFF2-40B4-BE49-F238E27FC236}">
                <a16:creationId xmlns:a16="http://schemas.microsoft.com/office/drawing/2014/main" id="{A332C004-6411-40A9-93E0-71187C145DC0}"/>
              </a:ext>
            </a:extLst>
          </p:cNvPr>
          <p:cNvSpPr>
            <a:spLocks xmlns:a="http://schemas.openxmlformats.org/drawingml/2006/main" noGrp="1"/>
          </p:cNvSpPr>
          <p:nvPr/>
        </p:nvSpPr>
        <p:spPr>
          <a:xfrm xmlns:a="http://schemas.openxmlformats.org/drawingml/2006/main">
            <a:off x="6096000" y="4400550"/>
            <a:ext cx="2905125" cy="209550"/>
          </a:xfrm>
          <a:prstGeom xmlns:a="http://schemas.openxmlformats.org/drawingml/2006/main" prst="roundRect">
            <a:avLst>
              <a:gd name="adj" fmla="val 36364"/>
            </a:avLst>
          </a:prstGeom>
          <a:solidFill xmlns:a="http://schemas.openxmlformats.org/drawingml/2006/main">
            <a:srgbClr val="FFFFFF"/>
          </a:solidFill>
          <a:ln xmlns:a="http://schemas.openxmlformats.org/drawingml/2006/main" w="9525">
            <a:solidFill>
              <a:srgbClr val="000000"/>
            </a:solidFill>
            <a:prstDash val="solid"/>
          </a:ln>
        </p:spPr>
      </p:sp>
      <p:sp>
        <p:nvSpPr>
          <p:cNvPr id="98" name="dp42-comparison / n115 / text 1">
            <a:extLst xmlns:a="http://schemas.openxmlformats.org/drawingml/2006/main">
              <a:ext uri="{FF2B5EF4-FFF2-40B4-BE49-F238E27FC236}">
                <a16:creationId xmlns:a16="http://schemas.microsoft.com/office/drawing/2014/main" id="{232A051B-60EE-4BDD-84B9-0E151D85E8BA}"/>
              </a:ext>
            </a:extLst>
          </p:cNvPr>
          <p:cNvSpPr>
            <a:spLocks xmlns:a="http://schemas.openxmlformats.org/drawingml/2006/main" noGrp="1"/>
          </p:cNvSpPr>
          <p:nvPr/>
        </p:nvSpPr>
        <p:spPr>
          <a:xfrm xmlns:a="http://schemas.openxmlformats.org/drawingml/2006/main">
            <a:off x="6181725" y="4418648"/>
            <a:ext cx="27336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000000"/>
                </a:solidFill>
                <a:latin typeface="Apple SD Gothic Neo"/>
                <a:ea typeface="Apple SD Gothic Neo"/>
                <a:cs typeface="Apple SD Gothic Neo"/>
              </a:defRPr>
            </a:pPr>
            <a:r>
              <a:rPr sz="1050" b="1">
                <a:solidFill>
                  <a:srgbClr val="000000"/>
                </a:solidFill>
                <a:latin typeface="Apple SD Gothic Neo"/>
                <a:ea typeface="Apple SD Gothic Neo"/>
                <a:cs typeface="Apple SD Gothic Neo"/>
              </a:rPr>
              <a:t>업무 접수·전송 게이트</a:t>
            </a:r>
          </a:p>
        </p:txBody>
      </p:sp>
      <p:sp>
        <p:nvSpPr>
          <p:cNvPr id="99" name="dp42-comparison / n116">
            <a:extLst xmlns:a="http://schemas.openxmlformats.org/drawingml/2006/main">
              <a:ext uri="{FF2B5EF4-FFF2-40B4-BE49-F238E27FC236}">
                <a16:creationId xmlns:a16="http://schemas.microsoft.com/office/drawing/2014/main" id="{D97ACE89-C39A-469C-AC5C-3F2250EEC27E}"/>
              </a:ext>
            </a:extLst>
          </p:cNvPr>
          <p:cNvSpPr>
            <a:spLocks xmlns:a="http://schemas.openxmlformats.org/drawingml/2006/main" noGrp="1"/>
          </p:cNvSpPr>
          <p:nvPr/>
        </p:nvSpPr>
        <p:spPr>
          <a:xfrm xmlns:a="http://schemas.openxmlformats.org/drawingml/2006/main">
            <a:off x="6048375" y="4743450"/>
            <a:ext cx="3000375"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00" name="dp42-comparison / n117 / text 1">
            <a:extLst xmlns:a="http://schemas.openxmlformats.org/drawingml/2006/main">
              <a:ext uri="{FF2B5EF4-FFF2-40B4-BE49-F238E27FC236}">
                <a16:creationId xmlns:a16="http://schemas.microsoft.com/office/drawing/2014/main" id="{A6BCE8A5-35DE-497C-BEF5-DCB8B77B0340}"/>
              </a:ext>
            </a:extLst>
          </p:cNvPr>
          <p:cNvSpPr>
            <a:spLocks xmlns:a="http://schemas.openxmlformats.org/drawingml/2006/main" noGrp="1"/>
          </p:cNvSpPr>
          <p:nvPr/>
        </p:nvSpPr>
        <p:spPr>
          <a:xfrm xmlns:a="http://schemas.openxmlformats.org/drawingml/2006/main">
            <a:off x="6134100" y="4803458"/>
            <a:ext cx="28289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Task Command State</a:t>
            </a:r>
          </a:p>
        </p:txBody>
      </p:sp>
      <p:sp>
        <p:nvSpPr>
          <p:cNvPr id="101" name="dp42-comparison / n118">
            <a:extLst xmlns:a="http://schemas.openxmlformats.org/drawingml/2006/main">
              <a:ext uri="{FF2B5EF4-FFF2-40B4-BE49-F238E27FC236}">
                <a16:creationId xmlns:a16="http://schemas.microsoft.com/office/drawing/2014/main" id="{BE8FEE5C-BA31-49F5-BA5E-A65072313B84}"/>
              </a:ext>
            </a:extLst>
          </p:cNvPr>
          <p:cNvSpPr>
            <a:spLocks xmlns:a="http://schemas.openxmlformats.org/drawingml/2006/main" noGrp="1"/>
          </p:cNvSpPr>
          <p:nvPr/>
        </p:nvSpPr>
        <p:spPr>
          <a:xfrm xmlns:a="http://schemas.openxmlformats.org/drawingml/2006/main">
            <a:off x="1714500" y="5038725"/>
            <a:ext cx="295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2" name="dp42-comparison / n119 / text 1">
            <a:extLst xmlns:a="http://schemas.openxmlformats.org/drawingml/2006/main">
              <a:ext uri="{FF2B5EF4-FFF2-40B4-BE49-F238E27FC236}">
                <a16:creationId xmlns:a16="http://schemas.microsoft.com/office/drawing/2014/main" id="{ABCE63C7-3848-477D-8906-058781B55573}"/>
              </a:ext>
            </a:extLst>
          </p:cNvPr>
          <p:cNvSpPr>
            <a:spLocks xmlns:a="http://schemas.openxmlformats.org/drawingml/2006/main" noGrp="1"/>
          </p:cNvSpPr>
          <p:nvPr/>
        </p:nvSpPr>
        <p:spPr>
          <a:xfrm xmlns:a="http://schemas.openxmlformats.org/drawingml/2006/main">
            <a:off x="1838325" y="51339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103" name="dp42-comparison / n120">
            <a:extLst xmlns:a="http://schemas.openxmlformats.org/drawingml/2006/main">
              <a:ext uri="{FF2B5EF4-FFF2-40B4-BE49-F238E27FC236}">
                <a16:creationId xmlns:a16="http://schemas.microsoft.com/office/drawing/2014/main" id="{E98F0459-7AC0-44F8-B53F-8E9CDD868F00}"/>
              </a:ext>
            </a:extLst>
          </p:cNvPr>
          <p:cNvSpPr>
            <a:spLocks xmlns:a="http://schemas.openxmlformats.org/drawingml/2006/main" noGrp="1"/>
          </p:cNvSpPr>
          <p:nvPr/>
        </p:nvSpPr>
        <p:spPr>
          <a:xfrm xmlns:a="http://schemas.openxmlformats.org/drawingml/2006/main">
            <a:off x="1809750" y="5343525"/>
            <a:ext cx="2762250" cy="24765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04" name="dp42-comparison / n121 / text 1">
            <a:extLst xmlns:a="http://schemas.openxmlformats.org/drawingml/2006/main">
              <a:ext uri="{FF2B5EF4-FFF2-40B4-BE49-F238E27FC236}">
                <a16:creationId xmlns:a16="http://schemas.microsoft.com/office/drawing/2014/main" id="{91A66D44-1377-4751-85F3-7B84F481C482}"/>
              </a:ext>
            </a:extLst>
          </p:cNvPr>
          <p:cNvSpPr>
            <a:spLocks xmlns:a="http://schemas.openxmlformats.org/drawingml/2006/main" noGrp="1"/>
          </p:cNvSpPr>
          <p:nvPr/>
        </p:nvSpPr>
        <p:spPr>
          <a:xfrm xmlns:a="http://schemas.openxmlformats.org/drawingml/2006/main">
            <a:off x="1895475" y="5410200"/>
            <a:ext cx="2590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Publication Ledger</a:t>
            </a:r>
          </a:p>
        </p:txBody>
      </p:sp>
      <p:sp>
        <p:nvSpPr>
          <p:cNvPr id="105" name="dp42-comparison / n122">
            <a:extLst xmlns:a="http://schemas.openxmlformats.org/drawingml/2006/main">
              <a:ext uri="{FF2B5EF4-FFF2-40B4-BE49-F238E27FC236}">
                <a16:creationId xmlns:a16="http://schemas.microsoft.com/office/drawing/2014/main" id="{E7709E3D-ABFE-47D4-8DDA-D55FDB0CB933}"/>
              </a:ext>
            </a:extLst>
          </p:cNvPr>
          <p:cNvSpPr>
            <a:spLocks xmlns:a="http://schemas.openxmlformats.org/drawingml/2006/main" noGrp="1"/>
          </p:cNvSpPr>
          <p:nvPr/>
        </p:nvSpPr>
        <p:spPr>
          <a:xfrm xmlns:a="http://schemas.openxmlformats.org/drawingml/2006/main">
            <a:off x="5953125" y="5267325"/>
            <a:ext cx="3190875"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6" name="dp42-comparison / n123 / text 1">
            <a:extLst xmlns:a="http://schemas.openxmlformats.org/drawingml/2006/main">
              <a:ext uri="{FF2B5EF4-FFF2-40B4-BE49-F238E27FC236}">
                <a16:creationId xmlns:a16="http://schemas.microsoft.com/office/drawing/2014/main" id="{1DDA67AF-5E31-4751-8503-111D46C44F07}"/>
              </a:ext>
            </a:extLst>
          </p:cNvPr>
          <p:cNvSpPr>
            <a:spLocks xmlns:a="http://schemas.openxmlformats.org/drawingml/2006/main" noGrp="1"/>
          </p:cNvSpPr>
          <p:nvPr/>
        </p:nvSpPr>
        <p:spPr>
          <a:xfrm xmlns:a="http://schemas.openxmlformats.org/drawingml/2006/main">
            <a:off x="6038850" y="5298758"/>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Agent Gateway</a:t>
            </a:r>
          </a:p>
        </p:txBody>
      </p:sp>
      <p:sp>
        <p:nvSpPr>
          <p:cNvPr id="107" name="dp42-comparison / n126 / path">
            <a:extLst xmlns:a="http://schemas.openxmlformats.org/drawingml/2006/main">
              <a:ext uri="{FF2B5EF4-FFF2-40B4-BE49-F238E27FC236}">
                <a16:creationId xmlns:a16="http://schemas.microsoft.com/office/drawing/2014/main" id="{ACCE52B4-755C-4091-9CD6-C1BD66DC380A}"/>
              </a:ext>
            </a:extLst>
          </p:cNvPr>
          <p:cNvSpPr>
            <a:spLocks xmlns:a="http://schemas.openxmlformats.org/drawingml/2006/main" noGrp="1"/>
          </p:cNvSpPr>
          <p:nvPr/>
        </p:nvSpPr>
        <p:spPr>
          <a:xfrm xmlns:a="http://schemas.openxmlformats.org/drawingml/2006/main">
            <a:off x="1571625" y="2562225"/>
            <a:ext cx="142875" cy="1638300"/>
          </a:xfrm>
          <a:custGeom xmlns:a="http://schemas.openxmlformats.org/drawingml/2006/main">
            <a:pathLst>
              <a:path w="142875" h="1638300">
                <a:moveTo>
                  <a:pt x="95250" y="0"/>
                </a:moveTo>
                <a:lnTo>
                  <a:pt x="0" y="0"/>
                </a:lnTo>
                <a:lnTo>
                  <a:pt x="0" y="1638300"/>
                </a:lnTo>
                <a:lnTo>
                  <a:pt x="142875" y="1638300"/>
                </a:lnTo>
              </a:path>
            </a:pathLst>
          </a:custGeom>
          <a:noFill xmlns:a="http://schemas.openxmlformats.org/drawingml/2006/main"/>
          <a:ln xmlns:a="http://schemas.openxmlformats.org/drawingml/2006/main" w="10478">
            <a:solidFill>
              <a:srgbClr val="000000"/>
            </a:solidFill>
            <a:prstDash val="solid"/>
          </a:ln>
        </p:spPr>
      </p:sp>
      <p:sp>
        <p:nvSpPr>
          <p:cNvPr id="108" name="dp42-comparison / n126 / arrow">
            <a:extLst xmlns:a="http://schemas.openxmlformats.org/drawingml/2006/main">
              <a:ext uri="{FF2B5EF4-FFF2-40B4-BE49-F238E27FC236}">
                <a16:creationId xmlns:a16="http://schemas.microsoft.com/office/drawing/2014/main" id="{F901B350-ED0C-431B-A7EE-AC94072C5B94}"/>
              </a:ext>
            </a:extLst>
          </p:cNvPr>
          <p:cNvSpPr>
            <a:spLocks xmlns:a="http://schemas.openxmlformats.org/drawingml/2006/main" noGrp="1"/>
          </p:cNvSpPr>
          <p:nvPr/>
        </p:nvSpPr>
        <p:spPr>
          <a:xfrm xmlns:a="http://schemas.openxmlformats.org/drawingml/2006/main">
            <a:off x="1647444"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09" name="dp42-comparison / n127">
            <a:extLst xmlns:a="http://schemas.openxmlformats.org/drawingml/2006/main">
              <a:ext uri="{FF2B5EF4-FFF2-40B4-BE49-F238E27FC236}">
                <a16:creationId xmlns:a16="http://schemas.microsoft.com/office/drawing/2014/main" id="{28F096D5-35CD-4033-BA90-05F7A18BC533}"/>
              </a:ext>
            </a:extLst>
          </p:cNvPr>
          <p:cNvSpPr>
            <a:spLocks xmlns:a="http://schemas.openxmlformats.org/drawingml/2006/main" noGrp="1"/>
          </p:cNvSpPr>
          <p:nvPr/>
        </p:nvSpPr>
        <p:spPr>
          <a:xfrm xmlns:a="http://schemas.openxmlformats.org/drawingml/2006/main">
            <a:off x="5000625" y="5629275"/>
            <a:ext cx="4048125" cy="352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0" name="dp42-comparison / n128 / text 1">
            <a:extLst xmlns:a="http://schemas.openxmlformats.org/drawingml/2006/main">
              <a:ext uri="{FF2B5EF4-FFF2-40B4-BE49-F238E27FC236}">
                <a16:creationId xmlns:a16="http://schemas.microsoft.com/office/drawing/2014/main" id="{B5249017-6478-45A3-9B0B-8A1D6A9229D5}"/>
              </a:ext>
            </a:extLst>
          </p:cNvPr>
          <p:cNvSpPr>
            <a:spLocks xmlns:a="http://schemas.openxmlformats.org/drawingml/2006/main" noGrp="1"/>
          </p:cNvSpPr>
          <p:nvPr/>
        </p:nvSpPr>
        <p:spPr>
          <a:xfrm xmlns:a="http://schemas.openxmlformats.org/drawingml/2006/main">
            <a:off x="5124450" y="5724525"/>
            <a:ext cx="38004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State Store</a:t>
            </a:r>
          </a:p>
        </p:txBody>
      </p:sp>
      <p:sp>
        <p:nvSpPr>
          <p:cNvPr id="111" name="dp42-comparison / n129">
            <a:extLst xmlns:a="http://schemas.openxmlformats.org/drawingml/2006/main">
              <a:ext uri="{FF2B5EF4-FFF2-40B4-BE49-F238E27FC236}">
                <a16:creationId xmlns:a16="http://schemas.microsoft.com/office/drawing/2014/main" id="{47A6142F-BC12-428E-BF81-5AE9CF8FED28}"/>
              </a:ext>
            </a:extLst>
          </p:cNvPr>
          <p:cNvSpPr>
            <a:spLocks xmlns:a="http://schemas.openxmlformats.org/drawingml/2006/main" noGrp="1"/>
          </p:cNvSpPr>
          <p:nvPr/>
        </p:nvSpPr>
        <p:spPr>
          <a:xfrm xmlns:a="http://schemas.openxmlformats.org/drawingml/2006/main">
            <a:off x="7096125" y="5676900"/>
            <a:ext cx="1809750" cy="238125"/>
          </a:xfrm>
          <a:prstGeom xmlns:a="http://schemas.openxmlformats.org/drawingml/2006/main" prst="roundRect">
            <a:avLst>
              <a:gd name="adj" fmla="val 32000"/>
            </a:avLst>
          </a:prstGeom>
          <a:solidFill xmlns:a="http://schemas.openxmlformats.org/drawingml/2006/main">
            <a:srgbClr val="FFF0DD"/>
          </a:solidFill>
          <a:ln xmlns:a="http://schemas.openxmlformats.org/drawingml/2006/main" w="17145">
            <a:solidFill>
              <a:srgbClr val="B8753F"/>
            </a:solidFill>
            <a:prstDash val="solid"/>
          </a:ln>
        </p:spPr>
      </p:sp>
      <p:sp>
        <p:nvSpPr>
          <p:cNvPr id="112" name="dp42-comparison / n130 / text 1">
            <a:extLst xmlns:a="http://schemas.openxmlformats.org/drawingml/2006/main">
              <a:ext uri="{FF2B5EF4-FFF2-40B4-BE49-F238E27FC236}">
                <a16:creationId xmlns:a16="http://schemas.microsoft.com/office/drawing/2014/main" id="{D07D275D-C4D4-4971-A2FC-FD185DB91C0A}"/>
              </a:ext>
            </a:extLst>
          </p:cNvPr>
          <p:cNvSpPr>
            <a:spLocks xmlns:a="http://schemas.openxmlformats.org/drawingml/2006/main" noGrp="1"/>
          </p:cNvSpPr>
          <p:nvPr/>
        </p:nvSpPr>
        <p:spPr>
          <a:xfrm xmlns:a="http://schemas.openxmlformats.org/drawingml/2006/main">
            <a:off x="7181850" y="5709285"/>
            <a:ext cx="16383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000000"/>
                </a:solidFill>
                <a:latin typeface="Apple SD Gothic Neo"/>
                <a:ea typeface="Apple SD Gothic Neo"/>
                <a:cs typeface="Apple SD Gothic Neo"/>
              </a:defRPr>
            </a:pPr>
            <a:r>
              <a:rPr sz="1050" b="1">
                <a:solidFill>
                  <a:srgbClr val="000000"/>
                </a:solidFill>
                <a:latin typeface="Apple SD Gothic Neo"/>
                <a:ea typeface="Apple SD Gothic Neo"/>
                <a:cs typeface="Apple SD Gothic Neo"/>
              </a:rPr>
              <a:t>트랜잭션 관리자</a:t>
            </a:r>
          </a:p>
        </p:txBody>
      </p:sp>
      <p:sp>
        <p:nvSpPr>
          <p:cNvPr id="113" name="dp42-comparison / n131 / path">
            <a:extLst xmlns:a="http://schemas.openxmlformats.org/drawingml/2006/main">
              <a:ext uri="{FF2B5EF4-FFF2-40B4-BE49-F238E27FC236}">
                <a16:creationId xmlns:a16="http://schemas.microsoft.com/office/drawing/2014/main" id="{E3A3B71F-B132-4D9F-BD2D-B7C6D124E4A0}"/>
              </a:ext>
            </a:extLst>
          </p:cNvPr>
          <p:cNvSpPr>
            <a:spLocks xmlns:a="http://schemas.openxmlformats.org/drawingml/2006/main" noGrp="1"/>
          </p:cNvSpPr>
          <p:nvPr/>
        </p:nvSpPr>
        <p:spPr>
          <a:xfrm xmlns:a="http://schemas.openxmlformats.org/drawingml/2006/main">
            <a:off x="4667250" y="4371975"/>
            <a:ext cx="2952750" cy="1304925"/>
          </a:xfrm>
          <a:custGeom xmlns:a="http://schemas.openxmlformats.org/drawingml/2006/main">
            <a:pathLst>
              <a:path w="2952750" h="1304925">
                <a:moveTo>
                  <a:pt x="0" y="0"/>
                </a:moveTo>
                <a:lnTo>
                  <a:pt x="190500" y="0"/>
                </a:lnTo>
                <a:lnTo>
                  <a:pt x="190500" y="1219200"/>
                </a:lnTo>
                <a:lnTo>
                  <a:pt x="2952750" y="1219200"/>
                </a:lnTo>
                <a:lnTo>
                  <a:pt x="2952750" y="1304925"/>
                </a:lnTo>
              </a:path>
            </a:pathLst>
          </a:custGeom>
          <a:noFill xmlns:a="http://schemas.openxmlformats.org/drawingml/2006/main"/>
          <a:ln xmlns:a="http://schemas.openxmlformats.org/drawingml/2006/main" w="10478">
            <a:solidFill>
              <a:srgbClr val="000000"/>
            </a:solidFill>
            <a:prstDash val="solid"/>
          </a:ln>
        </p:spPr>
      </p:sp>
      <p:sp>
        <p:nvSpPr>
          <p:cNvPr id="114" name="dp42-comparison / n131 / arrow">
            <a:extLst xmlns:a="http://schemas.openxmlformats.org/drawingml/2006/main">
              <a:ext uri="{FF2B5EF4-FFF2-40B4-BE49-F238E27FC236}">
                <a16:creationId xmlns:a16="http://schemas.microsoft.com/office/drawing/2014/main" id="{6C0204DC-CB77-435E-BFDC-881B1F8C051F}"/>
              </a:ext>
            </a:extLst>
          </p:cNvPr>
          <p:cNvSpPr>
            <a:spLocks xmlns:a="http://schemas.openxmlformats.org/drawingml/2006/main" noGrp="1"/>
          </p:cNvSpPr>
          <p:nvPr/>
        </p:nvSpPr>
        <p:spPr>
          <a:xfrm xmlns:a="http://schemas.openxmlformats.org/drawingml/2006/main">
            <a:off x="7586472" y="5609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5" name="dp42-comparison / n132 / path">
            <a:extLst xmlns:a="http://schemas.openxmlformats.org/drawingml/2006/main">
              <a:ext uri="{FF2B5EF4-FFF2-40B4-BE49-F238E27FC236}">
                <a16:creationId xmlns:a16="http://schemas.microsoft.com/office/drawing/2014/main" id="{F4856C6A-8830-408C-B560-C95333E0AB98}"/>
              </a:ext>
            </a:extLst>
          </p:cNvPr>
          <p:cNvSpPr>
            <a:spLocks xmlns:a="http://schemas.openxmlformats.org/drawingml/2006/main" noGrp="1"/>
          </p:cNvSpPr>
          <p:nvPr/>
        </p:nvSpPr>
        <p:spPr>
          <a:xfrm xmlns:a="http://schemas.openxmlformats.org/drawingml/2006/main">
            <a:off x="5848350" y="4371975"/>
            <a:ext cx="2152650" cy="1304925"/>
          </a:xfrm>
          <a:custGeom xmlns:a="http://schemas.openxmlformats.org/drawingml/2006/main">
            <a:pathLst>
              <a:path w="2152650" h="1304925">
                <a:moveTo>
                  <a:pt x="104775" y="0"/>
                </a:moveTo>
                <a:lnTo>
                  <a:pt x="0" y="0"/>
                </a:lnTo>
                <a:lnTo>
                  <a:pt x="0" y="1190625"/>
                </a:lnTo>
                <a:lnTo>
                  <a:pt x="2152650" y="1190625"/>
                </a:lnTo>
                <a:lnTo>
                  <a:pt x="2152650" y="1304925"/>
                </a:lnTo>
              </a:path>
            </a:pathLst>
          </a:custGeom>
          <a:noFill xmlns:a="http://schemas.openxmlformats.org/drawingml/2006/main"/>
          <a:ln xmlns:a="http://schemas.openxmlformats.org/drawingml/2006/main" w="10478">
            <a:solidFill>
              <a:srgbClr val="000000"/>
            </a:solidFill>
            <a:prstDash val="solid"/>
          </a:ln>
        </p:spPr>
      </p:sp>
      <p:sp>
        <p:nvSpPr>
          <p:cNvPr id="116" name="dp42-comparison / n132 / arrow">
            <a:extLst xmlns:a="http://schemas.openxmlformats.org/drawingml/2006/main">
              <a:ext uri="{FF2B5EF4-FFF2-40B4-BE49-F238E27FC236}">
                <a16:creationId xmlns:a16="http://schemas.microsoft.com/office/drawing/2014/main" id="{32804456-2947-44E3-86F3-7A7CD45E9544}"/>
              </a:ext>
            </a:extLst>
          </p:cNvPr>
          <p:cNvSpPr>
            <a:spLocks xmlns:a="http://schemas.openxmlformats.org/drawingml/2006/main" noGrp="1"/>
          </p:cNvSpPr>
          <p:nvPr/>
        </p:nvSpPr>
        <p:spPr>
          <a:xfrm xmlns:a="http://schemas.openxmlformats.org/drawingml/2006/main">
            <a:off x="7967472" y="5609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7" name="dp42-comparison / n133 / path">
            <a:extLst xmlns:a="http://schemas.openxmlformats.org/drawingml/2006/main">
              <a:ext uri="{FF2B5EF4-FFF2-40B4-BE49-F238E27FC236}">
                <a16:creationId xmlns:a16="http://schemas.microsoft.com/office/drawing/2014/main" id="{BB732245-29EE-41BC-95AB-BC7703B7721F}"/>
              </a:ext>
            </a:extLst>
          </p:cNvPr>
          <p:cNvSpPr>
            <a:spLocks xmlns:a="http://schemas.openxmlformats.org/drawingml/2006/main" noGrp="1"/>
          </p:cNvSpPr>
          <p:nvPr/>
        </p:nvSpPr>
        <p:spPr>
          <a:xfrm xmlns:a="http://schemas.openxmlformats.org/drawingml/2006/main">
            <a:off x="4667250" y="4314825"/>
            <a:ext cx="2428875" cy="1704975"/>
          </a:xfrm>
          <a:custGeom xmlns:a="http://schemas.openxmlformats.org/drawingml/2006/main">
            <a:pathLst>
              <a:path w="2428875" h="1704975">
                <a:moveTo>
                  <a:pt x="2428875" y="1481138"/>
                </a:moveTo>
                <a:lnTo>
                  <a:pt x="2343150" y="1481138"/>
                </a:lnTo>
                <a:lnTo>
                  <a:pt x="2343150" y="1704975"/>
                </a:lnTo>
                <a:lnTo>
                  <a:pt x="228600" y="1704975"/>
                </a:lnTo>
                <a:lnTo>
                  <a:pt x="228600" y="0"/>
                </a:lnTo>
                <a:lnTo>
                  <a:pt x="0" y="0"/>
                </a:lnTo>
              </a:path>
            </a:pathLst>
          </a:custGeom>
          <a:noFill xmlns:a="http://schemas.openxmlformats.org/drawingml/2006/main"/>
          <a:ln xmlns:a="http://schemas.openxmlformats.org/drawingml/2006/main" w="10478">
            <a:solidFill>
              <a:srgbClr val="000000"/>
            </a:solidFill>
            <a:prstDash val="dash"/>
          </a:ln>
        </p:spPr>
      </p:sp>
      <p:sp>
        <p:nvSpPr>
          <p:cNvPr id="118" name="dp42-comparison / n133 / arrow">
            <a:extLst xmlns:a="http://schemas.openxmlformats.org/drawingml/2006/main">
              <a:ext uri="{FF2B5EF4-FFF2-40B4-BE49-F238E27FC236}">
                <a16:creationId xmlns:a16="http://schemas.microsoft.com/office/drawing/2014/main" id="{1A83B756-1ADB-4B07-BEA0-FF5E00E95F57}"/>
              </a:ext>
            </a:extLst>
          </p:cNvPr>
          <p:cNvSpPr>
            <a:spLocks xmlns:a="http://schemas.openxmlformats.org/drawingml/2006/main" noGrp="1"/>
          </p:cNvSpPr>
          <p:nvPr/>
        </p:nvSpPr>
        <p:spPr>
          <a:xfrm xmlns:a="http://schemas.openxmlformats.org/drawingml/2006/main">
            <a:off x="4667250" y="42812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19" name="dp42-comparison / n134 / path">
            <a:extLst xmlns:a="http://schemas.openxmlformats.org/drawingml/2006/main">
              <a:ext uri="{FF2B5EF4-FFF2-40B4-BE49-F238E27FC236}">
                <a16:creationId xmlns:a16="http://schemas.microsoft.com/office/drawing/2014/main" id="{FA4C2339-6962-41DE-A534-E434C551EA5B}"/>
              </a:ext>
            </a:extLst>
          </p:cNvPr>
          <p:cNvSpPr>
            <a:spLocks xmlns:a="http://schemas.openxmlformats.org/drawingml/2006/main" noGrp="1"/>
          </p:cNvSpPr>
          <p:nvPr/>
        </p:nvSpPr>
        <p:spPr>
          <a:xfrm xmlns:a="http://schemas.openxmlformats.org/drawingml/2006/main">
            <a:off x="8905875" y="4314825"/>
            <a:ext cx="295275" cy="1481138"/>
          </a:xfrm>
          <a:custGeom xmlns:a="http://schemas.openxmlformats.org/drawingml/2006/main">
            <a:pathLst>
              <a:path w="295275" h="1481138">
                <a:moveTo>
                  <a:pt x="0" y="1481138"/>
                </a:moveTo>
                <a:lnTo>
                  <a:pt x="295275" y="1481138"/>
                </a:lnTo>
                <a:lnTo>
                  <a:pt x="295275" y="0"/>
                </a:lnTo>
                <a:lnTo>
                  <a:pt x="238125" y="0"/>
                </a:lnTo>
              </a:path>
            </a:pathLst>
          </a:custGeom>
          <a:noFill xmlns:a="http://schemas.openxmlformats.org/drawingml/2006/main"/>
          <a:ln xmlns:a="http://schemas.openxmlformats.org/drawingml/2006/main" w="10478">
            <a:solidFill>
              <a:srgbClr val="000000"/>
            </a:solidFill>
            <a:prstDash val="dash"/>
          </a:ln>
        </p:spPr>
      </p:sp>
      <p:sp>
        <p:nvSpPr>
          <p:cNvPr id="120" name="dp42-comparison / n134 / arrow">
            <a:extLst xmlns:a="http://schemas.openxmlformats.org/drawingml/2006/main">
              <a:ext uri="{FF2B5EF4-FFF2-40B4-BE49-F238E27FC236}">
                <a16:creationId xmlns:a16="http://schemas.microsoft.com/office/drawing/2014/main" id="{A35D71D5-B506-4DF9-B82D-054176B956FF}"/>
              </a:ext>
            </a:extLst>
          </p:cNvPr>
          <p:cNvSpPr>
            <a:spLocks xmlns:a="http://schemas.openxmlformats.org/drawingml/2006/main" noGrp="1"/>
          </p:cNvSpPr>
          <p:nvPr/>
        </p:nvSpPr>
        <p:spPr>
          <a:xfrm xmlns:a="http://schemas.openxmlformats.org/drawingml/2006/main">
            <a:off x="9144000" y="42812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21" name="dp42-comparison / n139 / path">
            <a:extLst xmlns:a="http://schemas.openxmlformats.org/drawingml/2006/main">
              <a:ext uri="{FF2B5EF4-FFF2-40B4-BE49-F238E27FC236}">
                <a16:creationId xmlns:a16="http://schemas.microsoft.com/office/drawing/2014/main" id="{95153BC1-F658-42B3-9451-FB9D68477440}"/>
              </a:ext>
            </a:extLst>
          </p:cNvPr>
          <p:cNvSpPr>
            <a:spLocks xmlns:a="http://schemas.openxmlformats.org/drawingml/2006/main" noGrp="1"/>
          </p:cNvSpPr>
          <p:nvPr/>
        </p:nvSpPr>
        <p:spPr>
          <a:xfrm xmlns:a="http://schemas.openxmlformats.org/drawingml/2006/main">
            <a:off x="7548563" y="4505325"/>
            <a:ext cx="1538288" cy="762000"/>
          </a:xfrm>
          <a:custGeom xmlns:a="http://schemas.openxmlformats.org/drawingml/2006/main">
            <a:pathLst>
              <a:path w="1538288" h="762000">
                <a:moveTo>
                  <a:pt x="1452563" y="0"/>
                </a:moveTo>
                <a:lnTo>
                  <a:pt x="1538288" y="0"/>
                </a:lnTo>
                <a:lnTo>
                  <a:pt x="1538288" y="704850"/>
                </a:lnTo>
                <a:lnTo>
                  <a:pt x="0" y="704850"/>
                </a:lnTo>
                <a:lnTo>
                  <a:pt x="0" y="762000"/>
                </a:lnTo>
              </a:path>
            </a:pathLst>
          </a:custGeom>
          <a:noFill xmlns:a="http://schemas.openxmlformats.org/drawingml/2006/main"/>
          <a:ln xmlns:a="http://schemas.openxmlformats.org/drawingml/2006/main" w="10478">
            <a:solidFill>
              <a:srgbClr val="000000"/>
            </a:solidFill>
            <a:prstDash val="solid"/>
          </a:ln>
        </p:spPr>
      </p:sp>
      <p:sp>
        <p:nvSpPr>
          <p:cNvPr id="122" name="dp42-comparison / n139 / arrow">
            <a:extLst xmlns:a="http://schemas.openxmlformats.org/drawingml/2006/main">
              <a:ext uri="{FF2B5EF4-FFF2-40B4-BE49-F238E27FC236}">
                <a16:creationId xmlns:a16="http://schemas.microsoft.com/office/drawing/2014/main" id="{A0D843A0-3EDA-4183-B33E-B918136EAFC6}"/>
              </a:ext>
            </a:extLst>
          </p:cNvPr>
          <p:cNvSpPr>
            <a:spLocks xmlns:a="http://schemas.openxmlformats.org/drawingml/2006/main" noGrp="1"/>
          </p:cNvSpPr>
          <p:nvPr/>
        </p:nvSpPr>
        <p:spPr>
          <a:xfrm xmlns:a="http://schemas.openxmlformats.org/drawingml/2006/main">
            <a:off x="7515035" y="52002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23" name="dp42-comparison / n144 / path">
            <a:extLst xmlns:a="http://schemas.openxmlformats.org/drawingml/2006/main">
              <a:ext uri="{FF2B5EF4-FFF2-40B4-BE49-F238E27FC236}">
                <a16:creationId xmlns:a16="http://schemas.microsoft.com/office/drawing/2014/main" id="{47A36F5B-EA10-4E3A-9074-2A268246285B}"/>
              </a:ext>
            </a:extLst>
          </p:cNvPr>
          <p:cNvSpPr>
            <a:spLocks xmlns:a="http://schemas.openxmlformats.org/drawingml/2006/main" noGrp="1"/>
          </p:cNvSpPr>
          <p:nvPr/>
        </p:nvSpPr>
        <p:spPr>
          <a:xfrm xmlns:a="http://schemas.openxmlformats.org/drawingml/2006/main">
            <a:off x="1571625" y="692467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24" name="dp42-comparison / n147">
            <a:extLst xmlns:a="http://schemas.openxmlformats.org/drawingml/2006/main">
              <a:ext uri="{FF2B5EF4-FFF2-40B4-BE49-F238E27FC236}">
                <a16:creationId xmlns:a16="http://schemas.microsoft.com/office/drawing/2014/main" id="{422F5130-730C-4FC0-9138-6C90DA8510D0}"/>
              </a:ext>
            </a:extLst>
          </p:cNvPr>
          <p:cNvSpPr>
            <a:spLocks xmlns:a="http://schemas.openxmlformats.org/drawingml/2006/main" noGrp="1"/>
          </p:cNvSpPr>
          <p:nvPr/>
        </p:nvSpPr>
        <p:spPr>
          <a:xfrm xmlns:a="http://schemas.openxmlformats.org/drawingml/2006/main">
            <a:off x="166687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5" name="dp42-comparison / n148 / text 1">
            <a:extLst xmlns:a="http://schemas.openxmlformats.org/drawingml/2006/main">
              <a:ext uri="{FF2B5EF4-FFF2-40B4-BE49-F238E27FC236}">
                <a16:creationId xmlns:a16="http://schemas.microsoft.com/office/drawing/2014/main" id="{09BC32B6-0B5B-4BD7-947E-850D4B2BFF2E}"/>
              </a:ext>
            </a:extLst>
          </p:cNvPr>
          <p:cNvSpPr>
            <a:spLocks xmlns:a="http://schemas.openxmlformats.org/drawingml/2006/main" noGrp="1"/>
          </p:cNvSpPr>
          <p:nvPr/>
        </p:nvSpPr>
        <p:spPr>
          <a:xfrm xmlns:a="http://schemas.openxmlformats.org/drawingml/2006/main">
            <a:off x="175260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RC / TM: 관련 변경 준비</a:t>
            </a:r>
          </a:p>
        </p:txBody>
      </p:sp>
      <p:sp>
        <p:nvSpPr>
          <p:cNvPr id="126" name="dp42-comparison / n149">
            <a:extLst xmlns:a="http://schemas.openxmlformats.org/drawingml/2006/main">
              <a:ext uri="{FF2B5EF4-FFF2-40B4-BE49-F238E27FC236}">
                <a16:creationId xmlns:a16="http://schemas.microsoft.com/office/drawing/2014/main" id="{DF2FD8A7-63FC-44F6-83DF-E71FE5D87BDC}"/>
              </a:ext>
            </a:extLst>
          </p:cNvPr>
          <p:cNvSpPr>
            <a:spLocks xmlns:a="http://schemas.openxmlformats.org/drawingml/2006/main" noGrp="1"/>
          </p:cNvSpPr>
          <p:nvPr/>
        </p:nvSpPr>
        <p:spPr>
          <a:xfrm xmlns:a="http://schemas.openxmlformats.org/drawingml/2006/main">
            <a:off x="433387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7" name="dp42-comparison / n150 / text 1">
            <a:extLst xmlns:a="http://schemas.openxmlformats.org/drawingml/2006/main">
              <a:ext uri="{FF2B5EF4-FFF2-40B4-BE49-F238E27FC236}">
                <a16:creationId xmlns:a16="http://schemas.microsoft.com/office/drawing/2014/main" id="{3D8091F1-37D6-4BD1-A498-E4E789CCFF79}"/>
              </a:ext>
            </a:extLst>
          </p:cNvPr>
          <p:cNvSpPr>
            <a:spLocks xmlns:a="http://schemas.openxmlformats.org/drawingml/2006/main" noGrp="1"/>
          </p:cNvSpPr>
          <p:nvPr/>
        </p:nvSpPr>
        <p:spPr>
          <a:xfrm xmlns:a="http://schemas.openxmlformats.org/drawingml/2006/main">
            <a:off x="441960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트랜잭션 관리자: 공동 확정</a:t>
            </a:r>
          </a:p>
        </p:txBody>
      </p:sp>
      <p:sp>
        <p:nvSpPr>
          <p:cNvPr id="128" name="dp42-comparison / n151 / path">
            <a:extLst xmlns:a="http://schemas.openxmlformats.org/drawingml/2006/main">
              <a:ext uri="{FF2B5EF4-FFF2-40B4-BE49-F238E27FC236}">
                <a16:creationId xmlns:a16="http://schemas.microsoft.com/office/drawing/2014/main" id="{EAB584C4-E0A4-41FE-9B7B-428E017B838A}"/>
              </a:ext>
            </a:extLst>
          </p:cNvPr>
          <p:cNvSpPr>
            <a:spLocks xmlns:a="http://schemas.openxmlformats.org/drawingml/2006/main" noGrp="1"/>
          </p:cNvSpPr>
          <p:nvPr/>
        </p:nvSpPr>
        <p:spPr>
          <a:xfrm xmlns:a="http://schemas.openxmlformats.org/drawingml/2006/main">
            <a:off x="390525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9" name="dp42-comparison / n151 / arrow">
            <a:extLst xmlns:a="http://schemas.openxmlformats.org/drawingml/2006/main">
              <a:ext uri="{FF2B5EF4-FFF2-40B4-BE49-F238E27FC236}">
                <a16:creationId xmlns:a16="http://schemas.microsoft.com/office/drawing/2014/main" id="{C4877E88-85CE-4288-8144-32C7985263C5}"/>
              </a:ext>
            </a:extLst>
          </p:cNvPr>
          <p:cNvSpPr>
            <a:spLocks xmlns:a="http://schemas.openxmlformats.org/drawingml/2006/main" noGrp="1"/>
          </p:cNvSpPr>
          <p:nvPr/>
        </p:nvSpPr>
        <p:spPr>
          <a:xfrm xmlns:a="http://schemas.openxmlformats.org/drawingml/2006/main">
            <a:off x="426681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0" name="dp42-comparison / n152">
            <a:extLst xmlns:a="http://schemas.openxmlformats.org/drawingml/2006/main">
              <a:ext uri="{FF2B5EF4-FFF2-40B4-BE49-F238E27FC236}">
                <a16:creationId xmlns:a16="http://schemas.microsoft.com/office/drawing/2014/main" id="{13C63F49-FC87-4A5E-A55E-91D00CC867BE}"/>
              </a:ext>
            </a:extLst>
          </p:cNvPr>
          <p:cNvSpPr>
            <a:spLocks xmlns:a="http://schemas.openxmlformats.org/drawingml/2006/main" noGrp="1"/>
          </p:cNvSpPr>
          <p:nvPr/>
        </p:nvSpPr>
        <p:spPr>
          <a:xfrm xmlns:a="http://schemas.openxmlformats.org/drawingml/2006/main">
            <a:off x="7000875" y="71913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1" name="dp42-comparison / n153 / text 1">
            <a:extLst xmlns:a="http://schemas.openxmlformats.org/drawingml/2006/main">
              <a:ext uri="{FF2B5EF4-FFF2-40B4-BE49-F238E27FC236}">
                <a16:creationId xmlns:a16="http://schemas.microsoft.com/office/drawing/2014/main" id="{0AD0BD84-5291-4DA3-87E2-C53C43B8D8FB}"/>
              </a:ext>
            </a:extLst>
          </p:cNvPr>
          <p:cNvSpPr>
            <a:spLocks xmlns:a="http://schemas.openxmlformats.org/drawingml/2006/main" noGrp="1"/>
          </p:cNvSpPr>
          <p:nvPr/>
        </p:nvSpPr>
        <p:spPr>
          <a:xfrm xmlns:a="http://schemas.openxmlformats.org/drawingml/2006/main">
            <a:off x="7086600" y="72270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Gateway: 확정 명령 전송</a:t>
            </a:r>
          </a:p>
        </p:txBody>
      </p:sp>
      <p:sp>
        <p:nvSpPr>
          <p:cNvPr id="132" name="dp42-comparison / n154 / path">
            <a:extLst xmlns:a="http://schemas.openxmlformats.org/drawingml/2006/main">
              <a:ext uri="{FF2B5EF4-FFF2-40B4-BE49-F238E27FC236}">
                <a16:creationId xmlns:a16="http://schemas.microsoft.com/office/drawing/2014/main" id="{1B468661-C850-4BF6-BBB7-7653825F09D3}"/>
              </a:ext>
            </a:extLst>
          </p:cNvPr>
          <p:cNvSpPr>
            <a:spLocks xmlns:a="http://schemas.openxmlformats.org/drawingml/2006/main" noGrp="1"/>
          </p:cNvSpPr>
          <p:nvPr/>
        </p:nvSpPr>
        <p:spPr>
          <a:xfrm xmlns:a="http://schemas.openxmlformats.org/drawingml/2006/main">
            <a:off x="657225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3" name="dp42-comparison / n154 / arrow">
            <a:extLst xmlns:a="http://schemas.openxmlformats.org/drawingml/2006/main">
              <a:ext uri="{FF2B5EF4-FFF2-40B4-BE49-F238E27FC236}">
                <a16:creationId xmlns:a16="http://schemas.microsoft.com/office/drawing/2014/main" id="{C4A0321A-8ADB-4167-875D-6BDFBA7D8DB8}"/>
              </a:ext>
            </a:extLst>
          </p:cNvPr>
          <p:cNvSpPr>
            <a:spLocks xmlns:a="http://schemas.openxmlformats.org/drawingml/2006/main" noGrp="1"/>
          </p:cNvSpPr>
          <p:nvPr/>
        </p:nvSpPr>
        <p:spPr>
          <a:xfrm xmlns:a="http://schemas.openxmlformats.org/drawingml/2006/main">
            <a:off x="693381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4" name="dp42-comparison / n79">
            <a:extLst xmlns:a="http://schemas.openxmlformats.org/drawingml/2006/main">
              <a:ext uri="{FF2B5EF4-FFF2-40B4-BE49-F238E27FC236}">
                <a16:creationId xmlns:a16="http://schemas.microsoft.com/office/drawing/2014/main" id="{8D31C279-77E4-4994-A79C-0158E3425A0B}"/>
              </a:ext>
            </a:extLst>
          </p:cNvPr>
          <p:cNvSpPr>
            <a:spLocks xmlns:a="http://schemas.openxmlformats.org/drawingml/2006/main" noGrp="1"/>
          </p:cNvSpPr>
          <p:nvPr/>
        </p:nvSpPr>
        <p:spPr>
          <a:xfrm xmlns:a="http://schemas.openxmlformats.org/drawingml/2006/main">
            <a:off x="4572000" y="2409825"/>
            <a:ext cx="4667250" cy="304800"/>
          </a:xfrm>
          <a:custGeom xmlns:a="http://schemas.openxmlformats.org/drawingml/2006/main">
            <a:pathLst>
              <a:path w="4667250" h="304800">
                <a:moveTo>
                  <a:pt x="0" y="0"/>
                </a:moveTo>
                <a:lnTo>
                  <a:pt x="4495800" y="0"/>
                </a:lnTo>
                <a:lnTo>
                  <a:pt x="4667250" y="171450"/>
                </a:lnTo>
                <a:lnTo>
                  <a:pt x="4667250" y="304800"/>
                </a:lnTo>
                <a:lnTo>
                  <a:pt x="0" y="304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35" name="dp42-comparison / n79 / fold">
            <a:extLst xmlns:a="http://schemas.openxmlformats.org/drawingml/2006/main">
              <a:ext uri="{FF2B5EF4-FFF2-40B4-BE49-F238E27FC236}">
                <a16:creationId xmlns:a16="http://schemas.microsoft.com/office/drawing/2014/main" id="{AA2E3B3F-3ADA-4A6F-B202-3B81C28CDD3E}"/>
              </a:ext>
            </a:extLst>
          </p:cNvPr>
          <p:cNvSpPr>
            <a:spLocks xmlns:a="http://schemas.openxmlformats.org/drawingml/2006/main" noGrp="1"/>
          </p:cNvSpPr>
          <p:nvPr/>
        </p:nvSpPr>
        <p:spPr>
          <a:xfrm xmlns:a="http://schemas.openxmlformats.org/drawingml/2006/main">
            <a:off x="9067800"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36" name="dp42-comparison / n80 / text 1">
            <a:extLst xmlns:a="http://schemas.openxmlformats.org/drawingml/2006/main">
              <a:ext uri="{FF2B5EF4-FFF2-40B4-BE49-F238E27FC236}">
                <a16:creationId xmlns:a16="http://schemas.microsoft.com/office/drawing/2014/main" id="{0D6AC3EE-18CF-492F-AE7A-721E86D973B7}"/>
              </a:ext>
            </a:extLst>
          </p:cNvPr>
          <p:cNvSpPr>
            <a:spLocks xmlns:a="http://schemas.openxmlformats.org/drawingml/2006/main" noGrp="1"/>
          </p:cNvSpPr>
          <p:nvPr/>
        </p:nvSpPr>
        <p:spPr>
          <a:xfrm xmlns:a="http://schemas.openxmlformats.org/drawingml/2006/main">
            <a:off x="4667250" y="2466975"/>
            <a:ext cx="4400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“응, 상반기로 해줘”</a:t>
            </a:r>
          </a:p>
        </p:txBody>
      </p:sp>
      <p:sp>
        <p:nvSpPr>
          <p:cNvPr id="137" name="dp42-comparison / n82">
            <a:extLst xmlns:a="http://schemas.openxmlformats.org/drawingml/2006/main">
              <a:ext uri="{FF2B5EF4-FFF2-40B4-BE49-F238E27FC236}">
                <a16:creationId xmlns:a16="http://schemas.microsoft.com/office/drawing/2014/main" id="{E7EBA841-6A4A-4F67-AC39-9BF4B6FBAC3D}"/>
              </a:ext>
            </a:extLst>
          </p:cNvPr>
          <p:cNvSpPr>
            <a:spLocks xmlns:a="http://schemas.openxmlformats.org/drawingml/2006/main" noGrp="1"/>
          </p:cNvSpPr>
          <p:nvPr/>
        </p:nvSpPr>
        <p:spPr>
          <a:xfrm xmlns:a="http://schemas.openxmlformats.org/drawingml/2006/main">
            <a:off x="1647825" y="2743200"/>
            <a:ext cx="433578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8" name="dp42-comparison / n83 / text 1">
            <a:extLst xmlns:a="http://schemas.openxmlformats.org/drawingml/2006/main">
              <a:ext uri="{FF2B5EF4-FFF2-40B4-BE49-F238E27FC236}">
                <a16:creationId xmlns:a16="http://schemas.microsoft.com/office/drawing/2014/main" id="{2ABC2D08-0DF9-4191-AC7F-BA00D17617F3}"/>
              </a:ext>
            </a:extLst>
          </p:cNvPr>
          <p:cNvSpPr>
            <a:spLocks xmlns:a="http://schemas.openxmlformats.org/drawingml/2006/main" noGrp="1"/>
          </p:cNvSpPr>
          <p:nvPr/>
        </p:nvSpPr>
        <p:spPr>
          <a:xfrm xmlns:a="http://schemas.openxmlformats.org/drawingml/2006/main">
            <a:off x="1666875" y="275272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공통 장면: 보고서 기간 질문 Question1을 Publication1로 실제 제시</a:t>
            </a:r>
          </a:p>
        </p:txBody>
      </p:sp>
      <p:sp>
        <p:nvSpPr>
          <p:cNvPr id="139" name="dp42-comparison / n84">
            <a:extLst xmlns:a="http://schemas.openxmlformats.org/drawingml/2006/main">
              <a:ext uri="{FF2B5EF4-FFF2-40B4-BE49-F238E27FC236}">
                <a16:creationId xmlns:a16="http://schemas.microsoft.com/office/drawing/2014/main" id="{E4CE9AE3-DF43-4640-B2C4-5ABA759183D8}"/>
              </a:ext>
            </a:extLst>
          </p:cNvPr>
          <p:cNvSpPr>
            <a:spLocks xmlns:a="http://schemas.openxmlformats.org/drawingml/2006/main" noGrp="1"/>
          </p:cNvSpPr>
          <p:nvPr/>
        </p:nvSpPr>
        <p:spPr>
          <a:xfrm xmlns:a="http://schemas.openxmlformats.org/drawingml/2006/main">
            <a:off x="1647825" y="2933700"/>
            <a:ext cx="9380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0" name="dp42-comparison / n85 / text 1">
            <a:extLst xmlns:a="http://schemas.openxmlformats.org/drawingml/2006/main">
              <a:ext uri="{FF2B5EF4-FFF2-40B4-BE49-F238E27FC236}">
                <a16:creationId xmlns:a16="http://schemas.microsoft.com/office/drawing/2014/main" id="{3702D8D6-767D-4568-B354-522FAC0BA6E5}"/>
              </a:ext>
            </a:extLst>
          </p:cNvPr>
          <p:cNvSpPr>
            <a:spLocks xmlns:a="http://schemas.openxmlformats.org/drawingml/2006/main" noGrp="1"/>
          </p:cNvSpPr>
          <p:nvPr/>
        </p:nvSpPr>
        <p:spPr>
          <a:xfrm xmlns:a="http://schemas.openxmlformats.org/drawingml/2006/main">
            <a:off x="1666875" y="29432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Conversation1</a:t>
            </a:r>
          </a:p>
        </p:txBody>
      </p:sp>
      <p:sp>
        <p:nvSpPr>
          <p:cNvPr id="141" name="dp42-comparison / n87">
            <a:extLst xmlns:a="http://schemas.openxmlformats.org/drawingml/2006/main">
              <a:ext uri="{FF2B5EF4-FFF2-40B4-BE49-F238E27FC236}">
                <a16:creationId xmlns:a16="http://schemas.microsoft.com/office/drawing/2014/main" id="{E7C25112-34D9-414D-BF52-850ACF713388}"/>
              </a:ext>
            </a:extLst>
          </p:cNvPr>
          <p:cNvSpPr>
            <a:spLocks xmlns:a="http://schemas.openxmlformats.org/drawingml/2006/main" noGrp="1"/>
          </p:cNvSpPr>
          <p:nvPr/>
        </p:nvSpPr>
        <p:spPr>
          <a:xfrm xmlns:a="http://schemas.openxmlformats.org/drawingml/2006/main">
            <a:off x="3171825" y="2924175"/>
            <a:ext cx="82638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2" name="dp42-comparison / n88 / text 1">
            <a:extLst xmlns:a="http://schemas.openxmlformats.org/drawingml/2006/main">
              <a:ext uri="{FF2B5EF4-FFF2-40B4-BE49-F238E27FC236}">
                <a16:creationId xmlns:a16="http://schemas.microsoft.com/office/drawing/2014/main" id="{B15B956D-3AC7-47B3-A8AE-ABAC4ECB1B8D}"/>
              </a:ext>
            </a:extLst>
          </p:cNvPr>
          <p:cNvSpPr>
            <a:spLocks xmlns:a="http://schemas.openxmlformats.org/drawingml/2006/main" noGrp="1"/>
          </p:cNvSpPr>
          <p:nvPr/>
        </p:nvSpPr>
        <p:spPr>
          <a:xfrm xmlns:a="http://schemas.openxmlformats.org/drawingml/2006/main">
            <a:off x="3190875" y="29337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대화 연결 유지</a:t>
            </a:r>
          </a:p>
        </p:txBody>
      </p:sp>
      <p:sp>
        <p:nvSpPr>
          <p:cNvPr id="143" name="dp42-comparison / n89">
            <a:extLst xmlns:a="http://schemas.openxmlformats.org/drawingml/2006/main">
              <a:ext uri="{FF2B5EF4-FFF2-40B4-BE49-F238E27FC236}">
                <a16:creationId xmlns:a16="http://schemas.microsoft.com/office/drawing/2014/main" id="{BCFAB2B3-72C0-4B87-99D9-3DF23AEDDFF1}"/>
              </a:ext>
            </a:extLst>
          </p:cNvPr>
          <p:cNvSpPr>
            <a:spLocks xmlns:a="http://schemas.openxmlformats.org/drawingml/2006/main" noGrp="1"/>
          </p:cNvSpPr>
          <p:nvPr/>
        </p:nvSpPr>
        <p:spPr>
          <a:xfrm xmlns:a="http://schemas.openxmlformats.org/drawingml/2006/main">
            <a:off x="1647825" y="3105150"/>
            <a:ext cx="60655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4" name="dp42-comparison / n90 / text 1">
            <a:extLst xmlns:a="http://schemas.openxmlformats.org/drawingml/2006/main">
              <a:ext uri="{FF2B5EF4-FFF2-40B4-BE49-F238E27FC236}">
                <a16:creationId xmlns:a16="http://schemas.microsoft.com/office/drawing/2014/main" id="{D19939AA-3CEC-4685-8512-CFE725F26E3B}"/>
              </a:ext>
            </a:extLst>
          </p:cNvPr>
          <p:cNvSpPr>
            <a:spLocks xmlns:a="http://schemas.openxmlformats.org/drawingml/2006/main" noGrp="1"/>
          </p:cNvSpPr>
          <p:nvPr/>
        </p:nvSpPr>
        <p:spPr>
          <a:xfrm xmlns:a="http://schemas.openxmlformats.org/drawingml/2006/main">
            <a:off x="1666875" y="31146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Request1</a:t>
            </a:r>
          </a:p>
        </p:txBody>
      </p:sp>
      <p:sp>
        <p:nvSpPr>
          <p:cNvPr id="145" name="dp42-comparison / n92">
            <a:extLst xmlns:a="http://schemas.openxmlformats.org/drawingml/2006/main">
              <a:ext uri="{FF2B5EF4-FFF2-40B4-BE49-F238E27FC236}">
                <a16:creationId xmlns:a16="http://schemas.microsoft.com/office/drawing/2014/main" id="{6C5F4322-C3F1-415D-93E5-53847CD3571E}"/>
              </a:ext>
            </a:extLst>
          </p:cNvPr>
          <p:cNvSpPr>
            <a:spLocks xmlns:a="http://schemas.openxmlformats.org/drawingml/2006/main" noGrp="1"/>
          </p:cNvSpPr>
          <p:nvPr/>
        </p:nvSpPr>
        <p:spPr>
          <a:xfrm xmlns:a="http://schemas.openxmlformats.org/drawingml/2006/main">
            <a:off x="3171825" y="3095625"/>
            <a:ext cx="217798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6" name="dp42-comparison / n93 / text 1">
            <a:extLst xmlns:a="http://schemas.openxmlformats.org/drawingml/2006/main">
              <a:ext uri="{FF2B5EF4-FFF2-40B4-BE49-F238E27FC236}">
                <a16:creationId xmlns:a16="http://schemas.microsoft.com/office/drawing/2014/main" id="{CD7C02DD-54CD-4018-A2F2-F66336898C1C}"/>
              </a:ext>
            </a:extLst>
          </p:cNvPr>
          <p:cNvSpPr>
            <a:spLocks xmlns:a="http://schemas.openxmlformats.org/drawingml/2006/main" noGrp="1"/>
          </p:cNvSpPr>
          <p:nvPr/>
        </p:nvSpPr>
        <p:spPr>
          <a:xfrm xmlns:a="http://schemas.openxmlformats.org/drawingml/2006/main">
            <a:off x="3190875" y="31051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이번 답변의 외부 접수 확인 후 처리 종료</a:t>
            </a:r>
          </a:p>
        </p:txBody>
      </p:sp>
      <p:sp>
        <p:nvSpPr>
          <p:cNvPr id="147" name="dp42-comparison / n94">
            <a:extLst xmlns:a="http://schemas.openxmlformats.org/drawingml/2006/main">
              <a:ext uri="{FF2B5EF4-FFF2-40B4-BE49-F238E27FC236}">
                <a16:creationId xmlns:a16="http://schemas.microsoft.com/office/drawing/2014/main" id="{497A0DFD-52F5-4A86-BED2-49222EC44971}"/>
              </a:ext>
            </a:extLst>
          </p:cNvPr>
          <p:cNvSpPr>
            <a:spLocks xmlns:a="http://schemas.openxmlformats.org/drawingml/2006/main" noGrp="1"/>
          </p:cNvSpPr>
          <p:nvPr/>
        </p:nvSpPr>
        <p:spPr>
          <a:xfrm xmlns:a="http://schemas.openxmlformats.org/drawingml/2006/main">
            <a:off x="1647825" y="3276600"/>
            <a:ext cx="4076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8" name="dp42-comparison / n95 / text 1">
            <a:extLst xmlns:a="http://schemas.openxmlformats.org/drawingml/2006/main">
              <a:ext uri="{FF2B5EF4-FFF2-40B4-BE49-F238E27FC236}">
                <a16:creationId xmlns:a16="http://schemas.microsoft.com/office/drawing/2014/main" id="{0377F526-B717-4EB6-BB07-1C9AF2CF0513}"/>
              </a:ext>
            </a:extLst>
          </p:cNvPr>
          <p:cNvSpPr>
            <a:spLocks xmlns:a="http://schemas.openxmlformats.org/drawingml/2006/main" noGrp="1"/>
          </p:cNvSpPr>
          <p:nvPr/>
        </p:nvSpPr>
        <p:spPr>
          <a:xfrm xmlns:a="http://schemas.openxmlformats.org/drawingml/2006/main">
            <a:off x="1666875" y="32861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a:t>
            </a:r>
          </a:p>
        </p:txBody>
      </p:sp>
      <p:sp>
        <p:nvSpPr>
          <p:cNvPr id="149" name="dp42-comparison / n97">
            <a:extLst xmlns:a="http://schemas.openxmlformats.org/drawingml/2006/main">
              <a:ext uri="{FF2B5EF4-FFF2-40B4-BE49-F238E27FC236}">
                <a16:creationId xmlns:a16="http://schemas.microsoft.com/office/drawing/2014/main" id="{F15034BB-9E68-4601-995D-B35A9E2D986E}"/>
              </a:ext>
            </a:extLst>
          </p:cNvPr>
          <p:cNvSpPr>
            <a:spLocks xmlns:a="http://schemas.openxmlformats.org/drawingml/2006/main" noGrp="1"/>
          </p:cNvSpPr>
          <p:nvPr/>
        </p:nvSpPr>
        <p:spPr>
          <a:xfrm xmlns:a="http://schemas.openxmlformats.org/drawingml/2006/main">
            <a:off x="3171825" y="3267075"/>
            <a:ext cx="21067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0" name="dp42-comparison / n98 / text 1">
            <a:extLst xmlns:a="http://schemas.openxmlformats.org/drawingml/2006/main">
              <a:ext uri="{FF2B5EF4-FFF2-40B4-BE49-F238E27FC236}">
                <a16:creationId xmlns:a16="http://schemas.microsoft.com/office/drawing/2014/main" id="{A2F2940B-7CD9-46E8-969E-E7AFE9ED3BFF}"/>
              </a:ext>
            </a:extLst>
          </p:cNvPr>
          <p:cNvSpPr>
            <a:spLocks xmlns:a="http://schemas.openxmlformats.org/drawingml/2006/main" noGrp="1"/>
          </p:cNvSpPr>
          <p:nvPr/>
        </p:nvSpPr>
        <p:spPr>
          <a:xfrm xmlns:a="http://schemas.openxmlformats.org/drawingml/2006/main">
            <a:off x="3190875" y="32766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보고서 Task는 계속 / 대화와 별도 수명</a:t>
            </a:r>
          </a:p>
        </p:txBody>
      </p:sp>
      <p:sp>
        <p:nvSpPr>
          <p:cNvPr id="151" name="dp42-comparison / n99">
            <a:extLst xmlns:a="http://schemas.openxmlformats.org/drawingml/2006/main">
              <a:ext uri="{FF2B5EF4-FFF2-40B4-BE49-F238E27FC236}">
                <a16:creationId xmlns:a16="http://schemas.microsoft.com/office/drawing/2014/main" id="{0BE2625A-D717-411D-95FE-36A3107F3F3F}"/>
              </a:ext>
            </a:extLst>
          </p:cNvPr>
          <p:cNvSpPr>
            <a:spLocks xmlns:a="http://schemas.openxmlformats.org/drawingml/2006/main" noGrp="1"/>
          </p:cNvSpPr>
          <p:nvPr/>
        </p:nvSpPr>
        <p:spPr>
          <a:xfrm xmlns:a="http://schemas.openxmlformats.org/drawingml/2006/main">
            <a:off x="1647825" y="3448050"/>
            <a:ext cx="7391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2" name="dp42-comparison / n100 / text 1">
            <a:extLst xmlns:a="http://schemas.openxmlformats.org/drawingml/2006/main">
              <a:ext uri="{FF2B5EF4-FFF2-40B4-BE49-F238E27FC236}">
                <a16:creationId xmlns:a16="http://schemas.microsoft.com/office/drawing/2014/main" id="{BF52ABCE-9CFF-47A7-8019-28ECFFC11CD7}"/>
              </a:ext>
            </a:extLst>
          </p:cNvPr>
          <p:cNvSpPr>
            <a:spLocks xmlns:a="http://schemas.openxmlformats.org/drawingml/2006/main" noGrp="1"/>
          </p:cNvSpPr>
          <p:nvPr/>
        </p:nvSpPr>
        <p:spPr>
          <a:xfrm xmlns:a="http://schemas.openxmlformats.org/drawingml/2006/main">
            <a:off x="1666875" y="34575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Execution1</a:t>
            </a:r>
          </a:p>
        </p:txBody>
      </p:sp>
      <p:sp>
        <p:nvSpPr>
          <p:cNvPr id="153" name="dp42-comparison / n102">
            <a:extLst xmlns:a="http://schemas.openxmlformats.org/drawingml/2006/main">
              <a:ext uri="{FF2B5EF4-FFF2-40B4-BE49-F238E27FC236}">
                <a16:creationId xmlns:a16="http://schemas.microsoft.com/office/drawing/2014/main" id="{17EE4781-5E8F-4FFE-9D47-5C9BA77E3A71}"/>
              </a:ext>
            </a:extLst>
          </p:cNvPr>
          <p:cNvSpPr>
            <a:spLocks xmlns:a="http://schemas.openxmlformats.org/drawingml/2006/main" noGrp="1"/>
          </p:cNvSpPr>
          <p:nvPr/>
        </p:nvSpPr>
        <p:spPr>
          <a:xfrm xmlns:a="http://schemas.openxmlformats.org/drawingml/2006/main">
            <a:off x="3171825" y="3438525"/>
            <a:ext cx="23393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4" name="dp42-comparison / n103 / text 1">
            <a:extLst xmlns:a="http://schemas.openxmlformats.org/drawingml/2006/main">
              <a:ext uri="{FF2B5EF4-FFF2-40B4-BE49-F238E27FC236}">
                <a16:creationId xmlns:a16="http://schemas.microsoft.com/office/drawing/2014/main" id="{07908751-1889-4866-97A1-20830AE0995B}"/>
              </a:ext>
            </a:extLst>
          </p:cNvPr>
          <p:cNvSpPr>
            <a:spLocks xmlns:a="http://schemas.openxmlformats.org/drawingml/2006/main" noGrp="1"/>
          </p:cNvSpPr>
          <p:nvPr/>
        </p:nvSpPr>
        <p:spPr>
          <a:xfrm xmlns:a="http://schemas.openxmlformats.org/drawingml/2006/main">
            <a:off x="3190875" y="34480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Downstream Agent의 실제 실행은 별도 수명</a:t>
            </a:r>
          </a:p>
        </p:txBody>
      </p:sp>
      <p:sp>
        <p:nvSpPr>
          <p:cNvPr id="155" name="dp42-comparison / n106">
            <a:extLst xmlns:a="http://schemas.openxmlformats.org/drawingml/2006/main">
              <a:ext uri="{FF2B5EF4-FFF2-40B4-BE49-F238E27FC236}">
                <a16:creationId xmlns:a16="http://schemas.microsoft.com/office/drawing/2014/main" id="{50ACEFC3-AC42-4E6A-A3BF-A80915A94402}"/>
              </a:ext>
            </a:extLst>
          </p:cNvPr>
          <p:cNvSpPr>
            <a:spLocks xmlns:a="http://schemas.openxmlformats.org/drawingml/2006/main" noGrp="1"/>
          </p:cNvSpPr>
          <p:nvPr/>
        </p:nvSpPr>
        <p:spPr>
          <a:xfrm xmlns:a="http://schemas.openxmlformats.org/drawingml/2006/main">
            <a:off x="5029200" y="3733800"/>
            <a:ext cx="2604516"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6" name="dp42-comparison / n107 / text 1">
            <a:extLst xmlns:a="http://schemas.openxmlformats.org/drawingml/2006/main">
              <a:ext uri="{FF2B5EF4-FFF2-40B4-BE49-F238E27FC236}">
                <a16:creationId xmlns:a16="http://schemas.microsoft.com/office/drawing/2014/main" id="{7D32D2CC-1D4B-45DE-8C82-E6F97C860F71}"/>
              </a:ext>
            </a:extLst>
          </p:cNvPr>
          <p:cNvSpPr>
            <a:spLocks xmlns:a="http://schemas.openxmlformats.org/drawingml/2006/main" noGrp="1"/>
          </p:cNvSpPr>
          <p:nvPr/>
        </p:nvSpPr>
        <p:spPr>
          <a:xfrm xmlns:a="http://schemas.openxmlformats.org/drawingml/2006/main">
            <a:off x="5048250" y="3743325"/>
            <a:ext cx="40195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모듈형 Core / 관련 변경의 한 번 확정</a:t>
            </a:r>
          </a:p>
        </p:txBody>
      </p:sp>
      <p:sp>
        <p:nvSpPr>
          <p:cNvPr id="157" name="dp42-comparison / n124">
            <a:extLst xmlns:a="http://schemas.openxmlformats.org/drawingml/2006/main">
              <a:ext uri="{FF2B5EF4-FFF2-40B4-BE49-F238E27FC236}">
                <a16:creationId xmlns:a16="http://schemas.microsoft.com/office/drawing/2014/main" id="{E78E0E5C-C4B6-4AA2-B65B-3D5B10DCAAAB}"/>
              </a:ext>
            </a:extLst>
          </p:cNvPr>
          <p:cNvSpPr>
            <a:spLocks xmlns:a="http://schemas.openxmlformats.org/drawingml/2006/main" noGrp="1"/>
          </p:cNvSpPr>
          <p:nvPr/>
        </p:nvSpPr>
        <p:spPr>
          <a:xfrm xmlns:a="http://schemas.openxmlformats.org/drawingml/2006/main">
            <a:off x="6086475" y="5029200"/>
            <a:ext cx="219056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8" name="dp42-comparison / n125 / text 1">
            <a:extLst xmlns:a="http://schemas.openxmlformats.org/drawingml/2006/main">
              <a:ext uri="{FF2B5EF4-FFF2-40B4-BE49-F238E27FC236}">
                <a16:creationId xmlns:a16="http://schemas.microsoft.com/office/drawing/2014/main" id="{65E6929F-B3AA-4276-A1C8-C2D40FA80F5E}"/>
              </a:ext>
            </a:extLst>
          </p:cNvPr>
          <p:cNvSpPr>
            <a:spLocks xmlns:a="http://schemas.openxmlformats.org/drawingml/2006/main" noGrp="1"/>
          </p:cNvSpPr>
          <p:nvPr/>
        </p:nvSpPr>
        <p:spPr>
          <a:xfrm xmlns:a="http://schemas.openxmlformats.org/drawingml/2006/main">
            <a:off x="6105525" y="5038725"/>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Task1: 보고서 / Command1: 상반기 답변</a:t>
            </a:r>
          </a:p>
        </p:txBody>
      </p:sp>
      <p:sp>
        <p:nvSpPr>
          <p:cNvPr id="159" name="dp42-comparison / n135">
            <a:extLst xmlns:a="http://schemas.openxmlformats.org/drawingml/2006/main">
              <a:ext uri="{FF2B5EF4-FFF2-40B4-BE49-F238E27FC236}">
                <a16:creationId xmlns:a16="http://schemas.microsoft.com/office/drawing/2014/main" id="{7A3EB64A-70BA-492B-9B3B-8B2956393C63}"/>
              </a:ext>
            </a:extLst>
          </p:cNvPr>
          <p:cNvSpPr>
            <a:spLocks xmlns:a="http://schemas.openxmlformats.org/drawingml/2006/main" noGrp="1"/>
          </p:cNvSpPr>
          <p:nvPr/>
        </p:nvSpPr>
        <p:spPr>
          <a:xfrm xmlns:a="http://schemas.openxmlformats.org/drawingml/2006/main">
            <a:off x="4838700" y="4381500"/>
            <a:ext cx="60769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0" name="dp42-comparison / n136 / text 1">
            <a:extLst xmlns:a="http://schemas.openxmlformats.org/drawingml/2006/main">
              <a:ext uri="{FF2B5EF4-FFF2-40B4-BE49-F238E27FC236}">
                <a16:creationId xmlns:a16="http://schemas.microsoft.com/office/drawing/2014/main" id="{9A861BA5-4BCD-4CFD-940F-CF8481065701}"/>
              </a:ext>
            </a:extLst>
          </p:cNvPr>
          <p:cNvSpPr>
            <a:spLocks xmlns:a="http://schemas.openxmlformats.org/drawingml/2006/main" noGrp="1"/>
          </p:cNvSpPr>
          <p:nvPr/>
        </p:nvSpPr>
        <p:spPr>
          <a:xfrm xmlns:a="http://schemas.openxmlformats.org/drawingml/2006/main">
            <a:off x="4857750" y="4391025"/>
            <a:ext cx="10287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검증한 변경</a:t>
            </a:r>
          </a:p>
        </p:txBody>
      </p:sp>
      <p:sp>
        <p:nvSpPr>
          <p:cNvPr id="161" name="dp42-comparison / n137">
            <a:extLst xmlns:a="http://schemas.openxmlformats.org/drawingml/2006/main">
              <a:ext uri="{FF2B5EF4-FFF2-40B4-BE49-F238E27FC236}">
                <a16:creationId xmlns:a16="http://schemas.microsoft.com/office/drawing/2014/main" id="{933F071E-1546-4598-A9C4-A86F731F4488}"/>
              </a:ext>
            </a:extLst>
          </p:cNvPr>
          <p:cNvSpPr>
            <a:spLocks xmlns:a="http://schemas.openxmlformats.org/drawingml/2006/main" noGrp="1"/>
          </p:cNvSpPr>
          <p:nvPr/>
        </p:nvSpPr>
        <p:spPr>
          <a:xfrm xmlns:a="http://schemas.openxmlformats.org/drawingml/2006/main">
            <a:off x="4838700" y="4610100"/>
            <a:ext cx="65341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2" name="dp42-comparison / n138 / text 1">
            <a:extLst xmlns:a="http://schemas.openxmlformats.org/drawingml/2006/main">
              <a:ext uri="{FF2B5EF4-FFF2-40B4-BE49-F238E27FC236}">
                <a16:creationId xmlns:a16="http://schemas.microsoft.com/office/drawing/2014/main" id="{1E0B73DF-2851-46A3-A732-165D5077D360}"/>
              </a:ext>
            </a:extLst>
          </p:cNvPr>
          <p:cNvSpPr>
            <a:spLocks xmlns:a="http://schemas.openxmlformats.org/drawingml/2006/main" noGrp="1"/>
          </p:cNvSpPr>
          <p:nvPr/>
        </p:nvSpPr>
        <p:spPr>
          <a:xfrm xmlns:a="http://schemas.openxmlformats.org/drawingml/2006/main">
            <a:off x="4857750" y="4619625"/>
            <a:ext cx="10287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같은 commit</a:t>
            </a:r>
          </a:p>
        </p:txBody>
      </p:sp>
      <p:sp>
        <p:nvSpPr>
          <p:cNvPr id="163" name="dp42-comparison / n140">
            <a:extLst xmlns:a="http://schemas.openxmlformats.org/drawingml/2006/main">
              <a:ext uri="{FF2B5EF4-FFF2-40B4-BE49-F238E27FC236}">
                <a16:creationId xmlns:a16="http://schemas.microsoft.com/office/drawing/2014/main" id="{30424E24-8334-4F93-9E20-F780670C676F}"/>
              </a:ext>
            </a:extLst>
          </p:cNvPr>
          <p:cNvSpPr>
            <a:spLocks xmlns:a="http://schemas.openxmlformats.org/drawingml/2006/main" noGrp="1"/>
          </p:cNvSpPr>
          <p:nvPr/>
        </p:nvSpPr>
        <p:spPr>
          <a:xfrm xmlns:a="http://schemas.openxmlformats.org/drawingml/2006/main">
            <a:off x="1666875" y="6191250"/>
            <a:ext cx="3238500" cy="647700"/>
          </a:xfrm>
          <a:custGeom xmlns:a="http://schemas.openxmlformats.org/drawingml/2006/main">
            <a:pathLst>
              <a:path w="3238500" h="647700">
                <a:moveTo>
                  <a:pt x="0" y="0"/>
                </a:moveTo>
                <a:lnTo>
                  <a:pt x="3067050" y="0"/>
                </a:lnTo>
                <a:lnTo>
                  <a:pt x="3238500" y="171450"/>
                </a:lnTo>
                <a:lnTo>
                  <a:pt x="3238500" y="647700"/>
                </a:lnTo>
                <a:lnTo>
                  <a:pt x="0" y="6477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64" name="dp42-comparison / n140 / fold">
            <a:extLst xmlns:a="http://schemas.openxmlformats.org/drawingml/2006/main">
              <a:ext uri="{FF2B5EF4-FFF2-40B4-BE49-F238E27FC236}">
                <a16:creationId xmlns:a16="http://schemas.microsoft.com/office/drawing/2014/main" id="{19C1B63C-168C-4569-91D5-FD9B848E06B3}"/>
              </a:ext>
            </a:extLst>
          </p:cNvPr>
          <p:cNvSpPr>
            <a:spLocks xmlns:a="http://schemas.openxmlformats.org/drawingml/2006/main" noGrp="1"/>
          </p:cNvSpPr>
          <p:nvPr/>
        </p:nvSpPr>
        <p:spPr>
          <a:xfrm xmlns:a="http://schemas.openxmlformats.org/drawingml/2006/main">
            <a:off x="473392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5" name="dp42-comparison / n141 / text 1">
            <a:extLst xmlns:a="http://schemas.openxmlformats.org/drawingml/2006/main">
              <a:ext uri="{FF2B5EF4-FFF2-40B4-BE49-F238E27FC236}">
                <a16:creationId xmlns:a16="http://schemas.microsoft.com/office/drawing/2014/main" id="{312A269C-E207-4EDB-B016-24068B9AD062}"/>
              </a:ext>
            </a:extLst>
          </p:cNvPr>
          <p:cNvSpPr>
            <a:spLocks xmlns:a="http://schemas.openxmlformats.org/drawingml/2006/main" noGrp="1"/>
          </p:cNvSpPr>
          <p:nvPr/>
        </p:nvSpPr>
        <p:spPr>
          <a:xfrm xmlns:a="http://schemas.openxmlformats.org/drawingml/2006/main">
            <a:off x="1762125" y="624840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공동 변경 1 / Request Controller의 관계</a:t>
            </a:r>
          </a:p>
        </p:txBody>
      </p:sp>
      <p:sp>
        <p:nvSpPr>
          <p:cNvPr id="166" name="dp42-comparison / n141 / text 2">
            <a:extLst xmlns:a="http://schemas.openxmlformats.org/drawingml/2006/main">
              <a:ext uri="{FF2B5EF4-FFF2-40B4-BE49-F238E27FC236}">
                <a16:creationId xmlns:a16="http://schemas.microsoft.com/office/drawing/2014/main" id="{667D4638-7772-4A11-933C-F33BE0217210}"/>
              </a:ext>
            </a:extLst>
          </p:cNvPr>
          <p:cNvSpPr>
            <a:spLocks xmlns:a="http://schemas.openxmlformats.org/drawingml/2006/main" noGrp="1"/>
          </p:cNvSpPr>
          <p:nvPr/>
        </p:nvSpPr>
        <p:spPr>
          <a:xfrm xmlns:a="http://schemas.openxmlformats.org/drawingml/2006/main">
            <a:off x="1762125" y="638556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Request1 → Question1 → Task1</a:t>
            </a:r>
          </a:p>
        </p:txBody>
      </p:sp>
      <p:sp>
        <p:nvSpPr>
          <p:cNvPr id="167" name="dp42-comparison / n141 / text 3">
            <a:extLst xmlns:a="http://schemas.openxmlformats.org/drawingml/2006/main">
              <a:ext uri="{FF2B5EF4-FFF2-40B4-BE49-F238E27FC236}">
                <a16:creationId xmlns:a16="http://schemas.microsoft.com/office/drawing/2014/main" id="{1142769E-B5A3-4199-93D4-43C6DF868AF9}"/>
              </a:ext>
            </a:extLst>
          </p:cNvPr>
          <p:cNvSpPr>
            <a:spLocks xmlns:a="http://schemas.openxmlformats.org/drawingml/2006/main" noGrp="1"/>
          </p:cNvSpPr>
          <p:nvPr/>
        </p:nvSpPr>
        <p:spPr>
          <a:xfrm xmlns:a="http://schemas.openxmlformats.org/drawingml/2006/main">
            <a:off x="1762125" y="652272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사용자 답변: 상반기</a:t>
            </a:r>
          </a:p>
        </p:txBody>
      </p:sp>
      <p:sp>
        <p:nvSpPr>
          <p:cNvPr id="168" name="dp42-comparison / n141 / text 4">
            <a:extLst xmlns:a="http://schemas.openxmlformats.org/drawingml/2006/main">
              <a:ext uri="{FF2B5EF4-FFF2-40B4-BE49-F238E27FC236}">
                <a16:creationId xmlns:a16="http://schemas.microsoft.com/office/drawing/2014/main" id="{24CD3561-F0BB-4DDE-8D40-B8E3BF4D8314}"/>
              </a:ext>
            </a:extLst>
          </p:cNvPr>
          <p:cNvSpPr>
            <a:spLocks xmlns:a="http://schemas.openxmlformats.org/drawingml/2006/main" noGrp="1"/>
          </p:cNvSpPr>
          <p:nvPr/>
        </p:nvSpPr>
        <p:spPr>
          <a:xfrm xmlns:a="http://schemas.openxmlformats.org/drawingml/2006/main">
            <a:off x="1762125" y="665988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Command1과 연결 / 관련 변경과 함께 확정</a:t>
            </a:r>
          </a:p>
        </p:txBody>
      </p:sp>
      <p:sp>
        <p:nvSpPr>
          <p:cNvPr id="169" name="dp42-comparison / n142">
            <a:extLst xmlns:a="http://schemas.openxmlformats.org/drawingml/2006/main">
              <a:ext uri="{FF2B5EF4-FFF2-40B4-BE49-F238E27FC236}">
                <a16:creationId xmlns:a16="http://schemas.microsoft.com/office/drawing/2014/main" id="{321817B7-744C-4676-B05F-3E70B108F9CD}"/>
              </a:ext>
            </a:extLst>
          </p:cNvPr>
          <p:cNvSpPr>
            <a:spLocks xmlns:a="http://schemas.openxmlformats.org/drawingml/2006/main" noGrp="1"/>
          </p:cNvSpPr>
          <p:nvPr/>
        </p:nvSpPr>
        <p:spPr>
          <a:xfrm xmlns:a="http://schemas.openxmlformats.org/drawingml/2006/main">
            <a:off x="5667375" y="6191250"/>
            <a:ext cx="3524250" cy="647700"/>
          </a:xfrm>
          <a:custGeom xmlns:a="http://schemas.openxmlformats.org/drawingml/2006/main">
            <a:pathLst>
              <a:path w="3524250" h="647700">
                <a:moveTo>
                  <a:pt x="0" y="0"/>
                </a:moveTo>
                <a:lnTo>
                  <a:pt x="3352800" y="0"/>
                </a:lnTo>
                <a:lnTo>
                  <a:pt x="3524250" y="171450"/>
                </a:lnTo>
                <a:lnTo>
                  <a:pt x="3524250" y="647700"/>
                </a:lnTo>
                <a:lnTo>
                  <a:pt x="0" y="6477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70" name="dp42-comparison / n142 / fold">
            <a:extLst xmlns:a="http://schemas.openxmlformats.org/drawingml/2006/main">
              <a:ext uri="{FF2B5EF4-FFF2-40B4-BE49-F238E27FC236}">
                <a16:creationId xmlns:a16="http://schemas.microsoft.com/office/drawing/2014/main" id="{D4821549-DEED-4A43-81B8-C12D0DB2BD1F}"/>
              </a:ext>
            </a:extLst>
          </p:cNvPr>
          <p:cNvSpPr>
            <a:spLocks xmlns:a="http://schemas.openxmlformats.org/drawingml/2006/main" noGrp="1"/>
          </p:cNvSpPr>
          <p:nvPr/>
        </p:nvSpPr>
        <p:spPr>
          <a:xfrm xmlns:a="http://schemas.openxmlformats.org/drawingml/2006/main">
            <a:off x="902017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71" name="dp42-comparison / n143 / text 1">
            <a:extLst xmlns:a="http://schemas.openxmlformats.org/drawingml/2006/main">
              <a:ext uri="{FF2B5EF4-FFF2-40B4-BE49-F238E27FC236}">
                <a16:creationId xmlns:a16="http://schemas.microsoft.com/office/drawing/2014/main" id="{D68CF33E-B88F-4B1A-8F90-1010F9DC2F6C}"/>
              </a:ext>
            </a:extLst>
          </p:cNvPr>
          <p:cNvSpPr>
            <a:spLocks xmlns:a="http://schemas.openxmlformats.org/drawingml/2006/main" noGrp="1"/>
          </p:cNvSpPr>
          <p:nvPr/>
        </p:nvSpPr>
        <p:spPr>
          <a:xfrm xmlns:a="http://schemas.openxmlformats.org/drawingml/2006/main">
            <a:off x="5762625" y="624840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공동 변경 2 / Task Manager의 상태</a:t>
            </a:r>
          </a:p>
        </p:txBody>
      </p:sp>
      <p:sp>
        <p:nvSpPr>
          <p:cNvPr id="172" name="dp42-comparison / n143 / text 2">
            <a:extLst xmlns:a="http://schemas.openxmlformats.org/drawingml/2006/main">
              <a:ext uri="{FF2B5EF4-FFF2-40B4-BE49-F238E27FC236}">
                <a16:creationId xmlns:a16="http://schemas.microsoft.com/office/drawing/2014/main" id="{FF35EF39-7C50-44F8-B75F-F54600A18B0B}"/>
              </a:ext>
            </a:extLst>
          </p:cNvPr>
          <p:cNvSpPr>
            <a:spLocks xmlns:a="http://schemas.openxmlformats.org/drawingml/2006/main" noGrp="1"/>
          </p:cNvSpPr>
          <p:nvPr/>
        </p:nvSpPr>
        <p:spPr>
          <a:xfrm xmlns:a="http://schemas.openxmlformats.org/drawingml/2006/main">
            <a:off x="5762625" y="638556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Question1: OPEN → ANSWERED</a:t>
            </a:r>
          </a:p>
        </p:txBody>
      </p:sp>
      <p:sp>
        <p:nvSpPr>
          <p:cNvPr id="173" name="dp42-comparison / n143 / text 3">
            <a:extLst xmlns:a="http://schemas.openxmlformats.org/drawingml/2006/main">
              <a:ext uri="{FF2B5EF4-FFF2-40B4-BE49-F238E27FC236}">
                <a16:creationId xmlns:a16="http://schemas.microsoft.com/office/drawing/2014/main" id="{9D455C5A-DB11-4408-98FD-047BAD0CCCF8}"/>
              </a:ext>
            </a:extLst>
          </p:cNvPr>
          <p:cNvSpPr>
            <a:spLocks xmlns:a="http://schemas.openxmlformats.org/drawingml/2006/main" noGrp="1"/>
          </p:cNvSpPr>
          <p:nvPr/>
        </p:nvSpPr>
        <p:spPr>
          <a:xfrm xmlns:a="http://schemas.openxmlformats.org/drawingml/2006/main">
            <a:off x="5762625" y="652272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Command1: PENDING / payload.answer:상반기</a:t>
            </a:r>
          </a:p>
        </p:txBody>
      </p:sp>
      <p:sp>
        <p:nvSpPr>
          <p:cNvPr id="174" name="dp42-comparison / n143 / text 4">
            <a:extLst xmlns:a="http://schemas.openxmlformats.org/drawingml/2006/main">
              <a:ext uri="{FF2B5EF4-FFF2-40B4-BE49-F238E27FC236}">
                <a16:creationId xmlns:a16="http://schemas.microsoft.com/office/drawing/2014/main" id="{E272538E-458B-49F0-ABCC-DBEBEF631FEC}"/>
              </a:ext>
            </a:extLst>
          </p:cNvPr>
          <p:cNvSpPr>
            <a:spLocks xmlns:a="http://schemas.openxmlformats.org/drawingml/2006/main" noGrp="1"/>
          </p:cNvSpPr>
          <p:nvPr/>
        </p:nvSpPr>
        <p:spPr>
          <a:xfrm xmlns:a="http://schemas.openxmlformats.org/drawingml/2006/main">
            <a:off x="5762625" y="665988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성공: 모두 반영 / 충돌과 실패: 모두 미반영</a:t>
            </a:r>
          </a:p>
        </p:txBody>
      </p:sp>
      <p:sp>
        <p:nvSpPr>
          <p:cNvPr id="175" name="dp42-comparison / n145">
            <a:extLst xmlns:a="http://schemas.openxmlformats.org/drawingml/2006/main">
              <a:ext uri="{FF2B5EF4-FFF2-40B4-BE49-F238E27FC236}">
                <a16:creationId xmlns:a16="http://schemas.microsoft.com/office/drawing/2014/main" id="{C0C20407-37C9-4C0B-970D-DA8BA322F831}"/>
              </a:ext>
            </a:extLst>
          </p:cNvPr>
          <p:cNvSpPr>
            <a:spLocks xmlns:a="http://schemas.openxmlformats.org/drawingml/2006/main" noGrp="1"/>
          </p:cNvSpPr>
          <p:nvPr/>
        </p:nvSpPr>
        <p:spPr>
          <a:xfrm xmlns:a="http://schemas.openxmlformats.org/drawingml/2006/main">
            <a:off x="1647825" y="6953250"/>
            <a:ext cx="296189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6" name="dp42-comparison / n146 / text 1">
            <a:extLst xmlns:a="http://schemas.openxmlformats.org/drawingml/2006/main">
              <a:ext uri="{FF2B5EF4-FFF2-40B4-BE49-F238E27FC236}">
                <a16:creationId xmlns:a16="http://schemas.microsoft.com/office/drawing/2014/main" id="{0C6CE657-AC44-43B6-A2C3-A7A7AE934CAD}"/>
              </a:ext>
            </a:extLst>
          </p:cNvPr>
          <p:cNvSpPr>
            <a:spLocks xmlns:a="http://schemas.openxmlformats.org/drawingml/2006/main" noGrp="1"/>
          </p:cNvSpPr>
          <p:nvPr/>
        </p:nvSpPr>
        <p:spPr>
          <a:xfrm xmlns:a="http://schemas.openxmlformats.org/drawingml/2006/main">
            <a:off x="1666875" y="69627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상반기 답변의 로컬 확정</a:t>
            </a:r>
          </a:p>
        </p:txBody>
      </p:sp>
      <p:sp>
        <p:nvSpPr>
          <p:cNvPr id="177" name="dp42-comparison / n155">
            <a:extLst xmlns:a="http://schemas.openxmlformats.org/drawingml/2006/main">
              <a:ext uri="{FF2B5EF4-FFF2-40B4-BE49-F238E27FC236}">
                <a16:creationId xmlns:a16="http://schemas.microsoft.com/office/drawing/2014/main" id="{EA1B78FD-9746-4446-8977-D25F683B68FE}"/>
              </a:ext>
            </a:extLst>
          </p:cNvPr>
          <p:cNvSpPr>
            <a:spLocks xmlns:a="http://schemas.openxmlformats.org/drawingml/2006/main" noGrp="1"/>
          </p:cNvSpPr>
          <p:nvPr/>
        </p:nvSpPr>
        <p:spPr>
          <a:xfrm xmlns:a="http://schemas.openxmlformats.org/drawingml/2006/main">
            <a:off x="1647825" y="7448550"/>
            <a:ext cx="3101340" cy="114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8" name="dp42-comparison / n156 / text 1">
            <a:extLst xmlns:a="http://schemas.openxmlformats.org/drawingml/2006/main">
              <a:ext uri="{FF2B5EF4-FFF2-40B4-BE49-F238E27FC236}">
                <a16:creationId xmlns:a16="http://schemas.microsoft.com/office/drawing/2014/main" id="{7CE40909-9B1D-4DAC-BE10-5E0D995EFC20}"/>
              </a:ext>
            </a:extLst>
          </p:cNvPr>
          <p:cNvSpPr>
            <a:spLocks xmlns:a="http://schemas.openxmlformats.org/drawingml/2006/main" noGrp="1"/>
          </p:cNvSpPr>
          <p:nvPr/>
        </p:nvSpPr>
        <p:spPr>
          <a:xfrm xmlns:a="http://schemas.openxmlformats.org/drawingml/2006/main">
            <a:off x="1666875" y="7458075"/>
            <a:ext cx="7524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충돌과 실패: 함께 미반영 / 모델과 외부 통신은 transaction 밖</a:t>
            </a:r>
          </a:p>
        </p:txBody>
      </p:sp>
      <p:sp>
        <p:nvSpPr>
          <p:cNvPr id="179" name="dp42-comparison / n157">
            <a:extLst xmlns:a="http://schemas.openxmlformats.org/drawingml/2006/main">
              <a:ext uri="{FF2B5EF4-FFF2-40B4-BE49-F238E27FC236}">
                <a16:creationId xmlns:a16="http://schemas.microsoft.com/office/drawing/2014/main" id="{5E92A8DF-6B1C-459E-9AF8-307C1ADB67DC}"/>
              </a:ext>
            </a:extLst>
          </p:cNvPr>
          <p:cNvSpPr>
            <a:spLocks xmlns:a="http://schemas.openxmlformats.org/drawingml/2006/main" noGrp="1"/>
          </p:cNvSpPr>
          <p:nvPr/>
        </p:nvSpPr>
        <p:spPr>
          <a:xfrm xmlns:a="http://schemas.openxmlformats.org/drawingml/2006/main">
            <a:off x="9953625" y="2409825"/>
            <a:ext cx="2571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0" name="dp42-comparison / n158 / text 1">
            <a:extLst xmlns:a="http://schemas.openxmlformats.org/drawingml/2006/main">
              <a:ext uri="{FF2B5EF4-FFF2-40B4-BE49-F238E27FC236}">
                <a16:creationId xmlns:a16="http://schemas.microsoft.com/office/drawing/2014/main" id="{B952F604-5B54-4142-8C4C-E24AA1A0CEC5}"/>
              </a:ext>
            </a:extLst>
          </p:cNvPr>
          <p:cNvSpPr>
            <a:spLocks xmlns:a="http://schemas.openxmlformats.org/drawingml/2006/main" noGrp="1"/>
          </p:cNvSpPr>
          <p:nvPr/>
        </p:nvSpPr>
        <p:spPr>
          <a:xfrm xmlns:a="http://schemas.openxmlformats.org/drawingml/2006/main">
            <a:off x="10039350" y="2450783"/>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81" name="dp42-comparison / n161 / path">
            <a:extLst xmlns:a="http://schemas.openxmlformats.org/drawingml/2006/main">
              <a:ext uri="{FF2B5EF4-FFF2-40B4-BE49-F238E27FC236}">
                <a16:creationId xmlns:a16="http://schemas.microsoft.com/office/drawing/2014/main" id="{1E103B3B-B1FE-4DCD-946F-4EE1330F4A4D}"/>
              </a:ext>
            </a:extLst>
          </p:cNvPr>
          <p:cNvSpPr>
            <a:spLocks xmlns:a="http://schemas.openxmlformats.org/drawingml/2006/main" noGrp="1"/>
          </p:cNvSpPr>
          <p:nvPr/>
        </p:nvSpPr>
        <p:spPr>
          <a:xfrm xmlns:a="http://schemas.openxmlformats.org/drawingml/2006/main">
            <a:off x="12525375" y="2562225"/>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182" name="dp42-comparison / n161 / arrow">
            <a:extLst xmlns:a="http://schemas.openxmlformats.org/drawingml/2006/main">
              <a:ext uri="{FF2B5EF4-FFF2-40B4-BE49-F238E27FC236}">
                <a16:creationId xmlns:a16="http://schemas.microsoft.com/office/drawing/2014/main" id="{E937FD96-0CE7-4A44-B9E3-729E75CD2414}"/>
              </a:ext>
            </a:extLst>
          </p:cNvPr>
          <p:cNvSpPr>
            <a:spLocks xmlns:a="http://schemas.openxmlformats.org/drawingml/2006/main" noGrp="1"/>
          </p:cNvSpPr>
          <p:nvPr/>
        </p:nvSpPr>
        <p:spPr>
          <a:xfrm xmlns:a="http://schemas.openxmlformats.org/drawingml/2006/main">
            <a:off x="12791694" y="2528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83" name="dp42-comparison / n166 / path">
            <a:extLst xmlns:a="http://schemas.openxmlformats.org/drawingml/2006/main">
              <a:ext uri="{FF2B5EF4-FFF2-40B4-BE49-F238E27FC236}">
                <a16:creationId xmlns:a16="http://schemas.microsoft.com/office/drawing/2014/main" id="{6D9BFDD0-D17E-4799-BF0F-AB170833FE9D}"/>
              </a:ext>
            </a:extLst>
          </p:cNvPr>
          <p:cNvSpPr>
            <a:spLocks xmlns:a="http://schemas.openxmlformats.org/drawingml/2006/main" noGrp="1"/>
          </p:cNvSpPr>
          <p:nvPr/>
        </p:nvSpPr>
        <p:spPr>
          <a:xfrm xmlns:a="http://schemas.openxmlformats.org/drawingml/2006/main">
            <a:off x="11391900" y="30670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84" name="dp42-comparison / n171 / path">
            <a:extLst xmlns:a="http://schemas.openxmlformats.org/drawingml/2006/main">
              <a:ext uri="{FF2B5EF4-FFF2-40B4-BE49-F238E27FC236}">
                <a16:creationId xmlns:a16="http://schemas.microsoft.com/office/drawing/2014/main" id="{CD7E3D8A-9B20-423B-9E75-E1DB30072897}"/>
              </a:ext>
            </a:extLst>
          </p:cNvPr>
          <p:cNvSpPr>
            <a:spLocks xmlns:a="http://schemas.openxmlformats.org/drawingml/2006/main" noGrp="1"/>
          </p:cNvSpPr>
          <p:nvPr/>
        </p:nvSpPr>
        <p:spPr>
          <a:xfrm xmlns:a="http://schemas.openxmlformats.org/drawingml/2006/main">
            <a:off x="11391900" y="3238500"/>
            <a:ext cx="4038600" cy="953"/>
          </a:xfrm>
          <a:custGeom xmlns:a="http://schemas.openxmlformats.org/drawingml/2006/main">
            <a:pathLst>
              <a:path w="4038600" h="953">
                <a:moveTo>
                  <a:pt x="0" y="0"/>
                </a:moveTo>
                <a:lnTo>
                  <a:pt x="4038600" y="0"/>
                </a:lnTo>
              </a:path>
            </a:pathLst>
          </a:custGeom>
          <a:noFill xmlns:a="http://schemas.openxmlformats.org/drawingml/2006/main"/>
          <a:ln xmlns:a="http://schemas.openxmlformats.org/drawingml/2006/main" w="10478">
            <a:solidFill>
              <a:srgbClr val="000000"/>
            </a:solidFill>
            <a:prstDash val="solid"/>
          </a:ln>
        </p:spPr>
      </p:sp>
      <p:sp>
        <p:nvSpPr>
          <p:cNvPr id="185" name="dp42-comparison / n176 / path">
            <a:extLst xmlns:a="http://schemas.openxmlformats.org/drawingml/2006/main">
              <a:ext uri="{FF2B5EF4-FFF2-40B4-BE49-F238E27FC236}">
                <a16:creationId xmlns:a16="http://schemas.microsoft.com/office/drawing/2014/main" id="{80EB5227-0DCE-49EA-B8AB-A59FF74031A0}"/>
              </a:ext>
            </a:extLst>
          </p:cNvPr>
          <p:cNvSpPr>
            <a:spLocks xmlns:a="http://schemas.openxmlformats.org/drawingml/2006/main" noGrp="1"/>
          </p:cNvSpPr>
          <p:nvPr/>
        </p:nvSpPr>
        <p:spPr>
          <a:xfrm xmlns:a="http://schemas.openxmlformats.org/drawingml/2006/main">
            <a:off x="11391900" y="34099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86" name="dp42-comparison / n181 / path">
            <a:extLst xmlns:a="http://schemas.openxmlformats.org/drawingml/2006/main">
              <a:ext uri="{FF2B5EF4-FFF2-40B4-BE49-F238E27FC236}">
                <a16:creationId xmlns:a16="http://schemas.microsoft.com/office/drawing/2014/main" id="{487C5E23-53A4-4C18-B461-7BA5D727A86A}"/>
              </a:ext>
            </a:extLst>
          </p:cNvPr>
          <p:cNvSpPr>
            <a:spLocks xmlns:a="http://schemas.openxmlformats.org/drawingml/2006/main" noGrp="1"/>
          </p:cNvSpPr>
          <p:nvPr/>
        </p:nvSpPr>
        <p:spPr>
          <a:xfrm xmlns:a="http://schemas.openxmlformats.org/drawingml/2006/main">
            <a:off x="11391900" y="358140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87" name="dp42-comparison / n184">
            <a:extLst xmlns:a="http://schemas.openxmlformats.org/drawingml/2006/main">
              <a:ext uri="{FF2B5EF4-FFF2-40B4-BE49-F238E27FC236}">
                <a16:creationId xmlns:a16="http://schemas.microsoft.com/office/drawing/2014/main" id="{F3CA8069-27E1-485F-9A90-C406AC90A272}"/>
              </a:ext>
            </a:extLst>
          </p:cNvPr>
          <p:cNvSpPr>
            <a:spLocks xmlns:a="http://schemas.openxmlformats.org/drawingml/2006/main" noGrp="1"/>
          </p:cNvSpPr>
          <p:nvPr/>
        </p:nvSpPr>
        <p:spPr>
          <a:xfrm xmlns:a="http://schemas.openxmlformats.org/drawingml/2006/main">
            <a:off x="9858375" y="3638550"/>
            <a:ext cx="3238500"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dash"/>
          </a:ln>
        </p:spPr>
      </p:sp>
      <p:sp>
        <p:nvSpPr>
          <p:cNvPr id="188" name="dp42-comparison / n185 / text 1">
            <a:extLst xmlns:a="http://schemas.openxmlformats.org/drawingml/2006/main">
              <a:ext uri="{FF2B5EF4-FFF2-40B4-BE49-F238E27FC236}">
                <a16:creationId xmlns:a16="http://schemas.microsoft.com/office/drawing/2014/main" id="{401775BD-F233-4D64-AE23-411B8D7C7FCF}"/>
              </a:ext>
            </a:extLst>
          </p:cNvPr>
          <p:cNvSpPr>
            <a:spLocks xmlns:a="http://schemas.openxmlformats.org/drawingml/2006/main" noGrp="1"/>
          </p:cNvSpPr>
          <p:nvPr/>
        </p:nvSpPr>
        <p:spPr>
          <a:xfrm xmlns:a="http://schemas.openxmlformats.org/drawingml/2006/main">
            <a:off x="9982200" y="3733800"/>
            <a:ext cx="29908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대화 서비스 실행 경계</a:t>
            </a:r>
          </a:p>
        </p:txBody>
      </p:sp>
      <p:sp>
        <p:nvSpPr>
          <p:cNvPr id="189" name="dp42-comparison / n186">
            <a:extLst xmlns:a="http://schemas.openxmlformats.org/drawingml/2006/main">
              <a:ext uri="{FF2B5EF4-FFF2-40B4-BE49-F238E27FC236}">
                <a16:creationId xmlns:a16="http://schemas.microsoft.com/office/drawing/2014/main" id="{50FA3A40-E45D-49D1-A19B-F814A54628E7}"/>
              </a:ext>
            </a:extLst>
          </p:cNvPr>
          <p:cNvSpPr>
            <a:spLocks xmlns:a="http://schemas.openxmlformats.org/drawingml/2006/main" noGrp="1"/>
          </p:cNvSpPr>
          <p:nvPr/>
        </p:nvSpPr>
        <p:spPr>
          <a:xfrm xmlns:a="http://schemas.openxmlformats.org/drawingml/2006/main">
            <a:off x="14097000" y="3638550"/>
            <a:ext cx="3476625"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dash"/>
          </a:ln>
        </p:spPr>
      </p:sp>
      <p:sp>
        <p:nvSpPr>
          <p:cNvPr id="190" name="dp42-comparison / n187 / text 1">
            <a:extLst xmlns:a="http://schemas.openxmlformats.org/drawingml/2006/main">
              <a:ext uri="{FF2B5EF4-FFF2-40B4-BE49-F238E27FC236}">
                <a16:creationId xmlns:a16="http://schemas.microsoft.com/office/drawing/2014/main" id="{9C406C49-C969-4A14-8BE5-77411E277B38}"/>
              </a:ext>
            </a:extLst>
          </p:cNvPr>
          <p:cNvSpPr>
            <a:spLocks xmlns:a="http://schemas.openxmlformats.org/drawingml/2006/main" noGrp="1"/>
          </p:cNvSpPr>
          <p:nvPr/>
        </p:nvSpPr>
        <p:spPr>
          <a:xfrm xmlns:a="http://schemas.openxmlformats.org/drawingml/2006/main">
            <a:off x="14220825" y="3733800"/>
            <a:ext cx="3228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Task 서비스 실행 경계</a:t>
            </a:r>
          </a:p>
        </p:txBody>
      </p:sp>
      <p:sp>
        <p:nvSpPr>
          <p:cNvPr id="191" name="dp42-comparison / n188">
            <a:extLst xmlns:a="http://schemas.openxmlformats.org/drawingml/2006/main">
              <a:ext uri="{FF2B5EF4-FFF2-40B4-BE49-F238E27FC236}">
                <a16:creationId xmlns:a16="http://schemas.microsoft.com/office/drawing/2014/main" id="{7F53E264-593A-49EC-8D39-103B8E62357D}"/>
              </a:ext>
            </a:extLst>
          </p:cNvPr>
          <p:cNvSpPr>
            <a:spLocks xmlns:a="http://schemas.openxmlformats.org/drawingml/2006/main" noGrp="1"/>
          </p:cNvSpPr>
          <p:nvPr/>
        </p:nvSpPr>
        <p:spPr>
          <a:xfrm xmlns:a="http://schemas.openxmlformats.org/drawingml/2006/main">
            <a:off x="10001250" y="4048125"/>
            <a:ext cx="2952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2" name="dp42-comparison / n189 / text 1">
            <a:extLst xmlns:a="http://schemas.openxmlformats.org/drawingml/2006/main">
              <a:ext uri="{FF2B5EF4-FFF2-40B4-BE49-F238E27FC236}">
                <a16:creationId xmlns:a16="http://schemas.microsoft.com/office/drawing/2014/main" id="{F8A4A1F1-1C54-4CA9-BACF-FE44D7330B13}"/>
              </a:ext>
            </a:extLst>
          </p:cNvPr>
          <p:cNvSpPr>
            <a:spLocks xmlns:a="http://schemas.openxmlformats.org/drawingml/2006/main" noGrp="1"/>
          </p:cNvSpPr>
          <p:nvPr/>
        </p:nvSpPr>
        <p:spPr>
          <a:xfrm xmlns:a="http://schemas.openxmlformats.org/drawingml/2006/main">
            <a:off x="10125075" y="41433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193" name="dp42-comparison / n190">
            <a:extLst xmlns:a="http://schemas.openxmlformats.org/drawingml/2006/main">
              <a:ext uri="{FF2B5EF4-FFF2-40B4-BE49-F238E27FC236}">
                <a16:creationId xmlns:a16="http://schemas.microsoft.com/office/drawing/2014/main" id="{4075113A-9EFE-41B3-9419-71602425D26E}"/>
              </a:ext>
            </a:extLst>
          </p:cNvPr>
          <p:cNvSpPr>
            <a:spLocks xmlns:a="http://schemas.openxmlformats.org/drawingml/2006/main" noGrp="1"/>
          </p:cNvSpPr>
          <p:nvPr/>
        </p:nvSpPr>
        <p:spPr>
          <a:xfrm xmlns:a="http://schemas.openxmlformats.org/drawingml/2006/main">
            <a:off x="10096500" y="4562475"/>
            <a:ext cx="2762250" cy="2381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94" name="dp42-comparison / n191 / text 1">
            <a:extLst xmlns:a="http://schemas.openxmlformats.org/drawingml/2006/main">
              <a:ext uri="{FF2B5EF4-FFF2-40B4-BE49-F238E27FC236}">
                <a16:creationId xmlns:a16="http://schemas.microsoft.com/office/drawing/2014/main" id="{75F8C262-D315-492D-8930-D89A086FE637}"/>
              </a:ext>
            </a:extLst>
          </p:cNvPr>
          <p:cNvSpPr>
            <a:spLocks xmlns:a="http://schemas.openxmlformats.org/drawingml/2006/main" noGrp="1"/>
          </p:cNvSpPr>
          <p:nvPr/>
        </p:nvSpPr>
        <p:spPr>
          <a:xfrm xmlns:a="http://schemas.openxmlformats.org/drawingml/2006/main">
            <a:off x="10182225" y="4612958"/>
            <a:ext cx="2590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Request Graph State</a:t>
            </a:r>
          </a:p>
        </p:txBody>
      </p:sp>
      <p:sp>
        <p:nvSpPr>
          <p:cNvPr id="195" name="dp42-comparison / n192">
            <a:extLst xmlns:a="http://schemas.openxmlformats.org/drawingml/2006/main">
              <a:ext uri="{FF2B5EF4-FFF2-40B4-BE49-F238E27FC236}">
                <a16:creationId xmlns:a16="http://schemas.microsoft.com/office/drawing/2014/main" id="{B8D5F83C-3324-4061-9762-98C919B56316}"/>
              </a:ext>
            </a:extLst>
          </p:cNvPr>
          <p:cNvSpPr>
            <a:spLocks xmlns:a="http://schemas.openxmlformats.org/drawingml/2006/main" noGrp="1"/>
          </p:cNvSpPr>
          <p:nvPr/>
        </p:nvSpPr>
        <p:spPr>
          <a:xfrm xmlns:a="http://schemas.openxmlformats.org/drawingml/2006/main">
            <a:off x="14239875" y="4048125"/>
            <a:ext cx="3190875"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6" name="dp42-comparison / n193 / text 1">
            <a:extLst xmlns:a="http://schemas.openxmlformats.org/drawingml/2006/main">
              <a:ext uri="{FF2B5EF4-FFF2-40B4-BE49-F238E27FC236}">
                <a16:creationId xmlns:a16="http://schemas.microsoft.com/office/drawing/2014/main" id="{D4D2A682-CA34-4092-B5AD-08DF0C099C71}"/>
              </a:ext>
            </a:extLst>
          </p:cNvPr>
          <p:cNvSpPr>
            <a:spLocks xmlns:a="http://schemas.openxmlformats.org/drawingml/2006/main" noGrp="1"/>
          </p:cNvSpPr>
          <p:nvPr/>
        </p:nvSpPr>
        <p:spPr>
          <a:xfrm xmlns:a="http://schemas.openxmlformats.org/drawingml/2006/main">
            <a:off x="14363700" y="4143375"/>
            <a:ext cx="29432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Task Manager</a:t>
            </a:r>
          </a:p>
        </p:txBody>
      </p:sp>
      <p:sp>
        <p:nvSpPr>
          <p:cNvPr id="197" name="dp42-comparison / n194">
            <a:extLst xmlns:a="http://schemas.openxmlformats.org/drawingml/2006/main">
              <a:ext uri="{FF2B5EF4-FFF2-40B4-BE49-F238E27FC236}">
                <a16:creationId xmlns:a16="http://schemas.microsoft.com/office/drawing/2014/main" id="{52BC6C5E-37B8-42D9-BA81-3231CF3DFB9C}"/>
              </a:ext>
            </a:extLst>
          </p:cNvPr>
          <p:cNvSpPr>
            <a:spLocks xmlns:a="http://schemas.openxmlformats.org/drawingml/2006/main" noGrp="1"/>
          </p:cNvSpPr>
          <p:nvPr/>
        </p:nvSpPr>
        <p:spPr>
          <a:xfrm xmlns:a="http://schemas.openxmlformats.org/drawingml/2006/main">
            <a:off x="14382750" y="4400550"/>
            <a:ext cx="2905125" cy="209550"/>
          </a:xfrm>
          <a:prstGeom xmlns:a="http://schemas.openxmlformats.org/drawingml/2006/main" prst="roundRect">
            <a:avLst>
              <a:gd name="adj" fmla="val 36364"/>
            </a:avLst>
          </a:prstGeom>
          <a:solidFill xmlns:a="http://schemas.openxmlformats.org/drawingml/2006/main">
            <a:srgbClr val="FFF0DD"/>
          </a:solidFill>
          <a:ln xmlns:a="http://schemas.openxmlformats.org/drawingml/2006/main" w="17145">
            <a:solidFill>
              <a:srgbClr val="B8753F"/>
            </a:solidFill>
            <a:prstDash val="solid"/>
          </a:ln>
        </p:spPr>
      </p:sp>
      <p:sp>
        <p:nvSpPr>
          <p:cNvPr id="198" name="dp42-comparison / n195 / text 1">
            <a:extLst xmlns:a="http://schemas.openxmlformats.org/drawingml/2006/main">
              <a:ext uri="{FF2B5EF4-FFF2-40B4-BE49-F238E27FC236}">
                <a16:creationId xmlns:a16="http://schemas.microsoft.com/office/drawing/2014/main" id="{E4E870B4-E62E-41DF-81D4-3DB3513B6700}"/>
              </a:ext>
            </a:extLst>
          </p:cNvPr>
          <p:cNvSpPr>
            <a:spLocks xmlns:a="http://schemas.openxmlformats.org/drawingml/2006/main" noGrp="1"/>
          </p:cNvSpPr>
          <p:nvPr/>
        </p:nvSpPr>
        <p:spPr>
          <a:xfrm xmlns:a="http://schemas.openxmlformats.org/drawingml/2006/main">
            <a:off x="14468475" y="4418648"/>
            <a:ext cx="27336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000000"/>
                </a:solidFill>
                <a:latin typeface="Apple SD Gothic Neo"/>
                <a:ea typeface="Apple SD Gothic Neo"/>
                <a:cs typeface="Apple SD Gothic Neo"/>
              </a:defRPr>
            </a:pPr>
            <a:r>
              <a:rPr sz="1050" b="1">
                <a:solidFill>
                  <a:srgbClr val="000000"/>
                </a:solidFill>
                <a:latin typeface="Apple SD Gothic Neo"/>
                <a:ea typeface="Apple SD Gothic Neo"/>
                <a:cs typeface="Apple SD Gothic Neo"/>
              </a:rPr>
              <a:t>업무 접수·전송 게이트</a:t>
            </a:r>
          </a:p>
        </p:txBody>
      </p:sp>
      <p:sp>
        <p:nvSpPr>
          <p:cNvPr id="199" name="dp42-comparison / n196">
            <a:extLst xmlns:a="http://schemas.openxmlformats.org/drawingml/2006/main">
              <a:ext uri="{FF2B5EF4-FFF2-40B4-BE49-F238E27FC236}">
                <a16:creationId xmlns:a16="http://schemas.microsoft.com/office/drawing/2014/main" id="{2CB98048-33CD-4B08-A32F-32C9F838A198}"/>
              </a:ext>
            </a:extLst>
          </p:cNvPr>
          <p:cNvSpPr>
            <a:spLocks xmlns:a="http://schemas.openxmlformats.org/drawingml/2006/main" noGrp="1"/>
          </p:cNvSpPr>
          <p:nvPr/>
        </p:nvSpPr>
        <p:spPr>
          <a:xfrm xmlns:a="http://schemas.openxmlformats.org/drawingml/2006/main">
            <a:off x="14335125" y="4743450"/>
            <a:ext cx="3000375"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00" name="dp42-comparison / n197 / text 1">
            <a:extLst xmlns:a="http://schemas.openxmlformats.org/drawingml/2006/main">
              <a:ext uri="{FF2B5EF4-FFF2-40B4-BE49-F238E27FC236}">
                <a16:creationId xmlns:a16="http://schemas.microsoft.com/office/drawing/2014/main" id="{EC0808DC-1029-4C29-A7CC-906033ADC8B6}"/>
              </a:ext>
            </a:extLst>
          </p:cNvPr>
          <p:cNvSpPr>
            <a:spLocks xmlns:a="http://schemas.openxmlformats.org/drawingml/2006/main" noGrp="1"/>
          </p:cNvSpPr>
          <p:nvPr/>
        </p:nvSpPr>
        <p:spPr>
          <a:xfrm xmlns:a="http://schemas.openxmlformats.org/drawingml/2006/main">
            <a:off x="14420850" y="4803458"/>
            <a:ext cx="28289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Task Command State</a:t>
            </a:r>
          </a:p>
        </p:txBody>
      </p:sp>
      <p:sp>
        <p:nvSpPr>
          <p:cNvPr id="201" name="dp42-comparison / n198">
            <a:extLst xmlns:a="http://schemas.openxmlformats.org/drawingml/2006/main">
              <a:ext uri="{FF2B5EF4-FFF2-40B4-BE49-F238E27FC236}">
                <a16:creationId xmlns:a16="http://schemas.microsoft.com/office/drawing/2014/main" id="{540E076B-6EB2-464B-82D1-7017B2680EB8}"/>
              </a:ext>
            </a:extLst>
          </p:cNvPr>
          <p:cNvSpPr>
            <a:spLocks xmlns:a="http://schemas.openxmlformats.org/drawingml/2006/main" noGrp="1"/>
          </p:cNvSpPr>
          <p:nvPr/>
        </p:nvSpPr>
        <p:spPr>
          <a:xfrm xmlns:a="http://schemas.openxmlformats.org/drawingml/2006/main">
            <a:off x="10001250" y="5038725"/>
            <a:ext cx="295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02" name="dp42-comparison / n199 / text 1">
            <a:extLst xmlns:a="http://schemas.openxmlformats.org/drawingml/2006/main">
              <a:ext uri="{FF2B5EF4-FFF2-40B4-BE49-F238E27FC236}">
                <a16:creationId xmlns:a16="http://schemas.microsoft.com/office/drawing/2014/main" id="{FA5E0714-F9F7-495B-8054-0D8F59876185}"/>
              </a:ext>
            </a:extLst>
          </p:cNvPr>
          <p:cNvSpPr>
            <a:spLocks xmlns:a="http://schemas.openxmlformats.org/drawingml/2006/main" noGrp="1"/>
          </p:cNvSpPr>
          <p:nvPr/>
        </p:nvSpPr>
        <p:spPr>
          <a:xfrm xmlns:a="http://schemas.openxmlformats.org/drawingml/2006/main">
            <a:off x="10125075" y="51339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203" name="dp42-comparison / n200">
            <a:extLst xmlns:a="http://schemas.openxmlformats.org/drawingml/2006/main">
              <a:ext uri="{FF2B5EF4-FFF2-40B4-BE49-F238E27FC236}">
                <a16:creationId xmlns:a16="http://schemas.microsoft.com/office/drawing/2014/main" id="{A93D8297-AD41-4952-BCC2-FD193E2B1454}"/>
              </a:ext>
            </a:extLst>
          </p:cNvPr>
          <p:cNvSpPr>
            <a:spLocks xmlns:a="http://schemas.openxmlformats.org/drawingml/2006/main" noGrp="1"/>
          </p:cNvSpPr>
          <p:nvPr/>
        </p:nvSpPr>
        <p:spPr>
          <a:xfrm xmlns:a="http://schemas.openxmlformats.org/drawingml/2006/main">
            <a:off x="10096500" y="5343525"/>
            <a:ext cx="2762250" cy="24765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04" name="dp42-comparison / n201 / text 1">
            <a:extLst xmlns:a="http://schemas.openxmlformats.org/drawingml/2006/main">
              <a:ext uri="{FF2B5EF4-FFF2-40B4-BE49-F238E27FC236}">
                <a16:creationId xmlns:a16="http://schemas.microsoft.com/office/drawing/2014/main" id="{E60A361E-5F7F-46AA-AFD9-1493307CFC50}"/>
              </a:ext>
            </a:extLst>
          </p:cNvPr>
          <p:cNvSpPr>
            <a:spLocks xmlns:a="http://schemas.openxmlformats.org/drawingml/2006/main" noGrp="1"/>
          </p:cNvSpPr>
          <p:nvPr/>
        </p:nvSpPr>
        <p:spPr>
          <a:xfrm xmlns:a="http://schemas.openxmlformats.org/drawingml/2006/main">
            <a:off x="10182225" y="5410200"/>
            <a:ext cx="2590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Publication Ledger</a:t>
            </a:r>
          </a:p>
        </p:txBody>
      </p:sp>
      <p:sp>
        <p:nvSpPr>
          <p:cNvPr id="205" name="dp42-comparison / n202">
            <a:extLst xmlns:a="http://schemas.openxmlformats.org/drawingml/2006/main">
              <a:ext uri="{FF2B5EF4-FFF2-40B4-BE49-F238E27FC236}">
                <a16:creationId xmlns:a16="http://schemas.microsoft.com/office/drawing/2014/main" id="{0928AC53-430A-4CD1-AA14-7AC01FA80C48}"/>
              </a:ext>
            </a:extLst>
          </p:cNvPr>
          <p:cNvSpPr>
            <a:spLocks xmlns:a="http://schemas.openxmlformats.org/drawingml/2006/main" noGrp="1"/>
          </p:cNvSpPr>
          <p:nvPr/>
        </p:nvSpPr>
        <p:spPr>
          <a:xfrm xmlns:a="http://schemas.openxmlformats.org/drawingml/2006/main">
            <a:off x="14239875" y="5267325"/>
            <a:ext cx="3190875"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06" name="dp42-comparison / n203 / text 1">
            <a:extLst xmlns:a="http://schemas.openxmlformats.org/drawingml/2006/main">
              <a:ext uri="{FF2B5EF4-FFF2-40B4-BE49-F238E27FC236}">
                <a16:creationId xmlns:a16="http://schemas.microsoft.com/office/drawing/2014/main" id="{CFF5F456-E691-41FA-AD22-B9EEB927139B}"/>
              </a:ext>
            </a:extLst>
          </p:cNvPr>
          <p:cNvSpPr>
            <a:spLocks xmlns:a="http://schemas.openxmlformats.org/drawingml/2006/main" noGrp="1"/>
          </p:cNvSpPr>
          <p:nvPr/>
        </p:nvSpPr>
        <p:spPr>
          <a:xfrm xmlns:a="http://schemas.openxmlformats.org/drawingml/2006/main">
            <a:off x="14325600" y="5298758"/>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Agent Gateway</a:t>
            </a:r>
          </a:p>
        </p:txBody>
      </p:sp>
      <p:sp>
        <p:nvSpPr>
          <p:cNvPr id="207" name="dp42-comparison / n206 / path">
            <a:extLst xmlns:a="http://schemas.openxmlformats.org/drawingml/2006/main">
              <a:ext uri="{FF2B5EF4-FFF2-40B4-BE49-F238E27FC236}">
                <a16:creationId xmlns:a16="http://schemas.microsoft.com/office/drawing/2014/main" id="{AF08AB65-07AE-44EE-BFD5-B1BDED566DCE}"/>
              </a:ext>
            </a:extLst>
          </p:cNvPr>
          <p:cNvSpPr>
            <a:spLocks xmlns:a="http://schemas.openxmlformats.org/drawingml/2006/main" noGrp="1"/>
          </p:cNvSpPr>
          <p:nvPr/>
        </p:nvSpPr>
        <p:spPr>
          <a:xfrm xmlns:a="http://schemas.openxmlformats.org/drawingml/2006/main">
            <a:off x="9858375" y="2562225"/>
            <a:ext cx="142875" cy="1638300"/>
          </a:xfrm>
          <a:custGeom xmlns:a="http://schemas.openxmlformats.org/drawingml/2006/main">
            <a:pathLst>
              <a:path w="142875" h="1638300">
                <a:moveTo>
                  <a:pt x="95250" y="0"/>
                </a:moveTo>
                <a:lnTo>
                  <a:pt x="0" y="0"/>
                </a:lnTo>
                <a:lnTo>
                  <a:pt x="0" y="1638300"/>
                </a:lnTo>
                <a:lnTo>
                  <a:pt x="142875" y="1638300"/>
                </a:lnTo>
              </a:path>
            </a:pathLst>
          </a:custGeom>
          <a:noFill xmlns:a="http://schemas.openxmlformats.org/drawingml/2006/main"/>
          <a:ln xmlns:a="http://schemas.openxmlformats.org/drawingml/2006/main" w="10478">
            <a:solidFill>
              <a:srgbClr val="000000"/>
            </a:solidFill>
            <a:prstDash val="solid"/>
          </a:ln>
        </p:spPr>
      </p:sp>
      <p:sp>
        <p:nvSpPr>
          <p:cNvPr id="208" name="dp42-comparison / n206 / arrow">
            <a:extLst xmlns:a="http://schemas.openxmlformats.org/drawingml/2006/main">
              <a:ext uri="{FF2B5EF4-FFF2-40B4-BE49-F238E27FC236}">
                <a16:creationId xmlns:a16="http://schemas.microsoft.com/office/drawing/2014/main" id="{A4609060-6A84-4FC9-AF03-F052E0336BC4}"/>
              </a:ext>
            </a:extLst>
          </p:cNvPr>
          <p:cNvSpPr>
            <a:spLocks xmlns:a="http://schemas.openxmlformats.org/drawingml/2006/main" noGrp="1"/>
          </p:cNvSpPr>
          <p:nvPr/>
        </p:nvSpPr>
        <p:spPr>
          <a:xfrm xmlns:a="http://schemas.openxmlformats.org/drawingml/2006/main">
            <a:off x="9934194"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09" name="dp42-comparison / n207">
            <a:extLst xmlns:a="http://schemas.openxmlformats.org/drawingml/2006/main">
              <a:ext uri="{FF2B5EF4-FFF2-40B4-BE49-F238E27FC236}">
                <a16:creationId xmlns:a16="http://schemas.microsoft.com/office/drawing/2014/main" id="{7D566722-877D-4C0D-BBB2-40FF6769F96E}"/>
              </a:ext>
            </a:extLst>
          </p:cNvPr>
          <p:cNvSpPr>
            <a:spLocks xmlns:a="http://schemas.openxmlformats.org/drawingml/2006/main" noGrp="1"/>
          </p:cNvSpPr>
          <p:nvPr/>
        </p:nvSpPr>
        <p:spPr>
          <a:xfrm xmlns:a="http://schemas.openxmlformats.org/drawingml/2006/main">
            <a:off x="10001250" y="5667375"/>
            <a:ext cx="2952750"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0" name="dp42-comparison / n208 / text 1">
            <a:extLst xmlns:a="http://schemas.openxmlformats.org/drawingml/2006/main">
              <a:ext uri="{FF2B5EF4-FFF2-40B4-BE49-F238E27FC236}">
                <a16:creationId xmlns:a16="http://schemas.microsoft.com/office/drawing/2014/main" id="{E4CAF489-6102-4EBF-88C8-906CC8E1259C}"/>
              </a:ext>
            </a:extLst>
          </p:cNvPr>
          <p:cNvSpPr>
            <a:spLocks xmlns:a="http://schemas.openxmlformats.org/drawingml/2006/main" noGrp="1"/>
          </p:cNvSpPr>
          <p:nvPr/>
        </p:nvSpPr>
        <p:spPr>
          <a:xfrm xmlns:a="http://schemas.openxmlformats.org/drawingml/2006/main">
            <a:off x="10086975" y="5703570"/>
            <a:ext cx="2781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State Store</a:t>
            </a:r>
          </a:p>
        </p:txBody>
      </p:sp>
      <p:sp>
        <p:nvSpPr>
          <p:cNvPr id="211" name="dp42-comparison / n209">
            <a:extLst xmlns:a="http://schemas.openxmlformats.org/drawingml/2006/main">
              <a:ext uri="{FF2B5EF4-FFF2-40B4-BE49-F238E27FC236}">
                <a16:creationId xmlns:a16="http://schemas.microsoft.com/office/drawing/2014/main" id="{85DBFEDD-93F2-4B3F-A28B-17E51C08DA4C}"/>
              </a:ext>
            </a:extLst>
          </p:cNvPr>
          <p:cNvSpPr>
            <a:spLocks xmlns:a="http://schemas.openxmlformats.org/drawingml/2006/main" noGrp="1"/>
          </p:cNvSpPr>
          <p:nvPr/>
        </p:nvSpPr>
        <p:spPr>
          <a:xfrm xmlns:a="http://schemas.openxmlformats.org/drawingml/2006/main">
            <a:off x="14239875" y="5667375"/>
            <a:ext cx="31908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2" name="dp42-comparison / n210 / text 1">
            <a:extLst xmlns:a="http://schemas.openxmlformats.org/drawingml/2006/main">
              <a:ext uri="{FF2B5EF4-FFF2-40B4-BE49-F238E27FC236}">
                <a16:creationId xmlns:a16="http://schemas.microsoft.com/office/drawing/2014/main" id="{3C542E98-DCB7-49B0-9E7A-FEAACB14205F}"/>
              </a:ext>
            </a:extLst>
          </p:cNvPr>
          <p:cNvSpPr>
            <a:spLocks xmlns:a="http://schemas.openxmlformats.org/drawingml/2006/main" noGrp="1"/>
          </p:cNvSpPr>
          <p:nvPr/>
        </p:nvSpPr>
        <p:spPr>
          <a:xfrm xmlns:a="http://schemas.openxmlformats.org/drawingml/2006/main">
            <a:off x="14325600" y="5703570"/>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State Store</a:t>
            </a:r>
          </a:p>
        </p:txBody>
      </p:sp>
      <p:sp>
        <p:nvSpPr>
          <p:cNvPr id="213" name="dp42-comparison / n211 / path">
            <a:extLst xmlns:a="http://schemas.openxmlformats.org/drawingml/2006/main">
              <a:ext uri="{FF2B5EF4-FFF2-40B4-BE49-F238E27FC236}">
                <a16:creationId xmlns:a16="http://schemas.microsoft.com/office/drawing/2014/main" id="{F49FC785-1599-4A6C-B5B8-7E800CD245C7}"/>
              </a:ext>
            </a:extLst>
          </p:cNvPr>
          <p:cNvSpPr>
            <a:spLocks xmlns:a="http://schemas.openxmlformats.org/drawingml/2006/main" noGrp="1"/>
          </p:cNvSpPr>
          <p:nvPr/>
        </p:nvSpPr>
        <p:spPr>
          <a:xfrm xmlns:a="http://schemas.openxmlformats.org/drawingml/2006/main">
            <a:off x="12954000" y="4200525"/>
            <a:ext cx="1285875" cy="953"/>
          </a:xfrm>
          <a:custGeom xmlns:a="http://schemas.openxmlformats.org/drawingml/2006/main">
            <a:pathLst>
              <a:path w="1285875" h="953">
                <a:moveTo>
                  <a:pt x="0" y="0"/>
                </a:moveTo>
                <a:lnTo>
                  <a:pt x="1285875" y="0"/>
                </a:lnTo>
              </a:path>
            </a:pathLst>
          </a:custGeom>
          <a:noFill xmlns:a="http://schemas.openxmlformats.org/drawingml/2006/main"/>
          <a:ln xmlns:a="http://schemas.openxmlformats.org/drawingml/2006/main" w="10478">
            <a:solidFill>
              <a:srgbClr val="000000"/>
            </a:solidFill>
            <a:prstDash val="solid"/>
          </a:ln>
        </p:spPr>
      </p:sp>
      <p:sp>
        <p:nvSpPr>
          <p:cNvPr id="214" name="dp42-comparison / n211 / arrow">
            <a:extLst xmlns:a="http://schemas.openxmlformats.org/drawingml/2006/main">
              <a:ext uri="{FF2B5EF4-FFF2-40B4-BE49-F238E27FC236}">
                <a16:creationId xmlns:a16="http://schemas.microsoft.com/office/drawing/2014/main" id="{539E4AFC-86D2-48FE-BF3D-A637A6DA900A}"/>
              </a:ext>
            </a:extLst>
          </p:cNvPr>
          <p:cNvSpPr>
            <a:spLocks xmlns:a="http://schemas.openxmlformats.org/drawingml/2006/main" noGrp="1"/>
          </p:cNvSpPr>
          <p:nvPr/>
        </p:nvSpPr>
        <p:spPr>
          <a:xfrm xmlns:a="http://schemas.openxmlformats.org/drawingml/2006/main">
            <a:off x="14172819"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15" name="dp42-comparison / n214 / path">
            <a:extLst xmlns:a="http://schemas.openxmlformats.org/drawingml/2006/main">
              <a:ext uri="{FF2B5EF4-FFF2-40B4-BE49-F238E27FC236}">
                <a16:creationId xmlns:a16="http://schemas.microsoft.com/office/drawing/2014/main" id="{8561341E-4895-4A48-91FD-A69820C17257}"/>
              </a:ext>
            </a:extLst>
          </p:cNvPr>
          <p:cNvSpPr>
            <a:spLocks xmlns:a="http://schemas.openxmlformats.org/drawingml/2006/main" noGrp="1"/>
          </p:cNvSpPr>
          <p:nvPr/>
        </p:nvSpPr>
        <p:spPr>
          <a:xfrm xmlns:a="http://schemas.openxmlformats.org/drawingml/2006/main">
            <a:off x="12954000" y="4371975"/>
            <a:ext cx="1285875" cy="571500"/>
          </a:xfrm>
          <a:custGeom xmlns:a="http://schemas.openxmlformats.org/drawingml/2006/main">
            <a:pathLst>
              <a:path w="1285875" h="571500">
                <a:moveTo>
                  <a:pt x="1285875" y="0"/>
                </a:moveTo>
                <a:lnTo>
                  <a:pt x="1181100" y="0"/>
                </a:lnTo>
                <a:lnTo>
                  <a:pt x="1181100" y="571500"/>
                </a:lnTo>
                <a:lnTo>
                  <a:pt x="123825" y="571500"/>
                </a:lnTo>
                <a:lnTo>
                  <a:pt x="123825" y="0"/>
                </a:lnTo>
                <a:lnTo>
                  <a:pt x="0" y="0"/>
                </a:lnTo>
              </a:path>
            </a:pathLst>
          </a:custGeom>
          <a:noFill xmlns:a="http://schemas.openxmlformats.org/drawingml/2006/main"/>
          <a:ln xmlns:a="http://schemas.openxmlformats.org/drawingml/2006/main" w="10478">
            <a:solidFill>
              <a:srgbClr val="000000"/>
            </a:solidFill>
            <a:prstDash val="dash"/>
          </a:ln>
        </p:spPr>
      </p:sp>
      <p:sp>
        <p:nvSpPr>
          <p:cNvPr id="216" name="dp42-comparison / n214 / arrow">
            <a:extLst xmlns:a="http://schemas.openxmlformats.org/drawingml/2006/main">
              <a:ext uri="{FF2B5EF4-FFF2-40B4-BE49-F238E27FC236}">
                <a16:creationId xmlns:a16="http://schemas.microsoft.com/office/drawing/2014/main" id="{93444207-FA70-4691-AB00-F5D481F8E902}"/>
              </a:ext>
            </a:extLst>
          </p:cNvPr>
          <p:cNvSpPr>
            <a:spLocks xmlns:a="http://schemas.openxmlformats.org/drawingml/2006/main" noGrp="1"/>
          </p:cNvSpPr>
          <p:nvPr/>
        </p:nvSpPr>
        <p:spPr>
          <a:xfrm xmlns:a="http://schemas.openxmlformats.org/drawingml/2006/main">
            <a:off x="12954000" y="43384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17" name="dp42-comparison / n217 / path">
            <a:extLst xmlns:a="http://schemas.openxmlformats.org/drawingml/2006/main">
              <a:ext uri="{FF2B5EF4-FFF2-40B4-BE49-F238E27FC236}">
                <a16:creationId xmlns:a16="http://schemas.microsoft.com/office/drawing/2014/main" id="{881DEB9D-4D2B-4040-8811-0F6A71083533}"/>
              </a:ext>
            </a:extLst>
          </p:cNvPr>
          <p:cNvSpPr>
            <a:spLocks xmlns:a="http://schemas.openxmlformats.org/drawingml/2006/main" noGrp="1"/>
          </p:cNvSpPr>
          <p:nvPr/>
        </p:nvSpPr>
        <p:spPr>
          <a:xfrm xmlns:a="http://schemas.openxmlformats.org/drawingml/2006/main">
            <a:off x="11477625" y="4295775"/>
            <a:ext cx="1552575" cy="1371600"/>
          </a:xfrm>
          <a:custGeom xmlns:a="http://schemas.openxmlformats.org/drawingml/2006/main">
            <a:pathLst>
              <a:path w="1552575" h="1371600">
                <a:moveTo>
                  <a:pt x="1476375" y="0"/>
                </a:moveTo>
                <a:lnTo>
                  <a:pt x="1552575" y="0"/>
                </a:lnTo>
                <a:lnTo>
                  <a:pt x="1552575" y="1314450"/>
                </a:lnTo>
                <a:lnTo>
                  <a:pt x="0" y="1314450"/>
                </a:lnTo>
                <a:lnTo>
                  <a:pt x="0" y="1371600"/>
                </a:lnTo>
              </a:path>
            </a:pathLst>
          </a:custGeom>
          <a:noFill xmlns:a="http://schemas.openxmlformats.org/drawingml/2006/main"/>
          <a:ln xmlns:a="http://schemas.openxmlformats.org/drawingml/2006/main" w="10478">
            <a:solidFill>
              <a:srgbClr val="000000"/>
            </a:solidFill>
            <a:prstDash val="solid"/>
          </a:ln>
        </p:spPr>
      </p:sp>
      <p:sp>
        <p:nvSpPr>
          <p:cNvPr id="218" name="dp42-comparison / n217 / arrow">
            <a:extLst xmlns:a="http://schemas.openxmlformats.org/drawingml/2006/main">
              <a:ext uri="{FF2B5EF4-FFF2-40B4-BE49-F238E27FC236}">
                <a16:creationId xmlns:a16="http://schemas.microsoft.com/office/drawing/2014/main" id="{BBE8EFF0-23C8-4955-9A47-861D57374246}"/>
              </a:ext>
            </a:extLst>
          </p:cNvPr>
          <p:cNvSpPr>
            <a:spLocks xmlns:a="http://schemas.openxmlformats.org/drawingml/2006/main" noGrp="1"/>
          </p:cNvSpPr>
          <p:nvPr/>
        </p:nvSpPr>
        <p:spPr>
          <a:xfrm xmlns:a="http://schemas.openxmlformats.org/drawingml/2006/main">
            <a:off x="11444097" y="56003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19" name="dp42-comparison / n218 / path">
            <a:extLst xmlns:a="http://schemas.openxmlformats.org/drawingml/2006/main">
              <a:ext uri="{FF2B5EF4-FFF2-40B4-BE49-F238E27FC236}">
                <a16:creationId xmlns:a16="http://schemas.microsoft.com/office/drawing/2014/main" id="{CE430AF3-8CA9-4734-8665-4D6C7FB32772}"/>
              </a:ext>
            </a:extLst>
          </p:cNvPr>
          <p:cNvSpPr>
            <a:spLocks xmlns:a="http://schemas.openxmlformats.org/drawingml/2006/main" noGrp="1"/>
          </p:cNvSpPr>
          <p:nvPr/>
        </p:nvSpPr>
        <p:spPr>
          <a:xfrm xmlns:a="http://schemas.openxmlformats.org/drawingml/2006/main">
            <a:off x="15835313" y="4295775"/>
            <a:ext cx="1652588" cy="1371600"/>
          </a:xfrm>
          <a:custGeom xmlns:a="http://schemas.openxmlformats.org/drawingml/2006/main">
            <a:pathLst>
              <a:path w="1652588" h="1371600">
                <a:moveTo>
                  <a:pt x="1595438" y="0"/>
                </a:moveTo>
                <a:lnTo>
                  <a:pt x="1652588" y="0"/>
                </a:lnTo>
                <a:lnTo>
                  <a:pt x="1652588" y="1314450"/>
                </a:lnTo>
                <a:lnTo>
                  <a:pt x="0" y="1314450"/>
                </a:lnTo>
                <a:lnTo>
                  <a:pt x="0" y="1371600"/>
                </a:lnTo>
              </a:path>
            </a:pathLst>
          </a:custGeom>
          <a:noFill xmlns:a="http://schemas.openxmlformats.org/drawingml/2006/main"/>
          <a:ln xmlns:a="http://schemas.openxmlformats.org/drawingml/2006/main" w="10478">
            <a:solidFill>
              <a:srgbClr val="000000"/>
            </a:solidFill>
            <a:prstDash val="solid"/>
          </a:ln>
        </p:spPr>
      </p:sp>
      <p:sp>
        <p:nvSpPr>
          <p:cNvPr id="220" name="dp42-comparison / n218 / arrow">
            <a:extLst xmlns:a="http://schemas.openxmlformats.org/drawingml/2006/main">
              <a:ext uri="{FF2B5EF4-FFF2-40B4-BE49-F238E27FC236}">
                <a16:creationId xmlns:a16="http://schemas.microsoft.com/office/drawing/2014/main" id="{2C0A29BA-DEA6-475E-BA70-D8DAC9588FDC}"/>
              </a:ext>
            </a:extLst>
          </p:cNvPr>
          <p:cNvSpPr>
            <a:spLocks xmlns:a="http://schemas.openxmlformats.org/drawingml/2006/main" noGrp="1"/>
          </p:cNvSpPr>
          <p:nvPr/>
        </p:nvSpPr>
        <p:spPr>
          <a:xfrm xmlns:a="http://schemas.openxmlformats.org/drawingml/2006/main">
            <a:off x="15801785" y="56003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21" name="dp42-comparison / n223 / path">
            <a:extLst xmlns:a="http://schemas.openxmlformats.org/drawingml/2006/main">
              <a:ext uri="{FF2B5EF4-FFF2-40B4-BE49-F238E27FC236}">
                <a16:creationId xmlns:a16="http://schemas.microsoft.com/office/drawing/2014/main" id="{7DE23A82-4709-44BA-AC69-8547E192B895}"/>
              </a:ext>
            </a:extLst>
          </p:cNvPr>
          <p:cNvSpPr>
            <a:spLocks xmlns:a="http://schemas.openxmlformats.org/drawingml/2006/main" noGrp="1"/>
          </p:cNvSpPr>
          <p:nvPr/>
        </p:nvSpPr>
        <p:spPr>
          <a:xfrm xmlns:a="http://schemas.openxmlformats.org/drawingml/2006/main">
            <a:off x="15835313" y="4505325"/>
            <a:ext cx="1538288" cy="762000"/>
          </a:xfrm>
          <a:custGeom xmlns:a="http://schemas.openxmlformats.org/drawingml/2006/main">
            <a:pathLst>
              <a:path w="1538288" h="762000">
                <a:moveTo>
                  <a:pt x="1452563" y="0"/>
                </a:moveTo>
                <a:lnTo>
                  <a:pt x="1538288" y="0"/>
                </a:lnTo>
                <a:lnTo>
                  <a:pt x="1538288" y="704850"/>
                </a:lnTo>
                <a:lnTo>
                  <a:pt x="0" y="704850"/>
                </a:lnTo>
                <a:lnTo>
                  <a:pt x="0" y="762000"/>
                </a:lnTo>
              </a:path>
            </a:pathLst>
          </a:custGeom>
          <a:noFill xmlns:a="http://schemas.openxmlformats.org/drawingml/2006/main"/>
          <a:ln xmlns:a="http://schemas.openxmlformats.org/drawingml/2006/main" w="10478">
            <a:solidFill>
              <a:srgbClr val="000000"/>
            </a:solidFill>
            <a:prstDash val="solid"/>
          </a:ln>
        </p:spPr>
      </p:sp>
      <p:sp>
        <p:nvSpPr>
          <p:cNvPr id="222" name="dp42-comparison / n223 / arrow">
            <a:extLst xmlns:a="http://schemas.openxmlformats.org/drawingml/2006/main">
              <a:ext uri="{FF2B5EF4-FFF2-40B4-BE49-F238E27FC236}">
                <a16:creationId xmlns:a16="http://schemas.microsoft.com/office/drawing/2014/main" id="{08CEA6BF-4E8D-4FE5-8D9D-80989758EE25}"/>
              </a:ext>
            </a:extLst>
          </p:cNvPr>
          <p:cNvSpPr>
            <a:spLocks xmlns:a="http://schemas.openxmlformats.org/drawingml/2006/main" noGrp="1"/>
          </p:cNvSpPr>
          <p:nvPr/>
        </p:nvSpPr>
        <p:spPr>
          <a:xfrm xmlns:a="http://schemas.openxmlformats.org/drawingml/2006/main">
            <a:off x="15801785" y="52002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23" name="dp42-comparison / n230 / path">
            <a:extLst xmlns:a="http://schemas.openxmlformats.org/drawingml/2006/main">
              <a:ext uri="{FF2B5EF4-FFF2-40B4-BE49-F238E27FC236}">
                <a16:creationId xmlns:a16="http://schemas.microsoft.com/office/drawing/2014/main" id="{5013C6DC-ED9E-4D89-8287-4C75F8BE8B52}"/>
              </a:ext>
            </a:extLst>
          </p:cNvPr>
          <p:cNvSpPr>
            <a:spLocks xmlns:a="http://schemas.openxmlformats.org/drawingml/2006/main" noGrp="1"/>
          </p:cNvSpPr>
          <p:nvPr/>
        </p:nvSpPr>
        <p:spPr>
          <a:xfrm xmlns:a="http://schemas.openxmlformats.org/drawingml/2006/main">
            <a:off x="12239625" y="65484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24" name="dp42-comparison / n230 / arrow">
            <a:extLst xmlns:a="http://schemas.openxmlformats.org/drawingml/2006/main">
              <a:ext uri="{FF2B5EF4-FFF2-40B4-BE49-F238E27FC236}">
                <a16:creationId xmlns:a16="http://schemas.microsoft.com/office/drawing/2014/main" id="{A9A34A0C-C2E4-4803-9DB4-D631D473F435}"/>
              </a:ext>
            </a:extLst>
          </p:cNvPr>
          <p:cNvSpPr>
            <a:spLocks xmlns:a="http://schemas.openxmlformats.org/drawingml/2006/main" noGrp="1"/>
          </p:cNvSpPr>
          <p:nvPr/>
        </p:nvSpPr>
        <p:spPr>
          <a:xfrm xmlns:a="http://schemas.openxmlformats.org/drawingml/2006/main">
            <a:off x="12601194" y="65149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5" name="dp42-comparison / n231 / path">
            <a:extLst xmlns:a="http://schemas.openxmlformats.org/drawingml/2006/main">
              <a:ext uri="{FF2B5EF4-FFF2-40B4-BE49-F238E27FC236}">
                <a16:creationId xmlns:a16="http://schemas.microsoft.com/office/drawing/2014/main" id="{940597B1-52B6-4B97-B093-710EDE7D327A}"/>
              </a:ext>
            </a:extLst>
          </p:cNvPr>
          <p:cNvSpPr>
            <a:spLocks xmlns:a="http://schemas.openxmlformats.org/drawingml/2006/main" noGrp="1"/>
          </p:cNvSpPr>
          <p:nvPr/>
        </p:nvSpPr>
        <p:spPr>
          <a:xfrm xmlns:a="http://schemas.openxmlformats.org/drawingml/2006/main">
            <a:off x="14954250" y="6548438"/>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B8753F"/>
            </a:solidFill>
            <a:prstDash val="solid"/>
          </a:ln>
        </p:spPr>
      </p:sp>
      <p:sp>
        <p:nvSpPr>
          <p:cNvPr id="226" name="dp42-comparison / n231 / arrow">
            <a:extLst xmlns:a="http://schemas.openxmlformats.org/drawingml/2006/main">
              <a:ext uri="{FF2B5EF4-FFF2-40B4-BE49-F238E27FC236}">
                <a16:creationId xmlns:a16="http://schemas.microsoft.com/office/drawing/2014/main" id="{6A3D94FC-A7D1-4911-9833-AEB8E59A63D1}"/>
              </a:ext>
            </a:extLst>
          </p:cNvPr>
          <p:cNvSpPr>
            <a:spLocks xmlns:a="http://schemas.openxmlformats.org/drawingml/2006/main" noGrp="1"/>
          </p:cNvSpPr>
          <p:nvPr/>
        </p:nvSpPr>
        <p:spPr>
          <a:xfrm xmlns:a="http://schemas.openxmlformats.org/drawingml/2006/main">
            <a:off x="15220569" y="65149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7" name="dp42-comparison / n232 / path">
            <a:extLst xmlns:a="http://schemas.openxmlformats.org/drawingml/2006/main">
              <a:ext uri="{FF2B5EF4-FFF2-40B4-BE49-F238E27FC236}">
                <a16:creationId xmlns:a16="http://schemas.microsoft.com/office/drawing/2014/main" id="{13B46629-4D3E-4F74-A6BF-458A95B58D74}"/>
              </a:ext>
            </a:extLst>
          </p:cNvPr>
          <p:cNvSpPr>
            <a:spLocks xmlns:a="http://schemas.openxmlformats.org/drawingml/2006/main" noGrp="1"/>
          </p:cNvSpPr>
          <p:nvPr/>
        </p:nvSpPr>
        <p:spPr>
          <a:xfrm xmlns:a="http://schemas.openxmlformats.org/drawingml/2006/main">
            <a:off x="9858375" y="692467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228" name="dp42-comparison / n235">
            <a:extLst xmlns:a="http://schemas.openxmlformats.org/drawingml/2006/main">
              <a:ext uri="{FF2B5EF4-FFF2-40B4-BE49-F238E27FC236}">
                <a16:creationId xmlns:a16="http://schemas.microsoft.com/office/drawing/2014/main" id="{C0F16E0F-15C8-4A3B-A91C-6BA12131F2E2}"/>
              </a:ext>
            </a:extLst>
          </p:cNvPr>
          <p:cNvSpPr>
            <a:spLocks xmlns:a="http://schemas.openxmlformats.org/drawingml/2006/main" noGrp="1"/>
          </p:cNvSpPr>
          <p:nvPr/>
        </p:nvSpPr>
        <p:spPr>
          <a:xfrm xmlns:a="http://schemas.openxmlformats.org/drawingml/2006/main">
            <a:off x="995362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9" name="dp42-comparison / n236 / text 1">
            <a:extLst xmlns:a="http://schemas.openxmlformats.org/drawingml/2006/main">
              <a:ext uri="{FF2B5EF4-FFF2-40B4-BE49-F238E27FC236}">
                <a16:creationId xmlns:a16="http://schemas.microsoft.com/office/drawing/2014/main" id="{0C4CEB18-67CD-426D-93D0-96C0AEC008C0}"/>
              </a:ext>
            </a:extLst>
          </p:cNvPr>
          <p:cNvSpPr>
            <a:spLocks xmlns:a="http://schemas.openxmlformats.org/drawingml/2006/main" noGrp="1"/>
          </p:cNvSpPr>
          <p:nvPr/>
        </p:nvSpPr>
        <p:spPr>
          <a:xfrm xmlns:a="http://schemas.openxmlformats.org/drawingml/2006/main">
            <a:off x="1003935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대화: 의도 저장</a:t>
            </a:r>
          </a:p>
        </p:txBody>
      </p:sp>
      <p:sp>
        <p:nvSpPr>
          <p:cNvPr id="230" name="dp42-comparison / n237">
            <a:extLst xmlns:a="http://schemas.openxmlformats.org/drawingml/2006/main">
              <a:ext uri="{FF2B5EF4-FFF2-40B4-BE49-F238E27FC236}">
                <a16:creationId xmlns:a16="http://schemas.microsoft.com/office/drawing/2014/main" id="{2F7C3F65-886C-43D1-A38D-BC85ED9FD843}"/>
              </a:ext>
            </a:extLst>
          </p:cNvPr>
          <p:cNvSpPr>
            <a:spLocks xmlns:a="http://schemas.openxmlformats.org/drawingml/2006/main" noGrp="1"/>
          </p:cNvSpPr>
          <p:nvPr/>
        </p:nvSpPr>
        <p:spPr>
          <a:xfrm xmlns:a="http://schemas.openxmlformats.org/drawingml/2006/main">
            <a:off x="1262062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1" name="dp42-comparison / n238 / text 1">
            <a:extLst xmlns:a="http://schemas.openxmlformats.org/drawingml/2006/main">
              <a:ext uri="{FF2B5EF4-FFF2-40B4-BE49-F238E27FC236}">
                <a16:creationId xmlns:a16="http://schemas.microsoft.com/office/drawing/2014/main" id="{746C78D1-69E5-4981-8BED-B0C6E04C607E}"/>
              </a:ext>
            </a:extLst>
          </p:cNvPr>
          <p:cNvSpPr>
            <a:spLocks xmlns:a="http://schemas.openxmlformats.org/drawingml/2006/main" noGrp="1"/>
          </p:cNvSpPr>
          <p:nvPr/>
        </p:nvSpPr>
        <p:spPr>
          <a:xfrm xmlns:a="http://schemas.openxmlformats.org/drawingml/2006/main">
            <a:off x="1270635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Task: 접수 상태 확정</a:t>
            </a:r>
          </a:p>
        </p:txBody>
      </p:sp>
      <p:sp>
        <p:nvSpPr>
          <p:cNvPr id="232" name="dp42-comparison / n239 / path">
            <a:extLst xmlns:a="http://schemas.openxmlformats.org/drawingml/2006/main">
              <a:ext uri="{FF2B5EF4-FFF2-40B4-BE49-F238E27FC236}">
                <a16:creationId xmlns:a16="http://schemas.microsoft.com/office/drawing/2014/main" id="{6028A230-CC4A-4EB9-B7D4-13D42A98D5BA}"/>
              </a:ext>
            </a:extLst>
          </p:cNvPr>
          <p:cNvSpPr>
            <a:spLocks xmlns:a="http://schemas.openxmlformats.org/drawingml/2006/main" noGrp="1"/>
          </p:cNvSpPr>
          <p:nvPr/>
        </p:nvSpPr>
        <p:spPr>
          <a:xfrm xmlns:a="http://schemas.openxmlformats.org/drawingml/2006/main">
            <a:off x="1219200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3" name="dp42-comparison / n239 / arrow">
            <a:extLst xmlns:a="http://schemas.openxmlformats.org/drawingml/2006/main">
              <a:ext uri="{FF2B5EF4-FFF2-40B4-BE49-F238E27FC236}">
                <a16:creationId xmlns:a16="http://schemas.microsoft.com/office/drawing/2014/main" id="{5A7BC74B-458D-4402-BF8C-6CAE85057874}"/>
              </a:ext>
            </a:extLst>
          </p:cNvPr>
          <p:cNvSpPr>
            <a:spLocks xmlns:a="http://schemas.openxmlformats.org/drawingml/2006/main" noGrp="1"/>
          </p:cNvSpPr>
          <p:nvPr/>
        </p:nvSpPr>
        <p:spPr>
          <a:xfrm xmlns:a="http://schemas.openxmlformats.org/drawingml/2006/main">
            <a:off x="1255356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4" name="dp42-comparison / n240">
            <a:extLst xmlns:a="http://schemas.openxmlformats.org/drawingml/2006/main">
              <a:ext uri="{FF2B5EF4-FFF2-40B4-BE49-F238E27FC236}">
                <a16:creationId xmlns:a16="http://schemas.microsoft.com/office/drawing/2014/main" id="{FB899F93-0BAC-4C76-8A8B-D2141E6EEFA6}"/>
              </a:ext>
            </a:extLst>
          </p:cNvPr>
          <p:cNvSpPr>
            <a:spLocks xmlns:a="http://schemas.openxmlformats.org/drawingml/2006/main" noGrp="1"/>
          </p:cNvSpPr>
          <p:nvPr/>
        </p:nvSpPr>
        <p:spPr>
          <a:xfrm xmlns:a="http://schemas.openxmlformats.org/drawingml/2006/main">
            <a:off x="15287625" y="71913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5" name="dp42-comparison / n241 / text 1">
            <a:extLst xmlns:a="http://schemas.openxmlformats.org/drawingml/2006/main">
              <a:ext uri="{FF2B5EF4-FFF2-40B4-BE49-F238E27FC236}">
                <a16:creationId xmlns:a16="http://schemas.microsoft.com/office/drawing/2014/main" id="{6CF77BF0-1A3D-4651-AFB0-9CF1236EC9DB}"/>
              </a:ext>
            </a:extLst>
          </p:cNvPr>
          <p:cNvSpPr>
            <a:spLocks xmlns:a="http://schemas.openxmlformats.org/drawingml/2006/main" noGrp="1"/>
          </p:cNvSpPr>
          <p:nvPr/>
        </p:nvSpPr>
        <p:spPr>
          <a:xfrm xmlns:a="http://schemas.openxmlformats.org/drawingml/2006/main">
            <a:off x="15373350" y="72270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대화: 접수 receipt 반영</a:t>
            </a:r>
          </a:p>
        </p:txBody>
      </p:sp>
      <p:sp>
        <p:nvSpPr>
          <p:cNvPr id="236" name="dp42-comparison / n242 / path">
            <a:extLst xmlns:a="http://schemas.openxmlformats.org/drawingml/2006/main">
              <a:ext uri="{FF2B5EF4-FFF2-40B4-BE49-F238E27FC236}">
                <a16:creationId xmlns:a16="http://schemas.microsoft.com/office/drawing/2014/main" id="{42702C04-6723-41E6-A386-7BD3414BB257}"/>
              </a:ext>
            </a:extLst>
          </p:cNvPr>
          <p:cNvSpPr>
            <a:spLocks xmlns:a="http://schemas.openxmlformats.org/drawingml/2006/main" noGrp="1"/>
          </p:cNvSpPr>
          <p:nvPr/>
        </p:nvSpPr>
        <p:spPr>
          <a:xfrm xmlns:a="http://schemas.openxmlformats.org/drawingml/2006/main">
            <a:off x="1485900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7" name="dp42-comparison / n242 / arrow">
            <a:extLst xmlns:a="http://schemas.openxmlformats.org/drawingml/2006/main">
              <a:ext uri="{FF2B5EF4-FFF2-40B4-BE49-F238E27FC236}">
                <a16:creationId xmlns:a16="http://schemas.microsoft.com/office/drawing/2014/main" id="{3AE55B6B-F115-4960-995C-0DCDCA697916}"/>
              </a:ext>
            </a:extLst>
          </p:cNvPr>
          <p:cNvSpPr>
            <a:spLocks xmlns:a="http://schemas.openxmlformats.org/drawingml/2006/main" noGrp="1"/>
          </p:cNvSpPr>
          <p:nvPr/>
        </p:nvSpPr>
        <p:spPr>
          <a:xfrm xmlns:a="http://schemas.openxmlformats.org/drawingml/2006/main">
            <a:off x="1522056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8" name="dp42-comparison / n159">
            <a:extLst xmlns:a="http://schemas.openxmlformats.org/drawingml/2006/main">
              <a:ext uri="{FF2B5EF4-FFF2-40B4-BE49-F238E27FC236}">
                <a16:creationId xmlns:a16="http://schemas.microsoft.com/office/drawing/2014/main" id="{8D797E00-C43D-4E5A-A97F-93A4AB0CDE2D}"/>
              </a:ext>
            </a:extLst>
          </p:cNvPr>
          <p:cNvSpPr>
            <a:spLocks xmlns:a="http://schemas.openxmlformats.org/drawingml/2006/main" noGrp="1"/>
          </p:cNvSpPr>
          <p:nvPr/>
        </p:nvSpPr>
        <p:spPr>
          <a:xfrm xmlns:a="http://schemas.openxmlformats.org/drawingml/2006/main">
            <a:off x="12858750" y="2409825"/>
            <a:ext cx="4667250" cy="304800"/>
          </a:xfrm>
          <a:custGeom xmlns:a="http://schemas.openxmlformats.org/drawingml/2006/main">
            <a:pathLst>
              <a:path w="4667250" h="304800">
                <a:moveTo>
                  <a:pt x="0" y="0"/>
                </a:moveTo>
                <a:lnTo>
                  <a:pt x="4495800" y="0"/>
                </a:lnTo>
                <a:lnTo>
                  <a:pt x="4667250" y="171450"/>
                </a:lnTo>
                <a:lnTo>
                  <a:pt x="4667250" y="304800"/>
                </a:lnTo>
                <a:lnTo>
                  <a:pt x="0" y="304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39" name="dp42-comparison / n159 / fold">
            <a:extLst xmlns:a="http://schemas.openxmlformats.org/drawingml/2006/main">
              <a:ext uri="{FF2B5EF4-FFF2-40B4-BE49-F238E27FC236}">
                <a16:creationId xmlns:a16="http://schemas.microsoft.com/office/drawing/2014/main" id="{AB361FB9-3102-497F-9DE3-D192D123A03F}"/>
              </a:ext>
            </a:extLst>
          </p:cNvPr>
          <p:cNvSpPr>
            <a:spLocks xmlns:a="http://schemas.openxmlformats.org/drawingml/2006/main" noGrp="1"/>
          </p:cNvSpPr>
          <p:nvPr/>
        </p:nvSpPr>
        <p:spPr>
          <a:xfrm xmlns:a="http://schemas.openxmlformats.org/drawingml/2006/main">
            <a:off x="17354550"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40" name="dp42-comparison / n160 / text 1">
            <a:extLst xmlns:a="http://schemas.openxmlformats.org/drawingml/2006/main">
              <a:ext uri="{FF2B5EF4-FFF2-40B4-BE49-F238E27FC236}">
                <a16:creationId xmlns:a16="http://schemas.microsoft.com/office/drawing/2014/main" id="{89524F62-BFC2-427E-AB5E-1E178C99C3BD}"/>
              </a:ext>
            </a:extLst>
          </p:cNvPr>
          <p:cNvSpPr>
            <a:spLocks xmlns:a="http://schemas.openxmlformats.org/drawingml/2006/main" noGrp="1"/>
          </p:cNvSpPr>
          <p:nvPr/>
        </p:nvSpPr>
        <p:spPr>
          <a:xfrm xmlns:a="http://schemas.openxmlformats.org/drawingml/2006/main">
            <a:off x="12954000" y="2466975"/>
            <a:ext cx="4400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“응, 상반기로 해줘”</a:t>
            </a:r>
          </a:p>
        </p:txBody>
      </p:sp>
      <p:sp>
        <p:nvSpPr>
          <p:cNvPr id="241" name="dp42-comparison / n162">
            <a:extLst xmlns:a="http://schemas.openxmlformats.org/drawingml/2006/main">
              <a:ext uri="{FF2B5EF4-FFF2-40B4-BE49-F238E27FC236}">
                <a16:creationId xmlns:a16="http://schemas.microsoft.com/office/drawing/2014/main" id="{1B2C0295-19A9-43B7-A82F-69D0467BC34B}"/>
              </a:ext>
            </a:extLst>
          </p:cNvPr>
          <p:cNvSpPr>
            <a:spLocks xmlns:a="http://schemas.openxmlformats.org/drawingml/2006/main" noGrp="1"/>
          </p:cNvSpPr>
          <p:nvPr/>
        </p:nvSpPr>
        <p:spPr>
          <a:xfrm xmlns:a="http://schemas.openxmlformats.org/drawingml/2006/main">
            <a:off x="9934575" y="2743200"/>
            <a:ext cx="433578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2" name="dp42-comparison / n163 / text 1">
            <a:extLst xmlns:a="http://schemas.openxmlformats.org/drawingml/2006/main">
              <a:ext uri="{FF2B5EF4-FFF2-40B4-BE49-F238E27FC236}">
                <a16:creationId xmlns:a16="http://schemas.microsoft.com/office/drawing/2014/main" id="{81DA7577-673D-466F-B0B8-7393942574AC}"/>
              </a:ext>
            </a:extLst>
          </p:cNvPr>
          <p:cNvSpPr>
            <a:spLocks xmlns:a="http://schemas.openxmlformats.org/drawingml/2006/main" noGrp="1"/>
          </p:cNvSpPr>
          <p:nvPr/>
        </p:nvSpPr>
        <p:spPr>
          <a:xfrm xmlns:a="http://schemas.openxmlformats.org/drawingml/2006/main">
            <a:off x="9953625" y="275272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공통 장면: 보고서 기간 질문 Question1을 Publication1로 실제 제시</a:t>
            </a:r>
          </a:p>
        </p:txBody>
      </p:sp>
      <p:sp>
        <p:nvSpPr>
          <p:cNvPr id="243" name="dp42-comparison / n164">
            <a:extLst xmlns:a="http://schemas.openxmlformats.org/drawingml/2006/main">
              <a:ext uri="{FF2B5EF4-FFF2-40B4-BE49-F238E27FC236}">
                <a16:creationId xmlns:a16="http://schemas.microsoft.com/office/drawing/2014/main" id="{1DB20C02-3AE8-441F-9884-FED47ED1EF53}"/>
              </a:ext>
            </a:extLst>
          </p:cNvPr>
          <p:cNvSpPr>
            <a:spLocks xmlns:a="http://schemas.openxmlformats.org/drawingml/2006/main" noGrp="1"/>
          </p:cNvSpPr>
          <p:nvPr/>
        </p:nvSpPr>
        <p:spPr>
          <a:xfrm xmlns:a="http://schemas.openxmlformats.org/drawingml/2006/main">
            <a:off x="9934575" y="2933700"/>
            <a:ext cx="9380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4" name="dp42-comparison / n165 / text 1">
            <a:extLst xmlns:a="http://schemas.openxmlformats.org/drawingml/2006/main">
              <a:ext uri="{FF2B5EF4-FFF2-40B4-BE49-F238E27FC236}">
                <a16:creationId xmlns:a16="http://schemas.microsoft.com/office/drawing/2014/main" id="{D74D3D00-5AAE-445A-939C-3A4C37F0AABB}"/>
              </a:ext>
            </a:extLst>
          </p:cNvPr>
          <p:cNvSpPr>
            <a:spLocks xmlns:a="http://schemas.openxmlformats.org/drawingml/2006/main" noGrp="1"/>
          </p:cNvSpPr>
          <p:nvPr/>
        </p:nvSpPr>
        <p:spPr>
          <a:xfrm xmlns:a="http://schemas.openxmlformats.org/drawingml/2006/main">
            <a:off x="9953625" y="29432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Conversation1</a:t>
            </a:r>
          </a:p>
        </p:txBody>
      </p:sp>
      <p:sp>
        <p:nvSpPr>
          <p:cNvPr id="245" name="dp42-comparison / n167">
            <a:extLst xmlns:a="http://schemas.openxmlformats.org/drawingml/2006/main">
              <a:ext uri="{FF2B5EF4-FFF2-40B4-BE49-F238E27FC236}">
                <a16:creationId xmlns:a16="http://schemas.microsoft.com/office/drawing/2014/main" id="{EFE38508-A770-4D5B-80F2-7FB7DF7CD3A3}"/>
              </a:ext>
            </a:extLst>
          </p:cNvPr>
          <p:cNvSpPr>
            <a:spLocks xmlns:a="http://schemas.openxmlformats.org/drawingml/2006/main" noGrp="1"/>
          </p:cNvSpPr>
          <p:nvPr/>
        </p:nvSpPr>
        <p:spPr>
          <a:xfrm xmlns:a="http://schemas.openxmlformats.org/drawingml/2006/main">
            <a:off x="11458575" y="2924175"/>
            <a:ext cx="82638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6" name="dp42-comparison / n168 / text 1">
            <a:extLst xmlns:a="http://schemas.openxmlformats.org/drawingml/2006/main">
              <a:ext uri="{FF2B5EF4-FFF2-40B4-BE49-F238E27FC236}">
                <a16:creationId xmlns:a16="http://schemas.microsoft.com/office/drawing/2014/main" id="{E03EFC15-655C-4C39-A607-4B2AED5BC7A1}"/>
              </a:ext>
            </a:extLst>
          </p:cNvPr>
          <p:cNvSpPr>
            <a:spLocks xmlns:a="http://schemas.openxmlformats.org/drawingml/2006/main" noGrp="1"/>
          </p:cNvSpPr>
          <p:nvPr/>
        </p:nvSpPr>
        <p:spPr>
          <a:xfrm xmlns:a="http://schemas.openxmlformats.org/drawingml/2006/main">
            <a:off x="11477625" y="29337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대화 연결 유지</a:t>
            </a:r>
          </a:p>
        </p:txBody>
      </p:sp>
      <p:sp>
        <p:nvSpPr>
          <p:cNvPr id="247" name="dp42-comparison / n169">
            <a:extLst xmlns:a="http://schemas.openxmlformats.org/drawingml/2006/main">
              <a:ext uri="{FF2B5EF4-FFF2-40B4-BE49-F238E27FC236}">
                <a16:creationId xmlns:a16="http://schemas.microsoft.com/office/drawing/2014/main" id="{E739FDA5-107E-4BEE-9FC1-F585DBD56DBA}"/>
              </a:ext>
            </a:extLst>
          </p:cNvPr>
          <p:cNvSpPr>
            <a:spLocks xmlns:a="http://schemas.openxmlformats.org/drawingml/2006/main" noGrp="1"/>
          </p:cNvSpPr>
          <p:nvPr/>
        </p:nvSpPr>
        <p:spPr>
          <a:xfrm xmlns:a="http://schemas.openxmlformats.org/drawingml/2006/main">
            <a:off x="9934575" y="3105150"/>
            <a:ext cx="60655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8" name="dp42-comparison / n170 / text 1">
            <a:extLst xmlns:a="http://schemas.openxmlformats.org/drawingml/2006/main">
              <a:ext uri="{FF2B5EF4-FFF2-40B4-BE49-F238E27FC236}">
                <a16:creationId xmlns:a16="http://schemas.microsoft.com/office/drawing/2014/main" id="{3CEC3175-1E59-4EC1-97CF-D3330E2B87FC}"/>
              </a:ext>
            </a:extLst>
          </p:cNvPr>
          <p:cNvSpPr>
            <a:spLocks xmlns:a="http://schemas.openxmlformats.org/drawingml/2006/main" noGrp="1"/>
          </p:cNvSpPr>
          <p:nvPr/>
        </p:nvSpPr>
        <p:spPr>
          <a:xfrm xmlns:a="http://schemas.openxmlformats.org/drawingml/2006/main">
            <a:off x="9953625" y="31146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Request1</a:t>
            </a:r>
          </a:p>
        </p:txBody>
      </p:sp>
      <p:sp>
        <p:nvSpPr>
          <p:cNvPr id="249" name="dp42-comparison / n172">
            <a:extLst xmlns:a="http://schemas.openxmlformats.org/drawingml/2006/main">
              <a:ext uri="{FF2B5EF4-FFF2-40B4-BE49-F238E27FC236}">
                <a16:creationId xmlns:a16="http://schemas.microsoft.com/office/drawing/2014/main" id="{8740FCA0-CC5D-4FD3-AADC-104C6E7D7326}"/>
              </a:ext>
            </a:extLst>
          </p:cNvPr>
          <p:cNvSpPr>
            <a:spLocks xmlns:a="http://schemas.openxmlformats.org/drawingml/2006/main" noGrp="1"/>
          </p:cNvSpPr>
          <p:nvPr/>
        </p:nvSpPr>
        <p:spPr>
          <a:xfrm xmlns:a="http://schemas.openxmlformats.org/drawingml/2006/main">
            <a:off x="11458575" y="3095625"/>
            <a:ext cx="217798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0" name="dp42-comparison / n173 / text 1">
            <a:extLst xmlns:a="http://schemas.openxmlformats.org/drawingml/2006/main">
              <a:ext uri="{FF2B5EF4-FFF2-40B4-BE49-F238E27FC236}">
                <a16:creationId xmlns:a16="http://schemas.microsoft.com/office/drawing/2014/main" id="{8F836599-B412-4994-8172-908001C10C2E}"/>
              </a:ext>
            </a:extLst>
          </p:cNvPr>
          <p:cNvSpPr>
            <a:spLocks xmlns:a="http://schemas.openxmlformats.org/drawingml/2006/main" noGrp="1"/>
          </p:cNvSpPr>
          <p:nvPr/>
        </p:nvSpPr>
        <p:spPr>
          <a:xfrm xmlns:a="http://schemas.openxmlformats.org/drawingml/2006/main">
            <a:off x="11477625" y="31051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이번 답변의 외부 접수 확인 후 처리 종료</a:t>
            </a:r>
          </a:p>
        </p:txBody>
      </p:sp>
      <p:sp>
        <p:nvSpPr>
          <p:cNvPr id="251" name="dp42-comparison / n174">
            <a:extLst xmlns:a="http://schemas.openxmlformats.org/drawingml/2006/main">
              <a:ext uri="{FF2B5EF4-FFF2-40B4-BE49-F238E27FC236}">
                <a16:creationId xmlns:a16="http://schemas.microsoft.com/office/drawing/2014/main" id="{C35BBD0B-D1E5-4089-862D-E8AF40C2626D}"/>
              </a:ext>
            </a:extLst>
          </p:cNvPr>
          <p:cNvSpPr>
            <a:spLocks xmlns:a="http://schemas.openxmlformats.org/drawingml/2006/main" noGrp="1"/>
          </p:cNvSpPr>
          <p:nvPr/>
        </p:nvSpPr>
        <p:spPr>
          <a:xfrm xmlns:a="http://schemas.openxmlformats.org/drawingml/2006/main">
            <a:off x="9934575" y="3276600"/>
            <a:ext cx="4076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2" name="dp42-comparison / n175 / text 1">
            <a:extLst xmlns:a="http://schemas.openxmlformats.org/drawingml/2006/main">
              <a:ext uri="{FF2B5EF4-FFF2-40B4-BE49-F238E27FC236}">
                <a16:creationId xmlns:a16="http://schemas.microsoft.com/office/drawing/2014/main" id="{FD299639-9BC6-446B-8B5A-C8C5F8B2A28C}"/>
              </a:ext>
            </a:extLst>
          </p:cNvPr>
          <p:cNvSpPr>
            <a:spLocks xmlns:a="http://schemas.openxmlformats.org/drawingml/2006/main" noGrp="1"/>
          </p:cNvSpPr>
          <p:nvPr/>
        </p:nvSpPr>
        <p:spPr>
          <a:xfrm xmlns:a="http://schemas.openxmlformats.org/drawingml/2006/main">
            <a:off x="9953625" y="32861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a:t>
            </a:r>
          </a:p>
        </p:txBody>
      </p:sp>
      <p:sp>
        <p:nvSpPr>
          <p:cNvPr id="253" name="dp42-comparison / n177">
            <a:extLst xmlns:a="http://schemas.openxmlformats.org/drawingml/2006/main">
              <a:ext uri="{FF2B5EF4-FFF2-40B4-BE49-F238E27FC236}">
                <a16:creationId xmlns:a16="http://schemas.microsoft.com/office/drawing/2014/main" id="{598E526E-ED85-4744-8771-8DB8D4BC3758}"/>
              </a:ext>
            </a:extLst>
          </p:cNvPr>
          <p:cNvSpPr>
            <a:spLocks xmlns:a="http://schemas.openxmlformats.org/drawingml/2006/main" noGrp="1"/>
          </p:cNvSpPr>
          <p:nvPr/>
        </p:nvSpPr>
        <p:spPr>
          <a:xfrm xmlns:a="http://schemas.openxmlformats.org/drawingml/2006/main">
            <a:off x="11458575" y="3267075"/>
            <a:ext cx="21067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4" name="dp42-comparison / n178 / text 1">
            <a:extLst xmlns:a="http://schemas.openxmlformats.org/drawingml/2006/main">
              <a:ext uri="{FF2B5EF4-FFF2-40B4-BE49-F238E27FC236}">
                <a16:creationId xmlns:a16="http://schemas.microsoft.com/office/drawing/2014/main" id="{0E7D188B-9C37-4749-81C0-C4DABA81BCAE}"/>
              </a:ext>
            </a:extLst>
          </p:cNvPr>
          <p:cNvSpPr>
            <a:spLocks xmlns:a="http://schemas.openxmlformats.org/drawingml/2006/main" noGrp="1"/>
          </p:cNvSpPr>
          <p:nvPr/>
        </p:nvSpPr>
        <p:spPr>
          <a:xfrm xmlns:a="http://schemas.openxmlformats.org/drawingml/2006/main">
            <a:off x="11477625" y="32766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보고서 Task는 계속 / 대화와 별도 수명</a:t>
            </a:r>
          </a:p>
        </p:txBody>
      </p:sp>
      <p:sp>
        <p:nvSpPr>
          <p:cNvPr id="255" name="dp42-comparison / n179">
            <a:extLst xmlns:a="http://schemas.openxmlformats.org/drawingml/2006/main">
              <a:ext uri="{FF2B5EF4-FFF2-40B4-BE49-F238E27FC236}">
                <a16:creationId xmlns:a16="http://schemas.microsoft.com/office/drawing/2014/main" id="{E4C09B0E-0269-4999-A521-798E4E627C84}"/>
              </a:ext>
            </a:extLst>
          </p:cNvPr>
          <p:cNvSpPr>
            <a:spLocks xmlns:a="http://schemas.openxmlformats.org/drawingml/2006/main" noGrp="1"/>
          </p:cNvSpPr>
          <p:nvPr/>
        </p:nvSpPr>
        <p:spPr>
          <a:xfrm xmlns:a="http://schemas.openxmlformats.org/drawingml/2006/main">
            <a:off x="9934575" y="3448050"/>
            <a:ext cx="7391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6" name="dp42-comparison / n180 / text 1">
            <a:extLst xmlns:a="http://schemas.openxmlformats.org/drawingml/2006/main">
              <a:ext uri="{FF2B5EF4-FFF2-40B4-BE49-F238E27FC236}">
                <a16:creationId xmlns:a16="http://schemas.microsoft.com/office/drawing/2014/main" id="{68923874-9419-4B96-86AE-EBDBDF8FD495}"/>
              </a:ext>
            </a:extLst>
          </p:cNvPr>
          <p:cNvSpPr>
            <a:spLocks xmlns:a="http://schemas.openxmlformats.org/drawingml/2006/main" noGrp="1"/>
          </p:cNvSpPr>
          <p:nvPr/>
        </p:nvSpPr>
        <p:spPr>
          <a:xfrm xmlns:a="http://schemas.openxmlformats.org/drawingml/2006/main">
            <a:off x="9953625" y="34575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Execution1</a:t>
            </a:r>
          </a:p>
        </p:txBody>
      </p:sp>
      <p:sp>
        <p:nvSpPr>
          <p:cNvPr id="257" name="dp42-comparison / n182">
            <a:extLst xmlns:a="http://schemas.openxmlformats.org/drawingml/2006/main">
              <a:ext uri="{FF2B5EF4-FFF2-40B4-BE49-F238E27FC236}">
                <a16:creationId xmlns:a16="http://schemas.microsoft.com/office/drawing/2014/main" id="{6288FB48-88CA-4DCE-A2F5-D136C57D644A}"/>
              </a:ext>
            </a:extLst>
          </p:cNvPr>
          <p:cNvSpPr>
            <a:spLocks xmlns:a="http://schemas.openxmlformats.org/drawingml/2006/main" noGrp="1"/>
          </p:cNvSpPr>
          <p:nvPr/>
        </p:nvSpPr>
        <p:spPr>
          <a:xfrm xmlns:a="http://schemas.openxmlformats.org/drawingml/2006/main">
            <a:off x="11458575" y="3438525"/>
            <a:ext cx="23393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8" name="dp42-comparison / n183 / text 1">
            <a:extLst xmlns:a="http://schemas.openxmlformats.org/drawingml/2006/main">
              <a:ext uri="{FF2B5EF4-FFF2-40B4-BE49-F238E27FC236}">
                <a16:creationId xmlns:a16="http://schemas.microsoft.com/office/drawing/2014/main" id="{C8ACB1B6-F290-4AF3-85B6-DA75961410AB}"/>
              </a:ext>
            </a:extLst>
          </p:cNvPr>
          <p:cNvSpPr>
            <a:spLocks xmlns:a="http://schemas.openxmlformats.org/drawingml/2006/main" noGrp="1"/>
          </p:cNvSpPr>
          <p:nvPr/>
        </p:nvSpPr>
        <p:spPr>
          <a:xfrm xmlns:a="http://schemas.openxmlformats.org/drawingml/2006/main">
            <a:off x="11477625" y="34480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Downstream Agent의 실제 실행은 별도 수명</a:t>
            </a:r>
          </a:p>
        </p:txBody>
      </p:sp>
      <p:sp>
        <p:nvSpPr>
          <p:cNvPr id="259" name="dp42-comparison / n204">
            <a:extLst xmlns:a="http://schemas.openxmlformats.org/drawingml/2006/main">
              <a:ext uri="{FF2B5EF4-FFF2-40B4-BE49-F238E27FC236}">
                <a16:creationId xmlns:a16="http://schemas.microsoft.com/office/drawing/2014/main" id="{8D8B1B47-34B5-4386-A50D-7EBC561922D5}"/>
              </a:ext>
            </a:extLst>
          </p:cNvPr>
          <p:cNvSpPr>
            <a:spLocks xmlns:a="http://schemas.openxmlformats.org/drawingml/2006/main" noGrp="1"/>
          </p:cNvSpPr>
          <p:nvPr/>
        </p:nvSpPr>
        <p:spPr>
          <a:xfrm xmlns:a="http://schemas.openxmlformats.org/drawingml/2006/main">
            <a:off x="14373225" y="5029200"/>
            <a:ext cx="219056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0" name="dp42-comparison / n205 / text 1">
            <a:extLst xmlns:a="http://schemas.openxmlformats.org/drawingml/2006/main">
              <a:ext uri="{FF2B5EF4-FFF2-40B4-BE49-F238E27FC236}">
                <a16:creationId xmlns:a16="http://schemas.microsoft.com/office/drawing/2014/main" id="{9C2A022D-798D-4D21-867C-64B15A0092E0}"/>
              </a:ext>
            </a:extLst>
          </p:cNvPr>
          <p:cNvSpPr>
            <a:spLocks xmlns:a="http://schemas.openxmlformats.org/drawingml/2006/main" noGrp="1"/>
          </p:cNvSpPr>
          <p:nvPr/>
        </p:nvSpPr>
        <p:spPr>
          <a:xfrm xmlns:a="http://schemas.openxmlformats.org/drawingml/2006/main">
            <a:off x="14392275" y="5038725"/>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Task1: 보고서 / Command1: 상반기 답변</a:t>
            </a:r>
          </a:p>
        </p:txBody>
      </p:sp>
      <p:sp>
        <p:nvSpPr>
          <p:cNvPr id="261" name="dp42-comparison / n212">
            <a:extLst xmlns:a="http://schemas.openxmlformats.org/drawingml/2006/main">
              <a:ext uri="{FF2B5EF4-FFF2-40B4-BE49-F238E27FC236}">
                <a16:creationId xmlns:a16="http://schemas.microsoft.com/office/drawing/2014/main" id="{412B7729-DD55-4D27-B2EA-1C4861F78DAD}"/>
              </a:ext>
            </a:extLst>
          </p:cNvPr>
          <p:cNvSpPr>
            <a:spLocks xmlns:a="http://schemas.openxmlformats.org/drawingml/2006/main" noGrp="1"/>
          </p:cNvSpPr>
          <p:nvPr/>
        </p:nvSpPr>
        <p:spPr>
          <a:xfrm xmlns:a="http://schemas.openxmlformats.org/drawingml/2006/main">
            <a:off x="13106400" y="4000500"/>
            <a:ext cx="62865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2" name="dp42-comparison / n213 / text 1">
            <a:extLst xmlns:a="http://schemas.openxmlformats.org/drawingml/2006/main">
              <a:ext uri="{FF2B5EF4-FFF2-40B4-BE49-F238E27FC236}">
                <a16:creationId xmlns:a16="http://schemas.microsoft.com/office/drawing/2014/main" id="{58DDFCD0-ED96-4464-B414-DA8C028DE8FE}"/>
              </a:ext>
            </a:extLst>
          </p:cNvPr>
          <p:cNvSpPr>
            <a:spLocks xmlns:a="http://schemas.openxmlformats.org/drawingml/2006/main" noGrp="1"/>
          </p:cNvSpPr>
          <p:nvPr/>
        </p:nvSpPr>
        <p:spPr>
          <a:xfrm xmlns:a="http://schemas.openxmlformats.org/drawingml/2006/main">
            <a:off x="13125450" y="4010025"/>
            <a:ext cx="1047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Command1 →</a:t>
            </a:r>
          </a:p>
        </p:txBody>
      </p:sp>
      <p:sp>
        <p:nvSpPr>
          <p:cNvPr id="263" name="dp42-comparison / n215">
            <a:extLst xmlns:a="http://schemas.openxmlformats.org/drawingml/2006/main">
              <a:ext uri="{FF2B5EF4-FFF2-40B4-BE49-F238E27FC236}">
                <a16:creationId xmlns:a16="http://schemas.microsoft.com/office/drawing/2014/main" id="{FB0D8F66-7122-48C8-92A5-0274B3A64606}"/>
              </a:ext>
            </a:extLst>
          </p:cNvPr>
          <p:cNvSpPr>
            <a:spLocks xmlns:a="http://schemas.openxmlformats.org/drawingml/2006/main" noGrp="1"/>
          </p:cNvSpPr>
          <p:nvPr/>
        </p:nvSpPr>
        <p:spPr>
          <a:xfrm xmlns:a="http://schemas.openxmlformats.org/drawingml/2006/main">
            <a:off x="13115925" y="4581525"/>
            <a:ext cx="62293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4" name="dp42-comparison / n216 / text 1">
            <a:extLst xmlns:a="http://schemas.openxmlformats.org/drawingml/2006/main">
              <a:ext uri="{FF2B5EF4-FFF2-40B4-BE49-F238E27FC236}">
                <a16:creationId xmlns:a16="http://schemas.microsoft.com/office/drawing/2014/main" id="{6D86F833-996E-46E6-8CDA-490FED8F511C}"/>
              </a:ext>
            </a:extLst>
          </p:cNvPr>
          <p:cNvSpPr>
            <a:spLocks xmlns:a="http://schemas.openxmlformats.org/drawingml/2006/main" noGrp="1"/>
          </p:cNvSpPr>
          <p:nvPr/>
        </p:nvSpPr>
        <p:spPr>
          <a:xfrm xmlns:a="http://schemas.openxmlformats.org/drawingml/2006/main">
            <a:off x="13134975" y="4591050"/>
            <a:ext cx="9715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 접수 결과</a:t>
            </a:r>
          </a:p>
        </p:txBody>
      </p:sp>
      <p:sp>
        <p:nvSpPr>
          <p:cNvPr id="265" name="dp42-comparison / n219">
            <a:extLst xmlns:a="http://schemas.openxmlformats.org/drawingml/2006/main">
              <a:ext uri="{FF2B5EF4-FFF2-40B4-BE49-F238E27FC236}">
                <a16:creationId xmlns:a16="http://schemas.microsoft.com/office/drawing/2014/main" id="{D18EB63D-23FB-483C-9B10-0213AC418F74}"/>
              </a:ext>
            </a:extLst>
          </p:cNvPr>
          <p:cNvSpPr>
            <a:spLocks xmlns:a="http://schemas.openxmlformats.org/drawingml/2006/main" noGrp="1"/>
          </p:cNvSpPr>
          <p:nvPr/>
        </p:nvSpPr>
        <p:spPr>
          <a:xfrm xmlns:a="http://schemas.openxmlformats.org/drawingml/2006/main">
            <a:off x="10039350" y="5962650"/>
            <a:ext cx="186309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6" name="dp42-comparison / n220 / text 1">
            <a:extLst xmlns:a="http://schemas.openxmlformats.org/drawingml/2006/main">
              <a:ext uri="{FF2B5EF4-FFF2-40B4-BE49-F238E27FC236}">
                <a16:creationId xmlns:a16="http://schemas.microsoft.com/office/drawing/2014/main" id="{795FE7C5-4DBE-45F9-BDCE-9F2CBCE666E9}"/>
              </a:ext>
            </a:extLst>
          </p:cNvPr>
          <p:cNvSpPr>
            <a:spLocks xmlns:a="http://schemas.openxmlformats.org/drawingml/2006/main" noGrp="1"/>
          </p:cNvSpPr>
          <p:nvPr/>
        </p:nvSpPr>
        <p:spPr>
          <a:xfrm xmlns:a="http://schemas.openxmlformats.org/drawingml/2006/main">
            <a:off x="10058400" y="5972175"/>
            <a:ext cx="28479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대화 원본 / 독립 local transaction</a:t>
            </a:r>
          </a:p>
        </p:txBody>
      </p:sp>
      <p:sp>
        <p:nvSpPr>
          <p:cNvPr id="267" name="dp42-comparison / n221">
            <a:extLst xmlns:a="http://schemas.openxmlformats.org/drawingml/2006/main">
              <a:ext uri="{FF2B5EF4-FFF2-40B4-BE49-F238E27FC236}">
                <a16:creationId xmlns:a16="http://schemas.microsoft.com/office/drawing/2014/main" id="{833E6790-CC43-4C47-AD8A-AEBF7FFCF800}"/>
              </a:ext>
            </a:extLst>
          </p:cNvPr>
          <p:cNvSpPr>
            <a:spLocks xmlns:a="http://schemas.openxmlformats.org/drawingml/2006/main" noGrp="1"/>
          </p:cNvSpPr>
          <p:nvPr/>
        </p:nvSpPr>
        <p:spPr>
          <a:xfrm xmlns:a="http://schemas.openxmlformats.org/drawingml/2006/main">
            <a:off x="14277975" y="5962650"/>
            <a:ext cx="189357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8" name="dp42-comparison / n222 / text 1">
            <a:extLst xmlns:a="http://schemas.openxmlformats.org/drawingml/2006/main">
              <a:ext uri="{FF2B5EF4-FFF2-40B4-BE49-F238E27FC236}">
                <a16:creationId xmlns:a16="http://schemas.microsoft.com/office/drawing/2014/main" id="{E5AB5929-5322-487D-9087-29E0FCF438AC}"/>
              </a:ext>
            </a:extLst>
          </p:cNvPr>
          <p:cNvSpPr>
            <a:spLocks xmlns:a="http://schemas.openxmlformats.org/drawingml/2006/main" noGrp="1"/>
          </p:cNvSpPr>
          <p:nvPr/>
        </p:nvSpPr>
        <p:spPr>
          <a:xfrm xmlns:a="http://schemas.openxmlformats.org/drawingml/2006/main">
            <a:off x="14297025" y="5972175"/>
            <a:ext cx="31146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 원본 / 독립 local transaction</a:t>
            </a:r>
          </a:p>
        </p:txBody>
      </p:sp>
      <p:sp>
        <p:nvSpPr>
          <p:cNvPr id="269" name="dp42-comparison / n224">
            <a:extLst xmlns:a="http://schemas.openxmlformats.org/drawingml/2006/main">
              <a:ext uri="{FF2B5EF4-FFF2-40B4-BE49-F238E27FC236}">
                <a16:creationId xmlns:a16="http://schemas.microsoft.com/office/drawing/2014/main" id="{00F84D95-9A85-41BB-8337-E0E2C3313BFB}"/>
              </a:ext>
            </a:extLst>
          </p:cNvPr>
          <p:cNvSpPr>
            <a:spLocks xmlns:a="http://schemas.openxmlformats.org/drawingml/2006/main" noGrp="1"/>
          </p:cNvSpPr>
          <p:nvPr/>
        </p:nvSpPr>
        <p:spPr>
          <a:xfrm xmlns:a="http://schemas.openxmlformats.org/drawingml/2006/main">
            <a:off x="9953625" y="6191250"/>
            <a:ext cx="2286000" cy="714375"/>
          </a:xfrm>
          <a:custGeom xmlns:a="http://schemas.openxmlformats.org/drawingml/2006/main">
            <a:pathLst>
              <a:path w="2286000" h="714375">
                <a:moveTo>
                  <a:pt x="0" y="0"/>
                </a:moveTo>
                <a:lnTo>
                  <a:pt x="2114550" y="0"/>
                </a:lnTo>
                <a:lnTo>
                  <a:pt x="2286000" y="171450"/>
                </a:lnTo>
                <a:lnTo>
                  <a:pt x="2286000" y="714375"/>
                </a:lnTo>
                <a:lnTo>
                  <a:pt x="0" y="714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0" name="dp42-comparison / n224 / fold">
            <a:extLst xmlns:a="http://schemas.openxmlformats.org/drawingml/2006/main">
              <a:ext uri="{FF2B5EF4-FFF2-40B4-BE49-F238E27FC236}">
                <a16:creationId xmlns:a16="http://schemas.microsoft.com/office/drawing/2014/main" id="{9F1AFFC1-108D-4438-AFC3-C6B860A39395}"/>
              </a:ext>
            </a:extLst>
          </p:cNvPr>
          <p:cNvSpPr>
            <a:spLocks xmlns:a="http://schemas.openxmlformats.org/drawingml/2006/main" noGrp="1"/>
          </p:cNvSpPr>
          <p:nvPr/>
        </p:nvSpPr>
        <p:spPr>
          <a:xfrm xmlns:a="http://schemas.openxmlformats.org/drawingml/2006/main">
            <a:off x="1206817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1" name="dp42-comparison / n225 / text 1">
            <a:extLst xmlns:a="http://schemas.openxmlformats.org/drawingml/2006/main">
              <a:ext uri="{FF2B5EF4-FFF2-40B4-BE49-F238E27FC236}">
                <a16:creationId xmlns:a16="http://schemas.microsoft.com/office/drawing/2014/main" id="{328B5138-F578-470D-94A8-3EA98A5763E6}"/>
              </a:ext>
            </a:extLst>
          </p:cNvPr>
          <p:cNvSpPr>
            <a:spLocks xmlns:a="http://schemas.openxmlformats.org/drawingml/2006/main" noGrp="1"/>
          </p:cNvSpPr>
          <p:nvPr/>
        </p:nvSpPr>
        <p:spPr>
          <a:xfrm xmlns:a="http://schemas.openxmlformats.org/drawingml/2006/main">
            <a:off x="10048875" y="6248400"/>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① 대화 저장 / 접수 대기</a:t>
            </a:r>
          </a:p>
        </p:txBody>
      </p:sp>
      <p:sp>
        <p:nvSpPr>
          <p:cNvPr id="272" name="dp42-comparison / n225 / text 2">
            <a:extLst xmlns:a="http://schemas.openxmlformats.org/drawingml/2006/main">
              <a:ext uri="{FF2B5EF4-FFF2-40B4-BE49-F238E27FC236}">
                <a16:creationId xmlns:a16="http://schemas.microsoft.com/office/drawing/2014/main" id="{D7E2CA60-ACE8-4B38-A97B-12E2E7C3624C}"/>
              </a:ext>
            </a:extLst>
          </p:cNvPr>
          <p:cNvSpPr>
            <a:spLocks xmlns:a="http://schemas.openxmlformats.org/drawingml/2006/main" noGrp="1"/>
          </p:cNvSpPr>
          <p:nvPr/>
        </p:nvSpPr>
        <p:spPr>
          <a:xfrm xmlns:a="http://schemas.openxmlformats.org/drawingml/2006/main">
            <a:off x="10048875" y="6368415"/>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command_id:Command1 / request_id:Request1</a:t>
            </a:r>
          </a:p>
        </p:txBody>
      </p:sp>
      <p:sp>
        <p:nvSpPr>
          <p:cNvPr id="273" name="dp42-comparison / n225 / text 3">
            <a:extLst xmlns:a="http://schemas.openxmlformats.org/drawingml/2006/main">
              <a:ext uri="{FF2B5EF4-FFF2-40B4-BE49-F238E27FC236}">
                <a16:creationId xmlns:a16="http://schemas.microsoft.com/office/drawing/2014/main" id="{5518B2EC-EC94-4A45-A61F-EB53350630C0}"/>
              </a:ext>
            </a:extLst>
          </p:cNvPr>
          <p:cNvSpPr>
            <a:spLocks xmlns:a="http://schemas.openxmlformats.org/drawingml/2006/main" noGrp="1"/>
          </p:cNvSpPr>
          <p:nvPr/>
        </p:nvSpPr>
        <p:spPr>
          <a:xfrm xmlns:a="http://schemas.openxmlformats.org/drawingml/2006/main">
            <a:off x="10048875" y="6488430"/>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task_id:Task1 / question_id:Question1</a:t>
            </a:r>
          </a:p>
        </p:txBody>
      </p:sp>
      <p:sp>
        <p:nvSpPr>
          <p:cNvPr id="274" name="dp42-comparison / n225 / text 4">
            <a:extLst xmlns:a="http://schemas.openxmlformats.org/drawingml/2006/main">
              <a:ext uri="{FF2B5EF4-FFF2-40B4-BE49-F238E27FC236}">
                <a16:creationId xmlns:a16="http://schemas.microsoft.com/office/drawing/2014/main" id="{2D788F36-A9C2-403D-8A35-FB0406F1405D}"/>
              </a:ext>
            </a:extLst>
          </p:cNvPr>
          <p:cNvSpPr>
            <a:spLocks xmlns:a="http://schemas.openxmlformats.org/drawingml/2006/main" noGrp="1"/>
          </p:cNvSpPr>
          <p:nvPr/>
        </p:nvSpPr>
        <p:spPr>
          <a:xfrm xmlns:a="http://schemas.openxmlformats.org/drawingml/2006/main">
            <a:off x="10048875" y="6608445"/>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payload.answer:상반기</a:t>
            </a:r>
          </a:p>
        </p:txBody>
      </p:sp>
      <p:sp>
        <p:nvSpPr>
          <p:cNvPr id="275" name="dp42-comparison / n225 / text 5">
            <a:extLst xmlns:a="http://schemas.openxmlformats.org/drawingml/2006/main">
              <a:ext uri="{FF2B5EF4-FFF2-40B4-BE49-F238E27FC236}">
                <a16:creationId xmlns:a16="http://schemas.microsoft.com/office/drawing/2014/main" id="{A04ACE16-E8C5-415D-BCD7-2461886AF2A1}"/>
              </a:ext>
            </a:extLst>
          </p:cNvPr>
          <p:cNvSpPr>
            <a:spLocks xmlns:a="http://schemas.openxmlformats.org/drawingml/2006/main" noGrp="1"/>
          </p:cNvSpPr>
          <p:nvPr/>
        </p:nvSpPr>
        <p:spPr>
          <a:xfrm xmlns:a="http://schemas.openxmlformats.org/drawingml/2006/main">
            <a:off x="10048875" y="6728460"/>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expected_question_revision:7</a:t>
            </a:r>
          </a:p>
        </p:txBody>
      </p:sp>
      <p:sp>
        <p:nvSpPr>
          <p:cNvPr id="276" name="dp42-comparison / n226">
            <a:extLst xmlns:a="http://schemas.openxmlformats.org/drawingml/2006/main">
              <a:ext uri="{FF2B5EF4-FFF2-40B4-BE49-F238E27FC236}">
                <a16:creationId xmlns:a16="http://schemas.microsoft.com/office/drawing/2014/main" id="{D512F4E7-262F-4C72-A063-37B41111BEB5}"/>
              </a:ext>
            </a:extLst>
          </p:cNvPr>
          <p:cNvSpPr>
            <a:spLocks xmlns:a="http://schemas.openxmlformats.org/drawingml/2006/main" noGrp="1"/>
          </p:cNvSpPr>
          <p:nvPr/>
        </p:nvSpPr>
        <p:spPr>
          <a:xfrm xmlns:a="http://schemas.openxmlformats.org/drawingml/2006/main">
            <a:off x="12668250" y="6191250"/>
            <a:ext cx="2286000" cy="714375"/>
          </a:xfrm>
          <a:custGeom xmlns:a="http://schemas.openxmlformats.org/drawingml/2006/main">
            <a:pathLst>
              <a:path w="2286000" h="714375">
                <a:moveTo>
                  <a:pt x="0" y="0"/>
                </a:moveTo>
                <a:lnTo>
                  <a:pt x="2114550" y="0"/>
                </a:lnTo>
                <a:lnTo>
                  <a:pt x="2286000" y="171450"/>
                </a:lnTo>
                <a:lnTo>
                  <a:pt x="2286000" y="714375"/>
                </a:lnTo>
                <a:lnTo>
                  <a:pt x="0" y="714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7" name="dp42-comparison / n226 / fold">
            <a:extLst xmlns:a="http://schemas.openxmlformats.org/drawingml/2006/main">
              <a:ext uri="{FF2B5EF4-FFF2-40B4-BE49-F238E27FC236}">
                <a16:creationId xmlns:a16="http://schemas.microsoft.com/office/drawing/2014/main" id="{0624FABC-DA4E-49EF-B034-03B1FF43291A}"/>
              </a:ext>
            </a:extLst>
          </p:cNvPr>
          <p:cNvSpPr>
            <a:spLocks xmlns:a="http://schemas.openxmlformats.org/drawingml/2006/main" noGrp="1"/>
          </p:cNvSpPr>
          <p:nvPr/>
        </p:nvSpPr>
        <p:spPr>
          <a:xfrm xmlns:a="http://schemas.openxmlformats.org/drawingml/2006/main">
            <a:off x="14782800"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8" name="dp42-comparison / n227 / text 1">
            <a:extLst xmlns:a="http://schemas.openxmlformats.org/drawingml/2006/main">
              <a:ext uri="{FF2B5EF4-FFF2-40B4-BE49-F238E27FC236}">
                <a16:creationId xmlns:a16="http://schemas.microsoft.com/office/drawing/2014/main" id="{F1D818C9-6AB7-44B9-96B3-8304F4D88A0A}"/>
              </a:ext>
            </a:extLst>
          </p:cNvPr>
          <p:cNvSpPr>
            <a:spLocks xmlns:a="http://schemas.openxmlformats.org/drawingml/2006/main" noGrp="1"/>
          </p:cNvSpPr>
          <p:nvPr/>
        </p:nvSpPr>
        <p:spPr>
          <a:xfrm xmlns:a="http://schemas.openxmlformats.org/drawingml/2006/main">
            <a:off x="12763500" y="624840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② Task 상태 확정 / 내부 접수</a:t>
            </a:r>
          </a:p>
        </p:txBody>
      </p:sp>
      <p:sp>
        <p:nvSpPr>
          <p:cNvPr id="279" name="dp42-comparison / n227 / text 2">
            <a:extLst xmlns:a="http://schemas.openxmlformats.org/drawingml/2006/main">
              <a:ext uri="{FF2B5EF4-FFF2-40B4-BE49-F238E27FC236}">
                <a16:creationId xmlns:a16="http://schemas.microsoft.com/office/drawing/2014/main" id="{FEA3AFA9-8F14-4BAD-A412-067A6209EA1F}"/>
              </a:ext>
            </a:extLst>
          </p:cNvPr>
          <p:cNvSpPr>
            <a:spLocks xmlns:a="http://schemas.openxmlformats.org/drawingml/2006/main" noGrp="1"/>
          </p:cNvSpPr>
          <p:nvPr/>
        </p:nvSpPr>
        <p:spPr>
          <a:xfrm xmlns:a="http://schemas.openxmlformats.org/drawingml/2006/main">
            <a:off x="12763500" y="637413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Question1: ANSWERED</a:t>
            </a:r>
          </a:p>
        </p:txBody>
      </p:sp>
      <p:sp>
        <p:nvSpPr>
          <p:cNvPr id="280" name="dp42-comparison / n227 / text 3">
            <a:extLst xmlns:a="http://schemas.openxmlformats.org/drawingml/2006/main">
              <a:ext uri="{FF2B5EF4-FFF2-40B4-BE49-F238E27FC236}">
                <a16:creationId xmlns:a16="http://schemas.microsoft.com/office/drawing/2014/main" id="{3BCECF84-58FD-4AD6-870F-375168F99C80}"/>
              </a:ext>
            </a:extLst>
          </p:cNvPr>
          <p:cNvSpPr>
            <a:spLocks xmlns:a="http://schemas.openxmlformats.org/drawingml/2006/main" noGrp="1"/>
          </p:cNvSpPr>
          <p:nvPr/>
        </p:nvSpPr>
        <p:spPr>
          <a:xfrm xmlns:a="http://schemas.openxmlformats.org/drawingml/2006/main">
            <a:off x="12763500" y="649986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Command1: PENDING</a:t>
            </a:r>
          </a:p>
        </p:txBody>
      </p:sp>
      <p:sp>
        <p:nvSpPr>
          <p:cNvPr id="281" name="dp42-comparison / n227 / text 4">
            <a:extLst xmlns:a="http://schemas.openxmlformats.org/drawingml/2006/main">
              <a:ext uri="{FF2B5EF4-FFF2-40B4-BE49-F238E27FC236}">
                <a16:creationId xmlns:a16="http://schemas.microsoft.com/office/drawing/2014/main" id="{4A5BE90F-05D3-410A-85BC-10965A57DC5A}"/>
              </a:ext>
            </a:extLst>
          </p:cNvPr>
          <p:cNvSpPr>
            <a:spLocks xmlns:a="http://schemas.openxmlformats.org/drawingml/2006/main" noGrp="1"/>
          </p:cNvSpPr>
          <p:nvPr/>
        </p:nvSpPr>
        <p:spPr>
          <a:xfrm xmlns:a="http://schemas.openxmlformats.org/drawingml/2006/main">
            <a:off x="12763500" y="662559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acceptance_status:ACCEPTED</a:t>
            </a:r>
          </a:p>
        </p:txBody>
      </p:sp>
      <p:sp>
        <p:nvSpPr>
          <p:cNvPr id="282" name="dp42-comparison / n227 / text 5">
            <a:extLst xmlns:a="http://schemas.openxmlformats.org/drawingml/2006/main">
              <a:ext uri="{FF2B5EF4-FFF2-40B4-BE49-F238E27FC236}">
                <a16:creationId xmlns:a16="http://schemas.microsoft.com/office/drawing/2014/main" id="{979139F4-BB3C-4352-BB4E-A64E54C1ADA7}"/>
              </a:ext>
            </a:extLst>
          </p:cNvPr>
          <p:cNvSpPr>
            <a:spLocks xmlns:a="http://schemas.openxmlformats.org/drawingml/2006/main" noGrp="1"/>
          </p:cNvSpPr>
          <p:nvPr/>
        </p:nvSpPr>
        <p:spPr>
          <a:xfrm xmlns:a="http://schemas.openxmlformats.org/drawingml/2006/main">
            <a:off x="12763500" y="675132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확정 접수 결과도 함께 저장</a:t>
            </a:r>
          </a:p>
        </p:txBody>
      </p:sp>
      <p:sp>
        <p:nvSpPr>
          <p:cNvPr id="283" name="dp42-comparison / n228">
            <a:extLst xmlns:a="http://schemas.openxmlformats.org/drawingml/2006/main">
              <a:ext uri="{FF2B5EF4-FFF2-40B4-BE49-F238E27FC236}">
                <a16:creationId xmlns:a16="http://schemas.microsoft.com/office/drawing/2014/main" id="{160875C4-2B5E-4DE6-BF41-FD3159DADBB0}"/>
              </a:ext>
            </a:extLst>
          </p:cNvPr>
          <p:cNvSpPr>
            <a:spLocks xmlns:a="http://schemas.openxmlformats.org/drawingml/2006/main" noGrp="1"/>
          </p:cNvSpPr>
          <p:nvPr/>
        </p:nvSpPr>
        <p:spPr>
          <a:xfrm xmlns:a="http://schemas.openxmlformats.org/drawingml/2006/main">
            <a:off x="15287625" y="6191250"/>
            <a:ext cx="2190750" cy="714375"/>
          </a:xfrm>
          <a:custGeom xmlns:a="http://schemas.openxmlformats.org/drawingml/2006/main">
            <a:pathLst>
              <a:path w="2190750" h="714375">
                <a:moveTo>
                  <a:pt x="0" y="0"/>
                </a:moveTo>
                <a:lnTo>
                  <a:pt x="2019300" y="0"/>
                </a:lnTo>
                <a:lnTo>
                  <a:pt x="2190750" y="171450"/>
                </a:lnTo>
                <a:lnTo>
                  <a:pt x="2190750" y="714375"/>
                </a:lnTo>
                <a:lnTo>
                  <a:pt x="0" y="714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84" name="dp42-comparison / n228 / fold">
            <a:extLst xmlns:a="http://schemas.openxmlformats.org/drawingml/2006/main">
              <a:ext uri="{FF2B5EF4-FFF2-40B4-BE49-F238E27FC236}">
                <a16:creationId xmlns:a16="http://schemas.microsoft.com/office/drawing/2014/main" id="{3DD79152-E014-49B7-9748-F249166A35BF}"/>
              </a:ext>
            </a:extLst>
          </p:cNvPr>
          <p:cNvSpPr>
            <a:spLocks xmlns:a="http://schemas.openxmlformats.org/drawingml/2006/main" noGrp="1"/>
          </p:cNvSpPr>
          <p:nvPr/>
        </p:nvSpPr>
        <p:spPr>
          <a:xfrm xmlns:a="http://schemas.openxmlformats.org/drawingml/2006/main">
            <a:off x="1730692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85" name="dp42-comparison / n229 / text 1">
            <a:extLst xmlns:a="http://schemas.openxmlformats.org/drawingml/2006/main">
              <a:ext uri="{FF2B5EF4-FFF2-40B4-BE49-F238E27FC236}">
                <a16:creationId xmlns:a16="http://schemas.microsoft.com/office/drawing/2014/main" id="{0245FE25-D17B-40BD-9075-8938103B4DC6}"/>
              </a:ext>
            </a:extLst>
          </p:cNvPr>
          <p:cNvSpPr>
            <a:spLocks xmlns:a="http://schemas.openxmlformats.org/drawingml/2006/main" noGrp="1"/>
          </p:cNvSpPr>
          <p:nvPr/>
        </p:nvSpPr>
        <p:spPr>
          <a:xfrm xmlns:a="http://schemas.openxmlformats.org/drawingml/2006/main">
            <a:off x="15382875" y="6248400"/>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③ 대화에 접수 결과 반영</a:t>
            </a:r>
          </a:p>
        </p:txBody>
      </p:sp>
      <p:sp>
        <p:nvSpPr>
          <p:cNvPr id="286" name="dp42-comparison / n229 / text 2">
            <a:extLst xmlns:a="http://schemas.openxmlformats.org/drawingml/2006/main">
              <a:ext uri="{FF2B5EF4-FFF2-40B4-BE49-F238E27FC236}">
                <a16:creationId xmlns:a16="http://schemas.microsoft.com/office/drawing/2014/main" id="{B526FC67-2EE3-4580-A590-07A42A296084}"/>
              </a:ext>
            </a:extLst>
          </p:cNvPr>
          <p:cNvSpPr>
            <a:spLocks xmlns:a="http://schemas.openxmlformats.org/drawingml/2006/main" noGrp="1"/>
          </p:cNvSpPr>
          <p:nvPr/>
        </p:nvSpPr>
        <p:spPr>
          <a:xfrm xmlns:a="http://schemas.openxmlformats.org/drawingml/2006/main">
            <a:off x="15382875" y="6368415"/>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AcceptanceReceipt (필드 축약)</a:t>
            </a:r>
          </a:p>
        </p:txBody>
      </p:sp>
      <p:sp>
        <p:nvSpPr>
          <p:cNvPr id="287" name="dp42-comparison / n229 / text 3">
            <a:extLst xmlns:a="http://schemas.openxmlformats.org/drawingml/2006/main">
              <a:ext uri="{FF2B5EF4-FFF2-40B4-BE49-F238E27FC236}">
                <a16:creationId xmlns:a16="http://schemas.microsoft.com/office/drawing/2014/main" id="{F3C767A6-1398-409E-BB86-65A3BF0F4CB8}"/>
              </a:ext>
            </a:extLst>
          </p:cNvPr>
          <p:cNvSpPr>
            <a:spLocks xmlns:a="http://schemas.openxmlformats.org/drawingml/2006/main" noGrp="1"/>
          </p:cNvSpPr>
          <p:nvPr/>
        </p:nvSpPr>
        <p:spPr>
          <a:xfrm xmlns:a="http://schemas.openxmlformats.org/drawingml/2006/main">
            <a:off x="15382875" y="6488430"/>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command_id:Command1</a:t>
            </a:r>
          </a:p>
        </p:txBody>
      </p:sp>
      <p:sp>
        <p:nvSpPr>
          <p:cNvPr id="288" name="dp42-comparison / n229 / text 4">
            <a:extLst xmlns:a="http://schemas.openxmlformats.org/drawingml/2006/main">
              <a:ext uri="{FF2B5EF4-FFF2-40B4-BE49-F238E27FC236}">
                <a16:creationId xmlns:a16="http://schemas.microsoft.com/office/drawing/2014/main" id="{CB2BCF14-1B1C-40BA-B74C-E0AC749C631C}"/>
              </a:ext>
            </a:extLst>
          </p:cNvPr>
          <p:cNvSpPr>
            <a:spLocks xmlns:a="http://schemas.openxmlformats.org/drawingml/2006/main" noGrp="1"/>
          </p:cNvSpPr>
          <p:nvPr/>
        </p:nvSpPr>
        <p:spPr>
          <a:xfrm xmlns:a="http://schemas.openxmlformats.org/drawingml/2006/main">
            <a:off x="15382875" y="6608445"/>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acceptance_status:ACCEPTED</a:t>
            </a:r>
          </a:p>
        </p:txBody>
      </p:sp>
      <p:sp>
        <p:nvSpPr>
          <p:cNvPr id="289" name="dp42-comparison / n229 / text 5">
            <a:extLst xmlns:a="http://schemas.openxmlformats.org/drawingml/2006/main">
              <a:ext uri="{FF2B5EF4-FFF2-40B4-BE49-F238E27FC236}">
                <a16:creationId xmlns:a16="http://schemas.microsoft.com/office/drawing/2014/main" id="{FC691C27-9B94-4116-B849-7C9D7A3BA588}"/>
              </a:ext>
            </a:extLst>
          </p:cNvPr>
          <p:cNvSpPr>
            <a:spLocks xmlns:a="http://schemas.openxmlformats.org/drawingml/2006/main" noGrp="1"/>
          </p:cNvSpPr>
          <p:nvPr/>
        </p:nvSpPr>
        <p:spPr>
          <a:xfrm xmlns:a="http://schemas.openxmlformats.org/drawingml/2006/main">
            <a:off x="15382875" y="6728460"/>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같은 Command1의 내부 접수 확인</a:t>
            </a:r>
          </a:p>
        </p:txBody>
      </p:sp>
      <p:sp>
        <p:nvSpPr>
          <p:cNvPr id="290" name="dp42-comparison / n233">
            <a:extLst xmlns:a="http://schemas.openxmlformats.org/drawingml/2006/main">
              <a:ext uri="{FF2B5EF4-FFF2-40B4-BE49-F238E27FC236}">
                <a16:creationId xmlns:a16="http://schemas.microsoft.com/office/drawing/2014/main" id="{125C370E-443E-40E9-A039-1D16D4E12559}"/>
              </a:ext>
            </a:extLst>
          </p:cNvPr>
          <p:cNvSpPr>
            <a:spLocks xmlns:a="http://schemas.openxmlformats.org/drawingml/2006/main" noGrp="1"/>
          </p:cNvSpPr>
          <p:nvPr/>
        </p:nvSpPr>
        <p:spPr>
          <a:xfrm xmlns:a="http://schemas.openxmlformats.org/drawingml/2006/main">
            <a:off x="9934575" y="6953250"/>
            <a:ext cx="296189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1" name="dp42-comparison / n234 / text 1">
            <a:extLst xmlns:a="http://schemas.openxmlformats.org/drawingml/2006/main">
              <a:ext uri="{FF2B5EF4-FFF2-40B4-BE49-F238E27FC236}">
                <a16:creationId xmlns:a16="http://schemas.microsoft.com/office/drawing/2014/main" id="{B836CDEC-ED63-4970-96AE-EDB94645E68A}"/>
              </a:ext>
            </a:extLst>
          </p:cNvPr>
          <p:cNvSpPr>
            <a:spLocks xmlns:a="http://schemas.openxmlformats.org/drawingml/2006/main" noGrp="1"/>
          </p:cNvSpPr>
          <p:nvPr/>
        </p:nvSpPr>
        <p:spPr>
          <a:xfrm xmlns:a="http://schemas.openxmlformats.org/drawingml/2006/main">
            <a:off x="9953625" y="69627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상반기 답변의 로컬 확정</a:t>
            </a:r>
          </a:p>
        </p:txBody>
      </p:sp>
      <p:sp>
        <p:nvSpPr>
          <p:cNvPr id="292" name="dp42-comparison / n243">
            <a:extLst xmlns:a="http://schemas.openxmlformats.org/drawingml/2006/main">
              <a:ext uri="{FF2B5EF4-FFF2-40B4-BE49-F238E27FC236}">
                <a16:creationId xmlns:a16="http://schemas.microsoft.com/office/drawing/2014/main" id="{76B14044-D1DD-42EC-B703-0DF0C2E5374C}"/>
              </a:ext>
            </a:extLst>
          </p:cNvPr>
          <p:cNvSpPr>
            <a:spLocks xmlns:a="http://schemas.openxmlformats.org/drawingml/2006/main" noGrp="1"/>
          </p:cNvSpPr>
          <p:nvPr/>
        </p:nvSpPr>
        <p:spPr>
          <a:xfrm xmlns:a="http://schemas.openxmlformats.org/drawingml/2006/main">
            <a:off x="9934575" y="7448550"/>
            <a:ext cx="4154805" cy="114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3" name="dp42-comparison / n244 / text 1">
            <a:extLst xmlns:a="http://schemas.openxmlformats.org/drawingml/2006/main">
              <a:ext uri="{FF2B5EF4-FFF2-40B4-BE49-F238E27FC236}">
                <a16:creationId xmlns:a16="http://schemas.microsoft.com/office/drawing/2014/main" id="{5B79F549-317A-414B-B394-19278970A40A}"/>
              </a:ext>
            </a:extLst>
          </p:cNvPr>
          <p:cNvSpPr>
            <a:spLocks xmlns:a="http://schemas.openxmlformats.org/drawingml/2006/main" noGrp="1"/>
          </p:cNvSpPr>
          <p:nvPr/>
        </p:nvSpPr>
        <p:spPr>
          <a:xfrm xmlns:a="http://schemas.openxmlformats.org/drawingml/2006/main">
            <a:off x="9953625" y="7458075"/>
            <a:ext cx="7524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 접수 후 외부 전송 가능 / 대화 반영은 별도 / 접수 대기는 같은 Command1로 확인</a:t>
            </a:r>
          </a:p>
        </p:txBody>
      </p:sp>
    </p:spTree>
    <p:extLst>
      <p:ext uri="{BB962C8B-B14F-4D97-AF65-F5344CB8AC3E}">
        <p14:creationId xmlns:p14="http://schemas.microsoft.com/office/powerpoint/2010/main" val="13255891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7" name="dp43-comparison / n1">
            <a:extLst xmlns:a="http://schemas.openxmlformats.org/drawingml/2006/main">
              <a:ext uri="{FF2B5EF4-FFF2-40B4-BE49-F238E27FC236}">
                <a16:creationId xmlns:a16="http://schemas.microsoft.com/office/drawing/2014/main" id="{0075C268-810D-4F27-A3CE-BDC31A047C14}"/>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3-comparison / n2 / text 1">
            <a:extLst xmlns:a="http://schemas.openxmlformats.org/drawingml/2006/main">
              <a:ext uri="{FF2B5EF4-FFF2-40B4-BE49-F238E27FC236}">
                <a16:creationId xmlns:a16="http://schemas.microsoft.com/office/drawing/2014/main" id="{91CA3B06-08D4-4740-BD44-EE082F4C19D3}"/>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3-comparison / n3 / text 1">
            <a:extLst xmlns:a="http://schemas.openxmlformats.org/drawingml/2006/main">
              <a:ext uri="{FF2B5EF4-FFF2-40B4-BE49-F238E27FC236}">
                <a16:creationId xmlns:a16="http://schemas.microsoft.com/office/drawing/2014/main" id="{88E64A05-E3EA-4ED5-A927-945BC3A9B5A1}"/>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3-comparison / n4 / text 1">
            <a:extLst xmlns:a="http://schemas.openxmlformats.org/drawingml/2006/main">
              <a:ext uri="{FF2B5EF4-FFF2-40B4-BE49-F238E27FC236}">
                <a16:creationId xmlns:a16="http://schemas.microsoft.com/office/drawing/2014/main" id="{5AEE1B36-EB5D-4FC1-948C-27699B0D9206}"/>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04-43. 기능 정확성을 위한 VIA Request 의미 판단 설계</a:t>
            </a:r>
          </a:p>
        </p:txBody>
      </p:sp>
      <p:sp>
        <p:nvSpPr>
          <p:cNvPr id="5" name="dp43-comparison / n5 / path">
            <a:extLst xmlns:a="http://schemas.openxmlformats.org/drawingml/2006/main">
              <a:ext uri="{FF2B5EF4-FFF2-40B4-BE49-F238E27FC236}">
                <a16:creationId xmlns:a16="http://schemas.microsoft.com/office/drawing/2014/main" id="{240370BE-5548-434A-9A52-B91D565A479C}"/>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3-comparison / n6 / text 1">
            <a:extLst xmlns:a="http://schemas.openxmlformats.org/drawingml/2006/main">
              <a:ext uri="{FF2B5EF4-FFF2-40B4-BE49-F238E27FC236}">
                <a16:creationId xmlns:a16="http://schemas.microsoft.com/office/drawing/2014/main" id="{E816DEE9-FBCD-4B0A-8E5A-12B10517628D}"/>
              </a:ext>
            </a:extLst>
          </p:cNvPr>
          <p:cNvSpPr>
            <a:spLocks xmlns:a="http://schemas.openxmlformats.org/drawingml/2006/main" noGrp="1"/>
          </p:cNvSpPr>
          <p:nvPr/>
        </p:nvSpPr>
        <p:spPr>
          <a:xfrm xmlns:a="http://schemas.openxmlformats.org/drawingml/2006/main">
            <a:off x="381000" y="1352550"/>
            <a:ext cx="145732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“보고서는 PDF로, 메일에는 결론을 넣어줘.” → “메일에는 결론 대신 표만 넣어줘.”</a:t>
            </a:r>
          </a:p>
        </p:txBody>
      </p:sp>
      <p:sp>
        <p:nvSpPr>
          <p:cNvPr id="7" name="dp43-comparison / n7 / text 1">
            <a:extLst xmlns:a="http://schemas.openxmlformats.org/drawingml/2006/main">
              <a:ext uri="{FF2B5EF4-FFF2-40B4-BE49-F238E27FC236}">
                <a16:creationId xmlns:a16="http://schemas.microsoft.com/office/drawing/2014/main" id="{39DD108A-76AC-4703-87EF-C74765BA9009}"/>
              </a:ext>
            </a:extLst>
          </p:cNvPr>
          <p:cNvSpPr>
            <a:spLocks xmlns:a="http://schemas.openxmlformats.org/drawingml/2006/main" noGrp="1"/>
          </p:cNvSpPr>
          <p:nvPr/>
        </p:nvSpPr>
        <p:spPr>
          <a:xfrm xmlns:a="http://schemas.openxmlformats.org/drawingml/2006/main">
            <a:off x="15144750" y="1381125"/>
            <a:ext cx="2762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1">
                <a:solidFill>
                  <a:srgbClr val="B63732"/>
                </a:solidFill>
                <a:latin typeface="Apple SD Gothic Neo"/>
                <a:ea typeface="Apple SD Gothic Neo"/>
                <a:cs typeface="Apple SD Gothic Neo"/>
              </a:defRPr>
            </a:pPr>
            <a:r>
              <a:rPr sz="1425" b="1">
                <a:solidFill>
                  <a:srgbClr val="B63732"/>
                </a:solidFill>
                <a:latin typeface="Apple SD Gothic Neo"/>
                <a:ea typeface="Apple SD Gothic Neo"/>
                <a:cs typeface="Apple SD Gothic Neo"/>
              </a:rPr>
              <a:t>수치와 점수 / 예상 예시</a:t>
            </a:r>
          </a:p>
        </p:txBody>
      </p:sp>
      <p:sp>
        <p:nvSpPr>
          <p:cNvPr id="8" name="dp43-comparison / n8">
            <a:extLst xmlns:a="http://schemas.openxmlformats.org/drawingml/2006/main">
              <a:ext uri="{FF2B5EF4-FFF2-40B4-BE49-F238E27FC236}">
                <a16:creationId xmlns:a16="http://schemas.microsoft.com/office/drawing/2014/main" id="{C32C25CC-4884-4DA1-8BE3-2DB5D67D4EF1}"/>
              </a:ext>
            </a:extLst>
          </p:cNvPr>
          <p:cNvSpPr>
            <a:spLocks xmlns:a="http://schemas.openxmlformats.org/drawingml/2006/main" noGrp="1"/>
          </p:cNvSpPr>
          <p:nvPr/>
        </p:nvSpPr>
        <p:spPr>
          <a:xfrm xmlns:a="http://schemas.openxmlformats.org/drawingml/2006/main">
            <a:off x="381000" y="1790700"/>
            <a:ext cx="17526000" cy="523875"/>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3-comparison / n9 / text 1">
            <a:extLst xmlns:a="http://schemas.openxmlformats.org/drawingml/2006/main">
              <a:ext uri="{FF2B5EF4-FFF2-40B4-BE49-F238E27FC236}">
                <a16:creationId xmlns:a16="http://schemas.microsoft.com/office/drawing/2014/main" id="{EF5798E8-70F3-4FE5-A19F-277380053F09}"/>
              </a:ext>
            </a:extLst>
          </p:cNvPr>
          <p:cNvSpPr>
            <a:spLocks xmlns:a="http://schemas.openxmlformats.org/drawingml/2006/main" noGrp="1"/>
          </p:cNvSpPr>
          <p:nvPr/>
        </p:nvSpPr>
        <p:spPr>
          <a:xfrm xmlns:a="http://schemas.openxmlformats.org/drawingml/2006/main">
            <a:off x="390525" y="1952625"/>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설계안</a:t>
            </a:r>
          </a:p>
        </p:txBody>
      </p:sp>
      <p:sp>
        <p:nvSpPr>
          <p:cNvPr id="10" name="dp43-comparison / n10">
            <a:extLst xmlns:a="http://schemas.openxmlformats.org/drawingml/2006/main">
              <a:ext uri="{FF2B5EF4-FFF2-40B4-BE49-F238E27FC236}">
                <a16:creationId xmlns:a16="http://schemas.microsoft.com/office/drawing/2014/main" id="{2B57F289-81A9-4CED-82D4-347CF1B83AE8}"/>
              </a:ext>
            </a:extLst>
          </p:cNvPr>
          <p:cNvSpPr>
            <a:spLocks xmlns:a="http://schemas.openxmlformats.org/drawingml/2006/main" noGrp="1"/>
          </p:cNvSpPr>
          <p:nvPr/>
        </p:nvSpPr>
        <p:spPr>
          <a:xfrm xmlns:a="http://schemas.openxmlformats.org/drawingml/2006/main">
            <a:off x="381000" y="2314575"/>
            <a:ext cx="17526000" cy="5257800"/>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1" name="dp43-comparison / n11 / text 1">
            <a:extLst xmlns:a="http://schemas.openxmlformats.org/drawingml/2006/main">
              <a:ext uri="{FF2B5EF4-FFF2-40B4-BE49-F238E27FC236}">
                <a16:creationId xmlns:a16="http://schemas.microsoft.com/office/drawing/2014/main" id="{292DA80D-A95A-4C46-876C-2C6A3BFC88E7}"/>
              </a:ext>
            </a:extLst>
          </p:cNvPr>
          <p:cNvSpPr>
            <a:spLocks xmlns:a="http://schemas.openxmlformats.org/drawingml/2006/main" noGrp="1"/>
          </p:cNvSpPr>
          <p:nvPr/>
        </p:nvSpPr>
        <p:spPr>
          <a:xfrm xmlns:a="http://schemas.openxmlformats.org/drawingml/2006/main">
            <a:off x="390525" y="24765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구조</a:t>
            </a:r>
          </a:p>
        </p:txBody>
      </p:sp>
      <p:sp>
        <p:nvSpPr>
          <p:cNvPr id="12" name="dp43-comparison / n12">
            <a:extLst xmlns:a="http://schemas.openxmlformats.org/drawingml/2006/main">
              <a:ext uri="{FF2B5EF4-FFF2-40B4-BE49-F238E27FC236}">
                <a16:creationId xmlns:a16="http://schemas.microsoft.com/office/drawing/2014/main" id="{FCF8F664-2F09-4DD1-B238-E6E1F53E35F2}"/>
              </a:ext>
            </a:extLst>
          </p:cNvPr>
          <p:cNvSpPr>
            <a:spLocks xmlns:a="http://schemas.openxmlformats.org/drawingml/2006/main" noGrp="1"/>
          </p:cNvSpPr>
          <p:nvPr/>
        </p:nvSpPr>
        <p:spPr>
          <a:xfrm xmlns:a="http://schemas.openxmlformats.org/drawingml/2006/main">
            <a:off x="381000" y="7572375"/>
            <a:ext cx="17526000" cy="762000"/>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3" name="dp43-comparison / n13 / text 1">
            <a:extLst xmlns:a="http://schemas.openxmlformats.org/drawingml/2006/main">
              <a:ext uri="{FF2B5EF4-FFF2-40B4-BE49-F238E27FC236}">
                <a16:creationId xmlns:a16="http://schemas.microsoft.com/office/drawing/2014/main" id="{E2D0359F-5AF4-4E77-B750-289561EA6824}"/>
              </a:ext>
            </a:extLst>
          </p:cNvPr>
          <p:cNvSpPr>
            <a:spLocks xmlns:a="http://schemas.openxmlformats.org/drawingml/2006/main" noGrp="1"/>
          </p:cNvSpPr>
          <p:nvPr/>
        </p:nvSpPr>
        <p:spPr>
          <a:xfrm xmlns:a="http://schemas.openxmlformats.org/drawingml/2006/main">
            <a:off x="390525" y="77343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장점</a:t>
            </a:r>
          </a:p>
        </p:txBody>
      </p:sp>
      <p:sp>
        <p:nvSpPr>
          <p:cNvPr id="14" name="dp43-comparison / n14">
            <a:extLst xmlns:a="http://schemas.openxmlformats.org/drawingml/2006/main">
              <a:ext uri="{FF2B5EF4-FFF2-40B4-BE49-F238E27FC236}">
                <a16:creationId xmlns:a16="http://schemas.microsoft.com/office/drawing/2014/main" id="{E5FC3BC8-7E88-44CB-8E35-0C0691E91725}"/>
              </a:ext>
            </a:extLst>
          </p:cNvPr>
          <p:cNvSpPr>
            <a:spLocks xmlns:a="http://schemas.openxmlformats.org/drawingml/2006/main" noGrp="1"/>
          </p:cNvSpPr>
          <p:nvPr/>
        </p:nvSpPr>
        <p:spPr>
          <a:xfrm xmlns:a="http://schemas.openxmlformats.org/drawingml/2006/main">
            <a:off x="381000" y="8334375"/>
            <a:ext cx="17526000" cy="762000"/>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5" name="dp43-comparison / n15 / text 1">
            <a:extLst xmlns:a="http://schemas.openxmlformats.org/drawingml/2006/main">
              <a:ext uri="{FF2B5EF4-FFF2-40B4-BE49-F238E27FC236}">
                <a16:creationId xmlns:a16="http://schemas.microsoft.com/office/drawing/2014/main" id="{F8C6AED6-6126-4CB5-B233-693020480982}"/>
              </a:ext>
            </a:extLst>
          </p:cNvPr>
          <p:cNvSpPr>
            <a:spLocks xmlns:a="http://schemas.openxmlformats.org/drawingml/2006/main" noGrp="1"/>
          </p:cNvSpPr>
          <p:nvPr/>
        </p:nvSpPr>
        <p:spPr>
          <a:xfrm xmlns:a="http://schemas.openxmlformats.org/drawingml/2006/main">
            <a:off x="390525" y="84963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단점</a:t>
            </a:r>
          </a:p>
        </p:txBody>
      </p:sp>
      <p:sp>
        <p:nvSpPr>
          <p:cNvPr id="16" name="dp43-comparison / n16">
            <a:extLst xmlns:a="http://schemas.openxmlformats.org/drawingml/2006/main">
              <a:ext uri="{FF2B5EF4-FFF2-40B4-BE49-F238E27FC236}">
                <a16:creationId xmlns:a16="http://schemas.microsoft.com/office/drawing/2014/main" id="{F57EEEDB-4660-4AAC-9D02-95C264202AD9}"/>
              </a:ext>
            </a:extLst>
          </p:cNvPr>
          <p:cNvSpPr>
            <a:spLocks xmlns:a="http://schemas.openxmlformats.org/drawingml/2006/main" noGrp="1"/>
          </p:cNvSpPr>
          <p:nvPr/>
        </p:nvSpPr>
        <p:spPr>
          <a:xfrm xmlns:a="http://schemas.openxmlformats.org/drawingml/2006/main">
            <a:off x="381000" y="9096375"/>
            <a:ext cx="17526000" cy="904875"/>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7" name="dp43-comparison / n17 / text 1">
            <a:extLst xmlns:a="http://schemas.openxmlformats.org/drawingml/2006/main">
              <a:ext uri="{FF2B5EF4-FFF2-40B4-BE49-F238E27FC236}">
                <a16:creationId xmlns:a16="http://schemas.microsoft.com/office/drawing/2014/main" id="{0B686EEB-BECB-4F3B-96E9-176D7D6F7538}"/>
              </a:ext>
            </a:extLst>
          </p:cNvPr>
          <p:cNvSpPr>
            <a:spLocks xmlns:a="http://schemas.openxmlformats.org/drawingml/2006/main" noGrp="1"/>
          </p:cNvSpPr>
          <p:nvPr/>
        </p:nvSpPr>
        <p:spPr>
          <a:xfrm xmlns:a="http://schemas.openxmlformats.org/drawingml/2006/main">
            <a:off x="390525" y="92583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QA</a:t>
            </a:r>
          </a:p>
        </p:txBody>
      </p:sp>
      <p:sp>
        <p:nvSpPr>
          <p:cNvPr id="18" name="dp43-comparison / n17 / text 2">
            <a:extLst xmlns:a="http://schemas.openxmlformats.org/drawingml/2006/main">
              <a:ext uri="{FF2B5EF4-FFF2-40B4-BE49-F238E27FC236}">
                <a16:creationId xmlns:a16="http://schemas.microsoft.com/office/drawing/2014/main" id="{CCC6A9DB-7DEB-401A-9B27-E60961168704}"/>
              </a:ext>
            </a:extLst>
          </p:cNvPr>
          <p:cNvSpPr>
            <a:spLocks xmlns:a="http://schemas.openxmlformats.org/drawingml/2006/main" noGrp="1"/>
          </p:cNvSpPr>
          <p:nvPr/>
        </p:nvSpPr>
        <p:spPr>
          <a:xfrm xmlns:a="http://schemas.openxmlformats.org/drawingml/2006/main">
            <a:off x="390525" y="950595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Trade-off</a:t>
            </a:r>
          </a:p>
        </p:txBody>
      </p:sp>
      <p:sp>
        <p:nvSpPr>
          <p:cNvPr id="19" name="dp43-comparison / n18 / path">
            <a:extLst xmlns:a="http://schemas.openxmlformats.org/drawingml/2006/main">
              <a:ext uri="{FF2B5EF4-FFF2-40B4-BE49-F238E27FC236}">
                <a16:creationId xmlns:a16="http://schemas.microsoft.com/office/drawing/2014/main" id="{C1F74FD7-D0FF-4878-8D4C-E7428C7286B4}"/>
              </a:ext>
            </a:extLst>
          </p:cNvPr>
          <p:cNvSpPr>
            <a:spLocks xmlns:a="http://schemas.openxmlformats.org/drawingml/2006/main" noGrp="1"/>
          </p:cNvSpPr>
          <p:nvPr/>
        </p:nvSpPr>
        <p:spPr>
          <a:xfrm xmlns:a="http://schemas.openxmlformats.org/drawingml/2006/main">
            <a:off x="1333500" y="1790700"/>
            <a:ext cx="953" cy="8210550"/>
          </a:xfrm>
          <a:custGeom xmlns:a="http://schemas.openxmlformats.org/drawingml/2006/main">
            <a:pathLst>
              <a:path w="953" h="8210550">
                <a:moveTo>
                  <a:pt x="0" y="0"/>
                </a:moveTo>
                <a:lnTo>
                  <a:pt x="0" y="8210550"/>
                </a:lnTo>
              </a:path>
            </a:pathLst>
          </a:custGeom>
          <a:noFill xmlns:a="http://schemas.openxmlformats.org/drawingml/2006/main"/>
          <a:ln xmlns:a="http://schemas.openxmlformats.org/drawingml/2006/main" w="19050">
            <a:solidFill>
              <a:srgbClr val="CDD6DE"/>
            </a:solidFill>
            <a:prstDash val="solid"/>
          </a:ln>
        </p:spPr>
      </p:sp>
      <p:sp>
        <p:nvSpPr>
          <p:cNvPr id="20" name="dp43-comparison / n19 / path">
            <a:extLst xmlns:a="http://schemas.openxmlformats.org/drawingml/2006/main">
              <a:ext uri="{FF2B5EF4-FFF2-40B4-BE49-F238E27FC236}">
                <a16:creationId xmlns:a16="http://schemas.microsoft.com/office/drawing/2014/main" id="{79F6D12A-B01F-4781-B19A-8D30DD9CBB4C}"/>
              </a:ext>
            </a:extLst>
          </p:cNvPr>
          <p:cNvSpPr>
            <a:spLocks xmlns:a="http://schemas.openxmlformats.org/drawingml/2006/main" noGrp="1"/>
          </p:cNvSpPr>
          <p:nvPr/>
        </p:nvSpPr>
        <p:spPr>
          <a:xfrm xmlns:a="http://schemas.openxmlformats.org/drawingml/2006/main">
            <a:off x="9620250" y="1790700"/>
            <a:ext cx="953" cy="8210550"/>
          </a:xfrm>
          <a:custGeom xmlns:a="http://schemas.openxmlformats.org/drawingml/2006/main">
            <a:pathLst>
              <a:path w="953" h="8210550">
                <a:moveTo>
                  <a:pt x="0" y="0"/>
                </a:moveTo>
                <a:lnTo>
                  <a:pt x="0" y="8210550"/>
                </a:lnTo>
              </a:path>
            </a:pathLst>
          </a:custGeom>
          <a:noFill xmlns:a="http://schemas.openxmlformats.org/drawingml/2006/main"/>
          <a:ln xmlns:a="http://schemas.openxmlformats.org/drawingml/2006/main" w="19050">
            <a:solidFill>
              <a:srgbClr val="CDD6DE"/>
            </a:solidFill>
            <a:prstDash val="solid"/>
          </a:ln>
        </p:spPr>
      </p:sp>
      <p:sp>
        <p:nvSpPr>
          <p:cNvPr id="21" name="dp43-comparison / n20 / text 1">
            <a:extLst xmlns:a="http://schemas.openxmlformats.org/drawingml/2006/main">
              <a:ext uri="{FF2B5EF4-FFF2-40B4-BE49-F238E27FC236}">
                <a16:creationId xmlns:a16="http://schemas.microsoft.com/office/drawing/2014/main" id="{8B537292-B858-4487-B4D0-31CB9E9532ED}"/>
              </a:ext>
            </a:extLst>
          </p:cNvPr>
          <p:cNvSpPr>
            <a:spLocks xmlns:a="http://schemas.openxmlformats.org/drawingml/2006/main" noGrp="1"/>
          </p:cNvSpPr>
          <p:nvPr/>
        </p:nvSpPr>
        <p:spPr>
          <a:xfrm xmlns:a="http://schemas.openxmlformats.org/drawingml/2006/main">
            <a:off x="1485900" y="1933575"/>
            <a:ext cx="798195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A 통합 의미 생산</a:t>
            </a:r>
          </a:p>
        </p:txBody>
      </p:sp>
      <p:sp>
        <p:nvSpPr>
          <p:cNvPr id="22" name="dp43-comparison / n21 / text 1">
            <a:extLst xmlns:a="http://schemas.openxmlformats.org/drawingml/2006/main">
              <a:ext uri="{FF2B5EF4-FFF2-40B4-BE49-F238E27FC236}">
                <a16:creationId xmlns:a16="http://schemas.microsoft.com/office/drawing/2014/main" id="{FF683370-F6AC-427E-8380-81458AFC2234}"/>
              </a:ext>
            </a:extLst>
          </p:cNvPr>
          <p:cNvSpPr>
            <a:spLocks xmlns:a="http://schemas.openxmlformats.org/drawingml/2006/main" noGrp="1"/>
          </p:cNvSpPr>
          <p:nvPr/>
        </p:nvSpPr>
        <p:spPr>
          <a:xfrm xmlns:a="http://schemas.openxmlformats.org/drawingml/2006/main">
            <a:off x="1504950" y="7696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관련 의미의 공동 판단으로 정확 처리율 94% (기능 정확성 ↑)</a:t>
            </a:r>
          </a:p>
        </p:txBody>
      </p:sp>
      <p:sp>
        <p:nvSpPr>
          <p:cNvPr id="23" name="dp43-comparison / n22 / text 1">
            <a:extLst xmlns:a="http://schemas.openxmlformats.org/drawingml/2006/main">
              <a:ext uri="{FF2B5EF4-FFF2-40B4-BE49-F238E27FC236}">
                <a16:creationId xmlns:a16="http://schemas.microsoft.com/office/drawing/2014/main" id="{5508BDB6-7076-4A05-B98B-EE02F0D16684}"/>
              </a:ext>
            </a:extLst>
          </p:cNvPr>
          <p:cNvSpPr>
            <a:spLocks xmlns:a="http://schemas.openxmlformats.org/drawingml/2006/main" noGrp="1"/>
          </p:cNvSpPr>
          <p:nvPr/>
        </p:nvSpPr>
        <p:spPr>
          <a:xfrm xmlns:a="http://schemas.openxmlformats.org/drawingml/2006/main">
            <a:off x="1504950" y="7972425"/>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부분 제안 간 교환 축소로 평균 VIA 처리시간 5.5 s (요청 완료 신속성 ↑)</a:t>
            </a:r>
          </a:p>
        </p:txBody>
      </p:sp>
      <p:sp>
        <p:nvSpPr>
          <p:cNvPr id="24" name="dp43-comparison / n23 / text 1">
            <a:extLst xmlns:a="http://schemas.openxmlformats.org/drawingml/2006/main">
              <a:ext uri="{FF2B5EF4-FFF2-40B4-BE49-F238E27FC236}">
                <a16:creationId xmlns:a16="http://schemas.microsoft.com/office/drawing/2014/main" id="{D3A4836B-CD09-4DB1-8975-4042FD2700B8}"/>
              </a:ext>
            </a:extLst>
          </p:cNvPr>
          <p:cNvSpPr>
            <a:spLocks xmlns:a="http://schemas.openxmlformats.org/drawingml/2006/main" noGrp="1"/>
          </p:cNvSpPr>
          <p:nvPr/>
        </p:nvSpPr>
        <p:spPr>
          <a:xfrm xmlns:a="http://schemas.openxmlformats.org/drawingml/2006/main">
            <a:off x="1504950" y="8458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통합 의미 생산 계약의 변경 전파, 평균 4.0개 (변경 용이성 ↓)</a:t>
            </a:r>
          </a:p>
        </p:txBody>
      </p:sp>
      <p:sp>
        <p:nvSpPr>
          <p:cNvPr id="25" name="dp43-comparison / n24 / text 1">
            <a:extLst xmlns:a="http://schemas.openxmlformats.org/drawingml/2006/main">
              <a:ext uri="{FF2B5EF4-FFF2-40B4-BE49-F238E27FC236}">
                <a16:creationId xmlns:a16="http://schemas.microsoft.com/office/drawing/2014/main" id="{FBB3211D-E6AD-4B49-8B32-A2C984846FA4}"/>
              </a:ext>
            </a:extLst>
          </p:cNvPr>
          <p:cNvSpPr>
            <a:spLocks xmlns:a="http://schemas.openxmlformats.org/drawingml/2006/main" noGrp="1"/>
          </p:cNvSpPr>
          <p:nvPr/>
        </p:nvSpPr>
        <p:spPr>
          <a:xfrm xmlns:a="http://schemas.openxmlformats.org/drawingml/2006/main">
            <a:off x="1504950" y="918210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V-01 기능 정확성</a:t>
            </a:r>
          </a:p>
        </p:txBody>
      </p:sp>
      <p:sp>
        <p:nvSpPr>
          <p:cNvPr id="26" name="dp43-comparison / n25 / text 1">
            <a:extLst xmlns:a="http://schemas.openxmlformats.org/drawingml/2006/main">
              <a:ext uri="{FF2B5EF4-FFF2-40B4-BE49-F238E27FC236}">
                <a16:creationId xmlns:a16="http://schemas.microsoft.com/office/drawing/2014/main" id="{AD86E470-4838-48B4-8AE0-ED7567CDE385}"/>
              </a:ext>
            </a:extLst>
          </p:cNvPr>
          <p:cNvSpPr>
            <a:spLocks xmlns:a="http://schemas.openxmlformats.org/drawingml/2006/main" noGrp="1"/>
          </p:cNvSpPr>
          <p:nvPr/>
        </p:nvSpPr>
        <p:spPr>
          <a:xfrm xmlns:a="http://schemas.openxmlformats.org/drawingml/2006/main">
            <a:off x="4905375" y="917257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27" name="dp43-comparison / n26 / text 1">
            <a:extLst xmlns:a="http://schemas.openxmlformats.org/drawingml/2006/main">
              <a:ext uri="{FF2B5EF4-FFF2-40B4-BE49-F238E27FC236}">
                <a16:creationId xmlns:a16="http://schemas.microsoft.com/office/drawing/2014/main" id="{E9F529F0-1CB5-465F-B640-4ACBD90BBC9C}"/>
              </a:ext>
            </a:extLst>
          </p:cNvPr>
          <p:cNvSpPr>
            <a:spLocks xmlns:a="http://schemas.openxmlformats.org/drawingml/2006/main" noGrp="1"/>
          </p:cNvSpPr>
          <p:nvPr/>
        </p:nvSpPr>
        <p:spPr>
          <a:xfrm xmlns:a="http://schemas.openxmlformats.org/drawingml/2006/main">
            <a:off x="6124575" y="918210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94%</a:t>
            </a:r>
          </a:p>
        </p:txBody>
      </p:sp>
      <p:sp>
        <p:nvSpPr>
          <p:cNvPr id="28" name="dp43-comparison / n27 / text 1">
            <a:extLst xmlns:a="http://schemas.openxmlformats.org/drawingml/2006/main">
              <a:ext uri="{FF2B5EF4-FFF2-40B4-BE49-F238E27FC236}">
                <a16:creationId xmlns:a16="http://schemas.microsoft.com/office/drawing/2014/main" id="{6962E327-C4F9-4024-9539-0AE893FB3638}"/>
              </a:ext>
            </a:extLst>
          </p:cNvPr>
          <p:cNvSpPr>
            <a:spLocks xmlns:a="http://schemas.openxmlformats.org/drawingml/2006/main" noGrp="1"/>
          </p:cNvSpPr>
          <p:nvPr/>
        </p:nvSpPr>
        <p:spPr>
          <a:xfrm xmlns:a="http://schemas.openxmlformats.org/drawingml/2006/main">
            <a:off x="7543800" y="920115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정확 처리율 ↑</a:t>
            </a:r>
          </a:p>
        </p:txBody>
      </p:sp>
      <p:sp>
        <p:nvSpPr>
          <p:cNvPr id="29" name="dp43-comparison / n28 / text 1">
            <a:extLst xmlns:a="http://schemas.openxmlformats.org/drawingml/2006/main">
              <a:ext uri="{FF2B5EF4-FFF2-40B4-BE49-F238E27FC236}">
                <a16:creationId xmlns:a16="http://schemas.microsoft.com/office/drawing/2014/main" id="{D3B24DAD-A575-48CA-8AB7-86E7E4D5E3F2}"/>
              </a:ext>
            </a:extLst>
          </p:cNvPr>
          <p:cNvSpPr>
            <a:spLocks xmlns:a="http://schemas.openxmlformats.org/drawingml/2006/main" noGrp="1"/>
          </p:cNvSpPr>
          <p:nvPr/>
        </p:nvSpPr>
        <p:spPr>
          <a:xfrm xmlns:a="http://schemas.openxmlformats.org/drawingml/2006/main">
            <a:off x="1504950" y="9439275"/>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V-05 요청 완료 신속성</a:t>
            </a:r>
          </a:p>
        </p:txBody>
      </p:sp>
      <p:sp>
        <p:nvSpPr>
          <p:cNvPr id="30" name="dp43-comparison / n29 / text 1">
            <a:extLst xmlns:a="http://schemas.openxmlformats.org/drawingml/2006/main">
              <a:ext uri="{FF2B5EF4-FFF2-40B4-BE49-F238E27FC236}">
                <a16:creationId xmlns:a16="http://schemas.microsoft.com/office/drawing/2014/main" id="{E84C7CF1-BA9D-4904-AEE5-412D53BA096A}"/>
              </a:ext>
            </a:extLst>
          </p:cNvPr>
          <p:cNvSpPr>
            <a:spLocks xmlns:a="http://schemas.openxmlformats.org/drawingml/2006/main" noGrp="1"/>
          </p:cNvSpPr>
          <p:nvPr/>
        </p:nvSpPr>
        <p:spPr>
          <a:xfrm xmlns:a="http://schemas.openxmlformats.org/drawingml/2006/main">
            <a:off x="4905375" y="9429750"/>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31" name="dp43-comparison / n30 / text 1">
            <a:extLst xmlns:a="http://schemas.openxmlformats.org/drawingml/2006/main">
              <a:ext uri="{FF2B5EF4-FFF2-40B4-BE49-F238E27FC236}">
                <a16:creationId xmlns:a16="http://schemas.microsoft.com/office/drawing/2014/main" id="{9D057175-04C8-4F7D-80F3-DD69ECE5C6C3}"/>
              </a:ext>
            </a:extLst>
          </p:cNvPr>
          <p:cNvSpPr>
            <a:spLocks xmlns:a="http://schemas.openxmlformats.org/drawingml/2006/main" noGrp="1"/>
          </p:cNvSpPr>
          <p:nvPr/>
        </p:nvSpPr>
        <p:spPr>
          <a:xfrm xmlns:a="http://schemas.openxmlformats.org/drawingml/2006/main">
            <a:off x="6124575" y="9439275"/>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5.5 s</a:t>
            </a:r>
          </a:p>
        </p:txBody>
      </p:sp>
      <p:sp>
        <p:nvSpPr>
          <p:cNvPr id="32" name="dp43-comparison / n31 / text 1">
            <a:extLst xmlns:a="http://schemas.openxmlformats.org/drawingml/2006/main">
              <a:ext uri="{FF2B5EF4-FFF2-40B4-BE49-F238E27FC236}">
                <a16:creationId xmlns:a16="http://schemas.microsoft.com/office/drawing/2014/main" id="{FF08159F-B5BE-4837-BF57-73AE45D59A3F}"/>
              </a:ext>
            </a:extLst>
          </p:cNvPr>
          <p:cNvSpPr>
            <a:spLocks xmlns:a="http://schemas.openxmlformats.org/drawingml/2006/main" noGrp="1"/>
          </p:cNvSpPr>
          <p:nvPr/>
        </p:nvSpPr>
        <p:spPr>
          <a:xfrm xmlns:a="http://schemas.openxmlformats.org/drawingml/2006/main">
            <a:off x="7543800" y="9458325"/>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VIA 처리시간 ↓</a:t>
            </a:r>
          </a:p>
        </p:txBody>
      </p:sp>
      <p:sp>
        <p:nvSpPr>
          <p:cNvPr id="33" name="dp43-comparison / n32 / text 1">
            <a:extLst xmlns:a="http://schemas.openxmlformats.org/drawingml/2006/main">
              <a:ext uri="{FF2B5EF4-FFF2-40B4-BE49-F238E27FC236}">
                <a16:creationId xmlns:a16="http://schemas.microsoft.com/office/drawing/2014/main" id="{58FD4385-D67A-410A-BC1C-E7B84A39FDEB}"/>
              </a:ext>
            </a:extLst>
          </p:cNvPr>
          <p:cNvSpPr>
            <a:spLocks xmlns:a="http://schemas.openxmlformats.org/drawingml/2006/main" noGrp="1"/>
          </p:cNvSpPr>
          <p:nvPr/>
        </p:nvSpPr>
        <p:spPr>
          <a:xfrm xmlns:a="http://schemas.openxmlformats.org/drawingml/2006/main">
            <a:off x="1504950" y="969645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V-08 변경 용이성</a:t>
            </a:r>
          </a:p>
        </p:txBody>
      </p:sp>
      <p:sp>
        <p:nvSpPr>
          <p:cNvPr id="34" name="dp43-comparison / n33 / text 1">
            <a:extLst xmlns:a="http://schemas.openxmlformats.org/drawingml/2006/main">
              <a:ext uri="{FF2B5EF4-FFF2-40B4-BE49-F238E27FC236}">
                <a16:creationId xmlns:a16="http://schemas.microsoft.com/office/drawing/2014/main" id="{CB30949B-C289-4FBF-9F32-B5CD7330D0B7}"/>
              </a:ext>
            </a:extLst>
          </p:cNvPr>
          <p:cNvSpPr>
            <a:spLocks xmlns:a="http://schemas.openxmlformats.org/drawingml/2006/main" noGrp="1"/>
          </p:cNvSpPr>
          <p:nvPr/>
        </p:nvSpPr>
        <p:spPr>
          <a:xfrm xmlns:a="http://schemas.openxmlformats.org/drawingml/2006/main">
            <a:off x="4905375" y="968692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35" name="dp43-comparison / n34 / text 1">
            <a:extLst xmlns:a="http://schemas.openxmlformats.org/drawingml/2006/main">
              <a:ext uri="{FF2B5EF4-FFF2-40B4-BE49-F238E27FC236}">
                <a16:creationId xmlns:a16="http://schemas.microsoft.com/office/drawing/2014/main" id="{CDB0035C-441D-47A2-AD36-91889992E8AF}"/>
              </a:ext>
            </a:extLst>
          </p:cNvPr>
          <p:cNvSpPr>
            <a:spLocks xmlns:a="http://schemas.openxmlformats.org/drawingml/2006/main" noGrp="1"/>
          </p:cNvSpPr>
          <p:nvPr/>
        </p:nvSpPr>
        <p:spPr>
          <a:xfrm xmlns:a="http://schemas.openxmlformats.org/drawingml/2006/main">
            <a:off x="6124575" y="969645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4.0개</a:t>
            </a:r>
          </a:p>
        </p:txBody>
      </p:sp>
      <p:sp>
        <p:nvSpPr>
          <p:cNvPr id="36" name="dp43-comparison / n35 / text 1">
            <a:extLst xmlns:a="http://schemas.openxmlformats.org/drawingml/2006/main">
              <a:ext uri="{FF2B5EF4-FFF2-40B4-BE49-F238E27FC236}">
                <a16:creationId xmlns:a16="http://schemas.microsoft.com/office/drawing/2014/main" id="{25E14D77-E172-4FE3-93C8-385BB6B5B211}"/>
              </a:ext>
            </a:extLst>
          </p:cNvPr>
          <p:cNvSpPr>
            <a:spLocks xmlns:a="http://schemas.openxmlformats.org/drawingml/2006/main" noGrp="1"/>
          </p:cNvSpPr>
          <p:nvPr/>
        </p:nvSpPr>
        <p:spPr>
          <a:xfrm xmlns:a="http://schemas.openxmlformats.org/drawingml/2006/main">
            <a:off x="7543800" y="971550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변경 요소 수 ↓</a:t>
            </a:r>
          </a:p>
        </p:txBody>
      </p:sp>
      <p:sp>
        <p:nvSpPr>
          <p:cNvPr id="37" name="dp43-comparison / n36 / text 1">
            <a:extLst xmlns:a="http://schemas.openxmlformats.org/drawingml/2006/main">
              <a:ext uri="{FF2B5EF4-FFF2-40B4-BE49-F238E27FC236}">
                <a16:creationId xmlns:a16="http://schemas.microsoft.com/office/drawing/2014/main" id="{ADF054C0-872D-4F8C-A104-CC06881D6647}"/>
              </a:ext>
            </a:extLst>
          </p:cNvPr>
          <p:cNvSpPr>
            <a:spLocks xmlns:a="http://schemas.openxmlformats.org/drawingml/2006/main" noGrp="1"/>
          </p:cNvSpPr>
          <p:nvPr/>
        </p:nvSpPr>
        <p:spPr>
          <a:xfrm xmlns:a="http://schemas.openxmlformats.org/drawingml/2006/main">
            <a:off x="9772650" y="1933575"/>
            <a:ext cx="798195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C 기능별 의미 생산과 코드 조정</a:t>
            </a:r>
          </a:p>
        </p:txBody>
      </p:sp>
      <p:sp>
        <p:nvSpPr>
          <p:cNvPr id="38" name="dp43-comparison / n37 / text 1">
            <a:extLst xmlns:a="http://schemas.openxmlformats.org/drawingml/2006/main">
              <a:ext uri="{FF2B5EF4-FFF2-40B4-BE49-F238E27FC236}">
                <a16:creationId xmlns:a16="http://schemas.microsoft.com/office/drawing/2014/main" id="{F6CD0C19-B743-49CE-BC4B-D4069BD4DCC4}"/>
              </a:ext>
            </a:extLst>
          </p:cNvPr>
          <p:cNvSpPr>
            <a:spLocks xmlns:a="http://schemas.openxmlformats.org/drawingml/2006/main" noGrp="1"/>
          </p:cNvSpPr>
          <p:nvPr/>
        </p:nvSpPr>
        <p:spPr>
          <a:xfrm xmlns:a="http://schemas.openxmlformats.org/drawingml/2006/main">
            <a:off x="9791700" y="7696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특정 기능의 생산 책임 분리로 변경 평균 2.0개 (변경 용이성 ↑)</a:t>
            </a:r>
          </a:p>
        </p:txBody>
      </p:sp>
      <p:sp>
        <p:nvSpPr>
          <p:cNvPr id="39" name="dp43-comparison / n38 / text 1">
            <a:extLst xmlns:a="http://schemas.openxmlformats.org/drawingml/2006/main">
              <a:ext uri="{FF2B5EF4-FFF2-40B4-BE49-F238E27FC236}">
                <a16:creationId xmlns:a16="http://schemas.microsoft.com/office/drawing/2014/main" id="{BD9C6E5A-277C-46A4-8EF1-7C04DBFA1A67}"/>
              </a:ext>
            </a:extLst>
          </p:cNvPr>
          <p:cNvSpPr>
            <a:spLocks xmlns:a="http://schemas.openxmlformats.org/drawingml/2006/main" noGrp="1"/>
          </p:cNvSpPr>
          <p:nvPr/>
        </p:nvSpPr>
        <p:spPr>
          <a:xfrm xmlns:a="http://schemas.openxmlformats.org/drawingml/2006/main">
            <a:off x="9791700" y="8458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부분 의미 불일치와 오류 전파로 정확 처리율 91% (기능 정확성 ↓)</a:t>
            </a:r>
          </a:p>
        </p:txBody>
      </p:sp>
      <p:sp>
        <p:nvSpPr>
          <p:cNvPr id="40" name="dp43-comparison / n39 / text 1">
            <a:extLst xmlns:a="http://schemas.openxmlformats.org/drawingml/2006/main">
              <a:ext uri="{FF2B5EF4-FFF2-40B4-BE49-F238E27FC236}">
                <a16:creationId xmlns:a16="http://schemas.microsoft.com/office/drawing/2014/main" id="{4F6E9DBE-D298-4195-AC07-F5F3F73BE1BD}"/>
              </a:ext>
            </a:extLst>
          </p:cNvPr>
          <p:cNvSpPr>
            <a:spLocks xmlns:a="http://schemas.openxmlformats.org/drawingml/2006/main" noGrp="1"/>
          </p:cNvSpPr>
          <p:nvPr/>
        </p:nvSpPr>
        <p:spPr>
          <a:xfrm xmlns:a="http://schemas.openxmlformats.org/drawingml/2006/main">
            <a:off x="9791700" y="8734425"/>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제안 교환과 재판단으로 평균 VIA 처리시간 7.2 s (요청 완료 신속성 ↓)</a:t>
            </a:r>
          </a:p>
        </p:txBody>
      </p:sp>
      <p:sp>
        <p:nvSpPr>
          <p:cNvPr id="41" name="dp43-comparison / n40 / text 1">
            <a:extLst xmlns:a="http://schemas.openxmlformats.org/drawingml/2006/main">
              <a:ext uri="{FF2B5EF4-FFF2-40B4-BE49-F238E27FC236}">
                <a16:creationId xmlns:a16="http://schemas.microsoft.com/office/drawing/2014/main" id="{BB1A22BB-1BDD-426A-95C1-C100B3DBED97}"/>
              </a:ext>
            </a:extLst>
          </p:cNvPr>
          <p:cNvSpPr>
            <a:spLocks xmlns:a="http://schemas.openxmlformats.org/drawingml/2006/main" noGrp="1"/>
          </p:cNvSpPr>
          <p:nvPr/>
        </p:nvSpPr>
        <p:spPr>
          <a:xfrm xmlns:a="http://schemas.openxmlformats.org/drawingml/2006/main">
            <a:off x="9791700" y="918210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V-01 기능 정확성</a:t>
            </a:r>
          </a:p>
        </p:txBody>
      </p:sp>
      <p:sp>
        <p:nvSpPr>
          <p:cNvPr id="42" name="dp43-comparison / n41 / text 1">
            <a:extLst xmlns:a="http://schemas.openxmlformats.org/drawingml/2006/main">
              <a:ext uri="{FF2B5EF4-FFF2-40B4-BE49-F238E27FC236}">
                <a16:creationId xmlns:a16="http://schemas.microsoft.com/office/drawing/2014/main" id="{F526641B-EC60-4162-93D1-B0BE2750D6FD}"/>
              </a:ext>
            </a:extLst>
          </p:cNvPr>
          <p:cNvSpPr>
            <a:spLocks xmlns:a="http://schemas.openxmlformats.org/drawingml/2006/main" noGrp="1"/>
          </p:cNvSpPr>
          <p:nvPr/>
        </p:nvSpPr>
        <p:spPr>
          <a:xfrm xmlns:a="http://schemas.openxmlformats.org/drawingml/2006/main">
            <a:off x="13192125" y="917257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43" name="dp43-comparison / n42 / text 1">
            <a:extLst xmlns:a="http://schemas.openxmlformats.org/drawingml/2006/main">
              <a:ext uri="{FF2B5EF4-FFF2-40B4-BE49-F238E27FC236}">
                <a16:creationId xmlns:a16="http://schemas.microsoft.com/office/drawing/2014/main" id="{DE865445-C919-4ADA-87EF-DE6CB4AEAA62}"/>
              </a:ext>
            </a:extLst>
          </p:cNvPr>
          <p:cNvSpPr>
            <a:spLocks xmlns:a="http://schemas.openxmlformats.org/drawingml/2006/main" noGrp="1"/>
          </p:cNvSpPr>
          <p:nvPr/>
        </p:nvSpPr>
        <p:spPr>
          <a:xfrm xmlns:a="http://schemas.openxmlformats.org/drawingml/2006/main">
            <a:off x="14411325" y="918210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91%</a:t>
            </a:r>
          </a:p>
        </p:txBody>
      </p:sp>
      <p:sp>
        <p:nvSpPr>
          <p:cNvPr id="44" name="dp43-comparison / n43 / text 1">
            <a:extLst xmlns:a="http://schemas.openxmlformats.org/drawingml/2006/main">
              <a:ext uri="{FF2B5EF4-FFF2-40B4-BE49-F238E27FC236}">
                <a16:creationId xmlns:a16="http://schemas.microsoft.com/office/drawing/2014/main" id="{95E09A1D-9041-478D-A5BC-FD60F33657DC}"/>
              </a:ext>
            </a:extLst>
          </p:cNvPr>
          <p:cNvSpPr>
            <a:spLocks xmlns:a="http://schemas.openxmlformats.org/drawingml/2006/main" noGrp="1"/>
          </p:cNvSpPr>
          <p:nvPr/>
        </p:nvSpPr>
        <p:spPr>
          <a:xfrm xmlns:a="http://schemas.openxmlformats.org/drawingml/2006/main">
            <a:off x="15830550" y="920115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정확 처리율 ↑</a:t>
            </a:r>
          </a:p>
        </p:txBody>
      </p:sp>
      <p:sp>
        <p:nvSpPr>
          <p:cNvPr id="45" name="dp43-comparison / n44 / text 1">
            <a:extLst xmlns:a="http://schemas.openxmlformats.org/drawingml/2006/main">
              <a:ext uri="{FF2B5EF4-FFF2-40B4-BE49-F238E27FC236}">
                <a16:creationId xmlns:a16="http://schemas.microsoft.com/office/drawing/2014/main" id="{22C3FC05-DFFD-406E-80E1-D8E5DE5609DE}"/>
              </a:ext>
            </a:extLst>
          </p:cNvPr>
          <p:cNvSpPr>
            <a:spLocks xmlns:a="http://schemas.openxmlformats.org/drawingml/2006/main" noGrp="1"/>
          </p:cNvSpPr>
          <p:nvPr/>
        </p:nvSpPr>
        <p:spPr>
          <a:xfrm xmlns:a="http://schemas.openxmlformats.org/drawingml/2006/main">
            <a:off x="9791700" y="9439275"/>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V-05 요청 완료 신속성</a:t>
            </a:r>
          </a:p>
        </p:txBody>
      </p:sp>
      <p:sp>
        <p:nvSpPr>
          <p:cNvPr id="46" name="dp43-comparison / n45 / text 1">
            <a:extLst xmlns:a="http://schemas.openxmlformats.org/drawingml/2006/main">
              <a:ext uri="{FF2B5EF4-FFF2-40B4-BE49-F238E27FC236}">
                <a16:creationId xmlns:a16="http://schemas.microsoft.com/office/drawing/2014/main" id="{DD7F858D-1BE8-416B-B84D-CF105683BB8E}"/>
              </a:ext>
            </a:extLst>
          </p:cNvPr>
          <p:cNvSpPr>
            <a:spLocks xmlns:a="http://schemas.openxmlformats.org/drawingml/2006/main" noGrp="1"/>
          </p:cNvSpPr>
          <p:nvPr/>
        </p:nvSpPr>
        <p:spPr>
          <a:xfrm xmlns:a="http://schemas.openxmlformats.org/drawingml/2006/main">
            <a:off x="13192125" y="9429750"/>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47" name="dp43-comparison / n46 / text 1">
            <a:extLst xmlns:a="http://schemas.openxmlformats.org/drawingml/2006/main">
              <a:ext uri="{FF2B5EF4-FFF2-40B4-BE49-F238E27FC236}">
                <a16:creationId xmlns:a16="http://schemas.microsoft.com/office/drawing/2014/main" id="{1E4399A6-7B81-4720-9A35-F22767D73CBF}"/>
              </a:ext>
            </a:extLst>
          </p:cNvPr>
          <p:cNvSpPr>
            <a:spLocks xmlns:a="http://schemas.openxmlformats.org/drawingml/2006/main" noGrp="1"/>
          </p:cNvSpPr>
          <p:nvPr/>
        </p:nvSpPr>
        <p:spPr>
          <a:xfrm xmlns:a="http://schemas.openxmlformats.org/drawingml/2006/main">
            <a:off x="14411325" y="9439275"/>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7.2 s</a:t>
            </a:r>
          </a:p>
        </p:txBody>
      </p:sp>
      <p:sp>
        <p:nvSpPr>
          <p:cNvPr id="48" name="dp43-comparison / n47 / text 1">
            <a:extLst xmlns:a="http://schemas.openxmlformats.org/drawingml/2006/main">
              <a:ext uri="{FF2B5EF4-FFF2-40B4-BE49-F238E27FC236}">
                <a16:creationId xmlns:a16="http://schemas.microsoft.com/office/drawing/2014/main" id="{5A5F511E-621F-4D0F-A04C-C4A517C94A75}"/>
              </a:ext>
            </a:extLst>
          </p:cNvPr>
          <p:cNvSpPr>
            <a:spLocks xmlns:a="http://schemas.openxmlformats.org/drawingml/2006/main" noGrp="1"/>
          </p:cNvSpPr>
          <p:nvPr/>
        </p:nvSpPr>
        <p:spPr>
          <a:xfrm xmlns:a="http://schemas.openxmlformats.org/drawingml/2006/main">
            <a:off x="15830550" y="9458325"/>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VIA 처리시간 ↓</a:t>
            </a:r>
          </a:p>
        </p:txBody>
      </p:sp>
      <p:sp>
        <p:nvSpPr>
          <p:cNvPr id="49" name="dp43-comparison / n48 / text 1">
            <a:extLst xmlns:a="http://schemas.openxmlformats.org/drawingml/2006/main">
              <a:ext uri="{FF2B5EF4-FFF2-40B4-BE49-F238E27FC236}">
                <a16:creationId xmlns:a16="http://schemas.microsoft.com/office/drawing/2014/main" id="{88C55308-3305-47E8-B6B7-A8965F66EBD1}"/>
              </a:ext>
            </a:extLst>
          </p:cNvPr>
          <p:cNvSpPr>
            <a:spLocks xmlns:a="http://schemas.openxmlformats.org/drawingml/2006/main" noGrp="1"/>
          </p:cNvSpPr>
          <p:nvPr/>
        </p:nvSpPr>
        <p:spPr>
          <a:xfrm xmlns:a="http://schemas.openxmlformats.org/drawingml/2006/main">
            <a:off x="9791700" y="969645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V-08 변경 용이성</a:t>
            </a:r>
          </a:p>
        </p:txBody>
      </p:sp>
      <p:sp>
        <p:nvSpPr>
          <p:cNvPr id="50" name="dp43-comparison / n49 / text 1">
            <a:extLst xmlns:a="http://schemas.openxmlformats.org/drawingml/2006/main">
              <a:ext uri="{FF2B5EF4-FFF2-40B4-BE49-F238E27FC236}">
                <a16:creationId xmlns:a16="http://schemas.microsoft.com/office/drawing/2014/main" id="{ABD6DF43-43DE-4C27-BD49-E6F0EF77AE85}"/>
              </a:ext>
            </a:extLst>
          </p:cNvPr>
          <p:cNvSpPr>
            <a:spLocks xmlns:a="http://schemas.openxmlformats.org/drawingml/2006/main" noGrp="1"/>
          </p:cNvSpPr>
          <p:nvPr/>
        </p:nvSpPr>
        <p:spPr>
          <a:xfrm xmlns:a="http://schemas.openxmlformats.org/drawingml/2006/main">
            <a:off x="13192125" y="968692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51" name="dp43-comparison / n50 / text 1">
            <a:extLst xmlns:a="http://schemas.openxmlformats.org/drawingml/2006/main">
              <a:ext uri="{FF2B5EF4-FFF2-40B4-BE49-F238E27FC236}">
                <a16:creationId xmlns:a16="http://schemas.microsoft.com/office/drawing/2014/main" id="{724C1578-83EA-4463-882D-70BDED5FABAC}"/>
              </a:ext>
            </a:extLst>
          </p:cNvPr>
          <p:cNvSpPr>
            <a:spLocks xmlns:a="http://schemas.openxmlformats.org/drawingml/2006/main" noGrp="1"/>
          </p:cNvSpPr>
          <p:nvPr/>
        </p:nvSpPr>
        <p:spPr>
          <a:xfrm xmlns:a="http://schemas.openxmlformats.org/drawingml/2006/main">
            <a:off x="14411325" y="969645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2.0개</a:t>
            </a:r>
          </a:p>
        </p:txBody>
      </p:sp>
      <p:sp>
        <p:nvSpPr>
          <p:cNvPr id="52" name="dp43-comparison / n51 / text 1">
            <a:extLst xmlns:a="http://schemas.openxmlformats.org/drawingml/2006/main">
              <a:ext uri="{FF2B5EF4-FFF2-40B4-BE49-F238E27FC236}">
                <a16:creationId xmlns:a16="http://schemas.microsoft.com/office/drawing/2014/main" id="{0DD24039-CAD3-4997-A81A-8630B9314FC8}"/>
              </a:ext>
            </a:extLst>
          </p:cNvPr>
          <p:cNvSpPr>
            <a:spLocks xmlns:a="http://schemas.openxmlformats.org/drawingml/2006/main" noGrp="1"/>
          </p:cNvSpPr>
          <p:nvPr/>
        </p:nvSpPr>
        <p:spPr>
          <a:xfrm xmlns:a="http://schemas.openxmlformats.org/drawingml/2006/main">
            <a:off x="15830550" y="971550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변경 요소 수 ↓</a:t>
            </a:r>
          </a:p>
        </p:txBody>
      </p:sp>
      <p:sp>
        <p:nvSpPr>
          <p:cNvPr id="53" name="dp43-comparison / n52 / text 1">
            <a:extLst xmlns:a="http://schemas.openxmlformats.org/drawingml/2006/main">
              <a:ext uri="{FF2B5EF4-FFF2-40B4-BE49-F238E27FC236}">
                <a16:creationId xmlns:a16="http://schemas.microsoft.com/office/drawing/2014/main" id="{7F1ED933-24E1-4C6C-943B-FBB10D296FF3}"/>
              </a:ext>
            </a:extLst>
          </p:cNvPr>
          <p:cNvSpPr>
            <a:spLocks xmlns:a="http://schemas.openxmlformats.org/drawingml/2006/main" noGrp="1"/>
          </p:cNvSpPr>
          <p:nvPr/>
        </p:nvSpPr>
        <p:spPr>
          <a:xfrm xmlns:a="http://schemas.openxmlformats.org/drawingml/2006/main">
            <a:off x="381000" y="10067925"/>
            <a:ext cx="1447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비교 예시 조건: 교차 의미 정정 / 특정 지칭 기능의 독립 변경 / 동일한 공유 Omni</a:t>
            </a:r>
          </a:p>
        </p:txBody>
      </p:sp>
      <p:sp>
        <p:nvSpPr>
          <p:cNvPr id="54" name="dp43-comparison / n53 / text 1">
            <a:extLst xmlns:a="http://schemas.openxmlformats.org/drawingml/2006/main">
              <a:ext uri="{FF2B5EF4-FFF2-40B4-BE49-F238E27FC236}">
                <a16:creationId xmlns:a16="http://schemas.microsoft.com/office/drawing/2014/main" id="{CF8CA99C-B315-472E-87AB-652C9D258094}"/>
              </a:ext>
            </a:extLst>
          </p:cNvPr>
          <p:cNvSpPr>
            <a:spLocks xmlns:a="http://schemas.openxmlformats.org/drawingml/2006/main" noGrp="1"/>
          </p:cNvSpPr>
          <p:nvPr/>
        </p:nvSpPr>
        <p:spPr>
          <a:xfrm xmlns:a="http://schemas.openxmlformats.org/drawingml/2006/main">
            <a:off x="14906625" y="10067925"/>
            <a:ext cx="30003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 많을수록 우수 / 미측정</a:t>
            </a:r>
          </a:p>
        </p:txBody>
      </p:sp>
      <p:sp>
        <p:nvSpPr>
          <p:cNvPr id="55" name="dp43-comparison / n54">
            <a:extLst xmlns:a="http://schemas.openxmlformats.org/drawingml/2006/main">
              <a:ext uri="{FF2B5EF4-FFF2-40B4-BE49-F238E27FC236}">
                <a16:creationId xmlns:a16="http://schemas.microsoft.com/office/drawing/2014/main" id="{3C97794D-5620-401A-A9B8-ED2EB570CC59}"/>
              </a:ext>
            </a:extLst>
          </p:cNvPr>
          <p:cNvSpPr>
            <a:spLocks xmlns:a="http://schemas.openxmlformats.org/drawingml/2006/main" noGrp="1"/>
          </p:cNvSpPr>
          <p:nvPr/>
        </p:nvSpPr>
        <p:spPr>
          <a:xfrm xmlns:a="http://schemas.openxmlformats.org/drawingml/2006/main">
            <a:off x="1571625" y="2676525"/>
            <a:ext cx="2333625"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56" name="dp43-comparison / n55 / text 1">
            <a:extLst xmlns:a="http://schemas.openxmlformats.org/drawingml/2006/main">
              <a:ext uri="{FF2B5EF4-FFF2-40B4-BE49-F238E27FC236}">
                <a16:creationId xmlns:a16="http://schemas.microsoft.com/office/drawing/2014/main" id="{7F00A426-E09D-4B94-8ACF-42994BDC12CF}"/>
              </a:ext>
            </a:extLst>
          </p:cNvPr>
          <p:cNvSpPr>
            <a:spLocks xmlns:a="http://schemas.openxmlformats.org/drawingml/2006/main" noGrp="1"/>
          </p:cNvSpPr>
          <p:nvPr/>
        </p:nvSpPr>
        <p:spPr>
          <a:xfrm xmlns:a="http://schemas.openxmlformats.org/drawingml/2006/main">
            <a:off x="1657350" y="2746058"/>
            <a:ext cx="2162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Interaction Manager</a:t>
            </a:r>
          </a:p>
        </p:txBody>
      </p:sp>
      <p:sp>
        <p:nvSpPr>
          <p:cNvPr id="57" name="dp43-comparison / n56">
            <a:extLst xmlns:a="http://schemas.openxmlformats.org/drawingml/2006/main">
              <a:ext uri="{FF2B5EF4-FFF2-40B4-BE49-F238E27FC236}">
                <a16:creationId xmlns:a16="http://schemas.microsoft.com/office/drawing/2014/main" id="{46982D15-BCFF-485F-85B8-767F350A2791}"/>
              </a:ext>
            </a:extLst>
          </p:cNvPr>
          <p:cNvSpPr>
            <a:spLocks xmlns:a="http://schemas.openxmlformats.org/drawingml/2006/main" noGrp="1"/>
          </p:cNvSpPr>
          <p:nvPr/>
        </p:nvSpPr>
        <p:spPr>
          <a:xfrm xmlns:a="http://schemas.openxmlformats.org/drawingml/2006/main">
            <a:off x="4543425" y="2676525"/>
            <a:ext cx="2190750"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58" name="dp43-comparison / n57 / text 1">
            <a:extLst xmlns:a="http://schemas.openxmlformats.org/drawingml/2006/main">
              <a:ext uri="{FF2B5EF4-FFF2-40B4-BE49-F238E27FC236}">
                <a16:creationId xmlns:a16="http://schemas.microsoft.com/office/drawing/2014/main" id="{2F6FE5D1-13D7-4B73-AAD7-F78C2FEB8339}"/>
              </a:ext>
            </a:extLst>
          </p:cNvPr>
          <p:cNvSpPr>
            <a:spLocks xmlns:a="http://schemas.openxmlformats.org/drawingml/2006/main" noGrp="1"/>
          </p:cNvSpPr>
          <p:nvPr/>
        </p:nvSpPr>
        <p:spPr>
          <a:xfrm xmlns:a="http://schemas.openxmlformats.org/drawingml/2006/main">
            <a:off x="4629150" y="2746058"/>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Request Controller</a:t>
            </a:r>
          </a:p>
        </p:txBody>
      </p:sp>
      <p:sp>
        <p:nvSpPr>
          <p:cNvPr id="59" name="dp43-comparison / n58">
            <a:extLst xmlns:a="http://schemas.openxmlformats.org/drawingml/2006/main">
              <a:ext uri="{FF2B5EF4-FFF2-40B4-BE49-F238E27FC236}">
                <a16:creationId xmlns:a16="http://schemas.microsoft.com/office/drawing/2014/main" id="{A829B05B-353F-48A3-845D-111B6A9177BB}"/>
              </a:ext>
            </a:extLst>
          </p:cNvPr>
          <p:cNvSpPr>
            <a:spLocks xmlns:a="http://schemas.openxmlformats.org/drawingml/2006/main" noGrp="1"/>
          </p:cNvSpPr>
          <p:nvPr/>
        </p:nvSpPr>
        <p:spPr>
          <a:xfrm xmlns:a="http://schemas.openxmlformats.org/drawingml/2006/main">
            <a:off x="7419975" y="2676525"/>
            <a:ext cx="1962150"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60" name="dp43-comparison / n59 / text 1">
            <a:extLst xmlns:a="http://schemas.openxmlformats.org/drawingml/2006/main">
              <a:ext uri="{FF2B5EF4-FFF2-40B4-BE49-F238E27FC236}">
                <a16:creationId xmlns:a16="http://schemas.microsoft.com/office/drawing/2014/main" id="{54435350-D902-4E8D-9307-7E9D38476035}"/>
              </a:ext>
            </a:extLst>
          </p:cNvPr>
          <p:cNvSpPr>
            <a:spLocks xmlns:a="http://schemas.openxmlformats.org/drawingml/2006/main" noGrp="1"/>
          </p:cNvSpPr>
          <p:nvPr/>
        </p:nvSpPr>
        <p:spPr>
          <a:xfrm xmlns:a="http://schemas.openxmlformats.org/drawingml/2006/main">
            <a:off x="7505700" y="2746058"/>
            <a:ext cx="17907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Model Access</a:t>
            </a:r>
          </a:p>
        </p:txBody>
      </p:sp>
      <p:sp>
        <p:nvSpPr>
          <p:cNvPr id="61" name="dp43-comparison / n64 / path">
            <a:extLst xmlns:a="http://schemas.openxmlformats.org/drawingml/2006/main">
              <a:ext uri="{FF2B5EF4-FFF2-40B4-BE49-F238E27FC236}">
                <a16:creationId xmlns:a16="http://schemas.microsoft.com/office/drawing/2014/main" id="{000C6B6E-F630-47DA-8E39-5F817E883ECF}"/>
              </a:ext>
            </a:extLst>
          </p:cNvPr>
          <p:cNvSpPr>
            <a:spLocks xmlns:a="http://schemas.openxmlformats.org/drawingml/2006/main" noGrp="1"/>
          </p:cNvSpPr>
          <p:nvPr/>
        </p:nvSpPr>
        <p:spPr>
          <a:xfrm xmlns:a="http://schemas.openxmlformats.org/drawingml/2006/main">
            <a:off x="3905250" y="2857500"/>
            <a:ext cx="638175" cy="953"/>
          </a:xfrm>
          <a:custGeom xmlns:a="http://schemas.openxmlformats.org/drawingml/2006/main">
            <a:pathLst>
              <a:path w="638175" h="953">
                <a:moveTo>
                  <a:pt x="0" y="0"/>
                </a:moveTo>
                <a:lnTo>
                  <a:pt x="638175" y="0"/>
                </a:lnTo>
              </a:path>
            </a:pathLst>
          </a:custGeom>
          <a:noFill xmlns:a="http://schemas.openxmlformats.org/drawingml/2006/main"/>
          <a:ln xmlns:a="http://schemas.openxmlformats.org/drawingml/2006/main" w="19050">
            <a:solidFill>
              <a:srgbClr val="2858A5"/>
            </a:solidFill>
            <a:prstDash val="solid"/>
          </a:ln>
        </p:spPr>
      </p:sp>
      <p:sp>
        <p:nvSpPr>
          <p:cNvPr id="62" name="dp43-comparison / n64 / arrow">
            <a:extLst xmlns:a="http://schemas.openxmlformats.org/drawingml/2006/main">
              <a:ext uri="{FF2B5EF4-FFF2-40B4-BE49-F238E27FC236}">
                <a16:creationId xmlns:a16="http://schemas.microsoft.com/office/drawing/2014/main" id="{2030E286-D796-402F-A98D-18AC99C260F5}"/>
              </a:ext>
            </a:extLst>
          </p:cNvPr>
          <p:cNvSpPr>
            <a:spLocks xmlns:a="http://schemas.openxmlformats.org/drawingml/2006/main" noGrp="1"/>
          </p:cNvSpPr>
          <p:nvPr/>
        </p:nvSpPr>
        <p:spPr>
          <a:xfrm xmlns:a="http://schemas.openxmlformats.org/drawingml/2006/main">
            <a:off x="4421505" y="2796540"/>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2858A5"/>
            </a:solidFill>
            <a:prstDash val="solid"/>
          </a:ln>
        </p:spPr>
      </p:sp>
      <p:sp>
        <p:nvSpPr>
          <p:cNvPr id="63" name="dp43-comparison / n69">
            <a:extLst xmlns:a="http://schemas.openxmlformats.org/drawingml/2006/main">
              <a:ext uri="{FF2B5EF4-FFF2-40B4-BE49-F238E27FC236}">
                <a16:creationId xmlns:a16="http://schemas.microsoft.com/office/drawing/2014/main" id="{644D1C6C-C1DB-4AEE-A851-1E2F7934AA99}"/>
              </a:ext>
            </a:extLst>
          </p:cNvPr>
          <p:cNvSpPr>
            <a:spLocks xmlns:a="http://schemas.openxmlformats.org/drawingml/2006/main" noGrp="1"/>
          </p:cNvSpPr>
          <p:nvPr/>
        </p:nvSpPr>
        <p:spPr>
          <a:xfrm xmlns:a="http://schemas.openxmlformats.org/drawingml/2006/main">
            <a:off x="1562100" y="3409950"/>
            <a:ext cx="7820025" cy="2533650"/>
          </a:xfrm>
          <a:prstGeom xmlns:a="http://schemas.openxmlformats.org/drawingml/2006/main" prst="rect">
            <a:avLst/>
          </a:prstGeom>
          <a:solidFill xmlns:a="http://schemas.openxmlformats.org/drawingml/2006/main">
            <a:srgbClr val="FAFBFC"/>
          </a:solidFill>
          <a:ln xmlns:a="http://schemas.openxmlformats.org/drawingml/2006/main" w="16193">
            <a:solidFill>
              <a:srgbClr val="2858A5"/>
            </a:solidFill>
            <a:prstDash val="solid"/>
          </a:ln>
        </p:spPr>
      </p:sp>
      <p:sp>
        <p:nvSpPr>
          <p:cNvPr id="64" name="dp43-comparison / n70 / text 1">
            <a:extLst xmlns:a="http://schemas.openxmlformats.org/drawingml/2006/main">
              <a:ext uri="{FF2B5EF4-FFF2-40B4-BE49-F238E27FC236}">
                <a16:creationId xmlns:a16="http://schemas.microsoft.com/office/drawing/2014/main" id="{6B3F3CEB-8607-4131-A571-0CED5C39999D}"/>
              </a:ext>
            </a:extLst>
          </p:cNvPr>
          <p:cNvSpPr>
            <a:spLocks xmlns:a="http://schemas.openxmlformats.org/drawingml/2006/main" noGrp="1"/>
          </p:cNvSpPr>
          <p:nvPr/>
        </p:nvSpPr>
        <p:spPr>
          <a:xfrm xmlns:a="http://schemas.openxmlformats.org/drawingml/2006/main">
            <a:off x="1685925" y="3505200"/>
            <a:ext cx="75723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2858A5"/>
                </a:solidFill>
                <a:latin typeface="Apple SD Gothic Neo"/>
                <a:ea typeface="Apple SD Gothic Neo"/>
                <a:cs typeface="Apple SD Gothic Neo"/>
              </a:defRPr>
            </a:pPr>
            <a:r>
              <a:rPr sz="1575" b="1">
                <a:solidFill>
                  <a:srgbClr val="2858A5"/>
                </a:solidFill>
                <a:latin typeface="Apple SD Gothic Neo"/>
                <a:ea typeface="Apple SD Gothic Neo"/>
                <a:cs typeface="Apple SD Gothic Neo"/>
              </a:rPr>
              <a:t>Request Interpreter</a:t>
            </a:r>
          </a:p>
        </p:txBody>
      </p:sp>
      <p:sp>
        <p:nvSpPr>
          <p:cNvPr id="65" name="dp43-comparison / n71">
            <a:extLst xmlns:a="http://schemas.openxmlformats.org/drawingml/2006/main">
              <a:ext uri="{FF2B5EF4-FFF2-40B4-BE49-F238E27FC236}">
                <a16:creationId xmlns:a16="http://schemas.microsoft.com/office/drawing/2014/main" id="{5264F868-F6DE-4439-B46F-DF1430043344}"/>
              </a:ext>
            </a:extLst>
          </p:cNvPr>
          <p:cNvSpPr>
            <a:spLocks xmlns:a="http://schemas.openxmlformats.org/drawingml/2006/main" noGrp="1"/>
          </p:cNvSpPr>
          <p:nvPr/>
        </p:nvSpPr>
        <p:spPr>
          <a:xfrm xmlns:a="http://schemas.openxmlformats.org/drawingml/2006/main">
            <a:off x="2819400" y="3914775"/>
            <a:ext cx="5276850" cy="457200"/>
          </a:xfrm>
          <a:prstGeom xmlns:a="http://schemas.openxmlformats.org/drawingml/2006/main" prst="rect">
            <a:avLst/>
          </a:prstGeom>
          <a:solidFill xmlns:a="http://schemas.openxmlformats.org/drawingml/2006/main">
            <a:srgbClr val="FFFFFF"/>
          </a:solidFill>
          <a:ln xmlns:a="http://schemas.openxmlformats.org/drawingml/2006/main" w="16193">
            <a:solidFill>
              <a:srgbClr val="2858A5"/>
            </a:solidFill>
            <a:prstDash val="solid"/>
          </a:ln>
        </p:spPr>
      </p:sp>
      <p:sp>
        <p:nvSpPr>
          <p:cNvPr id="66" name="dp43-comparison / n72 / text 1">
            <a:extLst xmlns:a="http://schemas.openxmlformats.org/drawingml/2006/main">
              <a:ext uri="{FF2B5EF4-FFF2-40B4-BE49-F238E27FC236}">
                <a16:creationId xmlns:a16="http://schemas.microsoft.com/office/drawing/2014/main" id="{103A3F80-24CA-45EB-8D24-7CBFA7D1A3D8}"/>
              </a:ext>
            </a:extLst>
          </p:cNvPr>
          <p:cNvSpPr>
            <a:spLocks xmlns:a="http://schemas.openxmlformats.org/drawingml/2006/main" noGrp="1"/>
          </p:cNvSpPr>
          <p:nvPr/>
        </p:nvSpPr>
        <p:spPr>
          <a:xfrm xmlns:a="http://schemas.openxmlformats.org/drawingml/2006/main">
            <a:off x="2905125" y="4013359"/>
            <a:ext cx="51054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2858A5"/>
                </a:solidFill>
                <a:latin typeface="Apple SD Gothic Neo"/>
                <a:ea typeface="Apple SD Gothic Neo"/>
                <a:cs typeface="Apple SD Gothic Neo"/>
              </a:defRPr>
            </a:pPr>
            <a:r>
              <a:rPr sz="1575" b="1">
                <a:solidFill>
                  <a:srgbClr val="2858A5"/>
                </a:solidFill>
                <a:latin typeface="Apple SD Gothic Neo"/>
                <a:ea typeface="Apple SD Gothic Neo"/>
                <a:cs typeface="Apple SD Gothic Neo"/>
              </a:rPr>
              <a:t>Integrated Semantic Interpreter</a:t>
            </a:r>
          </a:p>
        </p:txBody>
      </p:sp>
      <p:sp>
        <p:nvSpPr>
          <p:cNvPr id="67" name="dp43-comparison / n73">
            <a:extLst xmlns:a="http://schemas.openxmlformats.org/drawingml/2006/main">
              <a:ext uri="{FF2B5EF4-FFF2-40B4-BE49-F238E27FC236}">
                <a16:creationId xmlns:a16="http://schemas.microsoft.com/office/drawing/2014/main" id="{3F0CEC2B-A3E1-4849-AC2A-BEA8BEBBBD38}"/>
              </a:ext>
            </a:extLst>
          </p:cNvPr>
          <p:cNvSpPr>
            <a:spLocks xmlns:a="http://schemas.openxmlformats.org/drawingml/2006/main" noGrp="1"/>
          </p:cNvSpPr>
          <p:nvPr/>
        </p:nvSpPr>
        <p:spPr>
          <a:xfrm xmlns:a="http://schemas.openxmlformats.org/drawingml/2006/main">
            <a:off x="3886200" y="5095875"/>
            <a:ext cx="3124200" cy="504825"/>
          </a:xfrm>
          <a:prstGeom xmlns:a="http://schemas.openxmlformats.org/drawingml/2006/main" prst="can">
            <a:avLst>
              <a:gd name="adj" fmla="val 20000"/>
            </a:avLst>
          </a:prstGeom>
          <a:solidFill xmlns:a="http://schemas.openxmlformats.org/drawingml/2006/main">
            <a:srgbClr val="FFF7DE"/>
          </a:solidFill>
          <a:ln xmlns:a="http://schemas.openxmlformats.org/drawingml/2006/main" w="16193">
            <a:solidFill>
              <a:srgbClr val="5F6B77"/>
            </a:solidFill>
            <a:prstDash val="solid"/>
          </a:ln>
        </p:spPr>
      </p:sp>
      <p:sp>
        <p:nvSpPr>
          <p:cNvPr id="68" name="dp43-comparison / n74 / text 1">
            <a:extLst xmlns:a="http://schemas.openxmlformats.org/drawingml/2006/main">
              <a:ext uri="{FF2B5EF4-FFF2-40B4-BE49-F238E27FC236}">
                <a16:creationId xmlns:a16="http://schemas.microsoft.com/office/drawing/2014/main" id="{7D22AD6E-1C4D-4030-9663-39FA2F4C9DEE}"/>
              </a:ext>
            </a:extLst>
          </p:cNvPr>
          <p:cNvSpPr>
            <a:spLocks xmlns:a="http://schemas.openxmlformats.org/drawingml/2006/main" noGrp="1"/>
          </p:cNvSpPr>
          <p:nvPr/>
        </p:nvSpPr>
        <p:spPr>
          <a:xfrm xmlns:a="http://schemas.openxmlformats.org/drawingml/2006/main">
            <a:off x="3971925" y="5257800"/>
            <a:ext cx="29527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Interpretation Attempt State</a:t>
            </a:r>
          </a:p>
        </p:txBody>
      </p:sp>
      <p:sp>
        <p:nvSpPr>
          <p:cNvPr id="69" name="dp43-comparison / n75 / path">
            <a:extLst xmlns:a="http://schemas.openxmlformats.org/drawingml/2006/main">
              <a:ext uri="{FF2B5EF4-FFF2-40B4-BE49-F238E27FC236}">
                <a16:creationId xmlns:a16="http://schemas.microsoft.com/office/drawing/2014/main" id="{1E934BDC-1231-4C17-A07C-251795BCC023}"/>
              </a:ext>
            </a:extLst>
          </p:cNvPr>
          <p:cNvSpPr>
            <a:spLocks xmlns:a="http://schemas.openxmlformats.org/drawingml/2006/main" noGrp="1"/>
          </p:cNvSpPr>
          <p:nvPr/>
        </p:nvSpPr>
        <p:spPr>
          <a:xfrm xmlns:a="http://schemas.openxmlformats.org/drawingml/2006/main">
            <a:off x="5457825" y="3038475"/>
            <a:ext cx="1133475" cy="876300"/>
          </a:xfrm>
          <a:custGeom xmlns:a="http://schemas.openxmlformats.org/drawingml/2006/main">
            <a:pathLst>
              <a:path w="1133475" h="876300">
                <a:moveTo>
                  <a:pt x="1133475" y="0"/>
                </a:moveTo>
                <a:lnTo>
                  <a:pt x="1133475" y="266700"/>
                </a:lnTo>
                <a:lnTo>
                  <a:pt x="0" y="266700"/>
                </a:lnTo>
                <a:lnTo>
                  <a:pt x="0" y="876300"/>
                </a:lnTo>
              </a:path>
            </a:pathLst>
          </a:custGeom>
          <a:noFill xmlns:a="http://schemas.openxmlformats.org/drawingml/2006/main"/>
          <a:ln xmlns:a="http://schemas.openxmlformats.org/drawingml/2006/main" w="19050">
            <a:solidFill>
              <a:srgbClr val="2858A5"/>
            </a:solidFill>
            <a:prstDash val="solid"/>
          </a:ln>
        </p:spPr>
      </p:sp>
      <p:sp>
        <p:nvSpPr>
          <p:cNvPr id="70" name="dp43-comparison / n75 / arrow">
            <a:extLst xmlns:a="http://schemas.openxmlformats.org/drawingml/2006/main">
              <a:ext uri="{FF2B5EF4-FFF2-40B4-BE49-F238E27FC236}">
                <a16:creationId xmlns:a16="http://schemas.microsoft.com/office/drawing/2014/main" id="{E1AEE415-0185-44FD-B945-BA9528A58468}"/>
              </a:ext>
            </a:extLst>
          </p:cNvPr>
          <p:cNvSpPr>
            <a:spLocks xmlns:a="http://schemas.openxmlformats.org/drawingml/2006/main" noGrp="1"/>
          </p:cNvSpPr>
          <p:nvPr/>
        </p:nvSpPr>
        <p:spPr>
          <a:xfrm xmlns:a="http://schemas.openxmlformats.org/drawingml/2006/main">
            <a:off x="5396865" y="3792855"/>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2858A5"/>
            </a:solidFill>
            <a:prstDash val="solid"/>
          </a:ln>
        </p:spPr>
      </p:sp>
      <p:sp>
        <p:nvSpPr>
          <p:cNvPr id="71" name="dp43-comparison / n80 / path">
            <a:extLst xmlns:a="http://schemas.openxmlformats.org/drawingml/2006/main">
              <a:ext uri="{FF2B5EF4-FFF2-40B4-BE49-F238E27FC236}">
                <a16:creationId xmlns:a16="http://schemas.microsoft.com/office/drawing/2014/main" id="{19B695F4-533D-4A50-AAA1-300D727CC424}"/>
              </a:ext>
            </a:extLst>
          </p:cNvPr>
          <p:cNvSpPr>
            <a:spLocks xmlns:a="http://schemas.openxmlformats.org/drawingml/2006/main" noGrp="1"/>
          </p:cNvSpPr>
          <p:nvPr/>
        </p:nvSpPr>
        <p:spPr>
          <a:xfrm xmlns:a="http://schemas.openxmlformats.org/drawingml/2006/main">
            <a:off x="5448300" y="4371975"/>
            <a:ext cx="9525" cy="723900"/>
          </a:xfrm>
          <a:custGeom xmlns:a="http://schemas.openxmlformats.org/drawingml/2006/main">
            <a:pathLst>
              <a:path w="9525" h="723900">
                <a:moveTo>
                  <a:pt x="9525" y="0"/>
                </a:moveTo>
                <a:lnTo>
                  <a:pt x="0" y="723900"/>
                </a:lnTo>
              </a:path>
            </a:pathLst>
          </a:custGeom>
          <a:noFill xmlns:a="http://schemas.openxmlformats.org/drawingml/2006/main"/>
          <a:ln xmlns:a="http://schemas.openxmlformats.org/drawingml/2006/main" w="19050">
            <a:solidFill>
              <a:srgbClr val="2858A5"/>
            </a:solidFill>
            <a:prstDash val="solid"/>
          </a:ln>
        </p:spPr>
      </p:sp>
      <p:sp>
        <p:nvSpPr>
          <p:cNvPr id="72" name="dp43-comparison / n80 / arrow">
            <a:extLst xmlns:a="http://schemas.openxmlformats.org/drawingml/2006/main">
              <a:ext uri="{FF2B5EF4-FFF2-40B4-BE49-F238E27FC236}">
                <a16:creationId xmlns:a16="http://schemas.microsoft.com/office/drawing/2014/main" id="{82E0378C-3425-4D9A-B391-ECA363551902}"/>
              </a:ext>
            </a:extLst>
          </p:cNvPr>
          <p:cNvSpPr>
            <a:spLocks xmlns:a="http://schemas.openxmlformats.org/drawingml/2006/main" noGrp="1"/>
          </p:cNvSpPr>
          <p:nvPr/>
        </p:nvSpPr>
        <p:spPr>
          <a:xfrm xmlns:a="http://schemas.openxmlformats.org/drawingml/2006/main">
            <a:off x="5388949" y="4973164"/>
            <a:ext cx="121909" cy="122711"/>
          </a:xfrm>
          <a:custGeom xmlns:a="http://schemas.openxmlformats.org/drawingml/2006/main">
            <a:pathLst>
              <a:path w="121909" h="122711">
                <a:moveTo>
                  <a:pt x="0" y="0"/>
                </a:moveTo>
                <a:lnTo>
                  <a:pt x="59351" y="122711"/>
                </a:lnTo>
                <a:lnTo>
                  <a:pt x="121909" y="1604"/>
                </a:lnTo>
              </a:path>
            </a:pathLst>
          </a:custGeom>
          <a:noFill xmlns:a="http://schemas.openxmlformats.org/drawingml/2006/main"/>
          <a:ln xmlns:a="http://schemas.openxmlformats.org/drawingml/2006/main" w="24384">
            <a:solidFill>
              <a:srgbClr val="2858A5"/>
            </a:solidFill>
            <a:prstDash val="solid"/>
          </a:ln>
        </p:spPr>
      </p:sp>
      <p:sp>
        <p:nvSpPr>
          <p:cNvPr id="73" name="dp43-comparison / n81 / path">
            <a:extLst xmlns:a="http://schemas.openxmlformats.org/drawingml/2006/main">
              <a:ext uri="{FF2B5EF4-FFF2-40B4-BE49-F238E27FC236}">
                <a16:creationId xmlns:a16="http://schemas.microsoft.com/office/drawing/2014/main" id="{2A4AC90E-26C0-497F-BE84-4B9C8A5DD85D}"/>
              </a:ext>
            </a:extLst>
          </p:cNvPr>
          <p:cNvSpPr>
            <a:spLocks xmlns:a="http://schemas.openxmlformats.org/drawingml/2006/main" noGrp="1"/>
          </p:cNvSpPr>
          <p:nvPr/>
        </p:nvSpPr>
        <p:spPr>
          <a:xfrm xmlns:a="http://schemas.openxmlformats.org/drawingml/2006/main">
            <a:off x="2619375" y="4143375"/>
            <a:ext cx="1266825" cy="1209675"/>
          </a:xfrm>
          <a:custGeom xmlns:a="http://schemas.openxmlformats.org/drawingml/2006/main">
            <a:pathLst>
              <a:path w="1266825" h="1209675">
                <a:moveTo>
                  <a:pt x="1266825" y="1204913"/>
                </a:moveTo>
                <a:lnTo>
                  <a:pt x="0" y="1209675"/>
                </a:lnTo>
                <a:lnTo>
                  <a:pt x="0" y="0"/>
                </a:lnTo>
                <a:lnTo>
                  <a:pt x="200025" y="0"/>
                </a:lnTo>
              </a:path>
            </a:pathLst>
          </a:custGeom>
          <a:noFill xmlns:a="http://schemas.openxmlformats.org/drawingml/2006/main"/>
          <a:ln xmlns:a="http://schemas.openxmlformats.org/drawingml/2006/main" w="19050">
            <a:solidFill>
              <a:srgbClr val="2858A5"/>
            </a:solidFill>
            <a:prstDash val="dash"/>
          </a:ln>
        </p:spPr>
      </p:sp>
      <p:sp>
        <p:nvSpPr>
          <p:cNvPr id="74" name="dp43-comparison / n81 / arrow">
            <a:extLst xmlns:a="http://schemas.openxmlformats.org/drawingml/2006/main">
              <a:ext uri="{FF2B5EF4-FFF2-40B4-BE49-F238E27FC236}">
                <a16:creationId xmlns:a16="http://schemas.microsoft.com/office/drawing/2014/main" id="{8CA130CC-22FA-45EF-A05C-CBBA67E660C6}"/>
              </a:ext>
            </a:extLst>
          </p:cNvPr>
          <p:cNvSpPr>
            <a:spLocks xmlns:a="http://schemas.openxmlformats.org/drawingml/2006/main" noGrp="1"/>
          </p:cNvSpPr>
          <p:nvPr/>
        </p:nvSpPr>
        <p:spPr>
          <a:xfrm xmlns:a="http://schemas.openxmlformats.org/drawingml/2006/main">
            <a:off x="2697480" y="4082415"/>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2858A5"/>
            </a:solidFill>
            <a:prstDash val="solid"/>
          </a:ln>
        </p:spPr>
      </p:sp>
      <p:sp>
        <p:nvSpPr>
          <p:cNvPr id="75" name="dp43-comparison / n84 / path">
            <a:extLst xmlns:a="http://schemas.openxmlformats.org/drawingml/2006/main">
              <a:ext uri="{FF2B5EF4-FFF2-40B4-BE49-F238E27FC236}">
                <a16:creationId xmlns:a16="http://schemas.microsoft.com/office/drawing/2014/main" id="{1F72D3A5-1397-4FDE-A46E-4080034D0565}"/>
              </a:ext>
            </a:extLst>
          </p:cNvPr>
          <p:cNvSpPr>
            <a:spLocks xmlns:a="http://schemas.openxmlformats.org/drawingml/2006/main" noGrp="1"/>
          </p:cNvSpPr>
          <p:nvPr/>
        </p:nvSpPr>
        <p:spPr>
          <a:xfrm xmlns:a="http://schemas.openxmlformats.org/drawingml/2006/main">
            <a:off x="8096250" y="3038475"/>
            <a:ext cx="1114425" cy="1104900"/>
          </a:xfrm>
          <a:custGeom xmlns:a="http://schemas.openxmlformats.org/drawingml/2006/main">
            <a:pathLst>
              <a:path w="1114425" h="1104900">
                <a:moveTo>
                  <a:pt x="0" y="1104900"/>
                </a:moveTo>
                <a:lnTo>
                  <a:pt x="1114425" y="1104900"/>
                </a:lnTo>
                <a:lnTo>
                  <a:pt x="1114425" y="266700"/>
                </a:lnTo>
                <a:lnTo>
                  <a:pt x="304800" y="266700"/>
                </a:lnTo>
                <a:lnTo>
                  <a:pt x="304800" y="0"/>
                </a:lnTo>
              </a:path>
            </a:pathLst>
          </a:custGeom>
          <a:noFill xmlns:a="http://schemas.openxmlformats.org/drawingml/2006/main"/>
          <a:ln xmlns:a="http://schemas.openxmlformats.org/drawingml/2006/main" w="19050">
            <a:solidFill>
              <a:srgbClr val="5F6B77"/>
            </a:solidFill>
            <a:prstDash val="dash"/>
          </a:ln>
        </p:spPr>
      </p:sp>
      <p:sp>
        <p:nvSpPr>
          <p:cNvPr id="76" name="dp43-comparison / n84 / arrow">
            <a:extLst xmlns:a="http://schemas.openxmlformats.org/drawingml/2006/main">
              <a:ext uri="{FF2B5EF4-FFF2-40B4-BE49-F238E27FC236}">
                <a16:creationId xmlns:a16="http://schemas.microsoft.com/office/drawing/2014/main" id="{5AB307BF-73B9-4E3C-88B3-56BE91964B1B}"/>
              </a:ext>
            </a:extLst>
          </p:cNvPr>
          <p:cNvSpPr>
            <a:spLocks xmlns:a="http://schemas.openxmlformats.org/drawingml/2006/main" noGrp="1"/>
          </p:cNvSpPr>
          <p:nvPr/>
        </p:nvSpPr>
        <p:spPr>
          <a:xfrm xmlns:a="http://schemas.openxmlformats.org/drawingml/2006/main">
            <a:off x="8340090" y="3038475"/>
            <a:ext cx="121920" cy="121920"/>
          </a:xfrm>
          <a:custGeom xmlns:a="http://schemas.openxmlformats.org/drawingml/2006/main">
            <a:pathLst>
              <a:path w="121920" h="121920">
                <a:moveTo>
                  <a:pt x="121920" y="121920"/>
                </a:moveTo>
                <a:lnTo>
                  <a:pt x="60960" y="0"/>
                </a:lnTo>
                <a:lnTo>
                  <a:pt x="0" y="121920"/>
                </a:lnTo>
              </a:path>
            </a:pathLst>
          </a:custGeom>
          <a:noFill xmlns:a="http://schemas.openxmlformats.org/drawingml/2006/main"/>
          <a:ln xmlns:a="http://schemas.openxmlformats.org/drawingml/2006/main" w="24384">
            <a:solidFill>
              <a:srgbClr val="5F6B77"/>
            </a:solidFill>
            <a:prstDash val="solid"/>
          </a:ln>
        </p:spPr>
      </p:sp>
      <p:sp>
        <p:nvSpPr>
          <p:cNvPr id="77" name="dp43-comparison / n87">
            <a:extLst xmlns:a="http://schemas.openxmlformats.org/drawingml/2006/main">
              <a:ext uri="{FF2B5EF4-FFF2-40B4-BE49-F238E27FC236}">
                <a16:creationId xmlns:a16="http://schemas.microsoft.com/office/drawing/2014/main" id="{EE49C49F-E53C-440E-9748-F5704FA97679}"/>
              </a:ext>
            </a:extLst>
          </p:cNvPr>
          <p:cNvSpPr>
            <a:spLocks xmlns:a="http://schemas.openxmlformats.org/drawingml/2006/main" noGrp="1"/>
          </p:cNvSpPr>
          <p:nvPr/>
        </p:nvSpPr>
        <p:spPr>
          <a:xfrm xmlns:a="http://schemas.openxmlformats.org/drawingml/2006/main">
            <a:off x="1619250" y="6524625"/>
            <a:ext cx="2381250" cy="37147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78" name="dp43-comparison / n88 / text 1">
            <a:extLst xmlns:a="http://schemas.openxmlformats.org/drawingml/2006/main">
              <a:ext uri="{FF2B5EF4-FFF2-40B4-BE49-F238E27FC236}">
                <a16:creationId xmlns:a16="http://schemas.microsoft.com/office/drawing/2014/main" id="{536559CE-3676-49F5-BDEA-0BA01D5AEDB6}"/>
              </a:ext>
            </a:extLst>
          </p:cNvPr>
          <p:cNvSpPr>
            <a:spLocks xmlns:a="http://schemas.openxmlformats.org/drawingml/2006/main" noGrp="1"/>
          </p:cNvSpPr>
          <p:nvPr/>
        </p:nvSpPr>
        <p:spPr>
          <a:xfrm xmlns:a="http://schemas.openxmlformats.org/drawingml/2006/main">
            <a:off x="1704975" y="659892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Request Controller</a:t>
            </a:r>
          </a:p>
        </p:txBody>
      </p:sp>
      <p:sp>
        <p:nvSpPr>
          <p:cNvPr id="79" name="dp43-comparison / n89">
            <a:extLst xmlns:a="http://schemas.openxmlformats.org/drawingml/2006/main">
              <a:ext uri="{FF2B5EF4-FFF2-40B4-BE49-F238E27FC236}">
                <a16:creationId xmlns:a16="http://schemas.microsoft.com/office/drawing/2014/main" id="{5BC538E5-267A-4930-B26F-1B744F069E4B}"/>
              </a:ext>
            </a:extLst>
          </p:cNvPr>
          <p:cNvSpPr>
            <a:spLocks xmlns:a="http://schemas.openxmlformats.org/drawingml/2006/main" noGrp="1"/>
          </p:cNvSpPr>
          <p:nvPr/>
        </p:nvSpPr>
        <p:spPr>
          <a:xfrm xmlns:a="http://schemas.openxmlformats.org/drawingml/2006/main">
            <a:off x="4619625" y="6505575"/>
            <a:ext cx="2190750" cy="409575"/>
          </a:xfrm>
          <a:prstGeom xmlns:a="http://schemas.openxmlformats.org/drawingml/2006/main" prst="can">
            <a:avLst>
              <a:gd name="adj" fmla="val 20000"/>
            </a:avLst>
          </a:prstGeom>
          <a:solidFill xmlns:a="http://schemas.openxmlformats.org/drawingml/2006/main">
            <a:srgbClr val="FFF7DE"/>
          </a:solidFill>
          <a:ln xmlns:a="http://schemas.openxmlformats.org/drawingml/2006/main" w="16193">
            <a:solidFill>
              <a:srgbClr val="5F6B77"/>
            </a:solidFill>
            <a:prstDash val="solid"/>
          </a:ln>
        </p:spPr>
      </p:sp>
      <p:sp>
        <p:nvSpPr>
          <p:cNvPr id="80" name="dp43-comparison / n90 / text 1">
            <a:extLst xmlns:a="http://schemas.openxmlformats.org/drawingml/2006/main">
              <a:ext uri="{FF2B5EF4-FFF2-40B4-BE49-F238E27FC236}">
                <a16:creationId xmlns:a16="http://schemas.microsoft.com/office/drawing/2014/main" id="{D28EF46A-5D65-4D58-95A6-6AD1D225434D}"/>
              </a:ext>
            </a:extLst>
          </p:cNvPr>
          <p:cNvSpPr>
            <a:spLocks xmlns:a="http://schemas.openxmlformats.org/drawingml/2006/main" noGrp="1"/>
          </p:cNvSpPr>
          <p:nvPr/>
        </p:nvSpPr>
        <p:spPr>
          <a:xfrm xmlns:a="http://schemas.openxmlformats.org/drawingml/2006/main">
            <a:off x="4705350" y="6667500"/>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State Store</a:t>
            </a:r>
          </a:p>
        </p:txBody>
      </p:sp>
      <p:sp>
        <p:nvSpPr>
          <p:cNvPr id="81" name="dp43-comparison / n91">
            <a:extLst xmlns:a="http://schemas.openxmlformats.org/drawingml/2006/main">
              <a:ext uri="{FF2B5EF4-FFF2-40B4-BE49-F238E27FC236}">
                <a16:creationId xmlns:a16="http://schemas.microsoft.com/office/drawing/2014/main" id="{34BB9D74-BAA4-4198-B691-99CEA4A4BF11}"/>
              </a:ext>
            </a:extLst>
          </p:cNvPr>
          <p:cNvSpPr>
            <a:spLocks xmlns:a="http://schemas.openxmlformats.org/drawingml/2006/main" noGrp="1"/>
          </p:cNvSpPr>
          <p:nvPr/>
        </p:nvSpPr>
        <p:spPr>
          <a:xfrm xmlns:a="http://schemas.openxmlformats.org/drawingml/2006/main">
            <a:off x="7381875" y="6524625"/>
            <a:ext cx="1981200" cy="37147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82" name="dp43-comparison / n92 / text 1">
            <a:extLst xmlns:a="http://schemas.openxmlformats.org/drawingml/2006/main">
              <a:ext uri="{FF2B5EF4-FFF2-40B4-BE49-F238E27FC236}">
                <a16:creationId xmlns:a16="http://schemas.microsoft.com/office/drawing/2014/main" id="{B1E747F9-C2B6-4CFB-A648-21D1864A315A}"/>
              </a:ext>
            </a:extLst>
          </p:cNvPr>
          <p:cNvSpPr>
            <a:spLocks xmlns:a="http://schemas.openxmlformats.org/drawingml/2006/main" noGrp="1"/>
          </p:cNvSpPr>
          <p:nvPr/>
        </p:nvSpPr>
        <p:spPr>
          <a:xfrm xmlns:a="http://schemas.openxmlformats.org/drawingml/2006/main">
            <a:off x="7467600" y="6598920"/>
            <a:ext cx="18097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Policy Manager</a:t>
            </a:r>
          </a:p>
        </p:txBody>
      </p:sp>
      <p:sp>
        <p:nvSpPr>
          <p:cNvPr id="83" name="dp43-comparison / n93 / path">
            <a:extLst xmlns:a="http://schemas.openxmlformats.org/drawingml/2006/main">
              <a:ext uri="{FF2B5EF4-FFF2-40B4-BE49-F238E27FC236}">
                <a16:creationId xmlns:a16="http://schemas.microsoft.com/office/drawing/2014/main" id="{1AB4ACCF-EEDA-426F-A575-2DAA42AE6A24}"/>
              </a:ext>
            </a:extLst>
          </p:cNvPr>
          <p:cNvSpPr>
            <a:spLocks xmlns:a="http://schemas.openxmlformats.org/drawingml/2006/main" noGrp="1"/>
          </p:cNvSpPr>
          <p:nvPr/>
        </p:nvSpPr>
        <p:spPr>
          <a:xfrm xmlns:a="http://schemas.openxmlformats.org/drawingml/2006/main">
            <a:off x="2809875" y="5600700"/>
            <a:ext cx="2638425" cy="923925"/>
          </a:xfrm>
          <a:custGeom xmlns:a="http://schemas.openxmlformats.org/drawingml/2006/main">
            <a:pathLst>
              <a:path w="2638425" h="923925">
                <a:moveTo>
                  <a:pt x="2638425" y="0"/>
                </a:moveTo>
                <a:lnTo>
                  <a:pt x="2638425" y="857250"/>
                </a:lnTo>
                <a:lnTo>
                  <a:pt x="0" y="857250"/>
                </a:lnTo>
                <a:lnTo>
                  <a:pt x="0" y="923925"/>
                </a:lnTo>
              </a:path>
            </a:pathLst>
          </a:custGeom>
          <a:noFill xmlns:a="http://schemas.openxmlformats.org/drawingml/2006/main"/>
          <a:ln xmlns:a="http://schemas.openxmlformats.org/drawingml/2006/main" w="19050">
            <a:solidFill>
              <a:srgbClr val="2858A5"/>
            </a:solidFill>
            <a:prstDash val="solid"/>
          </a:ln>
        </p:spPr>
      </p:sp>
      <p:sp>
        <p:nvSpPr>
          <p:cNvPr id="84" name="dp43-comparison / n93 / arrow">
            <a:extLst xmlns:a="http://schemas.openxmlformats.org/drawingml/2006/main">
              <a:ext uri="{FF2B5EF4-FFF2-40B4-BE49-F238E27FC236}">
                <a16:creationId xmlns:a16="http://schemas.microsoft.com/office/drawing/2014/main" id="{35BB5314-B9A6-48AA-841A-40B2822B0867}"/>
              </a:ext>
            </a:extLst>
          </p:cNvPr>
          <p:cNvSpPr>
            <a:spLocks xmlns:a="http://schemas.openxmlformats.org/drawingml/2006/main" noGrp="1"/>
          </p:cNvSpPr>
          <p:nvPr/>
        </p:nvSpPr>
        <p:spPr>
          <a:xfrm xmlns:a="http://schemas.openxmlformats.org/drawingml/2006/main">
            <a:off x="2748915" y="6402705"/>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2858A5"/>
            </a:solidFill>
            <a:prstDash val="solid"/>
          </a:ln>
        </p:spPr>
      </p:sp>
      <p:sp>
        <p:nvSpPr>
          <p:cNvPr id="85" name="dp43-comparison / n94 / path">
            <a:extLst xmlns:a="http://schemas.openxmlformats.org/drawingml/2006/main">
              <a:ext uri="{FF2B5EF4-FFF2-40B4-BE49-F238E27FC236}">
                <a16:creationId xmlns:a16="http://schemas.microsoft.com/office/drawing/2014/main" id="{21D90D00-089D-448F-A735-C20C5C8C8FF6}"/>
              </a:ext>
            </a:extLst>
          </p:cNvPr>
          <p:cNvSpPr>
            <a:spLocks xmlns:a="http://schemas.openxmlformats.org/drawingml/2006/main" noGrp="1"/>
          </p:cNvSpPr>
          <p:nvPr/>
        </p:nvSpPr>
        <p:spPr>
          <a:xfrm xmlns:a="http://schemas.openxmlformats.org/drawingml/2006/main">
            <a:off x="4000500" y="6448425"/>
            <a:ext cx="3381375" cy="261938"/>
          </a:xfrm>
          <a:custGeom xmlns:a="http://schemas.openxmlformats.org/drawingml/2006/main">
            <a:pathLst>
              <a:path w="3381375" h="261938">
                <a:moveTo>
                  <a:pt x="3381375" y="261938"/>
                </a:moveTo>
                <a:lnTo>
                  <a:pt x="3181350" y="257175"/>
                </a:lnTo>
                <a:lnTo>
                  <a:pt x="3181350" y="0"/>
                </a:lnTo>
                <a:lnTo>
                  <a:pt x="180975" y="0"/>
                </a:lnTo>
                <a:lnTo>
                  <a:pt x="180975" y="257175"/>
                </a:lnTo>
                <a:lnTo>
                  <a:pt x="0" y="261938"/>
                </a:lnTo>
              </a:path>
            </a:pathLst>
          </a:custGeom>
          <a:noFill xmlns:a="http://schemas.openxmlformats.org/drawingml/2006/main"/>
          <a:ln xmlns:a="http://schemas.openxmlformats.org/drawingml/2006/main" w="19050">
            <a:solidFill>
              <a:srgbClr val="5F6B77"/>
            </a:solidFill>
            <a:prstDash val="dash"/>
          </a:ln>
        </p:spPr>
      </p:sp>
      <p:sp>
        <p:nvSpPr>
          <p:cNvPr id="86" name="dp43-comparison / n94 / arrow">
            <a:extLst xmlns:a="http://schemas.openxmlformats.org/drawingml/2006/main">
              <a:ext uri="{FF2B5EF4-FFF2-40B4-BE49-F238E27FC236}">
                <a16:creationId xmlns:a16="http://schemas.microsoft.com/office/drawing/2014/main" id="{470A4922-7423-4FB9-8989-198E50B34851}"/>
              </a:ext>
            </a:extLst>
          </p:cNvPr>
          <p:cNvSpPr>
            <a:spLocks xmlns:a="http://schemas.openxmlformats.org/drawingml/2006/main" noGrp="1"/>
          </p:cNvSpPr>
          <p:nvPr/>
        </p:nvSpPr>
        <p:spPr>
          <a:xfrm xmlns:a="http://schemas.openxmlformats.org/drawingml/2006/main">
            <a:off x="4000500" y="6646216"/>
            <a:ext cx="123481" cy="121878"/>
          </a:xfrm>
          <a:custGeom xmlns:a="http://schemas.openxmlformats.org/drawingml/2006/main">
            <a:pathLst>
              <a:path w="123481" h="121878">
                <a:moveTo>
                  <a:pt x="120274" y="0"/>
                </a:moveTo>
                <a:lnTo>
                  <a:pt x="0" y="64146"/>
                </a:lnTo>
                <a:lnTo>
                  <a:pt x="123481" y="121878"/>
                </a:lnTo>
              </a:path>
            </a:pathLst>
          </a:custGeom>
          <a:noFill xmlns:a="http://schemas.openxmlformats.org/drawingml/2006/main"/>
          <a:ln xmlns:a="http://schemas.openxmlformats.org/drawingml/2006/main" w="24384">
            <a:solidFill>
              <a:srgbClr val="5F6B77"/>
            </a:solidFill>
            <a:prstDash val="solid"/>
          </a:ln>
        </p:spPr>
      </p:sp>
      <p:sp>
        <p:nvSpPr>
          <p:cNvPr id="87" name="dp43-comparison / n95 / path">
            <a:extLst xmlns:a="http://schemas.openxmlformats.org/drawingml/2006/main">
              <a:ext uri="{FF2B5EF4-FFF2-40B4-BE49-F238E27FC236}">
                <a16:creationId xmlns:a16="http://schemas.microsoft.com/office/drawing/2014/main" id="{A75C4D7D-EE13-46E7-A903-BFD9B15AADA9}"/>
              </a:ext>
            </a:extLst>
          </p:cNvPr>
          <p:cNvSpPr>
            <a:spLocks xmlns:a="http://schemas.openxmlformats.org/drawingml/2006/main" noGrp="1"/>
          </p:cNvSpPr>
          <p:nvPr/>
        </p:nvSpPr>
        <p:spPr>
          <a:xfrm xmlns:a="http://schemas.openxmlformats.org/drawingml/2006/main">
            <a:off x="4000500" y="6710363"/>
            <a:ext cx="619125" cy="953"/>
          </a:xfrm>
          <a:custGeom xmlns:a="http://schemas.openxmlformats.org/drawingml/2006/main">
            <a:pathLst>
              <a:path w="619125" h="953">
                <a:moveTo>
                  <a:pt x="0" y="0"/>
                </a:moveTo>
                <a:lnTo>
                  <a:pt x="619125" y="0"/>
                </a:lnTo>
              </a:path>
            </a:pathLst>
          </a:custGeom>
          <a:noFill xmlns:a="http://schemas.openxmlformats.org/drawingml/2006/main"/>
          <a:ln xmlns:a="http://schemas.openxmlformats.org/drawingml/2006/main" w="19050">
            <a:solidFill>
              <a:srgbClr val="2858A5"/>
            </a:solidFill>
            <a:prstDash val="solid"/>
          </a:ln>
        </p:spPr>
      </p:sp>
      <p:sp>
        <p:nvSpPr>
          <p:cNvPr id="88" name="dp43-comparison / n95 / arrow">
            <a:extLst xmlns:a="http://schemas.openxmlformats.org/drawingml/2006/main">
              <a:ext uri="{FF2B5EF4-FFF2-40B4-BE49-F238E27FC236}">
                <a16:creationId xmlns:a16="http://schemas.microsoft.com/office/drawing/2014/main" id="{CCAA76D0-C628-4ECB-821D-B76717EFA22C}"/>
              </a:ext>
            </a:extLst>
          </p:cNvPr>
          <p:cNvSpPr>
            <a:spLocks xmlns:a="http://schemas.openxmlformats.org/drawingml/2006/main" noGrp="1"/>
          </p:cNvSpPr>
          <p:nvPr/>
        </p:nvSpPr>
        <p:spPr>
          <a:xfrm xmlns:a="http://schemas.openxmlformats.org/drawingml/2006/main">
            <a:off x="4497705" y="6649403"/>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2858A5"/>
            </a:solidFill>
            <a:prstDash val="solid"/>
          </a:ln>
        </p:spPr>
      </p:sp>
      <p:sp>
        <p:nvSpPr>
          <p:cNvPr id="89" name="dp43-comparison / n60">
            <a:extLst xmlns:a="http://schemas.openxmlformats.org/drawingml/2006/main">
              <a:ext uri="{FF2B5EF4-FFF2-40B4-BE49-F238E27FC236}">
                <a16:creationId xmlns:a16="http://schemas.microsoft.com/office/drawing/2014/main" id="{7E4A9164-723E-4210-B19B-47F82D596AEA}"/>
              </a:ext>
            </a:extLst>
          </p:cNvPr>
          <p:cNvSpPr>
            <a:spLocks xmlns:a="http://schemas.openxmlformats.org/drawingml/2006/main" noGrp="1"/>
          </p:cNvSpPr>
          <p:nvPr/>
        </p:nvSpPr>
        <p:spPr>
          <a:xfrm xmlns:a="http://schemas.openxmlformats.org/drawingml/2006/main">
            <a:off x="1581150" y="2400300"/>
            <a:ext cx="2534222"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0" name="dp43-comparison / n61 / text 1">
            <a:extLst xmlns:a="http://schemas.openxmlformats.org/drawingml/2006/main">
              <a:ext uri="{FF2B5EF4-FFF2-40B4-BE49-F238E27FC236}">
                <a16:creationId xmlns:a16="http://schemas.microsoft.com/office/drawing/2014/main" id="{4ABF81C3-6608-4252-A36B-5D827C66A569}"/>
              </a:ext>
            </a:extLst>
          </p:cNvPr>
          <p:cNvSpPr>
            <a:spLocks xmlns:a="http://schemas.openxmlformats.org/drawingml/2006/main" noGrp="1"/>
          </p:cNvSpPr>
          <p:nvPr/>
        </p:nvSpPr>
        <p:spPr>
          <a:xfrm xmlns:a="http://schemas.openxmlformats.org/drawingml/2006/main">
            <a:off x="1600200" y="2409825"/>
            <a:ext cx="2667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확정 User Turn / 새 Request</a:t>
            </a:r>
          </a:p>
        </p:txBody>
      </p:sp>
      <p:sp>
        <p:nvSpPr>
          <p:cNvPr id="91" name="dp43-comparison / n62">
            <a:extLst xmlns:a="http://schemas.openxmlformats.org/drawingml/2006/main">
              <a:ext uri="{FF2B5EF4-FFF2-40B4-BE49-F238E27FC236}">
                <a16:creationId xmlns:a16="http://schemas.microsoft.com/office/drawing/2014/main" id="{7B11CC2B-520C-4AE4-88B0-3FE3E004A147}"/>
              </a:ext>
            </a:extLst>
          </p:cNvPr>
          <p:cNvSpPr>
            <a:spLocks xmlns:a="http://schemas.openxmlformats.org/drawingml/2006/main" noGrp="1"/>
          </p:cNvSpPr>
          <p:nvPr/>
        </p:nvSpPr>
        <p:spPr>
          <a:xfrm xmlns:a="http://schemas.openxmlformats.org/drawingml/2006/main">
            <a:off x="7391400" y="3076575"/>
            <a:ext cx="203835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2" name="dp43-comparison / n63 / text 1">
            <a:extLst xmlns:a="http://schemas.openxmlformats.org/drawingml/2006/main">
              <a:ext uri="{FF2B5EF4-FFF2-40B4-BE49-F238E27FC236}">
                <a16:creationId xmlns:a16="http://schemas.microsoft.com/office/drawing/2014/main" id="{12748C44-CF77-4B18-9090-A82A2213C728}"/>
              </a:ext>
            </a:extLst>
          </p:cNvPr>
          <p:cNvSpPr>
            <a:spLocks xmlns:a="http://schemas.openxmlformats.org/drawingml/2006/main" noGrp="1"/>
          </p:cNvSpPr>
          <p:nvPr/>
        </p:nvSpPr>
        <p:spPr>
          <a:xfrm xmlns:a="http://schemas.openxmlformats.org/drawingml/2006/main">
            <a:off x="7410450" y="3086100"/>
            <a:ext cx="2000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공유 Omni 1벌 / 역할별 KV</a:t>
            </a:r>
          </a:p>
        </p:txBody>
      </p:sp>
      <p:sp>
        <p:nvSpPr>
          <p:cNvPr id="93" name="dp43-comparison / n65">
            <a:extLst xmlns:a="http://schemas.openxmlformats.org/drawingml/2006/main">
              <a:ext uri="{FF2B5EF4-FFF2-40B4-BE49-F238E27FC236}">
                <a16:creationId xmlns:a16="http://schemas.microsoft.com/office/drawing/2014/main" id="{B895C96A-8036-4329-B8E5-0264976A02CE}"/>
              </a:ext>
            </a:extLst>
          </p:cNvPr>
          <p:cNvSpPr>
            <a:spLocks xmlns:a="http://schemas.openxmlformats.org/drawingml/2006/main" noGrp="1"/>
          </p:cNvSpPr>
          <p:nvPr/>
        </p:nvSpPr>
        <p:spPr>
          <a:xfrm xmlns:a="http://schemas.openxmlformats.org/drawingml/2006/main">
            <a:off x="3952875" y="2438400"/>
            <a:ext cx="38100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4" name="dp43-comparison / n66 / text 1">
            <a:extLst xmlns:a="http://schemas.openxmlformats.org/drawingml/2006/main">
              <a:ext uri="{FF2B5EF4-FFF2-40B4-BE49-F238E27FC236}">
                <a16:creationId xmlns:a16="http://schemas.microsoft.com/office/drawing/2014/main" id="{1E1FE5E0-D7F6-483D-B81A-1FA8F25CE6FA}"/>
              </a:ext>
            </a:extLst>
          </p:cNvPr>
          <p:cNvSpPr>
            <a:spLocks xmlns:a="http://schemas.openxmlformats.org/drawingml/2006/main" noGrp="1"/>
          </p:cNvSpPr>
          <p:nvPr/>
        </p:nvSpPr>
        <p:spPr>
          <a:xfrm xmlns:a="http://schemas.openxmlformats.org/drawingml/2006/main">
            <a:off x="3971925" y="2447925"/>
            <a:ext cx="1238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원문</a:t>
            </a:r>
          </a:p>
        </p:txBody>
      </p:sp>
      <p:sp>
        <p:nvSpPr>
          <p:cNvPr id="95" name="dp43-comparison / n67">
            <a:extLst xmlns:a="http://schemas.openxmlformats.org/drawingml/2006/main">
              <a:ext uri="{FF2B5EF4-FFF2-40B4-BE49-F238E27FC236}">
                <a16:creationId xmlns:a16="http://schemas.microsoft.com/office/drawing/2014/main" id="{17396DE5-3696-4B5D-AC10-C496F7D71200}"/>
              </a:ext>
            </a:extLst>
          </p:cNvPr>
          <p:cNvSpPr>
            <a:spLocks xmlns:a="http://schemas.openxmlformats.org/drawingml/2006/main" noGrp="1"/>
          </p:cNvSpPr>
          <p:nvPr/>
        </p:nvSpPr>
        <p:spPr>
          <a:xfrm xmlns:a="http://schemas.openxmlformats.org/drawingml/2006/main">
            <a:off x="1552575" y="3095625"/>
            <a:ext cx="498348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6" name="dp43-comparison / n68 / text 1">
            <a:extLst xmlns:a="http://schemas.openxmlformats.org/drawingml/2006/main">
              <a:ext uri="{FF2B5EF4-FFF2-40B4-BE49-F238E27FC236}">
                <a16:creationId xmlns:a16="http://schemas.microsoft.com/office/drawing/2014/main" id="{C86564E5-1DFB-4FCA-8130-452B889B8DBD}"/>
              </a:ext>
            </a:extLst>
          </p:cNvPr>
          <p:cNvSpPr>
            <a:spLocks xmlns:a="http://schemas.openxmlformats.org/drawingml/2006/main" noGrp="1"/>
          </p:cNvSpPr>
          <p:nvPr/>
        </p:nvSpPr>
        <p:spPr>
          <a:xfrm xmlns:a="http://schemas.openxmlformats.org/drawingml/2006/main">
            <a:off x="1571625" y="3105150"/>
            <a:ext cx="5334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공통 읽기: Context Manager 정보 / Task Manager의 Task 후보</a:t>
            </a:r>
          </a:p>
        </p:txBody>
      </p:sp>
      <p:sp>
        <p:nvSpPr>
          <p:cNvPr id="97" name="dp43-comparison / n76">
            <a:extLst xmlns:a="http://schemas.openxmlformats.org/drawingml/2006/main">
              <a:ext uri="{FF2B5EF4-FFF2-40B4-BE49-F238E27FC236}">
                <a16:creationId xmlns:a16="http://schemas.microsoft.com/office/drawing/2014/main" id="{9F3371B5-3BC1-416C-B22A-C84BF856CF32}"/>
              </a:ext>
            </a:extLst>
          </p:cNvPr>
          <p:cNvSpPr>
            <a:spLocks xmlns:a="http://schemas.openxmlformats.org/drawingml/2006/main" noGrp="1"/>
          </p:cNvSpPr>
          <p:nvPr/>
        </p:nvSpPr>
        <p:spPr>
          <a:xfrm xmlns:a="http://schemas.openxmlformats.org/drawingml/2006/main">
            <a:off x="1781175" y="4467225"/>
            <a:ext cx="4531805" cy="23622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8" name="dp43-comparison / n77 / text 1">
            <a:extLst xmlns:a="http://schemas.openxmlformats.org/drawingml/2006/main">
              <a:ext uri="{FF2B5EF4-FFF2-40B4-BE49-F238E27FC236}">
                <a16:creationId xmlns:a16="http://schemas.microsoft.com/office/drawing/2014/main" id="{5FDE1A81-4412-4C82-AE30-C3A7AC5DFFE9}"/>
              </a:ext>
            </a:extLst>
          </p:cNvPr>
          <p:cNvSpPr>
            <a:spLocks xmlns:a="http://schemas.openxmlformats.org/drawingml/2006/main" noGrp="1"/>
          </p:cNvSpPr>
          <p:nvPr/>
        </p:nvSpPr>
        <p:spPr>
          <a:xfrm xmlns:a="http://schemas.openxmlformats.org/drawingml/2006/main">
            <a:off x="1800225" y="4476750"/>
            <a:ext cx="71532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2858A5"/>
                </a:solidFill>
                <a:latin typeface="Apple SD Gothic Neo"/>
                <a:ea typeface="Apple SD Gothic Neo"/>
                <a:cs typeface="Apple SD Gothic Neo"/>
              </a:defRPr>
            </a:pPr>
            <a:r>
              <a:rPr sz="1425" b="0">
                <a:solidFill>
                  <a:srgbClr val="2858A5"/>
                </a:solidFill>
                <a:latin typeface="Apple SD Gothic Neo"/>
                <a:ea typeface="Apple SD Gothic Neo"/>
                <a:cs typeface="Apple SD Gothic Neo"/>
              </a:rPr>
              <a:t>F1 의도 / F2 Referent / F3 Task Association</a:t>
            </a:r>
          </a:p>
        </p:txBody>
      </p:sp>
      <p:sp>
        <p:nvSpPr>
          <p:cNvPr id="99" name="dp43-comparison / n78">
            <a:extLst xmlns:a="http://schemas.openxmlformats.org/drawingml/2006/main">
              <a:ext uri="{FF2B5EF4-FFF2-40B4-BE49-F238E27FC236}">
                <a16:creationId xmlns:a16="http://schemas.microsoft.com/office/drawing/2014/main" id="{A9003EEF-FA5A-488F-80E9-561795E6F417}"/>
              </a:ext>
            </a:extLst>
          </p:cNvPr>
          <p:cNvSpPr>
            <a:spLocks xmlns:a="http://schemas.openxmlformats.org/drawingml/2006/main" noGrp="1"/>
          </p:cNvSpPr>
          <p:nvPr/>
        </p:nvSpPr>
        <p:spPr>
          <a:xfrm xmlns:a="http://schemas.openxmlformats.org/drawingml/2006/main">
            <a:off x="1781175" y="4724400"/>
            <a:ext cx="4510088" cy="23622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0" name="dp43-comparison / n79 / text 1">
            <a:extLst xmlns:a="http://schemas.openxmlformats.org/drawingml/2006/main">
              <a:ext uri="{FF2B5EF4-FFF2-40B4-BE49-F238E27FC236}">
                <a16:creationId xmlns:a16="http://schemas.microsoft.com/office/drawing/2014/main" id="{71A9C78E-F945-4609-AA19-A61ED8CD960F}"/>
              </a:ext>
            </a:extLst>
          </p:cNvPr>
          <p:cNvSpPr>
            <a:spLocks xmlns:a="http://schemas.openxmlformats.org/drawingml/2006/main" noGrp="1"/>
          </p:cNvSpPr>
          <p:nvPr/>
        </p:nvSpPr>
        <p:spPr>
          <a:xfrm xmlns:a="http://schemas.openxmlformats.org/drawingml/2006/main">
            <a:off x="1800225" y="4733925"/>
            <a:ext cx="71532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2858A5"/>
                </a:solidFill>
                <a:latin typeface="Apple SD Gothic Neo"/>
                <a:ea typeface="Apple SD Gothic Neo"/>
                <a:cs typeface="Apple SD Gothic Neo"/>
              </a:defRPr>
            </a:pPr>
            <a:r>
              <a:rPr sz="1425" b="0">
                <a:solidFill>
                  <a:srgbClr val="2858A5"/>
                </a:solidFill>
                <a:latin typeface="Apple SD Gothic Neo"/>
                <a:ea typeface="Apple SD Gothic Neo"/>
                <a:cs typeface="Apple SD Gothic Neo"/>
              </a:rPr>
              <a:t>F4 Request 관계 / F5 정정 범위 / F6 처리 방향</a:t>
            </a:r>
          </a:p>
        </p:txBody>
      </p:sp>
      <p:sp>
        <p:nvSpPr>
          <p:cNvPr id="101" name="dp43-comparison / n82">
            <a:extLst xmlns:a="http://schemas.openxmlformats.org/drawingml/2006/main">
              <a:ext uri="{FF2B5EF4-FFF2-40B4-BE49-F238E27FC236}">
                <a16:creationId xmlns:a16="http://schemas.microsoft.com/office/drawing/2014/main" id="{D26DA344-90F4-48D3-8E7D-2F5E1B0BD5F1}"/>
              </a:ext>
            </a:extLst>
          </p:cNvPr>
          <p:cNvSpPr>
            <a:spLocks xmlns:a="http://schemas.openxmlformats.org/drawingml/2006/main" noGrp="1"/>
          </p:cNvSpPr>
          <p:nvPr/>
        </p:nvSpPr>
        <p:spPr>
          <a:xfrm xmlns:a="http://schemas.openxmlformats.org/drawingml/2006/main">
            <a:off x="1743075" y="5676900"/>
            <a:ext cx="4253865"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2" name="dp43-comparison / n83 / text 1">
            <a:extLst xmlns:a="http://schemas.openxmlformats.org/drawingml/2006/main">
              <a:ext uri="{FF2B5EF4-FFF2-40B4-BE49-F238E27FC236}">
                <a16:creationId xmlns:a16="http://schemas.microsoft.com/office/drawing/2014/main" id="{8D38FB3F-0239-4561-B64F-C2FB40DEBCFE}"/>
              </a:ext>
            </a:extLst>
          </p:cNvPr>
          <p:cNvSpPr>
            <a:spLocks xmlns:a="http://schemas.openxmlformats.org/drawingml/2006/main" noGrp="1"/>
          </p:cNvSpPr>
          <p:nvPr/>
        </p:nvSpPr>
        <p:spPr>
          <a:xfrm xmlns:a="http://schemas.openxmlformats.org/drawingml/2006/main">
            <a:off x="1762125" y="5686425"/>
            <a:ext cx="7410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이전 조건 유지와 부분 갱신 / 검색과 전문 보조 허용</a:t>
            </a:r>
          </a:p>
        </p:txBody>
      </p:sp>
      <p:sp>
        <p:nvSpPr>
          <p:cNvPr id="103" name="dp43-comparison / n85">
            <a:extLst xmlns:a="http://schemas.openxmlformats.org/drawingml/2006/main">
              <a:ext uri="{FF2B5EF4-FFF2-40B4-BE49-F238E27FC236}">
                <a16:creationId xmlns:a16="http://schemas.microsoft.com/office/drawing/2014/main" id="{EA38C8FE-76C2-4040-805E-5B50CB303354}"/>
              </a:ext>
            </a:extLst>
          </p:cNvPr>
          <p:cNvSpPr>
            <a:spLocks xmlns:a="http://schemas.openxmlformats.org/drawingml/2006/main" noGrp="1"/>
          </p:cNvSpPr>
          <p:nvPr/>
        </p:nvSpPr>
        <p:spPr>
          <a:xfrm xmlns:a="http://schemas.openxmlformats.org/drawingml/2006/main">
            <a:off x="1609725" y="6000750"/>
            <a:ext cx="6465760"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4" name="dp43-comparison / n86 / text 1">
            <a:extLst xmlns:a="http://schemas.openxmlformats.org/drawingml/2006/main">
              <a:ext uri="{FF2B5EF4-FFF2-40B4-BE49-F238E27FC236}">
                <a16:creationId xmlns:a16="http://schemas.microsoft.com/office/drawing/2014/main" id="{56D58781-EADF-47AF-A05F-1BF307660A02}"/>
              </a:ext>
            </a:extLst>
          </p:cNvPr>
          <p:cNvSpPr>
            <a:spLocks xmlns:a="http://schemas.openxmlformats.org/drawingml/2006/main" noGrp="1"/>
          </p:cNvSpPr>
          <p:nvPr/>
        </p:nvSpPr>
        <p:spPr>
          <a:xfrm xmlns:a="http://schemas.openxmlformats.org/drawingml/2006/main">
            <a:off x="1628775" y="6010275"/>
            <a:ext cx="77152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2858A5"/>
                </a:solidFill>
                <a:latin typeface="Apple SD Gothic Neo"/>
                <a:ea typeface="Apple SD Gothic Neo"/>
                <a:cs typeface="Apple SD Gothic Neo"/>
              </a:defRPr>
            </a:pPr>
            <a:r>
              <a:rPr sz="1275" b="0">
                <a:solidFill>
                  <a:srgbClr val="2858A5"/>
                </a:solidFill>
                <a:latin typeface="Apple SD Gothic Neo"/>
                <a:ea typeface="Apple SD Gothic Neo"/>
                <a:cs typeface="Apple SD Gothic Neo"/>
              </a:rPr>
              <a:t>정정: F2와 F5 재판단 → F4 갱신 / Task Association은 입력 전제가 아닌 결과</a:t>
            </a:r>
          </a:p>
        </p:txBody>
      </p:sp>
      <p:sp>
        <p:nvSpPr>
          <p:cNvPr id="105" name="dp43-comparison / n96">
            <a:extLst xmlns:a="http://schemas.openxmlformats.org/drawingml/2006/main">
              <a:ext uri="{FF2B5EF4-FFF2-40B4-BE49-F238E27FC236}">
                <a16:creationId xmlns:a16="http://schemas.microsoft.com/office/drawing/2014/main" id="{22F9563D-ACBB-405A-B7D0-8D494AEF186D}"/>
              </a:ext>
            </a:extLst>
          </p:cNvPr>
          <p:cNvSpPr>
            <a:spLocks xmlns:a="http://schemas.openxmlformats.org/drawingml/2006/main" noGrp="1"/>
          </p:cNvSpPr>
          <p:nvPr/>
        </p:nvSpPr>
        <p:spPr>
          <a:xfrm xmlns:a="http://schemas.openxmlformats.org/drawingml/2006/main">
            <a:off x="4219575" y="6200775"/>
            <a:ext cx="3584448"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6" name="dp43-comparison / n97 / text 1">
            <a:extLst xmlns:a="http://schemas.openxmlformats.org/drawingml/2006/main">
              <a:ext uri="{FF2B5EF4-FFF2-40B4-BE49-F238E27FC236}">
                <a16:creationId xmlns:a16="http://schemas.microsoft.com/office/drawing/2014/main" id="{C7956736-42CF-498F-ACE9-E69E48981BCC}"/>
              </a:ext>
            </a:extLst>
          </p:cNvPr>
          <p:cNvSpPr>
            <a:spLocks xmlns:a="http://schemas.openxmlformats.org/drawingml/2006/main" noGrp="1"/>
          </p:cNvSpPr>
          <p:nvPr/>
        </p:nvSpPr>
        <p:spPr>
          <a:xfrm xmlns:a="http://schemas.openxmlformats.org/drawingml/2006/main">
            <a:off x="4238625" y="6210300"/>
            <a:ext cx="50292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현재 검사: 입력 / 정보 / Task / 질문 / 권한</a:t>
            </a:r>
          </a:p>
        </p:txBody>
      </p:sp>
      <p:sp>
        <p:nvSpPr>
          <p:cNvPr id="107" name="dp43-comparison / n98">
            <a:extLst xmlns:a="http://schemas.openxmlformats.org/drawingml/2006/main">
              <a:ext uri="{FF2B5EF4-FFF2-40B4-BE49-F238E27FC236}">
                <a16:creationId xmlns:a16="http://schemas.microsoft.com/office/drawing/2014/main" id="{1AF457BC-3967-49CF-B269-79631C028146}"/>
              </a:ext>
            </a:extLst>
          </p:cNvPr>
          <p:cNvSpPr>
            <a:spLocks xmlns:a="http://schemas.openxmlformats.org/drawingml/2006/main" noGrp="1"/>
          </p:cNvSpPr>
          <p:nvPr/>
        </p:nvSpPr>
        <p:spPr>
          <a:xfrm xmlns:a="http://schemas.openxmlformats.org/drawingml/2006/main">
            <a:off x="4695825" y="6981825"/>
            <a:ext cx="3221736"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8" name="dp43-comparison / n99 / text 1">
            <a:extLst xmlns:a="http://schemas.openxmlformats.org/drawingml/2006/main">
              <a:ext uri="{FF2B5EF4-FFF2-40B4-BE49-F238E27FC236}">
                <a16:creationId xmlns:a16="http://schemas.microsoft.com/office/drawing/2014/main" id="{BB63BBCD-BB2B-43AC-8EC1-1028D2302C69}"/>
              </a:ext>
            </a:extLst>
          </p:cNvPr>
          <p:cNvSpPr>
            <a:spLocks xmlns:a="http://schemas.openxmlformats.org/drawingml/2006/main" noGrp="1"/>
          </p:cNvSpPr>
          <p:nvPr/>
        </p:nvSpPr>
        <p:spPr>
          <a:xfrm xmlns:a="http://schemas.openxmlformats.org/drawingml/2006/main">
            <a:off x="4714875" y="6991350"/>
            <a:ext cx="44005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채택 의미와 질문 / 임시 해석 상태와 별도</a:t>
            </a:r>
          </a:p>
        </p:txBody>
      </p:sp>
      <p:sp>
        <p:nvSpPr>
          <p:cNvPr id="109" name="dp43-comparison / n100">
            <a:extLst xmlns:a="http://schemas.openxmlformats.org/drawingml/2006/main">
              <a:ext uri="{FF2B5EF4-FFF2-40B4-BE49-F238E27FC236}">
                <a16:creationId xmlns:a16="http://schemas.microsoft.com/office/drawing/2014/main" id="{0C0D80EB-03C2-44D0-A7BB-FED50B956965}"/>
              </a:ext>
            </a:extLst>
          </p:cNvPr>
          <p:cNvSpPr>
            <a:spLocks xmlns:a="http://schemas.openxmlformats.org/drawingml/2006/main" noGrp="1"/>
          </p:cNvSpPr>
          <p:nvPr/>
        </p:nvSpPr>
        <p:spPr>
          <a:xfrm xmlns:a="http://schemas.openxmlformats.org/drawingml/2006/main">
            <a:off x="1600200" y="7200900"/>
            <a:ext cx="7323963"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0" name="dp43-comparison / n101 / text 1">
            <a:extLst xmlns:a="http://schemas.openxmlformats.org/drawingml/2006/main">
              <a:ext uri="{FF2B5EF4-FFF2-40B4-BE49-F238E27FC236}">
                <a16:creationId xmlns:a16="http://schemas.microsoft.com/office/drawing/2014/main" id="{8BB02F71-773D-4F69-AB67-026940B036A8}"/>
              </a:ext>
            </a:extLst>
          </p:cNvPr>
          <p:cNvSpPr>
            <a:spLocks xmlns:a="http://schemas.openxmlformats.org/drawingml/2006/main" noGrp="1"/>
          </p:cNvSpPr>
          <p:nvPr/>
        </p:nvSpPr>
        <p:spPr>
          <a:xfrm xmlns:a="http://schemas.openxmlformats.org/drawingml/2006/main">
            <a:off x="1619250" y="7210425"/>
            <a:ext cx="76962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채택 후: Response Manager → Interaction Manager / Task Manager → Agent Gateway</a:t>
            </a:r>
          </a:p>
        </p:txBody>
      </p:sp>
      <p:sp>
        <p:nvSpPr>
          <p:cNvPr id="111" name="dp43-comparison / n102">
            <a:extLst xmlns:a="http://schemas.openxmlformats.org/drawingml/2006/main">
              <a:ext uri="{FF2B5EF4-FFF2-40B4-BE49-F238E27FC236}">
                <a16:creationId xmlns:a16="http://schemas.microsoft.com/office/drawing/2014/main" id="{1FD4BB5A-3DD7-41A0-8408-8DF675F3DDC0}"/>
              </a:ext>
            </a:extLst>
          </p:cNvPr>
          <p:cNvSpPr>
            <a:spLocks xmlns:a="http://schemas.openxmlformats.org/drawingml/2006/main" noGrp="1"/>
          </p:cNvSpPr>
          <p:nvPr/>
        </p:nvSpPr>
        <p:spPr>
          <a:xfrm xmlns:a="http://schemas.openxmlformats.org/drawingml/2006/main">
            <a:off x="1600200" y="7391400"/>
            <a:ext cx="6056376" cy="171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2" name="dp43-comparison / n103 / text 1">
            <a:extLst xmlns:a="http://schemas.openxmlformats.org/drawingml/2006/main">
              <a:ext uri="{FF2B5EF4-FFF2-40B4-BE49-F238E27FC236}">
                <a16:creationId xmlns:a16="http://schemas.microsoft.com/office/drawing/2014/main" id="{D7F8AFF6-30F3-43BB-9220-5DEC139406A9}"/>
              </a:ext>
            </a:extLst>
          </p:cNvPr>
          <p:cNvSpPr>
            <a:spLocks xmlns:a="http://schemas.openxmlformats.org/drawingml/2006/main" noGrp="1"/>
          </p:cNvSpPr>
          <p:nvPr/>
        </p:nvSpPr>
        <p:spPr>
          <a:xfrm xmlns:a="http://schemas.openxmlformats.org/drawingml/2006/main">
            <a:off x="1619250" y="7400925"/>
            <a:ext cx="76962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확인 질문의 실제 전달과 새 답변 / Downstream Agent 접수와 결과의 별도 확인</a:t>
            </a:r>
          </a:p>
        </p:txBody>
      </p:sp>
      <p:sp>
        <p:nvSpPr>
          <p:cNvPr id="113" name="dp43-comparison / n104">
            <a:extLst xmlns:a="http://schemas.openxmlformats.org/drawingml/2006/main">
              <a:ext uri="{FF2B5EF4-FFF2-40B4-BE49-F238E27FC236}">
                <a16:creationId xmlns:a16="http://schemas.microsoft.com/office/drawing/2014/main" id="{215A8B3B-40DB-43FA-8B44-E35125E043ED}"/>
              </a:ext>
            </a:extLst>
          </p:cNvPr>
          <p:cNvSpPr>
            <a:spLocks xmlns:a="http://schemas.openxmlformats.org/drawingml/2006/main" noGrp="1"/>
          </p:cNvSpPr>
          <p:nvPr/>
        </p:nvSpPr>
        <p:spPr>
          <a:xfrm xmlns:a="http://schemas.openxmlformats.org/drawingml/2006/main">
            <a:off x="9858375" y="2676525"/>
            <a:ext cx="2333625"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14" name="dp43-comparison / n105 / text 1">
            <a:extLst xmlns:a="http://schemas.openxmlformats.org/drawingml/2006/main">
              <a:ext uri="{FF2B5EF4-FFF2-40B4-BE49-F238E27FC236}">
                <a16:creationId xmlns:a16="http://schemas.microsoft.com/office/drawing/2014/main" id="{06DB9877-2ED7-4F88-B778-1A4263587C42}"/>
              </a:ext>
            </a:extLst>
          </p:cNvPr>
          <p:cNvSpPr>
            <a:spLocks xmlns:a="http://schemas.openxmlformats.org/drawingml/2006/main" noGrp="1"/>
          </p:cNvSpPr>
          <p:nvPr/>
        </p:nvSpPr>
        <p:spPr>
          <a:xfrm xmlns:a="http://schemas.openxmlformats.org/drawingml/2006/main">
            <a:off x="9944100" y="2746058"/>
            <a:ext cx="2162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Interaction Manager</a:t>
            </a:r>
          </a:p>
        </p:txBody>
      </p:sp>
      <p:sp>
        <p:nvSpPr>
          <p:cNvPr id="115" name="dp43-comparison / n106">
            <a:extLst xmlns:a="http://schemas.openxmlformats.org/drawingml/2006/main">
              <a:ext uri="{FF2B5EF4-FFF2-40B4-BE49-F238E27FC236}">
                <a16:creationId xmlns:a16="http://schemas.microsoft.com/office/drawing/2014/main" id="{2DC8EFDD-EB76-4245-BB7C-E23A0C92B4CC}"/>
              </a:ext>
            </a:extLst>
          </p:cNvPr>
          <p:cNvSpPr>
            <a:spLocks xmlns:a="http://schemas.openxmlformats.org/drawingml/2006/main" noGrp="1"/>
          </p:cNvSpPr>
          <p:nvPr/>
        </p:nvSpPr>
        <p:spPr>
          <a:xfrm xmlns:a="http://schemas.openxmlformats.org/drawingml/2006/main">
            <a:off x="12830175" y="2676525"/>
            <a:ext cx="2190750"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16" name="dp43-comparison / n107 / text 1">
            <a:extLst xmlns:a="http://schemas.openxmlformats.org/drawingml/2006/main">
              <a:ext uri="{FF2B5EF4-FFF2-40B4-BE49-F238E27FC236}">
                <a16:creationId xmlns:a16="http://schemas.microsoft.com/office/drawing/2014/main" id="{F25DC276-1D73-4009-98C1-8143CD3F6BB5}"/>
              </a:ext>
            </a:extLst>
          </p:cNvPr>
          <p:cNvSpPr>
            <a:spLocks xmlns:a="http://schemas.openxmlformats.org/drawingml/2006/main" noGrp="1"/>
          </p:cNvSpPr>
          <p:nvPr/>
        </p:nvSpPr>
        <p:spPr>
          <a:xfrm xmlns:a="http://schemas.openxmlformats.org/drawingml/2006/main">
            <a:off x="12915900" y="2746058"/>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Request Controller</a:t>
            </a:r>
          </a:p>
        </p:txBody>
      </p:sp>
      <p:sp>
        <p:nvSpPr>
          <p:cNvPr id="117" name="dp43-comparison / n108">
            <a:extLst xmlns:a="http://schemas.openxmlformats.org/drawingml/2006/main">
              <a:ext uri="{FF2B5EF4-FFF2-40B4-BE49-F238E27FC236}">
                <a16:creationId xmlns:a16="http://schemas.microsoft.com/office/drawing/2014/main" id="{169EB823-AEC7-42A8-8364-127A5F9FA0EC}"/>
              </a:ext>
            </a:extLst>
          </p:cNvPr>
          <p:cNvSpPr>
            <a:spLocks xmlns:a="http://schemas.openxmlformats.org/drawingml/2006/main" noGrp="1"/>
          </p:cNvSpPr>
          <p:nvPr/>
        </p:nvSpPr>
        <p:spPr>
          <a:xfrm xmlns:a="http://schemas.openxmlformats.org/drawingml/2006/main">
            <a:off x="15706725" y="2676525"/>
            <a:ext cx="1962150"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18" name="dp43-comparison / n109 / text 1">
            <a:extLst xmlns:a="http://schemas.openxmlformats.org/drawingml/2006/main">
              <a:ext uri="{FF2B5EF4-FFF2-40B4-BE49-F238E27FC236}">
                <a16:creationId xmlns:a16="http://schemas.microsoft.com/office/drawing/2014/main" id="{A8324F08-C715-40B4-B581-5C4E5F17C8E4}"/>
              </a:ext>
            </a:extLst>
          </p:cNvPr>
          <p:cNvSpPr>
            <a:spLocks xmlns:a="http://schemas.openxmlformats.org/drawingml/2006/main" noGrp="1"/>
          </p:cNvSpPr>
          <p:nvPr/>
        </p:nvSpPr>
        <p:spPr>
          <a:xfrm xmlns:a="http://schemas.openxmlformats.org/drawingml/2006/main">
            <a:off x="15792450" y="2746058"/>
            <a:ext cx="17907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Model Access</a:t>
            </a:r>
          </a:p>
        </p:txBody>
      </p:sp>
      <p:sp>
        <p:nvSpPr>
          <p:cNvPr id="119" name="dp43-comparison / n114 / path">
            <a:extLst xmlns:a="http://schemas.openxmlformats.org/drawingml/2006/main">
              <a:ext uri="{FF2B5EF4-FFF2-40B4-BE49-F238E27FC236}">
                <a16:creationId xmlns:a16="http://schemas.microsoft.com/office/drawing/2014/main" id="{66F2E119-6512-42BF-A164-7454E6BEAD71}"/>
              </a:ext>
            </a:extLst>
          </p:cNvPr>
          <p:cNvSpPr>
            <a:spLocks xmlns:a="http://schemas.openxmlformats.org/drawingml/2006/main" noGrp="1"/>
          </p:cNvSpPr>
          <p:nvPr/>
        </p:nvSpPr>
        <p:spPr>
          <a:xfrm xmlns:a="http://schemas.openxmlformats.org/drawingml/2006/main">
            <a:off x="12192000" y="2857500"/>
            <a:ext cx="638175" cy="953"/>
          </a:xfrm>
          <a:custGeom xmlns:a="http://schemas.openxmlformats.org/drawingml/2006/main">
            <a:pathLst>
              <a:path w="638175" h="953">
                <a:moveTo>
                  <a:pt x="0" y="0"/>
                </a:moveTo>
                <a:lnTo>
                  <a:pt x="638175" y="0"/>
                </a:lnTo>
              </a:path>
            </a:pathLst>
          </a:custGeom>
          <a:noFill xmlns:a="http://schemas.openxmlformats.org/drawingml/2006/main"/>
          <a:ln xmlns:a="http://schemas.openxmlformats.org/drawingml/2006/main" w="19050">
            <a:solidFill>
              <a:srgbClr val="7155A4"/>
            </a:solidFill>
            <a:prstDash val="solid"/>
          </a:ln>
        </p:spPr>
      </p:sp>
      <p:sp>
        <p:nvSpPr>
          <p:cNvPr id="120" name="dp43-comparison / n114 / arrow">
            <a:extLst xmlns:a="http://schemas.openxmlformats.org/drawingml/2006/main">
              <a:ext uri="{FF2B5EF4-FFF2-40B4-BE49-F238E27FC236}">
                <a16:creationId xmlns:a16="http://schemas.microsoft.com/office/drawing/2014/main" id="{76AD0B05-1C19-41DA-A5F7-83F47C862E0E}"/>
              </a:ext>
            </a:extLst>
          </p:cNvPr>
          <p:cNvSpPr>
            <a:spLocks xmlns:a="http://schemas.openxmlformats.org/drawingml/2006/main" noGrp="1"/>
          </p:cNvSpPr>
          <p:nvPr/>
        </p:nvSpPr>
        <p:spPr>
          <a:xfrm xmlns:a="http://schemas.openxmlformats.org/drawingml/2006/main">
            <a:off x="12708255" y="2796540"/>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7155A4"/>
            </a:solidFill>
            <a:prstDash val="solid"/>
          </a:ln>
        </p:spPr>
      </p:sp>
      <p:sp>
        <p:nvSpPr>
          <p:cNvPr id="121" name="dp43-comparison / n119">
            <a:extLst xmlns:a="http://schemas.openxmlformats.org/drawingml/2006/main">
              <a:ext uri="{FF2B5EF4-FFF2-40B4-BE49-F238E27FC236}">
                <a16:creationId xmlns:a16="http://schemas.microsoft.com/office/drawing/2014/main" id="{DD2E403A-3FD8-4B7F-A752-7356D0DC7A8B}"/>
              </a:ext>
            </a:extLst>
          </p:cNvPr>
          <p:cNvSpPr>
            <a:spLocks xmlns:a="http://schemas.openxmlformats.org/drawingml/2006/main" noGrp="1"/>
          </p:cNvSpPr>
          <p:nvPr/>
        </p:nvSpPr>
        <p:spPr>
          <a:xfrm xmlns:a="http://schemas.openxmlformats.org/drawingml/2006/main">
            <a:off x="9848850" y="3409950"/>
            <a:ext cx="7820025" cy="2533650"/>
          </a:xfrm>
          <a:prstGeom xmlns:a="http://schemas.openxmlformats.org/drawingml/2006/main" prst="rect">
            <a:avLst/>
          </a:prstGeom>
          <a:solidFill xmlns:a="http://schemas.openxmlformats.org/drawingml/2006/main">
            <a:srgbClr val="FAFBFC"/>
          </a:solidFill>
          <a:ln xmlns:a="http://schemas.openxmlformats.org/drawingml/2006/main" w="16193">
            <a:solidFill>
              <a:srgbClr val="7155A4"/>
            </a:solidFill>
            <a:prstDash val="solid"/>
          </a:ln>
        </p:spPr>
      </p:sp>
      <p:sp>
        <p:nvSpPr>
          <p:cNvPr id="122" name="dp43-comparison / n120 / text 1">
            <a:extLst xmlns:a="http://schemas.openxmlformats.org/drawingml/2006/main">
              <a:ext uri="{FF2B5EF4-FFF2-40B4-BE49-F238E27FC236}">
                <a16:creationId xmlns:a16="http://schemas.microsoft.com/office/drawing/2014/main" id="{329974EB-3515-4E95-AF2F-C83B16150523}"/>
              </a:ext>
            </a:extLst>
          </p:cNvPr>
          <p:cNvSpPr>
            <a:spLocks xmlns:a="http://schemas.openxmlformats.org/drawingml/2006/main" noGrp="1"/>
          </p:cNvSpPr>
          <p:nvPr/>
        </p:nvSpPr>
        <p:spPr>
          <a:xfrm xmlns:a="http://schemas.openxmlformats.org/drawingml/2006/main">
            <a:off x="9972675" y="3505200"/>
            <a:ext cx="75723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7155A4"/>
                </a:solidFill>
                <a:latin typeface="Apple SD Gothic Neo"/>
                <a:ea typeface="Apple SD Gothic Neo"/>
                <a:cs typeface="Apple SD Gothic Neo"/>
              </a:defRPr>
            </a:pPr>
            <a:r>
              <a:rPr sz="1575" b="1">
                <a:solidFill>
                  <a:srgbClr val="7155A4"/>
                </a:solidFill>
                <a:latin typeface="Apple SD Gothic Neo"/>
                <a:ea typeface="Apple SD Gothic Neo"/>
                <a:cs typeface="Apple SD Gothic Neo"/>
              </a:rPr>
              <a:t>Request Interpreter</a:t>
            </a:r>
          </a:p>
        </p:txBody>
      </p:sp>
      <p:sp>
        <p:nvSpPr>
          <p:cNvPr id="123" name="dp43-comparison / n121">
            <a:extLst xmlns:a="http://schemas.openxmlformats.org/drawingml/2006/main">
              <a:ext uri="{FF2B5EF4-FFF2-40B4-BE49-F238E27FC236}">
                <a16:creationId xmlns:a16="http://schemas.microsoft.com/office/drawing/2014/main" id="{A8332914-BB48-49C4-9E28-98608B2FD1EB}"/>
              </a:ext>
            </a:extLst>
          </p:cNvPr>
          <p:cNvSpPr>
            <a:spLocks xmlns:a="http://schemas.openxmlformats.org/drawingml/2006/main" noGrp="1"/>
          </p:cNvSpPr>
          <p:nvPr/>
        </p:nvSpPr>
        <p:spPr>
          <a:xfrm xmlns:a="http://schemas.openxmlformats.org/drawingml/2006/main">
            <a:off x="12630150" y="3867150"/>
            <a:ext cx="2286000" cy="141922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24" name="dp43-comparison / n122 / text 1">
            <a:extLst xmlns:a="http://schemas.openxmlformats.org/drawingml/2006/main">
              <a:ext uri="{FF2B5EF4-FFF2-40B4-BE49-F238E27FC236}">
                <a16:creationId xmlns:a16="http://schemas.microsoft.com/office/drawing/2014/main" id="{D2E970DE-2B98-4DA4-BA02-9443F6E4EF53}"/>
              </a:ext>
            </a:extLst>
          </p:cNvPr>
          <p:cNvSpPr>
            <a:spLocks xmlns:a="http://schemas.openxmlformats.org/drawingml/2006/main" noGrp="1"/>
          </p:cNvSpPr>
          <p:nvPr/>
        </p:nvSpPr>
        <p:spPr>
          <a:xfrm xmlns:a="http://schemas.openxmlformats.org/drawingml/2006/main">
            <a:off x="12715875" y="4329113"/>
            <a:ext cx="2114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Interpretation</a:t>
            </a:r>
          </a:p>
        </p:txBody>
      </p:sp>
      <p:sp>
        <p:nvSpPr>
          <p:cNvPr id="125" name="dp43-comparison / n122 / text 2">
            <a:extLst xmlns:a="http://schemas.openxmlformats.org/drawingml/2006/main">
              <a:ext uri="{FF2B5EF4-FFF2-40B4-BE49-F238E27FC236}">
                <a16:creationId xmlns:a16="http://schemas.microsoft.com/office/drawing/2014/main" id="{C4D26135-6B41-40FE-96B2-7FD5074CD6CD}"/>
              </a:ext>
            </a:extLst>
          </p:cNvPr>
          <p:cNvSpPr>
            <a:spLocks xmlns:a="http://schemas.openxmlformats.org/drawingml/2006/main" noGrp="1"/>
          </p:cNvSpPr>
          <p:nvPr/>
        </p:nvSpPr>
        <p:spPr>
          <a:xfrm xmlns:a="http://schemas.openxmlformats.org/drawingml/2006/main">
            <a:off x="12715875" y="4576763"/>
            <a:ext cx="2114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Coordinator</a:t>
            </a:r>
          </a:p>
        </p:txBody>
      </p:sp>
      <p:sp>
        <p:nvSpPr>
          <p:cNvPr id="126" name="dp43-comparison / n123">
            <a:extLst xmlns:a="http://schemas.openxmlformats.org/drawingml/2006/main">
              <a:ext uri="{FF2B5EF4-FFF2-40B4-BE49-F238E27FC236}">
                <a16:creationId xmlns:a16="http://schemas.microsoft.com/office/drawing/2014/main" id="{EAFAA26C-3B45-4BC2-8986-4A0690A16C54}"/>
              </a:ext>
            </a:extLst>
          </p:cNvPr>
          <p:cNvSpPr>
            <a:spLocks xmlns:a="http://schemas.openxmlformats.org/drawingml/2006/main" noGrp="1"/>
          </p:cNvSpPr>
          <p:nvPr/>
        </p:nvSpPr>
        <p:spPr>
          <a:xfrm xmlns:a="http://schemas.openxmlformats.org/drawingml/2006/main">
            <a:off x="12630150" y="5400675"/>
            <a:ext cx="2286000" cy="409575"/>
          </a:xfrm>
          <a:prstGeom xmlns:a="http://schemas.openxmlformats.org/drawingml/2006/main" prst="can">
            <a:avLst>
              <a:gd name="adj" fmla="val 20000"/>
            </a:avLst>
          </a:prstGeom>
          <a:solidFill xmlns:a="http://schemas.openxmlformats.org/drawingml/2006/main">
            <a:srgbClr val="FFF7DE"/>
          </a:solidFill>
          <a:ln xmlns:a="http://schemas.openxmlformats.org/drawingml/2006/main" w="16193">
            <a:solidFill>
              <a:srgbClr val="5F6B77"/>
            </a:solidFill>
            <a:prstDash val="solid"/>
          </a:ln>
        </p:spPr>
      </p:sp>
      <p:sp>
        <p:nvSpPr>
          <p:cNvPr id="127" name="dp43-comparison / n124 / text 1">
            <a:extLst xmlns:a="http://schemas.openxmlformats.org/drawingml/2006/main">
              <a:ext uri="{FF2B5EF4-FFF2-40B4-BE49-F238E27FC236}">
                <a16:creationId xmlns:a16="http://schemas.microsoft.com/office/drawing/2014/main" id="{F473E544-B287-47FE-98DB-DC1EE1E6C2A3}"/>
              </a:ext>
            </a:extLst>
          </p:cNvPr>
          <p:cNvSpPr>
            <a:spLocks xmlns:a="http://schemas.openxmlformats.org/drawingml/2006/main" noGrp="1"/>
          </p:cNvSpPr>
          <p:nvPr/>
        </p:nvSpPr>
        <p:spPr>
          <a:xfrm xmlns:a="http://schemas.openxmlformats.org/drawingml/2006/main">
            <a:off x="12715875" y="5562600"/>
            <a:ext cx="2114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0">
                <a:solidFill>
                  <a:srgbClr val="18232E"/>
                </a:solidFill>
                <a:latin typeface="Apple SD Gothic Neo"/>
                <a:ea typeface="Apple SD Gothic Neo"/>
                <a:cs typeface="Apple SD Gothic Neo"/>
              </a:defRPr>
            </a:pPr>
            <a:r>
              <a:rPr sz="1125" b="0">
                <a:solidFill>
                  <a:srgbClr val="18232E"/>
                </a:solidFill>
                <a:latin typeface="Apple SD Gothic Neo"/>
                <a:ea typeface="Apple SD Gothic Neo"/>
                <a:cs typeface="Apple SD Gothic Neo"/>
              </a:rPr>
              <a:t>Partial Interpretation Ledger</a:t>
            </a:r>
          </a:p>
        </p:txBody>
      </p:sp>
      <p:sp>
        <p:nvSpPr>
          <p:cNvPr id="128" name="dp43-comparison / n125">
            <a:extLst xmlns:a="http://schemas.openxmlformats.org/drawingml/2006/main">
              <a:ext uri="{FF2B5EF4-FFF2-40B4-BE49-F238E27FC236}">
                <a16:creationId xmlns:a16="http://schemas.microsoft.com/office/drawing/2014/main" id="{2C913E5D-92E8-4E19-A681-0908B1047DC1}"/>
              </a:ext>
            </a:extLst>
          </p:cNvPr>
          <p:cNvSpPr>
            <a:spLocks xmlns:a="http://schemas.openxmlformats.org/drawingml/2006/main" noGrp="1"/>
          </p:cNvSpPr>
          <p:nvPr/>
        </p:nvSpPr>
        <p:spPr>
          <a:xfrm xmlns:a="http://schemas.openxmlformats.org/drawingml/2006/main">
            <a:off x="10039350" y="3867150"/>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29" name="dp43-comparison / n126 / text 1">
            <a:extLst xmlns:a="http://schemas.openxmlformats.org/drawingml/2006/main">
              <a:ext uri="{FF2B5EF4-FFF2-40B4-BE49-F238E27FC236}">
                <a16:creationId xmlns:a16="http://schemas.microsoft.com/office/drawing/2014/main" id="{E82E9CBE-B7C7-4446-A052-3DAE61FAC17A}"/>
              </a:ext>
            </a:extLst>
          </p:cNvPr>
          <p:cNvSpPr>
            <a:spLocks xmlns:a="http://schemas.openxmlformats.org/drawingml/2006/main" noGrp="1"/>
          </p:cNvSpPr>
          <p:nvPr/>
        </p:nvSpPr>
        <p:spPr>
          <a:xfrm xmlns:a="http://schemas.openxmlformats.org/drawingml/2006/main">
            <a:off x="10125075" y="3861435"/>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Intent</a:t>
            </a:r>
          </a:p>
        </p:txBody>
      </p:sp>
      <p:sp>
        <p:nvSpPr>
          <p:cNvPr id="130" name="dp43-comparison / n126 / text 2">
            <a:extLst xmlns:a="http://schemas.openxmlformats.org/drawingml/2006/main">
              <a:ext uri="{FF2B5EF4-FFF2-40B4-BE49-F238E27FC236}">
                <a16:creationId xmlns:a16="http://schemas.microsoft.com/office/drawing/2014/main" id="{6483C610-3D0C-46F3-9C01-946DC037CE84}"/>
              </a:ext>
            </a:extLst>
          </p:cNvPr>
          <p:cNvSpPr>
            <a:spLocks xmlns:a="http://schemas.openxmlformats.org/drawingml/2006/main" noGrp="1"/>
          </p:cNvSpPr>
          <p:nvPr/>
        </p:nvSpPr>
        <p:spPr>
          <a:xfrm xmlns:a="http://schemas.openxmlformats.org/drawingml/2006/main">
            <a:off x="10125075" y="4071938"/>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Interpreter</a:t>
            </a:r>
          </a:p>
        </p:txBody>
      </p:sp>
      <p:sp>
        <p:nvSpPr>
          <p:cNvPr id="131" name="dp43-comparison / n129 / path">
            <a:extLst xmlns:a="http://schemas.openxmlformats.org/drawingml/2006/main">
              <a:ext uri="{FF2B5EF4-FFF2-40B4-BE49-F238E27FC236}">
                <a16:creationId xmlns:a16="http://schemas.microsoft.com/office/drawing/2014/main" id="{E0A6BAE6-B8BC-46E4-A557-CFC1ABF1E1FC}"/>
              </a:ext>
            </a:extLst>
          </p:cNvPr>
          <p:cNvSpPr>
            <a:spLocks xmlns:a="http://schemas.openxmlformats.org/drawingml/2006/main" noGrp="1"/>
          </p:cNvSpPr>
          <p:nvPr/>
        </p:nvSpPr>
        <p:spPr>
          <a:xfrm xmlns:a="http://schemas.openxmlformats.org/drawingml/2006/main">
            <a:off x="12287250" y="3986213"/>
            <a:ext cx="342900" cy="19050"/>
          </a:xfrm>
          <a:custGeom xmlns:a="http://schemas.openxmlformats.org/drawingml/2006/main">
            <a:pathLst>
              <a:path w="342900" h="19050">
                <a:moveTo>
                  <a:pt x="0" y="0"/>
                </a:moveTo>
                <a:lnTo>
                  <a:pt x="342900" y="19050"/>
                </a:lnTo>
              </a:path>
            </a:pathLst>
          </a:custGeom>
          <a:noFill xmlns:a="http://schemas.openxmlformats.org/drawingml/2006/main"/>
          <a:ln xmlns:a="http://schemas.openxmlformats.org/drawingml/2006/main" w="19050">
            <a:solidFill>
              <a:srgbClr val="7155A4"/>
            </a:solidFill>
            <a:prstDash val="solid"/>
          </a:ln>
        </p:spPr>
      </p:sp>
      <p:sp>
        <p:nvSpPr>
          <p:cNvPr id="132" name="dp43-comparison / n129 / arrow">
            <a:extLst xmlns:a="http://schemas.openxmlformats.org/drawingml/2006/main">
              <a:ext uri="{FF2B5EF4-FFF2-40B4-BE49-F238E27FC236}">
                <a16:creationId xmlns:a16="http://schemas.microsoft.com/office/drawing/2014/main" id="{45202B50-CF6B-443F-89AD-E1544A3D2899}"/>
              </a:ext>
            </a:extLst>
          </p:cNvPr>
          <p:cNvSpPr>
            <a:spLocks xmlns:a="http://schemas.openxmlformats.org/drawingml/2006/main" noGrp="1"/>
          </p:cNvSpPr>
          <p:nvPr/>
        </p:nvSpPr>
        <p:spPr>
          <a:xfrm xmlns:a="http://schemas.openxmlformats.org/drawingml/2006/main">
            <a:off x="12505036" y="3937633"/>
            <a:ext cx="125114" cy="121732"/>
          </a:xfrm>
          <a:custGeom xmlns:a="http://schemas.openxmlformats.org/drawingml/2006/main">
            <a:pathLst>
              <a:path w="125114" h="121732">
                <a:moveTo>
                  <a:pt x="0" y="121732"/>
                </a:moveTo>
                <a:lnTo>
                  <a:pt x="125114" y="67629"/>
                </a:lnTo>
                <a:lnTo>
                  <a:pt x="6763" y="0"/>
                </a:lnTo>
              </a:path>
            </a:pathLst>
          </a:custGeom>
          <a:noFill xmlns:a="http://schemas.openxmlformats.org/drawingml/2006/main"/>
          <a:ln xmlns:a="http://schemas.openxmlformats.org/drawingml/2006/main" w="24384">
            <a:solidFill>
              <a:srgbClr val="7155A4"/>
            </a:solidFill>
            <a:prstDash val="solid"/>
          </a:ln>
        </p:spPr>
      </p:sp>
      <p:sp>
        <p:nvSpPr>
          <p:cNvPr id="133" name="dp43-comparison / n130 / path">
            <a:extLst xmlns:a="http://schemas.openxmlformats.org/drawingml/2006/main">
              <a:ext uri="{FF2B5EF4-FFF2-40B4-BE49-F238E27FC236}">
                <a16:creationId xmlns:a16="http://schemas.microsoft.com/office/drawing/2014/main" id="{B83BD571-D57D-4B7E-B281-607B85763A49}"/>
              </a:ext>
            </a:extLst>
          </p:cNvPr>
          <p:cNvSpPr>
            <a:spLocks xmlns:a="http://schemas.openxmlformats.org/drawingml/2006/main" noGrp="1"/>
          </p:cNvSpPr>
          <p:nvPr/>
        </p:nvSpPr>
        <p:spPr>
          <a:xfrm xmlns:a="http://schemas.openxmlformats.org/drawingml/2006/main">
            <a:off x="12287250" y="4157663"/>
            <a:ext cx="342900" cy="19050"/>
          </a:xfrm>
          <a:custGeom xmlns:a="http://schemas.openxmlformats.org/drawingml/2006/main">
            <a:pathLst>
              <a:path w="342900" h="19050">
                <a:moveTo>
                  <a:pt x="342900" y="19050"/>
                </a:moveTo>
                <a:lnTo>
                  <a:pt x="0" y="0"/>
                </a:lnTo>
              </a:path>
            </a:pathLst>
          </a:custGeom>
          <a:noFill xmlns:a="http://schemas.openxmlformats.org/drawingml/2006/main"/>
          <a:ln xmlns:a="http://schemas.openxmlformats.org/drawingml/2006/main" w="19050">
            <a:solidFill>
              <a:srgbClr val="7155A4"/>
            </a:solidFill>
            <a:prstDash val="dash"/>
          </a:ln>
        </p:spPr>
      </p:sp>
      <p:sp>
        <p:nvSpPr>
          <p:cNvPr id="134" name="dp43-comparison / n130 / arrow">
            <a:extLst xmlns:a="http://schemas.openxmlformats.org/drawingml/2006/main">
              <a:ext uri="{FF2B5EF4-FFF2-40B4-BE49-F238E27FC236}">
                <a16:creationId xmlns:a16="http://schemas.microsoft.com/office/drawing/2014/main" id="{56905014-F918-4482-857F-67AB2E889C44}"/>
              </a:ext>
            </a:extLst>
          </p:cNvPr>
          <p:cNvSpPr>
            <a:spLocks xmlns:a="http://schemas.openxmlformats.org/drawingml/2006/main" noGrp="1"/>
          </p:cNvSpPr>
          <p:nvPr/>
        </p:nvSpPr>
        <p:spPr>
          <a:xfrm xmlns:a="http://schemas.openxmlformats.org/drawingml/2006/main">
            <a:off x="12287250" y="4103559"/>
            <a:ext cx="125114" cy="121732"/>
          </a:xfrm>
          <a:custGeom xmlns:a="http://schemas.openxmlformats.org/drawingml/2006/main">
            <a:pathLst>
              <a:path w="125114" h="121732">
                <a:moveTo>
                  <a:pt x="125114" y="0"/>
                </a:moveTo>
                <a:lnTo>
                  <a:pt x="0" y="54103"/>
                </a:lnTo>
                <a:lnTo>
                  <a:pt x="118351" y="121732"/>
                </a:lnTo>
              </a:path>
            </a:pathLst>
          </a:custGeom>
          <a:noFill xmlns:a="http://schemas.openxmlformats.org/drawingml/2006/main"/>
          <a:ln xmlns:a="http://schemas.openxmlformats.org/drawingml/2006/main" w="24384">
            <a:solidFill>
              <a:srgbClr val="7155A4"/>
            </a:solidFill>
            <a:prstDash val="solid"/>
          </a:ln>
        </p:spPr>
      </p:sp>
      <p:sp>
        <p:nvSpPr>
          <p:cNvPr id="135" name="dp43-comparison / n131">
            <a:extLst xmlns:a="http://schemas.openxmlformats.org/drawingml/2006/main">
              <a:ext uri="{FF2B5EF4-FFF2-40B4-BE49-F238E27FC236}">
                <a16:creationId xmlns:a16="http://schemas.microsoft.com/office/drawing/2014/main" id="{17E662B1-53C7-42C4-9BCE-7599A24D29C7}"/>
              </a:ext>
            </a:extLst>
          </p:cNvPr>
          <p:cNvSpPr>
            <a:spLocks xmlns:a="http://schemas.openxmlformats.org/drawingml/2006/main" noGrp="1"/>
          </p:cNvSpPr>
          <p:nvPr/>
        </p:nvSpPr>
        <p:spPr>
          <a:xfrm xmlns:a="http://schemas.openxmlformats.org/drawingml/2006/main">
            <a:off x="10039350" y="4524375"/>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36" name="dp43-comparison / n132 / text 1">
            <a:extLst xmlns:a="http://schemas.openxmlformats.org/drawingml/2006/main">
              <a:ext uri="{FF2B5EF4-FFF2-40B4-BE49-F238E27FC236}">
                <a16:creationId xmlns:a16="http://schemas.microsoft.com/office/drawing/2014/main" id="{953929E6-D12E-4F92-AD74-17D11CA3065E}"/>
              </a:ext>
            </a:extLst>
          </p:cNvPr>
          <p:cNvSpPr>
            <a:spLocks xmlns:a="http://schemas.openxmlformats.org/drawingml/2006/main" noGrp="1"/>
          </p:cNvSpPr>
          <p:nvPr/>
        </p:nvSpPr>
        <p:spPr>
          <a:xfrm xmlns:a="http://schemas.openxmlformats.org/drawingml/2006/main">
            <a:off x="10125075" y="4623911"/>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Referent Resolver</a:t>
            </a:r>
          </a:p>
        </p:txBody>
      </p:sp>
      <p:sp>
        <p:nvSpPr>
          <p:cNvPr id="137" name="dp43-comparison / n135 / path">
            <a:extLst xmlns:a="http://schemas.openxmlformats.org/drawingml/2006/main">
              <a:ext uri="{FF2B5EF4-FFF2-40B4-BE49-F238E27FC236}">
                <a16:creationId xmlns:a16="http://schemas.microsoft.com/office/drawing/2014/main" id="{CA9445B1-FCC0-4CCD-9B6C-82546654946D}"/>
              </a:ext>
            </a:extLst>
          </p:cNvPr>
          <p:cNvSpPr>
            <a:spLocks xmlns:a="http://schemas.openxmlformats.org/drawingml/2006/main" noGrp="1"/>
          </p:cNvSpPr>
          <p:nvPr/>
        </p:nvSpPr>
        <p:spPr>
          <a:xfrm xmlns:a="http://schemas.openxmlformats.org/drawingml/2006/main">
            <a:off x="12287250" y="4491038"/>
            <a:ext cx="342900" cy="152400"/>
          </a:xfrm>
          <a:custGeom xmlns:a="http://schemas.openxmlformats.org/drawingml/2006/main">
            <a:pathLst>
              <a:path w="342900" h="152400">
                <a:moveTo>
                  <a:pt x="0" y="152400"/>
                </a:moveTo>
                <a:lnTo>
                  <a:pt x="342900" y="0"/>
                </a:lnTo>
              </a:path>
            </a:pathLst>
          </a:custGeom>
          <a:noFill xmlns:a="http://schemas.openxmlformats.org/drawingml/2006/main"/>
          <a:ln xmlns:a="http://schemas.openxmlformats.org/drawingml/2006/main" w="19050">
            <a:solidFill>
              <a:srgbClr val="7155A4"/>
            </a:solidFill>
            <a:prstDash val="solid"/>
          </a:ln>
        </p:spPr>
      </p:sp>
      <p:sp>
        <p:nvSpPr>
          <p:cNvPr id="138" name="dp43-comparison / n135 / arrow">
            <a:extLst xmlns:a="http://schemas.openxmlformats.org/drawingml/2006/main">
              <a:ext uri="{FF2B5EF4-FFF2-40B4-BE49-F238E27FC236}">
                <a16:creationId xmlns:a16="http://schemas.microsoft.com/office/drawing/2014/main" id="{999934D8-3846-4B3B-B21C-8F2382F92F15}"/>
              </a:ext>
            </a:extLst>
          </p:cNvPr>
          <p:cNvSpPr>
            <a:spLocks xmlns:a="http://schemas.openxmlformats.org/drawingml/2006/main" noGrp="1"/>
          </p:cNvSpPr>
          <p:nvPr/>
        </p:nvSpPr>
        <p:spPr>
          <a:xfrm xmlns:a="http://schemas.openxmlformats.org/drawingml/2006/main">
            <a:off x="12493980" y="4484848"/>
            <a:ext cx="136170" cy="111412"/>
          </a:xfrm>
          <a:custGeom xmlns:a="http://schemas.openxmlformats.org/drawingml/2006/main">
            <a:pathLst>
              <a:path w="136170" h="111412">
                <a:moveTo>
                  <a:pt x="49516" y="111412"/>
                </a:moveTo>
                <a:lnTo>
                  <a:pt x="136170" y="6190"/>
                </a:lnTo>
                <a:lnTo>
                  <a:pt x="0" y="0"/>
                </a:lnTo>
              </a:path>
            </a:pathLst>
          </a:custGeom>
          <a:noFill xmlns:a="http://schemas.openxmlformats.org/drawingml/2006/main"/>
          <a:ln xmlns:a="http://schemas.openxmlformats.org/drawingml/2006/main" w="24384">
            <a:solidFill>
              <a:srgbClr val="7155A4"/>
            </a:solidFill>
            <a:prstDash val="solid"/>
          </a:ln>
        </p:spPr>
      </p:sp>
      <p:sp>
        <p:nvSpPr>
          <p:cNvPr id="139" name="dp43-comparison / n136 / path">
            <a:extLst xmlns:a="http://schemas.openxmlformats.org/drawingml/2006/main">
              <a:ext uri="{FF2B5EF4-FFF2-40B4-BE49-F238E27FC236}">
                <a16:creationId xmlns:a16="http://schemas.microsoft.com/office/drawing/2014/main" id="{ED5972CE-4481-4A0B-85EC-F6E6C73BCD7F}"/>
              </a:ext>
            </a:extLst>
          </p:cNvPr>
          <p:cNvSpPr>
            <a:spLocks xmlns:a="http://schemas.openxmlformats.org/drawingml/2006/main" noGrp="1"/>
          </p:cNvSpPr>
          <p:nvPr/>
        </p:nvSpPr>
        <p:spPr>
          <a:xfrm xmlns:a="http://schemas.openxmlformats.org/drawingml/2006/main">
            <a:off x="12287250" y="4662488"/>
            <a:ext cx="342900" cy="152400"/>
          </a:xfrm>
          <a:custGeom xmlns:a="http://schemas.openxmlformats.org/drawingml/2006/main">
            <a:pathLst>
              <a:path w="342900" h="152400">
                <a:moveTo>
                  <a:pt x="342900" y="0"/>
                </a:moveTo>
                <a:lnTo>
                  <a:pt x="0" y="152400"/>
                </a:lnTo>
              </a:path>
            </a:pathLst>
          </a:custGeom>
          <a:noFill xmlns:a="http://schemas.openxmlformats.org/drawingml/2006/main"/>
          <a:ln xmlns:a="http://schemas.openxmlformats.org/drawingml/2006/main" w="19050">
            <a:solidFill>
              <a:srgbClr val="7155A4"/>
            </a:solidFill>
            <a:prstDash val="dash"/>
          </a:ln>
        </p:spPr>
      </p:sp>
      <p:sp>
        <p:nvSpPr>
          <p:cNvPr id="140" name="dp43-comparison / n136 / arrow">
            <a:extLst xmlns:a="http://schemas.openxmlformats.org/drawingml/2006/main">
              <a:ext uri="{FF2B5EF4-FFF2-40B4-BE49-F238E27FC236}">
                <a16:creationId xmlns:a16="http://schemas.microsoft.com/office/drawing/2014/main" id="{13DAE296-E8ED-493C-BA40-CA7B8F22FC4C}"/>
              </a:ext>
            </a:extLst>
          </p:cNvPr>
          <p:cNvSpPr>
            <a:spLocks xmlns:a="http://schemas.openxmlformats.org/drawingml/2006/main" noGrp="1"/>
          </p:cNvSpPr>
          <p:nvPr/>
        </p:nvSpPr>
        <p:spPr>
          <a:xfrm xmlns:a="http://schemas.openxmlformats.org/drawingml/2006/main">
            <a:off x="12287250" y="4709665"/>
            <a:ext cx="136170" cy="111412"/>
          </a:xfrm>
          <a:custGeom xmlns:a="http://schemas.openxmlformats.org/drawingml/2006/main">
            <a:pathLst>
              <a:path w="136170" h="111412">
                <a:moveTo>
                  <a:pt x="86654" y="0"/>
                </a:moveTo>
                <a:lnTo>
                  <a:pt x="0" y="105222"/>
                </a:lnTo>
                <a:lnTo>
                  <a:pt x="136170" y="111412"/>
                </a:lnTo>
              </a:path>
            </a:pathLst>
          </a:custGeom>
          <a:noFill xmlns:a="http://schemas.openxmlformats.org/drawingml/2006/main"/>
          <a:ln xmlns:a="http://schemas.openxmlformats.org/drawingml/2006/main" w="24384">
            <a:solidFill>
              <a:srgbClr val="7155A4"/>
            </a:solidFill>
            <a:prstDash val="solid"/>
          </a:ln>
        </p:spPr>
      </p:sp>
      <p:sp>
        <p:nvSpPr>
          <p:cNvPr id="141" name="dp43-comparison / n137">
            <a:extLst xmlns:a="http://schemas.openxmlformats.org/drawingml/2006/main">
              <a:ext uri="{FF2B5EF4-FFF2-40B4-BE49-F238E27FC236}">
                <a16:creationId xmlns:a16="http://schemas.microsoft.com/office/drawing/2014/main" id="{E0F5E4FA-9C3A-447F-97C4-55CF3D3CEE34}"/>
              </a:ext>
            </a:extLst>
          </p:cNvPr>
          <p:cNvSpPr>
            <a:spLocks xmlns:a="http://schemas.openxmlformats.org/drawingml/2006/main" noGrp="1"/>
          </p:cNvSpPr>
          <p:nvPr/>
        </p:nvSpPr>
        <p:spPr>
          <a:xfrm xmlns:a="http://schemas.openxmlformats.org/drawingml/2006/main">
            <a:off x="10039350" y="5181600"/>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42" name="dp43-comparison / n138 / text 1">
            <a:extLst xmlns:a="http://schemas.openxmlformats.org/drawingml/2006/main">
              <a:ext uri="{FF2B5EF4-FFF2-40B4-BE49-F238E27FC236}">
                <a16:creationId xmlns:a16="http://schemas.microsoft.com/office/drawing/2014/main" id="{2B6C306D-E2FF-4B85-9289-6E9EF6544EC7}"/>
              </a:ext>
            </a:extLst>
          </p:cNvPr>
          <p:cNvSpPr>
            <a:spLocks xmlns:a="http://schemas.openxmlformats.org/drawingml/2006/main" noGrp="1"/>
          </p:cNvSpPr>
          <p:nvPr/>
        </p:nvSpPr>
        <p:spPr>
          <a:xfrm xmlns:a="http://schemas.openxmlformats.org/drawingml/2006/main">
            <a:off x="10125075" y="5175885"/>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Association</a:t>
            </a:r>
          </a:p>
        </p:txBody>
      </p:sp>
      <p:sp>
        <p:nvSpPr>
          <p:cNvPr id="143" name="dp43-comparison / n138 / text 2">
            <a:extLst xmlns:a="http://schemas.openxmlformats.org/drawingml/2006/main">
              <a:ext uri="{FF2B5EF4-FFF2-40B4-BE49-F238E27FC236}">
                <a16:creationId xmlns:a16="http://schemas.microsoft.com/office/drawing/2014/main" id="{0399E2FD-D5DE-4CC2-882A-0228B1EC789A}"/>
              </a:ext>
            </a:extLst>
          </p:cNvPr>
          <p:cNvSpPr>
            <a:spLocks xmlns:a="http://schemas.openxmlformats.org/drawingml/2006/main" noGrp="1"/>
          </p:cNvSpPr>
          <p:nvPr/>
        </p:nvSpPr>
        <p:spPr>
          <a:xfrm xmlns:a="http://schemas.openxmlformats.org/drawingml/2006/main">
            <a:off x="10125075" y="5386388"/>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Resolver</a:t>
            </a:r>
          </a:p>
        </p:txBody>
      </p:sp>
      <p:sp>
        <p:nvSpPr>
          <p:cNvPr id="144" name="dp43-comparison / n141 / path">
            <a:extLst xmlns:a="http://schemas.openxmlformats.org/drawingml/2006/main">
              <a:ext uri="{FF2B5EF4-FFF2-40B4-BE49-F238E27FC236}">
                <a16:creationId xmlns:a16="http://schemas.microsoft.com/office/drawing/2014/main" id="{492A2DE0-522D-41B3-AF4A-117923B64A78}"/>
              </a:ext>
            </a:extLst>
          </p:cNvPr>
          <p:cNvSpPr>
            <a:spLocks xmlns:a="http://schemas.openxmlformats.org/drawingml/2006/main" noGrp="1"/>
          </p:cNvSpPr>
          <p:nvPr/>
        </p:nvSpPr>
        <p:spPr>
          <a:xfrm xmlns:a="http://schemas.openxmlformats.org/drawingml/2006/main">
            <a:off x="12287250" y="4976813"/>
            <a:ext cx="342900" cy="323850"/>
          </a:xfrm>
          <a:custGeom xmlns:a="http://schemas.openxmlformats.org/drawingml/2006/main">
            <a:pathLst>
              <a:path w="342900" h="323850">
                <a:moveTo>
                  <a:pt x="0" y="323850"/>
                </a:moveTo>
                <a:lnTo>
                  <a:pt x="342900" y="0"/>
                </a:lnTo>
              </a:path>
            </a:pathLst>
          </a:custGeom>
          <a:noFill xmlns:a="http://schemas.openxmlformats.org/drawingml/2006/main"/>
          <a:ln xmlns:a="http://schemas.openxmlformats.org/drawingml/2006/main" w="19050">
            <a:solidFill>
              <a:srgbClr val="7155A4"/>
            </a:solidFill>
            <a:prstDash val="solid"/>
          </a:ln>
        </p:spPr>
      </p:sp>
      <p:sp>
        <p:nvSpPr>
          <p:cNvPr id="145" name="dp43-comparison / n141 / arrow">
            <a:extLst xmlns:a="http://schemas.openxmlformats.org/drawingml/2006/main">
              <a:ext uri="{FF2B5EF4-FFF2-40B4-BE49-F238E27FC236}">
                <a16:creationId xmlns:a16="http://schemas.microsoft.com/office/drawing/2014/main" id="{EDD51943-EA90-4EF9-ACAD-100733EF75CF}"/>
              </a:ext>
            </a:extLst>
          </p:cNvPr>
          <p:cNvSpPr>
            <a:spLocks xmlns:a="http://schemas.openxmlformats.org/drawingml/2006/main" noGrp="1"/>
          </p:cNvSpPr>
          <p:nvPr/>
        </p:nvSpPr>
        <p:spPr>
          <a:xfrm xmlns:a="http://schemas.openxmlformats.org/drawingml/2006/main">
            <a:off x="12499656" y="4976813"/>
            <a:ext cx="130494" cy="128032"/>
          </a:xfrm>
          <a:custGeom xmlns:a="http://schemas.openxmlformats.org/drawingml/2006/main">
            <a:pathLst>
              <a:path w="130494" h="128032">
                <a:moveTo>
                  <a:pt x="83713" y="128032"/>
                </a:moveTo>
                <a:lnTo>
                  <a:pt x="130494" y="0"/>
                </a:lnTo>
                <a:lnTo>
                  <a:pt x="0" y="39394"/>
                </a:lnTo>
              </a:path>
            </a:pathLst>
          </a:custGeom>
          <a:noFill xmlns:a="http://schemas.openxmlformats.org/drawingml/2006/main"/>
          <a:ln xmlns:a="http://schemas.openxmlformats.org/drawingml/2006/main" w="24384">
            <a:solidFill>
              <a:srgbClr val="7155A4"/>
            </a:solidFill>
            <a:prstDash val="solid"/>
          </a:ln>
        </p:spPr>
      </p:sp>
      <p:sp>
        <p:nvSpPr>
          <p:cNvPr id="146" name="dp43-comparison / n142 / path">
            <a:extLst xmlns:a="http://schemas.openxmlformats.org/drawingml/2006/main">
              <a:ext uri="{FF2B5EF4-FFF2-40B4-BE49-F238E27FC236}">
                <a16:creationId xmlns:a16="http://schemas.microsoft.com/office/drawing/2014/main" id="{6FBCFB45-2771-4A10-9898-583E37F0D731}"/>
              </a:ext>
            </a:extLst>
          </p:cNvPr>
          <p:cNvSpPr>
            <a:spLocks xmlns:a="http://schemas.openxmlformats.org/drawingml/2006/main" noGrp="1"/>
          </p:cNvSpPr>
          <p:nvPr/>
        </p:nvSpPr>
        <p:spPr>
          <a:xfrm xmlns:a="http://schemas.openxmlformats.org/drawingml/2006/main">
            <a:off x="12287250" y="5148263"/>
            <a:ext cx="342900" cy="323850"/>
          </a:xfrm>
          <a:custGeom xmlns:a="http://schemas.openxmlformats.org/drawingml/2006/main">
            <a:pathLst>
              <a:path w="342900" h="323850">
                <a:moveTo>
                  <a:pt x="342900" y="0"/>
                </a:moveTo>
                <a:lnTo>
                  <a:pt x="0" y="323850"/>
                </a:lnTo>
              </a:path>
            </a:pathLst>
          </a:custGeom>
          <a:noFill xmlns:a="http://schemas.openxmlformats.org/drawingml/2006/main"/>
          <a:ln xmlns:a="http://schemas.openxmlformats.org/drawingml/2006/main" w="19050">
            <a:solidFill>
              <a:srgbClr val="7155A4"/>
            </a:solidFill>
            <a:prstDash val="dash"/>
          </a:ln>
        </p:spPr>
      </p:sp>
      <p:sp>
        <p:nvSpPr>
          <p:cNvPr id="147" name="dp43-comparison / n142 / arrow">
            <a:extLst xmlns:a="http://schemas.openxmlformats.org/drawingml/2006/main">
              <a:ext uri="{FF2B5EF4-FFF2-40B4-BE49-F238E27FC236}">
                <a16:creationId xmlns:a16="http://schemas.microsoft.com/office/drawing/2014/main" id="{154F2166-4BAE-4951-8839-86C83619B4C6}"/>
              </a:ext>
            </a:extLst>
          </p:cNvPr>
          <p:cNvSpPr>
            <a:spLocks xmlns:a="http://schemas.openxmlformats.org/drawingml/2006/main" noGrp="1"/>
          </p:cNvSpPr>
          <p:nvPr/>
        </p:nvSpPr>
        <p:spPr>
          <a:xfrm xmlns:a="http://schemas.openxmlformats.org/drawingml/2006/main">
            <a:off x="12287250" y="5344081"/>
            <a:ext cx="130494" cy="128032"/>
          </a:xfrm>
          <a:custGeom xmlns:a="http://schemas.openxmlformats.org/drawingml/2006/main">
            <a:pathLst>
              <a:path w="130494" h="128032">
                <a:moveTo>
                  <a:pt x="46781" y="0"/>
                </a:moveTo>
                <a:lnTo>
                  <a:pt x="0" y="128032"/>
                </a:lnTo>
                <a:lnTo>
                  <a:pt x="130494" y="88637"/>
                </a:lnTo>
              </a:path>
            </a:pathLst>
          </a:custGeom>
          <a:noFill xmlns:a="http://schemas.openxmlformats.org/drawingml/2006/main"/>
          <a:ln xmlns:a="http://schemas.openxmlformats.org/drawingml/2006/main" w="24384">
            <a:solidFill>
              <a:srgbClr val="7155A4"/>
            </a:solidFill>
            <a:prstDash val="solid"/>
          </a:ln>
        </p:spPr>
      </p:sp>
      <p:sp>
        <p:nvSpPr>
          <p:cNvPr id="148" name="dp43-comparison / n143">
            <a:extLst xmlns:a="http://schemas.openxmlformats.org/drawingml/2006/main">
              <a:ext uri="{FF2B5EF4-FFF2-40B4-BE49-F238E27FC236}">
                <a16:creationId xmlns:a16="http://schemas.microsoft.com/office/drawing/2014/main" id="{84235983-5D9F-42DE-AFC5-6A7A70F014CB}"/>
              </a:ext>
            </a:extLst>
          </p:cNvPr>
          <p:cNvSpPr>
            <a:spLocks xmlns:a="http://schemas.openxmlformats.org/drawingml/2006/main" noGrp="1"/>
          </p:cNvSpPr>
          <p:nvPr/>
        </p:nvSpPr>
        <p:spPr>
          <a:xfrm xmlns:a="http://schemas.openxmlformats.org/drawingml/2006/main">
            <a:off x="15240000" y="3867150"/>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49" name="dp43-comparison / n144 / text 1">
            <a:extLst xmlns:a="http://schemas.openxmlformats.org/drawingml/2006/main">
              <a:ext uri="{FF2B5EF4-FFF2-40B4-BE49-F238E27FC236}">
                <a16:creationId xmlns:a16="http://schemas.microsoft.com/office/drawing/2014/main" id="{11C81CC0-5348-44D2-9E7C-26A61678F843}"/>
              </a:ext>
            </a:extLst>
          </p:cNvPr>
          <p:cNvSpPr>
            <a:spLocks xmlns:a="http://schemas.openxmlformats.org/drawingml/2006/main" noGrp="1"/>
          </p:cNvSpPr>
          <p:nvPr/>
        </p:nvSpPr>
        <p:spPr>
          <a:xfrm xmlns:a="http://schemas.openxmlformats.org/drawingml/2006/main">
            <a:off x="15325725" y="3861435"/>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Relation</a:t>
            </a:r>
          </a:p>
        </p:txBody>
      </p:sp>
      <p:sp>
        <p:nvSpPr>
          <p:cNvPr id="150" name="dp43-comparison / n144 / text 2">
            <a:extLst xmlns:a="http://schemas.openxmlformats.org/drawingml/2006/main">
              <a:ext uri="{FF2B5EF4-FFF2-40B4-BE49-F238E27FC236}">
                <a16:creationId xmlns:a16="http://schemas.microsoft.com/office/drawing/2014/main" id="{6F94EAA9-3FA0-42CA-A26F-77E51EAC1A52}"/>
              </a:ext>
            </a:extLst>
          </p:cNvPr>
          <p:cNvSpPr>
            <a:spLocks xmlns:a="http://schemas.openxmlformats.org/drawingml/2006/main" noGrp="1"/>
          </p:cNvSpPr>
          <p:nvPr/>
        </p:nvSpPr>
        <p:spPr>
          <a:xfrm xmlns:a="http://schemas.openxmlformats.org/drawingml/2006/main">
            <a:off x="15325725" y="4071938"/>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Interpreter</a:t>
            </a:r>
          </a:p>
        </p:txBody>
      </p:sp>
      <p:sp>
        <p:nvSpPr>
          <p:cNvPr id="151" name="dp43-comparison / n147 / path">
            <a:extLst xmlns:a="http://schemas.openxmlformats.org/drawingml/2006/main">
              <a:ext uri="{FF2B5EF4-FFF2-40B4-BE49-F238E27FC236}">
                <a16:creationId xmlns:a16="http://schemas.microsoft.com/office/drawing/2014/main" id="{6FE777BB-8531-4D1A-8EDC-1113D5B606F7}"/>
              </a:ext>
            </a:extLst>
          </p:cNvPr>
          <p:cNvSpPr>
            <a:spLocks xmlns:a="http://schemas.openxmlformats.org/drawingml/2006/main" noGrp="1"/>
          </p:cNvSpPr>
          <p:nvPr/>
        </p:nvSpPr>
        <p:spPr>
          <a:xfrm xmlns:a="http://schemas.openxmlformats.org/drawingml/2006/main">
            <a:off x="14916150" y="3986213"/>
            <a:ext cx="323850" cy="19050"/>
          </a:xfrm>
          <a:custGeom xmlns:a="http://schemas.openxmlformats.org/drawingml/2006/main">
            <a:pathLst>
              <a:path w="323850" h="19050">
                <a:moveTo>
                  <a:pt x="323850" y="0"/>
                </a:moveTo>
                <a:lnTo>
                  <a:pt x="0" y="19050"/>
                </a:lnTo>
              </a:path>
            </a:pathLst>
          </a:custGeom>
          <a:noFill xmlns:a="http://schemas.openxmlformats.org/drawingml/2006/main"/>
          <a:ln xmlns:a="http://schemas.openxmlformats.org/drawingml/2006/main" w="19050">
            <a:solidFill>
              <a:srgbClr val="7155A4"/>
            </a:solidFill>
            <a:prstDash val="solid"/>
          </a:ln>
        </p:spPr>
      </p:sp>
      <p:sp>
        <p:nvSpPr>
          <p:cNvPr id="152" name="dp43-comparison / n147 / arrow">
            <a:extLst xmlns:a="http://schemas.openxmlformats.org/drawingml/2006/main">
              <a:ext uri="{FF2B5EF4-FFF2-40B4-BE49-F238E27FC236}">
                <a16:creationId xmlns:a16="http://schemas.microsoft.com/office/drawing/2014/main" id="{B23877C4-DE2F-4918-9F79-6C826F7E4EE1}"/>
              </a:ext>
            </a:extLst>
          </p:cNvPr>
          <p:cNvSpPr>
            <a:spLocks xmlns:a="http://schemas.openxmlformats.org/drawingml/2006/main" noGrp="1"/>
          </p:cNvSpPr>
          <p:nvPr/>
        </p:nvSpPr>
        <p:spPr>
          <a:xfrm xmlns:a="http://schemas.openxmlformats.org/drawingml/2006/main">
            <a:off x="14916150" y="3937248"/>
            <a:ext cx="125289" cy="121710"/>
          </a:xfrm>
          <a:custGeom xmlns:a="http://schemas.openxmlformats.org/drawingml/2006/main">
            <a:pathLst>
              <a:path w="125289" h="121710">
                <a:moveTo>
                  <a:pt x="118130" y="0"/>
                </a:moveTo>
                <a:lnTo>
                  <a:pt x="0" y="68014"/>
                </a:lnTo>
                <a:lnTo>
                  <a:pt x="125289" y="121710"/>
                </a:lnTo>
              </a:path>
            </a:pathLst>
          </a:custGeom>
          <a:noFill xmlns:a="http://schemas.openxmlformats.org/drawingml/2006/main"/>
          <a:ln xmlns:a="http://schemas.openxmlformats.org/drawingml/2006/main" w="24384">
            <a:solidFill>
              <a:srgbClr val="7155A4"/>
            </a:solidFill>
            <a:prstDash val="solid"/>
          </a:ln>
        </p:spPr>
      </p:sp>
      <p:sp>
        <p:nvSpPr>
          <p:cNvPr id="153" name="dp43-comparison / n148 / path">
            <a:extLst xmlns:a="http://schemas.openxmlformats.org/drawingml/2006/main">
              <a:ext uri="{FF2B5EF4-FFF2-40B4-BE49-F238E27FC236}">
                <a16:creationId xmlns:a16="http://schemas.microsoft.com/office/drawing/2014/main" id="{314F83E9-CB6E-4A0C-B6D7-48BFB9226181}"/>
              </a:ext>
            </a:extLst>
          </p:cNvPr>
          <p:cNvSpPr>
            <a:spLocks xmlns:a="http://schemas.openxmlformats.org/drawingml/2006/main" noGrp="1"/>
          </p:cNvSpPr>
          <p:nvPr/>
        </p:nvSpPr>
        <p:spPr>
          <a:xfrm xmlns:a="http://schemas.openxmlformats.org/drawingml/2006/main">
            <a:off x="14916150" y="4157663"/>
            <a:ext cx="323850" cy="19050"/>
          </a:xfrm>
          <a:custGeom xmlns:a="http://schemas.openxmlformats.org/drawingml/2006/main">
            <a:pathLst>
              <a:path w="323850" h="19050">
                <a:moveTo>
                  <a:pt x="0" y="19050"/>
                </a:moveTo>
                <a:lnTo>
                  <a:pt x="323850" y="0"/>
                </a:lnTo>
              </a:path>
            </a:pathLst>
          </a:custGeom>
          <a:noFill xmlns:a="http://schemas.openxmlformats.org/drawingml/2006/main"/>
          <a:ln xmlns:a="http://schemas.openxmlformats.org/drawingml/2006/main" w="19050">
            <a:solidFill>
              <a:srgbClr val="7155A4"/>
            </a:solidFill>
            <a:prstDash val="dash"/>
          </a:ln>
        </p:spPr>
      </p:sp>
      <p:sp>
        <p:nvSpPr>
          <p:cNvPr id="154" name="dp43-comparison / n148 / arrow">
            <a:extLst xmlns:a="http://schemas.openxmlformats.org/drawingml/2006/main">
              <a:ext uri="{FF2B5EF4-FFF2-40B4-BE49-F238E27FC236}">
                <a16:creationId xmlns:a16="http://schemas.microsoft.com/office/drawing/2014/main" id="{4B3580C8-876B-4272-B9E9-EA57D9A4F779}"/>
              </a:ext>
            </a:extLst>
          </p:cNvPr>
          <p:cNvSpPr>
            <a:spLocks xmlns:a="http://schemas.openxmlformats.org/drawingml/2006/main" noGrp="1"/>
          </p:cNvSpPr>
          <p:nvPr/>
        </p:nvSpPr>
        <p:spPr>
          <a:xfrm xmlns:a="http://schemas.openxmlformats.org/drawingml/2006/main">
            <a:off x="15114711" y="4103967"/>
            <a:ext cx="125289" cy="121710"/>
          </a:xfrm>
          <a:custGeom xmlns:a="http://schemas.openxmlformats.org/drawingml/2006/main">
            <a:pathLst>
              <a:path w="125289" h="121710">
                <a:moveTo>
                  <a:pt x="7159" y="121710"/>
                </a:moveTo>
                <a:lnTo>
                  <a:pt x="125289" y="53695"/>
                </a:lnTo>
                <a:lnTo>
                  <a:pt x="0" y="0"/>
                </a:lnTo>
              </a:path>
            </a:pathLst>
          </a:custGeom>
          <a:noFill xmlns:a="http://schemas.openxmlformats.org/drawingml/2006/main"/>
          <a:ln xmlns:a="http://schemas.openxmlformats.org/drawingml/2006/main" w="24384">
            <a:solidFill>
              <a:srgbClr val="7155A4"/>
            </a:solidFill>
            <a:prstDash val="solid"/>
          </a:ln>
        </p:spPr>
      </p:sp>
      <p:sp>
        <p:nvSpPr>
          <p:cNvPr id="155" name="dp43-comparison / n149">
            <a:extLst xmlns:a="http://schemas.openxmlformats.org/drawingml/2006/main">
              <a:ext uri="{FF2B5EF4-FFF2-40B4-BE49-F238E27FC236}">
                <a16:creationId xmlns:a16="http://schemas.microsoft.com/office/drawing/2014/main" id="{A3AAFD48-2911-4B42-9989-49C0A0AAC464}"/>
              </a:ext>
            </a:extLst>
          </p:cNvPr>
          <p:cNvSpPr>
            <a:spLocks xmlns:a="http://schemas.openxmlformats.org/drawingml/2006/main" noGrp="1"/>
          </p:cNvSpPr>
          <p:nvPr/>
        </p:nvSpPr>
        <p:spPr>
          <a:xfrm xmlns:a="http://schemas.openxmlformats.org/drawingml/2006/main">
            <a:off x="15240000" y="4524375"/>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56" name="dp43-comparison / n150 / text 1">
            <a:extLst xmlns:a="http://schemas.openxmlformats.org/drawingml/2006/main">
              <a:ext uri="{FF2B5EF4-FFF2-40B4-BE49-F238E27FC236}">
                <a16:creationId xmlns:a16="http://schemas.microsoft.com/office/drawing/2014/main" id="{CF627577-D441-4DE3-99B1-D5CE1EAC720E}"/>
              </a:ext>
            </a:extLst>
          </p:cNvPr>
          <p:cNvSpPr>
            <a:spLocks xmlns:a="http://schemas.openxmlformats.org/drawingml/2006/main" noGrp="1"/>
          </p:cNvSpPr>
          <p:nvPr/>
        </p:nvSpPr>
        <p:spPr>
          <a:xfrm xmlns:a="http://schemas.openxmlformats.org/drawingml/2006/main">
            <a:off x="15325725" y="4518660"/>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Revision</a:t>
            </a:r>
          </a:p>
        </p:txBody>
      </p:sp>
      <p:sp>
        <p:nvSpPr>
          <p:cNvPr id="157" name="dp43-comparison / n150 / text 2">
            <a:extLst xmlns:a="http://schemas.openxmlformats.org/drawingml/2006/main">
              <a:ext uri="{FF2B5EF4-FFF2-40B4-BE49-F238E27FC236}">
                <a16:creationId xmlns:a16="http://schemas.microsoft.com/office/drawing/2014/main" id="{AD0FD768-8DEC-42E5-9520-8B358D21A693}"/>
              </a:ext>
            </a:extLst>
          </p:cNvPr>
          <p:cNvSpPr>
            <a:spLocks xmlns:a="http://schemas.openxmlformats.org/drawingml/2006/main" noGrp="1"/>
          </p:cNvSpPr>
          <p:nvPr/>
        </p:nvSpPr>
        <p:spPr>
          <a:xfrm xmlns:a="http://schemas.openxmlformats.org/drawingml/2006/main">
            <a:off x="15325725" y="4729163"/>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Interpreter</a:t>
            </a:r>
          </a:p>
        </p:txBody>
      </p:sp>
      <p:sp>
        <p:nvSpPr>
          <p:cNvPr id="158" name="dp43-comparison / n153 / path">
            <a:extLst xmlns:a="http://schemas.openxmlformats.org/drawingml/2006/main">
              <a:ext uri="{FF2B5EF4-FFF2-40B4-BE49-F238E27FC236}">
                <a16:creationId xmlns:a16="http://schemas.microsoft.com/office/drawing/2014/main" id="{8DA43258-4CFE-47A0-930C-36B3A4DF1DB2}"/>
              </a:ext>
            </a:extLst>
          </p:cNvPr>
          <p:cNvSpPr>
            <a:spLocks xmlns:a="http://schemas.openxmlformats.org/drawingml/2006/main" noGrp="1"/>
          </p:cNvSpPr>
          <p:nvPr/>
        </p:nvSpPr>
        <p:spPr>
          <a:xfrm xmlns:a="http://schemas.openxmlformats.org/drawingml/2006/main">
            <a:off x="14916150" y="4491038"/>
            <a:ext cx="323850" cy="152400"/>
          </a:xfrm>
          <a:custGeom xmlns:a="http://schemas.openxmlformats.org/drawingml/2006/main">
            <a:pathLst>
              <a:path w="323850" h="152400">
                <a:moveTo>
                  <a:pt x="323850" y="152400"/>
                </a:moveTo>
                <a:lnTo>
                  <a:pt x="0" y="0"/>
                </a:lnTo>
              </a:path>
            </a:pathLst>
          </a:custGeom>
          <a:noFill xmlns:a="http://schemas.openxmlformats.org/drawingml/2006/main"/>
          <a:ln xmlns:a="http://schemas.openxmlformats.org/drawingml/2006/main" w="19050">
            <a:solidFill>
              <a:srgbClr val="7155A4"/>
            </a:solidFill>
            <a:prstDash val="solid"/>
          </a:ln>
        </p:spPr>
      </p:sp>
      <p:sp>
        <p:nvSpPr>
          <p:cNvPr id="159" name="dp43-comparison / n153 / arrow">
            <a:extLst xmlns:a="http://schemas.openxmlformats.org/drawingml/2006/main">
              <a:ext uri="{FF2B5EF4-FFF2-40B4-BE49-F238E27FC236}">
                <a16:creationId xmlns:a16="http://schemas.microsoft.com/office/drawing/2014/main" id="{2D2C9E76-6D53-4A48-BA7F-2B57B1EE5017}"/>
              </a:ext>
            </a:extLst>
          </p:cNvPr>
          <p:cNvSpPr>
            <a:spLocks xmlns:a="http://schemas.openxmlformats.org/drawingml/2006/main" noGrp="1"/>
          </p:cNvSpPr>
          <p:nvPr/>
        </p:nvSpPr>
        <p:spPr>
          <a:xfrm xmlns:a="http://schemas.openxmlformats.org/drawingml/2006/main">
            <a:off x="14916150" y="4487793"/>
            <a:ext cx="136272" cy="110315"/>
          </a:xfrm>
          <a:custGeom xmlns:a="http://schemas.openxmlformats.org/drawingml/2006/main">
            <a:pathLst>
              <a:path w="136272" h="110315">
                <a:moveTo>
                  <a:pt x="136272" y="0"/>
                </a:moveTo>
                <a:lnTo>
                  <a:pt x="0" y="3245"/>
                </a:lnTo>
                <a:lnTo>
                  <a:pt x="84359" y="110315"/>
                </a:lnTo>
              </a:path>
            </a:pathLst>
          </a:custGeom>
          <a:noFill xmlns:a="http://schemas.openxmlformats.org/drawingml/2006/main"/>
          <a:ln xmlns:a="http://schemas.openxmlformats.org/drawingml/2006/main" w="24384">
            <a:solidFill>
              <a:srgbClr val="7155A4"/>
            </a:solidFill>
            <a:prstDash val="solid"/>
          </a:ln>
        </p:spPr>
      </p:sp>
      <p:sp>
        <p:nvSpPr>
          <p:cNvPr id="160" name="dp43-comparison / n154 / path">
            <a:extLst xmlns:a="http://schemas.openxmlformats.org/drawingml/2006/main">
              <a:ext uri="{FF2B5EF4-FFF2-40B4-BE49-F238E27FC236}">
                <a16:creationId xmlns:a16="http://schemas.microsoft.com/office/drawing/2014/main" id="{46FDEF72-0CCD-4D98-981E-BFC43999C9D8}"/>
              </a:ext>
            </a:extLst>
          </p:cNvPr>
          <p:cNvSpPr>
            <a:spLocks xmlns:a="http://schemas.openxmlformats.org/drawingml/2006/main" noGrp="1"/>
          </p:cNvSpPr>
          <p:nvPr/>
        </p:nvSpPr>
        <p:spPr>
          <a:xfrm xmlns:a="http://schemas.openxmlformats.org/drawingml/2006/main">
            <a:off x="14916150" y="4662488"/>
            <a:ext cx="323850" cy="152400"/>
          </a:xfrm>
          <a:custGeom xmlns:a="http://schemas.openxmlformats.org/drawingml/2006/main">
            <a:pathLst>
              <a:path w="323850" h="152400">
                <a:moveTo>
                  <a:pt x="0" y="0"/>
                </a:moveTo>
                <a:lnTo>
                  <a:pt x="323850" y="152400"/>
                </a:lnTo>
              </a:path>
            </a:pathLst>
          </a:custGeom>
          <a:noFill xmlns:a="http://schemas.openxmlformats.org/drawingml/2006/main"/>
          <a:ln xmlns:a="http://schemas.openxmlformats.org/drawingml/2006/main" w="19050">
            <a:solidFill>
              <a:srgbClr val="7155A4"/>
            </a:solidFill>
            <a:prstDash val="dash"/>
          </a:ln>
        </p:spPr>
      </p:sp>
      <p:sp>
        <p:nvSpPr>
          <p:cNvPr id="161" name="dp43-comparison / n154 / arrow">
            <a:extLst xmlns:a="http://schemas.openxmlformats.org/drawingml/2006/main">
              <a:ext uri="{FF2B5EF4-FFF2-40B4-BE49-F238E27FC236}">
                <a16:creationId xmlns:a16="http://schemas.microsoft.com/office/drawing/2014/main" id="{526A6EB2-317A-4C28-81C0-59B0A35180FF}"/>
              </a:ext>
            </a:extLst>
          </p:cNvPr>
          <p:cNvSpPr>
            <a:spLocks xmlns:a="http://schemas.openxmlformats.org/drawingml/2006/main" noGrp="1"/>
          </p:cNvSpPr>
          <p:nvPr/>
        </p:nvSpPr>
        <p:spPr>
          <a:xfrm xmlns:a="http://schemas.openxmlformats.org/drawingml/2006/main">
            <a:off x="15103728" y="4707817"/>
            <a:ext cx="136272" cy="110315"/>
          </a:xfrm>
          <a:custGeom xmlns:a="http://schemas.openxmlformats.org/drawingml/2006/main">
            <a:pathLst>
              <a:path w="136272" h="110315">
                <a:moveTo>
                  <a:pt x="0" y="110315"/>
                </a:moveTo>
                <a:lnTo>
                  <a:pt x="136272" y="107071"/>
                </a:lnTo>
                <a:lnTo>
                  <a:pt x="51913" y="0"/>
                </a:lnTo>
              </a:path>
            </a:pathLst>
          </a:custGeom>
          <a:noFill xmlns:a="http://schemas.openxmlformats.org/drawingml/2006/main"/>
          <a:ln xmlns:a="http://schemas.openxmlformats.org/drawingml/2006/main" w="24384">
            <a:solidFill>
              <a:srgbClr val="7155A4"/>
            </a:solidFill>
            <a:prstDash val="solid"/>
          </a:ln>
        </p:spPr>
      </p:sp>
      <p:sp>
        <p:nvSpPr>
          <p:cNvPr id="162" name="dp43-comparison / n155">
            <a:extLst xmlns:a="http://schemas.openxmlformats.org/drawingml/2006/main">
              <a:ext uri="{FF2B5EF4-FFF2-40B4-BE49-F238E27FC236}">
                <a16:creationId xmlns:a16="http://schemas.microsoft.com/office/drawing/2014/main" id="{C31BBDF9-24E4-4858-870A-7833EAE7FAD3}"/>
              </a:ext>
            </a:extLst>
          </p:cNvPr>
          <p:cNvSpPr>
            <a:spLocks xmlns:a="http://schemas.openxmlformats.org/drawingml/2006/main" noGrp="1"/>
          </p:cNvSpPr>
          <p:nvPr/>
        </p:nvSpPr>
        <p:spPr>
          <a:xfrm xmlns:a="http://schemas.openxmlformats.org/drawingml/2006/main">
            <a:off x="15240000" y="5181600"/>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63" name="dp43-comparison / n156 / text 1">
            <a:extLst xmlns:a="http://schemas.openxmlformats.org/drawingml/2006/main">
              <a:ext uri="{FF2B5EF4-FFF2-40B4-BE49-F238E27FC236}">
                <a16:creationId xmlns:a16="http://schemas.microsoft.com/office/drawing/2014/main" id="{ACFC4796-7308-40C5-BE8E-687FFD9CA5F3}"/>
              </a:ext>
            </a:extLst>
          </p:cNvPr>
          <p:cNvSpPr>
            <a:spLocks xmlns:a="http://schemas.openxmlformats.org/drawingml/2006/main" noGrp="1"/>
          </p:cNvSpPr>
          <p:nvPr/>
        </p:nvSpPr>
        <p:spPr>
          <a:xfrm xmlns:a="http://schemas.openxmlformats.org/drawingml/2006/main">
            <a:off x="15325725" y="5175885"/>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Handling</a:t>
            </a:r>
          </a:p>
        </p:txBody>
      </p:sp>
      <p:sp>
        <p:nvSpPr>
          <p:cNvPr id="164" name="dp43-comparison / n156 / text 2">
            <a:extLst xmlns:a="http://schemas.openxmlformats.org/drawingml/2006/main">
              <a:ext uri="{FF2B5EF4-FFF2-40B4-BE49-F238E27FC236}">
                <a16:creationId xmlns:a16="http://schemas.microsoft.com/office/drawing/2014/main" id="{4EC18EB6-9CDD-4219-9440-D96840B5FFF1}"/>
              </a:ext>
            </a:extLst>
          </p:cNvPr>
          <p:cNvSpPr>
            <a:spLocks xmlns:a="http://schemas.openxmlformats.org/drawingml/2006/main" noGrp="1"/>
          </p:cNvSpPr>
          <p:nvPr/>
        </p:nvSpPr>
        <p:spPr>
          <a:xfrm xmlns:a="http://schemas.openxmlformats.org/drawingml/2006/main">
            <a:off x="15325725" y="5386388"/>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Interpreter</a:t>
            </a:r>
          </a:p>
        </p:txBody>
      </p:sp>
      <p:sp>
        <p:nvSpPr>
          <p:cNvPr id="165" name="dp43-comparison / n159 / path">
            <a:extLst xmlns:a="http://schemas.openxmlformats.org/drawingml/2006/main">
              <a:ext uri="{FF2B5EF4-FFF2-40B4-BE49-F238E27FC236}">
                <a16:creationId xmlns:a16="http://schemas.microsoft.com/office/drawing/2014/main" id="{1F3A913D-2B38-4578-B0FF-98940C7CBD7D}"/>
              </a:ext>
            </a:extLst>
          </p:cNvPr>
          <p:cNvSpPr>
            <a:spLocks xmlns:a="http://schemas.openxmlformats.org/drawingml/2006/main" noGrp="1"/>
          </p:cNvSpPr>
          <p:nvPr/>
        </p:nvSpPr>
        <p:spPr>
          <a:xfrm xmlns:a="http://schemas.openxmlformats.org/drawingml/2006/main">
            <a:off x="14916150" y="4976813"/>
            <a:ext cx="323850" cy="323850"/>
          </a:xfrm>
          <a:custGeom xmlns:a="http://schemas.openxmlformats.org/drawingml/2006/main">
            <a:pathLst>
              <a:path w="323850" h="323850">
                <a:moveTo>
                  <a:pt x="323850" y="323850"/>
                </a:moveTo>
                <a:lnTo>
                  <a:pt x="0" y="0"/>
                </a:lnTo>
              </a:path>
            </a:pathLst>
          </a:custGeom>
          <a:noFill xmlns:a="http://schemas.openxmlformats.org/drawingml/2006/main"/>
          <a:ln xmlns:a="http://schemas.openxmlformats.org/drawingml/2006/main" w="19050">
            <a:solidFill>
              <a:srgbClr val="7155A4"/>
            </a:solidFill>
            <a:prstDash val="solid"/>
          </a:ln>
        </p:spPr>
      </p:sp>
      <p:sp>
        <p:nvSpPr>
          <p:cNvPr id="166" name="dp43-comparison / n159 / arrow">
            <a:extLst xmlns:a="http://schemas.openxmlformats.org/drawingml/2006/main">
              <a:ext uri="{FF2B5EF4-FFF2-40B4-BE49-F238E27FC236}">
                <a16:creationId xmlns:a16="http://schemas.microsoft.com/office/drawing/2014/main" id="{9454ECD9-5429-4787-B11E-0D1FBB1BC268}"/>
              </a:ext>
            </a:extLst>
          </p:cNvPr>
          <p:cNvSpPr>
            <a:spLocks xmlns:a="http://schemas.openxmlformats.org/drawingml/2006/main" noGrp="1"/>
          </p:cNvSpPr>
          <p:nvPr/>
        </p:nvSpPr>
        <p:spPr>
          <a:xfrm xmlns:a="http://schemas.openxmlformats.org/drawingml/2006/main">
            <a:off x="14916150" y="4976813"/>
            <a:ext cx="129316" cy="129316"/>
          </a:xfrm>
          <a:custGeom xmlns:a="http://schemas.openxmlformats.org/drawingml/2006/main">
            <a:pathLst>
              <a:path w="129316" h="129316">
                <a:moveTo>
                  <a:pt x="129316" y="43105"/>
                </a:moveTo>
                <a:lnTo>
                  <a:pt x="0" y="0"/>
                </a:lnTo>
                <a:lnTo>
                  <a:pt x="43105" y="129316"/>
                </a:lnTo>
              </a:path>
            </a:pathLst>
          </a:custGeom>
          <a:noFill xmlns:a="http://schemas.openxmlformats.org/drawingml/2006/main"/>
          <a:ln xmlns:a="http://schemas.openxmlformats.org/drawingml/2006/main" w="24384">
            <a:solidFill>
              <a:srgbClr val="7155A4"/>
            </a:solidFill>
            <a:prstDash val="solid"/>
          </a:ln>
        </p:spPr>
      </p:sp>
      <p:sp>
        <p:nvSpPr>
          <p:cNvPr id="167" name="dp43-comparison / n160 / path">
            <a:extLst xmlns:a="http://schemas.openxmlformats.org/drawingml/2006/main">
              <a:ext uri="{FF2B5EF4-FFF2-40B4-BE49-F238E27FC236}">
                <a16:creationId xmlns:a16="http://schemas.microsoft.com/office/drawing/2014/main" id="{532F0AD1-053E-403D-8CC7-054108F56CB9}"/>
              </a:ext>
            </a:extLst>
          </p:cNvPr>
          <p:cNvSpPr>
            <a:spLocks xmlns:a="http://schemas.openxmlformats.org/drawingml/2006/main" noGrp="1"/>
          </p:cNvSpPr>
          <p:nvPr/>
        </p:nvSpPr>
        <p:spPr>
          <a:xfrm xmlns:a="http://schemas.openxmlformats.org/drawingml/2006/main">
            <a:off x="14916150" y="5148263"/>
            <a:ext cx="323850" cy="323850"/>
          </a:xfrm>
          <a:custGeom xmlns:a="http://schemas.openxmlformats.org/drawingml/2006/main">
            <a:pathLst>
              <a:path w="323850" h="323850">
                <a:moveTo>
                  <a:pt x="0" y="0"/>
                </a:moveTo>
                <a:lnTo>
                  <a:pt x="323850" y="323850"/>
                </a:lnTo>
              </a:path>
            </a:pathLst>
          </a:custGeom>
          <a:noFill xmlns:a="http://schemas.openxmlformats.org/drawingml/2006/main"/>
          <a:ln xmlns:a="http://schemas.openxmlformats.org/drawingml/2006/main" w="19050">
            <a:solidFill>
              <a:srgbClr val="7155A4"/>
            </a:solidFill>
            <a:prstDash val="dash"/>
          </a:ln>
        </p:spPr>
      </p:sp>
      <p:sp>
        <p:nvSpPr>
          <p:cNvPr id="168" name="dp43-comparison / n160 / arrow">
            <a:extLst xmlns:a="http://schemas.openxmlformats.org/drawingml/2006/main">
              <a:ext uri="{FF2B5EF4-FFF2-40B4-BE49-F238E27FC236}">
                <a16:creationId xmlns:a16="http://schemas.microsoft.com/office/drawing/2014/main" id="{1C7E9FA0-176E-4AA3-9821-B45861360006}"/>
              </a:ext>
            </a:extLst>
          </p:cNvPr>
          <p:cNvSpPr>
            <a:spLocks xmlns:a="http://schemas.openxmlformats.org/drawingml/2006/main" noGrp="1"/>
          </p:cNvSpPr>
          <p:nvPr/>
        </p:nvSpPr>
        <p:spPr>
          <a:xfrm xmlns:a="http://schemas.openxmlformats.org/drawingml/2006/main">
            <a:off x="15110684" y="5342797"/>
            <a:ext cx="129316" cy="129316"/>
          </a:xfrm>
          <a:custGeom xmlns:a="http://schemas.openxmlformats.org/drawingml/2006/main">
            <a:pathLst>
              <a:path w="129316" h="129316">
                <a:moveTo>
                  <a:pt x="0" y="86210"/>
                </a:moveTo>
                <a:lnTo>
                  <a:pt x="129316" y="129316"/>
                </a:lnTo>
                <a:lnTo>
                  <a:pt x="86210" y="0"/>
                </a:lnTo>
              </a:path>
            </a:pathLst>
          </a:custGeom>
          <a:noFill xmlns:a="http://schemas.openxmlformats.org/drawingml/2006/main"/>
          <a:ln xmlns:a="http://schemas.openxmlformats.org/drawingml/2006/main" w="24384">
            <a:solidFill>
              <a:srgbClr val="7155A4"/>
            </a:solidFill>
            <a:prstDash val="solid"/>
          </a:ln>
        </p:spPr>
      </p:sp>
      <p:sp>
        <p:nvSpPr>
          <p:cNvPr id="169" name="dp43-comparison / n161 / path">
            <a:extLst xmlns:a="http://schemas.openxmlformats.org/drawingml/2006/main">
              <a:ext uri="{FF2B5EF4-FFF2-40B4-BE49-F238E27FC236}">
                <a16:creationId xmlns:a16="http://schemas.microsoft.com/office/drawing/2014/main" id="{11832A7D-B16C-4CA7-BBFE-5F7461130723}"/>
              </a:ext>
            </a:extLst>
          </p:cNvPr>
          <p:cNvSpPr>
            <a:spLocks xmlns:a="http://schemas.openxmlformats.org/drawingml/2006/main" noGrp="1"/>
          </p:cNvSpPr>
          <p:nvPr/>
        </p:nvSpPr>
        <p:spPr>
          <a:xfrm xmlns:a="http://schemas.openxmlformats.org/drawingml/2006/main">
            <a:off x="13773150" y="3038475"/>
            <a:ext cx="1247775" cy="828675"/>
          </a:xfrm>
          <a:custGeom xmlns:a="http://schemas.openxmlformats.org/drawingml/2006/main">
            <a:pathLst>
              <a:path w="1247775" h="828675">
                <a:moveTo>
                  <a:pt x="1104900" y="0"/>
                </a:moveTo>
                <a:lnTo>
                  <a:pt x="1104900" y="266700"/>
                </a:lnTo>
                <a:lnTo>
                  <a:pt x="1247775" y="266700"/>
                </a:lnTo>
                <a:lnTo>
                  <a:pt x="1247775" y="781050"/>
                </a:lnTo>
                <a:lnTo>
                  <a:pt x="0" y="781050"/>
                </a:lnTo>
                <a:lnTo>
                  <a:pt x="0" y="828675"/>
                </a:lnTo>
              </a:path>
            </a:pathLst>
          </a:custGeom>
          <a:noFill xmlns:a="http://schemas.openxmlformats.org/drawingml/2006/main"/>
          <a:ln xmlns:a="http://schemas.openxmlformats.org/drawingml/2006/main" w="19050">
            <a:solidFill>
              <a:srgbClr val="7155A4"/>
            </a:solidFill>
            <a:prstDash val="solid"/>
          </a:ln>
        </p:spPr>
      </p:sp>
      <p:sp>
        <p:nvSpPr>
          <p:cNvPr id="170" name="dp43-comparison / n161 / arrow">
            <a:extLst xmlns:a="http://schemas.openxmlformats.org/drawingml/2006/main">
              <a:ext uri="{FF2B5EF4-FFF2-40B4-BE49-F238E27FC236}">
                <a16:creationId xmlns:a16="http://schemas.microsoft.com/office/drawing/2014/main" id="{BB394956-EA8B-4C59-80DE-4A36ABF02826}"/>
              </a:ext>
            </a:extLst>
          </p:cNvPr>
          <p:cNvSpPr>
            <a:spLocks xmlns:a="http://schemas.openxmlformats.org/drawingml/2006/main" noGrp="1"/>
          </p:cNvSpPr>
          <p:nvPr/>
        </p:nvSpPr>
        <p:spPr>
          <a:xfrm xmlns:a="http://schemas.openxmlformats.org/drawingml/2006/main">
            <a:off x="13712190" y="3745230"/>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7155A4"/>
            </a:solidFill>
            <a:prstDash val="solid"/>
          </a:ln>
        </p:spPr>
      </p:sp>
      <p:sp>
        <p:nvSpPr>
          <p:cNvPr id="171" name="dp43-comparison / n162 / path">
            <a:extLst xmlns:a="http://schemas.openxmlformats.org/drawingml/2006/main">
              <a:ext uri="{FF2B5EF4-FFF2-40B4-BE49-F238E27FC236}">
                <a16:creationId xmlns:a16="http://schemas.microsoft.com/office/drawing/2014/main" id="{35CC6DA9-A9AF-46E2-9F47-F70C5A14B70C}"/>
              </a:ext>
            </a:extLst>
          </p:cNvPr>
          <p:cNvSpPr>
            <a:spLocks xmlns:a="http://schemas.openxmlformats.org/drawingml/2006/main" noGrp="1"/>
          </p:cNvSpPr>
          <p:nvPr/>
        </p:nvSpPr>
        <p:spPr>
          <a:xfrm xmlns:a="http://schemas.openxmlformats.org/drawingml/2006/main">
            <a:off x="13773150" y="5286375"/>
            <a:ext cx="953" cy="114300"/>
          </a:xfrm>
          <a:custGeom xmlns:a="http://schemas.openxmlformats.org/drawingml/2006/main">
            <a:pathLst>
              <a:path w="953" h="114300">
                <a:moveTo>
                  <a:pt x="0" y="0"/>
                </a:moveTo>
                <a:lnTo>
                  <a:pt x="0" y="114300"/>
                </a:lnTo>
              </a:path>
            </a:pathLst>
          </a:custGeom>
          <a:noFill xmlns:a="http://schemas.openxmlformats.org/drawingml/2006/main"/>
          <a:ln xmlns:a="http://schemas.openxmlformats.org/drawingml/2006/main" w="19050">
            <a:solidFill>
              <a:srgbClr val="7155A4"/>
            </a:solidFill>
            <a:prstDash val="solid"/>
          </a:ln>
        </p:spPr>
      </p:sp>
      <p:sp>
        <p:nvSpPr>
          <p:cNvPr id="172" name="dp43-comparison / n162 / arrow">
            <a:extLst xmlns:a="http://schemas.openxmlformats.org/drawingml/2006/main">
              <a:ext uri="{FF2B5EF4-FFF2-40B4-BE49-F238E27FC236}">
                <a16:creationId xmlns:a16="http://schemas.microsoft.com/office/drawing/2014/main" id="{46A6F153-F5A2-4583-899B-AADCD09D363E}"/>
              </a:ext>
            </a:extLst>
          </p:cNvPr>
          <p:cNvSpPr>
            <a:spLocks xmlns:a="http://schemas.openxmlformats.org/drawingml/2006/main" noGrp="1"/>
          </p:cNvSpPr>
          <p:nvPr/>
        </p:nvSpPr>
        <p:spPr>
          <a:xfrm xmlns:a="http://schemas.openxmlformats.org/drawingml/2006/main">
            <a:off x="13712190" y="5278755"/>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7155A4"/>
            </a:solidFill>
            <a:prstDash val="solid"/>
          </a:ln>
        </p:spPr>
      </p:sp>
      <p:sp>
        <p:nvSpPr>
          <p:cNvPr id="173" name="dp43-comparison / n163 / path">
            <a:extLst xmlns:a="http://schemas.openxmlformats.org/drawingml/2006/main">
              <a:ext uri="{FF2B5EF4-FFF2-40B4-BE49-F238E27FC236}">
                <a16:creationId xmlns:a16="http://schemas.microsoft.com/office/drawing/2014/main" id="{FF8E0F4B-EE69-4E97-8DCB-D347C5497191}"/>
              </a:ext>
            </a:extLst>
          </p:cNvPr>
          <p:cNvSpPr>
            <a:spLocks xmlns:a="http://schemas.openxmlformats.org/drawingml/2006/main" noGrp="1"/>
          </p:cNvSpPr>
          <p:nvPr/>
        </p:nvSpPr>
        <p:spPr>
          <a:xfrm xmlns:a="http://schemas.openxmlformats.org/drawingml/2006/main">
            <a:off x="9944100" y="3038475"/>
            <a:ext cx="7791450" cy="742950"/>
          </a:xfrm>
          <a:custGeom xmlns:a="http://schemas.openxmlformats.org/drawingml/2006/main">
            <a:pathLst>
              <a:path w="7791450" h="742950">
                <a:moveTo>
                  <a:pt x="0" y="742950"/>
                </a:moveTo>
                <a:lnTo>
                  <a:pt x="7791450" y="742950"/>
                </a:lnTo>
                <a:lnTo>
                  <a:pt x="7791450" y="266700"/>
                </a:lnTo>
                <a:lnTo>
                  <a:pt x="6743700" y="266700"/>
                </a:lnTo>
                <a:lnTo>
                  <a:pt x="6743700" y="0"/>
                </a:lnTo>
              </a:path>
            </a:pathLst>
          </a:custGeom>
          <a:noFill xmlns:a="http://schemas.openxmlformats.org/drawingml/2006/main"/>
          <a:ln xmlns:a="http://schemas.openxmlformats.org/drawingml/2006/main" w="19050">
            <a:solidFill>
              <a:srgbClr val="5F6B77"/>
            </a:solidFill>
            <a:prstDash val="dash"/>
          </a:ln>
        </p:spPr>
      </p:sp>
      <p:sp>
        <p:nvSpPr>
          <p:cNvPr id="174" name="dp43-comparison / n163 / arrow">
            <a:extLst xmlns:a="http://schemas.openxmlformats.org/drawingml/2006/main">
              <a:ext uri="{FF2B5EF4-FFF2-40B4-BE49-F238E27FC236}">
                <a16:creationId xmlns:a16="http://schemas.microsoft.com/office/drawing/2014/main" id="{4E38E536-2F6C-46AB-921F-9BE270CD2BDD}"/>
              </a:ext>
            </a:extLst>
          </p:cNvPr>
          <p:cNvSpPr>
            <a:spLocks xmlns:a="http://schemas.openxmlformats.org/drawingml/2006/main" noGrp="1"/>
          </p:cNvSpPr>
          <p:nvPr/>
        </p:nvSpPr>
        <p:spPr>
          <a:xfrm xmlns:a="http://schemas.openxmlformats.org/drawingml/2006/main">
            <a:off x="16626840" y="3038475"/>
            <a:ext cx="121920" cy="121920"/>
          </a:xfrm>
          <a:custGeom xmlns:a="http://schemas.openxmlformats.org/drawingml/2006/main">
            <a:pathLst>
              <a:path w="121920" h="121920">
                <a:moveTo>
                  <a:pt x="121920" y="121920"/>
                </a:moveTo>
                <a:lnTo>
                  <a:pt x="60960" y="0"/>
                </a:lnTo>
                <a:lnTo>
                  <a:pt x="0" y="121920"/>
                </a:lnTo>
              </a:path>
            </a:pathLst>
          </a:custGeom>
          <a:noFill xmlns:a="http://schemas.openxmlformats.org/drawingml/2006/main"/>
          <a:ln xmlns:a="http://schemas.openxmlformats.org/drawingml/2006/main" w="24384">
            <a:solidFill>
              <a:srgbClr val="5F6B77"/>
            </a:solidFill>
            <a:prstDash val="solid"/>
          </a:ln>
        </p:spPr>
      </p:sp>
      <p:sp>
        <p:nvSpPr>
          <p:cNvPr id="175" name="dp43-comparison / n164 / path">
            <a:extLst xmlns:a="http://schemas.openxmlformats.org/drawingml/2006/main">
              <a:ext uri="{FF2B5EF4-FFF2-40B4-BE49-F238E27FC236}">
                <a16:creationId xmlns:a16="http://schemas.microsoft.com/office/drawing/2014/main" id="{D8F89FFC-2A95-4D82-8CA9-0967A01A9C1F}"/>
              </a:ext>
            </a:extLst>
          </p:cNvPr>
          <p:cNvSpPr>
            <a:spLocks xmlns:a="http://schemas.openxmlformats.org/drawingml/2006/main" noGrp="1"/>
          </p:cNvSpPr>
          <p:nvPr/>
        </p:nvSpPr>
        <p:spPr>
          <a:xfrm xmlns:a="http://schemas.openxmlformats.org/drawingml/2006/main">
            <a:off x="9944100" y="3781425"/>
            <a:ext cx="95250" cy="290513"/>
          </a:xfrm>
          <a:custGeom xmlns:a="http://schemas.openxmlformats.org/drawingml/2006/main">
            <a:pathLst>
              <a:path w="95250" h="290513">
                <a:moveTo>
                  <a:pt x="95250" y="290513"/>
                </a:moveTo>
                <a:lnTo>
                  <a:pt x="0" y="290513"/>
                </a:lnTo>
                <a:lnTo>
                  <a:pt x="0" y="0"/>
                </a:lnTo>
              </a:path>
            </a:pathLst>
          </a:custGeom>
          <a:noFill xmlns:a="http://schemas.openxmlformats.org/drawingml/2006/main"/>
          <a:ln xmlns:a="http://schemas.openxmlformats.org/drawingml/2006/main" w="19050">
            <a:solidFill>
              <a:srgbClr val="5F6B77"/>
            </a:solidFill>
            <a:prstDash val="dash"/>
          </a:ln>
        </p:spPr>
      </p:sp>
      <p:sp>
        <p:nvSpPr>
          <p:cNvPr id="176" name="dp43-comparison / n165 / path">
            <a:extLst xmlns:a="http://schemas.openxmlformats.org/drawingml/2006/main">
              <a:ext uri="{FF2B5EF4-FFF2-40B4-BE49-F238E27FC236}">
                <a16:creationId xmlns:a16="http://schemas.microsoft.com/office/drawing/2014/main" id="{DD8140C1-B48E-43FF-A552-1DA30502B245}"/>
              </a:ext>
            </a:extLst>
          </p:cNvPr>
          <p:cNvSpPr>
            <a:spLocks xmlns:a="http://schemas.openxmlformats.org/drawingml/2006/main" noGrp="1"/>
          </p:cNvSpPr>
          <p:nvPr/>
        </p:nvSpPr>
        <p:spPr>
          <a:xfrm xmlns:a="http://schemas.openxmlformats.org/drawingml/2006/main">
            <a:off x="9944100" y="3781425"/>
            <a:ext cx="95250" cy="947738"/>
          </a:xfrm>
          <a:custGeom xmlns:a="http://schemas.openxmlformats.org/drawingml/2006/main">
            <a:pathLst>
              <a:path w="95250" h="947738">
                <a:moveTo>
                  <a:pt x="95250" y="947738"/>
                </a:moveTo>
                <a:lnTo>
                  <a:pt x="0" y="947738"/>
                </a:lnTo>
                <a:lnTo>
                  <a:pt x="0" y="0"/>
                </a:lnTo>
              </a:path>
            </a:pathLst>
          </a:custGeom>
          <a:noFill xmlns:a="http://schemas.openxmlformats.org/drawingml/2006/main"/>
          <a:ln xmlns:a="http://schemas.openxmlformats.org/drawingml/2006/main" w="19050">
            <a:solidFill>
              <a:srgbClr val="5F6B77"/>
            </a:solidFill>
            <a:prstDash val="dash"/>
          </a:ln>
        </p:spPr>
      </p:sp>
      <p:sp>
        <p:nvSpPr>
          <p:cNvPr id="177" name="dp43-comparison / n166 / path">
            <a:extLst xmlns:a="http://schemas.openxmlformats.org/drawingml/2006/main">
              <a:ext uri="{FF2B5EF4-FFF2-40B4-BE49-F238E27FC236}">
                <a16:creationId xmlns:a16="http://schemas.microsoft.com/office/drawing/2014/main" id="{F4CEE623-C57E-4AF1-85A7-2930CF9C889F}"/>
              </a:ext>
            </a:extLst>
          </p:cNvPr>
          <p:cNvSpPr>
            <a:spLocks xmlns:a="http://schemas.openxmlformats.org/drawingml/2006/main" noGrp="1"/>
          </p:cNvSpPr>
          <p:nvPr/>
        </p:nvSpPr>
        <p:spPr>
          <a:xfrm xmlns:a="http://schemas.openxmlformats.org/drawingml/2006/main">
            <a:off x="9944100" y="3781425"/>
            <a:ext cx="95250" cy="1604963"/>
          </a:xfrm>
          <a:custGeom xmlns:a="http://schemas.openxmlformats.org/drawingml/2006/main">
            <a:pathLst>
              <a:path w="95250" h="1604963">
                <a:moveTo>
                  <a:pt x="95250" y="1604963"/>
                </a:moveTo>
                <a:lnTo>
                  <a:pt x="0" y="1604963"/>
                </a:lnTo>
                <a:lnTo>
                  <a:pt x="0" y="0"/>
                </a:lnTo>
              </a:path>
            </a:pathLst>
          </a:custGeom>
          <a:noFill xmlns:a="http://schemas.openxmlformats.org/drawingml/2006/main"/>
          <a:ln xmlns:a="http://schemas.openxmlformats.org/drawingml/2006/main" w="19050">
            <a:solidFill>
              <a:srgbClr val="5F6B77"/>
            </a:solidFill>
            <a:prstDash val="dash"/>
          </a:ln>
        </p:spPr>
      </p:sp>
      <p:sp>
        <p:nvSpPr>
          <p:cNvPr id="178" name="dp43-comparison / n167 / path">
            <a:extLst xmlns:a="http://schemas.openxmlformats.org/drawingml/2006/main">
              <a:ext uri="{FF2B5EF4-FFF2-40B4-BE49-F238E27FC236}">
                <a16:creationId xmlns:a16="http://schemas.microsoft.com/office/drawing/2014/main" id="{EC65135F-7E7B-4CAD-97A9-2705C9110C31}"/>
              </a:ext>
            </a:extLst>
          </p:cNvPr>
          <p:cNvSpPr>
            <a:spLocks xmlns:a="http://schemas.openxmlformats.org/drawingml/2006/main" noGrp="1"/>
          </p:cNvSpPr>
          <p:nvPr/>
        </p:nvSpPr>
        <p:spPr>
          <a:xfrm xmlns:a="http://schemas.openxmlformats.org/drawingml/2006/main">
            <a:off x="17487900" y="3781425"/>
            <a:ext cx="247650" cy="290513"/>
          </a:xfrm>
          <a:custGeom xmlns:a="http://schemas.openxmlformats.org/drawingml/2006/main">
            <a:pathLst>
              <a:path w="247650" h="290513">
                <a:moveTo>
                  <a:pt x="0" y="290513"/>
                </a:moveTo>
                <a:lnTo>
                  <a:pt x="247650" y="290513"/>
                </a:lnTo>
                <a:lnTo>
                  <a:pt x="247650" y="0"/>
                </a:lnTo>
              </a:path>
            </a:pathLst>
          </a:custGeom>
          <a:noFill xmlns:a="http://schemas.openxmlformats.org/drawingml/2006/main"/>
          <a:ln xmlns:a="http://schemas.openxmlformats.org/drawingml/2006/main" w="19050">
            <a:solidFill>
              <a:srgbClr val="5F6B77"/>
            </a:solidFill>
            <a:prstDash val="dash"/>
          </a:ln>
        </p:spPr>
      </p:sp>
      <p:sp>
        <p:nvSpPr>
          <p:cNvPr id="179" name="dp43-comparison / n168 / path">
            <a:extLst xmlns:a="http://schemas.openxmlformats.org/drawingml/2006/main">
              <a:ext uri="{FF2B5EF4-FFF2-40B4-BE49-F238E27FC236}">
                <a16:creationId xmlns:a16="http://schemas.microsoft.com/office/drawing/2014/main" id="{66D238D6-71A8-42B3-B24B-15377B1BB705}"/>
              </a:ext>
            </a:extLst>
          </p:cNvPr>
          <p:cNvSpPr>
            <a:spLocks xmlns:a="http://schemas.openxmlformats.org/drawingml/2006/main" noGrp="1"/>
          </p:cNvSpPr>
          <p:nvPr/>
        </p:nvSpPr>
        <p:spPr>
          <a:xfrm xmlns:a="http://schemas.openxmlformats.org/drawingml/2006/main">
            <a:off x="17487900" y="3781425"/>
            <a:ext cx="247650" cy="947738"/>
          </a:xfrm>
          <a:custGeom xmlns:a="http://schemas.openxmlformats.org/drawingml/2006/main">
            <a:pathLst>
              <a:path w="247650" h="947738">
                <a:moveTo>
                  <a:pt x="0" y="947738"/>
                </a:moveTo>
                <a:lnTo>
                  <a:pt x="247650" y="947738"/>
                </a:lnTo>
                <a:lnTo>
                  <a:pt x="247650" y="0"/>
                </a:lnTo>
              </a:path>
            </a:pathLst>
          </a:custGeom>
          <a:noFill xmlns:a="http://schemas.openxmlformats.org/drawingml/2006/main"/>
          <a:ln xmlns:a="http://schemas.openxmlformats.org/drawingml/2006/main" w="19050">
            <a:solidFill>
              <a:srgbClr val="5F6B77"/>
            </a:solidFill>
            <a:prstDash val="dash"/>
          </a:ln>
        </p:spPr>
      </p:sp>
      <p:sp>
        <p:nvSpPr>
          <p:cNvPr id="180" name="dp43-comparison / n169 / path">
            <a:extLst xmlns:a="http://schemas.openxmlformats.org/drawingml/2006/main">
              <a:ext uri="{FF2B5EF4-FFF2-40B4-BE49-F238E27FC236}">
                <a16:creationId xmlns:a16="http://schemas.microsoft.com/office/drawing/2014/main" id="{DF716265-7603-4D47-9892-897E682347FE}"/>
              </a:ext>
            </a:extLst>
          </p:cNvPr>
          <p:cNvSpPr>
            <a:spLocks xmlns:a="http://schemas.openxmlformats.org/drawingml/2006/main" noGrp="1"/>
          </p:cNvSpPr>
          <p:nvPr/>
        </p:nvSpPr>
        <p:spPr>
          <a:xfrm xmlns:a="http://schemas.openxmlformats.org/drawingml/2006/main">
            <a:off x="17487900" y="3781425"/>
            <a:ext cx="247650" cy="1604963"/>
          </a:xfrm>
          <a:custGeom xmlns:a="http://schemas.openxmlformats.org/drawingml/2006/main">
            <a:pathLst>
              <a:path w="247650" h="1604963">
                <a:moveTo>
                  <a:pt x="0" y="1604963"/>
                </a:moveTo>
                <a:lnTo>
                  <a:pt x="247650" y="1604963"/>
                </a:lnTo>
                <a:lnTo>
                  <a:pt x="247650" y="0"/>
                </a:lnTo>
              </a:path>
            </a:pathLst>
          </a:custGeom>
          <a:noFill xmlns:a="http://schemas.openxmlformats.org/drawingml/2006/main"/>
          <a:ln xmlns:a="http://schemas.openxmlformats.org/drawingml/2006/main" w="19050">
            <a:solidFill>
              <a:srgbClr val="5F6B77"/>
            </a:solidFill>
            <a:prstDash val="dash"/>
          </a:ln>
        </p:spPr>
      </p:sp>
      <p:sp>
        <p:nvSpPr>
          <p:cNvPr id="181" name="dp43-comparison / n176">
            <a:extLst xmlns:a="http://schemas.openxmlformats.org/drawingml/2006/main">
              <a:ext uri="{FF2B5EF4-FFF2-40B4-BE49-F238E27FC236}">
                <a16:creationId xmlns:a16="http://schemas.microsoft.com/office/drawing/2014/main" id="{EC9D7430-69A4-4329-BCFB-C90F0667AB0D}"/>
              </a:ext>
            </a:extLst>
          </p:cNvPr>
          <p:cNvSpPr>
            <a:spLocks xmlns:a="http://schemas.openxmlformats.org/drawingml/2006/main" noGrp="1"/>
          </p:cNvSpPr>
          <p:nvPr/>
        </p:nvSpPr>
        <p:spPr>
          <a:xfrm xmlns:a="http://schemas.openxmlformats.org/drawingml/2006/main">
            <a:off x="9906000" y="6524625"/>
            <a:ext cx="2381250" cy="37147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82" name="dp43-comparison / n177 / text 1">
            <a:extLst xmlns:a="http://schemas.openxmlformats.org/drawingml/2006/main">
              <a:ext uri="{FF2B5EF4-FFF2-40B4-BE49-F238E27FC236}">
                <a16:creationId xmlns:a16="http://schemas.microsoft.com/office/drawing/2014/main" id="{E84B7F46-1C71-463E-8520-B544E8BB5A5A}"/>
              </a:ext>
            </a:extLst>
          </p:cNvPr>
          <p:cNvSpPr>
            <a:spLocks xmlns:a="http://schemas.openxmlformats.org/drawingml/2006/main" noGrp="1"/>
          </p:cNvSpPr>
          <p:nvPr/>
        </p:nvSpPr>
        <p:spPr>
          <a:xfrm xmlns:a="http://schemas.openxmlformats.org/drawingml/2006/main">
            <a:off x="9991725" y="659892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Request Controller</a:t>
            </a:r>
          </a:p>
        </p:txBody>
      </p:sp>
      <p:sp>
        <p:nvSpPr>
          <p:cNvPr id="183" name="dp43-comparison / n178">
            <a:extLst xmlns:a="http://schemas.openxmlformats.org/drawingml/2006/main">
              <a:ext uri="{FF2B5EF4-FFF2-40B4-BE49-F238E27FC236}">
                <a16:creationId xmlns:a16="http://schemas.microsoft.com/office/drawing/2014/main" id="{ADFA0084-9562-4C8B-BD10-A2C4F545F464}"/>
              </a:ext>
            </a:extLst>
          </p:cNvPr>
          <p:cNvSpPr>
            <a:spLocks xmlns:a="http://schemas.openxmlformats.org/drawingml/2006/main" noGrp="1"/>
          </p:cNvSpPr>
          <p:nvPr/>
        </p:nvSpPr>
        <p:spPr>
          <a:xfrm xmlns:a="http://schemas.openxmlformats.org/drawingml/2006/main">
            <a:off x="12906375" y="6505575"/>
            <a:ext cx="2190750" cy="409575"/>
          </a:xfrm>
          <a:prstGeom xmlns:a="http://schemas.openxmlformats.org/drawingml/2006/main" prst="can">
            <a:avLst>
              <a:gd name="adj" fmla="val 20000"/>
            </a:avLst>
          </a:prstGeom>
          <a:solidFill xmlns:a="http://schemas.openxmlformats.org/drawingml/2006/main">
            <a:srgbClr val="FFF7DE"/>
          </a:solidFill>
          <a:ln xmlns:a="http://schemas.openxmlformats.org/drawingml/2006/main" w="16193">
            <a:solidFill>
              <a:srgbClr val="5F6B77"/>
            </a:solidFill>
            <a:prstDash val="solid"/>
          </a:ln>
        </p:spPr>
      </p:sp>
      <p:sp>
        <p:nvSpPr>
          <p:cNvPr id="184" name="dp43-comparison / n179 / text 1">
            <a:extLst xmlns:a="http://schemas.openxmlformats.org/drawingml/2006/main">
              <a:ext uri="{FF2B5EF4-FFF2-40B4-BE49-F238E27FC236}">
                <a16:creationId xmlns:a16="http://schemas.microsoft.com/office/drawing/2014/main" id="{B7C94E47-186B-4CA6-9F89-F5EBA3DB11B8}"/>
              </a:ext>
            </a:extLst>
          </p:cNvPr>
          <p:cNvSpPr>
            <a:spLocks xmlns:a="http://schemas.openxmlformats.org/drawingml/2006/main" noGrp="1"/>
          </p:cNvSpPr>
          <p:nvPr/>
        </p:nvSpPr>
        <p:spPr>
          <a:xfrm xmlns:a="http://schemas.openxmlformats.org/drawingml/2006/main">
            <a:off x="12992100" y="6667500"/>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State Store</a:t>
            </a:r>
          </a:p>
        </p:txBody>
      </p:sp>
      <p:sp>
        <p:nvSpPr>
          <p:cNvPr id="185" name="dp43-comparison / n180">
            <a:extLst xmlns:a="http://schemas.openxmlformats.org/drawingml/2006/main">
              <a:ext uri="{FF2B5EF4-FFF2-40B4-BE49-F238E27FC236}">
                <a16:creationId xmlns:a16="http://schemas.microsoft.com/office/drawing/2014/main" id="{3586183D-34A0-4034-9394-BB7E79CEF0FC}"/>
              </a:ext>
            </a:extLst>
          </p:cNvPr>
          <p:cNvSpPr>
            <a:spLocks xmlns:a="http://schemas.openxmlformats.org/drawingml/2006/main" noGrp="1"/>
          </p:cNvSpPr>
          <p:nvPr/>
        </p:nvSpPr>
        <p:spPr>
          <a:xfrm xmlns:a="http://schemas.openxmlformats.org/drawingml/2006/main">
            <a:off x="15668625" y="6524625"/>
            <a:ext cx="1981200" cy="37147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86" name="dp43-comparison / n181 / text 1">
            <a:extLst xmlns:a="http://schemas.openxmlformats.org/drawingml/2006/main">
              <a:ext uri="{FF2B5EF4-FFF2-40B4-BE49-F238E27FC236}">
                <a16:creationId xmlns:a16="http://schemas.microsoft.com/office/drawing/2014/main" id="{258DBB81-A3B2-4749-8E29-3C8D6448F252}"/>
              </a:ext>
            </a:extLst>
          </p:cNvPr>
          <p:cNvSpPr>
            <a:spLocks xmlns:a="http://schemas.openxmlformats.org/drawingml/2006/main" noGrp="1"/>
          </p:cNvSpPr>
          <p:nvPr/>
        </p:nvSpPr>
        <p:spPr>
          <a:xfrm xmlns:a="http://schemas.openxmlformats.org/drawingml/2006/main">
            <a:off x="15754350" y="6598920"/>
            <a:ext cx="18097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Policy Manager</a:t>
            </a:r>
          </a:p>
        </p:txBody>
      </p:sp>
      <p:sp>
        <p:nvSpPr>
          <p:cNvPr id="187" name="dp43-comparison / n182 / path">
            <a:extLst xmlns:a="http://schemas.openxmlformats.org/drawingml/2006/main">
              <a:ext uri="{FF2B5EF4-FFF2-40B4-BE49-F238E27FC236}">
                <a16:creationId xmlns:a16="http://schemas.microsoft.com/office/drawing/2014/main" id="{38369DCC-FCBE-4208-9C5E-E47DECABF961}"/>
              </a:ext>
            </a:extLst>
          </p:cNvPr>
          <p:cNvSpPr>
            <a:spLocks xmlns:a="http://schemas.openxmlformats.org/drawingml/2006/main" noGrp="1"/>
          </p:cNvSpPr>
          <p:nvPr/>
        </p:nvSpPr>
        <p:spPr>
          <a:xfrm xmlns:a="http://schemas.openxmlformats.org/drawingml/2006/main">
            <a:off x="11096625" y="5810250"/>
            <a:ext cx="2676525" cy="714375"/>
          </a:xfrm>
          <a:custGeom xmlns:a="http://schemas.openxmlformats.org/drawingml/2006/main">
            <a:pathLst>
              <a:path w="2676525" h="714375">
                <a:moveTo>
                  <a:pt x="2676525" y="0"/>
                </a:moveTo>
                <a:lnTo>
                  <a:pt x="2676525" y="647700"/>
                </a:lnTo>
                <a:lnTo>
                  <a:pt x="0" y="647700"/>
                </a:lnTo>
                <a:lnTo>
                  <a:pt x="0" y="714375"/>
                </a:lnTo>
              </a:path>
            </a:pathLst>
          </a:custGeom>
          <a:noFill xmlns:a="http://schemas.openxmlformats.org/drawingml/2006/main"/>
          <a:ln xmlns:a="http://schemas.openxmlformats.org/drawingml/2006/main" w="19050">
            <a:solidFill>
              <a:srgbClr val="7155A4"/>
            </a:solidFill>
            <a:prstDash val="solid"/>
          </a:ln>
        </p:spPr>
      </p:sp>
      <p:sp>
        <p:nvSpPr>
          <p:cNvPr id="188" name="dp43-comparison / n182 / arrow">
            <a:extLst xmlns:a="http://schemas.openxmlformats.org/drawingml/2006/main">
              <a:ext uri="{FF2B5EF4-FFF2-40B4-BE49-F238E27FC236}">
                <a16:creationId xmlns:a16="http://schemas.microsoft.com/office/drawing/2014/main" id="{A2140425-C394-45E7-9511-29D57771758D}"/>
              </a:ext>
            </a:extLst>
          </p:cNvPr>
          <p:cNvSpPr>
            <a:spLocks xmlns:a="http://schemas.openxmlformats.org/drawingml/2006/main" noGrp="1"/>
          </p:cNvSpPr>
          <p:nvPr/>
        </p:nvSpPr>
        <p:spPr>
          <a:xfrm xmlns:a="http://schemas.openxmlformats.org/drawingml/2006/main">
            <a:off x="11035665" y="6402705"/>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7155A4"/>
            </a:solidFill>
            <a:prstDash val="solid"/>
          </a:ln>
        </p:spPr>
      </p:sp>
      <p:sp>
        <p:nvSpPr>
          <p:cNvPr id="189" name="dp43-comparison / n183 / path">
            <a:extLst xmlns:a="http://schemas.openxmlformats.org/drawingml/2006/main">
              <a:ext uri="{FF2B5EF4-FFF2-40B4-BE49-F238E27FC236}">
                <a16:creationId xmlns:a16="http://schemas.microsoft.com/office/drawing/2014/main" id="{AAB31991-86FC-42EA-8420-761CCC441FA6}"/>
              </a:ext>
            </a:extLst>
          </p:cNvPr>
          <p:cNvSpPr>
            <a:spLocks xmlns:a="http://schemas.openxmlformats.org/drawingml/2006/main" noGrp="1"/>
          </p:cNvSpPr>
          <p:nvPr/>
        </p:nvSpPr>
        <p:spPr>
          <a:xfrm xmlns:a="http://schemas.openxmlformats.org/drawingml/2006/main">
            <a:off x="12287250" y="6448425"/>
            <a:ext cx="3381375" cy="261938"/>
          </a:xfrm>
          <a:custGeom xmlns:a="http://schemas.openxmlformats.org/drawingml/2006/main">
            <a:pathLst>
              <a:path w="3381375" h="261938">
                <a:moveTo>
                  <a:pt x="3381375" y="261938"/>
                </a:moveTo>
                <a:lnTo>
                  <a:pt x="3181350" y="257175"/>
                </a:lnTo>
                <a:lnTo>
                  <a:pt x="3181350" y="0"/>
                </a:lnTo>
                <a:lnTo>
                  <a:pt x="180975" y="0"/>
                </a:lnTo>
                <a:lnTo>
                  <a:pt x="180975" y="257175"/>
                </a:lnTo>
                <a:lnTo>
                  <a:pt x="0" y="261938"/>
                </a:lnTo>
              </a:path>
            </a:pathLst>
          </a:custGeom>
          <a:noFill xmlns:a="http://schemas.openxmlformats.org/drawingml/2006/main"/>
          <a:ln xmlns:a="http://schemas.openxmlformats.org/drawingml/2006/main" w="19050">
            <a:solidFill>
              <a:srgbClr val="5F6B77"/>
            </a:solidFill>
            <a:prstDash val="dash"/>
          </a:ln>
        </p:spPr>
      </p:sp>
      <p:sp>
        <p:nvSpPr>
          <p:cNvPr id="190" name="dp43-comparison / n183 / arrow">
            <a:extLst xmlns:a="http://schemas.openxmlformats.org/drawingml/2006/main">
              <a:ext uri="{FF2B5EF4-FFF2-40B4-BE49-F238E27FC236}">
                <a16:creationId xmlns:a16="http://schemas.microsoft.com/office/drawing/2014/main" id="{3F9E69EB-2E8F-40DE-A6BB-EA5CFC00EAEC}"/>
              </a:ext>
            </a:extLst>
          </p:cNvPr>
          <p:cNvSpPr>
            <a:spLocks xmlns:a="http://schemas.openxmlformats.org/drawingml/2006/main" noGrp="1"/>
          </p:cNvSpPr>
          <p:nvPr/>
        </p:nvSpPr>
        <p:spPr>
          <a:xfrm xmlns:a="http://schemas.openxmlformats.org/drawingml/2006/main">
            <a:off x="12287250" y="6646216"/>
            <a:ext cx="123481" cy="121878"/>
          </a:xfrm>
          <a:custGeom xmlns:a="http://schemas.openxmlformats.org/drawingml/2006/main">
            <a:pathLst>
              <a:path w="123481" h="121878">
                <a:moveTo>
                  <a:pt x="120274" y="0"/>
                </a:moveTo>
                <a:lnTo>
                  <a:pt x="0" y="64146"/>
                </a:lnTo>
                <a:lnTo>
                  <a:pt x="123481" y="121878"/>
                </a:lnTo>
              </a:path>
            </a:pathLst>
          </a:custGeom>
          <a:noFill xmlns:a="http://schemas.openxmlformats.org/drawingml/2006/main"/>
          <a:ln xmlns:a="http://schemas.openxmlformats.org/drawingml/2006/main" w="24384">
            <a:solidFill>
              <a:srgbClr val="5F6B77"/>
            </a:solidFill>
            <a:prstDash val="solid"/>
          </a:ln>
        </p:spPr>
      </p:sp>
      <p:sp>
        <p:nvSpPr>
          <p:cNvPr id="191" name="dp43-comparison / n184 / path">
            <a:extLst xmlns:a="http://schemas.openxmlformats.org/drawingml/2006/main">
              <a:ext uri="{FF2B5EF4-FFF2-40B4-BE49-F238E27FC236}">
                <a16:creationId xmlns:a16="http://schemas.microsoft.com/office/drawing/2014/main" id="{CB0F4FFF-5222-4E6D-A1D4-7BD64F41AEDC}"/>
              </a:ext>
            </a:extLst>
          </p:cNvPr>
          <p:cNvSpPr>
            <a:spLocks xmlns:a="http://schemas.openxmlformats.org/drawingml/2006/main" noGrp="1"/>
          </p:cNvSpPr>
          <p:nvPr/>
        </p:nvSpPr>
        <p:spPr>
          <a:xfrm xmlns:a="http://schemas.openxmlformats.org/drawingml/2006/main">
            <a:off x="12287250" y="6710363"/>
            <a:ext cx="619125" cy="953"/>
          </a:xfrm>
          <a:custGeom xmlns:a="http://schemas.openxmlformats.org/drawingml/2006/main">
            <a:pathLst>
              <a:path w="619125" h="953">
                <a:moveTo>
                  <a:pt x="0" y="0"/>
                </a:moveTo>
                <a:lnTo>
                  <a:pt x="619125" y="0"/>
                </a:lnTo>
              </a:path>
            </a:pathLst>
          </a:custGeom>
          <a:noFill xmlns:a="http://schemas.openxmlformats.org/drawingml/2006/main"/>
          <a:ln xmlns:a="http://schemas.openxmlformats.org/drawingml/2006/main" w="19050">
            <a:solidFill>
              <a:srgbClr val="7155A4"/>
            </a:solidFill>
            <a:prstDash val="solid"/>
          </a:ln>
        </p:spPr>
      </p:sp>
      <p:sp>
        <p:nvSpPr>
          <p:cNvPr id="192" name="dp43-comparison / n184 / arrow">
            <a:extLst xmlns:a="http://schemas.openxmlformats.org/drawingml/2006/main">
              <a:ext uri="{FF2B5EF4-FFF2-40B4-BE49-F238E27FC236}">
                <a16:creationId xmlns:a16="http://schemas.microsoft.com/office/drawing/2014/main" id="{A3AEEAD9-ADC0-4F66-B92F-87840BA21BF5}"/>
              </a:ext>
            </a:extLst>
          </p:cNvPr>
          <p:cNvSpPr>
            <a:spLocks xmlns:a="http://schemas.openxmlformats.org/drawingml/2006/main" noGrp="1"/>
          </p:cNvSpPr>
          <p:nvPr/>
        </p:nvSpPr>
        <p:spPr>
          <a:xfrm xmlns:a="http://schemas.openxmlformats.org/drawingml/2006/main">
            <a:off x="12784455" y="6649403"/>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7155A4"/>
            </a:solidFill>
            <a:prstDash val="solid"/>
          </a:ln>
        </p:spPr>
      </p:sp>
      <p:sp>
        <p:nvSpPr>
          <p:cNvPr id="193" name="dp43-comparison / n110">
            <a:extLst xmlns:a="http://schemas.openxmlformats.org/drawingml/2006/main">
              <a:ext uri="{FF2B5EF4-FFF2-40B4-BE49-F238E27FC236}">
                <a16:creationId xmlns:a16="http://schemas.microsoft.com/office/drawing/2014/main" id="{5BF7B637-95D8-42F2-8FC0-86AECCBFFF11}"/>
              </a:ext>
            </a:extLst>
          </p:cNvPr>
          <p:cNvSpPr>
            <a:spLocks xmlns:a="http://schemas.openxmlformats.org/drawingml/2006/main" noGrp="1"/>
          </p:cNvSpPr>
          <p:nvPr/>
        </p:nvSpPr>
        <p:spPr>
          <a:xfrm xmlns:a="http://schemas.openxmlformats.org/drawingml/2006/main">
            <a:off x="9867900" y="2400300"/>
            <a:ext cx="2534222"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4" name="dp43-comparison / n111 / text 1">
            <a:extLst xmlns:a="http://schemas.openxmlformats.org/drawingml/2006/main">
              <a:ext uri="{FF2B5EF4-FFF2-40B4-BE49-F238E27FC236}">
                <a16:creationId xmlns:a16="http://schemas.microsoft.com/office/drawing/2014/main" id="{6179AFB0-002D-48BE-9B4A-01FC8A8C793A}"/>
              </a:ext>
            </a:extLst>
          </p:cNvPr>
          <p:cNvSpPr>
            <a:spLocks xmlns:a="http://schemas.openxmlformats.org/drawingml/2006/main" noGrp="1"/>
          </p:cNvSpPr>
          <p:nvPr/>
        </p:nvSpPr>
        <p:spPr>
          <a:xfrm xmlns:a="http://schemas.openxmlformats.org/drawingml/2006/main">
            <a:off x="9886950" y="2409825"/>
            <a:ext cx="2667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확정 User Turn / 새 Request</a:t>
            </a:r>
          </a:p>
        </p:txBody>
      </p:sp>
      <p:sp>
        <p:nvSpPr>
          <p:cNvPr id="195" name="dp43-comparison / n112">
            <a:extLst xmlns:a="http://schemas.openxmlformats.org/drawingml/2006/main">
              <a:ext uri="{FF2B5EF4-FFF2-40B4-BE49-F238E27FC236}">
                <a16:creationId xmlns:a16="http://schemas.microsoft.com/office/drawing/2014/main" id="{C57F2B19-AD0D-48A8-A6B5-EFE442CBE710}"/>
              </a:ext>
            </a:extLst>
          </p:cNvPr>
          <p:cNvSpPr>
            <a:spLocks xmlns:a="http://schemas.openxmlformats.org/drawingml/2006/main" noGrp="1"/>
          </p:cNvSpPr>
          <p:nvPr/>
        </p:nvSpPr>
        <p:spPr>
          <a:xfrm xmlns:a="http://schemas.openxmlformats.org/drawingml/2006/main">
            <a:off x="15678150" y="3076575"/>
            <a:ext cx="203835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6" name="dp43-comparison / n113 / text 1">
            <a:extLst xmlns:a="http://schemas.openxmlformats.org/drawingml/2006/main">
              <a:ext uri="{FF2B5EF4-FFF2-40B4-BE49-F238E27FC236}">
                <a16:creationId xmlns:a16="http://schemas.microsoft.com/office/drawing/2014/main" id="{BA9E2D10-AC9C-44CB-A7CC-1208AC9E4931}"/>
              </a:ext>
            </a:extLst>
          </p:cNvPr>
          <p:cNvSpPr>
            <a:spLocks xmlns:a="http://schemas.openxmlformats.org/drawingml/2006/main" noGrp="1"/>
          </p:cNvSpPr>
          <p:nvPr/>
        </p:nvSpPr>
        <p:spPr>
          <a:xfrm xmlns:a="http://schemas.openxmlformats.org/drawingml/2006/main">
            <a:off x="15697200" y="3086100"/>
            <a:ext cx="2000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공유 Omni 1벌 / 역할별 KV</a:t>
            </a:r>
          </a:p>
        </p:txBody>
      </p:sp>
      <p:sp>
        <p:nvSpPr>
          <p:cNvPr id="197" name="dp43-comparison / n115">
            <a:extLst xmlns:a="http://schemas.openxmlformats.org/drawingml/2006/main">
              <a:ext uri="{FF2B5EF4-FFF2-40B4-BE49-F238E27FC236}">
                <a16:creationId xmlns:a16="http://schemas.microsoft.com/office/drawing/2014/main" id="{3DBA6E91-7D18-444A-9CCA-DA2E0D6B76CB}"/>
              </a:ext>
            </a:extLst>
          </p:cNvPr>
          <p:cNvSpPr>
            <a:spLocks xmlns:a="http://schemas.openxmlformats.org/drawingml/2006/main" noGrp="1"/>
          </p:cNvSpPr>
          <p:nvPr/>
        </p:nvSpPr>
        <p:spPr>
          <a:xfrm xmlns:a="http://schemas.openxmlformats.org/drawingml/2006/main">
            <a:off x="12239625" y="2438400"/>
            <a:ext cx="38100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8" name="dp43-comparison / n116 / text 1">
            <a:extLst xmlns:a="http://schemas.openxmlformats.org/drawingml/2006/main">
              <a:ext uri="{FF2B5EF4-FFF2-40B4-BE49-F238E27FC236}">
                <a16:creationId xmlns:a16="http://schemas.microsoft.com/office/drawing/2014/main" id="{563110E6-6997-4CB6-B6C3-8140043BD9BE}"/>
              </a:ext>
            </a:extLst>
          </p:cNvPr>
          <p:cNvSpPr>
            <a:spLocks xmlns:a="http://schemas.openxmlformats.org/drawingml/2006/main" noGrp="1"/>
          </p:cNvSpPr>
          <p:nvPr/>
        </p:nvSpPr>
        <p:spPr>
          <a:xfrm xmlns:a="http://schemas.openxmlformats.org/drawingml/2006/main">
            <a:off x="12258675" y="2447925"/>
            <a:ext cx="1238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원문</a:t>
            </a:r>
          </a:p>
        </p:txBody>
      </p:sp>
      <p:sp>
        <p:nvSpPr>
          <p:cNvPr id="199" name="dp43-comparison / n117">
            <a:extLst xmlns:a="http://schemas.openxmlformats.org/drawingml/2006/main">
              <a:ext uri="{FF2B5EF4-FFF2-40B4-BE49-F238E27FC236}">
                <a16:creationId xmlns:a16="http://schemas.microsoft.com/office/drawing/2014/main" id="{5606C0E0-F464-441D-B4D3-A904A3859EF0}"/>
              </a:ext>
            </a:extLst>
          </p:cNvPr>
          <p:cNvSpPr>
            <a:spLocks xmlns:a="http://schemas.openxmlformats.org/drawingml/2006/main" noGrp="1"/>
          </p:cNvSpPr>
          <p:nvPr/>
        </p:nvSpPr>
        <p:spPr>
          <a:xfrm xmlns:a="http://schemas.openxmlformats.org/drawingml/2006/main">
            <a:off x="9839325" y="3095625"/>
            <a:ext cx="498348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0" name="dp43-comparison / n118 / text 1">
            <a:extLst xmlns:a="http://schemas.openxmlformats.org/drawingml/2006/main">
              <a:ext uri="{FF2B5EF4-FFF2-40B4-BE49-F238E27FC236}">
                <a16:creationId xmlns:a16="http://schemas.microsoft.com/office/drawing/2014/main" id="{1DEB4651-D156-4202-BFDF-9146684FC341}"/>
              </a:ext>
            </a:extLst>
          </p:cNvPr>
          <p:cNvSpPr>
            <a:spLocks xmlns:a="http://schemas.openxmlformats.org/drawingml/2006/main" noGrp="1"/>
          </p:cNvSpPr>
          <p:nvPr/>
        </p:nvSpPr>
        <p:spPr>
          <a:xfrm xmlns:a="http://schemas.openxmlformats.org/drawingml/2006/main">
            <a:off x="9858375" y="3105150"/>
            <a:ext cx="5334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공통 읽기: Context Manager 정보 / Task Manager의 Task 후보</a:t>
            </a:r>
          </a:p>
        </p:txBody>
      </p:sp>
      <p:sp>
        <p:nvSpPr>
          <p:cNvPr id="201" name="dp43-comparison / n127">
            <a:extLst xmlns:a="http://schemas.openxmlformats.org/drawingml/2006/main">
              <a:ext uri="{FF2B5EF4-FFF2-40B4-BE49-F238E27FC236}">
                <a16:creationId xmlns:a16="http://schemas.microsoft.com/office/drawing/2014/main" id="{0CB094A4-10E8-47BF-A91B-19FBA83AC19E}"/>
              </a:ext>
            </a:extLst>
          </p:cNvPr>
          <p:cNvSpPr>
            <a:spLocks xmlns:a="http://schemas.openxmlformats.org/drawingml/2006/main" noGrp="1"/>
          </p:cNvSpPr>
          <p:nvPr/>
        </p:nvSpPr>
        <p:spPr>
          <a:xfrm xmlns:a="http://schemas.openxmlformats.org/drawingml/2006/main">
            <a:off x="10020300" y="4286250"/>
            <a:ext cx="149066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2" name="dp43-comparison / n128 / text 1">
            <a:extLst xmlns:a="http://schemas.openxmlformats.org/drawingml/2006/main">
              <a:ext uri="{FF2B5EF4-FFF2-40B4-BE49-F238E27FC236}">
                <a16:creationId xmlns:a16="http://schemas.microsoft.com/office/drawing/2014/main" id="{D8718DC4-A74F-4D96-B6AC-F6F4B5ACA7FE}"/>
              </a:ext>
            </a:extLst>
          </p:cNvPr>
          <p:cNvSpPr>
            <a:spLocks xmlns:a="http://schemas.openxmlformats.org/drawingml/2006/main" noGrp="1"/>
          </p:cNvSpPr>
          <p:nvPr/>
        </p:nvSpPr>
        <p:spPr>
          <a:xfrm xmlns:a="http://schemas.openxmlformats.org/drawingml/2006/main">
            <a:off x="10039350" y="4295775"/>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F1 목표와 완료 조건</a:t>
            </a:r>
          </a:p>
        </p:txBody>
      </p:sp>
      <p:sp>
        <p:nvSpPr>
          <p:cNvPr id="203" name="dp43-comparison / n133">
            <a:extLst xmlns:a="http://schemas.openxmlformats.org/drawingml/2006/main">
              <a:ext uri="{FF2B5EF4-FFF2-40B4-BE49-F238E27FC236}">
                <a16:creationId xmlns:a16="http://schemas.microsoft.com/office/drawing/2014/main" id="{0206A143-F489-4125-AC2E-3C9BCC52A3E0}"/>
              </a:ext>
            </a:extLst>
          </p:cNvPr>
          <p:cNvSpPr>
            <a:spLocks xmlns:a="http://schemas.openxmlformats.org/drawingml/2006/main" noGrp="1"/>
          </p:cNvSpPr>
          <p:nvPr/>
        </p:nvSpPr>
        <p:spPr>
          <a:xfrm xmlns:a="http://schemas.openxmlformats.org/drawingml/2006/main">
            <a:off x="10020300" y="4943475"/>
            <a:ext cx="149066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4" name="dp43-comparison / n134 / text 1">
            <a:extLst xmlns:a="http://schemas.openxmlformats.org/drawingml/2006/main">
              <a:ext uri="{FF2B5EF4-FFF2-40B4-BE49-F238E27FC236}">
                <a16:creationId xmlns:a16="http://schemas.microsoft.com/office/drawing/2014/main" id="{4DE280D3-790B-47F4-A9A3-B622D8C9D313}"/>
              </a:ext>
            </a:extLst>
          </p:cNvPr>
          <p:cNvSpPr>
            <a:spLocks xmlns:a="http://schemas.openxmlformats.org/drawingml/2006/main" noGrp="1"/>
          </p:cNvSpPr>
          <p:nvPr/>
        </p:nvSpPr>
        <p:spPr>
          <a:xfrm xmlns:a="http://schemas.openxmlformats.org/drawingml/2006/main">
            <a:off x="10039350" y="4953000"/>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F2 표와 결론의 범위</a:t>
            </a:r>
          </a:p>
        </p:txBody>
      </p:sp>
      <p:sp>
        <p:nvSpPr>
          <p:cNvPr id="205" name="dp43-comparison / n139">
            <a:extLst xmlns:a="http://schemas.openxmlformats.org/drawingml/2006/main">
              <a:ext uri="{FF2B5EF4-FFF2-40B4-BE49-F238E27FC236}">
                <a16:creationId xmlns:a16="http://schemas.microsoft.com/office/drawing/2014/main" id="{1AE7C213-25E0-4BB3-AD1C-784CFCF2B032}"/>
              </a:ext>
            </a:extLst>
          </p:cNvPr>
          <p:cNvSpPr>
            <a:spLocks xmlns:a="http://schemas.openxmlformats.org/drawingml/2006/main" noGrp="1"/>
          </p:cNvSpPr>
          <p:nvPr/>
        </p:nvSpPr>
        <p:spPr>
          <a:xfrm xmlns:a="http://schemas.openxmlformats.org/drawingml/2006/main">
            <a:off x="10020300" y="5600700"/>
            <a:ext cx="226790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6" name="dp43-comparison / n140 / text 1">
            <a:extLst xmlns:a="http://schemas.openxmlformats.org/drawingml/2006/main">
              <a:ext uri="{FF2B5EF4-FFF2-40B4-BE49-F238E27FC236}">
                <a16:creationId xmlns:a16="http://schemas.microsoft.com/office/drawing/2014/main" id="{994D3F8D-64A3-48BA-B9C8-C05F7D7DECC2}"/>
              </a:ext>
            </a:extLst>
          </p:cNvPr>
          <p:cNvSpPr>
            <a:spLocks xmlns:a="http://schemas.openxmlformats.org/drawingml/2006/main" noGrp="1"/>
          </p:cNvSpPr>
          <p:nvPr/>
        </p:nvSpPr>
        <p:spPr>
          <a:xfrm xmlns:a="http://schemas.openxmlformats.org/drawingml/2006/main">
            <a:off x="10039350" y="5610225"/>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F3 Conversation / Task 연결</a:t>
            </a:r>
          </a:p>
        </p:txBody>
      </p:sp>
      <p:sp>
        <p:nvSpPr>
          <p:cNvPr id="207" name="dp43-comparison / n145">
            <a:extLst xmlns:a="http://schemas.openxmlformats.org/drawingml/2006/main">
              <a:ext uri="{FF2B5EF4-FFF2-40B4-BE49-F238E27FC236}">
                <a16:creationId xmlns:a16="http://schemas.microsoft.com/office/drawing/2014/main" id="{29EE287A-1927-4DF4-BE2D-E749B8C17303}"/>
              </a:ext>
            </a:extLst>
          </p:cNvPr>
          <p:cNvSpPr>
            <a:spLocks xmlns:a="http://schemas.openxmlformats.org/drawingml/2006/main" noGrp="1"/>
          </p:cNvSpPr>
          <p:nvPr/>
        </p:nvSpPr>
        <p:spPr>
          <a:xfrm xmlns:a="http://schemas.openxmlformats.org/drawingml/2006/main">
            <a:off x="15220950" y="4286250"/>
            <a:ext cx="149066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8" name="dp43-comparison / n146 / text 1">
            <a:extLst xmlns:a="http://schemas.openxmlformats.org/drawingml/2006/main">
              <a:ext uri="{FF2B5EF4-FFF2-40B4-BE49-F238E27FC236}">
                <a16:creationId xmlns:a16="http://schemas.microsoft.com/office/drawing/2014/main" id="{B9393457-BFAC-4599-9B88-B38755043672}"/>
              </a:ext>
            </a:extLst>
          </p:cNvPr>
          <p:cNvSpPr>
            <a:spLocks xmlns:a="http://schemas.openxmlformats.org/drawingml/2006/main" noGrp="1"/>
          </p:cNvSpPr>
          <p:nvPr/>
        </p:nvSpPr>
        <p:spPr>
          <a:xfrm xmlns:a="http://schemas.openxmlformats.org/drawingml/2006/main">
            <a:off x="15240000" y="4295775"/>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F4 조건과 의존 관계</a:t>
            </a:r>
          </a:p>
        </p:txBody>
      </p:sp>
      <p:sp>
        <p:nvSpPr>
          <p:cNvPr id="209" name="dp43-comparison / n151">
            <a:extLst xmlns:a="http://schemas.openxmlformats.org/drawingml/2006/main">
              <a:ext uri="{FF2B5EF4-FFF2-40B4-BE49-F238E27FC236}">
                <a16:creationId xmlns:a16="http://schemas.microsoft.com/office/drawing/2014/main" id="{DEB2D5B8-E61E-44C4-A450-102E248ACC7E}"/>
              </a:ext>
            </a:extLst>
          </p:cNvPr>
          <p:cNvSpPr>
            <a:spLocks xmlns:a="http://schemas.openxmlformats.org/drawingml/2006/main" noGrp="1"/>
          </p:cNvSpPr>
          <p:nvPr/>
        </p:nvSpPr>
        <p:spPr>
          <a:xfrm xmlns:a="http://schemas.openxmlformats.org/drawingml/2006/main">
            <a:off x="15220950" y="4943475"/>
            <a:ext cx="170211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0" name="dp43-comparison / n152 / text 1">
            <a:extLst xmlns:a="http://schemas.openxmlformats.org/drawingml/2006/main">
              <a:ext uri="{FF2B5EF4-FFF2-40B4-BE49-F238E27FC236}">
                <a16:creationId xmlns:a16="http://schemas.microsoft.com/office/drawing/2014/main" id="{8EDC3C68-77C8-4464-A3C1-B0DBC13FF834}"/>
              </a:ext>
            </a:extLst>
          </p:cNvPr>
          <p:cNvSpPr>
            <a:spLocks xmlns:a="http://schemas.openxmlformats.org/drawingml/2006/main" noGrp="1"/>
          </p:cNvSpPr>
          <p:nvPr/>
        </p:nvSpPr>
        <p:spPr>
          <a:xfrm xmlns:a="http://schemas.openxmlformats.org/drawingml/2006/main">
            <a:off x="15240000" y="4953000"/>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F5 PDF 유지 / 결론→표</a:t>
            </a:r>
          </a:p>
        </p:txBody>
      </p:sp>
      <p:sp>
        <p:nvSpPr>
          <p:cNvPr id="211" name="dp43-comparison / n157">
            <a:extLst xmlns:a="http://schemas.openxmlformats.org/drawingml/2006/main">
              <a:ext uri="{FF2B5EF4-FFF2-40B4-BE49-F238E27FC236}">
                <a16:creationId xmlns:a16="http://schemas.microsoft.com/office/drawing/2014/main" id="{522AB7C5-99BD-42B7-AE47-9D8FE74467C9}"/>
              </a:ext>
            </a:extLst>
          </p:cNvPr>
          <p:cNvSpPr>
            <a:spLocks xmlns:a="http://schemas.openxmlformats.org/drawingml/2006/main" noGrp="1"/>
          </p:cNvSpPr>
          <p:nvPr/>
        </p:nvSpPr>
        <p:spPr>
          <a:xfrm xmlns:a="http://schemas.openxmlformats.org/drawingml/2006/main">
            <a:off x="15220950" y="5600700"/>
            <a:ext cx="222218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2" name="dp43-comparison / n158 / text 1">
            <a:extLst xmlns:a="http://schemas.openxmlformats.org/drawingml/2006/main">
              <a:ext uri="{FF2B5EF4-FFF2-40B4-BE49-F238E27FC236}">
                <a16:creationId xmlns:a16="http://schemas.microsoft.com/office/drawing/2014/main" id="{274F2B68-E1C3-415F-8C9A-927B82CC46EB}"/>
              </a:ext>
            </a:extLst>
          </p:cNvPr>
          <p:cNvSpPr>
            <a:spLocks xmlns:a="http://schemas.openxmlformats.org/drawingml/2006/main" noGrp="1"/>
          </p:cNvSpPr>
          <p:nvPr/>
        </p:nvSpPr>
        <p:spPr>
          <a:xfrm xmlns:a="http://schemas.openxmlformats.org/drawingml/2006/main">
            <a:off x="15240000" y="5610225"/>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F6 Delegation / 질문 / 대기</a:t>
            </a:r>
          </a:p>
        </p:txBody>
      </p:sp>
      <p:sp>
        <p:nvSpPr>
          <p:cNvPr id="213" name="dp43-comparison / n170">
            <a:extLst xmlns:a="http://schemas.openxmlformats.org/drawingml/2006/main">
              <a:ext uri="{FF2B5EF4-FFF2-40B4-BE49-F238E27FC236}">
                <a16:creationId xmlns:a16="http://schemas.microsoft.com/office/drawing/2014/main" id="{1A7133C1-047A-4C74-A088-0077A31EE728}"/>
              </a:ext>
            </a:extLst>
          </p:cNvPr>
          <p:cNvSpPr>
            <a:spLocks xmlns:a="http://schemas.openxmlformats.org/drawingml/2006/main" noGrp="1"/>
          </p:cNvSpPr>
          <p:nvPr/>
        </p:nvSpPr>
        <p:spPr>
          <a:xfrm xmlns:a="http://schemas.openxmlformats.org/drawingml/2006/main">
            <a:off x="12563475" y="3514725"/>
            <a:ext cx="2642235"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4" name="dp43-comparison / n171 / text 1">
            <a:extLst xmlns:a="http://schemas.openxmlformats.org/drawingml/2006/main">
              <a:ext uri="{FF2B5EF4-FFF2-40B4-BE49-F238E27FC236}">
                <a16:creationId xmlns:a16="http://schemas.microsoft.com/office/drawing/2014/main" id="{1DFD8BEC-2BFA-4EF1-8CB7-A75F2B6A96B7}"/>
              </a:ext>
            </a:extLst>
          </p:cNvPr>
          <p:cNvSpPr>
            <a:spLocks xmlns:a="http://schemas.openxmlformats.org/drawingml/2006/main" noGrp="1"/>
          </p:cNvSpPr>
          <p:nvPr/>
        </p:nvSpPr>
        <p:spPr>
          <a:xfrm xmlns:a="http://schemas.openxmlformats.org/drawingml/2006/main">
            <a:off x="12582525" y="3524250"/>
            <a:ext cx="49625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F6B77"/>
                </a:solidFill>
                <a:latin typeface="Apple SD Gothic Neo"/>
                <a:ea typeface="Apple SD Gothic Neo"/>
                <a:cs typeface="Apple SD Gothic Neo"/>
              </a:defRPr>
            </a:pPr>
            <a:r>
              <a:rPr sz="1125" b="0">
                <a:solidFill>
                  <a:srgbClr val="5F6B77"/>
                </a:solidFill>
                <a:latin typeface="Apple SD Gothic Neo"/>
                <a:ea typeface="Apple SD Gothic Neo"/>
                <a:cs typeface="Apple SD Gothic Neo"/>
              </a:rPr>
              <a:t>각 F1~F6 생산자의 모델 호출 / 반환</a:t>
            </a:r>
          </a:p>
        </p:txBody>
      </p:sp>
      <p:sp>
        <p:nvSpPr>
          <p:cNvPr id="215" name="dp43-comparison / n172">
            <a:extLst xmlns:a="http://schemas.openxmlformats.org/drawingml/2006/main">
              <a:ext uri="{FF2B5EF4-FFF2-40B4-BE49-F238E27FC236}">
                <a16:creationId xmlns:a16="http://schemas.microsoft.com/office/drawing/2014/main" id="{6EEA0E10-4BF6-46C9-BDA7-DAAAFBACC271}"/>
              </a:ext>
            </a:extLst>
          </p:cNvPr>
          <p:cNvSpPr>
            <a:spLocks xmlns:a="http://schemas.openxmlformats.org/drawingml/2006/main" noGrp="1"/>
          </p:cNvSpPr>
          <p:nvPr/>
        </p:nvSpPr>
        <p:spPr>
          <a:xfrm xmlns:a="http://schemas.openxmlformats.org/drawingml/2006/main">
            <a:off x="10020300" y="5810250"/>
            <a:ext cx="5462016"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6" name="dp43-comparison / n173 / text 1">
            <a:extLst xmlns:a="http://schemas.openxmlformats.org/drawingml/2006/main">
              <a:ext uri="{FF2B5EF4-FFF2-40B4-BE49-F238E27FC236}">
                <a16:creationId xmlns:a16="http://schemas.microsoft.com/office/drawing/2014/main" id="{9AA1218F-3BD5-4205-B344-BB99DB380A58}"/>
              </a:ext>
            </a:extLst>
          </p:cNvPr>
          <p:cNvSpPr>
            <a:spLocks xmlns:a="http://schemas.openxmlformats.org/drawingml/2006/main" noGrp="1"/>
          </p:cNvSpPr>
          <p:nvPr/>
        </p:nvSpPr>
        <p:spPr>
          <a:xfrm xmlns:a="http://schemas.openxmlformats.org/drawingml/2006/main">
            <a:off x="10039350" y="5819775"/>
            <a:ext cx="75057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실선 제안 / 점선 원생산자 재판단 / Coordinator의 의미 덮어쓰기 금지</a:t>
            </a:r>
          </a:p>
        </p:txBody>
      </p:sp>
      <p:sp>
        <p:nvSpPr>
          <p:cNvPr id="217" name="dp43-comparison / n174">
            <a:extLst xmlns:a="http://schemas.openxmlformats.org/drawingml/2006/main">
              <a:ext uri="{FF2B5EF4-FFF2-40B4-BE49-F238E27FC236}">
                <a16:creationId xmlns:a16="http://schemas.microsoft.com/office/drawing/2014/main" id="{EB4FE2E7-F0FA-4DDA-9890-93BF563973A1}"/>
              </a:ext>
            </a:extLst>
          </p:cNvPr>
          <p:cNvSpPr>
            <a:spLocks xmlns:a="http://schemas.openxmlformats.org/drawingml/2006/main" noGrp="1"/>
          </p:cNvSpPr>
          <p:nvPr/>
        </p:nvSpPr>
        <p:spPr>
          <a:xfrm xmlns:a="http://schemas.openxmlformats.org/drawingml/2006/main">
            <a:off x="9896475" y="6000750"/>
            <a:ext cx="6465760"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8" name="dp43-comparison / n175 / text 1">
            <a:extLst xmlns:a="http://schemas.openxmlformats.org/drawingml/2006/main">
              <a:ext uri="{FF2B5EF4-FFF2-40B4-BE49-F238E27FC236}">
                <a16:creationId xmlns:a16="http://schemas.microsoft.com/office/drawing/2014/main" id="{33ED3341-4954-485D-B45F-E41D8D7A967A}"/>
              </a:ext>
            </a:extLst>
          </p:cNvPr>
          <p:cNvSpPr>
            <a:spLocks xmlns:a="http://schemas.openxmlformats.org/drawingml/2006/main" noGrp="1"/>
          </p:cNvSpPr>
          <p:nvPr/>
        </p:nvSpPr>
        <p:spPr>
          <a:xfrm xmlns:a="http://schemas.openxmlformats.org/drawingml/2006/main">
            <a:off x="9915525" y="6010275"/>
            <a:ext cx="77152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7155A4"/>
                </a:solidFill>
                <a:latin typeface="Apple SD Gothic Neo"/>
                <a:ea typeface="Apple SD Gothic Neo"/>
                <a:cs typeface="Apple SD Gothic Neo"/>
              </a:defRPr>
            </a:pPr>
            <a:r>
              <a:rPr sz="1275" b="0">
                <a:solidFill>
                  <a:srgbClr val="7155A4"/>
                </a:solidFill>
                <a:latin typeface="Apple SD Gothic Neo"/>
                <a:ea typeface="Apple SD Gothic Neo"/>
                <a:cs typeface="Apple SD Gothic Neo"/>
              </a:rPr>
              <a:t>정정: F2와 F5 재판단 → F4 갱신 / Task Association은 입력 전제가 아닌 결과</a:t>
            </a:r>
          </a:p>
        </p:txBody>
      </p:sp>
      <p:sp>
        <p:nvSpPr>
          <p:cNvPr id="219" name="dp43-comparison / n185">
            <a:extLst xmlns:a="http://schemas.openxmlformats.org/drawingml/2006/main">
              <a:ext uri="{FF2B5EF4-FFF2-40B4-BE49-F238E27FC236}">
                <a16:creationId xmlns:a16="http://schemas.microsoft.com/office/drawing/2014/main" id="{3B982A6B-7C0C-42B5-809C-47D78D15AC0C}"/>
              </a:ext>
            </a:extLst>
          </p:cNvPr>
          <p:cNvSpPr>
            <a:spLocks xmlns:a="http://schemas.openxmlformats.org/drawingml/2006/main" noGrp="1"/>
          </p:cNvSpPr>
          <p:nvPr/>
        </p:nvSpPr>
        <p:spPr>
          <a:xfrm xmlns:a="http://schemas.openxmlformats.org/drawingml/2006/main">
            <a:off x="12506325" y="6200775"/>
            <a:ext cx="3584448"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0" name="dp43-comparison / n186 / text 1">
            <a:extLst xmlns:a="http://schemas.openxmlformats.org/drawingml/2006/main">
              <a:ext uri="{FF2B5EF4-FFF2-40B4-BE49-F238E27FC236}">
                <a16:creationId xmlns:a16="http://schemas.microsoft.com/office/drawing/2014/main" id="{47D3B0A5-C969-4FF1-90AE-1F1E2537C47D}"/>
              </a:ext>
            </a:extLst>
          </p:cNvPr>
          <p:cNvSpPr>
            <a:spLocks xmlns:a="http://schemas.openxmlformats.org/drawingml/2006/main" noGrp="1"/>
          </p:cNvSpPr>
          <p:nvPr/>
        </p:nvSpPr>
        <p:spPr>
          <a:xfrm xmlns:a="http://schemas.openxmlformats.org/drawingml/2006/main">
            <a:off x="12525375" y="6210300"/>
            <a:ext cx="50292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현재 검사: 입력 / 정보 / Task / 질문 / 권한</a:t>
            </a:r>
          </a:p>
        </p:txBody>
      </p:sp>
      <p:sp>
        <p:nvSpPr>
          <p:cNvPr id="221" name="dp43-comparison / n187">
            <a:extLst xmlns:a="http://schemas.openxmlformats.org/drawingml/2006/main">
              <a:ext uri="{FF2B5EF4-FFF2-40B4-BE49-F238E27FC236}">
                <a16:creationId xmlns:a16="http://schemas.microsoft.com/office/drawing/2014/main" id="{73A08D40-A949-4080-9F23-8B3411ABD831}"/>
              </a:ext>
            </a:extLst>
          </p:cNvPr>
          <p:cNvSpPr>
            <a:spLocks xmlns:a="http://schemas.openxmlformats.org/drawingml/2006/main" noGrp="1"/>
          </p:cNvSpPr>
          <p:nvPr/>
        </p:nvSpPr>
        <p:spPr>
          <a:xfrm xmlns:a="http://schemas.openxmlformats.org/drawingml/2006/main">
            <a:off x="12982575" y="6981825"/>
            <a:ext cx="3221736"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2" name="dp43-comparison / n188 / text 1">
            <a:extLst xmlns:a="http://schemas.openxmlformats.org/drawingml/2006/main">
              <a:ext uri="{FF2B5EF4-FFF2-40B4-BE49-F238E27FC236}">
                <a16:creationId xmlns:a16="http://schemas.microsoft.com/office/drawing/2014/main" id="{DE79E92F-7E9A-4F4C-A585-E47D39459491}"/>
              </a:ext>
            </a:extLst>
          </p:cNvPr>
          <p:cNvSpPr>
            <a:spLocks xmlns:a="http://schemas.openxmlformats.org/drawingml/2006/main" noGrp="1"/>
          </p:cNvSpPr>
          <p:nvPr/>
        </p:nvSpPr>
        <p:spPr>
          <a:xfrm xmlns:a="http://schemas.openxmlformats.org/drawingml/2006/main">
            <a:off x="13001625" y="6991350"/>
            <a:ext cx="44005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채택 의미와 질문 / 임시 해석 상태와 별도</a:t>
            </a:r>
          </a:p>
        </p:txBody>
      </p:sp>
      <p:sp>
        <p:nvSpPr>
          <p:cNvPr id="223" name="dp43-comparison / n189">
            <a:extLst xmlns:a="http://schemas.openxmlformats.org/drawingml/2006/main">
              <a:ext uri="{FF2B5EF4-FFF2-40B4-BE49-F238E27FC236}">
                <a16:creationId xmlns:a16="http://schemas.microsoft.com/office/drawing/2014/main" id="{AD9C5857-4B7D-452B-A6C8-AD439C37F8B1}"/>
              </a:ext>
            </a:extLst>
          </p:cNvPr>
          <p:cNvSpPr>
            <a:spLocks xmlns:a="http://schemas.openxmlformats.org/drawingml/2006/main" noGrp="1"/>
          </p:cNvSpPr>
          <p:nvPr/>
        </p:nvSpPr>
        <p:spPr>
          <a:xfrm xmlns:a="http://schemas.openxmlformats.org/drawingml/2006/main">
            <a:off x="9886950" y="7200900"/>
            <a:ext cx="7323963"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4" name="dp43-comparison / n190 / text 1">
            <a:extLst xmlns:a="http://schemas.openxmlformats.org/drawingml/2006/main">
              <a:ext uri="{FF2B5EF4-FFF2-40B4-BE49-F238E27FC236}">
                <a16:creationId xmlns:a16="http://schemas.microsoft.com/office/drawing/2014/main" id="{713AD57F-97FD-42F2-B02E-68334EBCBDAC}"/>
              </a:ext>
            </a:extLst>
          </p:cNvPr>
          <p:cNvSpPr>
            <a:spLocks xmlns:a="http://schemas.openxmlformats.org/drawingml/2006/main" noGrp="1"/>
          </p:cNvSpPr>
          <p:nvPr/>
        </p:nvSpPr>
        <p:spPr>
          <a:xfrm xmlns:a="http://schemas.openxmlformats.org/drawingml/2006/main">
            <a:off x="9906000" y="7210425"/>
            <a:ext cx="76962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채택 후: Response Manager → Interaction Manager / Task Manager → Agent Gateway</a:t>
            </a:r>
          </a:p>
        </p:txBody>
      </p:sp>
      <p:sp>
        <p:nvSpPr>
          <p:cNvPr id="225" name="dp43-comparison / n191">
            <a:extLst xmlns:a="http://schemas.openxmlformats.org/drawingml/2006/main">
              <a:ext uri="{FF2B5EF4-FFF2-40B4-BE49-F238E27FC236}">
                <a16:creationId xmlns:a16="http://schemas.microsoft.com/office/drawing/2014/main" id="{CE6E102E-58A3-44F2-8425-F561801FDA27}"/>
              </a:ext>
            </a:extLst>
          </p:cNvPr>
          <p:cNvSpPr>
            <a:spLocks xmlns:a="http://schemas.openxmlformats.org/drawingml/2006/main" noGrp="1"/>
          </p:cNvSpPr>
          <p:nvPr/>
        </p:nvSpPr>
        <p:spPr>
          <a:xfrm xmlns:a="http://schemas.openxmlformats.org/drawingml/2006/main">
            <a:off x="9886950" y="7391400"/>
            <a:ext cx="6056376" cy="171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6" name="dp43-comparison / n192 / text 1">
            <a:extLst xmlns:a="http://schemas.openxmlformats.org/drawingml/2006/main">
              <a:ext uri="{FF2B5EF4-FFF2-40B4-BE49-F238E27FC236}">
                <a16:creationId xmlns:a16="http://schemas.microsoft.com/office/drawing/2014/main" id="{E027D8D3-5B20-4614-B0FC-06E3A32DA0A5}"/>
              </a:ext>
            </a:extLst>
          </p:cNvPr>
          <p:cNvSpPr>
            <a:spLocks xmlns:a="http://schemas.openxmlformats.org/drawingml/2006/main" noGrp="1"/>
          </p:cNvSpPr>
          <p:nvPr/>
        </p:nvSpPr>
        <p:spPr>
          <a:xfrm xmlns:a="http://schemas.openxmlformats.org/drawingml/2006/main">
            <a:off x="9906000" y="7400925"/>
            <a:ext cx="76962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확인 질문의 실제 전달과 새 답변 / Downstream Agent 접수와 결과의 별도 확인</a:t>
            </a:r>
          </a:p>
        </p:txBody>
      </p:sp>
    </p:spTree>
    <p:extLst>
      <p:ext uri="{BB962C8B-B14F-4D97-AF65-F5344CB8AC3E}">
        <p14:creationId xmlns:p14="http://schemas.microsoft.com/office/powerpoint/2010/main" val="754007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6" name="dp44-comparison / n1">
            <a:extLst xmlns:a="http://schemas.openxmlformats.org/drawingml/2006/main">
              <a:ext uri="{FF2B5EF4-FFF2-40B4-BE49-F238E27FC236}">
                <a16:creationId xmlns:a16="http://schemas.microsoft.com/office/drawing/2014/main" id="{E4F5CA26-392C-40B4-95F7-D0319E87ECC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4-comparison / n2 / text 1">
            <a:extLst xmlns:a="http://schemas.openxmlformats.org/drawingml/2006/main">
              <a:ext uri="{FF2B5EF4-FFF2-40B4-BE49-F238E27FC236}">
                <a16:creationId xmlns:a16="http://schemas.microsoft.com/office/drawing/2014/main" id="{05465280-1643-4661-A53C-8F00CED690E2}"/>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4-comparison / n3 / text 1">
            <a:extLst xmlns:a="http://schemas.openxmlformats.org/drawingml/2006/main">
              <a:ext uri="{FF2B5EF4-FFF2-40B4-BE49-F238E27FC236}">
                <a16:creationId xmlns:a16="http://schemas.microsoft.com/office/drawing/2014/main" id="{5C9BAC22-A50A-4313-98E4-15BD0A70428A}"/>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4-comparison / n4 / text 1">
            <a:extLst xmlns:a="http://schemas.openxmlformats.org/drawingml/2006/main">
              <a:ext uri="{FF2B5EF4-FFF2-40B4-BE49-F238E27FC236}">
                <a16:creationId xmlns:a16="http://schemas.microsoft.com/office/drawing/2014/main" id="{4707BAE8-8722-4EB4-AFC8-9E3ECC5C241B}"/>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04-44. VIA 지속 입력과 Task 알림의 후속 실행 구조</a:t>
            </a:r>
          </a:p>
        </p:txBody>
      </p:sp>
      <p:sp>
        <p:nvSpPr>
          <p:cNvPr id="5" name="dp44-comparison / n5 / path">
            <a:extLst xmlns:a="http://schemas.openxmlformats.org/drawingml/2006/main">
              <a:ext uri="{FF2B5EF4-FFF2-40B4-BE49-F238E27FC236}">
                <a16:creationId xmlns:a16="http://schemas.microsoft.com/office/drawing/2014/main" id="{30E73307-E85C-4180-8360-70A27416C2BB}"/>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4-comparison / n6 / text 1">
            <a:extLst xmlns:a="http://schemas.openxmlformats.org/drawingml/2006/main">
              <a:ext uri="{FF2B5EF4-FFF2-40B4-BE49-F238E27FC236}">
                <a16:creationId xmlns:a16="http://schemas.microsoft.com/office/drawing/2014/main" id="{D97D27FF-1677-4615-BEE4-31041AFCD171}"/>
              </a:ext>
            </a:extLst>
          </p:cNvPr>
          <p:cNvSpPr>
            <a:spLocks xmlns:a="http://schemas.openxmlformats.org/drawingml/2006/main" noGrp="1"/>
          </p:cNvSpPr>
          <p:nvPr/>
        </p:nvSpPr>
        <p:spPr>
          <a:xfrm xmlns:a="http://schemas.openxmlformats.org/drawingml/2006/main">
            <a:off x="381000" y="1333500"/>
            <a:ext cx="1752600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8232E"/>
                </a:solidFill>
                <a:latin typeface="Apple SD Gothic Neo"/>
                <a:ea typeface="Apple SD Gothic Neo"/>
                <a:cs typeface="Apple SD Gothic Neo"/>
              </a:defRPr>
            </a:pPr>
            <a:r>
              <a:rPr sz="1650" b="0">
                <a:solidFill>
                  <a:srgbClr val="18232E"/>
                </a:solidFill>
                <a:latin typeface="Apple SD Gothic Neo"/>
                <a:ea typeface="Apple SD Gothic Neo"/>
                <a:cs typeface="Apple SD Gothic Neo"/>
              </a:rPr>
              <a:t>“잠깐, 표부터 설명해줘.” + 메일 수신자 질문 도착 + 이전 응답 준비가 늦게 완료</a:t>
            </a:r>
          </a:p>
        </p:txBody>
      </p:sp>
      <p:sp>
        <p:nvSpPr>
          <p:cNvPr id="7" name="dp44-comparison / n7 / text 1">
            <a:extLst xmlns:a="http://schemas.openxmlformats.org/drawingml/2006/main">
              <a:ext uri="{FF2B5EF4-FFF2-40B4-BE49-F238E27FC236}">
                <a16:creationId xmlns:a16="http://schemas.microsoft.com/office/drawing/2014/main" id="{178FEDBE-5DBD-4A46-A969-EFECB774642B}"/>
              </a:ext>
            </a:extLst>
          </p:cNvPr>
          <p:cNvSpPr>
            <a:spLocks xmlns:a="http://schemas.openxmlformats.org/drawingml/2006/main" noGrp="1"/>
          </p:cNvSpPr>
          <p:nvPr/>
        </p:nvSpPr>
        <p:spPr>
          <a:xfrm xmlns:a="http://schemas.openxmlformats.org/drawingml/2006/main">
            <a:off x="381000" y="1628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계속 입력 수신 / 로컬 VAD와 즉시 음성 중단 / 클라우드 음성 / 의미 모델 / 같은 Request / Task / 실제 전달 원본</a:t>
            </a:r>
          </a:p>
        </p:txBody>
      </p:sp>
      <p:sp>
        <p:nvSpPr>
          <p:cNvPr id="8" name="dp44-comparison / n8">
            <a:extLst xmlns:a="http://schemas.openxmlformats.org/drawingml/2006/main">
              <a:ext uri="{FF2B5EF4-FFF2-40B4-BE49-F238E27FC236}">
                <a16:creationId xmlns:a16="http://schemas.microsoft.com/office/drawing/2014/main" id="{E9532E79-0D01-43A6-82A0-764B0BDD7FC2}"/>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4-comparison / n9 / text 1">
            <a:extLst xmlns:a="http://schemas.openxmlformats.org/drawingml/2006/main">
              <a:ext uri="{FF2B5EF4-FFF2-40B4-BE49-F238E27FC236}">
                <a16:creationId xmlns:a16="http://schemas.microsoft.com/office/drawing/2014/main" id="{CCE00049-C23B-49C9-98C7-4FA708FF2E37}"/>
              </a:ext>
            </a:extLst>
          </p:cNvPr>
          <p:cNvSpPr>
            <a:spLocks xmlns:a="http://schemas.openxmlformats.org/drawingml/2006/main" noGrp="1"/>
          </p:cNvSpPr>
          <p:nvPr/>
        </p:nvSpPr>
        <p:spPr>
          <a:xfrm xmlns:a="http://schemas.openxmlformats.org/drawingml/2006/main">
            <a:off x="148590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중앙에서 완료 회수와 다음 실행 지시</a:t>
            </a:r>
          </a:p>
        </p:txBody>
      </p:sp>
      <p:sp>
        <p:nvSpPr>
          <p:cNvPr id="10" name="dp44-comparison / n10 / text 1">
            <a:extLst xmlns:a="http://schemas.openxmlformats.org/drawingml/2006/main">
              <a:ext uri="{FF2B5EF4-FFF2-40B4-BE49-F238E27FC236}">
                <a16:creationId xmlns:a16="http://schemas.microsoft.com/office/drawing/2014/main" id="{9D23EEE3-F986-486D-9FFE-D6B3C27654BE}"/>
              </a:ext>
            </a:extLst>
          </p:cNvPr>
          <p:cNvSpPr>
            <a:spLocks xmlns:a="http://schemas.openxmlformats.org/drawingml/2006/main" noGrp="1"/>
          </p:cNvSpPr>
          <p:nvPr/>
        </p:nvSpPr>
        <p:spPr>
          <a:xfrm xmlns:a="http://schemas.openxmlformats.org/drawingml/2006/main">
            <a:off x="977265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연결된 단계가 입력과 조건으로 실행</a:t>
            </a:r>
          </a:p>
        </p:txBody>
      </p:sp>
      <p:sp>
        <p:nvSpPr>
          <p:cNvPr id="11" name="dp44-comparison / n11 / path">
            <a:extLst xmlns:a="http://schemas.openxmlformats.org/drawingml/2006/main">
              <a:ext uri="{FF2B5EF4-FFF2-40B4-BE49-F238E27FC236}">
                <a16:creationId xmlns:a16="http://schemas.microsoft.com/office/drawing/2014/main" id="{1A22D1FC-5AE6-4C98-84AE-3B1B32AB9B78}"/>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4-comparison / n12 / path">
            <a:extLst xmlns:a="http://schemas.openxmlformats.org/drawingml/2006/main">
              <a:ext uri="{FF2B5EF4-FFF2-40B4-BE49-F238E27FC236}">
                <a16:creationId xmlns:a16="http://schemas.microsoft.com/office/drawing/2014/main" id="{9D0C0CBA-6ED3-4D58-90D1-CC8015DD244D}"/>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4-comparison / n13 / text 1">
            <a:extLst xmlns:a="http://schemas.openxmlformats.org/drawingml/2006/main">
              <a:ext uri="{FF2B5EF4-FFF2-40B4-BE49-F238E27FC236}">
                <a16:creationId xmlns:a16="http://schemas.microsoft.com/office/drawing/2014/main" id="{D672E3D8-945E-4E6A-B966-C963296EFD0C}"/>
              </a:ext>
            </a:extLst>
          </p:cNvPr>
          <p:cNvSpPr>
            <a:spLocks xmlns:a="http://schemas.openxmlformats.org/drawingml/2006/main" noGrp="1"/>
          </p:cNvSpPr>
          <p:nvPr/>
        </p:nvSpPr>
        <p:spPr>
          <a:xfrm xmlns:a="http://schemas.openxmlformats.org/drawingml/2006/main">
            <a:off x="400050" y="7724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후속 처리: source / 권한 / 입력 세대 검사 → Publication Control → Interaction Manager 실제 표시/재생 → receipt</a:t>
            </a:r>
          </a:p>
        </p:txBody>
      </p:sp>
      <p:sp>
        <p:nvSpPr>
          <p:cNvPr id="14" name="dp44-comparison / n14 / text 1">
            <a:extLst xmlns:a="http://schemas.openxmlformats.org/drawingml/2006/main">
              <a:ext uri="{FF2B5EF4-FFF2-40B4-BE49-F238E27FC236}">
                <a16:creationId xmlns:a16="http://schemas.microsoft.com/office/drawing/2014/main" id="{4008EF86-E071-422E-9759-E9646830B26B}"/>
              </a:ext>
            </a:extLst>
          </p:cNvPr>
          <p:cNvSpPr>
            <a:spLocks xmlns:a="http://schemas.openxmlformats.org/drawingml/2006/main" noGrp="1"/>
          </p:cNvSpPr>
          <p:nvPr/>
        </p:nvSpPr>
        <p:spPr>
          <a:xfrm xmlns:a="http://schemas.openxmlformats.org/drawingml/2006/main">
            <a:off x="400050" y="80010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확인 질문은 별도 admission으로 현재 입력 해소를 기다리지 않고 제시 / 발화 시작은 업무 취소 완료가 아님</a:t>
            </a:r>
          </a:p>
        </p:txBody>
      </p:sp>
      <p:sp>
        <p:nvSpPr>
          <p:cNvPr id="15" name="dp44-comparison / n15 / path">
            <a:extLst xmlns:a="http://schemas.openxmlformats.org/drawingml/2006/main">
              <a:ext uri="{FF2B5EF4-FFF2-40B4-BE49-F238E27FC236}">
                <a16:creationId xmlns:a16="http://schemas.microsoft.com/office/drawing/2014/main" id="{F183EDBC-CDFB-4E41-A11F-E1DA2DC63D7A}"/>
              </a:ext>
            </a:extLst>
          </p:cNvPr>
          <p:cNvSpPr>
            <a:spLocks xmlns:a="http://schemas.openxmlformats.org/drawingml/2006/main" noGrp="1"/>
          </p:cNvSpPr>
          <p:nvPr/>
        </p:nvSpPr>
        <p:spPr>
          <a:xfrm xmlns:a="http://schemas.openxmlformats.org/drawingml/2006/main">
            <a:off x="381000" y="8296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6" name="dp44-comparison / n16 / text 1">
            <a:extLst xmlns:a="http://schemas.openxmlformats.org/drawingml/2006/main">
              <a:ext uri="{FF2B5EF4-FFF2-40B4-BE49-F238E27FC236}">
                <a16:creationId xmlns:a16="http://schemas.microsoft.com/office/drawing/2014/main" id="{A4A41D85-066E-4999-8715-71D923269716}"/>
              </a:ext>
            </a:extLst>
          </p:cNvPr>
          <p:cNvSpPr>
            <a:spLocks xmlns:a="http://schemas.openxmlformats.org/drawingml/2006/main" noGrp="1"/>
          </p:cNvSpPr>
          <p:nvPr/>
        </p:nvSpPr>
        <p:spPr>
          <a:xfrm xmlns:a="http://schemas.openxmlformats.org/drawingml/2006/main">
            <a:off x="400050" y="8353425"/>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요청 처리 정확성</a:t>
            </a:r>
          </a:p>
        </p:txBody>
      </p:sp>
      <p:sp>
        <p:nvSpPr>
          <p:cNvPr id="17" name="dp44-comparison / n17 / text 1">
            <a:extLst xmlns:a="http://schemas.openxmlformats.org/drawingml/2006/main">
              <a:ext uri="{FF2B5EF4-FFF2-40B4-BE49-F238E27FC236}">
                <a16:creationId xmlns:a16="http://schemas.microsoft.com/office/drawing/2014/main" id="{1EE96327-97DC-4E9E-A0EE-25D91D3A1AB9}"/>
              </a:ext>
            </a:extLst>
          </p:cNvPr>
          <p:cNvSpPr>
            <a:spLocks xmlns:a="http://schemas.openxmlformats.org/drawingml/2006/main" noGrp="1"/>
          </p:cNvSpPr>
          <p:nvPr/>
        </p:nvSpPr>
        <p:spPr>
          <a:xfrm xmlns:a="http://schemas.openxmlformats.org/drawingml/2006/main">
            <a:off x="2857500" y="8353425"/>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같은 의미 판단 / 중앙에서 현재 입력과 대기 참조 관리</a:t>
            </a:r>
          </a:p>
        </p:txBody>
      </p:sp>
      <p:sp>
        <p:nvSpPr>
          <p:cNvPr id="18" name="dp44-comparison / n18 / text 1">
            <a:extLst xmlns:a="http://schemas.openxmlformats.org/drawingml/2006/main">
              <a:ext uri="{FF2B5EF4-FFF2-40B4-BE49-F238E27FC236}">
                <a16:creationId xmlns:a16="http://schemas.microsoft.com/office/drawing/2014/main" id="{4F39F487-30F8-447D-B65B-76F6748E2C80}"/>
              </a:ext>
            </a:extLst>
          </p:cNvPr>
          <p:cNvSpPr>
            <a:spLocks xmlns:a="http://schemas.openxmlformats.org/drawingml/2006/main" noGrp="1"/>
          </p:cNvSpPr>
          <p:nvPr/>
        </p:nvSpPr>
        <p:spPr>
          <a:xfrm xmlns:a="http://schemas.openxmlformats.org/drawingml/2006/main">
            <a:off x="10001250" y="8353425"/>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같은 판단 / 각 Window와 Join의 참조 일치 필요</a:t>
            </a:r>
          </a:p>
        </p:txBody>
      </p:sp>
      <p:sp>
        <p:nvSpPr>
          <p:cNvPr id="19" name="dp44-comparison / n19 / path">
            <a:extLst xmlns:a="http://schemas.openxmlformats.org/drawingml/2006/main">
              <a:ext uri="{FF2B5EF4-FFF2-40B4-BE49-F238E27FC236}">
                <a16:creationId xmlns:a16="http://schemas.microsoft.com/office/drawing/2014/main" id="{DF767EE2-1018-4F26-86ED-7C827845F09D}"/>
              </a:ext>
            </a:extLst>
          </p:cNvPr>
          <p:cNvSpPr>
            <a:spLocks xmlns:a="http://schemas.openxmlformats.org/drawingml/2006/main" noGrp="1"/>
          </p:cNvSpPr>
          <p:nvPr/>
        </p:nvSpPr>
        <p:spPr>
          <a:xfrm xmlns:a="http://schemas.openxmlformats.org/drawingml/2006/main">
            <a:off x="381000" y="85344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0" name="dp44-comparison / n20 / text 1">
            <a:extLst xmlns:a="http://schemas.openxmlformats.org/drawingml/2006/main">
              <a:ext uri="{FF2B5EF4-FFF2-40B4-BE49-F238E27FC236}">
                <a16:creationId xmlns:a16="http://schemas.microsoft.com/office/drawing/2014/main" id="{4B3FD9E2-7320-443B-856C-F695DAA05425}"/>
              </a:ext>
            </a:extLst>
          </p:cNvPr>
          <p:cNvSpPr>
            <a:spLocks xmlns:a="http://schemas.openxmlformats.org/drawingml/2006/main" noGrp="1"/>
          </p:cNvSpPr>
          <p:nvPr/>
        </p:nvSpPr>
        <p:spPr>
          <a:xfrm xmlns:a="http://schemas.openxmlformats.org/drawingml/2006/main">
            <a:off x="400050" y="8591550"/>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상호작용 응답시간</a:t>
            </a:r>
          </a:p>
        </p:txBody>
      </p:sp>
      <p:sp>
        <p:nvSpPr>
          <p:cNvPr id="21" name="dp44-comparison / n21 / text 1">
            <a:extLst xmlns:a="http://schemas.openxmlformats.org/drawingml/2006/main">
              <a:ext uri="{FF2B5EF4-FFF2-40B4-BE49-F238E27FC236}">
                <a16:creationId xmlns:a16="http://schemas.microsoft.com/office/drawing/2014/main" id="{04C019D4-2B58-4750-9BDD-0C350FA6E400}"/>
              </a:ext>
            </a:extLst>
          </p:cNvPr>
          <p:cNvSpPr>
            <a:spLocks xmlns:a="http://schemas.openxmlformats.org/drawingml/2006/main" noGrp="1"/>
          </p:cNvSpPr>
          <p:nvPr/>
        </p:nvSpPr>
        <p:spPr>
          <a:xfrm xmlns:a="http://schemas.openxmlformats.org/drawingml/2006/main">
            <a:off x="2857500" y="8591550"/>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중앙의 완료 회수와 다음 지시 / 짧은 dispatch 가능</a:t>
            </a:r>
          </a:p>
        </p:txBody>
      </p:sp>
      <p:sp>
        <p:nvSpPr>
          <p:cNvPr id="22" name="dp44-comparison / n22 / text 1">
            <a:extLst xmlns:a="http://schemas.openxmlformats.org/drawingml/2006/main">
              <a:ext uri="{FF2B5EF4-FFF2-40B4-BE49-F238E27FC236}">
                <a16:creationId xmlns:a16="http://schemas.microsoft.com/office/drawing/2014/main" id="{826F23EB-A6E3-4889-9A0A-3BFCCF4A6F16}"/>
              </a:ext>
            </a:extLst>
          </p:cNvPr>
          <p:cNvSpPr>
            <a:spLocks xmlns:a="http://schemas.openxmlformats.org/drawingml/2006/main" noGrp="1"/>
          </p:cNvSpPr>
          <p:nvPr/>
        </p:nvSpPr>
        <p:spPr>
          <a:xfrm xmlns:a="http://schemas.openxmlformats.org/drawingml/2006/main">
            <a:off x="10001250" y="8591550"/>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준비된 소비자 활성화 / 채널과 Join 대기 비용</a:t>
            </a:r>
          </a:p>
        </p:txBody>
      </p:sp>
      <p:sp>
        <p:nvSpPr>
          <p:cNvPr id="23" name="dp44-comparison / n23 / path">
            <a:extLst xmlns:a="http://schemas.openxmlformats.org/drawingml/2006/main">
              <a:ext uri="{FF2B5EF4-FFF2-40B4-BE49-F238E27FC236}">
                <a16:creationId xmlns:a16="http://schemas.microsoft.com/office/drawing/2014/main" id="{1AD37F9F-7849-4BA5-BF53-0788DC730BEA}"/>
              </a:ext>
            </a:extLst>
          </p:cNvPr>
          <p:cNvSpPr>
            <a:spLocks xmlns:a="http://schemas.openxmlformats.org/drawingml/2006/main" noGrp="1"/>
          </p:cNvSpPr>
          <p:nvPr/>
        </p:nvSpPr>
        <p:spPr>
          <a:xfrm xmlns:a="http://schemas.openxmlformats.org/drawingml/2006/main">
            <a:off x="381000" y="877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4" name="dp44-comparison / n24 / text 1">
            <a:extLst xmlns:a="http://schemas.openxmlformats.org/drawingml/2006/main">
              <a:ext uri="{FF2B5EF4-FFF2-40B4-BE49-F238E27FC236}">
                <a16:creationId xmlns:a16="http://schemas.microsoft.com/office/drawing/2014/main" id="{30787931-1446-43D5-A325-26AFFECD57D1}"/>
              </a:ext>
            </a:extLst>
          </p:cNvPr>
          <p:cNvSpPr>
            <a:spLocks xmlns:a="http://schemas.openxmlformats.org/drawingml/2006/main" noGrp="1"/>
          </p:cNvSpPr>
          <p:nvPr/>
        </p:nvSpPr>
        <p:spPr>
          <a:xfrm xmlns:a="http://schemas.openxmlformats.org/drawingml/2006/main">
            <a:off x="400050" y="8829675"/>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요청 처리시간</a:t>
            </a:r>
          </a:p>
        </p:txBody>
      </p:sp>
      <p:sp>
        <p:nvSpPr>
          <p:cNvPr id="25" name="dp44-comparison / n25 / text 1">
            <a:extLst xmlns:a="http://schemas.openxmlformats.org/drawingml/2006/main">
              <a:ext uri="{FF2B5EF4-FFF2-40B4-BE49-F238E27FC236}">
                <a16:creationId xmlns:a16="http://schemas.microsoft.com/office/drawing/2014/main" id="{B58121D0-AA92-4BA1-86D4-F0D52D31ADAD}"/>
              </a:ext>
            </a:extLst>
          </p:cNvPr>
          <p:cNvSpPr>
            <a:spLocks xmlns:a="http://schemas.openxmlformats.org/drawingml/2006/main" noGrp="1"/>
          </p:cNvSpPr>
          <p:nvPr/>
        </p:nvSpPr>
        <p:spPr>
          <a:xfrm xmlns:a="http://schemas.openxmlformats.org/drawingml/2006/main">
            <a:off x="2857500" y="8829675"/>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단계마다 중앙 전이를 경유 / 병행 실행 허용</a:t>
            </a:r>
          </a:p>
        </p:txBody>
      </p:sp>
      <p:sp>
        <p:nvSpPr>
          <p:cNvPr id="26" name="dp44-comparison / n26 / text 1">
            <a:extLst xmlns:a="http://schemas.openxmlformats.org/drawingml/2006/main">
              <a:ext uri="{FF2B5EF4-FFF2-40B4-BE49-F238E27FC236}">
                <a16:creationId xmlns:a16="http://schemas.microsoft.com/office/drawing/2014/main" id="{4D064D0E-3269-46F2-9572-F2DCC2AD2FB7}"/>
              </a:ext>
            </a:extLst>
          </p:cNvPr>
          <p:cNvSpPr>
            <a:spLocks xmlns:a="http://schemas.openxmlformats.org/drawingml/2006/main" noGrp="1"/>
          </p:cNvSpPr>
          <p:nvPr/>
        </p:nvSpPr>
        <p:spPr>
          <a:xfrm xmlns:a="http://schemas.openxmlformats.org/drawingml/2006/main">
            <a:off x="10001250" y="8829675"/>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중앙 경유 축소 / 조건 대기와 단계 연결 비용</a:t>
            </a:r>
          </a:p>
        </p:txBody>
      </p:sp>
      <p:sp>
        <p:nvSpPr>
          <p:cNvPr id="27" name="dp44-comparison / n27 / path">
            <a:extLst xmlns:a="http://schemas.openxmlformats.org/drawingml/2006/main">
              <a:ext uri="{FF2B5EF4-FFF2-40B4-BE49-F238E27FC236}">
                <a16:creationId xmlns:a16="http://schemas.microsoft.com/office/drawing/2014/main" id="{13354593-35D3-4FE3-B967-20ABF2EA0848}"/>
              </a:ext>
            </a:extLst>
          </p:cNvPr>
          <p:cNvSpPr>
            <a:spLocks xmlns:a="http://schemas.openxmlformats.org/drawingml/2006/main" noGrp="1"/>
          </p:cNvSpPr>
          <p:nvPr/>
        </p:nvSpPr>
        <p:spPr>
          <a:xfrm xmlns:a="http://schemas.openxmlformats.org/drawingml/2006/main">
            <a:off x="381000" y="90106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8" name="dp44-comparison / n28 / text 1">
            <a:extLst xmlns:a="http://schemas.openxmlformats.org/drawingml/2006/main">
              <a:ext uri="{FF2B5EF4-FFF2-40B4-BE49-F238E27FC236}">
                <a16:creationId xmlns:a16="http://schemas.microsoft.com/office/drawing/2014/main" id="{38062F41-F950-4B73-86F5-3C43AFD7381B}"/>
              </a:ext>
            </a:extLst>
          </p:cNvPr>
          <p:cNvSpPr>
            <a:spLocks xmlns:a="http://schemas.openxmlformats.org/drawingml/2006/main" noGrp="1"/>
          </p:cNvSpPr>
          <p:nvPr/>
        </p:nvSpPr>
        <p:spPr>
          <a:xfrm xmlns:a="http://schemas.openxmlformats.org/drawingml/2006/main">
            <a:off x="400050" y="9067800"/>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모델 사용 비용</a:t>
            </a:r>
          </a:p>
        </p:txBody>
      </p:sp>
      <p:sp>
        <p:nvSpPr>
          <p:cNvPr id="29" name="dp44-comparison / n29 / text 1">
            <a:extLst xmlns:a="http://schemas.openxmlformats.org/drawingml/2006/main">
              <a:ext uri="{FF2B5EF4-FFF2-40B4-BE49-F238E27FC236}">
                <a16:creationId xmlns:a16="http://schemas.microsoft.com/office/drawing/2014/main" id="{586B20E0-CCC8-4CC4-9A4B-811686297538}"/>
              </a:ext>
            </a:extLst>
          </p:cNvPr>
          <p:cNvSpPr>
            <a:spLocks xmlns:a="http://schemas.openxmlformats.org/drawingml/2006/main" noGrp="1"/>
          </p:cNvSpPr>
          <p:nvPr/>
        </p:nvSpPr>
        <p:spPr>
          <a:xfrm xmlns:a="http://schemas.openxmlformats.org/drawingml/2006/main">
            <a:off x="2857500" y="9067800"/>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같은 의미 / 응답 작업이면 같음 / 폐기와 재시도 포함</a:t>
            </a:r>
          </a:p>
        </p:txBody>
      </p:sp>
      <p:sp>
        <p:nvSpPr>
          <p:cNvPr id="30" name="dp44-comparison / n30 / text 1">
            <a:extLst xmlns:a="http://schemas.openxmlformats.org/drawingml/2006/main">
              <a:ext uri="{FF2B5EF4-FFF2-40B4-BE49-F238E27FC236}">
                <a16:creationId xmlns:a16="http://schemas.microsoft.com/office/drawing/2014/main" id="{F9603F0B-CDC6-4F15-97A6-E75789A13152}"/>
              </a:ext>
            </a:extLst>
          </p:cNvPr>
          <p:cNvSpPr>
            <a:spLocks xmlns:a="http://schemas.openxmlformats.org/drawingml/2006/main" noGrp="1"/>
          </p:cNvSpPr>
          <p:nvPr/>
        </p:nvSpPr>
        <p:spPr>
          <a:xfrm xmlns:a="http://schemas.openxmlformats.org/drawingml/2006/main">
            <a:off x="10001250" y="9067800"/>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같은 작업이면 같음 / 중복 생산과 폐기 포함</a:t>
            </a:r>
          </a:p>
        </p:txBody>
      </p:sp>
      <p:sp>
        <p:nvSpPr>
          <p:cNvPr id="31" name="dp44-comparison / n31 / path">
            <a:extLst xmlns:a="http://schemas.openxmlformats.org/drawingml/2006/main">
              <a:ext uri="{FF2B5EF4-FFF2-40B4-BE49-F238E27FC236}">
                <a16:creationId xmlns:a16="http://schemas.microsoft.com/office/drawing/2014/main" id="{93C5D3B7-E66F-4FE2-921C-24AC4A76F2D1}"/>
              </a:ext>
            </a:extLst>
          </p:cNvPr>
          <p:cNvSpPr>
            <a:spLocks xmlns:a="http://schemas.openxmlformats.org/drawingml/2006/main" noGrp="1"/>
          </p:cNvSpPr>
          <p:nvPr/>
        </p:nvSpPr>
        <p:spPr>
          <a:xfrm xmlns:a="http://schemas.openxmlformats.org/drawingml/2006/main">
            <a:off x="381000" y="9248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32" name="dp44-comparison / n32 / text 1">
            <a:extLst xmlns:a="http://schemas.openxmlformats.org/drawingml/2006/main">
              <a:ext uri="{FF2B5EF4-FFF2-40B4-BE49-F238E27FC236}">
                <a16:creationId xmlns:a16="http://schemas.microsoft.com/office/drawing/2014/main" id="{90C2CC95-8D07-4AED-8AC2-F64095030787}"/>
              </a:ext>
            </a:extLst>
          </p:cNvPr>
          <p:cNvSpPr>
            <a:spLocks xmlns:a="http://schemas.openxmlformats.org/drawingml/2006/main" noGrp="1"/>
          </p:cNvSpPr>
          <p:nvPr/>
        </p:nvSpPr>
        <p:spPr>
          <a:xfrm xmlns:a="http://schemas.openxmlformats.org/drawingml/2006/main">
            <a:off x="400050" y="9305925"/>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변경 용이성</a:t>
            </a:r>
          </a:p>
        </p:txBody>
      </p:sp>
      <p:sp>
        <p:nvSpPr>
          <p:cNvPr id="33" name="dp44-comparison / n33 / text 1">
            <a:extLst xmlns:a="http://schemas.openxmlformats.org/drawingml/2006/main">
              <a:ext uri="{FF2B5EF4-FFF2-40B4-BE49-F238E27FC236}">
                <a16:creationId xmlns:a16="http://schemas.microsoft.com/office/drawing/2014/main" id="{F80A7F8F-941B-4BB6-83A6-07B06518D832}"/>
              </a:ext>
            </a:extLst>
          </p:cNvPr>
          <p:cNvSpPr>
            <a:spLocks xmlns:a="http://schemas.openxmlformats.org/drawingml/2006/main" noGrp="1"/>
          </p:cNvSpPr>
          <p:nvPr/>
        </p:nvSpPr>
        <p:spPr>
          <a:xfrm xmlns:a="http://schemas.openxmlformats.org/drawingml/2006/main">
            <a:off x="2857500" y="9305925"/>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후속 실행 규칙을 Dispatcher에서 변경</a:t>
            </a:r>
          </a:p>
        </p:txBody>
      </p:sp>
      <p:sp>
        <p:nvSpPr>
          <p:cNvPr id="34" name="dp44-comparison / n34 / text 1">
            <a:extLst xmlns:a="http://schemas.openxmlformats.org/drawingml/2006/main">
              <a:ext uri="{FF2B5EF4-FFF2-40B4-BE49-F238E27FC236}">
                <a16:creationId xmlns:a16="http://schemas.microsoft.com/office/drawing/2014/main" id="{0F6F3DD0-892D-4CE4-89E0-9A2291683CB5}"/>
              </a:ext>
            </a:extLst>
          </p:cNvPr>
          <p:cNvSpPr>
            <a:spLocks xmlns:a="http://schemas.openxmlformats.org/drawingml/2006/main" noGrp="1"/>
          </p:cNvSpPr>
          <p:nvPr/>
        </p:nvSpPr>
        <p:spPr>
          <a:xfrm xmlns:a="http://schemas.openxmlformats.org/drawingml/2006/main">
            <a:off x="10001250" y="9305925"/>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단계 계약 안 조합 변경 / 교차 규칙은 여러 단계 영향</a:t>
            </a:r>
          </a:p>
        </p:txBody>
      </p:sp>
      <p:sp>
        <p:nvSpPr>
          <p:cNvPr id="35" name="dp44-comparison / n35 / path">
            <a:extLst xmlns:a="http://schemas.openxmlformats.org/drawingml/2006/main">
              <a:ext uri="{FF2B5EF4-FFF2-40B4-BE49-F238E27FC236}">
                <a16:creationId xmlns:a16="http://schemas.microsoft.com/office/drawing/2014/main" id="{13BDCDEA-8DCA-46F5-8DEC-0CB0C04B30B9}"/>
              </a:ext>
            </a:extLst>
          </p:cNvPr>
          <p:cNvSpPr>
            <a:spLocks xmlns:a="http://schemas.openxmlformats.org/drawingml/2006/main" noGrp="1"/>
          </p:cNvSpPr>
          <p:nvPr/>
        </p:nvSpPr>
        <p:spPr>
          <a:xfrm xmlns:a="http://schemas.openxmlformats.org/drawingml/2006/main">
            <a:off x="381000" y="94869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36" name="dp44-comparison / n36 / text 1">
            <a:extLst xmlns:a="http://schemas.openxmlformats.org/drawingml/2006/main">
              <a:ext uri="{FF2B5EF4-FFF2-40B4-BE49-F238E27FC236}">
                <a16:creationId xmlns:a16="http://schemas.microsoft.com/office/drawing/2014/main" id="{83BBFDD6-6CE2-4B64-AC5A-1B4CBDE5C0FE}"/>
              </a:ext>
            </a:extLst>
          </p:cNvPr>
          <p:cNvSpPr>
            <a:spLocks xmlns:a="http://schemas.openxmlformats.org/drawingml/2006/main" noGrp="1"/>
          </p:cNvSpPr>
          <p:nvPr/>
        </p:nvSpPr>
        <p:spPr>
          <a:xfrm xmlns:a="http://schemas.openxmlformats.org/drawingml/2006/main">
            <a:off x="400050" y="9544050"/>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로컬 VIA 메모리 사용량</a:t>
            </a:r>
          </a:p>
        </p:txBody>
      </p:sp>
      <p:sp>
        <p:nvSpPr>
          <p:cNvPr id="37" name="dp44-comparison / n37 / text 1">
            <a:extLst xmlns:a="http://schemas.openxmlformats.org/drawingml/2006/main">
              <a:ext uri="{FF2B5EF4-FFF2-40B4-BE49-F238E27FC236}">
                <a16:creationId xmlns:a16="http://schemas.microsoft.com/office/drawing/2014/main" id="{BFECC218-F58D-4F2C-9AB2-2C52AD14D20D}"/>
              </a:ext>
            </a:extLst>
          </p:cNvPr>
          <p:cNvSpPr>
            <a:spLocks xmlns:a="http://schemas.openxmlformats.org/drawingml/2006/main" noGrp="1"/>
          </p:cNvSpPr>
          <p:nvPr/>
        </p:nvSpPr>
        <p:spPr>
          <a:xfrm xmlns:a="http://schemas.openxmlformats.org/drawingml/2006/main">
            <a:off x="2857500" y="9544050"/>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중앙 진행 상태와 실행 대기열</a:t>
            </a:r>
          </a:p>
        </p:txBody>
      </p:sp>
      <p:sp>
        <p:nvSpPr>
          <p:cNvPr id="38" name="dp44-comparison / n38 / text 1">
            <a:extLst xmlns:a="http://schemas.openxmlformats.org/drawingml/2006/main">
              <a:ext uri="{FF2B5EF4-FFF2-40B4-BE49-F238E27FC236}">
                <a16:creationId xmlns:a16="http://schemas.microsoft.com/office/drawing/2014/main" id="{744F02FF-C507-45A6-A13C-51A3E3DBAB77}"/>
              </a:ext>
            </a:extLst>
          </p:cNvPr>
          <p:cNvSpPr>
            <a:spLocks xmlns:a="http://schemas.openxmlformats.org/drawingml/2006/main" noGrp="1"/>
          </p:cNvSpPr>
          <p:nvPr/>
        </p:nvSpPr>
        <p:spPr>
          <a:xfrm xmlns:a="http://schemas.openxmlformats.org/drawingml/2006/main">
            <a:off x="10001250" y="9544050"/>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여러 Window와 사건 채널 / 수용량 제한 필요</a:t>
            </a:r>
          </a:p>
        </p:txBody>
      </p:sp>
      <p:sp>
        <p:nvSpPr>
          <p:cNvPr id="39" name="dp44-comparison / n39 / text 1">
            <a:extLst xmlns:a="http://schemas.openxmlformats.org/drawingml/2006/main">
              <a:ext uri="{FF2B5EF4-FFF2-40B4-BE49-F238E27FC236}">
                <a16:creationId xmlns:a16="http://schemas.microsoft.com/office/drawing/2014/main" id="{29E14F7A-FF45-4028-BC83-EF2A48CE6CB6}"/>
              </a:ext>
            </a:extLst>
          </p:cNvPr>
          <p:cNvSpPr>
            <a:spLocks xmlns:a="http://schemas.openxmlformats.org/drawingml/2006/main" noGrp="1"/>
          </p:cNvSpPr>
          <p:nvPr/>
        </p:nvSpPr>
        <p:spPr>
          <a:xfrm xmlns:a="http://schemas.openxmlformats.org/drawingml/2006/main">
            <a:off x="381000" y="9810750"/>
            <a:ext cx="175260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18232E"/>
                </a:solidFill>
                <a:latin typeface="Apple SD Gothic Neo"/>
                <a:ea typeface="Apple SD Gothic Neo"/>
                <a:cs typeface="Apple SD Gothic Neo"/>
              </a:defRPr>
            </a:pPr>
            <a:r>
              <a:rPr sz="1125" b="0">
                <a:solidFill>
                  <a:srgbClr val="18232E"/>
                </a:solidFill>
                <a:latin typeface="Apple SD Gothic Neo"/>
                <a:ea typeface="Apple SD Gothic Neo"/>
                <a:cs typeface="Apple SD Gothic Neo"/>
              </a:rPr>
              <a:t>미선정 / 미측정. A도 비동기 / 우선순위 / 동시 실행. B의 사건 채널만으로 정확성 / 속도 우위를 보장하지 않는다.</a:t>
            </a:r>
          </a:p>
        </p:txBody>
      </p:sp>
      <p:sp>
        <p:nvSpPr>
          <p:cNvPr id="40" name="dp44-comparison / n40 / text 1">
            <a:extLst xmlns:a="http://schemas.openxmlformats.org/drawingml/2006/main">
              <a:ext uri="{FF2B5EF4-FFF2-40B4-BE49-F238E27FC236}">
                <a16:creationId xmlns:a16="http://schemas.microsoft.com/office/drawing/2014/main" id="{71F67F8F-82DF-40BF-962A-6CD34D85DBBC}"/>
              </a:ext>
            </a:extLst>
          </p:cNvPr>
          <p:cNvSpPr>
            <a:spLocks xmlns:a="http://schemas.openxmlformats.org/drawingml/2006/main" noGrp="1"/>
          </p:cNvSpPr>
          <p:nvPr/>
        </p:nvSpPr>
        <p:spPr>
          <a:xfrm xmlns:a="http://schemas.openxmlformats.org/drawingml/2006/main">
            <a:off x="381000" y="10067925"/>
            <a:ext cx="17526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준비 완료 / VIA 내부 접수 / 외부 Agent 접수 / 사용자 실제 전달은 별도 확인</a:t>
            </a:r>
          </a:p>
        </p:txBody>
      </p:sp>
      <p:sp>
        <p:nvSpPr>
          <p:cNvPr id="41" name="dp44-comparison / legend_continuation_0">
            <a:extLst xmlns:a="http://schemas.openxmlformats.org/drawingml/2006/main">
              <a:ext uri="{FF2B5EF4-FFF2-40B4-BE49-F238E27FC236}">
                <a16:creationId xmlns:a16="http://schemas.microsoft.com/office/drawing/2014/main" id="{3C67C357-1DE5-491E-B771-96D55F3F46E0}"/>
              </a:ext>
            </a:extLst>
          </p:cNvPr>
          <p:cNvSpPr>
            <a:spLocks xmlns:a="http://schemas.openxmlformats.org/drawingml/2006/main" noGrp="1"/>
          </p:cNvSpPr>
          <p:nvPr/>
        </p:nvSpPr>
        <p:spPr>
          <a:xfrm xmlns:a="http://schemas.openxmlformats.org/drawingml/2006/main">
            <a:off x="447675" y="3257550"/>
            <a:ext cx="819150" cy="42005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2" name="dp44-comparison / legend_continuation_1 / text 1">
            <a:extLst xmlns:a="http://schemas.openxmlformats.org/drawingml/2006/main">
              <a:ext uri="{FF2B5EF4-FFF2-40B4-BE49-F238E27FC236}">
                <a16:creationId xmlns:a16="http://schemas.microsoft.com/office/drawing/2014/main" id="{5CBF4566-1171-4446-AD62-C62629B2F156}"/>
              </a:ext>
            </a:extLst>
          </p:cNvPr>
          <p:cNvSpPr>
            <a:spLocks xmlns:a="http://schemas.openxmlformats.org/drawingml/2006/main" noGrp="1"/>
          </p:cNvSpPr>
          <p:nvPr/>
        </p:nvSpPr>
        <p:spPr>
          <a:xfrm xmlns:a="http://schemas.openxmlformats.org/drawingml/2006/main">
            <a:off x="466725" y="3329559"/>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43" name="dp44-comparison / legend_continuation_2">
            <a:extLst xmlns:a="http://schemas.openxmlformats.org/drawingml/2006/main">
              <a:ext uri="{FF2B5EF4-FFF2-40B4-BE49-F238E27FC236}">
                <a16:creationId xmlns:a16="http://schemas.microsoft.com/office/drawing/2014/main" id="{D19BFE26-C58D-45DD-B611-87F8E97CF621}"/>
              </a:ext>
            </a:extLst>
          </p:cNvPr>
          <p:cNvSpPr>
            <a:spLocks xmlns:a="http://schemas.openxmlformats.org/drawingml/2006/main" noGrp="1"/>
          </p:cNvSpPr>
          <p:nvPr/>
        </p:nvSpPr>
        <p:spPr>
          <a:xfrm xmlns:a="http://schemas.openxmlformats.org/drawingml/2006/main">
            <a:off x="504825" y="3553587"/>
            <a:ext cx="704850" cy="216027"/>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4" name="dp44-comparison / legend_continuation_3 / text 1">
            <a:extLst xmlns:a="http://schemas.openxmlformats.org/drawingml/2006/main">
              <a:ext uri="{FF2B5EF4-FFF2-40B4-BE49-F238E27FC236}">
                <a16:creationId xmlns:a16="http://schemas.microsoft.com/office/drawing/2014/main" id="{C7D34F91-8291-4F7A-8301-1994BFD2B079}"/>
              </a:ext>
            </a:extLst>
          </p:cNvPr>
          <p:cNvSpPr>
            <a:spLocks xmlns:a="http://schemas.openxmlformats.org/drawingml/2006/main" noGrp="1"/>
          </p:cNvSpPr>
          <p:nvPr/>
        </p:nvSpPr>
        <p:spPr>
          <a:xfrm xmlns:a="http://schemas.openxmlformats.org/drawingml/2006/main">
            <a:off x="590550" y="3609594"/>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45" name="dp44-comparison / legend_continuation_4 / text 1">
            <a:extLst xmlns:a="http://schemas.openxmlformats.org/drawingml/2006/main">
              <a:ext uri="{FF2B5EF4-FFF2-40B4-BE49-F238E27FC236}">
                <a16:creationId xmlns:a16="http://schemas.microsoft.com/office/drawing/2014/main" id="{D8468001-E4F5-40A7-8FD6-BB93CD94B98A}"/>
              </a:ext>
            </a:extLst>
          </p:cNvPr>
          <p:cNvSpPr>
            <a:spLocks xmlns:a="http://schemas.openxmlformats.org/drawingml/2006/main" noGrp="1"/>
          </p:cNvSpPr>
          <p:nvPr/>
        </p:nvSpPr>
        <p:spPr>
          <a:xfrm xmlns:a="http://schemas.openxmlformats.org/drawingml/2006/main">
            <a:off x="514350" y="379361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6" name="dp44-comparison / legend_continuation_5">
            <a:extLst xmlns:a="http://schemas.openxmlformats.org/drawingml/2006/main">
              <a:ext uri="{FF2B5EF4-FFF2-40B4-BE49-F238E27FC236}">
                <a16:creationId xmlns:a16="http://schemas.microsoft.com/office/drawing/2014/main" id="{71BA4686-B26E-48B7-B044-C6B06CE028F5}"/>
              </a:ext>
            </a:extLst>
          </p:cNvPr>
          <p:cNvSpPr>
            <a:spLocks xmlns:a="http://schemas.openxmlformats.org/drawingml/2006/main" noGrp="1"/>
          </p:cNvSpPr>
          <p:nvPr/>
        </p:nvSpPr>
        <p:spPr>
          <a:xfrm xmlns:a="http://schemas.openxmlformats.org/drawingml/2006/main">
            <a:off x="504825" y="4025646"/>
            <a:ext cx="704850" cy="216027"/>
          </a:xfrm>
          <a:prstGeom xmlns:a="http://schemas.openxmlformats.org/drawingml/2006/main" prst="roundRect">
            <a:avLst>
              <a:gd name="adj" fmla="val 35273"/>
            </a:avLst>
          </a:prstGeom>
          <a:solidFill xmlns:a="http://schemas.openxmlformats.org/drawingml/2006/main">
            <a:srgbClr val="FFFFFF"/>
          </a:solidFill>
          <a:ln xmlns:a="http://schemas.openxmlformats.org/drawingml/2006/main" w="9525">
            <a:solidFill>
              <a:srgbClr val="000000"/>
            </a:solidFill>
            <a:prstDash val="solid"/>
          </a:ln>
        </p:spPr>
      </p:sp>
      <p:sp>
        <p:nvSpPr>
          <p:cNvPr id="47" name="dp44-comparison / legend_continuation_6 / text 1">
            <a:extLst xmlns:a="http://schemas.openxmlformats.org/drawingml/2006/main">
              <a:ext uri="{FF2B5EF4-FFF2-40B4-BE49-F238E27FC236}">
                <a16:creationId xmlns:a16="http://schemas.microsoft.com/office/drawing/2014/main" id="{07C0F164-2257-4D1D-9E7A-0929B43F5B5F}"/>
              </a:ext>
            </a:extLst>
          </p:cNvPr>
          <p:cNvSpPr>
            <a:spLocks xmlns:a="http://schemas.openxmlformats.org/drawingml/2006/main" noGrp="1"/>
          </p:cNvSpPr>
          <p:nvPr/>
        </p:nvSpPr>
        <p:spPr>
          <a:xfrm xmlns:a="http://schemas.openxmlformats.org/drawingml/2006/main">
            <a:off x="590550" y="4081653"/>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8" name="dp44-comparison / legend_continuation_7 / text 1">
            <a:extLst xmlns:a="http://schemas.openxmlformats.org/drawingml/2006/main">
              <a:ext uri="{FF2B5EF4-FFF2-40B4-BE49-F238E27FC236}">
                <a16:creationId xmlns:a16="http://schemas.microsoft.com/office/drawing/2014/main" id="{A1620F27-DC1B-45DA-9F3A-1FAEFAE26093}"/>
              </a:ext>
            </a:extLst>
          </p:cNvPr>
          <p:cNvSpPr>
            <a:spLocks xmlns:a="http://schemas.openxmlformats.org/drawingml/2006/main" noGrp="1"/>
          </p:cNvSpPr>
          <p:nvPr/>
        </p:nvSpPr>
        <p:spPr>
          <a:xfrm xmlns:a="http://schemas.openxmlformats.org/drawingml/2006/main">
            <a:off x="514350" y="4265676"/>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9" name="dp44-comparison / legend_continuation_8">
            <a:extLst xmlns:a="http://schemas.openxmlformats.org/drawingml/2006/main">
              <a:ext uri="{FF2B5EF4-FFF2-40B4-BE49-F238E27FC236}">
                <a16:creationId xmlns:a16="http://schemas.microsoft.com/office/drawing/2014/main" id="{6DB72405-F9C0-44A5-8425-75767088856D}"/>
              </a:ext>
            </a:extLst>
          </p:cNvPr>
          <p:cNvSpPr>
            <a:spLocks xmlns:a="http://schemas.openxmlformats.org/drawingml/2006/main" noGrp="1"/>
          </p:cNvSpPr>
          <p:nvPr/>
        </p:nvSpPr>
        <p:spPr>
          <a:xfrm xmlns:a="http://schemas.openxmlformats.org/drawingml/2006/main">
            <a:off x="504825" y="4497705"/>
            <a:ext cx="704850" cy="216027"/>
          </a:xfrm>
          <a:custGeom xmlns:a="http://schemas.openxmlformats.org/drawingml/2006/main">
            <a:pathLst>
              <a:path w="704850" h="216027">
                <a:moveTo>
                  <a:pt x="0" y="0"/>
                </a:moveTo>
                <a:lnTo>
                  <a:pt x="533400" y="0"/>
                </a:lnTo>
                <a:lnTo>
                  <a:pt x="704850" y="171450"/>
                </a:lnTo>
                <a:lnTo>
                  <a:pt x="704850" y="216027"/>
                </a:lnTo>
                <a:lnTo>
                  <a:pt x="0" y="216027"/>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50" name="dp44-comparison / legend_continuation_8 / fold">
            <a:extLst xmlns:a="http://schemas.openxmlformats.org/drawingml/2006/main">
              <a:ext uri="{FF2B5EF4-FFF2-40B4-BE49-F238E27FC236}">
                <a16:creationId xmlns:a16="http://schemas.microsoft.com/office/drawing/2014/main" id="{C8E5D742-2E28-4F11-96B6-067E5085561D}"/>
              </a:ext>
            </a:extLst>
          </p:cNvPr>
          <p:cNvSpPr>
            <a:spLocks xmlns:a="http://schemas.openxmlformats.org/drawingml/2006/main" noGrp="1"/>
          </p:cNvSpPr>
          <p:nvPr/>
        </p:nvSpPr>
        <p:spPr>
          <a:xfrm xmlns:a="http://schemas.openxmlformats.org/drawingml/2006/main">
            <a:off x="1038225" y="449770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51" name="dp44-comparison / legend_continuation_9 / text 1">
            <a:extLst xmlns:a="http://schemas.openxmlformats.org/drawingml/2006/main">
              <a:ext uri="{FF2B5EF4-FFF2-40B4-BE49-F238E27FC236}">
                <a16:creationId xmlns:a16="http://schemas.microsoft.com/office/drawing/2014/main" id="{DAA18A4F-F8E6-44FF-A4BE-DFF1157785C8}"/>
              </a:ext>
            </a:extLst>
          </p:cNvPr>
          <p:cNvSpPr>
            <a:spLocks xmlns:a="http://schemas.openxmlformats.org/drawingml/2006/main" noGrp="1"/>
          </p:cNvSpPr>
          <p:nvPr/>
        </p:nvSpPr>
        <p:spPr>
          <a:xfrm xmlns:a="http://schemas.openxmlformats.org/drawingml/2006/main">
            <a:off x="523875" y="4553712"/>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52" name="dp44-comparison / legend_continuation_10 / text 1">
            <a:extLst xmlns:a="http://schemas.openxmlformats.org/drawingml/2006/main">
              <a:ext uri="{FF2B5EF4-FFF2-40B4-BE49-F238E27FC236}">
                <a16:creationId xmlns:a16="http://schemas.microsoft.com/office/drawing/2014/main" id="{4EBE84D9-EA91-4D9A-AD2B-A8F6D11115CD}"/>
              </a:ext>
            </a:extLst>
          </p:cNvPr>
          <p:cNvSpPr>
            <a:spLocks xmlns:a="http://schemas.openxmlformats.org/drawingml/2006/main" noGrp="1"/>
          </p:cNvSpPr>
          <p:nvPr/>
        </p:nvSpPr>
        <p:spPr>
          <a:xfrm xmlns:a="http://schemas.openxmlformats.org/drawingml/2006/main">
            <a:off x="514350" y="473773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3" name="dp44-comparison / legend_continuation_11">
            <a:extLst xmlns:a="http://schemas.openxmlformats.org/drawingml/2006/main">
              <a:ext uri="{FF2B5EF4-FFF2-40B4-BE49-F238E27FC236}">
                <a16:creationId xmlns:a16="http://schemas.microsoft.com/office/drawing/2014/main" id="{6D047964-308A-4114-BC12-4A6ABA214D1B}"/>
              </a:ext>
            </a:extLst>
          </p:cNvPr>
          <p:cNvSpPr>
            <a:spLocks xmlns:a="http://schemas.openxmlformats.org/drawingml/2006/main" noGrp="1"/>
          </p:cNvSpPr>
          <p:nvPr/>
        </p:nvSpPr>
        <p:spPr>
          <a:xfrm xmlns:a="http://schemas.openxmlformats.org/drawingml/2006/main">
            <a:off x="504825" y="4961763"/>
            <a:ext cx="704850" cy="216027"/>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54" name="dp44-comparison / legend_continuation_12 / text 1">
            <a:extLst xmlns:a="http://schemas.openxmlformats.org/drawingml/2006/main">
              <a:ext uri="{FF2B5EF4-FFF2-40B4-BE49-F238E27FC236}">
                <a16:creationId xmlns:a16="http://schemas.microsoft.com/office/drawing/2014/main" id="{615839CB-F0A3-4F0B-BDF6-133BA5752BF6}"/>
              </a:ext>
            </a:extLst>
          </p:cNvPr>
          <p:cNvSpPr>
            <a:spLocks xmlns:a="http://schemas.openxmlformats.org/drawingml/2006/main" noGrp="1"/>
          </p:cNvSpPr>
          <p:nvPr/>
        </p:nvSpPr>
        <p:spPr>
          <a:xfrm xmlns:a="http://schemas.openxmlformats.org/drawingml/2006/main">
            <a:off x="590550" y="501777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55" name="dp44-comparison / legend_continuation_13 / text 1">
            <a:extLst xmlns:a="http://schemas.openxmlformats.org/drawingml/2006/main">
              <a:ext uri="{FF2B5EF4-FFF2-40B4-BE49-F238E27FC236}">
                <a16:creationId xmlns:a16="http://schemas.microsoft.com/office/drawing/2014/main" id="{A7657223-7987-45D6-B9FA-139858F864C5}"/>
              </a:ext>
            </a:extLst>
          </p:cNvPr>
          <p:cNvSpPr>
            <a:spLocks xmlns:a="http://schemas.openxmlformats.org/drawingml/2006/main" noGrp="1"/>
          </p:cNvSpPr>
          <p:nvPr/>
        </p:nvSpPr>
        <p:spPr>
          <a:xfrm xmlns:a="http://schemas.openxmlformats.org/drawingml/2006/main">
            <a:off x="514350" y="5201793"/>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56" name="dp44-comparison / legend_continuation_14">
            <a:extLst xmlns:a="http://schemas.openxmlformats.org/drawingml/2006/main">
              <a:ext uri="{FF2B5EF4-FFF2-40B4-BE49-F238E27FC236}">
                <a16:creationId xmlns:a16="http://schemas.microsoft.com/office/drawing/2014/main" id="{D0CC20A5-42FF-4D2F-A9FD-FC436F722C5B}"/>
              </a:ext>
            </a:extLst>
          </p:cNvPr>
          <p:cNvSpPr>
            <a:spLocks xmlns:a="http://schemas.openxmlformats.org/drawingml/2006/main" noGrp="1"/>
          </p:cNvSpPr>
          <p:nvPr/>
        </p:nvSpPr>
        <p:spPr>
          <a:xfrm xmlns:a="http://schemas.openxmlformats.org/drawingml/2006/main">
            <a:off x="504825" y="5433822"/>
            <a:ext cx="704850" cy="216027"/>
          </a:xfrm>
          <a:prstGeom xmlns:a="http://schemas.openxmlformats.org/drawingml/2006/main" prst="roundRect">
            <a:avLst>
              <a:gd name="adj" fmla="val 35273"/>
            </a:avLst>
          </a:prstGeom>
          <a:solidFill xmlns:a="http://schemas.openxmlformats.org/drawingml/2006/main">
            <a:srgbClr val="FFF0DD"/>
          </a:solidFill>
          <a:ln xmlns:a="http://schemas.openxmlformats.org/drawingml/2006/main" w="9525">
            <a:solidFill>
              <a:srgbClr val="B8753F"/>
            </a:solidFill>
            <a:prstDash val="solid"/>
          </a:ln>
        </p:spPr>
      </p:sp>
      <p:sp>
        <p:nvSpPr>
          <p:cNvPr id="57" name="dp44-comparison / legend_continuation_15 / text 1">
            <a:extLst xmlns:a="http://schemas.openxmlformats.org/drawingml/2006/main">
              <a:ext uri="{FF2B5EF4-FFF2-40B4-BE49-F238E27FC236}">
                <a16:creationId xmlns:a16="http://schemas.microsoft.com/office/drawing/2014/main" id="{233F3035-737E-4B11-8FFE-6F3FCA218F0B}"/>
              </a:ext>
            </a:extLst>
          </p:cNvPr>
          <p:cNvSpPr>
            <a:spLocks xmlns:a="http://schemas.openxmlformats.org/drawingml/2006/main" noGrp="1"/>
          </p:cNvSpPr>
          <p:nvPr/>
        </p:nvSpPr>
        <p:spPr>
          <a:xfrm xmlns:a="http://schemas.openxmlformats.org/drawingml/2006/main">
            <a:off x="590550" y="5489829"/>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8" name="dp44-comparison / legend_continuation_16 / text 1">
            <a:extLst xmlns:a="http://schemas.openxmlformats.org/drawingml/2006/main">
              <a:ext uri="{FF2B5EF4-FFF2-40B4-BE49-F238E27FC236}">
                <a16:creationId xmlns:a16="http://schemas.microsoft.com/office/drawing/2014/main" id="{9396605B-693E-48B2-9566-1F1BCAD217A7}"/>
              </a:ext>
            </a:extLst>
          </p:cNvPr>
          <p:cNvSpPr>
            <a:spLocks xmlns:a="http://schemas.openxmlformats.org/drawingml/2006/main" noGrp="1"/>
          </p:cNvSpPr>
          <p:nvPr/>
        </p:nvSpPr>
        <p:spPr>
          <a:xfrm xmlns:a="http://schemas.openxmlformats.org/drawingml/2006/main">
            <a:off x="514350" y="5673852"/>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9" name="dp44-comparison / legend_continuation_17">
            <a:extLst xmlns:a="http://schemas.openxmlformats.org/drawingml/2006/main">
              <a:ext uri="{FF2B5EF4-FFF2-40B4-BE49-F238E27FC236}">
                <a16:creationId xmlns:a16="http://schemas.microsoft.com/office/drawing/2014/main" id="{349E4A63-1AF4-4C6B-A2F8-7EB895D2E312}"/>
              </a:ext>
            </a:extLst>
          </p:cNvPr>
          <p:cNvSpPr>
            <a:spLocks xmlns:a="http://schemas.openxmlformats.org/drawingml/2006/main" noGrp="1"/>
          </p:cNvSpPr>
          <p:nvPr/>
        </p:nvSpPr>
        <p:spPr>
          <a:xfrm xmlns:a="http://schemas.openxmlformats.org/drawingml/2006/main">
            <a:off x="504825" y="5865876"/>
            <a:ext cx="704850" cy="216027"/>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0" name="dp44-comparison / legend_continuation_18 / text 1">
            <a:extLst xmlns:a="http://schemas.openxmlformats.org/drawingml/2006/main">
              <a:ext uri="{FF2B5EF4-FFF2-40B4-BE49-F238E27FC236}">
                <a16:creationId xmlns:a16="http://schemas.microsoft.com/office/drawing/2014/main" id="{ACE8FEB4-24E1-4B04-9D81-4EB731D86F97}"/>
              </a:ext>
            </a:extLst>
          </p:cNvPr>
          <p:cNvSpPr>
            <a:spLocks xmlns:a="http://schemas.openxmlformats.org/drawingml/2006/main" noGrp="1"/>
          </p:cNvSpPr>
          <p:nvPr/>
        </p:nvSpPr>
        <p:spPr>
          <a:xfrm xmlns:a="http://schemas.openxmlformats.org/drawingml/2006/main">
            <a:off x="590550" y="5961888"/>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61" name="dp44-comparison / legend_continuation_19 / text 1">
            <a:extLst xmlns:a="http://schemas.openxmlformats.org/drawingml/2006/main">
              <a:ext uri="{FF2B5EF4-FFF2-40B4-BE49-F238E27FC236}">
                <a16:creationId xmlns:a16="http://schemas.microsoft.com/office/drawing/2014/main" id="{519CE0C9-1371-47EC-B155-7756E5C6CD30}"/>
              </a:ext>
            </a:extLst>
          </p:cNvPr>
          <p:cNvSpPr>
            <a:spLocks xmlns:a="http://schemas.openxmlformats.org/drawingml/2006/main" noGrp="1"/>
          </p:cNvSpPr>
          <p:nvPr/>
        </p:nvSpPr>
        <p:spPr>
          <a:xfrm xmlns:a="http://schemas.openxmlformats.org/drawingml/2006/main">
            <a:off x="514350" y="611390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62" name="dp44-comparison / legend_continuation_20 / path">
            <a:extLst xmlns:a="http://schemas.openxmlformats.org/drawingml/2006/main">
              <a:ext uri="{FF2B5EF4-FFF2-40B4-BE49-F238E27FC236}">
                <a16:creationId xmlns:a16="http://schemas.microsoft.com/office/drawing/2014/main" id="{04FBBABC-6D90-4E8F-A60D-E61B52ABCEEC}"/>
              </a:ext>
            </a:extLst>
          </p:cNvPr>
          <p:cNvSpPr>
            <a:spLocks xmlns:a="http://schemas.openxmlformats.org/drawingml/2006/main" noGrp="1"/>
          </p:cNvSpPr>
          <p:nvPr/>
        </p:nvSpPr>
        <p:spPr>
          <a:xfrm xmlns:a="http://schemas.openxmlformats.org/drawingml/2006/main">
            <a:off x="514350" y="6345936"/>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63" name="dp44-comparison / legend_continuation_20 / arrow">
            <a:extLst xmlns:a="http://schemas.openxmlformats.org/drawingml/2006/main">
              <a:ext uri="{FF2B5EF4-FFF2-40B4-BE49-F238E27FC236}">
                <a16:creationId xmlns:a16="http://schemas.microsoft.com/office/drawing/2014/main" id="{FEE3C50C-A5D7-45D5-AB3E-D05F2687505D}"/>
              </a:ext>
            </a:extLst>
          </p:cNvPr>
          <p:cNvSpPr>
            <a:spLocks xmlns:a="http://schemas.openxmlformats.org/drawingml/2006/main" noGrp="1"/>
          </p:cNvSpPr>
          <p:nvPr/>
        </p:nvSpPr>
        <p:spPr>
          <a:xfrm xmlns:a="http://schemas.openxmlformats.org/drawingml/2006/main">
            <a:off x="837819" y="6312408"/>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4" name="dp44-comparison / legend_continuation_21 / text 1">
            <a:extLst xmlns:a="http://schemas.openxmlformats.org/drawingml/2006/main">
              <a:ext uri="{FF2B5EF4-FFF2-40B4-BE49-F238E27FC236}">
                <a16:creationId xmlns:a16="http://schemas.microsoft.com/office/drawing/2014/main" id="{53AD113F-AE3E-48B6-93A8-5F3DB6A86D7C}"/>
              </a:ext>
            </a:extLst>
          </p:cNvPr>
          <p:cNvSpPr>
            <a:spLocks xmlns:a="http://schemas.openxmlformats.org/drawingml/2006/main" noGrp="1"/>
          </p:cNvSpPr>
          <p:nvPr/>
        </p:nvSpPr>
        <p:spPr>
          <a:xfrm xmlns:a="http://schemas.openxmlformats.org/drawingml/2006/main">
            <a:off x="962025" y="6289929"/>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65" name="dp44-comparison / legend_continuation_22 / path">
            <a:extLst xmlns:a="http://schemas.openxmlformats.org/drawingml/2006/main">
              <a:ext uri="{FF2B5EF4-FFF2-40B4-BE49-F238E27FC236}">
                <a16:creationId xmlns:a16="http://schemas.microsoft.com/office/drawing/2014/main" id="{485F37B8-34BA-475E-8658-18BAFFDDA96B}"/>
              </a:ext>
            </a:extLst>
          </p:cNvPr>
          <p:cNvSpPr>
            <a:spLocks xmlns:a="http://schemas.openxmlformats.org/drawingml/2006/main" noGrp="1"/>
          </p:cNvSpPr>
          <p:nvPr/>
        </p:nvSpPr>
        <p:spPr>
          <a:xfrm xmlns:a="http://schemas.openxmlformats.org/drawingml/2006/main">
            <a:off x="514350" y="6513957"/>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6" name="dp44-comparison / legend_continuation_22 / arrow">
            <a:extLst xmlns:a="http://schemas.openxmlformats.org/drawingml/2006/main">
              <a:ext uri="{FF2B5EF4-FFF2-40B4-BE49-F238E27FC236}">
                <a16:creationId xmlns:a16="http://schemas.microsoft.com/office/drawing/2014/main" id="{4766C1CB-D6BC-46BC-973F-B907909C0471}"/>
              </a:ext>
            </a:extLst>
          </p:cNvPr>
          <p:cNvSpPr>
            <a:spLocks xmlns:a="http://schemas.openxmlformats.org/drawingml/2006/main" noGrp="1"/>
          </p:cNvSpPr>
          <p:nvPr/>
        </p:nvSpPr>
        <p:spPr>
          <a:xfrm xmlns:a="http://schemas.openxmlformats.org/drawingml/2006/main">
            <a:off x="837819" y="6480429"/>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4-comparison / legend_continuation_23 / text 1">
            <a:extLst xmlns:a="http://schemas.openxmlformats.org/drawingml/2006/main">
              <a:ext uri="{FF2B5EF4-FFF2-40B4-BE49-F238E27FC236}">
                <a16:creationId xmlns:a16="http://schemas.microsoft.com/office/drawing/2014/main" id="{A22DE613-DB38-448A-8201-07F349F03910}"/>
              </a:ext>
            </a:extLst>
          </p:cNvPr>
          <p:cNvSpPr>
            <a:spLocks xmlns:a="http://schemas.openxmlformats.org/drawingml/2006/main" noGrp="1"/>
          </p:cNvSpPr>
          <p:nvPr/>
        </p:nvSpPr>
        <p:spPr>
          <a:xfrm xmlns:a="http://schemas.openxmlformats.org/drawingml/2006/main">
            <a:off x="962025" y="64579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8" name="dp44-comparison / legend_continuation_24 / text 1">
            <a:extLst xmlns:a="http://schemas.openxmlformats.org/drawingml/2006/main">
              <a:ext uri="{FF2B5EF4-FFF2-40B4-BE49-F238E27FC236}">
                <a16:creationId xmlns:a16="http://schemas.microsoft.com/office/drawing/2014/main" id="{32882F60-6116-4B23-B4F8-265C5C734013}"/>
              </a:ext>
            </a:extLst>
          </p:cNvPr>
          <p:cNvSpPr>
            <a:spLocks xmlns:a="http://schemas.openxmlformats.org/drawingml/2006/main" noGrp="1"/>
          </p:cNvSpPr>
          <p:nvPr/>
        </p:nvSpPr>
        <p:spPr>
          <a:xfrm xmlns:a="http://schemas.openxmlformats.org/drawingml/2006/main">
            <a:off x="514350" y="6721983"/>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9" name="dp44-comparison / legend_continuation_25">
            <a:extLst xmlns:a="http://schemas.openxmlformats.org/drawingml/2006/main">
              <a:ext uri="{FF2B5EF4-FFF2-40B4-BE49-F238E27FC236}">
                <a16:creationId xmlns:a16="http://schemas.microsoft.com/office/drawing/2014/main" id="{6828A4D0-CAAD-4C48-976D-ABF0AA328983}"/>
              </a:ext>
            </a:extLst>
          </p:cNvPr>
          <p:cNvSpPr>
            <a:spLocks xmlns:a="http://schemas.openxmlformats.org/drawingml/2006/main" noGrp="1"/>
          </p:cNvSpPr>
          <p:nvPr/>
        </p:nvSpPr>
        <p:spPr>
          <a:xfrm xmlns:a="http://schemas.openxmlformats.org/drawingml/2006/main">
            <a:off x="504825" y="6898005"/>
            <a:ext cx="285750" cy="144018"/>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4-comparison / legend_continuation_26 / text 1">
            <a:extLst xmlns:a="http://schemas.openxmlformats.org/drawingml/2006/main">
              <a:ext uri="{FF2B5EF4-FFF2-40B4-BE49-F238E27FC236}">
                <a16:creationId xmlns:a16="http://schemas.microsoft.com/office/drawing/2014/main" id="{6DDEF027-D210-4BD5-8F00-4DDDC036648F}"/>
              </a:ext>
            </a:extLst>
          </p:cNvPr>
          <p:cNvSpPr>
            <a:spLocks xmlns:a="http://schemas.openxmlformats.org/drawingml/2006/main" noGrp="1"/>
          </p:cNvSpPr>
          <p:nvPr/>
        </p:nvSpPr>
        <p:spPr>
          <a:xfrm xmlns:a="http://schemas.openxmlformats.org/drawingml/2006/main">
            <a:off x="590550" y="691800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1" name="dp44-comparison / legend_continuation_27 / text 1">
            <a:extLst xmlns:a="http://schemas.openxmlformats.org/drawingml/2006/main">
              <a:ext uri="{FF2B5EF4-FFF2-40B4-BE49-F238E27FC236}">
                <a16:creationId xmlns:a16="http://schemas.microsoft.com/office/drawing/2014/main" id="{259C4896-3396-4A2D-9DFC-BD151922DC3C}"/>
              </a:ext>
            </a:extLst>
          </p:cNvPr>
          <p:cNvSpPr>
            <a:spLocks xmlns:a="http://schemas.openxmlformats.org/drawingml/2006/main" noGrp="1"/>
          </p:cNvSpPr>
          <p:nvPr/>
        </p:nvSpPr>
        <p:spPr>
          <a:xfrm xmlns:a="http://schemas.openxmlformats.org/drawingml/2006/main">
            <a:off x="847725" y="6922008"/>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72" name="dp44-comparison / legend_continuation_28">
            <a:extLst xmlns:a="http://schemas.openxmlformats.org/drawingml/2006/main">
              <a:ext uri="{FF2B5EF4-FFF2-40B4-BE49-F238E27FC236}">
                <a16:creationId xmlns:a16="http://schemas.microsoft.com/office/drawing/2014/main" id="{E6CEB3F7-454E-41BD-A84F-07E39093F699}"/>
              </a:ext>
            </a:extLst>
          </p:cNvPr>
          <p:cNvSpPr>
            <a:spLocks xmlns:a="http://schemas.openxmlformats.org/drawingml/2006/main" noGrp="1"/>
          </p:cNvSpPr>
          <p:nvPr/>
        </p:nvSpPr>
        <p:spPr>
          <a:xfrm xmlns:a="http://schemas.openxmlformats.org/drawingml/2006/main">
            <a:off x="504825" y="7162038"/>
            <a:ext cx="285750" cy="144018"/>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73" name="dp44-comparison / legend_continuation_29 / text 1">
            <a:extLst xmlns:a="http://schemas.openxmlformats.org/drawingml/2006/main">
              <a:ext uri="{FF2B5EF4-FFF2-40B4-BE49-F238E27FC236}">
                <a16:creationId xmlns:a16="http://schemas.microsoft.com/office/drawing/2014/main" id="{8ABD7E4B-A74D-461A-AF4B-A3FD8801EA1F}"/>
              </a:ext>
            </a:extLst>
          </p:cNvPr>
          <p:cNvSpPr>
            <a:spLocks xmlns:a="http://schemas.openxmlformats.org/drawingml/2006/main" noGrp="1"/>
          </p:cNvSpPr>
          <p:nvPr/>
        </p:nvSpPr>
        <p:spPr>
          <a:xfrm xmlns:a="http://schemas.openxmlformats.org/drawingml/2006/main">
            <a:off x="590550" y="7182041"/>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4" name="dp44-comparison / legend_continuation_30 / text 1">
            <a:extLst xmlns:a="http://schemas.openxmlformats.org/drawingml/2006/main">
              <a:ext uri="{FF2B5EF4-FFF2-40B4-BE49-F238E27FC236}">
                <a16:creationId xmlns:a16="http://schemas.microsoft.com/office/drawing/2014/main" id="{C301F911-00B4-49B6-AB16-968BDE6B0D82}"/>
              </a:ext>
            </a:extLst>
          </p:cNvPr>
          <p:cNvSpPr>
            <a:spLocks xmlns:a="http://schemas.openxmlformats.org/drawingml/2006/main" noGrp="1"/>
          </p:cNvSpPr>
          <p:nvPr/>
        </p:nvSpPr>
        <p:spPr>
          <a:xfrm xmlns:a="http://schemas.openxmlformats.org/drawingml/2006/main">
            <a:off x="847725" y="7186041"/>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75" name="dp44-comparison / n72">
            <a:extLst xmlns:a="http://schemas.openxmlformats.org/drawingml/2006/main">
              <a:ext uri="{FF2B5EF4-FFF2-40B4-BE49-F238E27FC236}">
                <a16:creationId xmlns:a16="http://schemas.microsoft.com/office/drawing/2014/main" id="{6AA837B4-69A9-4D07-A371-393C7667ECA3}"/>
              </a:ext>
            </a:extLst>
          </p:cNvPr>
          <p:cNvSpPr>
            <a:spLocks xmlns:a="http://schemas.openxmlformats.org/drawingml/2006/main" noGrp="1"/>
          </p:cNvSpPr>
          <p:nvPr/>
        </p:nvSpPr>
        <p:spPr>
          <a:xfrm xmlns:a="http://schemas.openxmlformats.org/drawingml/2006/main">
            <a:off x="1666875" y="2409825"/>
            <a:ext cx="2571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6" name="dp44-comparison / n73 / text 1">
            <a:extLst xmlns:a="http://schemas.openxmlformats.org/drawingml/2006/main">
              <a:ext uri="{FF2B5EF4-FFF2-40B4-BE49-F238E27FC236}">
                <a16:creationId xmlns:a16="http://schemas.microsoft.com/office/drawing/2014/main" id="{58F0C278-43C9-4536-9C84-C48AEF2BCA9B}"/>
              </a:ext>
            </a:extLst>
          </p:cNvPr>
          <p:cNvSpPr>
            <a:spLocks xmlns:a="http://schemas.openxmlformats.org/drawingml/2006/main" noGrp="1"/>
          </p:cNvSpPr>
          <p:nvPr/>
        </p:nvSpPr>
        <p:spPr>
          <a:xfrm xmlns:a="http://schemas.openxmlformats.org/drawingml/2006/main">
            <a:off x="1752600" y="2460308"/>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77" name="dp44-comparison / n74">
            <a:extLst xmlns:a="http://schemas.openxmlformats.org/drawingml/2006/main">
              <a:ext uri="{FF2B5EF4-FFF2-40B4-BE49-F238E27FC236}">
                <a16:creationId xmlns:a16="http://schemas.microsoft.com/office/drawing/2014/main" id="{F030FF6B-AB62-4536-A665-9EC779AA8E3B}"/>
              </a:ext>
            </a:extLst>
          </p:cNvPr>
          <p:cNvSpPr>
            <a:spLocks xmlns:a="http://schemas.openxmlformats.org/drawingml/2006/main" noGrp="1"/>
          </p:cNvSpPr>
          <p:nvPr/>
        </p:nvSpPr>
        <p:spPr>
          <a:xfrm xmlns:a="http://schemas.openxmlformats.org/drawingml/2006/main">
            <a:off x="6334125" y="2409825"/>
            <a:ext cx="2857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4-comparison / n75 / text 1">
            <a:extLst xmlns:a="http://schemas.openxmlformats.org/drawingml/2006/main">
              <a:ext uri="{FF2B5EF4-FFF2-40B4-BE49-F238E27FC236}">
                <a16:creationId xmlns:a16="http://schemas.microsoft.com/office/drawing/2014/main" id="{29F51D46-6D9A-4645-B7D5-8736FDF10E94}"/>
              </a:ext>
            </a:extLst>
          </p:cNvPr>
          <p:cNvSpPr>
            <a:spLocks xmlns:a="http://schemas.openxmlformats.org/drawingml/2006/main" noGrp="1"/>
          </p:cNvSpPr>
          <p:nvPr/>
        </p:nvSpPr>
        <p:spPr>
          <a:xfrm xmlns:a="http://schemas.openxmlformats.org/drawingml/2006/main">
            <a:off x="6419850" y="2460308"/>
            <a:ext cx="2686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79" name="dp44-comparison / n80">
            <a:extLst xmlns:a="http://schemas.openxmlformats.org/drawingml/2006/main">
              <a:ext uri="{FF2B5EF4-FFF2-40B4-BE49-F238E27FC236}">
                <a16:creationId xmlns:a16="http://schemas.microsoft.com/office/drawing/2014/main" id="{6BE824AF-836B-499B-BE24-B934C0AB7521}"/>
              </a:ext>
            </a:extLst>
          </p:cNvPr>
          <p:cNvSpPr>
            <a:spLocks xmlns:a="http://schemas.openxmlformats.org/drawingml/2006/main" noGrp="1"/>
          </p:cNvSpPr>
          <p:nvPr/>
        </p:nvSpPr>
        <p:spPr>
          <a:xfrm xmlns:a="http://schemas.openxmlformats.org/drawingml/2006/main">
            <a:off x="1571625" y="3076575"/>
            <a:ext cx="7715250" cy="1409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0" name="dp44-comparison / n81 / text 1">
            <a:extLst xmlns:a="http://schemas.openxmlformats.org/drawingml/2006/main">
              <a:ext uri="{FF2B5EF4-FFF2-40B4-BE49-F238E27FC236}">
                <a16:creationId xmlns:a16="http://schemas.microsoft.com/office/drawing/2014/main" id="{ACD4AD07-E78B-4EDD-8C76-9E77AF537A13}"/>
              </a:ext>
            </a:extLst>
          </p:cNvPr>
          <p:cNvSpPr>
            <a:spLocks xmlns:a="http://schemas.openxmlformats.org/drawingml/2006/main" noGrp="1"/>
          </p:cNvSpPr>
          <p:nvPr/>
        </p:nvSpPr>
        <p:spPr>
          <a:xfrm xmlns:a="http://schemas.openxmlformats.org/drawingml/2006/main">
            <a:off x="1695450" y="3171825"/>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81" name="dp44-comparison / n82">
            <a:extLst xmlns:a="http://schemas.openxmlformats.org/drawingml/2006/main">
              <a:ext uri="{FF2B5EF4-FFF2-40B4-BE49-F238E27FC236}">
                <a16:creationId xmlns:a16="http://schemas.microsoft.com/office/drawing/2014/main" id="{A7E6E857-18D6-4A98-AEA8-83327CB2E772}"/>
              </a:ext>
            </a:extLst>
          </p:cNvPr>
          <p:cNvSpPr>
            <a:spLocks xmlns:a="http://schemas.openxmlformats.org/drawingml/2006/main" noGrp="1"/>
          </p:cNvSpPr>
          <p:nvPr/>
        </p:nvSpPr>
        <p:spPr>
          <a:xfrm xmlns:a="http://schemas.openxmlformats.org/drawingml/2006/main">
            <a:off x="1857375" y="3476625"/>
            <a:ext cx="2714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82" name="dp44-comparison / n83 / text 1">
            <a:extLst xmlns:a="http://schemas.openxmlformats.org/drawingml/2006/main">
              <a:ext uri="{FF2B5EF4-FFF2-40B4-BE49-F238E27FC236}">
                <a16:creationId xmlns:a16="http://schemas.microsoft.com/office/drawing/2014/main" id="{29D9D96E-23C9-48CE-AA18-9CF7C94C47B5}"/>
              </a:ext>
            </a:extLst>
          </p:cNvPr>
          <p:cNvSpPr>
            <a:spLocks xmlns:a="http://schemas.openxmlformats.org/drawingml/2006/main" noGrp="1"/>
          </p:cNvSpPr>
          <p:nvPr/>
        </p:nvSpPr>
        <p:spPr>
          <a:xfrm xmlns:a="http://schemas.openxmlformats.org/drawingml/2006/main">
            <a:off x="1943100" y="3549491"/>
            <a:ext cx="25431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Dialogue Dispatcher</a:t>
            </a:r>
          </a:p>
        </p:txBody>
      </p:sp>
      <p:sp>
        <p:nvSpPr>
          <p:cNvPr id="83" name="dp44-comparison / n84">
            <a:extLst xmlns:a="http://schemas.openxmlformats.org/drawingml/2006/main">
              <a:ext uri="{FF2B5EF4-FFF2-40B4-BE49-F238E27FC236}">
                <a16:creationId xmlns:a16="http://schemas.microsoft.com/office/drawing/2014/main" id="{8C492C8E-363D-4A39-B155-F14301A85F83}"/>
              </a:ext>
            </a:extLst>
          </p:cNvPr>
          <p:cNvSpPr>
            <a:spLocks xmlns:a="http://schemas.openxmlformats.org/drawingml/2006/main" noGrp="1"/>
          </p:cNvSpPr>
          <p:nvPr/>
        </p:nvSpPr>
        <p:spPr>
          <a:xfrm xmlns:a="http://schemas.openxmlformats.org/drawingml/2006/main">
            <a:off x="5857875" y="3476625"/>
            <a:ext cx="3095625" cy="38100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84" name="dp44-comparison / n85 / text 1">
            <a:extLst xmlns:a="http://schemas.openxmlformats.org/drawingml/2006/main">
              <a:ext uri="{FF2B5EF4-FFF2-40B4-BE49-F238E27FC236}">
                <a16:creationId xmlns:a16="http://schemas.microsoft.com/office/drawing/2014/main" id="{1FEA0541-AAB7-4151-8B61-1C4B1837AE98}"/>
              </a:ext>
            </a:extLst>
          </p:cNvPr>
          <p:cNvSpPr>
            <a:spLocks xmlns:a="http://schemas.openxmlformats.org/drawingml/2006/main" noGrp="1"/>
          </p:cNvSpPr>
          <p:nvPr/>
        </p:nvSpPr>
        <p:spPr>
          <a:xfrm xmlns:a="http://schemas.openxmlformats.org/drawingml/2006/main">
            <a:off x="5943600" y="3569970"/>
            <a:ext cx="292417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Dialogue Progress State</a:t>
            </a:r>
          </a:p>
        </p:txBody>
      </p:sp>
      <p:sp>
        <p:nvSpPr>
          <p:cNvPr id="85" name="dp44-comparison / n86 / path">
            <a:extLst xmlns:a="http://schemas.openxmlformats.org/drawingml/2006/main">
              <a:ext uri="{FF2B5EF4-FFF2-40B4-BE49-F238E27FC236}">
                <a16:creationId xmlns:a16="http://schemas.microsoft.com/office/drawing/2014/main" id="{96F0FF45-5D91-4738-860D-F340D8F273DA}"/>
              </a:ext>
            </a:extLst>
          </p:cNvPr>
          <p:cNvSpPr>
            <a:spLocks xmlns:a="http://schemas.openxmlformats.org/drawingml/2006/main" noGrp="1"/>
          </p:cNvSpPr>
          <p:nvPr/>
        </p:nvSpPr>
        <p:spPr>
          <a:xfrm xmlns:a="http://schemas.openxmlformats.org/drawingml/2006/main">
            <a:off x="2952750" y="2733675"/>
            <a:ext cx="261938" cy="742950"/>
          </a:xfrm>
          <a:custGeom xmlns:a="http://schemas.openxmlformats.org/drawingml/2006/main">
            <a:pathLst>
              <a:path w="261938" h="742950">
                <a:moveTo>
                  <a:pt x="0" y="0"/>
                </a:moveTo>
                <a:lnTo>
                  <a:pt x="0" y="257175"/>
                </a:lnTo>
                <a:lnTo>
                  <a:pt x="261938" y="257175"/>
                </a:lnTo>
                <a:lnTo>
                  <a:pt x="261938" y="742950"/>
                </a:lnTo>
              </a:path>
            </a:pathLst>
          </a:custGeom>
          <a:noFill xmlns:a="http://schemas.openxmlformats.org/drawingml/2006/main"/>
          <a:ln xmlns:a="http://schemas.openxmlformats.org/drawingml/2006/main" w="10478">
            <a:solidFill>
              <a:srgbClr val="000000"/>
            </a:solidFill>
            <a:prstDash val="solid"/>
          </a:ln>
        </p:spPr>
      </p:sp>
      <p:sp>
        <p:nvSpPr>
          <p:cNvPr id="86" name="dp44-comparison / n86 / arrow">
            <a:extLst xmlns:a="http://schemas.openxmlformats.org/drawingml/2006/main">
              <a:ext uri="{FF2B5EF4-FFF2-40B4-BE49-F238E27FC236}">
                <a16:creationId xmlns:a16="http://schemas.microsoft.com/office/drawing/2014/main" id="{9663F80A-DFF3-4AB4-9741-9E63F52E9FA5}"/>
              </a:ext>
            </a:extLst>
          </p:cNvPr>
          <p:cNvSpPr>
            <a:spLocks xmlns:a="http://schemas.openxmlformats.org/drawingml/2006/main" noGrp="1"/>
          </p:cNvSpPr>
          <p:nvPr/>
        </p:nvSpPr>
        <p:spPr>
          <a:xfrm xmlns:a="http://schemas.openxmlformats.org/drawingml/2006/main">
            <a:off x="318116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87" name="dp44-comparison / n87 / path">
            <a:extLst xmlns:a="http://schemas.openxmlformats.org/drawingml/2006/main">
              <a:ext uri="{FF2B5EF4-FFF2-40B4-BE49-F238E27FC236}">
                <a16:creationId xmlns:a16="http://schemas.microsoft.com/office/drawing/2014/main" id="{AAA331E5-757A-4EFF-8EDB-9BDC1CEA2423}"/>
              </a:ext>
            </a:extLst>
          </p:cNvPr>
          <p:cNvSpPr>
            <a:spLocks xmlns:a="http://schemas.openxmlformats.org/drawingml/2006/main" noGrp="1"/>
          </p:cNvSpPr>
          <p:nvPr/>
        </p:nvSpPr>
        <p:spPr>
          <a:xfrm xmlns:a="http://schemas.openxmlformats.org/drawingml/2006/main">
            <a:off x="4071938" y="2733675"/>
            <a:ext cx="3690938" cy="742950"/>
          </a:xfrm>
          <a:custGeom xmlns:a="http://schemas.openxmlformats.org/drawingml/2006/main">
            <a:pathLst>
              <a:path w="3690938" h="742950">
                <a:moveTo>
                  <a:pt x="3690938" y="0"/>
                </a:moveTo>
                <a:lnTo>
                  <a:pt x="3690938" y="228600"/>
                </a:lnTo>
                <a:lnTo>
                  <a:pt x="0" y="228600"/>
                </a:lnTo>
                <a:lnTo>
                  <a:pt x="0" y="742950"/>
                </a:lnTo>
              </a:path>
            </a:pathLst>
          </a:custGeom>
          <a:noFill xmlns:a="http://schemas.openxmlformats.org/drawingml/2006/main"/>
          <a:ln xmlns:a="http://schemas.openxmlformats.org/drawingml/2006/main" w="10478">
            <a:solidFill>
              <a:srgbClr val="000000"/>
            </a:solidFill>
            <a:prstDash val="solid"/>
          </a:ln>
        </p:spPr>
      </p:sp>
      <p:sp>
        <p:nvSpPr>
          <p:cNvPr id="88" name="dp44-comparison / n87 / arrow">
            <a:extLst xmlns:a="http://schemas.openxmlformats.org/drawingml/2006/main">
              <a:ext uri="{FF2B5EF4-FFF2-40B4-BE49-F238E27FC236}">
                <a16:creationId xmlns:a16="http://schemas.microsoft.com/office/drawing/2014/main" id="{07909F7D-7304-4D93-ACE7-00A3AD9D214F}"/>
              </a:ext>
            </a:extLst>
          </p:cNvPr>
          <p:cNvSpPr>
            <a:spLocks xmlns:a="http://schemas.openxmlformats.org/drawingml/2006/main" noGrp="1"/>
          </p:cNvSpPr>
          <p:nvPr/>
        </p:nvSpPr>
        <p:spPr>
          <a:xfrm xmlns:a="http://schemas.openxmlformats.org/drawingml/2006/main">
            <a:off x="403841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89" name="dp44-comparison / n88 / path">
            <a:extLst xmlns:a="http://schemas.openxmlformats.org/drawingml/2006/main">
              <a:ext uri="{FF2B5EF4-FFF2-40B4-BE49-F238E27FC236}">
                <a16:creationId xmlns:a16="http://schemas.microsoft.com/office/drawing/2014/main" id="{5FA18EB0-26E3-482E-98C6-506E70965033}"/>
              </a:ext>
            </a:extLst>
          </p:cNvPr>
          <p:cNvSpPr>
            <a:spLocks xmlns:a="http://schemas.openxmlformats.org/drawingml/2006/main" noGrp="1"/>
          </p:cNvSpPr>
          <p:nvPr/>
        </p:nvSpPr>
        <p:spPr>
          <a:xfrm xmlns:a="http://schemas.openxmlformats.org/drawingml/2006/main">
            <a:off x="4572000" y="3667125"/>
            <a:ext cx="1285875" cy="953"/>
          </a:xfrm>
          <a:custGeom xmlns:a="http://schemas.openxmlformats.org/drawingml/2006/main">
            <a:pathLst>
              <a:path w="1285875" h="953">
                <a:moveTo>
                  <a:pt x="0" y="0"/>
                </a:moveTo>
                <a:lnTo>
                  <a:pt x="1285875" y="0"/>
                </a:lnTo>
              </a:path>
            </a:pathLst>
          </a:custGeom>
          <a:noFill xmlns:a="http://schemas.openxmlformats.org/drawingml/2006/main"/>
          <a:ln xmlns:a="http://schemas.openxmlformats.org/drawingml/2006/main" w="10478">
            <a:solidFill>
              <a:srgbClr val="B8753F"/>
            </a:solidFill>
            <a:prstDash val="solid"/>
          </a:ln>
        </p:spPr>
      </p:sp>
      <p:sp>
        <p:nvSpPr>
          <p:cNvPr id="90" name="dp44-comparison / n88 / arrow">
            <a:extLst xmlns:a="http://schemas.openxmlformats.org/drawingml/2006/main">
              <a:ext uri="{FF2B5EF4-FFF2-40B4-BE49-F238E27FC236}">
                <a16:creationId xmlns:a16="http://schemas.microsoft.com/office/drawing/2014/main" id="{F88B6846-8BC4-48E7-A221-C13B99D55B25}"/>
              </a:ext>
            </a:extLst>
          </p:cNvPr>
          <p:cNvSpPr>
            <a:spLocks xmlns:a="http://schemas.openxmlformats.org/drawingml/2006/main" noGrp="1"/>
          </p:cNvSpPr>
          <p:nvPr/>
        </p:nvSpPr>
        <p:spPr>
          <a:xfrm xmlns:a="http://schemas.openxmlformats.org/drawingml/2006/main">
            <a:off x="5790819" y="36335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91" name="dp44-comparison / n89 / path">
            <a:extLst xmlns:a="http://schemas.openxmlformats.org/drawingml/2006/main">
              <a:ext uri="{FF2B5EF4-FFF2-40B4-BE49-F238E27FC236}">
                <a16:creationId xmlns:a16="http://schemas.microsoft.com/office/drawing/2014/main" id="{2D64314A-35A4-408A-9B2F-0A5CEAC40D76}"/>
              </a:ext>
            </a:extLst>
          </p:cNvPr>
          <p:cNvSpPr>
            <a:spLocks xmlns:a="http://schemas.openxmlformats.org/drawingml/2006/main" noGrp="1"/>
          </p:cNvSpPr>
          <p:nvPr/>
        </p:nvSpPr>
        <p:spPr>
          <a:xfrm xmlns:a="http://schemas.openxmlformats.org/drawingml/2006/main">
            <a:off x="4572000" y="3752850"/>
            <a:ext cx="1285875" cy="180975"/>
          </a:xfrm>
          <a:custGeom xmlns:a="http://schemas.openxmlformats.org/drawingml/2006/main">
            <a:pathLst>
              <a:path w="1285875" h="180975">
                <a:moveTo>
                  <a:pt x="1285875" y="0"/>
                </a:moveTo>
                <a:lnTo>
                  <a:pt x="1123950" y="0"/>
                </a:lnTo>
                <a:lnTo>
                  <a:pt x="1123950" y="180975"/>
                </a:lnTo>
                <a:lnTo>
                  <a:pt x="152400" y="180975"/>
                </a:lnTo>
                <a:lnTo>
                  <a:pt x="152400" y="0"/>
                </a:lnTo>
                <a:lnTo>
                  <a:pt x="0" y="0"/>
                </a:lnTo>
              </a:path>
            </a:pathLst>
          </a:custGeom>
          <a:noFill xmlns:a="http://schemas.openxmlformats.org/drawingml/2006/main"/>
          <a:ln xmlns:a="http://schemas.openxmlformats.org/drawingml/2006/main" w="10478">
            <a:solidFill>
              <a:srgbClr val="B8753F"/>
            </a:solidFill>
            <a:prstDash val="dash"/>
          </a:ln>
        </p:spPr>
      </p:sp>
      <p:sp>
        <p:nvSpPr>
          <p:cNvPr id="92" name="dp44-comparison / n89 / arrow">
            <a:extLst xmlns:a="http://schemas.openxmlformats.org/drawingml/2006/main">
              <a:ext uri="{FF2B5EF4-FFF2-40B4-BE49-F238E27FC236}">
                <a16:creationId xmlns:a16="http://schemas.microsoft.com/office/drawing/2014/main" id="{C9DF1CC3-00D5-499B-BC83-D8BEC0568492}"/>
              </a:ext>
            </a:extLst>
          </p:cNvPr>
          <p:cNvSpPr>
            <a:spLocks xmlns:a="http://schemas.openxmlformats.org/drawingml/2006/main" noGrp="1"/>
          </p:cNvSpPr>
          <p:nvPr/>
        </p:nvSpPr>
        <p:spPr>
          <a:xfrm xmlns:a="http://schemas.openxmlformats.org/drawingml/2006/main">
            <a:off x="4572000" y="37193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93" name="dp44-comparison / n94">
            <a:extLst xmlns:a="http://schemas.openxmlformats.org/drawingml/2006/main">
              <a:ext uri="{FF2B5EF4-FFF2-40B4-BE49-F238E27FC236}">
                <a16:creationId xmlns:a16="http://schemas.microsoft.com/office/drawing/2014/main" id="{45E06BE1-2879-4CC2-9319-5DCA2F08348D}"/>
              </a:ext>
            </a:extLst>
          </p:cNvPr>
          <p:cNvSpPr>
            <a:spLocks xmlns:a="http://schemas.openxmlformats.org/drawingml/2006/main" noGrp="1"/>
          </p:cNvSpPr>
          <p:nvPr/>
        </p:nvSpPr>
        <p:spPr>
          <a:xfrm xmlns:a="http://schemas.openxmlformats.org/drawingml/2006/main">
            <a:off x="1666875" y="4762500"/>
            <a:ext cx="2238375" cy="3143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4" name="dp44-comparison / n95 / text 1">
            <a:extLst xmlns:a="http://schemas.openxmlformats.org/drawingml/2006/main">
              <a:ext uri="{FF2B5EF4-FFF2-40B4-BE49-F238E27FC236}">
                <a16:creationId xmlns:a16="http://schemas.microsoft.com/office/drawing/2014/main" id="{185F8C41-2710-4C45-80B2-0EEDA49BCD1C}"/>
              </a:ext>
            </a:extLst>
          </p:cNvPr>
          <p:cNvSpPr>
            <a:spLocks xmlns:a="http://schemas.openxmlformats.org/drawingml/2006/main" noGrp="1"/>
          </p:cNvSpPr>
          <p:nvPr/>
        </p:nvSpPr>
        <p:spPr>
          <a:xfrm xmlns:a="http://schemas.openxmlformats.org/drawingml/2006/main">
            <a:off x="1752600" y="4814411"/>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95" name="dp44-comparison / n96">
            <a:extLst xmlns:a="http://schemas.openxmlformats.org/drawingml/2006/main">
              <a:ext uri="{FF2B5EF4-FFF2-40B4-BE49-F238E27FC236}">
                <a16:creationId xmlns:a16="http://schemas.microsoft.com/office/drawing/2014/main" id="{CEB30E88-2383-4625-9338-8A5329843D7E}"/>
              </a:ext>
            </a:extLst>
          </p:cNvPr>
          <p:cNvSpPr>
            <a:spLocks xmlns:a="http://schemas.openxmlformats.org/drawingml/2006/main" noGrp="1"/>
          </p:cNvSpPr>
          <p:nvPr/>
        </p:nvSpPr>
        <p:spPr>
          <a:xfrm xmlns:a="http://schemas.openxmlformats.org/drawingml/2006/main">
            <a:off x="4286250" y="4705350"/>
            <a:ext cx="5000625" cy="1495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6" name="dp44-comparison / n97 / text 1">
            <a:extLst xmlns:a="http://schemas.openxmlformats.org/drawingml/2006/main">
              <a:ext uri="{FF2B5EF4-FFF2-40B4-BE49-F238E27FC236}">
                <a16:creationId xmlns:a16="http://schemas.microsoft.com/office/drawing/2014/main" id="{D4EFF7B6-CDA2-4E5F-86EF-DCEDC02497F8}"/>
              </a:ext>
            </a:extLst>
          </p:cNvPr>
          <p:cNvSpPr>
            <a:spLocks xmlns:a="http://schemas.openxmlformats.org/drawingml/2006/main" noGrp="1"/>
          </p:cNvSpPr>
          <p:nvPr/>
        </p:nvSpPr>
        <p:spPr>
          <a:xfrm xmlns:a="http://schemas.openxmlformats.org/drawingml/2006/main">
            <a:off x="4410075" y="4800600"/>
            <a:ext cx="4752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97" name="dp44-comparison / n98">
            <a:extLst xmlns:a="http://schemas.openxmlformats.org/drawingml/2006/main">
              <a:ext uri="{FF2B5EF4-FFF2-40B4-BE49-F238E27FC236}">
                <a16:creationId xmlns:a16="http://schemas.microsoft.com/office/drawing/2014/main" id="{F9D1B948-B396-49F3-BDD7-060C387C450F}"/>
              </a:ext>
            </a:extLst>
          </p:cNvPr>
          <p:cNvSpPr>
            <a:spLocks xmlns:a="http://schemas.openxmlformats.org/drawingml/2006/main" noGrp="1"/>
          </p:cNvSpPr>
          <p:nvPr/>
        </p:nvSpPr>
        <p:spPr>
          <a:xfrm xmlns:a="http://schemas.openxmlformats.org/drawingml/2006/main">
            <a:off x="4476750" y="5095875"/>
            <a:ext cx="219075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98" name="dp44-comparison / n99 / text 1">
            <a:extLst xmlns:a="http://schemas.openxmlformats.org/drawingml/2006/main">
              <a:ext uri="{FF2B5EF4-FFF2-40B4-BE49-F238E27FC236}">
                <a16:creationId xmlns:a16="http://schemas.microsoft.com/office/drawing/2014/main" id="{489DCF5F-2715-4F92-A18C-777870D753A4}"/>
              </a:ext>
            </a:extLst>
          </p:cNvPr>
          <p:cNvSpPr>
            <a:spLocks xmlns:a="http://schemas.openxmlformats.org/drawingml/2006/main" noGrp="1"/>
          </p:cNvSpPr>
          <p:nvPr/>
        </p:nvSpPr>
        <p:spPr>
          <a:xfrm xmlns:a="http://schemas.openxmlformats.org/drawingml/2006/main">
            <a:off x="4562475" y="5147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Composer</a:t>
            </a:r>
          </a:p>
        </p:txBody>
      </p:sp>
      <p:sp>
        <p:nvSpPr>
          <p:cNvPr id="99" name="dp44-comparison / n100 / path">
            <a:extLst xmlns:a="http://schemas.openxmlformats.org/drawingml/2006/main">
              <a:ext uri="{FF2B5EF4-FFF2-40B4-BE49-F238E27FC236}">
                <a16:creationId xmlns:a16="http://schemas.microsoft.com/office/drawing/2014/main" id="{EE170E89-4D51-4B02-BA5E-4B8FCE5BB86D}"/>
              </a:ext>
            </a:extLst>
          </p:cNvPr>
          <p:cNvSpPr>
            <a:spLocks xmlns:a="http://schemas.openxmlformats.org/drawingml/2006/main" noGrp="1"/>
          </p:cNvSpPr>
          <p:nvPr/>
        </p:nvSpPr>
        <p:spPr>
          <a:xfrm xmlns:a="http://schemas.openxmlformats.org/drawingml/2006/main">
            <a:off x="1571625" y="3667125"/>
            <a:ext cx="1214438" cy="1095375"/>
          </a:xfrm>
          <a:custGeom xmlns:a="http://schemas.openxmlformats.org/drawingml/2006/main">
            <a:pathLst>
              <a:path w="1214438" h="1095375">
                <a:moveTo>
                  <a:pt x="285750" y="0"/>
                </a:moveTo>
                <a:lnTo>
                  <a:pt x="0" y="0"/>
                </a:lnTo>
                <a:lnTo>
                  <a:pt x="0" y="981075"/>
                </a:lnTo>
                <a:lnTo>
                  <a:pt x="1214438" y="981075"/>
                </a:lnTo>
                <a:lnTo>
                  <a:pt x="1214438" y="1095375"/>
                </a:lnTo>
              </a:path>
            </a:pathLst>
          </a:custGeom>
          <a:noFill xmlns:a="http://schemas.openxmlformats.org/drawingml/2006/main"/>
          <a:ln xmlns:a="http://schemas.openxmlformats.org/drawingml/2006/main" w="10478">
            <a:solidFill>
              <a:srgbClr val="000000"/>
            </a:solidFill>
            <a:prstDash val="solid"/>
          </a:ln>
        </p:spPr>
      </p:sp>
      <p:sp>
        <p:nvSpPr>
          <p:cNvPr id="100" name="dp44-comparison / n100 / arrow">
            <a:extLst xmlns:a="http://schemas.openxmlformats.org/drawingml/2006/main">
              <a:ext uri="{FF2B5EF4-FFF2-40B4-BE49-F238E27FC236}">
                <a16:creationId xmlns:a16="http://schemas.microsoft.com/office/drawing/2014/main" id="{3398795E-18DD-4A1D-A30B-E3C8C7737078}"/>
              </a:ext>
            </a:extLst>
          </p:cNvPr>
          <p:cNvSpPr>
            <a:spLocks xmlns:a="http://schemas.openxmlformats.org/drawingml/2006/main" noGrp="1"/>
          </p:cNvSpPr>
          <p:nvPr/>
        </p:nvSpPr>
        <p:spPr>
          <a:xfrm xmlns:a="http://schemas.openxmlformats.org/drawingml/2006/main">
            <a:off x="2752535" y="4695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1" name="dp44-comparison / n101 / path">
            <a:extLst xmlns:a="http://schemas.openxmlformats.org/drawingml/2006/main">
              <a:ext uri="{FF2B5EF4-FFF2-40B4-BE49-F238E27FC236}">
                <a16:creationId xmlns:a16="http://schemas.microsoft.com/office/drawing/2014/main" id="{04766F42-A94D-42DF-B4FF-0306E92997BE}"/>
              </a:ext>
            </a:extLst>
          </p:cNvPr>
          <p:cNvSpPr>
            <a:spLocks xmlns:a="http://schemas.openxmlformats.org/drawingml/2006/main" noGrp="1"/>
          </p:cNvSpPr>
          <p:nvPr/>
        </p:nvSpPr>
        <p:spPr>
          <a:xfrm xmlns:a="http://schemas.openxmlformats.org/drawingml/2006/main">
            <a:off x="1476375" y="3762375"/>
            <a:ext cx="381000" cy="1157288"/>
          </a:xfrm>
          <a:custGeom xmlns:a="http://schemas.openxmlformats.org/drawingml/2006/main">
            <a:pathLst>
              <a:path w="381000" h="1157288">
                <a:moveTo>
                  <a:pt x="190500" y="1157288"/>
                </a:moveTo>
                <a:lnTo>
                  <a:pt x="0" y="1157288"/>
                </a:lnTo>
                <a:lnTo>
                  <a:pt x="0" y="0"/>
                </a:lnTo>
                <a:lnTo>
                  <a:pt x="381000" y="0"/>
                </a:lnTo>
              </a:path>
            </a:pathLst>
          </a:custGeom>
          <a:noFill xmlns:a="http://schemas.openxmlformats.org/drawingml/2006/main"/>
          <a:ln xmlns:a="http://schemas.openxmlformats.org/drawingml/2006/main" w="10478">
            <a:solidFill>
              <a:srgbClr val="B8753F"/>
            </a:solidFill>
            <a:prstDash val="dash"/>
          </a:ln>
        </p:spPr>
      </p:sp>
      <p:sp>
        <p:nvSpPr>
          <p:cNvPr id="102" name="dp44-comparison / n101 / arrow">
            <a:extLst xmlns:a="http://schemas.openxmlformats.org/drawingml/2006/main">
              <a:ext uri="{FF2B5EF4-FFF2-40B4-BE49-F238E27FC236}">
                <a16:creationId xmlns:a16="http://schemas.microsoft.com/office/drawing/2014/main" id="{A30C4458-1D49-4BB3-82AB-634697A67238}"/>
              </a:ext>
            </a:extLst>
          </p:cNvPr>
          <p:cNvSpPr>
            <a:spLocks xmlns:a="http://schemas.openxmlformats.org/drawingml/2006/main" noGrp="1"/>
          </p:cNvSpPr>
          <p:nvPr/>
        </p:nvSpPr>
        <p:spPr>
          <a:xfrm xmlns:a="http://schemas.openxmlformats.org/drawingml/2006/main">
            <a:off x="1790319" y="37288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03" name="dp44-comparison / n104">
            <a:extLst xmlns:a="http://schemas.openxmlformats.org/drawingml/2006/main">
              <a:ext uri="{FF2B5EF4-FFF2-40B4-BE49-F238E27FC236}">
                <a16:creationId xmlns:a16="http://schemas.microsoft.com/office/drawing/2014/main" id="{CE4E1ED9-0EC5-44BB-9112-E040B0494163}"/>
              </a:ext>
            </a:extLst>
          </p:cNvPr>
          <p:cNvSpPr>
            <a:spLocks xmlns:a="http://schemas.openxmlformats.org/drawingml/2006/main" noGrp="1"/>
          </p:cNvSpPr>
          <p:nvPr/>
        </p:nvSpPr>
        <p:spPr>
          <a:xfrm xmlns:a="http://schemas.openxmlformats.org/drawingml/2006/main">
            <a:off x="7000875" y="5095875"/>
            <a:ext cx="209550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104" name="dp44-comparison / n105 / text 1">
            <a:extLst xmlns:a="http://schemas.openxmlformats.org/drawingml/2006/main">
              <a:ext uri="{FF2B5EF4-FFF2-40B4-BE49-F238E27FC236}">
                <a16:creationId xmlns:a16="http://schemas.microsoft.com/office/drawing/2014/main" id="{56D14676-F9B4-4CB2-9ABD-0418FE2B37B7}"/>
              </a:ext>
            </a:extLst>
          </p:cNvPr>
          <p:cNvSpPr>
            <a:spLocks xmlns:a="http://schemas.openxmlformats.org/drawingml/2006/main" noGrp="1"/>
          </p:cNvSpPr>
          <p:nvPr/>
        </p:nvSpPr>
        <p:spPr>
          <a:xfrm xmlns:a="http://schemas.openxmlformats.org/drawingml/2006/main">
            <a:off x="7086600" y="5153978"/>
            <a:ext cx="1924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Publication Control</a:t>
            </a:r>
          </a:p>
        </p:txBody>
      </p:sp>
      <p:sp>
        <p:nvSpPr>
          <p:cNvPr id="105" name="dp44-comparison / n106 / path">
            <a:extLst xmlns:a="http://schemas.openxmlformats.org/drawingml/2006/main">
              <a:ext uri="{FF2B5EF4-FFF2-40B4-BE49-F238E27FC236}">
                <a16:creationId xmlns:a16="http://schemas.microsoft.com/office/drawing/2014/main" id="{B973028C-62AE-45C9-838A-15DDAA8D55AC}"/>
              </a:ext>
            </a:extLst>
          </p:cNvPr>
          <p:cNvSpPr>
            <a:spLocks xmlns:a="http://schemas.openxmlformats.org/drawingml/2006/main" noGrp="1"/>
          </p:cNvSpPr>
          <p:nvPr/>
        </p:nvSpPr>
        <p:spPr>
          <a:xfrm xmlns:a="http://schemas.openxmlformats.org/drawingml/2006/main">
            <a:off x="3405188" y="3857625"/>
            <a:ext cx="2166938" cy="1238250"/>
          </a:xfrm>
          <a:custGeom xmlns:a="http://schemas.openxmlformats.org/drawingml/2006/main">
            <a:pathLst>
              <a:path w="2166938" h="1238250">
                <a:moveTo>
                  <a:pt x="0" y="0"/>
                </a:moveTo>
                <a:lnTo>
                  <a:pt x="0" y="704850"/>
                </a:lnTo>
                <a:lnTo>
                  <a:pt x="2166938" y="704850"/>
                </a:lnTo>
                <a:lnTo>
                  <a:pt x="2166938" y="1238250"/>
                </a:lnTo>
              </a:path>
            </a:pathLst>
          </a:custGeom>
          <a:noFill xmlns:a="http://schemas.openxmlformats.org/drawingml/2006/main"/>
          <a:ln xmlns:a="http://schemas.openxmlformats.org/drawingml/2006/main" w="10478">
            <a:solidFill>
              <a:srgbClr val="B8753F"/>
            </a:solidFill>
            <a:prstDash val="solid"/>
          </a:ln>
        </p:spPr>
      </p:sp>
      <p:sp>
        <p:nvSpPr>
          <p:cNvPr id="106" name="dp44-comparison / n106 / arrow">
            <a:extLst xmlns:a="http://schemas.openxmlformats.org/drawingml/2006/main">
              <a:ext uri="{FF2B5EF4-FFF2-40B4-BE49-F238E27FC236}">
                <a16:creationId xmlns:a16="http://schemas.microsoft.com/office/drawing/2014/main" id="{20A69C2D-A483-4C96-ADCF-2830795BAE73}"/>
              </a:ext>
            </a:extLst>
          </p:cNvPr>
          <p:cNvSpPr>
            <a:spLocks xmlns:a="http://schemas.openxmlformats.org/drawingml/2006/main" noGrp="1"/>
          </p:cNvSpPr>
          <p:nvPr/>
        </p:nvSpPr>
        <p:spPr>
          <a:xfrm xmlns:a="http://schemas.openxmlformats.org/drawingml/2006/main">
            <a:off x="5538597"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07" name="dp44-comparison / n107 / path">
            <a:extLst xmlns:a="http://schemas.openxmlformats.org/drawingml/2006/main">
              <a:ext uri="{FF2B5EF4-FFF2-40B4-BE49-F238E27FC236}">
                <a16:creationId xmlns:a16="http://schemas.microsoft.com/office/drawing/2014/main" id="{FF4CD489-AE61-4C08-A4B4-8B3A3F196062}"/>
              </a:ext>
            </a:extLst>
          </p:cNvPr>
          <p:cNvSpPr>
            <a:spLocks xmlns:a="http://schemas.openxmlformats.org/drawingml/2006/main" noGrp="1"/>
          </p:cNvSpPr>
          <p:nvPr/>
        </p:nvSpPr>
        <p:spPr>
          <a:xfrm xmlns:a="http://schemas.openxmlformats.org/drawingml/2006/main">
            <a:off x="4572000" y="3752850"/>
            <a:ext cx="1333500" cy="1343025"/>
          </a:xfrm>
          <a:custGeom xmlns:a="http://schemas.openxmlformats.org/drawingml/2006/main">
            <a:pathLst>
              <a:path w="1333500" h="1343025">
                <a:moveTo>
                  <a:pt x="1333500" y="1343025"/>
                </a:moveTo>
                <a:lnTo>
                  <a:pt x="1333500" y="857250"/>
                </a:lnTo>
                <a:lnTo>
                  <a:pt x="95250" y="857250"/>
                </a:lnTo>
                <a:lnTo>
                  <a:pt x="95250" y="0"/>
                </a:lnTo>
                <a:lnTo>
                  <a:pt x="0" y="0"/>
                </a:lnTo>
              </a:path>
            </a:pathLst>
          </a:custGeom>
          <a:noFill xmlns:a="http://schemas.openxmlformats.org/drawingml/2006/main"/>
          <a:ln xmlns:a="http://schemas.openxmlformats.org/drawingml/2006/main" w="10478">
            <a:solidFill>
              <a:srgbClr val="B8753F"/>
            </a:solidFill>
            <a:prstDash val="dash"/>
          </a:ln>
        </p:spPr>
      </p:sp>
      <p:sp>
        <p:nvSpPr>
          <p:cNvPr id="108" name="dp44-comparison / n107 / arrow">
            <a:extLst xmlns:a="http://schemas.openxmlformats.org/drawingml/2006/main">
              <a:ext uri="{FF2B5EF4-FFF2-40B4-BE49-F238E27FC236}">
                <a16:creationId xmlns:a16="http://schemas.microsoft.com/office/drawing/2014/main" id="{77CA2242-139E-4741-89B1-960A209A7ACE}"/>
              </a:ext>
            </a:extLst>
          </p:cNvPr>
          <p:cNvSpPr>
            <a:spLocks xmlns:a="http://schemas.openxmlformats.org/drawingml/2006/main" noGrp="1"/>
          </p:cNvSpPr>
          <p:nvPr/>
        </p:nvSpPr>
        <p:spPr>
          <a:xfrm xmlns:a="http://schemas.openxmlformats.org/drawingml/2006/main">
            <a:off x="4572000" y="37193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109" name="dp44-comparison / n108 / path">
            <a:extLst xmlns:a="http://schemas.openxmlformats.org/drawingml/2006/main">
              <a:ext uri="{FF2B5EF4-FFF2-40B4-BE49-F238E27FC236}">
                <a16:creationId xmlns:a16="http://schemas.microsoft.com/office/drawing/2014/main" id="{905A5976-2DF6-4B66-9491-32462E7E67CE}"/>
              </a:ext>
            </a:extLst>
          </p:cNvPr>
          <p:cNvSpPr>
            <a:spLocks xmlns:a="http://schemas.openxmlformats.org/drawingml/2006/main" noGrp="1"/>
          </p:cNvSpPr>
          <p:nvPr/>
        </p:nvSpPr>
        <p:spPr>
          <a:xfrm xmlns:a="http://schemas.openxmlformats.org/drawingml/2006/main">
            <a:off x="4572000" y="3600450"/>
            <a:ext cx="3476625" cy="1495425"/>
          </a:xfrm>
          <a:custGeom xmlns:a="http://schemas.openxmlformats.org/drawingml/2006/main">
            <a:pathLst>
              <a:path w="3476625" h="1495425">
                <a:moveTo>
                  <a:pt x="0" y="0"/>
                </a:moveTo>
                <a:lnTo>
                  <a:pt x="238125" y="0"/>
                </a:lnTo>
                <a:lnTo>
                  <a:pt x="238125" y="923925"/>
                </a:lnTo>
                <a:lnTo>
                  <a:pt x="3476625" y="923925"/>
                </a:lnTo>
                <a:lnTo>
                  <a:pt x="3476625" y="1495425"/>
                </a:lnTo>
              </a:path>
            </a:pathLst>
          </a:custGeom>
          <a:noFill xmlns:a="http://schemas.openxmlformats.org/drawingml/2006/main"/>
          <a:ln xmlns:a="http://schemas.openxmlformats.org/drawingml/2006/main" w="10478">
            <a:solidFill>
              <a:srgbClr val="B8753F"/>
            </a:solidFill>
            <a:prstDash val="solid"/>
          </a:ln>
        </p:spPr>
      </p:sp>
      <p:sp>
        <p:nvSpPr>
          <p:cNvPr id="110" name="dp44-comparison / n108 / arrow">
            <a:extLst xmlns:a="http://schemas.openxmlformats.org/drawingml/2006/main">
              <a:ext uri="{FF2B5EF4-FFF2-40B4-BE49-F238E27FC236}">
                <a16:creationId xmlns:a16="http://schemas.microsoft.com/office/drawing/2014/main" id="{C32BFFA3-FAEA-4C30-A7B6-B07B073932F1}"/>
              </a:ext>
            </a:extLst>
          </p:cNvPr>
          <p:cNvSpPr>
            <a:spLocks xmlns:a="http://schemas.openxmlformats.org/drawingml/2006/main" noGrp="1"/>
          </p:cNvSpPr>
          <p:nvPr/>
        </p:nvSpPr>
        <p:spPr>
          <a:xfrm xmlns:a="http://schemas.openxmlformats.org/drawingml/2006/main">
            <a:off x="8015097"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11" name="dp44-comparison / n117 / path">
            <a:extLst xmlns:a="http://schemas.openxmlformats.org/drawingml/2006/main">
              <a:ext uri="{FF2B5EF4-FFF2-40B4-BE49-F238E27FC236}">
                <a16:creationId xmlns:a16="http://schemas.microsoft.com/office/drawing/2014/main" id="{FD97C543-43B3-4147-B5C0-F2A81D5E8B8E}"/>
              </a:ext>
            </a:extLst>
          </p:cNvPr>
          <p:cNvSpPr>
            <a:spLocks xmlns:a="http://schemas.openxmlformats.org/drawingml/2006/main" noGrp="1"/>
          </p:cNvSpPr>
          <p:nvPr/>
        </p:nvSpPr>
        <p:spPr>
          <a:xfrm xmlns:a="http://schemas.openxmlformats.org/drawingml/2006/main">
            <a:off x="1571625" y="63341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12" name="dp44-comparison / n120">
            <a:extLst xmlns:a="http://schemas.openxmlformats.org/drawingml/2006/main">
              <a:ext uri="{FF2B5EF4-FFF2-40B4-BE49-F238E27FC236}">
                <a16:creationId xmlns:a16="http://schemas.microsoft.com/office/drawing/2014/main" id="{D2739D29-AB98-47EF-A3D3-5DA658434500}"/>
              </a:ext>
            </a:extLst>
          </p:cNvPr>
          <p:cNvSpPr>
            <a:spLocks xmlns:a="http://schemas.openxmlformats.org/drawingml/2006/main" noGrp="1"/>
          </p:cNvSpPr>
          <p:nvPr/>
        </p:nvSpPr>
        <p:spPr>
          <a:xfrm xmlns:a="http://schemas.openxmlformats.org/drawingml/2006/main">
            <a:off x="166687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3" name="dp44-comparison / n121 / text 1">
            <a:extLst xmlns:a="http://schemas.openxmlformats.org/drawingml/2006/main">
              <a:ext uri="{FF2B5EF4-FFF2-40B4-BE49-F238E27FC236}">
                <a16:creationId xmlns:a16="http://schemas.microsoft.com/office/drawing/2014/main" id="{E9AD8854-950A-4561-9833-DDD05979E820}"/>
              </a:ext>
            </a:extLst>
          </p:cNvPr>
          <p:cNvSpPr>
            <a:spLocks xmlns:a="http://schemas.openxmlformats.org/drawingml/2006/main" noGrp="1"/>
          </p:cNvSpPr>
          <p:nvPr/>
        </p:nvSpPr>
        <p:spPr>
          <a:xfrm xmlns:a="http://schemas.openxmlformats.org/drawingml/2006/main">
            <a:off x="175260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Meaning1 완료</a:t>
            </a:r>
          </a:p>
        </p:txBody>
      </p:sp>
      <p:sp>
        <p:nvSpPr>
          <p:cNvPr id="114" name="dp44-comparison / n122">
            <a:extLst xmlns:a="http://schemas.openxmlformats.org/drawingml/2006/main">
              <a:ext uri="{FF2B5EF4-FFF2-40B4-BE49-F238E27FC236}">
                <a16:creationId xmlns:a16="http://schemas.microsoft.com/office/drawing/2014/main" id="{F5A93C6E-A52F-45E8-AB79-C1A1BF050B56}"/>
              </a:ext>
            </a:extLst>
          </p:cNvPr>
          <p:cNvSpPr>
            <a:spLocks xmlns:a="http://schemas.openxmlformats.org/drawingml/2006/main" noGrp="1"/>
          </p:cNvSpPr>
          <p:nvPr/>
        </p:nvSpPr>
        <p:spPr>
          <a:xfrm xmlns:a="http://schemas.openxmlformats.org/drawingml/2006/main">
            <a:off x="433387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5" name="dp44-comparison / n123 / text 1">
            <a:extLst xmlns:a="http://schemas.openxmlformats.org/drawingml/2006/main">
              <a:ext uri="{FF2B5EF4-FFF2-40B4-BE49-F238E27FC236}">
                <a16:creationId xmlns:a16="http://schemas.microsoft.com/office/drawing/2014/main" id="{3CCBF0ED-83DA-4D92-ABE0-28B203856B5B}"/>
              </a:ext>
            </a:extLst>
          </p:cNvPr>
          <p:cNvSpPr>
            <a:spLocks xmlns:a="http://schemas.openxmlformats.org/drawingml/2006/main" noGrp="1"/>
          </p:cNvSpPr>
          <p:nvPr/>
        </p:nvSpPr>
        <p:spPr>
          <a:xfrm xmlns:a="http://schemas.openxmlformats.org/drawingml/2006/main">
            <a:off x="441960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Dispatcher: 준비 지시</a:t>
            </a:r>
          </a:p>
        </p:txBody>
      </p:sp>
      <p:sp>
        <p:nvSpPr>
          <p:cNvPr id="116" name="dp44-comparison / n124 / path">
            <a:extLst xmlns:a="http://schemas.openxmlformats.org/drawingml/2006/main">
              <a:ext uri="{FF2B5EF4-FFF2-40B4-BE49-F238E27FC236}">
                <a16:creationId xmlns:a16="http://schemas.microsoft.com/office/drawing/2014/main" id="{278BE31C-6CFD-4B33-B6C8-E53BD35BFD95}"/>
              </a:ext>
            </a:extLst>
          </p:cNvPr>
          <p:cNvSpPr>
            <a:spLocks xmlns:a="http://schemas.openxmlformats.org/drawingml/2006/main" noGrp="1"/>
          </p:cNvSpPr>
          <p:nvPr/>
        </p:nvSpPr>
        <p:spPr>
          <a:xfrm xmlns:a="http://schemas.openxmlformats.org/drawingml/2006/main">
            <a:off x="390525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17" name="dp44-comparison / n124 / arrow">
            <a:extLst xmlns:a="http://schemas.openxmlformats.org/drawingml/2006/main">
              <a:ext uri="{FF2B5EF4-FFF2-40B4-BE49-F238E27FC236}">
                <a16:creationId xmlns:a16="http://schemas.microsoft.com/office/drawing/2014/main" id="{BEC3F258-28DD-41EB-BFA2-DE521F3269FE}"/>
              </a:ext>
            </a:extLst>
          </p:cNvPr>
          <p:cNvSpPr>
            <a:spLocks xmlns:a="http://schemas.openxmlformats.org/drawingml/2006/main" noGrp="1"/>
          </p:cNvSpPr>
          <p:nvPr/>
        </p:nvSpPr>
        <p:spPr>
          <a:xfrm xmlns:a="http://schemas.openxmlformats.org/drawingml/2006/main">
            <a:off x="426681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18" name="dp44-comparison / n125">
            <a:extLst xmlns:a="http://schemas.openxmlformats.org/drawingml/2006/main">
              <a:ext uri="{FF2B5EF4-FFF2-40B4-BE49-F238E27FC236}">
                <a16:creationId xmlns:a16="http://schemas.microsoft.com/office/drawing/2014/main" id="{C50AE916-D9EA-4580-85C1-749ADAB818E0}"/>
              </a:ext>
            </a:extLst>
          </p:cNvPr>
          <p:cNvSpPr>
            <a:spLocks xmlns:a="http://schemas.openxmlformats.org/drawingml/2006/main" noGrp="1"/>
          </p:cNvSpPr>
          <p:nvPr/>
        </p:nvSpPr>
        <p:spPr>
          <a:xfrm xmlns:a="http://schemas.openxmlformats.org/drawingml/2006/main">
            <a:off x="7000875" y="66198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9" name="dp44-comparison / n126 / text 1">
            <a:extLst xmlns:a="http://schemas.openxmlformats.org/drawingml/2006/main">
              <a:ext uri="{FF2B5EF4-FFF2-40B4-BE49-F238E27FC236}">
                <a16:creationId xmlns:a16="http://schemas.microsoft.com/office/drawing/2014/main" id="{45FDED3B-D4A4-433F-BE35-65D922F19A4E}"/>
              </a:ext>
            </a:extLst>
          </p:cNvPr>
          <p:cNvSpPr>
            <a:spLocks xmlns:a="http://schemas.openxmlformats.org/drawingml/2006/main" noGrp="1"/>
          </p:cNvSpPr>
          <p:nvPr/>
        </p:nvSpPr>
        <p:spPr>
          <a:xfrm xmlns:a="http://schemas.openxmlformats.org/drawingml/2006/main">
            <a:off x="7086600" y="66555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Composer: 후보 반환</a:t>
            </a:r>
          </a:p>
        </p:txBody>
      </p:sp>
      <p:sp>
        <p:nvSpPr>
          <p:cNvPr id="120" name="dp44-comparison / n127 / path">
            <a:extLst xmlns:a="http://schemas.openxmlformats.org/drawingml/2006/main">
              <a:ext uri="{FF2B5EF4-FFF2-40B4-BE49-F238E27FC236}">
                <a16:creationId xmlns:a16="http://schemas.microsoft.com/office/drawing/2014/main" id="{9074C024-5967-4252-AEDC-333FEB3FCC29}"/>
              </a:ext>
            </a:extLst>
          </p:cNvPr>
          <p:cNvSpPr>
            <a:spLocks xmlns:a="http://schemas.openxmlformats.org/drawingml/2006/main" noGrp="1"/>
          </p:cNvSpPr>
          <p:nvPr/>
        </p:nvSpPr>
        <p:spPr>
          <a:xfrm xmlns:a="http://schemas.openxmlformats.org/drawingml/2006/main">
            <a:off x="657225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1" name="dp44-comparison / n127 / arrow">
            <a:extLst xmlns:a="http://schemas.openxmlformats.org/drawingml/2006/main">
              <a:ext uri="{FF2B5EF4-FFF2-40B4-BE49-F238E27FC236}">
                <a16:creationId xmlns:a16="http://schemas.microsoft.com/office/drawing/2014/main" id="{9198A98F-B49A-4411-BC6D-EF0013A3515B}"/>
              </a:ext>
            </a:extLst>
          </p:cNvPr>
          <p:cNvSpPr>
            <a:spLocks xmlns:a="http://schemas.openxmlformats.org/drawingml/2006/main" noGrp="1"/>
          </p:cNvSpPr>
          <p:nvPr/>
        </p:nvSpPr>
        <p:spPr>
          <a:xfrm xmlns:a="http://schemas.openxmlformats.org/drawingml/2006/main">
            <a:off x="693381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22" name="dp44-comparison / n128 / path">
            <a:extLst xmlns:a="http://schemas.openxmlformats.org/drawingml/2006/main">
              <a:ext uri="{FF2B5EF4-FFF2-40B4-BE49-F238E27FC236}">
                <a16:creationId xmlns:a16="http://schemas.microsoft.com/office/drawing/2014/main" id="{96461626-3CB9-498C-8018-4AF93EB15116}"/>
              </a:ext>
            </a:extLst>
          </p:cNvPr>
          <p:cNvSpPr>
            <a:spLocks xmlns:a="http://schemas.openxmlformats.org/drawingml/2006/main" noGrp="1"/>
          </p:cNvSpPr>
          <p:nvPr/>
        </p:nvSpPr>
        <p:spPr>
          <a:xfrm xmlns:a="http://schemas.openxmlformats.org/drawingml/2006/main">
            <a:off x="5453063" y="6877050"/>
            <a:ext cx="2643188" cy="133350"/>
          </a:xfrm>
          <a:custGeom xmlns:a="http://schemas.openxmlformats.org/drawingml/2006/main">
            <a:pathLst>
              <a:path w="2643188" h="133350">
                <a:moveTo>
                  <a:pt x="2643188" y="0"/>
                </a:moveTo>
                <a:lnTo>
                  <a:pt x="2643188" y="133350"/>
                </a:lnTo>
                <a:lnTo>
                  <a:pt x="0" y="133350"/>
                </a:lnTo>
                <a:lnTo>
                  <a:pt x="0" y="0"/>
                </a:lnTo>
              </a:path>
            </a:pathLst>
          </a:custGeom>
          <a:noFill xmlns:a="http://schemas.openxmlformats.org/drawingml/2006/main"/>
          <a:ln xmlns:a="http://schemas.openxmlformats.org/drawingml/2006/main" w="10478">
            <a:solidFill>
              <a:srgbClr val="B8753F"/>
            </a:solidFill>
            <a:prstDash val="dash"/>
          </a:ln>
        </p:spPr>
      </p:sp>
      <p:sp>
        <p:nvSpPr>
          <p:cNvPr id="123" name="dp44-comparison / n128 / arrow">
            <a:extLst xmlns:a="http://schemas.openxmlformats.org/drawingml/2006/main">
              <a:ext uri="{FF2B5EF4-FFF2-40B4-BE49-F238E27FC236}">
                <a16:creationId xmlns:a16="http://schemas.microsoft.com/office/drawing/2014/main" id="{75E3ECF2-4006-4866-A261-F61AC68AE1AC}"/>
              </a:ext>
            </a:extLst>
          </p:cNvPr>
          <p:cNvSpPr>
            <a:spLocks xmlns:a="http://schemas.openxmlformats.org/drawingml/2006/main" noGrp="1"/>
          </p:cNvSpPr>
          <p:nvPr/>
        </p:nvSpPr>
        <p:spPr>
          <a:xfrm xmlns:a="http://schemas.openxmlformats.org/drawingml/2006/main">
            <a:off x="5419535" y="687705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124" name="dp44-comparison / n133">
            <a:extLst xmlns:a="http://schemas.openxmlformats.org/drawingml/2006/main">
              <a:ext uri="{FF2B5EF4-FFF2-40B4-BE49-F238E27FC236}">
                <a16:creationId xmlns:a16="http://schemas.microsoft.com/office/drawing/2014/main" id="{90D04728-CB1C-4AF8-B623-6D3DD34A12B9}"/>
              </a:ext>
            </a:extLst>
          </p:cNvPr>
          <p:cNvSpPr>
            <a:spLocks xmlns:a="http://schemas.openxmlformats.org/drawingml/2006/main" noGrp="1"/>
          </p:cNvSpPr>
          <p:nvPr/>
        </p:nvSpPr>
        <p:spPr>
          <a:xfrm xmlns:a="http://schemas.openxmlformats.org/drawingml/2006/main">
            <a:off x="166687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5" name="dp44-comparison / n134 / text 1">
            <a:extLst xmlns:a="http://schemas.openxmlformats.org/drawingml/2006/main">
              <a:ext uri="{FF2B5EF4-FFF2-40B4-BE49-F238E27FC236}">
                <a16:creationId xmlns:a16="http://schemas.microsoft.com/office/drawing/2014/main" id="{561EFC8A-2A82-408D-8855-B80B1335F3FE}"/>
              </a:ext>
            </a:extLst>
          </p:cNvPr>
          <p:cNvSpPr>
            <a:spLocks xmlns:a="http://schemas.openxmlformats.org/drawingml/2006/main" noGrp="1"/>
          </p:cNvSpPr>
          <p:nvPr/>
        </p:nvSpPr>
        <p:spPr>
          <a:xfrm xmlns:a="http://schemas.openxmlformats.org/drawingml/2006/main">
            <a:off x="175260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옛 응답 준비 완료</a:t>
            </a:r>
          </a:p>
        </p:txBody>
      </p:sp>
      <p:sp>
        <p:nvSpPr>
          <p:cNvPr id="126" name="dp44-comparison / n135">
            <a:extLst xmlns:a="http://schemas.openxmlformats.org/drawingml/2006/main">
              <a:ext uri="{FF2B5EF4-FFF2-40B4-BE49-F238E27FC236}">
                <a16:creationId xmlns:a16="http://schemas.microsoft.com/office/drawing/2014/main" id="{6EE998E5-82CD-4A04-A3B7-3A837D6EAB82}"/>
              </a:ext>
            </a:extLst>
          </p:cNvPr>
          <p:cNvSpPr>
            <a:spLocks xmlns:a="http://schemas.openxmlformats.org/drawingml/2006/main" noGrp="1"/>
          </p:cNvSpPr>
          <p:nvPr/>
        </p:nvSpPr>
        <p:spPr>
          <a:xfrm xmlns:a="http://schemas.openxmlformats.org/drawingml/2006/main">
            <a:off x="433387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7" name="dp44-comparison / n136 / text 1">
            <a:extLst xmlns:a="http://schemas.openxmlformats.org/drawingml/2006/main">
              <a:ext uri="{FF2B5EF4-FFF2-40B4-BE49-F238E27FC236}">
                <a16:creationId xmlns:a16="http://schemas.microsoft.com/office/drawing/2014/main" id="{48208C9F-CDE4-4AA8-9C76-ED115EC79CF7}"/>
              </a:ext>
            </a:extLst>
          </p:cNvPr>
          <p:cNvSpPr>
            <a:spLocks xmlns:a="http://schemas.openxmlformats.org/drawingml/2006/main" noGrp="1"/>
          </p:cNvSpPr>
          <p:nvPr/>
        </p:nvSpPr>
        <p:spPr>
          <a:xfrm xmlns:a="http://schemas.openxmlformats.org/drawingml/2006/main">
            <a:off x="441960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Dispatcher: 현재성 검사</a:t>
            </a:r>
          </a:p>
        </p:txBody>
      </p:sp>
      <p:sp>
        <p:nvSpPr>
          <p:cNvPr id="128" name="dp44-comparison / n137 / path">
            <a:extLst xmlns:a="http://schemas.openxmlformats.org/drawingml/2006/main">
              <a:ext uri="{FF2B5EF4-FFF2-40B4-BE49-F238E27FC236}">
                <a16:creationId xmlns:a16="http://schemas.microsoft.com/office/drawing/2014/main" id="{9043EE74-85D0-4B1F-9AC1-3F1712AE4D66}"/>
              </a:ext>
            </a:extLst>
          </p:cNvPr>
          <p:cNvSpPr>
            <a:spLocks xmlns:a="http://schemas.openxmlformats.org/drawingml/2006/main" noGrp="1"/>
          </p:cNvSpPr>
          <p:nvPr/>
        </p:nvSpPr>
        <p:spPr>
          <a:xfrm xmlns:a="http://schemas.openxmlformats.org/drawingml/2006/main">
            <a:off x="390525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9" name="dp44-comparison / n137 / arrow">
            <a:extLst xmlns:a="http://schemas.openxmlformats.org/drawingml/2006/main">
              <a:ext uri="{FF2B5EF4-FFF2-40B4-BE49-F238E27FC236}">
                <a16:creationId xmlns:a16="http://schemas.microsoft.com/office/drawing/2014/main" id="{712EFA9B-B55A-4CF6-9538-D32EAB30E46F}"/>
              </a:ext>
            </a:extLst>
          </p:cNvPr>
          <p:cNvSpPr>
            <a:spLocks xmlns:a="http://schemas.openxmlformats.org/drawingml/2006/main" noGrp="1"/>
          </p:cNvSpPr>
          <p:nvPr/>
        </p:nvSpPr>
        <p:spPr>
          <a:xfrm xmlns:a="http://schemas.openxmlformats.org/drawingml/2006/main">
            <a:off x="426681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0" name="dp44-comparison / n138">
            <a:extLst xmlns:a="http://schemas.openxmlformats.org/drawingml/2006/main">
              <a:ext uri="{FF2B5EF4-FFF2-40B4-BE49-F238E27FC236}">
                <a16:creationId xmlns:a16="http://schemas.microsoft.com/office/drawing/2014/main" id="{68CDFE97-FDBD-4975-B9C0-B4FAC12720DD}"/>
              </a:ext>
            </a:extLst>
          </p:cNvPr>
          <p:cNvSpPr>
            <a:spLocks xmlns:a="http://schemas.openxmlformats.org/drawingml/2006/main" noGrp="1"/>
          </p:cNvSpPr>
          <p:nvPr/>
        </p:nvSpPr>
        <p:spPr>
          <a:xfrm xmlns:a="http://schemas.openxmlformats.org/drawingml/2006/main">
            <a:off x="7000875" y="7286625"/>
            <a:ext cx="2190750"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1" name="dp44-comparison / n139 / text 1">
            <a:extLst xmlns:a="http://schemas.openxmlformats.org/drawingml/2006/main">
              <a:ext uri="{FF2B5EF4-FFF2-40B4-BE49-F238E27FC236}">
                <a16:creationId xmlns:a16="http://schemas.microsoft.com/office/drawing/2014/main" id="{B811A49B-39A1-455B-81E5-59898E583A75}"/>
              </a:ext>
            </a:extLst>
          </p:cNvPr>
          <p:cNvSpPr>
            <a:spLocks xmlns:a="http://schemas.openxmlformats.org/drawingml/2006/main" noGrp="1"/>
          </p:cNvSpPr>
          <p:nvPr/>
        </p:nvSpPr>
        <p:spPr>
          <a:xfrm xmlns:a="http://schemas.openxmlformats.org/drawingml/2006/main">
            <a:off x="7086600" y="7317581"/>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중앙에서 무효 후보 폐기</a:t>
            </a:r>
          </a:p>
        </p:txBody>
      </p:sp>
      <p:sp>
        <p:nvSpPr>
          <p:cNvPr id="132" name="dp44-comparison / n140 / path">
            <a:extLst xmlns:a="http://schemas.openxmlformats.org/drawingml/2006/main">
              <a:ext uri="{FF2B5EF4-FFF2-40B4-BE49-F238E27FC236}">
                <a16:creationId xmlns:a16="http://schemas.microsoft.com/office/drawing/2014/main" id="{B258BD81-9FDA-4151-8781-897A5D7BDB00}"/>
              </a:ext>
            </a:extLst>
          </p:cNvPr>
          <p:cNvSpPr>
            <a:spLocks xmlns:a="http://schemas.openxmlformats.org/drawingml/2006/main" noGrp="1"/>
          </p:cNvSpPr>
          <p:nvPr/>
        </p:nvSpPr>
        <p:spPr>
          <a:xfrm xmlns:a="http://schemas.openxmlformats.org/drawingml/2006/main">
            <a:off x="657225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3" name="dp44-comparison / n140 / arrow">
            <a:extLst xmlns:a="http://schemas.openxmlformats.org/drawingml/2006/main">
              <a:ext uri="{FF2B5EF4-FFF2-40B4-BE49-F238E27FC236}">
                <a16:creationId xmlns:a16="http://schemas.microsoft.com/office/drawing/2014/main" id="{536EE20C-A226-4582-B302-20F16CB4500B}"/>
              </a:ext>
            </a:extLst>
          </p:cNvPr>
          <p:cNvSpPr>
            <a:spLocks xmlns:a="http://schemas.openxmlformats.org/drawingml/2006/main" noGrp="1"/>
          </p:cNvSpPr>
          <p:nvPr/>
        </p:nvSpPr>
        <p:spPr>
          <a:xfrm xmlns:a="http://schemas.openxmlformats.org/drawingml/2006/main">
            <a:off x="693381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4" name="dp44-comparison / n76">
            <a:extLst xmlns:a="http://schemas.openxmlformats.org/drawingml/2006/main">
              <a:ext uri="{FF2B5EF4-FFF2-40B4-BE49-F238E27FC236}">
                <a16:creationId xmlns:a16="http://schemas.microsoft.com/office/drawing/2014/main" id="{F289C4E9-DE90-44E9-A4BF-1724F11E58C6}"/>
              </a:ext>
            </a:extLst>
          </p:cNvPr>
          <p:cNvSpPr>
            <a:spLocks xmlns:a="http://schemas.openxmlformats.org/drawingml/2006/main" noGrp="1"/>
          </p:cNvSpPr>
          <p:nvPr/>
        </p:nvSpPr>
        <p:spPr>
          <a:xfrm xmlns:a="http://schemas.openxmlformats.org/drawingml/2006/main">
            <a:off x="1647825" y="2771775"/>
            <a:ext cx="243935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5" name="dp44-comparison / n77 / text 1">
            <a:extLst xmlns:a="http://schemas.openxmlformats.org/drawingml/2006/main">
              <a:ext uri="{FF2B5EF4-FFF2-40B4-BE49-F238E27FC236}">
                <a16:creationId xmlns:a16="http://schemas.microsoft.com/office/drawing/2014/main" id="{05E739A1-FAF3-472D-BE01-11592BC16012}"/>
              </a:ext>
            </a:extLst>
          </p:cNvPr>
          <p:cNvSpPr>
            <a:spLocks xmlns:a="http://schemas.openxmlformats.org/drawingml/2006/main" noGrp="1"/>
          </p:cNvSpPr>
          <p:nvPr/>
        </p:nvSpPr>
        <p:spPr>
          <a:xfrm xmlns:a="http://schemas.openxmlformats.org/drawingml/2006/main">
            <a:off x="1666875" y="2781300"/>
            <a:ext cx="39052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“잠깐, 표부터 설명해줘”</a:t>
            </a:r>
          </a:p>
        </p:txBody>
      </p:sp>
      <p:sp>
        <p:nvSpPr>
          <p:cNvPr id="136" name="dp44-comparison / n78">
            <a:extLst xmlns:a="http://schemas.openxmlformats.org/drawingml/2006/main">
              <a:ext uri="{FF2B5EF4-FFF2-40B4-BE49-F238E27FC236}">
                <a16:creationId xmlns:a16="http://schemas.microsoft.com/office/drawing/2014/main" id="{87DB0927-C4C4-412A-88E4-4482D65E7446}"/>
              </a:ext>
            </a:extLst>
          </p:cNvPr>
          <p:cNvSpPr>
            <a:spLocks xmlns:a="http://schemas.openxmlformats.org/drawingml/2006/main" noGrp="1"/>
          </p:cNvSpPr>
          <p:nvPr/>
        </p:nvSpPr>
        <p:spPr>
          <a:xfrm xmlns:a="http://schemas.openxmlformats.org/drawingml/2006/main">
            <a:off x="6315075" y="2771775"/>
            <a:ext cx="255651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7" name="dp44-comparison / n79 / text 1">
            <a:extLst xmlns:a="http://schemas.openxmlformats.org/drawingml/2006/main">
              <a:ext uri="{FF2B5EF4-FFF2-40B4-BE49-F238E27FC236}">
                <a16:creationId xmlns:a16="http://schemas.microsoft.com/office/drawing/2014/main" id="{53E92F3B-5DFA-4305-8DBD-F9FB2F35048C}"/>
              </a:ext>
            </a:extLst>
          </p:cNvPr>
          <p:cNvSpPr>
            <a:spLocks xmlns:a="http://schemas.openxmlformats.org/drawingml/2006/main" noGrp="1"/>
          </p:cNvSpPr>
          <p:nvPr/>
        </p:nvSpPr>
        <p:spPr>
          <a:xfrm xmlns:a="http://schemas.openxmlformats.org/drawingml/2006/main">
            <a:off x="6334125" y="2781300"/>
            <a:ext cx="304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Task1 메일 / Question1 수신자 질문</a:t>
            </a:r>
          </a:p>
        </p:txBody>
      </p:sp>
      <p:sp>
        <p:nvSpPr>
          <p:cNvPr id="138" name="dp44-comparison / n90">
            <a:extLst xmlns:a="http://schemas.openxmlformats.org/drawingml/2006/main">
              <a:ext uri="{FF2B5EF4-FFF2-40B4-BE49-F238E27FC236}">
                <a16:creationId xmlns:a16="http://schemas.microsoft.com/office/drawing/2014/main" id="{D5F23B8E-2E9C-4EF4-BD29-A448075A1747}"/>
              </a:ext>
            </a:extLst>
          </p:cNvPr>
          <p:cNvSpPr>
            <a:spLocks xmlns:a="http://schemas.openxmlformats.org/drawingml/2006/main" noGrp="1"/>
          </p:cNvSpPr>
          <p:nvPr/>
        </p:nvSpPr>
        <p:spPr>
          <a:xfrm xmlns:a="http://schemas.openxmlformats.org/drawingml/2006/main">
            <a:off x="1838325" y="4038600"/>
            <a:ext cx="2650808"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9" name="dp44-comparison / n91 / text 1">
            <a:extLst xmlns:a="http://schemas.openxmlformats.org/drawingml/2006/main">
              <a:ext uri="{FF2B5EF4-FFF2-40B4-BE49-F238E27FC236}">
                <a16:creationId xmlns:a16="http://schemas.microsoft.com/office/drawing/2014/main" id="{E0FA0537-9907-4006-A3B4-7CBCDEDDA618}"/>
              </a:ext>
            </a:extLst>
          </p:cNvPr>
          <p:cNvSpPr>
            <a:spLocks xmlns:a="http://schemas.openxmlformats.org/drawingml/2006/main" noGrp="1"/>
          </p:cNvSpPr>
          <p:nvPr/>
        </p:nvSpPr>
        <p:spPr>
          <a:xfrm xmlns:a="http://schemas.openxmlformats.org/drawingml/2006/main">
            <a:off x="1857375" y="4048125"/>
            <a:ext cx="37147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000000"/>
                </a:solidFill>
                <a:latin typeface="Apple SD Gothic Neo"/>
                <a:ea typeface="Apple SD Gothic Neo"/>
                <a:cs typeface="Apple SD Gothic Neo"/>
              </a:defRPr>
            </a:pPr>
            <a:r>
              <a:rPr sz="1275" b="0">
                <a:solidFill>
                  <a:srgbClr val="000000"/>
                </a:solidFill>
                <a:latin typeface="Apple SD Gothic Neo"/>
                <a:ea typeface="Apple SD Gothic Neo"/>
                <a:cs typeface="Apple SD Gothic Neo"/>
              </a:rPr>
              <a:t>다음 실행 지시와 완료 결과 회수</a:t>
            </a:r>
          </a:p>
        </p:txBody>
      </p:sp>
      <p:sp>
        <p:nvSpPr>
          <p:cNvPr id="140" name="dp44-comparison / n92">
            <a:extLst xmlns:a="http://schemas.openxmlformats.org/drawingml/2006/main">
              <a:ext uri="{FF2B5EF4-FFF2-40B4-BE49-F238E27FC236}">
                <a16:creationId xmlns:a16="http://schemas.microsoft.com/office/drawing/2014/main" id="{11B5A139-4F14-42BD-93BC-A7AD2BF9C3EF}"/>
              </a:ext>
            </a:extLst>
          </p:cNvPr>
          <p:cNvSpPr>
            <a:spLocks xmlns:a="http://schemas.openxmlformats.org/drawingml/2006/main" noGrp="1"/>
          </p:cNvSpPr>
          <p:nvPr/>
        </p:nvSpPr>
        <p:spPr>
          <a:xfrm xmlns:a="http://schemas.openxmlformats.org/drawingml/2006/main">
            <a:off x="5857875" y="3943350"/>
            <a:ext cx="3095625" cy="438150"/>
          </a:xfrm>
          <a:custGeom xmlns:a="http://schemas.openxmlformats.org/drawingml/2006/main">
            <a:pathLst>
              <a:path w="3095625" h="438150">
                <a:moveTo>
                  <a:pt x="0" y="0"/>
                </a:moveTo>
                <a:lnTo>
                  <a:pt x="2924175" y="0"/>
                </a:lnTo>
                <a:lnTo>
                  <a:pt x="3095625" y="171450"/>
                </a:lnTo>
                <a:lnTo>
                  <a:pt x="3095625" y="438150"/>
                </a:lnTo>
                <a:lnTo>
                  <a:pt x="0" y="43815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41" name="dp44-comparison / n92 / fold">
            <a:extLst xmlns:a="http://schemas.openxmlformats.org/drawingml/2006/main">
              <a:ext uri="{FF2B5EF4-FFF2-40B4-BE49-F238E27FC236}">
                <a16:creationId xmlns:a16="http://schemas.microsoft.com/office/drawing/2014/main" id="{279290AA-72A4-4AB9-AC21-C8934C8AC2C9}"/>
              </a:ext>
            </a:extLst>
          </p:cNvPr>
          <p:cNvSpPr>
            <a:spLocks xmlns:a="http://schemas.openxmlformats.org/drawingml/2006/main" noGrp="1"/>
          </p:cNvSpPr>
          <p:nvPr/>
        </p:nvSpPr>
        <p:spPr>
          <a:xfrm xmlns:a="http://schemas.openxmlformats.org/drawingml/2006/main">
            <a:off x="8782050" y="39433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42" name="dp44-comparison / n93 / text 1">
            <a:extLst xmlns:a="http://schemas.openxmlformats.org/drawingml/2006/main">
              <a:ext uri="{FF2B5EF4-FFF2-40B4-BE49-F238E27FC236}">
                <a16:creationId xmlns:a16="http://schemas.microsoft.com/office/drawing/2014/main" id="{A7D86476-6B88-4153-A0A2-36B2075F93A6}"/>
              </a:ext>
            </a:extLst>
          </p:cNvPr>
          <p:cNvSpPr>
            <a:spLocks xmlns:a="http://schemas.openxmlformats.org/drawingml/2006/main" noGrp="1"/>
          </p:cNvSpPr>
          <p:nvPr/>
        </p:nvSpPr>
        <p:spPr>
          <a:xfrm xmlns:a="http://schemas.openxmlformats.org/drawingml/2006/main">
            <a:off x="5953125" y="4000500"/>
            <a:ext cx="282892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Input1 / Job1: 표 설명 준비</a:t>
            </a:r>
          </a:p>
        </p:txBody>
      </p:sp>
      <p:sp>
        <p:nvSpPr>
          <p:cNvPr id="143" name="dp44-comparison / n93 / text 2">
            <a:extLst xmlns:a="http://schemas.openxmlformats.org/drawingml/2006/main">
              <a:ext uri="{FF2B5EF4-FFF2-40B4-BE49-F238E27FC236}">
                <a16:creationId xmlns:a16="http://schemas.microsoft.com/office/drawing/2014/main" id="{173AD8CC-41A7-4E19-B07C-923A3A90F22D}"/>
              </a:ext>
            </a:extLst>
          </p:cNvPr>
          <p:cNvSpPr>
            <a:spLocks xmlns:a="http://schemas.openxmlformats.org/drawingml/2006/main" noGrp="1"/>
          </p:cNvSpPr>
          <p:nvPr/>
        </p:nvSpPr>
        <p:spPr>
          <a:xfrm xmlns:a="http://schemas.openxmlformats.org/drawingml/2006/main">
            <a:off x="5953125" y="4120515"/>
            <a:ext cx="282892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next:PREPARE_RESPONSE / waiting:Meaning1</a:t>
            </a:r>
          </a:p>
        </p:txBody>
      </p:sp>
      <p:sp>
        <p:nvSpPr>
          <p:cNvPr id="144" name="dp44-comparison / n93 / text 3">
            <a:extLst xmlns:a="http://schemas.openxmlformats.org/drawingml/2006/main">
              <a:ext uri="{FF2B5EF4-FFF2-40B4-BE49-F238E27FC236}">
                <a16:creationId xmlns:a16="http://schemas.microsoft.com/office/drawing/2014/main" id="{91EB7E34-65BA-41A7-9D37-183A37BC8737}"/>
              </a:ext>
            </a:extLst>
          </p:cNvPr>
          <p:cNvSpPr>
            <a:spLocks xmlns:a="http://schemas.openxmlformats.org/drawingml/2006/main" noGrp="1"/>
          </p:cNvSpPr>
          <p:nvPr/>
        </p:nvSpPr>
        <p:spPr>
          <a:xfrm xmlns:a="http://schemas.openxmlformats.org/drawingml/2006/main">
            <a:off x="5953125" y="4240530"/>
            <a:ext cx="282892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이전 Input0의 Candidate0: 무효</a:t>
            </a:r>
          </a:p>
        </p:txBody>
      </p:sp>
      <p:sp>
        <p:nvSpPr>
          <p:cNvPr id="145" name="dp44-comparison / n102">
            <a:extLst xmlns:a="http://schemas.openxmlformats.org/drawingml/2006/main">
              <a:ext uri="{FF2B5EF4-FFF2-40B4-BE49-F238E27FC236}">
                <a16:creationId xmlns:a16="http://schemas.microsoft.com/office/drawing/2014/main" id="{55CC5202-49B6-45AD-9E73-42EAD8DB4D1A}"/>
              </a:ext>
            </a:extLst>
          </p:cNvPr>
          <p:cNvSpPr>
            <a:spLocks xmlns:a="http://schemas.openxmlformats.org/drawingml/2006/main" noGrp="1"/>
          </p:cNvSpPr>
          <p:nvPr/>
        </p:nvSpPr>
        <p:spPr>
          <a:xfrm xmlns:a="http://schemas.openxmlformats.org/drawingml/2006/main">
            <a:off x="1647825" y="5133975"/>
            <a:ext cx="1505141"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6" name="dp44-comparison / n103 / text 1">
            <a:extLst xmlns:a="http://schemas.openxmlformats.org/drawingml/2006/main">
              <a:ext uri="{FF2B5EF4-FFF2-40B4-BE49-F238E27FC236}">
                <a16:creationId xmlns:a16="http://schemas.microsoft.com/office/drawing/2014/main" id="{7487C113-A447-4727-A4C0-BB9E0DBEA582}"/>
              </a:ext>
            </a:extLst>
          </p:cNvPr>
          <p:cNvSpPr>
            <a:spLocks xmlns:a="http://schemas.openxmlformats.org/drawingml/2006/main" noGrp="1"/>
          </p:cNvSpPr>
          <p:nvPr/>
        </p:nvSpPr>
        <p:spPr>
          <a:xfrm xmlns:a="http://schemas.openxmlformats.org/drawingml/2006/main">
            <a:off x="1666875" y="5143500"/>
            <a:ext cx="22383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① 이해 완료: Meaning1</a:t>
            </a:r>
          </a:p>
        </p:txBody>
      </p:sp>
      <p:sp>
        <p:nvSpPr>
          <p:cNvPr id="147" name="dp44-comparison / n109">
            <a:extLst xmlns:a="http://schemas.openxmlformats.org/drawingml/2006/main">
              <a:ext uri="{FF2B5EF4-FFF2-40B4-BE49-F238E27FC236}">
                <a16:creationId xmlns:a16="http://schemas.microsoft.com/office/drawing/2014/main" id="{1D8DBF09-C03E-4CC6-9726-35AF10E46FAB}"/>
              </a:ext>
            </a:extLst>
          </p:cNvPr>
          <p:cNvSpPr>
            <a:spLocks xmlns:a="http://schemas.openxmlformats.org/drawingml/2006/main" noGrp="1"/>
          </p:cNvSpPr>
          <p:nvPr/>
        </p:nvSpPr>
        <p:spPr>
          <a:xfrm xmlns:a="http://schemas.openxmlformats.org/drawingml/2006/main">
            <a:off x="5029200" y="4381500"/>
            <a:ext cx="229133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8" name="dp44-comparison / n110 / text 1">
            <a:extLst xmlns:a="http://schemas.openxmlformats.org/drawingml/2006/main">
              <a:ext uri="{FF2B5EF4-FFF2-40B4-BE49-F238E27FC236}">
                <a16:creationId xmlns:a16="http://schemas.microsoft.com/office/drawing/2014/main" id="{61CA4038-CED3-46CB-937E-42E0C81EE4EF}"/>
              </a:ext>
            </a:extLst>
          </p:cNvPr>
          <p:cNvSpPr>
            <a:spLocks xmlns:a="http://schemas.openxmlformats.org/drawingml/2006/main" noGrp="1"/>
          </p:cNvSpPr>
          <p:nvPr/>
        </p:nvSpPr>
        <p:spPr>
          <a:xfrm xmlns:a="http://schemas.openxmlformats.org/drawingml/2006/main">
            <a:off x="5048250" y="4391025"/>
            <a:ext cx="39052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② 중앙의 준비 지시 / ③ 준비 결과 회수</a:t>
            </a:r>
          </a:p>
        </p:txBody>
      </p:sp>
      <p:sp>
        <p:nvSpPr>
          <p:cNvPr id="149" name="dp44-comparison / n111">
            <a:extLst xmlns:a="http://schemas.openxmlformats.org/drawingml/2006/main">
              <a:ext uri="{FF2B5EF4-FFF2-40B4-BE49-F238E27FC236}">
                <a16:creationId xmlns:a16="http://schemas.microsoft.com/office/drawing/2014/main" id="{8BC4E8AC-1364-41BD-8188-FB457EDC7D3C}"/>
              </a:ext>
            </a:extLst>
          </p:cNvPr>
          <p:cNvSpPr>
            <a:spLocks xmlns:a="http://schemas.openxmlformats.org/drawingml/2006/main" noGrp="1"/>
          </p:cNvSpPr>
          <p:nvPr/>
        </p:nvSpPr>
        <p:spPr>
          <a:xfrm xmlns:a="http://schemas.openxmlformats.org/drawingml/2006/main">
            <a:off x="1666875" y="5362575"/>
            <a:ext cx="2238375" cy="685800"/>
          </a:xfrm>
          <a:custGeom xmlns:a="http://schemas.openxmlformats.org/drawingml/2006/main">
            <a:pathLst>
              <a:path w="2238375" h="685800">
                <a:moveTo>
                  <a:pt x="0" y="0"/>
                </a:moveTo>
                <a:lnTo>
                  <a:pt x="2066925" y="0"/>
                </a:lnTo>
                <a:lnTo>
                  <a:pt x="2238375" y="171450"/>
                </a:lnTo>
                <a:lnTo>
                  <a:pt x="2238375" y="685800"/>
                </a:lnTo>
                <a:lnTo>
                  <a:pt x="0" y="685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0" name="dp44-comparison / n111 / fold">
            <a:extLst xmlns:a="http://schemas.openxmlformats.org/drawingml/2006/main">
              <a:ext uri="{FF2B5EF4-FFF2-40B4-BE49-F238E27FC236}">
                <a16:creationId xmlns:a16="http://schemas.microsoft.com/office/drawing/2014/main" id="{E02F3065-42B8-4949-B8F9-C5D244F7CE00}"/>
              </a:ext>
            </a:extLst>
          </p:cNvPr>
          <p:cNvSpPr>
            <a:spLocks xmlns:a="http://schemas.openxmlformats.org/drawingml/2006/main" noGrp="1"/>
          </p:cNvSpPr>
          <p:nvPr/>
        </p:nvSpPr>
        <p:spPr>
          <a:xfrm xmlns:a="http://schemas.openxmlformats.org/drawingml/2006/main">
            <a:off x="3733800" y="53625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51" name="dp44-comparison / n112 / text 1">
            <a:extLst xmlns:a="http://schemas.openxmlformats.org/drawingml/2006/main">
              <a:ext uri="{FF2B5EF4-FFF2-40B4-BE49-F238E27FC236}">
                <a16:creationId xmlns:a16="http://schemas.microsoft.com/office/drawing/2014/main" id="{29700A5F-724C-4E7C-8332-5FFBB94D0F3B}"/>
              </a:ext>
            </a:extLst>
          </p:cNvPr>
          <p:cNvSpPr>
            <a:spLocks xmlns:a="http://schemas.openxmlformats.org/drawingml/2006/main" noGrp="1"/>
          </p:cNvSpPr>
          <p:nvPr/>
        </p:nvSpPr>
        <p:spPr>
          <a:xfrm xmlns:a="http://schemas.openxmlformats.org/drawingml/2006/main">
            <a:off x="1762125" y="541972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준비 완료: Candidate1</a:t>
            </a:r>
          </a:p>
        </p:txBody>
      </p:sp>
      <p:sp>
        <p:nvSpPr>
          <p:cNvPr id="152" name="dp44-comparison / n112 / text 2">
            <a:extLst xmlns:a="http://schemas.openxmlformats.org/drawingml/2006/main">
              <a:ext uri="{FF2B5EF4-FFF2-40B4-BE49-F238E27FC236}">
                <a16:creationId xmlns:a16="http://schemas.microsoft.com/office/drawing/2014/main" id="{18B41B95-9D34-4721-94BF-D5E048E95F14}"/>
              </a:ext>
            </a:extLst>
          </p:cNvPr>
          <p:cNvSpPr>
            <a:spLocks xmlns:a="http://schemas.openxmlformats.org/drawingml/2006/main" noGrp="1"/>
          </p:cNvSpPr>
          <p:nvPr/>
        </p:nvSpPr>
        <p:spPr>
          <a:xfrm xmlns:a="http://schemas.openxmlformats.org/drawingml/2006/main">
            <a:off x="1762125" y="554545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input_ref:Input1</a:t>
            </a:r>
          </a:p>
        </p:txBody>
      </p:sp>
      <p:sp>
        <p:nvSpPr>
          <p:cNvPr id="153" name="dp44-comparison / n112 / text 3">
            <a:extLst xmlns:a="http://schemas.openxmlformats.org/drawingml/2006/main">
              <a:ext uri="{FF2B5EF4-FFF2-40B4-BE49-F238E27FC236}">
                <a16:creationId xmlns:a16="http://schemas.microsoft.com/office/drawing/2014/main" id="{B270D763-09E0-4E36-8DE2-02E0076CC2EF}"/>
              </a:ext>
            </a:extLst>
          </p:cNvPr>
          <p:cNvSpPr>
            <a:spLocks xmlns:a="http://schemas.openxmlformats.org/drawingml/2006/main" noGrp="1"/>
          </p:cNvSpPr>
          <p:nvPr/>
        </p:nvSpPr>
        <p:spPr>
          <a:xfrm xmlns:a="http://schemas.openxmlformats.org/drawingml/2006/main">
            <a:off x="1762125" y="567118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content_ref:표 설명</a:t>
            </a:r>
          </a:p>
        </p:txBody>
      </p:sp>
      <p:sp>
        <p:nvSpPr>
          <p:cNvPr id="154" name="dp44-comparison / n112 / text 4">
            <a:extLst xmlns:a="http://schemas.openxmlformats.org/drawingml/2006/main">
              <a:ext uri="{FF2B5EF4-FFF2-40B4-BE49-F238E27FC236}">
                <a16:creationId xmlns:a16="http://schemas.microsoft.com/office/drawing/2014/main" id="{39C1615A-83EE-4C79-821A-F2DCF258BF42}"/>
              </a:ext>
            </a:extLst>
          </p:cNvPr>
          <p:cNvSpPr>
            <a:spLocks xmlns:a="http://schemas.openxmlformats.org/drawingml/2006/main" noGrp="1"/>
          </p:cNvSpPr>
          <p:nvPr/>
        </p:nvSpPr>
        <p:spPr>
          <a:xfrm xmlns:a="http://schemas.openxmlformats.org/drawingml/2006/main">
            <a:off x="1762125" y="579691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 후보도 Dispatcher로 반환</a:t>
            </a:r>
          </a:p>
        </p:txBody>
      </p:sp>
      <p:sp>
        <p:nvSpPr>
          <p:cNvPr id="155" name="dp44-comparison / n113">
            <a:extLst xmlns:a="http://schemas.openxmlformats.org/drawingml/2006/main">
              <a:ext uri="{FF2B5EF4-FFF2-40B4-BE49-F238E27FC236}">
                <a16:creationId xmlns:a16="http://schemas.microsoft.com/office/drawing/2014/main" id="{50242484-72C3-471B-810C-893FF46775D5}"/>
              </a:ext>
            </a:extLst>
          </p:cNvPr>
          <p:cNvSpPr>
            <a:spLocks xmlns:a="http://schemas.openxmlformats.org/drawingml/2006/main" noGrp="1"/>
          </p:cNvSpPr>
          <p:nvPr/>
        </p:nvSpPr>
        <p:spPr>
          <a:xfrm xmlns:a="http://schemas.openxmlformats.org/drawingml/2006/main">
            <a:off x="4600575" y="5610225"/>
            <a:ext cx="2676144"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6" name="dp44-comparison / n114 / text 1">
            <a:extLst xmlns:a="http://schemas.openxmlformats.org/drawingml/2006/main">
              <a:ext uri="{FF2B5EF4-FFF2-40B4-BE49-F238E27FC236}">
                <a16:creationId xmlns:a16="http://schemas.microsoft.com/office/drawing/2014/main" id="{E76C6440-59E8-4336-A493-482342D51DD8}"/>
              </a:ext>
            </a:extLst>
          </p:cNvPr>
          <p:cNvSpPr>
            <a:spLocks xmlns:a="http://schemas.openxmlformats.org/drawingml/2006/main" noGrp="1"/>
          </p:cNvSpPr>
          <p:nvPr/>
        </p:nvSpPr>
        <p:spPr>
          <a:xfrm xmlns:a="http://schemas.openxmlformats.org/drawingml/2006/main">
            <a:off x="4619625" y="5619750"/>
            <a:ext cx="4286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④ 현재성 검사 후 중앙의 게시 지시</a:t>
            </a:r>
          </a:p>
        </p:txBody>
      </p:sp>
      <p:sp>
        <p:nvSpPr>
          <p:cNvPr id="157" name="dp44-comparison / n115">
            <a:extLst xmlns:a="http://schemas.openxmlformats.org/drawingml/2006/main">
              <a:ext uri="{FF2B5EF4-FFF2-40B4-BE49-F238E27FC236}">
                <a16:creationId xmlns:a16="http://schemas.microsoft.com/office/drawing/2014/main" id="{DBDA9D9D-99E9-4381-A669-021688842A85}"/>
              </a:ext>
            </a:extLst>
          </p:cNvPr>
          <p:cNvSpPr>
            <a:spLocks xmlns:a="http://schemas.openxmlformats.org/drawingml/2006/main" noGrp="1"/>
          </p:cNvSpPr>
          <p:nvPr/>
        </p:nvSpPr>
        <p:spPr>
          <a:xfrm xmlns:a="http://schemas.openxmlformats.org/drawingml/2006/main">
            <a:off x="4600575" y="5876925"/>
            <a:ext cx="2715768"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8" name="dp44-comparison / n116 / text 1">
            <a:extLst xmlns:a="http://schemas.openxmlformats.org/drawingml/2006/main">
              <a:ext uri="{FF2B5EF4-FFF2-40B4-BE49-F238E27FC236}">
                <a16:creationId xmlns:a16="http://schemas.microsoft.com/office/drawing/2014/main" id="{5BF0F942-4BD2-4489-8878-D58DAFB76410}"/>
              </a:ext>
            </a:extLst>
          </p:cNvPr>
          <p:cNvSpPr>
            <a:spLocks xmlns:a="http://schemas.openxmlformats.org/drawingml/2006/main" noGrp="1"/>
          </p:cNvSpPr>
          <p:nvPr/>
        </p:nvSpPr>
        <p:spPr>
          <a:xfrm xmlns:a="http://schemas.openxmlformats.org/drawingml/2006/main">
            <a:off x="4619625" y="5886450"/>
            <a:ext cx="4286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완료마다 다음 실행을 중앙에서 결정</a:t>
            </a:r>
          </a:p>
        </p:txBody>
      </p:sp>
      <p:sp>
        <p:nvSpPr>
          <p:cNvPr id="159" name="dp44-comparison / n118">
            <a:extLst xmlns:a="http://schemas.openxmlformats.org/drawingml/2006/main">
              <a:ext uri="{FF2B5EF4-FFF2-40B4-BE49-F238E27FC236}">
                <a16:creationId xmlns:a16="http://schemas.microsoft.com/office/drawing/2014/main" id="{CC2D57BC-7634-4BF1-B6C7-0D99C9490517}"/>
              </a:ext>
            </a:extLst>
          </p:cNvPr>
          <p:cNvSpPr>
            <a:spLocks xmlns:a="http://schemas.openxmlformats.org/drawingml/2006/main" noGrp="1"/>
          </p:cNvSpPr>
          <p:nvPr/>
        </p:nvSpPr>
        <p:spPr>
          <a:xfrm xmlns:a="http://schemas.openxmlformats.org/drawingml/2006/main">
            <a:off x="1647825" y="6381750"/>
            <a:ext cx="282854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0" name="dp44-comparison / n119 / text 1">
            <a:extLst xmlns:a="http://schemas.openxmlformats.org/drawingml/2006/main">
              <a:ext uri="{FF2B5EF4-FFF2-40B4-BE49-F238E27FC236}">
                <a16:creationId xmlns:a16="http://schemas.microsoft.com/office/drawing/2014/main" id="{BB96E2C2-6D6B-4CA0-84A0-6BC5D1FF01AF}"/>
              </a:ext>
            </a:extLst>
          </p:cNvPr>
          <p:cNvSpPr>
            <a:spLocks xmlns:a="http://schemas.openxmlformats.org/drawingml/2006/main" noGrp="1"/>
          </p:cNvSpPr>
          <p:nvPr/>
        </p:nvSpPr>
        <p:spPr>
          <a:xfrm xmlns:a="http://schemas.openxmlformats.org/drawingml/2006/main">
            <a:off x="1666875" y="63912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완료 결과의 다음 처리</a:t>
            </a:r>
          </a:p>
        </p:txBody>
      </p:sp>
      <p:sp>
        <p:nvSpPr>
          <p:cNvPr id="161" name="dp44-comparison / n129">
            <a:extLst xmlns:a="http://schemas.openxmlformats.org/drawingml/2006/main">
              <a:ext uri="{FF2B5EF4-FFF2-40B4-BE49-F238E27FC236}">
                <a16:creationId xmlns:a16="http://schemas.microsoft.com/office/drawing/2014/main" id="{F4102C0B-F478-401B-9B26-EFA077D77183}"/>
              </a:ext>
            </a:extLst>
          </p:cNvPr>
          <p:cNvSpPr>
            <a:spLocks xmlns:a="http://schemas.openxmlformats.org/drawingml/2006/main" noGrp="1"/>
          </p:cNvSpPr>
          <p:nvPr/>
        </p:nvSpPr>
        <p:spPr>
          <a:xfrm xmlns:a="http://schemas.openxmlformats.org/drawingml/2006/main">
            <a:off x="5524500" y="6877050"/>
            <a:ext cx="1654112"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2" name="dp44-comparison / n130 / text 1">
            <a:extLst xmlns:a="http://schemas.openxmlformats.org/drawingml/2006/main">
              <a:ext uri="{FF2B5EF4-FFF2-40B4-BE49-F238E27FC236}">
                <a16:creationId xmlns:a16="http://schemas.microsoft.com/office/drawing/2014/main" id="{83B5A04D-7A1A-4D21-826E-A690412711DD}"/>
              </a:ext>
            </a:extLst>
          </p:cNvPr>
          <p:cNvSpPr>
            <a:spLocks xmlns:a="http://schemas.openxmlformats.org/drawingml/2006/main" noGrp="1"/>
          </p:cNvSpPr>
          <p:nvPr/>
        </p:nvSpPr>
        <p:spPr>
          <a:xfrm xmlns:a="http://schemas.openxmlformats.org/drawingml/2006/main">
            <a:off x="5543550" y="6886575"/>
            <a:ext cx="3667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중앙 회수 뒤 검사 / 게시 지시</a:t>
            </a:r>
          </a:p>
        </p:txBody>
      </p:sp>
      <p:sp>
        <p:nvSpPr>
          <p:cNvPr id="163" name="dp44-comparison / n131">
            <a:extLst xmlns:a="http://schemas.openxmlformats.org/drawingml/2006/main">
              <a:ext uri="{FF2B5EF4-FFF2-40B4-BE49-F238E27FC236}">
                <a16:creationId xmlns:a16="http://schemas.microsoft.com/office/drawing/2014/main" id="{04F7DF0A-7F25-4FAE-93A1-EE3FA9A647FC}"/>
              </a:ext>
            </a:extLst>
          </p:cNvPr>
          <p:cNvSpPr>
            <a:spLocks xmlns:a="http://schemas.openxmlformats.org/drawingml/2006/main" noGrp="1"/>
          </p:cNvSpPr>
          <p:nvPr/>
        </p:nvSpPr>
        <p:spPr>
          <a:xfrm xmlns:a="http://schemas.openxmlformats.org/drawingml/2006/main">
            <a:off x="1647825" y="7105650"/>
            <a:ext cx="2790444"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4" name="dp44-comparison / n132 / text 1">
            <a:extLst xmlns:a="http://schemas.openxmlformats.org/drawingml/2006/main">
              <a:ext uri="{FF2B5EF4-FFF2-40B4-BE49-F238E27FC236}">
                <a16:creationId xmlns:a16="http://schemas.microsoft.com/office/drawing/2014/main" id="{CBD03F39-4B14-4207-9595-36D87A6669B5}"/>
              </a:ext>
            </a:extLst>
          </p:cNvPr>
          <p:cNvSpPr>
            <a:spLocks xmlns:a="http://schemas.openxmlformats.org/drawingml/2006/main" noGrp="1"/>
          </p:cNvSpPr>
          <p:nvPr/>
        </p:nvSpPr>
        <p:spPr>
          <a:xfrm xmlns:a="http://schemas.openxmlformats.org/drawingml/2006/main">
            <a:off x="1666875" y="711517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늦은 Candidate0 / 이미 새 Input1 처리 중</a:t>
            </a:r>
          </a:p>
        </p:txBody>
      </p:sp>
      <p:sp>
        <p:nvSpPr>
          <p:cNvPr id="165" name="dp44-comparison / n141">
            <a:extLst xmlns:a="http://schemas.openxmlformats.org/drawingml/2006/main">
              <a:ext uri="{FF2B5EF4-FFF2-40B4-BE49-F238E27FC236}">
                <a16:creationId xmlns:a16="http://schemas.microsoft.com/office/drawing/2014/main" id="{A7ED0EC7-66FF-49E8-B560-1E61986DA8BC}"/>
              </a:ext>
            </a:extLst>
          </p:cNvPr>
          <p:cNvSpPr>
            <a:spLocks xmlns:a="http://schemas.openxmlformats.org/drawingml/2006/main" noGrp="1"/>
          </p:cNvSpPr>
          <p:nvPr/>
        </p:nvSpPr>
        <p:spPr>
          <a:xfrm xmlns:a="http://schemas.openxmlformats.org/drawingml/2006/main">
            <a:off x="9953625" y="2409825"/>
            <a:ext cx="2571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66" name="dp44-comparison / n142 / text 1">
            <a:extLst xmlns:a="http://schemas.openxmlformats.org/drawingml/2006/main">
              <a:ext uri="{FF2B5EF4-FFF2-40B4-BE49-F238E27FC236}">
                <a16:creationId xmlns:a16="http://schemas.microsoft.com/office/drawing/2014/main" id="{07056A62-EEF0-4E28-A6B4-243FB3DD7A5F}"/>
              </a:ext>
            </a:extLst>
          </p:cNvPr>
          <p:cNvSpPr>
            <a:spLocks xmlns:a="http://schemas.openxmlformats.org/drawingml/2006/main" noGrp="1"/>
          </p:cNvSpPr>
          <p:nvPr/>
        </p:nvSpPr>
        <p:spPr>
          <a:xfrm xmlns:a="http://schemas.openxmlformats.org/drawingml/2006/main">
            <a:off x="10039350" y="2460308"/>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67" name="dp44-comparison / n143">
            <a:extLst xmlns:a="http://schemas.openxmlformats.org/drawingml/2006/main">
              <a:ext uri="{FF2B5EF4-FFF2-40B4-BE49-F238E27FC236}">
                <a16:creationId xmlns:a16="http://schemas.microsoft.com/office/drawing/2014/main" id="{5337DDC6-18A8-4CF1-9784-D0E080DF1CC6}"/>
              </a:ext>
            </a:extLst>
          </p:cNvPr>
          <p:cNvSpPr>
            <a:spLocks xmlns:a="http://schemas.openxmlformats.org/drawingml/2006/main" noGrp="1"/>
          </p:cNvSpPr>
          <p:nvPr/>
        </p:nvSpPr>
        <p:spPr>
          <a:xfrm xmlns:a="http://schemas.openxmlformats.org/drawingml/2006/main">
            <a:off x="14620875" y="2409825"/>
            <a:ext cx="2857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68" name="dp44-comparison / n144 / text 1">
            <a:extLst xmlns:a="http://schemas.openxmlformats.org/drawingml/2006/main">
              <a:ext uri="{FF2B5EF4-FFF2-40B4-BE49-F238E27FC236}">
                <a16:creationId xmlns:a16="http://schemas.microsoft.com/office/drawing/2014/main" id="{7BA709CF-D02F-46A4-ABFA-496A7410B972}"/>
              </a:ext>
            </a:extLst>
          </p:cNvPr>
          <p:cNvSpPr>
            <a:spLocks xmlns:a="http://schemas.openxmlformats.org/drawingml/2006/main" noGrp="1"/>
          </p:cNvSpPr>
          <p:nvPr/>
        </p:nvSpPr>
        <p:spPr>
          <a:xfrm xmlns:a="http://schemas.openxmlformats.org/drawingml/2006/main">
            <a:off x="14706600" y="2460308"/>
            <a:ext cx="2686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169" name="dp44-comparison / n149">
            <a:extLst xmlns:a="http://schemas.openxmlformats.org/drawingml/2006/main">
              <a:ext uri="{FF2B5EF4-FFF2-40B4-BE49-F238E27FC236}">
                <a16:creationId xmlns:a16="http://schemas.microsoft.com/office/drawing/2014/main" id="{D5B1E370-EEC8-404C-AC22-81FA0F062C1B}"/>
              </a:ext>
            </a:extLst>
          </p:cNvPr>
          <p:cNvSpPr>
            <a:spLocks xmlns:a="http://schemas.openxmlformats.org/drawingml/2006/main" noGrp="1"/>
          </p:cNvSpPr>
          <p:nvPr/>
        </p:nvSpPr>
        <p:spPr>
          <a:xfrm xmlns:a="http://schemas.openxmlformats.org/drawingml/2006/main">
            <a:off x="9858375" y="3076575"/>
            <a:ext cx="7715250" cy="1409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0" name="dp44-comparison / n150 / text 1">
            <a:extLst xmlns:a="http://schemas.openxmlformats.org/drawingml/2006/main">
              <a:ext uri="{FF2B5EF4-FFF2-40B4-BE49-F238E27FC236}">
                <a16:creationId xmlns:a16="http://schemas.microsoft.com/office/drawing/2014/main" id="{476345A7-ADC6-4C8B-8759-B2CB87698BA9}"/>
              </a:ext>
            </a:extLst>
          </p:cNvPr>
          <p:cNvSpPr>
            <a:spLocks xmlns:a="http://schemas.openxmlformats.org/drawingml/2006/main" noGrp="1"/>
          </p:cNvSpPr>
          <p:nvPr/>
        </p:nvSpPr>
        <p:spPr>
          <a:xfrm xmlns:a="http://schemas.openxmlformats.org/drawingml/2006/main">
            <a:off x="9982200" y="3171825"/>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171" name="dp44-comparison / n151">
            <a:extLst xmlns:a="http://schemas.openxmlformats.org/drawingml/2006/main">
              <a:ext uri="{FF2B5EF4-FFF2-40B4-BE49-F238E27FC236}">
                <a16:creationId xmlns:a16="http://schemas.microsoft.com/office/drawing/2014/main" id="{3DE2C605-6F76-41DF-B644-9DE6E38B737C}"/>
              </a:ext>
            </a:extLst>
          </p:cNvPr>
          <p:cNvSpPr>
            <a:spLocks xmlns:a="http://schemas.openxmlformats.org/drawingml/2006/main" noGrp="1"/>
          </p:cNvSpPr>
          <p:nvPr/>
        </p:nvSpPr>
        <p:spPr>
          <a:xfrm xmlns:a="http://schemas.openxmlformats.org/drawingml/2006/main">
            <a:off x="10144125" y="3476625"/>
            <a:ext cx="2714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172" name="dp44-comparison / n152 / text 1">
            <a:extLst xmlns:a="http://schemas.openxmlformats.org/drawingml/2006/main">
              <a:ext uri="{FF2B5EF4-FFF2-40B4-BE49-F238E27FC236}">
                <a16:creationId xmlns:a16="http://schemas.microsoft.com/office/drawing/2014/main" id="{0D623146-7401-428C-AEA8-7C1E25183F0A}"/>
              </a:ext>
            </a:extLst>
          </p:cNvPr>
          <p:cNvSpPr>
            <a:spLocks xmlns:a="http://schemas.openxmlformats.org/drawingml/2006/main" noGrp="1"/>
          </p:cNvSpPr>
          <p:nvPr/>
        </p:nvSpPr>
        <p:spPr>
          <a:xfrm xmlns:a="http://schemas.openxmlformats.org/drawingml/2006/main">
            <a:off x="10229850" y="3555683"/>
            <a:ext cx="2543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Input Resolution Stage</a:t>
            </a:r>
          </a:p>
        </p:txBody>
      </p:sp>
      <p:sp>
        <p:nvSpPr>
          <p:cNvPr id="173" name="dp44-comparison / n153">
            <a:extLst xmlns:a="http://schemas.openxmlformats.org/drawingml/2006/main">
              <a:ext uri="{FF2B5EF4-FFF2-40B4-BE49-F238E27FC236}">
                <a16:creationId xmlns:a16="http://schemas.microsoft.com/office/drawing/2014/main" id="{203DEDA3-6EE8-4067-A2D4-A5422B4A0031}"/>
              </a:ext>
            </a:extLst>
          </p:cNvPr>
          <p:cNvSpPr>
            <a:spLocks xmlns:a="http://schemas.openxmlformats.org/drawingml/2006/main" noGrp="1"/>
          </p:cNvSpPr>
          <p:nvPr/>
        </p:nvSpPr>
        <p:spPr>
          <a:xfrm xmlns:a="http://schemas.openxmlformats.org/drawingml/2006/main">
            <a:off x="14144625" y="3476625"/>
            <a:ext cx="3095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174" name="dp44-comparison / n154 / text 1">
            <a:extLst xmlns:a="http://schemas.openxmlformats.org/drawingml/2006/main">
              <a:ext uri="{FF2B5EF4-FFF2-40B4-BE49-F238E27FC236}">
                <a16:creationId xmlns:a16="http://schemas.microsoft.com/office/drawing/2014/main" id="{655CFD13-EBF2-48FD-9DBD-DE7D03D36F7D}"/>
              </a:ext>
            </a:extLst>
          </p:cNvPr>
          <p:cNvSpPr>
            <a:spLocks xmlns:a="http://schemas.openxmlformats.org/drawingml/2006/main" noGrp="1"/>
          </p:cNvSpPr>
          <p:nvPr/>
        </p:nvSpPr>
        <p:spPr>
          <a:xfrm xmlns:a="http://schemas.openxmlformats.org/drawingml/2006/main">
            <a:off x="14230350" y="3549491"/>
            <a:ext cx="29241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Task Notice Stage</a:t>
            </a:r>
          </a:p>
        </p:txBody>
      </p:sp>
      <p:sp>
        <p:nvSpPr>
          <p:cNvPr id="175" name="dp44-comparison / n155">
            <a:extLst xmlns:a="http://schemas.openxmlformats.org/drawingml/2006/main">
              <a:ext uri="{FF2B5EF4-FFF2-40B4-BE49-F238E27FC236}">
                <a16:creationId xmlns:a16="http://schemas.microsoft.com/office/drawing/2014/main" id="{37D84D6B-E967-471B-B766-6EE50D63CECD}"/>
              </a:ext>
            </a:extLst>
          </p:cNvPr>
          <p:cNvSpPr>
            <a:spLocks xmlns:a="http://schemas.openxmlformats.org/drawingml/2006/main" noGrp="1"/>
          </p:cNvSpPr>
          <p:nvPr/>
        </p:nvSpPr>
        <p:spPr>
          <a:xfrm xmlns:a="http://schemas.openxmlformats.org/drawingml/2006/main">
            <a:off x="10144125" y="4000500"/>
            <a:ext cx="2714625" cy="3238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76" name="dp44-comparison / n156 / text 1">
            <a:extLst xmlns:a="http://schemas.openxmlformats.org/drawingml/2006/main">
              <a:ext uri="{FF2B5EF4-FFF2-40B4-BE49-F238E27FC236}">
                <a16:creationId xmlns:a16="http://schemas.microsoft.com/office/drawing/2014/main" id="{5422F99A-F3B0-4ED8-A060-1A1C48213149}"/>
              </a:ext>
            </a:extLst>
          </p:cNvPr>
          <p:cNvSpPr>
            <a:spLocks xmlns:a="http://schemas.openxmlformats.org/drawingml/2006/main" noGrp="1"/>
          </p:cNvSpPr>
          <p:nvPr/>
        </p:nvSpPr>
        <p:spPr>
          <a:xfrm xmlns:a="http://schemas.openxmlformats.org/drawingml/2006/main">
            <a:off x="10229850" y="4070985"/>
            <a:ext cx="25431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Input Window</a:t>
            </a:r>
          </a:p>
        </p:txBody>
      </p:sp>
      <p:sp>
        <p:nvSpPr>
          <p:cNvPr id="177" name="dp44-comparison / n157">
            <a:extLst xmlns:a="http://schemas.openxmlformats.org/drawingml/2006/main">
              <a:ext uri="{FF2B5EF4-FFF2-40B4-BE49-F238E27FC236}">
                <a16:creationId xmlns:a16="http://schemas.microsoft.com/office/drawing/2014/main" id="{65BE3955-F474-4FAE-97BC-6136F0AAD95D}"/>
              </a:ext>
            </a:extLst>
          </p:cNvPr>
          <p:cNvSpPr>
            <a:spLocks xmlns:a="http://schemas.openxmlformats.org/drawingml/2006/main" noGrp="1"/>
          </p:cNvSpPr>
          <p:nvPr/>
        </p:nvSpPr>
        <p:spPr>
          <a:xfrm xmlns:a="http://schemas.openxmlformats.org/drawingml/2006/main">
            <a:off x="14144625" y="4000500"/>
            <a:ext cx="3095625" cy="3238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78" name="dp44-comparison / n158 / text 1">
            <a:extLst xmlns:a="http://schemas.openxmlformats.org/drawingml/2006/main">
              <a:ext uri="{FF2B5EF4-FFF2-40B4-BE49-F238E27FC236}">
                <a16:creationId xmlns:a16="http://schemas.microsoft.com/office/drawing/2014/main" id="{D01377BF-A04C-4A8A-AB82-E05A5F6ECCA5}"/>
              </a:ext>
            </a:extLst>
          </p:cNvPr>
          <p:cNvSpPr>
            <a:spLocks xmlns:a="http://schemas.openxmlformats.org/drawingml/2006/main" noGrp="1"/>
          </p:cNvSpPr>
          <p:nvPr/>
        </p:nvSpPr>
        <p:spPr>
          <a:xfrm xmlns:a="http://schemas.openxmlformats.org/drawingml/2006/main">
            <a:off x="14230350" y="4070985"/>
            <a:ext cx="29241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Notice Window</a:t>
            </a:r>
          </a:p>
        </p:txBody>
      </p:sp>
      <p:sp>
        <p:nvSpPr>
          <p:cNvPr id="179" name="dp44-comparison / n159 / path">
            <a:extLst xmlns:a="http://schemas.openxmlformats.org/drawingml/2006/main">
              <a:ext uri="{FF2B5EF4-FFF2-40B4-BE49-F238E27FC236}">
                <a16:creationId xmlns:a16="http://schemas.microsoft.com/office/drawing/2014/main" id="{65C3C8BE-8E7F-4B64-8D09-6CF676D7A0FF}"/>
              </a:ext>
            </a:extLst>
          </p:cNvPr>
          <p:cNvSpPr>
            <a:spLocks xmlns:a="http://schemas.openxmlformats.org/drawingml/2006/main" noGrp="1"/>
          </p:cNvSpPr>
          <p:nvPr/>
        </p:nvSpPr>
        <p:spPr>
          <a:xfrm xmlns:a="http://schemas.openxmlformats.org/drawingml/2006/main">
            <a:off x="11239500" y="2733675"/>
            <a:ext cx="261938" cy="742950"/>
          </a:xfrm>
          <a:custGeom xmlns:a="http://schemas.openxmlformats.org/drawingml/2006/main">
            <a:pathLst>
              <a:path w="261938" h="742950">
                <a:moveTo>
                  <a:pt x="0" y="0"/>
                </a:moveTo>
                <a:lnTo>
                  <a:pt x="0" y="257175"/>
                </a:lnTo>
                <a:lnTo>
                  <a:pt x="261938" y="257175"/>
                </a:lnTo>
                <a:lnTo>
                  <a:pt x="261938" y="742950"/>
                </a:lnTo>
              </a:path>
            </a:pathLst>
          </a:custGeom>
          <a:noFill xmlns:a="http://schemas.openxmlformats.org/drawingml/2006/main"/>
          <a:ln xmlns:a="http://schemas.openxmlformats.org/drawingml/2006/main" w="10478">
            <a:solidFill>
              <a:srgbClr val="000000"/>
            </a:solidFill>
            <a:prstDash val="solid"/>
          </a:ln>
        </p:spPr>
      </p:sp>
      <p:sp>
        <p:nvSpPr>
          <p:cNvPr id="180" name="dp44-comparison / n159 / arrow">
            <a:extLst xmlns:a="http://schemas.openxmlformats.org/drawingml/2006/main">
              <a:ext uri="{FF2B5EF4-FFF2-40B4-BE49-F238E27FC236}">
                <a16:creationId xmlns:a16="http://schemas.microsoft.com/office/drawing/2014/main" id="{3C09EA0F-6791-490D-A61D-0287CE628852}"/>
              </a:ext>
            </a:extLst>
          </p:cNvPr>
          <p:cNvSpPr>
            <a:spLocks xmlns:a="http://schemas.openxmlformats.org/drawingml/2006/main" noGrp="1"/>
          </p:cNvSpPr>
          <p:nvPr/>
        </p:nvSpPr>
        <p:spPr>
          <a:xfrm xmlns:a="http://schemas.openxmlformats.org/drawingml/2006/main">
            <a:off x="1146791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1" name="dp44-comparison / n160 / path">
            <a:extLst xmlns:a="http://schemas.openxmlformats.org/drawingml/2006/main">
              <a:ext uri="{FF2B5EF4-FFF2-40B4-BE49-F238E27FC236}">
                <a16:creationId xmlns:a16="http://schemas.microsoft.com/office/drawing/2014/main" id="{2AE4B3C0-13E2-4D0F-8216-A6A92B587353}"/>
              </a:ext>
            </a:extLst>
          </p:cNvPr>
          <p:cNvSpPr>
            <a:spLocks xmlns:a="http://schemas.openxmlformats.org/drawingml/2006/main" noGrp="1"/>
          </p:cNvSpPr>
          <p:nvPr/>
        </p:nvSpPr>
        <p:spPr>
          <a:xfrm xmlns:a="http://schemas.openxmlformats.org/drawingml/2006/main">
            <a:off x="15692438" y="2733675"/>
            <a:ext cx="357188" cy="742950"/>
          </a:xfrm>
          <a:custGeom xmlns:a="http://schemas.openxmlformats.org/drawingml/2006/main">
            <a:pathLst>
              <a:path w="357188" h="742950">
                <a:moveTo>
                  <a:pt x="357188" y="0"/>
                </a:moveTo>
                <a:lnTo>
                  <a:pt x="357188" y="257175"/>
                </a:lnTo>
                <a:lnTo>
                  <a:pt x="0" y="257175"/>
                </a:lnTo>
                <a:lnTo>
                  <a:pt x="0" y="742950"/>
                </a:lnTo>
              </a:path>
            </a:pathLst>
          </a:custGeom>
          <a:noFill xmlns:a="http://schemas.openxmlformats.org/drawingml/2006/main"/>
          <a:ln xmlns:a="http://schemas.openxmlformats.org/drawingml/2006/main" w="10478">
            <a:solidFill>
              <a:srgbClr val="000000"/>
            </a:solidFill>
            <a:prstDash val="solid"/>
          </a:ln>
        </p:spPr>
      </p:sp>
      <p:sp>
        <p:nvSpPr>
          <p:cNvPr id="182" name="dp44-comparison / n160 / arrow">
            <a:extLst xmlns:a="http://schemas.openxmlformats.org/drawingml/2006/main">
              <a:ext uri="{FF2B5EF4-FFF2-40B4-BE49-F238E27FC236}">
                <a16:creationId xmlns:a16="http://schemas.microsoft.com/office/drawing/2014/main" id="{52E7B523-1ACA-4C10-A688-55C92C0C5B97}"/>
              </a:ext>
            </a:extLst>
          </p:cNvPr>
          <p:cNvSpPr>
            <a:spLocks xmlns:a="http://schemas.openxmlformats.org/drawingml/2006/main" noGrp="1"/>
          </p:cNvSpPr>
          <p:nvPr/>
        </p:nvSpPr>
        <p:spPr>
          <a:xfrm xmlns:a="http://schemas.openxmlformats.org/drawingml/2006/main">
            <a:off x="1565891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3" name="dp44-comparison / n161 / path">
            <a:extLst xmlns:a="http://schemas.openxmlformats.org/drawingml/2006/main">
              <a:ext uri="{FF2B5EF4-FFF2-40B4-BE49-F238E27FC236}">
                <a16:creationId xmlns:a16="http://schemas.microsoft.com/office/drawing/2014/main" id="{2DD40361-1EAC-4E8A-B975-96A5E55356F7}"/>
              </a:ext>
            </a:extLst>
          </p:cNvPr>
          <p:cNvSpPr>
            <a:spLocks xmlns:a="http://schemas.openxmlformats.org/drawingml/2006/main" noGrp="1"/>
          </p:cNvSpPr>
          <p:nvPr/>
        </p:nvSpPr>
        <p:spPr>
          <a:xfrm xmlns:a="http://schemas.openxmlformats.org/drawingml/2006/main">
            <a:off x="11501438" y="3857625"/>
            <a:ext cx="953" cy="142875"/>
          </a:xfrm>
          <a:custGeom xmlns:a="http://schemas.openxmlformats.org/drawingml/2006/main">
            <a:pathLst>
              <a:path w="953" h="142875">
                <a:moveTo>
                  <a:pt x="0" y="0"/>
                </a:moveTo>
                <a:lnTo>
                  <a:pt x="0" y="142875"/>
                </a:lnTo>
              </a:path>
            </a:pathLst>
          </a:custGeom>
          <a:noFill xmlns:a="http://schemas.openxmlformats.org/drawingml/2006/main"/>
          <a:ln xmlns:a="http://schemas.openxmlformats.org/drawingml/2006/main" w="10478">
            <a:solidFill>
              <a:srgbClr val="000000"/>
            </a:solidFill>
            <a:prstDash val="solid"/>
          </a:ln>
        </p:spPr>
      </p:sp>
      <p:sp>
        <p:nvSpPr>
          <p:cNvPr id="184" name="dp44-comparison / n161 / arrow">
            <a:extLst xmlns:a="http://schemas.openxmlformats.org/drawingml/2006/main">
              <a:ext uri="{FF2B5EF4-FFF2-40B4-BE49-F238E27FC236}">
                <a16:creationId xmlns:a16="http://schemas.microsoft.com/office/drawing/2014/main" id="{5641623C-BBED-4FB4-A6D3-4DE9C91B4A65}"/>
              </a:ext>
            </a:extLst>
          </p:cNvPr>
          <p:cNvSpPr>
            <a:spLocks xmlns:a="http://schemas.openxmlformats.org/drawingml/2006/main" noGrp="1"/>
          </p:cNvSpPr>
          <p:nvPr/>
        </p:nvSpPr>
        <p:spPr>
          <a:xfrm xmlns:a="http://schemas.openxmlformats.org/drawingml/2006/main">
            <a:off x="11467910" y="3933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5" name="dp44-comparison / n162 / path">
            <a:extLst xmlns:a="http://schemas.openxmlformats.org/drawingml/2006/main">
              <a:ext uri="{FF2B5EF4-FFF2-40B4-BE49-F238E27FC236}">
                <a16:creationId xmlns:a16="http://schemas.microsoft.com/office/drawing/2014/main" id="{DF389214-FF3D-435F-A026-6FEA74A9725C}"/>
              </a:ext>
            </a:extLst>
          </p:cNvPr>
          <p:cNvSpPr>
            <a:spLocks xmlns:a="http://schemas.openxmlformats.org/drawingml/2006/main" noGrp="1"/>
          </p:cNvSpPr>
          <p:nvPr/>
        </p:nvSpPr>
        <p:spPr>
          <a:xfrm xmlns:a="http://schemas.openxmlformats.org/drawingml/2006/main">
            <a:off x="15692438" y="3857625"/>
            <a:ext cx="953" cy="142875"/>
          </a:xfrm>
          <a:custGeom xmlns:a="http://schemas.openxmlformats.org/drawingml/2006/main">
            <a:pathLst>
              <a:path w="953" h="142875">
                <a:moveTo>
                  <a:pt x="0" y="0"/>
                </a:moveTo>
                <a:lnTo>
                  <a:pt x="0" y="142875"/>
                </a:lnTo>
              </a:path>
            </a:pathLst>
          </a:custGeom>
          <a:noFill xmlns:a="http://schemas.openxmlformats.org/drawingml/2006/main"/>
          <a:ln xmlns:a="http://schemas.openxmlformats.org/drawingml/2006/main" w="10478">
            <a:solidFill>
              <a:srgbClr val="000000"/>
            </a:solidFill>
            <a:prstDash val="solid"/>
          </a:ln>
        </p:spPr>
      </p:sp>
      <p:sp>
        <p:nvSpPr>
          <p:cNvPr id="186" name="dp44-comparison / n162 / arrow">
            <a:extLst xmlns:a="http://schemas.openxmlformats.org/drawingml/2006/main">
              <a:ext uri="{FF2B5EF4-FFF2-40B4-BE49-F238E27FC236}">
                <a16:creationId xmlns:a16="http://schemas.microsoft.com/office/drawing/2014/main" id="{5AAC3334-E29D-4C8E-BDE0-48D0F026B870}"/>
              </a:ext>
            </a:extLst>
          </p:cNvPr>
          <p:cNvSpPr>
            <a:spLocks xmlns:a="http://schemas.openxmlformats.org/drawingml/2006/main" noGrp="1"/>
          </p:cNvSpPr>
          <p:nvPr/>
        </p:nvSpPr>
        <p:spPr>
          <a:xfrm xmlns:a="http://schemas.openxmlformats.org/drawingml/2006/main">
            <a:off x="15658910" y="3933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7" name="dp44-comparison / n167">
            <a:extLst xmlns:a="http://schemas.openxmlformats.org/drawingml/2006/main">
              <a:ext uri="{FF2B5EF4-FFF2-40B4-BE49-F238E27FC236}">
                <a16:creationId xmlns:a16="http://schemas.microsoft.com/office/drawing/2014/main" id="{59BDC2EF-D0A0-4FAD-B0FD-B6FA0CC4ABC5}"/>
              </a:ext>
            </a:extLst>
          </p:cNvPr>
          <p:cNvSpPr>
            <a:spLocks xmlns:a="http://schemas.openxmlformats.org/drawingml/2006/main" noGrp="1"/>
          </p:cNvSpPr>
          <p:nvPr/>
        </p:nvSpPr>
        <p:spPr>
          <a:xfrm xmlns:a="http://schemas.openxmlformats.org/drawingml/2006/main">
            <a:off x="9953625" y="4762500"/>
            <a:ext cx="2238375" cy="3143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8" name="dp44-comparison / n168 / text 1">
            <a:extLst xmlns:a="http://schemas.openxmlformats.org/drawingml/2006/main">
              <a:ext uri="{FF2B5EF4-FFF2-40B4-BE49-F238E27FC236}">
                <a16:creationId xmlns:a16="http://schemas.microsoft.com/office/drawing/2014/main" id="{072371C4-2A94-4F87-B455-B79ABBAEDAD7}"/>
              </a:ext>
            </a:extLst>
          </p:cNvPr>
          <p:cNvSpPr>
            <a:spLocks xmlns:a="http://schemas.openxmlformats.org/drawingml/2006/main" noGrp="1"/>
          </p:cNvSpPr>
          <p:nvPr/>
        </p:nvSpPr>
        <p:spPr>
          <a:xfrm xmlns:a="http://schemas.openxmlformats.org/drawingml/2006/main">
            <a:off x="10039350" y="4814411"/>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189" name="dp44-comparison / n169">
            <a:extLst xmlns:a="http://schemas.openxmlformats.org/drawingml/2006/main">
              <a:ext uri="{FF2B5EF4-FFF2-40B4-BE49-F238E27FC236}">
                <a16:creationId xmlns:a16="http://schemas.microsoft.com/office/drawing/2014/main" id="{B7762835-2EA0-4077-B14E-B8476C9D87FA}"/>
              </a:ext>
            </a:extLst>
          </p:cNvPr>
          <p:cNvSpPr>
            <a:spLocks xmlns:a="http://schemas.openxmlformats.org/drawingml/2006/main" noGrp="1"/>
          </p:cNvSpPr>
          <p:nvPr/>
        </p:nvSpPr>
        <p:spPr>
          <a:xfrm xmlns:a="http://schemas.openxmlformats.org/drawingml/2006/main">
            <a:off x="12573000" y="4705350"/>
            <a:ext cx="5000625" cy="1495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0" name="dp44-comparison / n170 / text 1">
            <a:extLst xmlns:a="http://schemas.openxmlformats.org/drawingml/2006/main">
              <a:ext uri="{FF2B5EF4-FFF2-40B4-BE49-F238E27FC236}">
                <a16:creationId xmlns:a16="http://schemas.microsoft.com/office/drawing/2014/main" id="{7B53E36E-5B1B-4019-9175-1C3AB39AC11F}"/>
              </a:ext>
            </a:extLst>
          </p:cNvPr>
          <p:cNvSpPr>
            <a:spLocks xmlns:a="http://schemas.openxmlformats.org/drawingml/2006/main" noGrp="1"/>
          </p:cNvSpPr>
          <p:nvPr/>
        </p:nvSpPr>
        <p:spPr>
          <a:xfrm xmlns:a="http://schemas.openxmlformats.org/drawingml/2006/main">
            <a:off x="12696825" y="4800600"/>
            <a:ext cx="4752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191" name="dp44-comparison / n171">
            <a:extLst xmlns:a="http://schemas.openxmlformats.org/drawingml/2006/main">
              <a:ext uri="{FF2B5EF4-FFF2-40B4-BE49-F238E27FC236}">
                <a16:creationId xmlns:a16="http://schemas.microsoft.com/office/drawing/2014/main" id="{FFAD7631-162D-4C92-82DA-3479286627E0}"/>
              </a:ext>
            </a:extLst>
          </p:cNvPr>
          <p:cNvSpPr>
            <a:spLocks xmlns:a="http://schemas.openxmlformats.org/drawingml/2006/main" noGrp="1"/>
          </p:cNvSpPr>
          <p:nvPr/>
        </p:nvSpPr>
        <p:spPr>
          <a:xfrm xmlns:a="http://schemas.openxmlformats.org/drawingml/2006/main">
            <a:off x="12763500" y="5095875"/>
            <a:ext cx="219075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192" name="dp44-comparison / n172 / text 1">
            <a:extLst xmlns:a="http://schemas.openxmlformats.org/drawingml/2006/main">
              <a:ext uri="{FF2B5EF4-FFF2-40B4-BE49-F238E27FC236}">
                <a16:creationId xmlns:a16="http://schemas.microsoft.com/office/drawing/2014/main" id="{BA2606EF-4D38-4BB1-A863-70D6487F062D}"/>
              </a:ext>
            </a:extLst>
          </p:cNvPr>
          <p:cNvSpPr>
            <a:spLocks xmlns:a="http://schemas.openxmlformats.org/drawingml/2006/main" noGrp="1"/>
          </p:cNvSpPr>
          <p:nvPr/>
        </p:nvSpPr>
        <p:spPr>
          <a:xfrm xmlns:a="http://schemas.openxmlformats.org/drawingml/2006/main">
            <a:off x="12849225" y="5147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Composer</a:t>
            </a:r>
          </a:p>
        </p:txBody>
      </p:sp>
      <p:sp>
        <p:nvSpPr>
          <p:cNvPr id="193" name="dp44-comparison / n173 / path">
            <a:extLst xmlns:a="http://schemas.openxmlformats.org/drawingml/2006/main">
              <a:ext uri="{FF2B5EF4-FFF2-40B4-BE49-F238E27FC236}">
                <a16:creationId xmlns:a16="http://schemas.microsoft.com/office/drawing/2014/main" id="{69985274-D9AD-4822-A538-765BB0E4DF09}"/>
              </a:ext>
            </a:extLst>
          </p:cNvPr>
          <p:cNvSpPr>
            <a:spLocks xmlns:a="http://schemas.openxmlformats.org/drawingml/2006/main" noGrp="1"/>
          </p:cNvSpPr>
          <p:nvPr/>
        </p:nvSpPr>
        <p:spPr>
          <a:xfrm xmlns:a="http://schemas.openxmlformats.org/drawingml/2006/main">
            <a:off x="9858375" y="3667125"/>
            <a:ext cx="1214438" cy="1095375"/>
          </a:xfrm>
          <a:custGeom xmlns:a="http://schemas.openxmlformats.org/drawingml/2006/main">
            <a:pathLst>
              <a:path w="1214438" h="1095375">
                <a:moveTo>
                  <a:pt x="285750" y="0"/>
                </a:moveTo>
                <a:lnTo>
                  <a:pt x="0" y="0"/>
                </a:lnTo>
                <a:lnTo>
                  <a:pt x="0" y="981075"/>
                </a:lnTo>
                <a:lnTo>
                  <a:pt x="1214438" y="981075"/>
                </a:lnTo>
                <a:lnTo>
                  <a:pt x="1214438" y="1095375"/>
                </a:lnTo>
              </a:path>
            </a:pathLst>
          </a:custGeom>
          <a:noFill xmlns:a="http://schemas.openxmlformats.org/drawingml/2006/main"/>
          <a:ln xmlns:a="http://schemas.openxmlformats.org/drawingml/2006/main" w="10478">
            <a:solidFill>
              <a:srgbClr val="000000"/>
            </a:solidFill>
            <a:prstDash val="solid"/>
          </a:ln>
        </p:spPr>
      </p:sp>
      <p:sp>
        <p:nvSpPr>
          <p:cNvPr id="194" name="dp44-comparison / n173 / arrow">
            <a:extLst xmlns:a="http://schemas.openxmlformats.org/drawingml/2006/main">
              <a:ext uri="{FF2B5EF4-FFF2-40B4-BE49-F238E27FC236}">
                <a16:creationId xmlns:a16="http://schemas.microsoft.com/office/drawing/2014/main" id="{7C75AFEA-02C2-4006-BFA7-24E49B97DE0D}"/>
              </a:ext>
            </a:extLst>
          </p:cNvPr>
          <p:cNvSpPr>
            <a:spLocks xmlns:a="http://schemas.openxmlformats.org/drawingml/2006/main" noGrp="1"/>
          </p:cNvSpPr>
          <p:nvPr/>
        </p:nvSpPr>
        <p:spPr>
          <a:xfrm xmlns:a="http://schemas.openxmlformats.org/drawingml/2006/main">
            <a:off x="11039285" y="4695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95" name="dp44-comparison / n174 / path">
            <a:extLst xmlns:a="http://schemas.openxmlformats.org/drawingml/2006/main">
              <a:ext uri="{FF2B5EF4-FFF2-40B4-BE49-F238E27FC236}">
                <a16:creationId xmlns:a16="http://schemas.microsoft.com/office/drawing/2014/main" id="{4FF3AEC7-B3E5-43A9-B884-5128E5146528}"/>
              </a:ext>
            </a:extLst>
          </p:cNvPr>
          <p:cNvSpPr>
            <a:spLocks xmlns:a="http://schemas.openxmlformats.org/drawingml/2006/main" noGrp="1"/>
          </p:cNvSpPr>
          <p:nvPr/>
        </p:nvSpPr>
        <p:spPr>
          <a:xfrm xmlns:a="http://schemas.openxmlformats.org/drawingml/2006/main">
            <a:off x="9763125" y="3762375"/>
            <a:ext cx="381000" cy="1157288"/>
          </a:xfrm>
          <a:custGeom xmlns:a="http://schemas.openxmlformats.org/drawingml/2006/main">
            <a:pathLst>
              <a:path w="381000" h="1157288">
                <a:moveTo>
                  <a:pt x="190500" y="1157288"/>
                </a:moveTo>
                <a:lnTo>
                  <a:pt x="0" y="1157288"/>
                </a:lnTo>
                <a:lnTo>
                  <a:pt x="0" y="0"/>
                </a:lnTo>
                <a:lnTo>
                  <a:pt x="381000" y="0"/>
                </a:lnTo>
              </a:path>
            </a:pathLst>
          </a:custGeom>
          <a:noFill xmlns:a="http://schemas.openxmlformats.org/drawingml/2006/main"/>
          <a:ln xmlns:a="http://schemas.openxmlformats.org/drawingml/2006/main" w="10478">
            <a:solidFill>
              <a:srgbClr val="B8753F"/>
            </a:solidFill>
            <a:prstDash val="dash"/>
          </a:ln>
        </p:spPr>
      </p:sp>
      <p:sp>
        <p:nvSpPr>
          <p:cNvPr id="196" name="dp44-comparison / n174 / arrow">
            <a:extLst xmlns:a="http://schemas.openxmlformats.org/drawingml/2006/main">
              <a:ext uri="{FF2B5EF4-FFF2-40B4-BE49-F238E27FC236}">
                <a16:creationId xmlns:a16="http://schemas.microsoft.com/office/drawing/2014/main" id="{3FC834E5-A63F-492E-ABBE-B76104791CC9}"/>
              </a:ext>
            </a:extLst>
          </p:cNvPr>
          <p:cNvSpPr>
            <a:spLocks xmlns:a="http://schemas.openxmlformats.org/drawingml/2006/main" noGrp="1"/>
          </p:cNvSpPr>
          <p:nvPr/>
        </p:nvSpPr>
        <p:spPr>
          <a:xfrm xmlns:a="http://schemas.openxmlformats.org/drawingml/2006/main">
            <a:off x="10077069" y="37288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97" name="dp44-comparison / n177">
            <a:extLst xmlns:a="http://schemas.openxmlformats.org/drawingml/2006/main">
              <a:ext uri="{FF2B5EF4-FFF2-40B4-BE49-F238E27FC236}">
                <a16:creationId xmlns:a16="http://schemas.microsoft.com/office/drawing/2014/main" id="{463F3C1A-7132-4315-A652-8716083F980E}"/>
              </a:ext>
            </a:extLst>
          </p:cNvPr>
          <p:cNvSpPr>
            <a:spLocks xmlns:a="http://schemas.openxmlformats.org/drawingml/2006/main" noGrp="1"/>
          </p:cNvSpPr>
          <p:nvPr/>
        </p:nvSpPr>
        <p:spPr>
          <a:xfrm xmlns:a="http://schemas.openxmlformats.org/drawingml/2006/main">
            <a:off x="15287625" y="5095875"/>
            <a:ext cx="2095500" cy="314325"/>
          </a:xfrm>
          <a:prstGeom xmlns:a="http://schemas.openxmlformats.org/drawingml/2006/main" prst="roundRect">
            <a:avLst>
              <a:gd name="adj" fmla="val 24242"/>
            </a:avLst>
          </a:prstGeom>
          <a:solidFill xmlns:a="http://schemas.openxmlformats.org/drawingml/2006/main">
            <a:srgbClr val="FFF0DD"/>
          </a:solidFill>
          <a:ln xmlns:a="http://schemas.openxmlformats.org/drawingml/2006/main" w="17145">
            <a:solidFill>
              <a:srgbClr val="B8753F"/>
            </a:solidFill>
            <a:prstDash val="solid"/>
          </a:ln>
        </p:spPr>
      </p:sp>
      <p:sp>
        <p:nvSpPr>
          <p:cNvPr id="198" name="dp44-comparison / n178 / text 1">
            <a:extLst xmlns:a="http://schemas.openxmlformats.org/drawingml/2006/main">
              <a:ext uri="{FF2B5EF4-FFF2-40B4-BE49-F238E27FC236}">
                <a16:creationId xmlns:a16="http://schemas.microsoft.com/office/drawing/2014/main" id="{5ED2E10B-01BD-4B31-B9F6-1394B5372226}"/>
              </a:ext>
            </a:extLst>
          </p:cNvPr>
          <p:cNvSpPr>
            <a:spLocks xmlns:a="http://schemas.openxmlformats.org/drawingml/2006/main" noGrp="1"/>
          </p:cNvSpPr>
          <p:nvPr/>
        </p:nvSpPr>
        <p:spPr>
          <a:xfrm xmlns:a="http://schemas.openxmlformats.org/drawingml/2006/main">
            <a:off x="15373350" y="5141595"/>
            <a:ext cx="1924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Publication Join</a:t>
            </a:r>
          </a:p>
        </p:txBody>
      </p:sp>
      <p:sp>
        <p:nvSpPr>
          <p:cNvPr id="199" name="dp44-comparison / n179">
            <a:extLst xmlns:a="http://schemas.openxmlformats.org/drawingml/2006/main">
              <a:ext uri="{FF2B5EF4-FFF2-40B4-BE49-F238E27FC236}">
                <a16:creationId xmlns:a16="http://schemas.microsoft.com/office/drawing/2014/main" id="{D7844C76-3C62-4509-ABDD-0024D4EF6454}"/>
              </a:ext>
            </a:extLst>
          </p:cNvPr>
          <p:cNvSpPr>
            <a:spLocks xmlns:a="http://schemas.openxmlformats.org/drawingml/2006/main" noGrp="1"/>
          </p:cNvSpPr>
          <p:nvPr/>
        </p:nvSpPr>
        <p:spPr>
          <a:xfrm xmlns:a="http://schemas.openxmlformats.org/drawingml/2006/main">
            <a:off x="15287625" y="5657850"/>
            <a:ext cx="2095500" cy="3619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200" name="dp44-comparison / n180 / text 1">
            <a:extLst xmlns:a="http://schemas.openxmlformats.org/drawingml/2006/main">
              <a:ext uri="{FF2B5EF4-FFF2-40B4-BE49-F238E27FC236}">
                <a16:creationId xmlns:a16="http://schemas.microsoft.com/office/drawing/2014/main" id="{660F88BB-E1A9-4197-87C9-BF0F00B89F37}"/>
              </a:ext>
            </a:extLst>
          </p:cNvPr>
          <p:cNvSpPr>
            <a:spLocks xmlns:a="http://schemas.openxmlformats.org/drawingml/2006/main" noGrp="1"/>
          </p:cNvSpPr>
          <p:nvPr/>
        </p:nvSpPr>
        <p:spPr>
          <a:xfrm xmlns:a="http://schemas.openxmlformats.org/drawingml/2006/main">
            <a:off x="15373350" y="5764530"/>
            <a:ext cx="19240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75" b="0">
                <a:solidFill>
                  <a:srgbClr val="18232E"/>
                </a:solidFill>
                <a:latin typeface="Apple SD Gothic Neo"/>
                <a:ea typeface="Apple SD Gothic Neo"/>
                <a:cs typeface="Apple SD Gothic Neo"/>
              </a:defRPr>
            </a:pPr>
            <a:r>
              <a:rPr sz="975" b="0">
                <a:solidFill>
                  <a:srgbClr val="18232E"/>
                </a:solidFill>
                <a:latin typeface="Apple SD Gothic Neo"/>
                <a:ea typeface="Apple SD Gothic Neo"/>
                <a:cs typeface="Apple SD Gothic Neo"/>
              </a:rPr>
              <a:t>Publication Window</a:t>
            </a:r>
          </a:p>
        </p:txBody>
      </p:sp>
      <p:sp>
        <p:nvSpPr>
          <p:cNvPr id="201" name="dp44-comparison / n181">
            <a:extLst xmlns:a="http://schemas.openxmlformats.org/drawingml/2006/main">
              <a:ext uri="{FF2B5EF4-FFF2-40B4-BE49-F238E27FC236}">
                <a16:creationId xmlns:a16="http://schemas.microsoft.com/office/drawing/2014/main" id="{07FA9CB8-0249-4F5D-810D-AAB14201FB5A}"/>
              </a:ext>
            </a:extLst>
          </p:cNvPr>
          <p:cNvSpPr>
            <a:spLocks xmlns:a="http://schemas.openxmlformats.org/drawingml/2006/main" noGrp="1"/>
          </p:cNvSpPr>
          <p:nvPr/>
        </p:nvSpPr>
        <p:spPr>
          <a:xfrm xmlns:a="http://schemas.openxmlformats.org/drawingml/2006/main">
            <a:off x="12763500" y="5762625"/>
            <a:ext cx="21907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000000"/>
            </a:solidFill>
            <a:prstDash val="solid"/>
          </a:ln>
        </p:spPr>
      </p:sp>
      <p:sp>
        <p:nvSpPr>
          <p:cNvPr id="202" name="dp44-comparison / n182 / text 1">
            <a:extLst xmlns:a="http://schemas.openxmlformats.org/drawingml/2006/main">
              <a:ext uri="{FF2B5EF4-FFF2-40B4-BE49-F238E27FC236}">
                <a16:creationId xmlns:a16="http://schemas.microsoft.com/office/drawing/2014/main" id="{A42E0AC8-F716-4066-B26A-2C05F094EA9C}"/>
              </a:ext>
            </a:extLst>
          </p:cNvPr>
          <p:cNvSpPr>
            <a:spLocks xmlns:a="http://schemas.openxmlformats.org/drawingml/2006/main" noGrp="1"/>
          </p:cNvSpPr>
          <p:nvPr/>
        </p:nvSpPr>
        <p:spPr>
          <a:xfrm xmlns:a="http://schemas.openxmlformats.org/drawingml/2006/main">
            <a:off x="12849225" y="5796915"/>
            <a:ext cx="2019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Publication Control</a:t>
            </a:r>
          </a:p>
        </p:txBody>
      </p:sp>
      <p:sp>
        <p:nvSpPr>
          <p:cNvPr id="203" name="dp44-comparison / n183 / path">
            <a:extLst xmlns:a="http://schemas.openxmlformats.org/drawingml/2006/main">
              <a:ext uri="{FF2B5EF4-FFF2-40B4-BE49-F238E27FC236}">
                <a16:creationId xmlns:a16="http://schemas.microsoft.com/office/drawing/2014/main" id="{6D63DF9B-205F-4622-882A-141D0C5EACAD}"/>
              </a:ext>
            </a:extLst>
          </p:cNvPr>
          <p:cNvSpPr>
            <a:spLocks xmlns:a="http://schemas.openxmlformats.org/drawingml/2006/main" noGrp="1"/>
          </p:cNvSpPr>
          <p:nvPr/>
        </p:nvSpPr>
        <p:spPr>
          <a:xfrm xmlns:a="http://schemas.openxmlformats.org/drawingml/2006/main">
            <a:off x="12496800" y="3752850"/>
            <a:ext cx="457200" cy="1500188"/>
          </a:xfrm>
          <a:custGeom xmlns:a="http://schemas.openxmlformats.org/drawingml/2006/main">
            <a:pathLst>
              <a:path w="457200" h="1500188">
                <a:moveTo>
                  <a:pt x="361950" y="0"/>
                </a:moveTo>
                <a:lnTo>
                  <a:pt x="457200" y="0"/>
                </a:lnTo>
                <a:lnTo>
                  <a:pt x="457200" y="819150"/>
                </a:lnTo>
                <a:lnTo>
                  <a:pt x="0" y="819150"/>
                </a:lnTo>
                <a:lnTo>
                  <a:pt x="0" y="1500188"/>
                </a:lnTo>
                <a:lnTo>
                  <a:pt x="266700" y="1500188"/>
                </a:lnTo>
              </a:path>
            </a:pathLst>
          </a:custGeom>
          <a:noFill xmlns:a="http://schemas.openxmlformats.org/drawingml/2006/main"/>
          <a:ln xmlns:a="http://schemas.openxmlformats.org/drawingml/2006/main" w="10478">
            <a:solidFill>
              <a:srgbClr val="B8753F"/>
            </a:solidFill>
            <a:prstDash val="solid"/>
          </a:ln>
        </p:spPr>
      </p:sp>
      <p:sp>
        <p:nvSpPr>
          <p:cNvPr id="204" name="dp44-comparison / n183 / arrow">
            <a:extLst xmlns:a="http://schemas.openxmlformats.org/drawingml/2006/main">
              <a:ext uri="{FF2B5EF4-FFF2-40B4-BE49-F238E27FC236}">
                <a16:creationId xmlns:a16="http://schemas.microsoft.com/office/drawing/2014/main" id="{9BDFF2CF-A4B3-4B19-BC06-45C1A7E02FC7}"/>
              </a:ext>
            </a:extLst>
          </p:cNvPr>
          <p:cNvSpPr>
            <a:spLocks xmlns:a="http://schemas.openxmlformats.org/drawingml/2006/main" noGrp="1"/>
          </p:cNvSpPr>
          <p:nvPr/>
        </p:nvSpPr>
        <p:spPr>
          <a:xfrm xmlns:a="http://schemas.openxmlformats.org/drawingml/2006/main">
            <a:off x="12696444" y="52195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05" name="dp44-comparison / n184 / path">
            <a:extLst xmlns:a="http://schemas.openxmlformats.org/drawingml/2006/main">
              <a:ext uri="{FF2B5EF4-FFF2-40B4-BE49-F238E27FC236}">
                <a16:creationId xmlns:a16="http://schemas.microsoft.com/office/drawing/2014/main" id="{CB42C539-8447-49E3-827E-C17A17C49770}"/>
              </a:ext>
            </a:extLst>
          </p:cNvPr>
          <p:cNvSpPr>
            <a:spLocks xmlns:a="http://schemas.openxmlformats.org/drawingml/2006/main" noGrp="1"/>
          </p:cNvSpPr>
          <p:nvPr/>
        </p:nvSpPr>
        <p:spPr>
          <a:xfrm xmlns:a="http://schemas.openxmlformats.org/drawingml/2006/main">
            <a:off x="14192250" y="3667125"/>
            <a:ext cx="3476625" cy="1428750"/>
          </a:xfrm>
          <a:custGeom xmlns:a="http://schemas.openxmlformats.org/drawingml/2006/main">
            <a:pathLst>
              <a:path w="3476625" h="1428750">
                <a:moveTo>
                  <a:pt x="3048000" y="0"/>
                </a:moveTo>
                <a:lnTo>
                  <a:pt x="3476625" y="0"/>
                </a:lnTo>
                <a:lnTo>
                  <a:pt x="3476625" y="923925"/>
                </a:lnTo>
                <a:lnTo>
                  <a:pt x="0" y="923925"/>
                </a:lnTo>
                <a:lnTo>
                  <a:pt x="0" y="1428750"/>
                </a:lnTo>
              </a:path>
            </a:pathLst>
          </a:custGeom>
          <a:noFill xmlns:a="http://schemas.openxmlformats.org/drawingml/2006/main"/>
          <a:ln xmlns:a="http://schemas.openxmlformats.org/drawingml/2006/main" w="10478">
            <a:solidFill>
              <a:srgbClr val="B8753F"/>
            </a:solidFill>
            <a:prstDash val="solid"/>
          </a:ln>
        </p:spPr>
      </p:sp>
      <p:sp>
        <p:nvSpPr>
          <p:cNvPr id="206" name="dp44-comparison / n184 / arrow">
            <a:extLst xmlns:a="http://schemas.openxmlformats.org/drawingml/2006/main">
              <a:ext uri="{FF2B5EF4-FFF2-40B4-BE49-F238E27FC236}">
                <a16:creationId xmlns:a16="http://schemas.microsoft.com/office/drawing/2014/main" id="{10BB308E-3A38-4FA3-98EF-4CD5D4F630F0}"/>
              </a:ext>
            </a:extLst>
          </p:cNvPr>
          <p:cNvSpPr>
            <a:spLocks xmlns:a="http://schemas.openxmlformats.org/drawingml/2006/main" noGrp="1"/>
          </p:cNvSpPr>
          <p:nvPr/>
        </p:nvSpPr>
        <p:spPr>
          <a:xfrm xmlns:a="http://schemas.openxmlformats.org/drawingml/2006/main">
            <a:off x="14158722"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07" name="dp44-comparison / n185 / path">
            <a:extLst xmlns:a="http://schemas.openxmlformats.org/drawingml/2006/main">
              <a:ext uri="{FF2B5EF4-FFF2-40B4-BE49-F238E27FC236}">
                <a16:creationId xmlns:a16="http://schemas.microsoft.com/office/drawing/2014/main" id="{65CE4CF4-8364-4BCB-85CA-BA6A78B8177E}"/>
              </a:ext>
            </a:extLst>
          </p:cNvPr>
          <p:cNvSpPr>
            <a:spLocks xmlns:a="http://schemas.openxmlformats.org/drawingml/2006/main" noGrp="1"/>
          </p:cNvSpPr>
          <p:nvPr/>
        </p:nvSpPr>
        <p:spPr>
          <a:xfrm xmlns:a="http://schemas.openxmlformats.org/drawingml/2006/main">
            <a:off x="14954250" y="5253038"/>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B8753F"/>
            </a:solidFill>
            <a:prstDash val="solid"/>
          </a:ln>
        </p:spPr>
      </p:sp>
      <p:sp>
        <p:nvSpPr>
          <p:cNvPr id="208" name="dp44-comparison / n185 / arrow">
            <a:extLst xmlns:a="http://schemas.openxmlformats.org/drawingml/2006/main">
              <a:ext uri="{FF2B5EF4-FFF2-40B4-BE49-F238E27FC236}">
                <a16:creationId xmlns:a16="http://schemas.microsoft.com/office/drawing/2014/main" id="{93595377-79AA-4323-9E8D-7580C76C2E2A}"/>
              </a:ext>
            </a:extLst>
          </p:cNvPr>
          <p:cNvSpPr>
            <a:spLocks xmlns:a="http://schemas.openxmlformats.org/drawingml/2006/main" noGrp="1"/>
          </p:cNvSpPr>
          <p:nvPr/>
        </p:nvSpPr>
        <p:spPr>
          <a:xfrm xmlns:a="http://schemas.openxmlformats.org/drawingml/2006/main">
            <a:off x="15220569" y="52195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09" name="dp44-comparison / n186 / path">
            <a:extLst xmlns:a="http://schemas.openxmlformats.org/drawingml/2006/main">
              <a:ext uri="{FF2B5EF4-FFF2-40B4-BE49-F238E27FC236}">
                <a16:creationId xmlns:a16="http://schemas.microsoft.com/office/drawing/2014/main" id="{DABAEA3E-11C7-4956-BB98-B828B7E0B422}"/>
              </a:ext>
            </a:extLst>
          </p:cNvPr>
          <p:cNvSpPr>
            <a:spLocks xmlns:a="http://schemas.openxmlformats.org/drawingml/2006/main" noGrp="1"/>
          </p:cNvSpPr>
          <p:nvPr/>
        </p:nvSpPr>
        <p:spPr>
          <a:xfrm xmlns:a="http://schemas.openxmlformats.org/drawingml/2006/main">
            <a:off x="12858750" y="3600450"/>
            <a:ext cx="3476625" cy="1495425"/>
          </a:xfrm>
          <a:custGeom xmlns:a="http://schemas.openxmlformats.org/drawingml/2006/main">
            <a:pathLst>
              <a:path w="3476625" h="1495425">
                <a:moveTo>
                  <a:pt x="0" y="0"/>
                </a:moveTo>
                <a:lnTo>
                  <a:pt x="238125" y="0"/>
                </a:lnTo>
                <a:lnTo>
                  <a:pt x="238125" y="933450"/>
                </a:lnTo>
                <a:lnTo>
                  <a:pt x="3476625" y="933450"/>
                </a:lnTo>
                <a:lnTo>
                  <a:pt x="3476625" y="1495425"/>
                </a:lnTo>
              </a:path>
            </a:pathLst>
          </a:custGeom>
          <a:noFill xmlns:a="http://schemas.openxmlformats.org/drawingml/2006/main"/>
          <a:ln xmlns:a="http://schemas.openxmlformats.org/drawingml/2006/main" w="10478">
            <a:solidFill>
              <a:srgbClr val="B8753F"/>
            </a:solidFill>
            <a:prstDash val="solid"/>
          </a:ln>
        </p:spPr>
      </p:sp>
      <p:sp>
        <p:nvSpPr>
          <p:cNvPr id="210" name="dp44-comparison / n186 / arrow">
            <a:extLst xmlns:a="http://schemas.openxmlformats.org/drawingml/2006/main">
              <a:ext uri="{FF2B5EF4-FFF2-40B4-BE49-F238E27FC236}">
                <a16:creationId xmlns:a16="http://schemas.microsoft.com/office/drawing/2014/main" id="{58CF2061-DE4D-4A2E-92CA-267F21B0230B}"/>
              </a:ext>
            </a:extLst>
          </p:cNvPr>
          <p:cNvSpPr>
            <a:spLocks xmlns:a="http://schemas.openxmlformats.org/drawingml/2006/main" noGrp="1"/>
          </p:cNvSpPr>
          <p:nvPr/>
        </p:nvSpPr>
        <p:spPr>
          <a:xfrm xmlns:a="http://schemas.openxmlformats.org/drawingml/2006/main">
            <a:off x="16301847"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11" name="dp44-comparison / n189 / path">
            <a:extLst xmlns:a="http://schemas.openxmlformats.org/drawingml/2006/main">
              <a:ext uri="{FF2B5EF4-FFF2-40B4-BE49-F238E27FC236}">
                <a16:creationId xmlns:a16="http://schemas.microsoft.com/office/drawing/2014/main" id="{1B2075E6-48A5-4815-A538-3F545933E33A}"/>
              </a:ext>
            </a:extLst>
          </p:cNvPr>
          <p:cNvSpPr>
            <a:spLocks xmlns:a="http://schemas.openxmlformats.org/drawingml/2006/main" noGrp="1"/>
          </p:cNvSpPr>
          <p:nvPr/>
        </p:nvSpPr>
        <p:spPr>
          <a:xfrm xmlns:a="http://schemas.openxmlformats.org/drawingml/2006/main">
            <a:off x="16764000" y="5410200"/>
            <a:ext cx="953" cy="247650"/>
          </a:xfrm>
          <a:custGeom xmlns:a="http://schemas.openxmlformats.org/drawingml/2006/main">
            <a:pathLst>
              <a:path w="953" h="247650">
                <a:moveTo>
                  <a:pt x="0" y="0"/>
                </a:moveTo>
                <a:lnTo>
                  <a:pt x="0" y="247650"/>
                </a:lnTo>
              </a:path>
            </a:pathLst>
          </a:custGeom>
          <a:noFill xmlns:a="http://schemas.openxmlformats.org/drawingml/2006/main"/>
          <a:ln xmlns:a="http://schemas.openxmlformats.org/drawingml/2006/main" w="10478">
            <a:solidFill>
              <a:srgbClr val="B8753F"/>
            </a:solidFill>
            <a:prstDash val="solid"/>
          </a:ln>
        </p:spPr>
      </p:sp>
      <p:sp>
        <p:nvSpPr>
          <p:cNvPr id="212" name="dp44-comparison / n189 / arrow">
            <a:extLst xmlns:a="http://schemas.openxmlformats.org/drawingml/2006/main">
              <a:ext uri="{FF2B5EF4-FFF2-40B4-BE49-F238E27FC236}">
                <a16:creationId xmlns:a16="http://schemas.microsoft.com/office/drawing/2014/main" id="{E3CBF47A-FB70-4250-A5AA-4C9651F27D7B}"/>
              </a:ext>
            </a:extLst>
          </p:cNvPr>
          <p:cNvSpPr>
            <a:spLocks xmlns:a="http://schemas.openxmlformats.org/drawingml/2006/main" noGrp="1"/>
          </p:cNvSpPr>
          <p:nvPr/>
        </p:nvSpPr>
        <p:spPr>
          <a:xfrm xmlns:a="http://schemas.openxmlformats.org/drawingml/2006/main">
            <a:off x="16730472" y="5590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13" name="dp44-comparison / n190 / path">
            <a:extLst xmlns:a="http://schemas.openxmlformats.org/drawingml/2006/main">
              <a:ext uri="{FF2B5EF4-FFF2-40B4-BE49-F238E27FC236}">
                <a16:creationId xmlns:a16="http://schemas.microsoft.com/office/drawing/2014/main" id="{9F8469A8-ED68-4E79-8E31-CAADD4BB9BF8}"/>
              </a:ext>
            </a:extLst>
          </p:cNvPr>
          <p:cNvSpPr>
            <a:spLocks xmlns:a="http://schemas.openxmlformats.org/drawingml/2006/main" noGrp="1"/>
          </p:cNvSpPr>
          <p:nvPr/>
        </p:nvSpPr>
        <p:spPr>
          <a:xfrm xmlns:a="http://schemas.openxmlformats.org/drawingml/2006/main">
            <a:off x="13858875" y="5410200"/>
            <a:ext cx="2047875" cy="352425"/>
          </a:xfrm>
          <a:custGeom xmlns:a="http://schemas.openxmlformats.org/drawingml/2006/main">
            <a:pathLst>
              <a:path w="2047875" h="352425">
                <a:moveTo>
                  <a:pt x="2047875" y="0"/>
                </a:moveTo>
                <a:lnTo>
                  <a:pt x="2047875" y="133350"/>
                </a:lnTo>
                <a:lnTo>
                  <a:pt x="0" y="133350"/>
                </a:lnTo>
                <a:lnTo>
                  <a:pt x="0" y="352425"/>
                </a:lnTo>
              </a:path>
            </a:pathLst>
          </a:custGeom>
          <a:noFill xmlns:a="http://schemas.openxmlformats.org/drawingml/2006/main"/>
          <a:ln xmlns:a="http://schemas.openxmlformats.org/drawingml/2006/main" w="10478">
            <a:solidFill>
              <a:srgbClr val="B8753F"/>
            </a:solidFill>
            <a:prstDash val="solid"/>
          </a:ln>
        </p:spPr>
      </p:sp>
      <p:sp>
        <p:nvSpPr>
          <p:cNvPr id="214" name="dp44-comparison / n190 / arrow">
            <a:extLst xmlns:a="http://schemas.openxmlformats.org/drawingml/2006/main">
              <a:ext uri="{FF2B5EF4-FFF2-40B4-BE49-F238E27FC236}">
                <a16:creationId xmlns:a16="http://schemas.microsoft.com/office/drawing/2014/main" id="{2A45BB8A-6510-44E1-9A5F-8071F395F09F}"/>
              </a:ext>
            </a:extLst>
          </p:cNvPr>
          <p:cNvSpPr>
            <a:spLocks xmlns:a="http://schemas.openxmlformats.org/drawingml/2006/main" noGrp="1"/>
          </p:cNvSpPr>
          <p:nvPr/>
        </p:nvSpPr>
        <p:spPr>
          <a:xfrm xmlns:a="http://schemas.openxmlformats.org/drawingml/2006/main">
            <a:off x="13825347" y="5695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15" name="dp44-comparison / n199 / path">
            <a:extLst xmlns:a="http://schemas.openxmlformats.org/drawingml/2006/main">
              <a:ext uri="{FF2B5EF4-FFF2-40B4-BE49-F238E27FC236}">
                <a16:creationId xmlns:a16="http://schemas.microsoft.com/office/drawing/2014/main" id="{9B76F455-5974-402B-BB36-B4D4C841B994}"/>
              </a:ext>
            </a:extLst>
          </p:cNvPr>
          <p:cNvSpPr>
            <a:spLocks xmlns:a="http://schemas.openxmlformats.org/drawingml/2006/main" noGrp="1"/>
          </p:cNvSpPr>
          <p:nvPr/>
        </p:nvSpPr>
        <p:spPr>
          <a:xfrm xmlns:a="http://schemas.openxmlformats.org/drawingml/2006/main">
            <a:off x="9858375" y="63341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216" name="dp44-comparison / n202">
            <a:extLst xmlns:a="http://schemas.openxmlformats.org/drawingml/2006/main">
              <a:ext uri="{FF2B5EF4-FFF2-40B4-BE49-F238E27FC236}">
                <a16:creationId xmlns:a16="http://schemas.microsoft.com/office/drawing/2014/main" id="{AFFDBD8D-883A-4C70-9F5A-5562E0B44729}"/>
              </a:ext>
            </a:extLst>
          </p:cNvPr>
          <p:cNvSpPr>
            <a:spLocks xmlns:a="http://schemas.openxmlformats.org/drawingml/2006/main" noGrp="1"/>
          </p:cNvSpPr>
          <p:nvPr/>
        </p:nvSpPr>
        <p:spPr>
          <a:xfrm xmlns:a="http://schemas.openxmlformats.org/drawingml/2006/main">
            <a:off x="995362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7" name="dp44-comparison / n203 / text 1">
            <a:extLst xmlns:a="http://schemas.openxmlformats.org/drawingml/2006/main">
              <a:ext uri="{FF2B5EF4-FFF2-40B4-BE49-F238E27FC236}">
                <a16:creationId xmlns:a16="http://schemas.microsoft.com/office/drawing/2014/main" id="{08E2655A-93FB-415A-A59F-0C8C7937F878}"/>
              </a:ext>
            </a:extLst>
          </p:cNvPr>
          <p:cNvSpPr>
            <a:spLocks xmlns:a="http://schemas.openxmlformats.org/drawingml/2006/main" noGrp="1"/>
          </p:cNvSpPr>
          <p:nvPr/>
        </p:nvSpPr>
        <p:spPr>
          <a:xfrm xmlns:a="http://schemas.openxmlformats.org/drawingml/2006/main">
            <a:off x="1003935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Meaning1 완료</a:t>
            </a:r>
          </a:p>
        </p:txBody>
      </p:sp>
      <p:sp>
        <p:nvSpPr>
          <p:cNvPr id="218" name="dp44-comparison / n204">
            <a:extLst xmlns:a="http://schemas.openxmlformats.org/drawingml/2006/main">
              <a:ext uri="{FF2B5EF4-FFF2-40B4-BE49-F238E27FC236}">
                <a16:creationId xmlns:a16="http://schemas.microsoft.com/office/drawing/2014/main" id="{9A7DD33E-D296-44C1-89B8-EC0F646A53C1}"/>
              </a:ext>
            </a:extLst>
          </p:cNvPr>
          <p:cNvSpPr>
            <a:spLocks xmlns:a="http://schemas.openxmlformats.org/drawingml/2006/main" noGrp="1"/>
          </p:cNvSpPr>
          <p:nvPr/>
        </p:nvSpPr>
        <p:spPr>
          <a:xfrm xmlns:a="http://schemas.openxmlformats.org/drawingml/2006/main">
            <a:off x="1262062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9" name="dp44-comparison / n205 / text 1">
            <a:extLst xmlns:a="http://schemas.openxmlformats.org/drawingml/2006/main">
              <a:ext uri="{FF2B5EF4-FFF2-40B4-BE49-F238E27FC236}">
                <a16:creationId xmlns:a16="http://schemas.microsoft.com/office/drawing/2014/main" id="{FB3A5F96-1E77-4371-B21B-2392E4BE0913}"/>
              </a:ext>
            </a:extLst>
          </p:cNvPr>
          <p:cNvSpPr>
            <a:spLocks xmlns:a="http://schemas.openxmlformats.org/drawingml/2006/main" noGrp="1"/>
          </p:cNvSpPr>
          <p:nvPr/>
        </p:nvSpPr>
        <p:spPr>
          <a:xfrm xmlns:a="http://schemas.openxmlformats.org/drawingml/2006/main">
            <a:off x="1270635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Composer: 후보 생산</a:t>
            </a:r>
          </a:p>
        </p:txBody>
      </p:sp>
      <p:sp>
        <p:nvSpPr>
          <p:cNvPr id="220" name="dp44-comparison / n206 / path">
            <a:extLst xmlns:a="http://schemas.openxmlformats.org/drawingml/2006/main">
              <a:ext uri="{FF2B5EF4-FFF2-40B4-BE49-F238E27FC236}">
                <a16:creationId xmlns:a16="http://schemas.microsoft.com/office/drawing/2014/main" id="{A76A830A-3AA4-4A03-B541-580E3C0F5EB3}"/>
              </a:ext>
            </a:extLst>
          </p:cNvPr>
          <p:cNvSpPr>
            <a:spLocks xmlns:a="http://schemas.openxmlformats.org/drawingml/2006/main" noGrp="1"/>
          </p:cNvSpPr>
          <p:nvPr/>
        </p:nvSpPr>
        <p:spPr>
          <a:xfrm xmlns:a="http://schemas.openxmlformats.org/drawingml/2006/main">
            <a:off x="1219200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21" name="dp44-comparison / n206 / arrow">
            <a:extLst xmlns:a="http://schemas.openxmlformats.org/drawingml/2006/main">
              <a:ext uri="{FF2B5EF4-FFF2-40B4-BE49-F238E27FC236}">
                <a16:creationId xmlns:a16="http://schemas.microsoft.com/office/drawing/2014/main" id="{D493A773-13BC-4F7A-997C-179C547A800C}"/>
              </a:ext>
            </a:extLst>
          </p:cNvPr>
          <p:cNvSpPr>
            <a:spLocks xmlns:a="http://schemas.openxmlformats.org/drawingml/2006/main" noGrp="1"/>
          </p:cNvSpPr>
          <p:nvPr/>
        </p:nvSpPr>
        <p:spPr>
          <a:xfrm xmlns:a="http://schemas.openxmlformats.org/drawingml/2006/main">
            <a:off x="1255356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2" name="dp44-comparison / n207">
            <a:extLst xmlns:a="http://schemas.openxmlformats.org/drawingml/2006/main">
              <a:ext uri="{FF2B5EF4-FFF2-40B4-BE49-F238E27FC236}">
                <a16:creationId xmlns:a16="http://schemas.microsoft.com/office/drawing/2014/main" id="{01273E4D-E446-4E26-B511-7C2A51A7ED6C}"/>
              </a:ext>
            </a:extLst>
          </p:cNvPr>
          <p:cNvSpPr>
            <a:spLocks xmlns:a="http://schemas.openxmlformats.org/drawingml/2006/main" noGrp="1"/>
          </p:cNvSpPr>
          <p:nvPr/>
        </p:nvSpPr>
        <p:spPr>
          <a:xfrm xmlns:a="http://schemas.openxmlformats.org/drawingml/2006/main">
            <a:off x="15287625" y="66198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3" name="dp44-comparison / n208 / text 1">
            <a:extLst xmlns:a="http://schemas.openxmlformats.org/drawingml/2006/main">
              <a:ext uri="{FF2B5EF4-FFF2-40B4-BE49-F238E27FC236}">
                <a16:creationId xmlns:a16="http://schemas.microsoft.com/office/drawing/2014/main" id="{2A3C542B-7F3B-4F68-9E5C-2EA5626621ED}"/>
              </a:ext>
            </a:extLst>
          </p:cNvPr>
          <p:cNvSpPr>
            <a:spLocks xmlns:a="http://schemas.openxmlformats.org/drawingml/2006/main" noGrp="1"/>
          </p:cNvSpPr>
          <p:nvPr/>
        </p:nvSpPr>
        <p:spPr>
          <a:xfrm xmlns:a="http://schemas.openxmlformats.org/drawingml/2006/main">
            <a:off x="15373350" y="66555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Join: 조건 검사 후 게시</a:t>
            </a:r>
          </a:p>
        </p:txBody>
      </p:sp>
      <p:sp>
        <p:nvSpPr>
          <p:cNvPr id="224" name="dp44-comparison / n209 / path">
            <a:extLst xmlns:a="http://schemas.openxmlformats.org/drawingml/2006/main">
              <a:ext uri="{FF2B5EF4-FFF2-40B4-BE49-F238E27FC236}">
                <a16:creationId xmlns:a16="http://schemas.microsoft.com/office/drawing/2014/main" id="{57A48246-A59C-442D-BE25-98267739E4F0}"/>
              </a:ext>
            </a:extLst>
          </p:cNvPr>
          <p:cNvSpPr>
            <a:spLocks xmlns:a="http://schemas.openxmlformats.org/drawingml/2006/main" noGrp="1"/>
          </p:cNvSpPr>
          <p:nvPr/>
        </p:nvSpPr>
        <p:spPr>
          <a:xfrm xmlns:a="http://schemas.openxmlformats.org/drawingml/2006/main">
            <a:off x="1485900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25" name="dp44-comparison / n209 / arrow">
            <a:extLst xmlns:a="http://schemas.openxmlformats.org/drawingml/2006/main">
              <a:ext uri="{FF2B5EF4-FFF2-40B4-BE49-F238E27FC236}">
                <a16:creationId xmlns:a16="http://schemas.microsoft.com/office/drawing/2014/main" id="{D622FE0B-F702-4EDF-A76C-044E56E66C92}"/>
              </a:ext>
            </a:extLst>
          </p:cNvPr>
          <p:cNvSpPr>
            <a:spLocks xmlns:a="http://schemas.openxmlformats.org/drawingml/2006/main" noGrp="1"/>
          </p:cNvSpPr>
          <p:nvPr/>
        </p:nvSpPr>
        <p:spPr>
          <a:xfrm xmlns:a="http://schemas.openxmlformats.org/drawingml/2006/main">
            <a:off x="1522056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6" name="dp44-comparison / n214">
            <a:extLst xmlns:a="http://schemas.openxmlformats.org/drawingml/2006/main">
              <a:ext uri="{FF2B5EF4-FFF2-40B4-BE49-F238E27FC236}">
                <a16:creationId xmlns:a16="http://schemas.microsoft.com/office/drawing/2014/main" id="{68103EAE-BFA0-47B0-B1D3-9BE957B7A7A6}"/>
              </a:ext>
            </a:extLst>
          </p:cNvPr>
          <p:cNvSpPr>
            <a:spLocks xmlns:a="http://schemas.openxmlformats.org/drawingml/2006/main" noGrp="1"/>
          </p:cNvSpPr>
          <p:nvPr/>
        </p:nvSpPr>
        <p:spPr>
          <a:xfrm xmlns:a="http://schemas.openxmlformats.org/drawingml/2006/main">
            <a:off x="995362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7" name="dp44-comparison / n215 / text 1">
            <a:extLst xmlns:a="http://schemas.openxmlformats.org/drawingml/2006/main">
              <a:ext uri="{FF2B5EF4-FFF2-40B4-BE49-F238E27FC236}">
                <a16:creationId xmlns:a16="http://schemas.microsoft.com/office/drawing/2014/main" id="{D10B95BD-B9AE-4319-A195-5F2A610F7794}"/>
              </a:ext>
            </a:extLst>
          </p:cNvPr>
          <p:cNvSpPr>
            <a:spLocks xmlns:a="http://schemas.openxmlformats.org/drawingml/2006/main" noGrp="1"/>
          </p:cNvSpPr>
          <p:nvPr/>
        </p:nvSpPr>
        <p:spPr>
          <a:xfrm xmlns:a="http://schemas.openxmlformats.org/drawingml/2006/main">
            <a:off x="1003935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옛 응답 준비 완료</a:t>
            </a:r>
          </a:p>
        </p:txBody>
      </p:sp>
      <p:sp>
        <p:nvSpPr>
          <p:cNvPr id="228" name="dp44-comparison / n216">
            <a:extLst xmlns:a="http://schemas.openxmlformats.org/drawingml/2006/main">
              <a:ext uri="{FF2B5EF4-FFF2-40B4-BE49-F238E27FC236}">
                <a16:creationId xmlns:a16="http://schemas.microsoft.com/office/drawing/2014/main" id="{A70BA124-E80F-423B-8330-40C5BE9B6634}"/>
              </a:ext>
            </a:extLst>
          </p:cNvPr>
          <p:cNvSpPr>
            <a:spLocks xmlns:a="http://schemas.openxmlformats.org/drawingml/2006/main" noGrp="1"/>
          </p:cNvSpPr>
          <p:nvPr/>
        </p:nvSpPr>
        <p:spPr>
          <a:xfrm xmlns:a="http://schemas.openxmlformats.org/drawingml/2006/main">
            <a:off x="1262062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9" name="dp44-comparison / n217 / text 1">
            <a:extLst xmlns:a="http://schemas.openxmlformats.org/drawingml/2006/main">
              <a:ext uri="{FF2B5EF4-FFF2-40B4-BE49-F238E27FC236}">
                <a16:creationId xmlns:a16="http://schemas.microsoft.com/office/drawing/2014/main" id="{258B40CE-380C-404A-AFDC-54A2917DF7E4}"/>
              </a:ext>
            </a:extLst>
          </p:cNvPr>
          <p:cNvSpPr>
            <a:spLocks xmlns:a="http://schemas.openxmlformats.org/drawingml/2006/main" noGrp="1"/>
          </p:cNvSpPr>
          <p:nvPr/>
        </p:nvSpPr>
        <p:spPr>
          <a:xfrm xmlns:a="http://schemas.openxmlformats.org/drawingml/2006/main">
            <a:off x="1270635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Join: 현재 입력 조건 검사</a:t>
            </a:r>
          </a:p>
        </p:txBody>
      </p:sp>
      <p:sp>
        <p:nvSpPr>
          <p:cNvPr id="230" name="dp44-comparison / n218 / path">
            <a:extLst xmlns:a="http://schemas.openxmlformats.org/drawingml/2006/main">
              <a:ext uri="{FF2B5EF4-FFF2-40B4-BE49-F238E27FC236}">
                <a16:creationId xmlns:a16="http://schemas.microsoft.com/office/drawing/2014/main" id="{8D5CCE82-81BC-4FE7-B329-61270E48FB9F}"/>
              </a:ext>
            </a:extLst>
          </p:cNvPr>
          <p:cNvSpPr>
            <a:spLocks xmlns:a="http://schemas.openxmlformats.org/drawingml/2006/main" noGrp="1"/>
          </p:cNvSpPr>
          <p:nvPr/>
        </p:nvSpPr>
        <p:spPr>
          <a:xfrm xmlns:a="http://schemas.openxmlformats.org/drawingml/2006/main">
            <a:off x="1219200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1" name="dp44-comparison / n218 / arrow">
            <a:extLst xmlns:a="http://schemas.openxmlformats.org/drawingml/2006/main">
              <a:ext uri="{FF2B5EF4-FFF2-40B4-BE49-F238E27FC236}">
                <a16:creationId xmlns:a16="http://schemas.microsoft.com/office/drawing/2014/main" id="{BC0A4147-BF84-4A18-B7A7-AD69C9FC5B95}"/>
              </a:ext>
            </a:extLst>
          </p:cNvPr>
          <p:cNvSpPr>
            <a:spLocks xmlns:a="http://schemas.openxmlformats.org/drawingml/2006/main" noGrp="1"/>
          </p:cNvSpPr>
          <p:nvPr/>
        </p:nvSpPr>
        <p:spPr>
          <a:xfrm xmlns:a="http://schemas.openxmlformats.org/drawingml/2006/main">
            <a:off x="1255356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2" name="dp44-comparison / n219">
            <a:extLst xmlns:a="http://schemas.openxmlformats.org/drawingml/2006/main">
              <a:ext uri="{FF2B5EF4-FFF2-40B4-BE49-F238E27FC236}">
                <a16:creationId xmlns:a16="http://schemas.microsoft.com/office/drawing/2014/main" id="{EE28F9C0-1653-4BB3-AD72-3300B6D0E7A0}"/>
              </a:ext>
            </a:extLst>
          </p:cNvPr>
          <p:cNvSpPr>
            <a:spLocks xmlns:a="http://schemas.openxmlformats.org/drawingml/2006/main" noGrp="1"/>
          </p:cNvSpPr>
          <p:nvPr/>
        </p:nvSpPr>
        <p:spPr>
          <a:xfrm xmlns:a="http://schemas.openxmlformats.org/drawingml/2006/main">
            <a:off x="15287625" y="7286625"/>
            <a:ext cx="2190750"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3" name="dp44-comparison / n220 / text 1">
            <a:extLst xmlns:a="http://schemas.openxmlformats.org/drawingml/2006/main">
              <a:ext uri="{FF2B5EF4-FFF2-40B4-BE49-F238E27FC236}">
                <a16:creationId xmlns:a16="http://schemas.microsoft.com/office/drawing/2014/main" id="{3D3B52A0-6170-468E-8526-4CE04DEC2FA7}"/>
              </a:ext>
            </a:extLst>
          </p:cNvPr>
          <p:cNvSpPr>
            <a:spLocks xmlns:a="http://schemas.openxmlformats.org/drawingml/2006/main" noGrp="1"/>
          </p:cNvSpPr>
          <p:nvPr/>
        </p:nvSpPr>
        <p:spPr>
          <a:xfrm xmlns:a="http://schemas.openxmlformats.org/drawingml/2006/main">
            <a:off x="15373350" y="7317581"/>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Publication Window에서 폐기</a:t>
            </a:r>
          </a:p>
        </p:txBody>
      </p:sp>
      <p:sp>
        <p:nvSpPr>
          <p:cNvPr id="234" name="dp44-comparison / n221 / path">
            <a:extLst xmlns:a="http://schemas.openxmlformats.org/drawingml/2006/main">
              <a:ext uri="{FF2B5EF4-FFF2-40B4-BE49-F238E27FC236}">
                <a16:creationId xmlns:a16="http://schemas.microsoft.com/office/drawing/2014/main" id="{F7BCA598-D190-4ED1-BD52-0AF6581F24A3}"/>
              </a:ext>
            </a:extLst>
          </p:cNvPr>
          <p:cNvSpPr>
            <a:spLocks xmlns:a="http://schemas.openxmlformats.org/drawingml/2006/main" noGrp="1"/>
          </p:cNvSpPr>
          <p:nvPr/>
        </p:nvSpPr>
        <p:spPr>
          <a:xfrm xmlns:a="http://schemas.openxmlformats.org/drawingml/2006/main">
            <a:off x="1485900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5" name="dp44-comparison / n221 / arrow">
            <a:extLst xmlns:a="http://schemas.openxmlformats.org/drawingml/2006/main">
              <a:ext uri="{FF2B5EF4-FFF2-40B4-BE49-F238E27FC236}">
                <a16:creationId xmlns:a16="http://schemas.microsoft.com/office/drawing/2014/main" id="{0F48319C-A73D-433D-A388-A07B82EC3BDA}"/>
              </a:ext>
            </a:extLst>
          </p:cNvPr>
          <p:cNvSpPr>
            <a:spLocks xmlns:a="http://schemas.openxmlformats.org/drawingml/2006/main" noGrp="1"/>
          </p:cNvSpPr>
          <p:nvPr/>
        </p:nvSpPr>
        <p:spPr>
          <a:xfrm xmlns:a="http://schemas.openxmlformats.org/drawingml/2006/main">
            <a:off x="1522056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6" name="dp44-comparison / n145">
            <a:extLst xmlns:a="http://schemas.openxmlformats.org/drawingml/2006/main">
              <a:ext uri="{FF2B5EF4-FFF2-40B4-BE49-F238E27FC236}">
                <a16:creationId xmlns:a16="http://schemas.microsoft.com/office/drawing/2014/main" id="{514B6233-ED79-4CB2-BE06-C3902D0B569E}"/>
              </a:ext>
            </a:extLst>
          </p:cNvPr>
          <p:cNvSpPr>
            <a:spLocks xmlns:a="http://schemas.openxmlformats.org/drawingml/2006/main" noGrp="1"/>
          </p:cNvSpPr>
          <p:nvPr/>
        </p:nvSpPr>
        <p:spPr>
          <a:xfrm xmlns:a="http://schemas.openxmlformats.org/drawingml/2006/main">
            <a:off x="9934575" y="2771775"/>
            <a:ext cx="243935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7" name="dp44-comparison / n146 / text 1">
            <a:extLst xmlns:a="http://schemas.openxmlformats.org/drawingml/2006/main">
              <a:ext uri="{FF2B5EF4-FFF2-40B4-BE49-F238E27FC236}">
                <a16:creationId xmlns:a16="http://schemas.microsoft.com/office/drawing/2014/main" id="{DC746161-CDCE-45A4-ACC8-7595EAE3CBF8}"/>
              </a:ext>
            </a:extLst>
          </p:cNvPr>
          <p:cNvSpPr>
            <a:spLocks xmlns:a="http://schemas.openxmlformats.org/drawingml/2006/main" noGrp="1"/>
          </p:cNvSpPr>
          <p:nvPr/>
        </p:nvSpPr>
        <p:spPr>
          <a:xfrm xmlns:a="http://schemas.openxmlformats.org/drawingml/2006/main">
            <a:off x="9953625" y="2781300"/>
            <a:ext cx="39052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“잠깐, 표부터 설명해줘”</a:t>
            </a:r>
          </a:p>
        </p:txBody>
      </p:sp>
      <p:sp>
        <p:nvSpPr>
          <p:cNvPr id="238" name="dp44-comparison / n147">
            <a:extLst xmlns:a="http://schemas.openxmlformats.org/drawingml/2006/main">
              <a:ext uri="{FF2B5EF4-FFF2-40B4-BE49-F238E27FC236}">
                <a16:creationId xmlns:a16="http://schemas.microsoft.com/office/drawing/2014/main" id="{3D2B883A-A06F-4A4C-B277-DD92A5EFEBDD}"/>
              </a:ext>
            </a:extLst>
          </p:cNvPr>
          <p:cNvSpPr>
            <a:spLocks xmlns:a="http://schemas.openxmlformats.org/drawingml/2006/main" noGrp="1"/>
          </p:cNvSpPr>
          <p:nvPr/>
        </p:nvSpPr>
        <p:spPr>
          <a:xfrm xmlns:a="http://schemas.openxmlformats.org/drawingml/2006/main">
            <a:off x="14601825" y="2771775"/>
            <a:ext cx="255651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9" name="dp44-comparison / n148 / text 1">
            <a:extLst xmlns:a="http://schemas.openxmlformats.org/drawingml/2006/main">
              <a:ext uri="{FF2B5EF4-FFF2-40B4-BE49-F238E27FC236}">
                <a16:creationId xmlns:a16="http://schemas.microsoft.com/office/drawing/2014/main" id="{6A028EE3-42A9-4075-8DE0-85537894C681}"/>
              </a:ext>
            </a:extLst>
          </p:cNvPr>
          <p:cNvSpPr>
            <a:spLocks xmlns:a="http://schemas.openxmlformats.org/drawingml/2006/main" noGrp="1"/>
          </p:cNvSpPr>
          <p:nvPr/>
        </p:nvSpPr>
        <p:spPr>
          <a:xfrm xmlns:a="http://schemas.openxmlformats.org/drawingml/2006/main">
            <a:off x="14620875" y="2781300"/>
            <a:ext cx="304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Task1 메일 / Question1 수신자 질문</a:t>
            </a:r>
          </a:p>
        </p:txBody>
      </p:sp>
      <p:sp>
        <p:nvSpPr>
          <p:cNvPr id="240" name="dp44-comparison / n163">
            <a:extLst xmlns:a="http://schemas.openxmlformats.org/drawingml/2006/main">
              <a:ext uri="{FF2B5EF4-FFF2-40B4-BE49-F238E27FC236}">
                <a16:creationId xmlns:a16="http://schemas.microsoft.com/office/drawing/2014/main" id="{C8EA738E-1F27-4B06-A383-1B0B1F39A054}"/>
              </a:ext>
            </a:extLst>
          </p:cNvPr>
          <p:cNvSpPr>
            <a:spLocks xmlns:a="http://schemas.openxmlformats.org/drawingml/2006/main" noGrp="1"/>
          </p:cNvSpPr>
          <p:nvPr/>
        </p:nvSpPr>
        <p:spPr>
          <a:xfrm xmlns:a="http://schemas.openxmlformats.org/drawingml/2006/main">
            <a:off x="10125075" y="3886200"/>
            <a:ext cx="139636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1" name="dp44-comparison / n164 / text 1">
            <a:extLst xmlns:a="http://schemas.openxmlformats.org/drawingml/2006/main">
              <a:ext uri="{FF2B5EF4-FFF2-40B4-BE49-F238E27FC236}">
                <a16:creationId xmlns:a16="http://schemas.microsoft.com/office/drawing/2014/main" id="{53AF7A30-37DF-41B0-81DC-528E753919DB}"/>
              </a:ext>
            </a:extLst>
          </p:cNvPr>
          <p:cNvSpPr>
            <a:spLocks xmlns:a="http://schemas.openxmlformats.org/drawingml/2006/main" noGrp="1"/>
          </p:cNvSpPr>
          <p:nvPr/>
        </p:nvSpPr>
        <p:spPr>
          <a:xfrm xmlns:a="http://schemas.openxmlformats.org/drawingml/2006/main">
            <a:off x="10144125" y="3895725"/>
            <a:ext cx="28575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Input1 / Job1 / 현재 입력</a:t>
            </a:r>
          </a:p>
        </p:txBody>
      </p:sp>
      <p:sp>
        <p:nvSpPr>
          <p:cNvPr id="242" name="dp44-comparison / n165">
            <a:extLst xmlns:a="http://schemas.openxmlformats.org/drawingml/2006/main">
              <a:ext uri="{FF2B5EF4-FFF2-40B4-BE49-F238E27FC236}">
                <a16:creationId xmlns:a16="http://schemas.microsoft.com/office/drawing/2014/main" id="{9408CB57-1227-43F2-B5AD-8050805B13F2}"/>
              </a:ext>
            </a:extLst>
          </p:cNvPr>
          <p:cNvSpPr>
            <a:spLocks xmlns:a="http://schemas.openxmlformats.org/drawingml/2006/main" noGrp="1"/>
          </p:cNvSpPr>
          <p:nvPr/>
        </p:nvSpPr>
        <p:spPr>
          <a:xfrm xmlns:a="http://schemas.openxmlformats.org/drawingml/2006/main">
            <a:off x="14125575" y="3886200"/>
            <a:ext cx="186309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3" name="dp44-comparison / n166 / text 1">
            <a:extLst xmlns:a="http://schemas.openxmlformats.org/drawingml/2006/main">
              <a:ext uri="{FF2B5EF4-FFF2-40B4-BE49-F238E27FC236}">
                <a16:creationId xmlns:a16="http://schemas.microsoft.com/office/drawing/2014/main" id="{323D816F-794C-4F00-B419-55E72DE8D68E}"/>
              </a:ext>
            </a:extLst>
          </p:cNvPr>
          <p:cNvSpPr>
            <a:spLocks xmlns:a="http://schemas.openxmlformats.org/drawingml/2006/main" noGrp="1"/>
          </p:cNvSpPr>
          <p:nvPr/>
        </p:nvSpPr>
        <p:spPr>
          <a:xfrm xmlns:a="http://schemas.openxmlformats.org/drawingml/2006/main">
            <a:off x="14144625" y="3895725"/>
            <a:ext cx="30956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Task1 / Question1 / 정보 변경 확인</a:t>
            </a:r>
          </a:p>
        </p:txBody>
      </p:sp>
      <p:sp>
        <p:nvSpPr>
          <p:cNvPr id="244" name="dp44-comparison / n175">
            <a:extLst xmlns:a="http://schemas.openxmlformats.org/drawingml/2006/main">
              <a:ext uri="{FF2B5EF4-FFF2-40B4-BE49-F238E27FC236}">
                <a16:creationId xmlns:a16="http://schemas.microsoft.com/office/drawing/2014/main" id="{C3239703-9BA7-4107-9B38-914F941F097B}"/>
              </a:ext>
            </a:extLst>
          </p:cNvPr>
          <p:cNvSpPr>
            <a:spLocks xmlns:a="http://schemas.openxmlformats.org/drawingml/2006/main" noGrp="1"/>
          </p:cNvSpPr>
          <p:nvPr/>
        </p:nvSpPr>
        <p:spPr>
          <a:xfrm xmlns:a="http://schemas.openxmlformats.org/drawingml/2006/main">
            <a:off x="9934575" y="5133975"/>
            <a:ext cx="1505141"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5" name="dp44-comparison / n176 / text 1">
            <a:extLst xmlns:a="http://schemas.openxmlformats.org/drawingml/2006/main">
              <a:ext uri="{FF2B5EF4-FFF2-40B4-BE49-F238E27FC236}">
                <a16:creationId xmlns:a16="http://schemas.microsoft.com/office/drawing/2014/main" id="{BB66FB29-A1D8-4469-A0F9-EC6D396FA0A9}"/>
              </a:ext>
            </a:extLst>
          </p:cNvPr>
          <p:cNvSpPr>
            <a:spLocks xmlns:a="http://schemas.openxmlformats.org/drawingml/2006/main" noGrp="1"/>
          </p:cNvSpPr>
          <p:nvPr/>
        </p:nvSpPr>
        <p:spPr>
          <a:xfrm xmlns:a="http://schemas.openxmlformats.org/drawingml/2006/main">
            <a:off x="9953625" y="5143500"/>
            <a:ext cx="22383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① 이해 완료: Meaning1</a:t>
            </a:r>
          </a:p>
        </p:txBody>
      </p:sp>
      <p:sp>
        <p:nvSpPr>
          <p:cNvPr id="246" name="dp44-comparison / n187">
            <a:extLst xmlns:a="http://schemas.openxmlformats.org/drawingml/2006/main">
              <a:ext uri="{FF2B5EF4-FFF2-40B4-BE49-F238E27FC236}">
                <a16:creationId xmlns:a16="http://schemas.microsoft.com/office/drawing/2014/main" id="{81A86200-709A-41F5-A642-82D4EF4658D8}"/>
              </a:ext>
            </a:extLst>
          </p:cNvPr>
          <p:cNvSpPr>
            <a:spLocks xmlns:a="http://schemas.openxmlformats.org/drawingml/2006/main" noGrp="1"/>
          </p:cNvSpPr>
          <p:nvPr/>
        </p:nvSpPr>
        <p:spPr>
          <a:xfrm xmlns:a="http://schemas.openxmlformats.org/drawingml/2006/main">
            <a:off x="13325475" y="4381500"/>
            <a:ext cx="2886266"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7" name="dp44-comparison / n188 / text 1">
            <a:extLst xmlns:a="http://schemas.openxmlformats.org/drawingml/2006/main">
              <a:ext uri="{FF2B5EF4-FFF2-40B4-BE49-F238E27FC236}">
                <a16:creationId xmlns:a16="http://schemas.microsoft.com/office/drawing/2014/main" id="{C9BA7762-C86C-4075-A04F-5744E0F4D0D1}"/>
              </a:ext>
            </a:extLst>
          </p:cNvPr>
          <p:cNvSpPr>
            <a:spLocks xmlns:a="http://schemas.openxmlformats.org/drawingml/2006/main" noGrp="1"/>
          </p:cNvSpPr>
          <p:nvPr/>
        </p:nvSpPr>
        <p:spPr>
          <a:xfrm xmlns:a="http://schemas.openxmlformats.org/drawingml/2006/main">
            <a:off x="13344525" y="4391025"/>
            <a:ext cx="40862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Meaning1 / NoticeReady / 입력 해소 또는 질문 허용</a:t>
            </a:r>
          </a:p>
        </p:txBody>
      </p:sp>
      <p:sp>
        <p:nvSpPr>
          <p:cNvPr id="248" name="dp44-comparison / n191">
            <a:extLst xmlns:a="http://schemas.openxmlformats.org/drawingml/2006/main">
              <a:ext uri="{FF2B5EF4-FFF2-40B4-BE49-F238E27FC236}">
                <a16:creationId xmlns:a16="http://schemas.microsoft.com/office/drawing/2014/main" id="{580A3E6F-9EC3-4131-B6A4-22959CA6E4DB}"/>
              </a:ext>
            </a:extLst>
          </p:cNvPr>
          <p:cNvSpPr>
            <a:spLocks xmlns:a="http://schemas.openxmlformats.org/drawingml/2006/main" noGrp="1"/>
          </p:cNvSpPr>
          <p:nvPr/>
        </p:nvSpPr>
        <p:spPr>
          <a:xfrm xmlns:a="http://schemas.openxmlformats.org/drawingml/2006/main">
            <a:off x="12934950" y="5448300"/>
            <a:ext cx="7391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9" name="dp44-comparison / n192 / text 1">
            <a:extLst xmlns:a="http://schemas.openxmlformats.org/drawingml/2006/main">
              <a:ext uri="{FF2B5EF4-FFF2-40B4-BE49-F238E27FC236}">
                <a16:creationId xmlns:a16="http://schemas.microsoft.com/office/drawing/2014/main" id="{9E20460D-C566-4D91-927E-6AC15F674A96}"/>
              </a:ext>
            </a:extLst>
          </p:cNvPr>
          <p:cNvSpPr>
            <a:spLocks xmlns:a="http://schemas.openxmlformats.org/drawingml/2006/main" noGrp="1"/>
          </p:cNvSpPr>
          <p:nvPr/>
        </p:nvSpPr>
        <p:spPr>
          <a:xfrm xmlns:a="http://schemas.openxmlformats.org/drawingml/2006/main">
            <a:off x="12954000" y="5457825"/>
            <a:ext cx="20002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Candidate1</a:t>
            </a:r>
          </a:p>
        </p:txBody>
      </p:sp>
      <p:sp>
        <p:nvSpPr>
          <p:cNvPr id="250" name="dp44-comparison / n193">
            <a:extLst xmlns:a="http://schemas.openxmlformats.org/drawingml/2006/main">
              <a:ext uri="{FF2B5EF4-FFF2-40B4-BE49-F238E27FC236}">
                <a16:creationId xmlns:a16="http://schemas.microsoft.com/office/drawing/2014/main" id="{BA682D68-F60B-4D53-9C07-E9CF134C7301}"/>
              </a:ext>
            </a:extLst>
          </p:cNvPr>
          <p:cNvSpPr>
            <a:spLocks xmlns:a="http://schemas.openxmlformats.org/drawingml/2006/main" noGrp="1"/>
          </p:cNvSpPr>
          <p:nvPr/>
        </p:nvSpPr>
        <p:spPr>
          <a:xfrm xmlns:a="http://schemas.openxmlformats.org/drawingml/2006/main">
            <a:off x="9953625" y="5362575"/>
            <a:ext cx="2238375" cy="685800"/>
          </a:xfrm>
          <a:custGeom xmlns:a="http://schemas.openxmlformats.org/drawingml/2006/main">
            <a:pathLst>
              <a:path w="2238375" h="685800">
                <a:moveTo>
                  <a:pt x="0" y="0"/>
                </a:moveTo>
                <a:lnTo>
                  <a:pt x="2066925" y="0"/>
                </a:lnTo>
                <a:lnTo>
                  <a:pt x="2238375" y="171450"/>
                </a:lnTo>
                <a:lnTo>
                  <a:pt x="2238375" y="685800"/>
                </a:lnTo>
                <a:lnTo>
                  <a:pt x="0" y="685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51" name="dp44-comparison / n193 / fold">
            <a:extLst xmlns:a="http://schemas.openxmlformats.org/drawingml/2006/main">
              <a:ext uri="{FF2B5EF4-FFF2-40B4-BE49-F238E27FC236}">
                <a16:creationId xmlns:a16="http://schemas.microsoft.com/office/drawing/2014/main" id="{5A3E8E8A-6876-4D37-8C81-65E7CBD9D740}"/>
              </a:ext>
            </a:extLst>
          </p:cNvPr>
          <p:cNvSpPr>
            <a:spLocks xmlns:a="http://schemas.openxmlformats.org/drawingml/2006/main" noGrp="1"/>
          </p:cNvSpPr>
          <p:nvPr/>
        </p:nvSpPr>
        <p:spPr>
          <a:xfrm xmlns:a="http://schemas.openxmlformats.org/drawingml/2006/main">
            <a:off x="12020550" y="53625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52" name="dp44-comparison / n194 / text 1">
            <a:extLst xmlns:a="http://schemas.openxmlformats.org/drawingml/2006/main">
              <a:ext uri="{FF2B5EF4-FFF2-40B4-BE49-F238E27FC236}">
                <a16:creationId xmlns:a16="http://schemas.microsoft.com/office/drawing/2014/main" id="{4AD1EB4A-5D92-4D6E-9750-95EBC6075761}"/>
              </a:ext>
            </a:extLst>
          </p:cNvPr>
          <p:cNvSpPr>
            <a:spLocks xmlns:a="http://schemas.openxmlformats.org/drawingml/2006/main" noGrp="1"/>
          </p:cNvSpPr>
          <p:nvPr/>
        </p:nvSpPr>
        <p:spPr>
          <a:xfrm xmlns:a="http://schemas.openxmlformats.org/drawingml/2006/main">
            <a:off x="10048875" y="5419725"/>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단계 출력: Candidate1</a:t>
            </a:r>
          </a:p>
        </p:txBody>
      </p:sp>
      <p:sp>
        <p:nvSpPr>
          <p:cNvPr id="253" name="dp44-comparison / n194 / text 2">
            <a:extLst xmlns:a="http://schemas.openxmlformats.org/drawingml/2006/main">
              <a:ext uri="{FF2B5EF4-FFF2-40B4-BE49-F238E27FC236}">
                <a16:creationId xmlns:a16="http://schemas.microsoft.com/office/drawing/2014/main" id="{4E24596D-F0B0-4340-B7E4-17D89DF83BD3}"/>
              </a:ext>
            </a:extLst>
          </p:cNvPr>
          <p:cNvSpPr>
            <a:spLocks xmlns:a="http://schemas.openxmlformats.org/drawingml/2006/main" noGrp="1"/>
          </p:cNvSpPr>
          <p:nvPr/>
        </p:nvSpPr>
        <p:spPr>
          <a:xfrm xmlns:a="http://schemas.openxmlformats.org/drawingml/2006/main">
            <a:off x="10048875" y="5539740"/>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input_ref:Input1 / required_refs</a:t>
            </a:r>
          </a:p>
        </p:txBody>
      </p:sp>
      <p:sp>
        <p:nvSpPr>
          <p:cNvPr id="254" name="dp44-comparison / n194 / text 3">
            <a:extLst xmlns:a="http://schemas.openxmlformats.org/drawingml/2006/main">
              <a:ext uri="{FF2B5EF4-FFF2-40B4-BE49-F238E27FC236}">
                <a16:creationId xmlns:a16="http://schemas.microsoft.com/office/drawing/2014/main" id="{080A63DD-696D-4042-861D-15FB489F13CA}"/>
              </a:ext>
            </a:extLst>
          </p:cNvPr>
          <p:cNvSpPr>
            <a:spLocks xmlns:a="http://schemas.openxmlformats.org/drawingml/2006/main" noGrp="1"/>
          </p:cNvSpPr>
          <p:nvPr/>
        </p:nvSpPr>
        <p:spPr>
          <a:xfrm xmlns:a="http://schemas.openxmlformats.org/drawingml/2006/main">
            <a:off x="10048875" y="5659755"/>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입력과 정보 조건 충족: ELIGIBLE</a:t>
            </a:r>
          </a:p>
        </p:txBody>
      </p:sp>
      <p:sp>
        <p:nvSpPr>
          <p:cNvPr id="255" name="dp44-comparison / n194 / text 4">
            <a:extLst xmlns:a="http://schemas.openxmlformats.org/drawingml/2006/main">
              <a:ext uri="{FF2B5EF4-FFF2-40B4-BE49-F238E27FC236}">
                <a16:creationId xmlns:a16="http://schemas.microsoft.com/office/drawing/2014/main" id="{7BF01331-F26E-4D9E-A373-480C5215C3B3}"/>
              </a:ext>
            </a:extLst>
          </p:cNvPr>
          <p:cNvSpPr>
            <a:spLocks xmlns:a="http://schemas.openxmlformats.org/drawingml/2006/main" noGrp="1"/>
          </p:cNvSpPr>
          <p:nvPr/>
        </p:nvSpPr>
        <p:spPr>
          <a:xfrm xmlns:a="http://schemas.openxmlformats.org/drawingml/2006/main">
            <a:off x="10048875" y="5779770"/>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부족: 대기 / 옛 후보: DISCARDED</a:t>
            </a:r>
          </a:p>
        </p:txBody>
      </p:sp>
      <p:sp>
        <p:nvSpPr>
          <p:cNvPr id="256" name="dp44-comparison / n195">
            <a:extLst xmlns:a="http://schemas.openxmlformats.org/drawingml/2006/main">
              <a:ext uri="{FF2B5EF4-FFF2-40B4-BE49-F238E27FC236}">
                <a16:creationId xmlns:a16="http://schemas.microsoft.com/office/drawing/2014/main" id="{C65E3755-2906-4BD1-B5ED-7D82DE58471C}"/>
              </a:ext>
            </a:extLst>
          </p:cNvPr>
          <p:cNvSpPr>
            <a:spLocks xmlns:a="http://schemas.openxmlformats.org/drawingml/2006/main" noGrp="1"/>
          </p:cNvSpPr>
          <p:nvPr/>
        </p:nvSpPr>
        <p:spPr>
          <a:xfrm xmlns:a="http://schemas.openxmlformats.org/drawingml/2006/main">
            <a:off x="15268575" y="5438775"/>
            <a:ext cx="182689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7" name="dp44-comparison / n196 / text 1">
            <a:extLst xmlns:a="http://schemas.openxmlformats.org/drawingml/2006/main">
              <a:ext uri="{FF2B5EF4-FFF2-40B4-BE49-F238E27FC236}">
                <a16:creationId xmlns:a16="http://schemas.microsoft.com/office/drawing/2014/main" id="{E23E5210-1E12-4D6D-8636-150A5A4D665D}"/>
              </a:ext>
            </a:extLst>
          </p:cNvPr>
          <p:cNvSpPr>
            <a:spLocks xmlns:a="http://schemas.openxmlformats.org/drawingml/2006/main" noGrp="1"/>
          </p:cNvSpPr>
          <p:nvPr/>
        </p:nvSpPr>
        <p:spPr>
          <a:xfrm xmlns:a="http://schemas.openxmlformats.org/drawingml/2006/main">
            <a:off x="15287625" y="5448300"/>
            <a:ext cx="20955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후보 + 해당 입력 / 정보 / 전달 상태</a:t>
            </a:r>
          </a:p>
        </p:txBody>
      </p:sp>
      <p:sp>
        <p:nvSpPr>
          <p:cNvPr id="258" name="dp44-comparison / n197">
            <a:extLst xmlns:a="http://schemas.openxmlformats.org/drawingml/2006/main">
              <a:ext uri="{FF2B5EF4-FFF2-40B4-BE49-F238E27FC236}">
                <a16:creationId xmlns:a16="http://schemas.microsoft.com/office/drawing/2014/main" id="{86EBCA91-0FB6-4160-A17C-248A99831089}"/>
              </a:ext>
            </a:extLst>
          </p:cNvPr>
          <p:cNvSpPr>
            <a:spLocks xmlns:a="http://schemas.openxmlformats.org/drawingml/2006/main" noGrp="1"/>
          </p:cNvSpPr>
          <p:nvPr/>
        </p:nvSpPr>
        <p:spPr>
          <a:xfrm xmlns:a="http://schemas.openxmlformats.org/drawingml/2006/main">
            <a:off x="12934950" y="6057900"/>
            <a:ext cx="27965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9" name="dp44-comparison / n198 / text 1">
            <a:extLst xmlns:a="http://schemas.openxmlformats.org/drawingml/2006/main">
              <a:ext uri="{FF2B5EF4-FFF2-40B4-BE49-F238E27FC236}">
                <a16:creationId xmlns:a16="http://schemas.microsoft.com/office/drawing/2014/main" id="{17289771-AA45-4BCD-BB7B-9B5EE1802567}"/>
              </a:ext>
            </a:extLst>
          </p:cNvPr>
          <p:cNvSpPr>
            <a:spLocks xmlns:a="http://schemas.openxmlformats.org/drawingml/2006/main" noGrp="1"/>
          </p:cNvSpPr>
          <p:nvPr/>
        </p:nvSpPr>
        <p:spPr>
          <a:xfrm xmlns:a="http://schemas.openxmlformats.org/drawingml/2006/main">
            <a:off x="12954000" y="6067425"/>
            <a:ext cx="4381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조건 충족 시 게시 단계 활성화 / 중앙 회수 없음</a:t>
            </a:r>
          </a:p>
        </p:txBody>
      </p:sp>
      <p:sp>
        <p:nvSpPr>
          <p:cNvPr id="260" name="dp44-comparison / n200">
            <a:extLst xmlns:a="http://schemas.openxmlformats.org/drawingml/2006/main">
              <a:ext uri="{FF2B5EF4-FFF2-40B4-BE49-F238E27FC236}">
                <a16:creationId xmlns:a16="http://schemas.microsoft.com/office/drawing/2014/main" id="{40E1B8A3-8B25-4156-9081-E4753664E731}"/>
              </a:ext>
            </a:extLst>
          </p:cNvPr>
          <p:cNvSpPr>
            <a:spLocks xmlns:a="http://schemas.openxmlformats.org/drawingml/2006/main" noGrp="1"/>
          </p:cNvSpPr>
          <p:nvPr/>
        </p:nvSpPr>
        <p:spPr>
          <a:xfrm xmlns:a="http://schemas.openxmlformats.org/drawingml/2006/main">
            <a:off x="9934575" y="6381750"/>
            <a:ext cx="282854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1" name="dp44-comparison / n201 / text 1">
            <a:extLst xmlns:a="http://schemas.openxmlformats.org/drawingml/2006/main">
              <a:ext uri="{FF2B5EF4-FFF2-40B4-BE49-F238E27FC236}">
                <a16:creationId xmlns:a16="http://schemas.microsoft.com/office/drawing/2014/main" id="{9054AF97-997E-4A37-A2B0-6E45833FFBB6}"/>
              </a:ext>
            </a:extLst>
          </p:cNvPr>
          <p:cNvSpPr>
            <a:spLocks xmlns:a="http://schemas.openxmlformats.org/drawingml/2006/main" noGrp="1"/>
          </p:cNvSpPr>
          <p:nvPr/>
        </p:nvSpPr>
        <p:spPr>
          <a:xfrm xmlns:a="http://schemas.openxmlformats.org/drawingml/2006/main">
            <a:off x="9953625" y="63912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완료 결과의 다음 처리</a:t>
            </a:r>
          </a:p>
        </p:txBody>
      </p:sp>
      <p:sp>
        <p:nvSpPr>
          <p:cNvPr id="262" name="dp44-comparison / n210">
            <a:extLst xmlns:a="http://schemas.openxmlformats.org/drawingml/2006/main">
              <a:ext uri="{FF2B5EF4-FFF2-40B4-BE49-F238E27FC236}">
                <a16:creationId xmlns:a16="http://schemas.microsoft.com/office/drawing/2014/main" id="{990E631B-2078-4EB0-93D6-FB18F44F305B}"/>
              </a:ext>
            </a:extLst>
          </p:cNvPr>
          <p:cNvSpPr>
            <a:spLocks xmlns:a="http://schemas.openxmlformats.org/drawingml/2006/main" noGrp="1"/>
          </p:cNvSpPr>
          <p:nvPr/>
        </p:nvSpPr>
        <p:spPr>
          <a:xfrm xmlns:a="http://schemas.openxmlformats.org/drawingml/2006/main">
            <a:off x="12649200" y="6924675"/>
            <a:ext cx="29954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3" name="dp44-comparison / n211 / text 1">
            <a:extLst xmlns:a="http://schemas.openxmlformats.org/drawingml/2006/main">
              <a:ext uri="{FF2B5EF4-FFF2-40B4-BE49-F238E27FC236}">
                <a16:creationId xmlns:a16="http://schemas.microsoft.com/office/drawing/2014/main" id="{7DAFC9DE-9546-4E38-93CD-BA67FBB7A648}"/>
              </a:ext>
            </a:extLst>
          </p:cNvPr>
          <p:cNvSpPr>
            <a:spLocks xmlns:a="http://schemas.openxmlformats.org/drawingml/2006/main" noGrp="1"/>
          </p:cNvSpPr>
          <p:nvPr/>
        </p:nvSpPr>
        <p:spPr>
          <a:xfrm xmlns:a="http://schemas.openxmlformats.org/drawingml/2006/main">
            <a:off x="12668250" y="6934200"/>
            <a:ext cx="4762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알림 후보도 같은 Join으로 연결 / 입력별 상태 유지</a:t>
            </a:r>
          </a:p>
        </p:txBody>
      </p:sp>
      <p:sp>
        <p:nvSpPr>
          <p:cNvPr id="264" name="dp44-comparison / n212">
            <a:extLst xmlns:a="http://schemas.openxmlformats.org/drawingml/2006/main">
              <a:ext uri="{FF2B5EF4-FFF2-40B4-BE49-F238E27FC236}">
                <a16:creationId xmlns:a16="http://schemas.microsoft.com/office/drawing/2014/main" id="{801CD162-EDC7-49DE-A0DF-95968BF5E69D}"/>
              </a:ext>
            </a:extLst>
          </p:cNvPr>
          <p:cNvSpPr>
            <a:spLocks xmlns:a="http://schemas.openxmlformats.org/drawingml/2006/main" noGrp="1"/>
          </p:cNvSpPr>
          <p:nvPr/>
        </p:nvSpPr>
        <p:spPr>
          <a:xfrm xmlns:a="http://schemas.openxmlformats.org/drawingml/2006/main">
            <a:off x="9934575" y="7105650"/>
            <a:ext cx="2790444"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5" name="dp44-comparison / n213 / text 1">
            <a:extLst xmlns:a="http://schemas.openxmlformats.org/drawingml/2006/main">
              <a:ext uri="{FF2B5EF4-FFF2-40B4-BE49-F238E27FC236}">
                <a16:creationId xmlns:a16="http://schemas.microsoft.com/office/drawing/2014/main" id="{6DED37F6-22DE-42A5-BAC3-6D22D596C4B2}"/>
              </a:ext>
            </a:extLst>
          </p:cNvPr>
          <p:cNvSpPr>
            <a:spLocks xmlns:a="http://schemas.openxmlformats.org/drawingml/2006/main" noGrp="1"/>
          </p:cNvSpPr>
          <p:nvPr/>
        </p:nvSpPr>
        <p:spPr>
          <a:xfrm xmlns:a="http://schemas.openxmlformats.org/drawingml/2006/main">
            <a:off x="9953625" y="711517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늦은 Candidate0 / 이미 새 Input1 처리 중</a:t>
            </a:r>
          </a:p>
        </p:txBody>
      </p:sp>
    </p:spTree>
    <p:extLst>
      <p:ext uri="{BB962C8B-B14F-4D97-AF65-F5344CB8AC3E}">
        <p14:creationId xmlns:p14="http://schemas.microsoft.com/office/powerpoint/2010/main" val="5327373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4" name="dp45-comparison / n1">
            <a:extLst xmlns:a="http://schemas.openxmlformats.org/drawingml/2006/main">
              <a:ext uri="{FF2B5EF4-FFF2-40B4-BE49-F238E27FC236}">
                <a16:creationId xmlns:a16="http://schemas.microsoft.com/office/drawing/2014/main" id="{222037D5-5C32-40F6-8AED-333AE74049D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5-comparison / n2 / text 1">
            <a:extLst xmlns:a="http://schemas.openxmlformats.org/drawingml/2006/main">
              <a:ext uri="{FF2B5EF4-FFF2-40B4-BE49-F238E27FC236}">
                <a16:creationId xmlns:a16="http://schemas.microsoft.com/office/drawing/2014/main" id="{9127C77F-38B1-4586-A633-8A9757B7C441}"/>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5-comparison / n3 / text 1">
            <a:extLst xmlns:a="http://schemas.openxmlformats.org/drawingml/2006/main">
              <a:ext uri="{FF2B5EF4-FFF2-40B4-BE49-F238E27FC236}">
                <a16:creationId xmlns:a16="http://schemas.microsoft.com/office/drawing/2014/main" id="{A3606011-462D-4CC7-B808-195C85E574A3}"/>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5-comparison / n4 / text 1">
            <a:extLst xmlns:a="http://schemas.openxmlformats.org/drawingml/2006/main">
              <a:ext uri="{FF2B5EF4-FFF2-40B4-BE49-F238E27FC236}">
                <a16:creationId xmlns:a16="http://schemas.microsoft.com/office/drawing/2014/main" id="{5C70BEE1-0B0A-4F58-B201-A91B177F5D27}"/>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04-45. VIA 과거 정보의 Request별 구성과 공통 생산 및 조회</a:t>
            </a:r>
          </a:p>
        </p:txBody>
      </p:sp>
      <p:sp>
        <p:nvSpPr>
          <p:cNvPr id="5" name="dp45-comparison / n5 / path">
            <a:extLst xmlns:a="http://schemas.openxmlformats.org/drawingml/2006/main">
              <a:ext uri="{FF2B5EF4-FFF2-40B4-BE49-F238E27FC236}">
                <a16:creationId xmlns:a16="http://schemas.microsoft.com/office/drawing/2014/main" id="{5CD9A926-3DCB-4888-9D98-38B3A057F7FB}"/>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5-comparison / n6 / text 1">
            <a:extLst xmlns:a="http://schemas.openxmlformats.org/drawingml/2006/main">
              <a:ext uri="{FF2B5EF4-FFF2-40B4-BE49-F238E27FC236}">
                <a16:creationId xmlns:a16="http://schemas.microsoft.com/office/drawing/2014/main" id="{8C7AFF05-FE70-49F0-ABAC-53FBE1B0EFE8}"/>
              </a:ext>
            </a:extLst>
          </p:cNvPr>
          <p:cNvSpPr>
            <a:spLocks xmlns:a="http://schemas.openxmlformats.org/drawingml/2006/main" noGrp="1"/>
          </p:cNvSpPr>
          <p:nvPr/>
        </p:nvSpPr>
        <p:spPr>
          <a:xfrm xmlns:a="http://schemas.openxmlformats.org/drawingml/2006/main">
            <a:off x="381000" y="1304925"/>
            <a:ext cx="17526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“지난번 네가 설명한 평가 기준에 맞춰, 앞서 조사한 제품 비교 결과와 받아둔 견적을 이번 제안서에 반영해줘.”</a:t>
            </a:r>
          </a:p>
        </p:txBody>
      </p:sp>
      <p:sp>
        <p:nvSpPr>
          <p:cNvPr id="7" name="dp45-comparison / n7 / text 1">
            <a:extLst xmlns:a="http://schemas.openxmlformats.org/drawingml/2006/main">
              <a:ext uri="{FF2B5EF4-FFF2-40B4-BE49-F238E27FC236}">
                <a16:creationId xmlns:a16="http://schemas.microsoft.com/office/drawing/2014/main" id="{7E81BA08-04F4-43CF-9700-A39151EBE6B8}"/>
              </a:ext>
            </a:extLst>
          </p:cNvPr>
          <p:cNvSpPr>
            <a:spLocks xmlns:a="http://schemas.openxmlformats.org/drawingml/2006/main" noGrp="1"/>
          </p:cNvSpPr>
          <p:nvPr/>
        </p:nvSpPr>
        <p:spPr>
          <a:xfrm xmlns:a="http://schemas.openxmlformats.org/drawingml/2006/main">
            <a:off x="381000" y="16002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VIA가 실제 설명한 내용 + 제품 조사와 견적의 결과 / 현재 제안서 업무 연결은 해석 결과 / 로컬 VIA + 클라우드 모델</a:t>
            </a:r>
          </a:p>
        </p:txBody>
      </p:sp>
      <p:sp>
        <p:nvSpPr>
          <p:cNvPr id="8" name="dp45-comparison / n8">
            <a:extLst xmlns:a="http://schemas.openxmlformats.org/drawingml/2006/main">
              <a:ext uri="{FF2B5EF4-FFF2-40B4-BE49-F238E27FC236}">
                <a16:creationId xmlns:a16="http://schemas.microsoft.com/office/drawing/2014/main" id="{3F8D9E12-8EB7-4387-8FE8-1DEFF91C64C8}"/>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5-comparison / n9 / text 1">
            <a:extLst xmlns:a="http://schemas.openxmlformats.org/drawingml/2006/main">
              <a:ext uri="{FF2B5EF4-FFF2-40B4-BE49-F238E27FC236}">
                <a16:creationId xmlns:a16="http://schemas.microsoft.com/office/drawing/2014/main" id="{9AB38E0C-9068-4C24-BCD2-E2F84E9D9477}"/>
              </a:ext>
            </a:extLst>
          </p:cNvPr>
          <p:cNvSpPr>
            <a:spLocks xmlns:a="http://schemas.openxmlformats.org/drawingml/2006/main" noGrp="1"/>
          </p:cNvSpPr>
          <p:nvPr/>
        </p:nvSpPr>
        <p:spPr>
          <a:xfrm xmlns:a="http://schemas.openxmlformats.org/drawingml/2006/main">
            <a:off x="1485900" y="1962150"/>
            <a:ext cx="798195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A 원본 서비스 조합형</a:t>
            </a:r>
          </a:p>
        </p:txBody>
      </p:sp>
      <p:sp>
        <p:nvSpPr>
          <p:cNvPr id="10" name="dp45-comparison / n10 / text 1">
            <a:extLst xmlns:a="http://schemas.openxmlformats.org/drawingml/2006/main">
              <a:ext uri="{FF2B5EF4-FFF2-40B4-BE49-F238E27FC236}">
                <a16:creationId xmlns:a16="http://schemas.microsoft.com/office/drawing/2014/main" id="{95FCBE58-F347-4FEB-A4CC-30AB8D24EDE2}"/>
              </a:ext>
            </a:extLst>
          </p:cNvPr>
          <p:cNvSpPr>
            <a:spLocks xmlns:a="http://schemas.openxmlformats.org/drawingml/2006/main" noGrp="1"/>
          </p:cNvSpPr>
          <p:nvPr/>
        </p:nvSpPr>
        <p:spPr>
          <a:xfrm xmlns:a="http://schemas.openxmlformats.org/drawingml/2006/main">
            <a:off x="9772650" y="1962150"/>
            <a:ext cx="798195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B 공통 파생 기억 저장소형</a:t>
            </a:r>
          </a:p>
        </p:txBody>
      </p:sp>
      <p:sp>
        <p:nvSpPr>
          <p:cNvPr id="11" name="dp45-comparison / n11 / path">
            <a:extLst xmlns:a="http://schemas.openxmlformats.org/drawingml/2006/main">
              <a:ext uri="{FF2B5EF4-FFF2-40B4-BE49-F238E27FC236}">
                <a16:creationId xmlns:a16="http://schemas.microsoft.com/office/drawing/2014/main" id="{2210400A-DF6E-4E33-A9E7-98BD7563894F}"/>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5-comparison / n12 / path">
            <a:extLst xmlns:a="http://schemas.openxmlformats.org/drawingml/2006/main">
              <a:ext uri="{FF2B5EF4-FFF2-40B4-BE49-F238E27FC236}">
                <a16:creationId xmlns:a16="http://schemas.microsoft.com/office/drawing/2014/main" id="{9A68DA90-26AE-47D9-8CB3-574679102F5B}"/>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5-comparison / n13 / text 1">
            <a:extLst xmlns:a="http://schemas.openxmlformats.org/drawingml/2006/main">
              <a:ext uri="{FF2B5EF4-FFF2-40B4-BE49-F238E27FC236}">
                <a16:creationId xmlns:a16="http://schemas.microsoft.com/office/drawing/2014/main" id="{003AC3E1-849A-4412-9B9F-9B668C01350A}"/>
              </a:ext>
            </a:extLst>
          </p:cNvPr>
          <p:cNvSpPr>
            <a:spLocks xmlns:a="http://schemas.openxmlformats.org/drawingml/2006/main" noGrp="1"/>
          </p:cNvSpPr>
          <p:nvPr/>
        </p:nvSpPr>
        <p:spPr>
          <a:xfrm xmlns:a="http://schemas.openxmlformats.org/drawingml/2006/main">
            <a:off x="381000" y="7705725"/>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PARTIAL: 실제 전달한 예외 문구 한 구간과 결과 참조의 예시 / 기준 전체의 완전 추출을 뜻하지 않음 / 과거 게시와 현재 의미 채택은 별개</a:t>
            </a:r>
          </a:p>
        </p:txBody>
      </p:sp>
      <p:sp>
        <p:nvSpPr>
          <p:cNvPr id="14" name="dp45-comparison / n14 / text 1">
            <a:extLst xmlns:a="http://schemas.openxmlformats.org/drawingml/2006/main">
              <a:ext uri="{FF2B5EF4-FFF2-40B4-BE49-F238E27FC236}">
                <a16:creationId xmlns:a16="http://schemas.microsoft.com/office/drawing/2014/main" id="{5755E1A6-B1AD-4012-AFD1-637863CB566D}"/>
              </a:ext>
            </a:extLst>
          </p:cNvPr>
          <p:cNvSpPr>
            <a:spLocks xmlns:a="http://schemas.openxmlformats.org/drawingml/2006/main" noGrp="1"/>
          </p:cNvSpPr>
          <p:nvPr/>
        </p:nvSpPr>
        <p:spPr>
          <a:xfrm xmlns:a="http://schemas.openxmlformats.org/drawingml/2006/main">
            <a:off x="381000" y="7981950"/>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첫 요청 / 준비된 반복 조회 / 정정 직후 / 표현 밖 관계를 구분. A의 유효 관계 cache와 부분 갱신도 허용한다.</a:t>
            </a:r>
          </a:p>
        </p:txBody>
      </p:sp>
      <p:sp>
        <p:nvSpPr>
          <p:cNvPr id="15" name="dp45-comparison / n15 / path">
            <a:extLst xmlns:a="http://schemas.openxmlformats.org/drawingml/2006/main">
              <a:ext uri="{FF2B5EF4-FFF2-40B4-BE49-F238E27FC236}">
                <a16:creationId xmlns:a16="http://schemas.microsoft.com/office/drawing/2014/main" id="{2FF2E720-D305-4F75-92D2-20A78251669D}"/>
              </a:ext>
            </a:extLst>
          </p:cNvPr>
          <p:cNvSpPr>
            <a:spLocks xmlns:a="http://schemas.openxmlformats.org/drawingml/2006/main" noGrp="1"/>
          </p:cNvSpPr>
          <p:nvPr/>
        </p:nvSpPr>
        <p:spPr>
          <a:xfrm xmlns:a="http://schemas.openxmlformats.org/drawingml/2006/main">
            <a:off x="381000" y="8296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6" name="dp45-comparison / n16 / text 1">
            <a:extLst xmlns:a="http://schemas.openxmlformats.org/drawingml/2006/main">
              <a:ext uri="{FF2B5EF4-FFF2-40B4-BE49-F238E27FC236}">
                <a16:creationId xmlns:a16="http://schemas.microsoft.com/office/drawing/2014/main" id="{A7B51E36-19AB-4CCD-997B-EC9CBF1BE27E}"/>
              </a:ext>
            </a:extLst>
          </p:cNvPr>
          <p:cNvSpPr>
            <a:spLocks xmlns:a="http://schemas.openxmlformats.org/drawingml/2006/main" noGrp="1"/>
          </p:cNvSpPr>
          <p:nvPr/>
        </p:nvSpPr>
        <p:spPr>
          <a:xfrm xmlns:a="http://schemas.openxmlformats.org/drawingml/2006/main">
            <a:off x="400050" y="8353425"/>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요청 처리 정확성</a:t>
            </a:r>
          </a:p>
        </p:txBody>
      </p:sp>
      <p:sp>
        <p:nvSpPr>
          <p:cNvPr id="17" name="dp45-comparison / n17 / text 1">
            <a:extLst xmlns:a="http://schemas.openxmlformats.org/drawingml/2006/main">
              <a:ext uri="{FF2B5EF4-FFF2-40B4-BE49-F238E27FC236}">
                <a16:creationId xmlns:a16="http://schemas.microsoft.com/office/drawing/2014/main" id="{886F5C37-9471-45DC-9076-77579CAA6CC9}"/>
              </a:ext>
            </a:extLst>
          </p:cNvPr>
          <p:cNvSpPr>
            <a:spLocks xmlns:a="http://schemas.openxmlformats.org/drawingml/2006/main" noGrp="1"/>
          </p:cNvSpPr>
          <p:nvPr/>
        </p:nvSpPr>
        <p:spPr>
          <a:xfrm xmlns:a="http://schemas.openxmlformats.org/drawingml/2006/main">
            <a:off x="2857500" y="8353425"/>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새 관계를 현재 원문에서 구성 / 검색 누락 가능</a:t>
            </a:r>
          </a:p>
        </p:txBody>
      </p:sp>
      <p:sp>
        <p:nvSpPr>
          <p:cNvPr id="18" name="dp45-comparison / n18 / text 1">
            <a:extLst xmlns:a="http://schemas.openxmlformats.org/drawingml/2006/main">
              <a:ext uri="{FF2B5EF4-FFF2-40B4-BE49-F238E27FC236}">
                <a16:creationId xmlns:a16="http://schemas.microsoft.com/office/drawing/2014/main" id="{426525D7-4DB8-44DD-9116-969261B15E9B}"/>
              </a:ext>
            </a:extLst>
          </p:cNvPr>
          <p:cNvSpPr>
            <a:spLocks xmlns:a="http://schemas.openxmlformats.org/drawingml/2006/main" noGrp="1"/>
          </p:cNvSpPr>
          <p:nvPr/>
        </p:nvSpPr>
        <p:spPr>
          <a:xfrm xmlns:a="http://schemas.openxmlformats.org/drawingml/2006/main">
            <a:off x="10001250" y="8353425"/>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게시 표현과 추출 범위에 제한 / 원본 확인 유지</a:t>
            </a:r>
          </a:p>
        </p:txBody>
      </p:sp>
      <p:sp>
        <p:nvSpPr>
          <p:cNvPr id="19" name="dp45-comparison / n19 / path">
            <a:extLst xmlns:a="http://schemas.openxmlformats.org/drawingml/2006/main">
              <a:ext uri="{FF2B5EF4-FFF2-40B4-BE49-F238E27FC236}">
                <a16:creationId xmlns:a16="http://schemas.microsoft.com/office/drawing/2014/main" id="{47EB2F4D-B254-4C3F-A19D-91BD17AA0988}"/>
              </a:ext>
            </a:extLst>
          </p:cNvPr>
          <p:cNvSpPr>
            <a:spLocks xmlns:a="http://schemas.openxmlformats.org/drawingml/2006/main" noGrp="1"/>
          </p:cNvSpPr>
          <p:nvPr/>
        </p:nvSpPr>
        <p:spPr>
          <a:xfrm xmlns:a="http://schemas.openxmlformats.org/drawingml/2006/main">
            <a:off x="381000" y="85344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0" name="dp45-comparison / n20 / text 1">
            <a:extLst xmlns:a="http://schemas.openxmlformats.org/drawingml/2006/main">
              <a:ext uri="{FF2B5EF4-FFF2-40B4-BE49-F238E27FC236}">
                <a16:creationId xmlns:a16="http://schemas.microsoft.com/office/drawing/2014/main" id="{399F424C-A920-4A82-917C-D69E8CED31C9}"/>
              </a:ext>
            </a:extLst>
          </p:cNvPr>
          <p:cNvSpPr>
            <a:spLocks xmlns:a="http://schemas.openxmlformats.org/drawingml/2006/main" noGrp="1"/>
          </p:cNvSpPr>
          <p:nvPr/>
        </p:nvSpPr>
        <p:spPr>
          <a:xfrm xmlns:a="http://schemas.openxmlformats.org/drawingml/2006/main">
            <a:off x="400050" y="8591550"/>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상호작용 응답시간</a:t>
            </a:r>
          </a:p>
        </p:txBody>
      </p:sp>
      <p:sp>
        <p:nvSpPr>
          <p:cNvPr id="21" name="dp45-comparison / n21 / text 1">
            <a:extLst xmlns:a="http://schemas.openxmlformats.org/drawingml/2006/main">
              <a:ext uri="{FF2B5EF4-FFF2-40B4-BE49-F238E27FC236}">
                <a16:creationId xmlns:a16="http://schemas.microsoft.com/office/drawing/2014/main" id="{C32CC8CC-F961-4DC3-9A8D-5C5BEA963021}"/>
              </a:ext>
            </a:extLst>
          </p:cNvPr>
          <p:cNvSpPr>
            <a:spLocks xmlns:a="http://schemas.openxmlformats.org/drawingml/2006/main" noGrp="1"/>
          </p:cNvSpPr>
          <p:nvPr/>
        </p:nvSpPr>
        <p:spPr>
          <a:xfrm xmlns:a="http://schemas.openxmlformats.org/drawingml/2006/main">
            <a:off x="2857500" y="8591550"/>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반복 조회도 원본 구성 / 유효 관계 cache로 축소</a:t>
            </a:r>
          </a:p>
        </p:txBody>
      </p:sp>
      <p:sp>
        <p:nvSpPr>
          <p:cNvPr id="22" name="dp45-comparison / n22 / text 1">
            <a:extLst xmlns:a="http://schemas.openxmlformats.org/drawingml/2006/main">
              <a:ext uri="{FF2B5EF4-FFF2-40B4-BE49-F238E27FC236}">
                <a16:creationId xmlns:a16="http://schemas.microsoft.com/office/drawing/2014/main" id="{C19290D6-3561-48EC-BAD6-75A5D96D28F2}"/>
              </a:ext>
            </a:extLst>
          </p:cNvPr>
          <p:cNvSpPr>
            <a:spLocks xmlns:a="http://schemas.openxmlformats.org/drawingml/2006/main" noGrp="1"/>
          </p:cNvSpPr>
          <p:nvPr/>
        </p:nvSpPr>
        <p:spPr>
          <a:xfrm xmlns:a="http://schemas.openxmlformats.org/drawingml/2006/main">
            <a:off x="10001250" y="8591550"/>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유효 게시 재사용 시 단축 / 첫 생산과 갱신 대기</a:t>
            </a:r>
          </a:p>
        </p:txBody>
      </p:sp>
      <p:sp>
        <p:nvSpPr>
          <p:cNvPr id="23" name="dp45-comparison / n23 / path">
            <a:extLst xmlns:a="http://schemas.openxmlformats.org/drawingml/2006/main">
              <a:ext uri="{FF2B5EF4-FFF2-40B4-BE49-F238E27FC236}">
                <a16:creationId xmlns:a16="http://schemas.microsoft.com/office/drawing/2014/main" id="{EAF32E58-3D09-42DE-BB5F-7E99CB6D7AE6}"/>
              </a:ext>
            </a:extLst>
          </p:cNvPr>
          <p:cNvSpPr>
            <a:spLocks xmlns:a="http://schemas.openxmlformats.org/drawingml/2006/main" noGrp="1"/>
          </p:cNvSpPr>
          <p:nvPr/>
        </p:nvSpPr>
        <p:spPr>
          <a:xfrm xmlns:a="http://schemas.openxmlformats.org/drawingml/2006/main">
            <a:off x="381000" y="877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4" name="dp45-comparison / n24 / text 1">
            <a:extLst xmlns:a="http://schemas.openxmlformats.org/drawingml/2006/main">
              <a:ext uri="{FF2B5EF4-FFF2-40B4-BE49-F238E27FC236}">
                <a16:creationId xmlns:a16="http://schemas.microsoft.com/office/drawing/2014/main" id="{7204AFF4-D1DF-432F-897F-BF3720804372}"/>
              </a:ext>
            </a:extLst>
          </p:cNvPr>
          <p:cNvSpPr>
            <a:spLocks xmlns:a="http://schemas.openxmlformats.org/drawingml/2006/main" noGrp="1"/>
          </p:cNvSpPr>
          <p:nvPr/>
        </p:nvSpPr>
        <p:spPr>
          <a:xfrm xmlns:a="http://schemas.openxmlformats.org/drawingml/2006/main">
            <a:off x="400050" y="8829675"/>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요청 처리시간</a:t>
            </a:r>
          </a:p>
        </p:txBody>
      </p:sp>
      <p:sp>
        <p:nvSpPr>
          <p:cNvPr id="25" name="dp45-comparison / n25 / text 1">
            <a:extLst xmlns:a="http://schemas.openxmlformats.org/drawingml/2006/main">
              <a:ext uri="{FF2B5EF4-FFF2-40B4-BE49-F238E27FC236}">
                <a16:creationId xmlns:a16="http://schemas.microsoft.com/office/drawing/2014/main" id="{617A345F-BD10-4DC3-89E5-C753C22F3FEC}"/>
              </a:ext>
            </a:extLst>
          </p:cNvPr>
          <p:cNvSpPr>
            <a:spLocks xmlns:a="http://schemas.openxmlformats.org/drawingml/2006/main" noGrp="1"/>
          </p:cNvSpPr>
          <p:nvPr/>
        </p:nvSpPr>
        <p:spPr>
          <a:xfrm xmlns:a="http://schemas.openxmlformats.org/drawingml/2006/main">
            <a:off x="2857500" y="8829675"/>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현재 목적에 맞춘 조회와 결합 / 병렬 읽기 허용</a:t>
            </a:r>
          </a:p>
        </p:txBody>
      </p:sp>
      <p:sp>
        <p:nvSpPr>
          <p:cNvPr id="26" name="dp45-comparison / n26 / text 1">
            <a:extLst xmlns:a="http://schemas.openxmlformats.org/drawingml/2006/main">
              <a:ext uri="{FF2B5EF4-FFF2-40B4-BE49-F238E27FC236}">
                <a16:creationId xmlns:a16="http://schemas.microsoft.com/office/drawing/2014/main" id="{51B8F0DB-F2EE-4FD0-89F5-B2AF48872DE8}"/>
              </a:ext>
            </a:extLst>
          </p:cNvPr>
          <p:cNvSpPr>
            <a:spLocks xmlns:a="http://schemas.openxmlformats.org/drawingml/2006/main" noGrp="1"/>
          </p:cNvSpPr>
          <p:nvPr/>
        </p:nvSpPr>
        <p:spPr>
          <a:xfrm xmlns:a="http://schemas.openxmlformats.org/drawingml/2006/main">
            <a:off x="10001250" y="8829675"/>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준비된 관계 읽기 / 미생산 범위는 생산 후 재조회</a:t>
            </a:r>
          </a:p>
        </p:txBody>
      </p:sp>
      <p:sp>
        <p:nvSpPr>
          <p:cNvPr id="27" name="dp45-comparison / n27 / path">
            <a:extLst xmlns:a="http://schemas.openxmlformats.org/drawingml/2006/main">
              <a:ext uri="{FF2B5EF4-FFF2-40B4-BE49-F238E27FC236}">
                <a16:creationId xmlns:a16="http://schemas.microsoft.com/office/drawing/2014/main" id="{33F1ED88-8AD2-40E8-BBBC-9736041F3254}"/>
              </a:ext>
            </a:extLst>
          </p:cNvPr>
          <p:cNvSpPr>
            <a:spLocks xmlns:a="http://schemas.openxmlformats.org/drawingml/2006/main" noGrp="1"/>
          </p:cNvSpPr>
          <p:nvPr/>
        </p:nvSpPr>
        <p:spPr>
          <a:xfrm xmlns:a="http://schemas.openxmlformats.org/drawingml/2006/main">
            <a:off x="381000" y="90106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8" name="dp45-comparison / n28 / text 1">
            <a:extLst xmlns:a="http://schemas.openxmlformats.org/drawingml/2006/main">
              <a:ext uri="{FF2B5EF4-FFF2-40B4-BE49-F238E27FC236}">
                <a16:creationId xmlns:a16="http://schemas.microsoft.com/office/drawing/2014/main" id="{879C3A3E-731B-4DA5-9816-1AD11FFB69E3}"/>
              </a:ext>
            </a:extLst>
          </p:cNvPr>
          <p:cNvSpPr>
            <a:spLocks xmlns:a="http://schemas.openxmlformats.org/drawingml/2006/main" noGrp="1"/>
          </p:cNvSpPr>
          <p:nvPr/>
        </p:nvSpPr>
        <p:spPr>
          <a:xfrm xmlns:a="http://schemas.openxmlformats.org/drawingml/2006/main">
            <a:off x="400050" y="9067800"/>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모델 사용 비용</a:t>
            </a:r>
          </a:p>
        </p:txBody>
      </p:sp>
      <p:sp>
        <p:nvSpPr>
          <p:cNvPr id="29" name="dp45-comparison / n29 / text 1">
            <a:extLst xmlns:a="http://schemas.openxmlformats.org/drawingml/2006/main">
              <a:ext uri="{FF2B5EF4-FFF2-40B4-BE49-F238E27FC236}">
                <a16:creationId xmlns:a16="http://schemas.microsoft.com/office/drawing/2014/main" id="{C0448779-B570-40A9-B0C2-E8FF766A35FD}"/>
              </a:ext>
            </a:extLst>
          </p:cNvPr>
          <p:cNvSpPr>
            <a:spLocks xmlns:a="http://schemas.openxmlformats.org/drawingml/2006/main" noGrp="1"/>
          </p:cNvSpPr>
          <p:nvPr/>
        </p:nvSpPr>
        <p:spPr>
          <a:xfrm xmlns:a="http://schemas.openxmlformats.org/drawingml/2006/main">
            <a:off x="2857500" y="9067800"/>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Request 구성과 cache 유지 / 부분 갱신 비용 포함</a:t>
            </a:r>
          </a:p>
        </p:txBody>
      </p:sp>
      <p:sp>
        <p:nvSpPr>
          <p:cNvPr id="30" name="dp45-comparison / n30 / text 1">
            <a:extLst xmlns:a="http://schemas.openxmlformats.org/drawingml/2006/main">
              <a:ext uri="{FF2B5EF4-FFF2-40B4-BE49-F238E27FC236}">
                <a16:creationId xmlns:a16="http://schemas.microsoft.com/office/drawing/2014/main" id="{9081E001-2682-4896-A300-1C13014ADDD1}"/>
              </a:ext>
            </a:extLst>
          </p:cNvPr>
          <p:cNvSpPr>
            <a:spLocks xmlns:a="http://schemas.openxmlformats.org/drawingml/2006/main" noGrp="1"/>
          </p:cNvSpPr>
          <p:nvPr/>
        </p:nvSpPr>
        <p:spPr>
          <a:xfrm xmlns:a="http://schemas.openxmlformats.org/drawingml/2006/main">
            <a:off x="10001250" y="9067800"/>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초기 / 변경 / 미사용 생산 포함 / 반복 사용 시 상각</a:t>
            </a:r>
          </a:p>
        </p:txBody>
      </p:sp>
      <p:sp>
        <p:nvSpPr>
          <p:cNvPr id="31" name="dp45-comparison / n31 / path">
            <a:extLst xmlns:a="http://schemas.openxmlformats.org/drawingml/2006/main">
              <a:ext uri="{FF2B5EF4-FFF2-40B4-BE49-F238E27FC236}">
                <a16:creationId xmlns:a16="http://schemas.microsoft.com/office/drawing/2014/main" id="{345C5A65-053C-4A65-8848-6DFE6AF437ED}"/>
              </a:ext>
            </a:extLst>
          </p:cNvPr>
          <p:cNvSpPr>
            <a:spLocks xmlns:a="http://schemas.openxmlformats.org/drawingml/2006/main" noGrp="1"/>
          </p:cNvSpPr>
          <p:nvPr/>
        </p:nvSpPr>
        <p:spPr>
          <a:xfrm xmlns:a="http://schemas.openxmlformats.org/drawingml/2006/main">
            <a:off x="381000" y="9248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32" name="dp45-comparison / n32 / text 1">
            <a:extLst xmlns:a="http://schemas.openxmlformats.org/drawingml/2006/main">
              <a:ext uri="{FF2B5EF4-FFF2-40B4-BE49-F238E27FC236}">
                <a16:creationId xmlns:a16="http://schemas.microsoft.com/office/drawing/2014/main" id="{F8ABECBD-F65C-43D9-B949-EAEA95875CAA}"/>
              </a:ext>
            </a:extLst>
          </p:cNvPr>
          <p:cNvSpPr>
            <a:spLocks xmlns:a="http://schemas.openxmlformats.org/drawingml/2006/main" noGrp="1"/>
          </p:cNvSpPr>
          <p:nvPr/>
        </p:nvSpPr>
        <p:spPr>
          <a:xfrm xmlns:a="http://schemas.openxmlformats.org/drawingml/2006/main">
            <a:off x="400050" y="9305925"/>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변경 용이성</a:t>
            </a:r>
          </a:p>
        </p:txBody>
      </p:sp>
      <p:sp>
        <p:nvSpPr>
          <p:cNvPr id="33" name="dp45-comparison / n33 / text 1">
            <a:extLst xmlns:a="http://schemas.openxmlformats.org/drawingml/2006/main">
              <a:ext uri="{FF2B5EF4-FFF2-40B4-BE49-F238E27FC236}">
                <a16:creationId xmlns:a16="http://schemas.microsoft.com/office/drawing/2014/main" id="{9F44C1D6-B4ED-4753-82AB-2140D197BD65}"/>
              </a:ext>
            </a:extLst>
          </p:cNvPr>
          <p:cNvSpPr>
            <a:spLocks xmlns:a="http://schemas.openxmlformats.org/drawingml/2006/main" noGrp="1"/>
          </p:cNvSpPr>
          <p:nvPr/>
        </p:nvSpPr>
        <p:spPr>
          <a:xfrm xmlns:a="http://schemas.openxmlformats.org/drawingml/2006/main">
            <a:off x="2857500" y="9305925"/>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조회 지침과 adapter / cache 형식 변경 시 무효화</a:t>
            </a:r>
          </a:p>
        </p:txBody>
      </p:sp>
      <p:sp>
        <p:nvSpPr>
          <p:cNvPr id="34" name="dp45-comparison / n34 / text 1">
            <a:extLst xmlns:a="http://schemas.openxmlformats.org/drawingml/2006/main">
              <a:ext uri="{FF2B5EF4-FFF2-40B4-BE49-F238E27FC236}">
                <a16:creationId xmlns:a16="http://schemas.microsoft.com/office/drawing/2014/main" id="{C609564B-6B3E-4B86-9B64-48FD58B5A2C6}"/>
              </a:ext>
            </a:extLst>
          </p:cNvPr>
          <p:cNvSpPr>
            <a:spLocks xmlns:a="http://schemas.openxmlformats.org/drawingml/2006/main" noGrp="1"/>
          </p:cNvSpPr>
          <p:nvPr/>
        </p:nvSpPr>
        <p:spPr>
          <a:xfrm xmlns:a="http://schemas.openxmlformats.org/drawingml/2006/main">
            <a:off x="10001250" y="9305925"/>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관계 schema / producer와 reader 호환 / 재생산</a:t>
            </a:r>
          </a:p>
        </p:txBody>
      </p:sp>
      <p:sp>
        <p:nvSpPr>
          <p:cNvPr id="35" name="dp45-comparison / n35 / path">
            <a:extLst xmlns:a="http://schemas.openxmlformats.org/drawingml/2006/main">
              <a:ext uri="{FF2B5EF4-FFF2-40B4-BE49-F238E27FC236}">
                <a16:creationId xmlns:a16="http://schemas.microsoft.com/office/drawing/2014/main" id="{7186BC5D-7756-4B01-8943-1B1B1FE957B8}"/>
              </a:ext>
            </a:extLst>
          </p:cNvPr>
          <p:cNvSpPr>
            <a:spLocks xmlns:a="http://schemas.openxmlformats.org/drawingml/2006/main" noGrp="1"/>
          </p:cNvSpPr>
          <p:nvPr/>
        </p:nvSpPr>
        <p:spPr>
          <a:xfrm xmlns:a="http://schemas.openxmlformats.org/drawingml/2006/main">
            <a:off x="381000" y="94869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36" name="dp45-comparison / n36 / text 1">
            <a:extLst xmlns:a="http://schemas.openxmlformats.org/drawingml/2006/main">
              <a:ext uri="{FF2B5EF4-FFF2-40B4-BE49-F238E27FC236}">
                <a16:creationId xmlns:a16="http://schemas.microsoft.com/office/drawing/2014/main" id="{BE5DEA6D-AB5B-4DBB-A361-8FE117D94DA0}"/>
              </a:ext>
            </a:extLst>
          </p:cNvPr>
          <p:cNvSpPr>
            <a:spLocks xmlns:a="http://schemas.openxmlformats.org/drawingml/2006/main" noGrp="1"/>
          </p:cNvSpPr>
          <p:nvPr/>
        </p:nvSpPr>
        <p:spPr>
          <a:xfrm xmlns:a="http://schemas.openxmlformats.org/drawingml/2006/main">
            <a:off x="400050" y="9544050"/>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로컬 VIA 메모리 사용량</a:t>
            </a:r>
          </a:p>
        </p:txBody>
      </p:sp>
      <p:sp>
        <p:nvSpPr>
          <p:cNvPr id="37" name="dp45-comparison / n37 / text 1">
            <a:extLst xmlns:a="http://schemas.openxmlformats.org/drawingml/2006/main">
              <a:ext uri="{FF2B5EF4-FFF2-40B4-BE49-F238E27FC236}">
                <a16:creationId xmlns:a16="http://schemas.microsoft.com/office/drawing/2014/main" id="{7578AF77-CBBA-4432-843E-C088B7FE95E6}"/>
              </a:ext>
            </a:extLst>
          </p:cNvPr>
          <p:cNvSpPr>
            <a:spLocks xmlns:a="http://schemas.openxmlformats.org/drawingml/2006/main" noGrp="1"/>
          </p:cNvSpPr>
          <p:nvPr/>
        </p:nvSpPr>
        <p:spPr>
          <a:xfrm xmlns:a="http://schemas.openxmlformats.org/drawingml/2006/main">
            <a:off x="2857500" y="9544050"/>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원본 읽기 view와 Request 수명의 묶음 / 선택 cache</a:t>
            </a:r>
          </a:p>
        </p:txBody>
      </p:sp>
      <p:sp>
        <p:nvSpPr>
          <p:cNvPr id="38" name="dp45-comparison / n38 / text 1">
            <a:extLst xmlns:a="http://schemas.openxmlformats.org/drawingml/2006/main">
              <a:ext uri="{FF2B5EF4-FFF2-40B4-BE49-F238E27FC236}">
                <a16:creationId xmlns:a16="http://schemas.microsoft.com/office/drawing/2014/main" id="{C9B75AD6-964F-4736-8FE8-28D35EC4528D}"/>
              </a:ext>
            </a:extLst>
          </p:cNvPr>
          <p:cNvSpPr>
            <a:spLocks xmlns:a="http://schemas.openxmlformats.org/drawingml/2006/main" noGrp="1"/>
          </p:cNvSpPr>
          <p:nvPr/>
        </p:nvSpPr>
        <p:spPr>
          <a:xfrm xmlns:a="http://schemas.openxmlformats.org/drawingml/2006/main">
            <a:off x="10001250" y="9544050"/>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공통 관계 저장소와 Coverage / 미사용 관계도 유지</a:t>
            </a:r>
          </a:p>
        </p:txBody>
      </p:sp>
      <p:sp>
        <p:nvSpPr>
          <p:cNvPr id="39" name="dp45-comparison / n39 / text 1">
            <a:extLst xmlns:a="http://schemas.openxmlformats.org/drawingml/2006/main">
              <a:ext uri="{FF2B5EF4-FFF2-40B4-BE49-F238E27FC236}">
                <a16:creationId xmlns:a16="http://schemas.microsoft.com/office/drawing/2014/main" id="{96672FBA-C295-45D3-93E3-7FC154B0BEA3}"/>
              </a:ext>
            </a:extLst>
          </p:cNvPr>
          <p:cNvSpPr>
            <a:spLocks xmlns:a="http://schemas.openxmlformats.org/drawingml/2006/main" noGrp="1"/>
          </p:cNvSpPr>
          <p:nvPr/>
        </p:nvSpPr>
        <p:spPr>
          <a:xfrm xmlns:a="http://schemas.openxmlformats.org/drawingml/2006/main">
            <a:off x="381000" y="9810750"/>
            <a:ext cx="175260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18232E"/>
                </a:solidFill>
                <a:latin typeface="Apple SD Gothic Neo"/>
                <a:ea typeface="Apple SD Gothic Neo"/>
                <a:cs typeface="Apple SD Gothic Neo"/>
              </a:defRPr>
            </a:pPr>
            <a:r>
              <a:rPr sz="1125" b="0">
                <a:solidFill>
                  <a:srgbClr val="18232E"/>
                </a:solidFill>
                <a:latin typeface="Apple SD Gothic Neo"/>
                <a:ea typeface="Apple SD Gothic Neo"/>
                <a:cs typeface="Apple SD Gothic Neo"/>
              </a:rPr>
              <a:t>미선정 / 미측정. A cache의 같은 효과는 B 고유 이익을 줄인다. B+ 원본 조합 우회는 명시적 혼합안.</a:t>
            </a:r>
          </a:p>
        </p:txBody>
      </p:sp>
      <p:sp>
        <p:nvSpPr>
          <p:cNvPr id="40" name="dp45-comparison / n40 / text 1">
            <a:extLst xmlns:a="http://schemas.openxmlformats.org/drawingml/2006/main">
              <a:ext uri="{FF2B5EF4-FFF2-40B4-BE49-F238E27FC236}">
                <a16:creationId xmlns:a16="http://schemas.microsoft.com/office/drawing/2014/main" id="{4C76F681-485B-423D-990B-B1AE0463FC5D}"/>
              </a:ext>
            </a:extLst>
          </p:cNvPr>
          <p:cNvSpPr>
            <a:spLocks xmlns:a="http://schemas.openxmlformats.org/drawingml/2006/main" noGrp="1"/>
          </p:cNvSpPr>
          <p:nvPr/>
        </p:nvSpPr>
        <p:spPr>
          <a:xfrm xmlns:a="http://schemas.openxmlformats.org/drawingml/2006/main">
            <a:off x="381000" y="10067925"/>
            <a:ext cx="17526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Reference: A LangChain Retrieval / B LangMem Background + Memory API / 본문 §9의 적용 범위와 한계</a:t>
            </a:r>
          </a:p>
        </p:txBody>
      </p:sp>
      <p:sp>
        <p:nvSpPr>
          <p:cNvPr id="41" name="dp45-comparison / legend_continuation_0">
            <a:extLst xmlns:a="http://schemas.openxmlformats.org/drawingml/2006/main">
              <a:ext uri="{FF2B5EF4-FFF2-40B4-BE49-F238E27FC236}">
                <a16:creationId xmlns:a16="http://schemas.microsoft.com/office/drawing/2014/main" id="{07DEEFAE-0660-4B41-97F5-0211BCACA9D7}"/>
              </a:ext>
            </a:extLst>
          </p:cNvPr>
          <p:cNvSpPr>
            <a:spLocks xmlns:a="http://schemas.openxmlformats.org/drawingml/2006/main" noGrp="1"/>
          </p:cNvSpPr>
          <p:nvPr/>
        </p:nvSpPr>
        <p:spPr>
          <a:xfrm xmlns:a="http://schemas.openxmlformats.org/drawingml/2006/main">
            <a:off x="447675" y="3257550"/>
            <a:ext cx="819150" cy="42005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2" name="dp45-comparison / legend_continuation_1 / text 1">
            <a:extLst xmlns:a="http://schemas.openxmlformats.org/drawingml/2006/main">
              <a:ext uri="{FF2B5EF4-FFF2-40B4-BE49-F238E27FC236}">
                <a16:creationId xmlns:a16="http://schemas.microsoft.com/office/drawing/2014/main" id="{EFDAE084-99E7-4317-864B-7CA7BA871B14}"/>
              </a:ext>
            </a:extLst>
          </p:cNvPr>
          <p:cNvSpPr>
            <a:spLocks xmlns:a="http://schemas.openxmlformats.org/drawingml/2006/main" noGrp="1"/>
          </p:cNvSpPr>
          <p:nvPr/>
        </p:nvSpPr>
        <p:spPr>
          <a:xfrm xmlns:a="http://schemas.openxmlformats.org/drawingml/2006/main">
            <a:off x="466725" y="3329559"/>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43" name="dp45-comparison / legend_continuation_2">
            <a:extLst xmlns:a="http://schemas.openxmlformats.org/drawingml/2006/main">
              <a:ext uri="{FF2B5EF4-FFF2-40B4-BE49-F238E27FC236}">
                <a16:creationId xmlns:a16="http://schemas.microsoft.com/office/drawing/2014/main" id="{D6D470A6-05C1-4CAF-BA60-2386D7E1F6B3}"/>
              </a:ext>
            </a:extLst>
          </p:cNvPr>
          <p:cNvSpPr>
            <a:spLocks xmlns:a="http://schemas.openxmlformats.org/drawingml/2006/main" noGrp="1"/>
          </p:cNvSpPr>
          <p:nvPr/>
        </p:nvSpPr>
        <p:spPr>
          <a:xfrm xmlns:a="http://schemas.openxmlformats.org/drawingml/2006/main">
            <a:off x="504825" y="3553587"/>
            <a:ext cx="704850" cy="216027"/>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4" name="dp45-comparison / legend_continuation_3 / text 1">
            <a:extLst xmlns:a="http://schemas.openxmlformats.org/drawingml/2006/main">
              <a:ext uri="{FF2B5EF4-FFF2-40B4-BE49-F238E27FC236}">
                <a16:creationId xmlns:a16="http://schemas.microsoft.com/office/drawing/2014/main" id="{95B78E3E-2A62-4777-A7B0-44C664E20A06}"/>
              </a:ext>
            </a:extLst>
          </p:cNvPr>
          <p:cNvSpPr>
            <a:spLocks xmlns:a="http://schemas.openxmlformats.org/drawingml/2006/main" noGrp="1"/>
          </p:cNvSpPr>
          <p:nvPr/>
        </p:nvSpPr>
        <p:spPr>
          <a:xfrm xmlns:a="http://schemas.openxmlformats.org/drawingml/2006/main">
            <a:off x="590550" y="3609594"/>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45" name="dp45-comparison / legend_continuation_4 / text 1">
            <a:extLst xmlns:a="http://schemas.openxmlformats.org/drawingml/2006/main">
              <a:ext uri="{FF2B5EF4-FFF2-40B4-BE49-F238E27FC236}">
                <a16:creationId xmlns:a16="http://schemas.microsoft.com/office/drawing/2014/main" id="{00DD6306-2FF8-45FE-97C2-20DFB96477F5}"/>
              </a:ext>
            </a:extLst>
          </p:cNvPr>
          <p:cNvSpPr>
            <a:spLocks xmlns:a="http://schemas.openxmlformats.org/drawingml/2006/main" noGrp="1"/>
          </p:cNvSpPr>
          <p:nvPr/>
        </p:nvSpPr>
        <p:spPr>
          <a:xfrm xmlns:a="http://schemas.openxmlformats.org/drawingml/2006/main">
            <a:off x="514350" y="379361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6" name="dp45-comparison / legend_continuation_5">
            <a:extLst xmlns:a="http://schemas.openxmlformats.org/drawingml/2006/main">
              <a:ext uri="{FF2B5EF4-FFF2-40B4-BE49-F238E27FC236}">
                <a16:creationId xmlns:a16="http://schemas.microsoft.com/office/drawing/2014/main" id="{F658D5B2-6748-4AF4-A2BA-48C0E5EEC80B}"/>
              </a:ext>
            </a:extLst>
          </p:cNvPr>
          <p:cNvSpPr>
            <a:spLocks xmlns:a="http://schemas.openxmlformats.org/drawingml/2006/main" noGrp="1"/>
          </p:cNvSpPr>
          <p:nvPr/>
        </p:nvSpPr>
        <p:spPr>
          <a:xfrm xmlns:a="http://schemas.openxmlformats.org/drawingml/2006/main">
            <a:off x="504825" y="4025646"/>
            <a:ext cx="704850" cy="216027"/>
          </a:xfrm>
          <a:prstGeom xmlns:a="http://schemas.openxmlformats.org/drawingml/2006/main" prst="roundRect">
            <a:avLst>
              <a:gd name="adj" fmla="val 35273"/>
            </a:avLst>
          </a:prstGeom>
          <a:solidFill xmlns:a="http://schemas.openxmlformats.org/drawingml/2006/main">
            <a:srgbClr val="FFFFFF"/>
          </a:solidFill>
          <a:ln xmlns:a="http://schemas.openxmlformats.org/drawingml/2006/main" w="9525">
            <a:solidFill>
              <a:srgbClr val="000000"/>
            </a:solidFill>
            <a:prstDash val="solid"/>
          </a:ln>
        </p:spPr>
      </p:sp>
      <p:sp>
        <p:nvSpPr>
          <p:cNvPr id="47" name="dp45-comparison / legend_continuation_6 / text 1">
            <a:extLst xmlns:a="http://schemas.openxmlformats.org/drawingml/2006/main">
              <a:ext uri="{FF2B5EF4-FFF2-40B4-BE49-F238E27FC236}">
                <a16:creationId xmlns:a16="http://schemas.microsoft.com/office/drawing/2014/main" id="{B7F733BF-2D5B-4A97-9A35-00726B0EB95B}"/>
              </a:ext>
            </a:extLst>
          </p:cNvPr>
          <p:cNvSpPr>
            <a:spLocks xmlns:a="http://schemas.openxmlformats.org/drawingml/2006/main" noGrp="1"/>
          </p:cNvSpPr>
          <p:nvPr/>
        </p:nvSpPr>
        <p:spPr>
          <a:xfrm xmlns:a="http://schemas.openxmlformats.org/drawingml/2006/main">
            <a:off x="590550" y="4081653"/>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8" name="dp45-comparison / legend_continuation_7 / text 1">
            <a:extLst xmlns:a="http://schemas.openxmlformats.org/drawingml/2006/main">
              <a:ext uri="{FF2B5EF4-FFF2-40B4-BE49-F238E27FC236}">
                <a16:creationId xmlns:a16="http://schemas.microsoft.com/office/drawing/2014/main" id="{727EBDCA-D3CD-4D07-9D83-E02800AF9D99}"/>
              </a:ext>
            </a:extLst>
          </p:cNvPr>
          <p:cNvSpPr>
            <a:spLocks xmlns:a="http://schemas.openxmlformats.org/drawingml/2006/main" noGrp="1"/>
          </p:cNvSpPr>
          <p:nvPr/>
        </p:nvSpPr>
        <p:spPr>
          <a:xfrm xmlns:a="http://schemas.openxmlformats.org/drawingml/2006/main">
            <a:off x="514350" y="4265676"/>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9" name="dp45-comparison / legend_continuation_8">
            <a:extLst xmlns:a="http://schemas.openxmlformats.org/drawingml/2006/main">
              <a:ext uri="{FF2B5EF4-FFF2-40B4-BE49-F238E27FC236}">
                <a16:creationId xmlns:a16="http://schemas.microsoft.com/office/drawing/2014/main" id="{17B0E9B9-827C-4291-B766-C8812669AC4A}"/>
              </a:ext>
            </a:extLst>
          </p:cNvPr>
          <p:cNvSpPr>
            <a:spLocks xmlns:a="http://schemas.openxmlformats.org/drawingml/2006/main" noGrp="1"/>
          </p:cNvSpPr>
          <p:nvPr/>
        </p:nvSpPr>
        <p:spPr>
          <a:xfrm xmlns:a="http://schemas.openxmlformats.org/drawingml/2006/main">
            <a:off x="504825" y="4497705"/>
            <a:ext cx="704850" cy="216027"/>
          </a:xfrm>
          <a:custGeom xmlns:a="http://schemas.openxmlformats.org/drawingml/2006/main">
            <a:pathLst>
              <a:path w="704850" h="216027">
                <a:moveTo>
                  <a:pt x="0" y="0"/>
                </a:moveTo>
                <a:lnTo>
                  <a:pt x="533400" y="0"/>
                </a:lnTo>
                <a:lnTo>
                  <a:pt x="704850" y="171450"/>
                </a:lnTo>
                <a:lnTo>
                  <a:pt x="704850" y="216027"/>
                </a:lnTo>
                <a:lnTo>
                  <a:pt x="0" y="216027"/>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50" name="dp45-comparison / legend_continuation_8 / fold">
            <a:extLst xmlns:a="http://schemas.openxmlformats.org/drawingml/2006/main">
              <a:ext uri="{FF2B5EF4-FFF2-40B4-BE49-F238E27FC236}">
                <a16:creationId xmlns:a16="http://schemas.microsoft.com/office/drawing/2014/main" id="{4DAB6450-36D5-4931-A18D-34B01134DE21}"/>
              </a:ext>
            </a:extLst>
          </p:cNvPr>
          <p:cNvSpPr>
            <a:spLocks xmlns:a="http://schemas.openxmlformats.org/drawingml/2006/main" noGrp="1"/>
          </p:cNvSpPr>
          <p:nvPr/>
        </p:nvSpPr>
        <p:spPr>
          <a:xfrm xmlns:a="http://schemas.openxmlformats.org/drawingml/2006/main">
            <a:off x="1038225" y="449770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51" name="dp45-comparison / legend_continuation_9 / text 1">
            <a:extLst xmlns:a="http://schemas.openxmlformats.org/drawingml/2006/main">
              <a:ext uri="{FF2B5EF4-FFF2-40B4-BE49-F238E27FC236}">
                <a16:creationId xmlns:a16="http://schemas.microsoft.com/office/drawing/2014/main" id="{F38EF4A2-6035-4671-B3FD-1C1F83E31045}"/>
              </a:ext>
            </a:extLst>
          </p:cNvPr>
          <p:cNvSpPr>
            <a:spLocks xmlns:a="http://schemas.openxmlformats.org/drawingml/2006/main" noGrp="1"/>
          </p:cNvSpPr>
          <p:nvPr/>
        </p:nvSpPr>
        <p:spPr>
          <a:xfrm xmlns:a="http://schemas.openxmlformats.org/drawingml/2006/main">
            <a:off x="523875" y="4553712"/>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52" name="dp45-comparison / legend_continuation_10 / text 1">
            <a:extLst xmlns:a="http://schemas.openxmlformats.org/drawingml/2006/main">
              <a:ext uri="{FF2B5EF4-FFF2-40B4-BE49-F238E27FC236}">
                <a16:creationId xmlns:a16="http://schemas.microsoft.com/office/drawing/2014/main" id="{017CB09C-3D5A-456C-A19E-B64B16D2C6E5}"/>
              </a:ext>
            </a:extLst>
          </p:cNvPr>
          <p:cNvSpPr>
            <a:spLocks xmlns:a="http://schemas.openxmlformats.org/drawingml/2006/main" noGrp="1"/>
          </p:cNvSpPr>
          <p:nvPr/>
        </p:nvSpPr>
        <p:spPr>
          <a:xfrm xmlns:a="http://schemas.openxmlformats.org/drawingml/2006/main">
            <a:off x="514350" y="473773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3" name="dp45-comparison / legend_continuation_11">
            <a:extLst xmlns:a="http://schemas.openxmlformats.org/drawingml/2006/main">
              <a:ext uri="{FF2B5EF4-FFF2-40B4-BE49-F238E27FC236}">
                <a16:creationId xmlns:a16="http://schemas.microsoft.com/office/drawing/2014/main" id="{F24F537D-6451-4148-BF6A-B69F1F2DD374}"/>
              </a:ext>
            </a:extLst>
          </p:cNvPr>
          <p:cNvSpPr>
            <a:spLocks xmlns:a="http://schemas.openxmlformats.org/drawingml/2006/main" noGrp="1"/>
          </p:cNvSpPr>
          <p:nvPr/>
        </p:nvSpPr>
        <p:spPr>
          <a:xfrm xmlns:a="http://schemas.openxmlformats.org/drawingml/2006/main">
            <a:off x="504825" y="4961763"/>
            <a:ext cx="704850" cy="216027"/>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54" name="dp45-comparison / legend_continuation_12 / text 1">
            <a:extLst xmlns:a="http://schemas.openxmlformats.org/drawingml/2006/main">
              <a:ext uri="{FF2B5EF4-FFF2-40B4-BE49-F238E27FC236}">
                <a16:creationId xmlns:a16="http://schemas.microsoft.com/office/drawing/2014/main" id="{F4010DFC-6ECC-4B7C-B282-FD5EA8FED9FD}"/>
              </a:ext>
            </a:extLst>
          </p:cNvPr>
          <p:cNvSpPr>
            <a:spLocks xmlns:a="http://schemas.openxmlformats.org/drawingml/2006/main" noGrp="1"/>
          </p:cNvSpPr>
          <p:nvPr/>
        </p:nvSpPr>
        <p:spPr>
          <a:xfrm xmlns:a="http://schemas.openxmlformats.org/drawingml/2006/main">
            <a:off x="590550" y="501777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55" name="dp45-comparison / legend_continuation_13 / text 1">
            <a:extLst xmlns:a="http://schemas.openxmlformats.org/drawingml/2006/main">
              <a:ext uri="{FF2B5EF4-FFF2-40B4-BE49-F238E27FC236}">
                <a16:creationId xmlns:a16="http://schemas.microsoft.com/office/drawing/2014/main" id="{2C7A630E-F341-4E61-B638-B641B3FCD115}"/>
              </a:ext>
            </a:extLst>
          </p:cNvPr>
          <p:cNvSpPr>
            <a:spLocks xmlns:a="http://schemas.openxmlformats.org/drawingml/2006/main" noGrp="1"/>
          </p:cNvSpPr>
          <p:nvPr/>
        </p:nvSpPr>
        <p:spPr>
          <a:xfrm xmlns:a="http://schemas.openxmlformats.org/drawingml/2006/main">
            <a:off x="514350" y="5201793"/>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56" name="dp45-comparison / legend_continuation_14">
            <a:extLst xmlns:a="http://schemas.openxmlformats.org/drawingml/2006/main">
              <a:ext uri="{FF2B5EF4-FFF2-40B4-BE49-F238E27FC236}">
                <a16:creationId xmlns:a16="http://schemas.microsoft.com/office/drawing/2014/main" id="{CFB1A0EB-CB63-4F08-9506-0FF35129DD05}"/>
              </a:ext>
            </a:extLst>
          </p:cNvPr>
          <p:cNvSpPr>
            <a:spLocks xmlns:a="http://schemas.openxmlformats.org/drawingml/2006/main" noGrp="1"/>
          </p:cNvSpPr>
          <p:nvPr/>
        </p:nvSpPr>
        <p:spPr>
          <a:xfrm xmlns:a="http://schemas.openxmlformats.org/drawingml/2006/main">
            <a:off x="504825" y="5433822"/>
            <a:ext cx="704850" cy="216027"/>
          </a:xfrm>
          <a:prstGeom xmlns:a="http://schemas.openxmlformats.org/drawingml/2006/main" prst="roundRect">
            <a:avLst>
              <a:gd name="adj" fmla="val 35273"/>
            </a:avLst>
          </a:prstGeom>
          <a:solidFill xmlns:a="http://schemas.openxmlformats.org/drawingml/2006/main">
            <a:srgbClr val="FFF0DD"/>
          </a:solidFill>
          <a:ln xmlns:a="http://schemas.openxmlformats.org/drawingml/2006/main" w="9525">
            <a:solidFill>
              <a:srgbClr val="B8753F"/>
            </a:solidFill>
            <a:prstDash val="solid"/>
          </a:ln>
        </p:spPr>
      </p:sp>
      <p:sp>
        <p:nvSpPr>
          <p:cNvPr id="57" name="dp45-comparison / legend_continuation_15 / text 1">
            <a:extLst xmlns:a="http://schemas.openxmlformats.org/drawingml/2006/main">
              <a:ext uri="{FF2B5EF4-FFF2-40B4-BE49-F238E27FC236}">
                <a16:creationId xmlns:a16="http://schemas.microsoft.com/office/drawing/2014/main" id="{228F9D47-89FD-439A-A2F0-1691C2EFE20C}"/>
              </a:ext>
            </a:extLst>
          </p:cNvPr>
          <p:cNvSpPr>
            <a:spLocks xmlns:a="http://schemas.openxmlformats.org/drawingml/2006/main" noGrp="1"/>
          </p:cNvSpPr>
          <p:nvPr/>
        </p:nvSpPr>
        <p:spPr>
          <a:xfrm xmlns:a="http://schemas.openxmlformats.org/drawingml/2006/main">
            <a:off x="590550" y="5489829"/>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8" name="dp45-comparison / legend_continuation_16 / text 1">
            <a:extLst xmlns:a="http://schemas.openxmlformats.org/drawingml/2006/main">
              <a:ext uri="{FF2B5EF4-FFF2-40B4-BE49-F238E27FC236}">
                <a16:creationId xmlns:a16="http://schemas.microsoft.com/office/drawing/2014/main" id="{9976C317-374E-446C-8039-5A8CBFD6ABFD}"/>
              </a:ext>
            </a:extLst>
          </p:cNvPr>
          <p:cNvSpPr>
            <a:spLocks xmlns:a="http://schemas.openxmlformats.org/drawingml/2006/main" noGrp="1"/>
          </p:cNvSpPr>
          <p:nvPr/>
        </p:nvSpPr>
        <p:spPr>
          <a:xfrm xmlns:a="http://schemas.openxmlformats.org/drawingml/2006/main">
            <a:off x="514350" y="5673852"/>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9" name="dp45-comparison / legend_continuation_17">
            <a:extLst xmlns:a="http://schemas.openxmlformats.org/drawingml/2006/main">
              <a:ext uri="{FF2B5EF4-FFF2-40B4-BE49-F238E27FC236}">
                <a16:creationId xmlns:a16="http://schemas.microsoft.com/office/drawing/2014/main" id="{844F1261-C8DF-48AA-8D81-AD61399A9691}"/>
              </a:ext>
            </a:extLst>
          </p:cNvPr>
          <p:cNvSpPr>
            <a:spLocks xmlns:a="http://schemas.openxmlformats.org/drawingml/2006/main" noGrp="1"/>
          </p:cNvSpPr>
          <p:nvPr/>
        </p:nvSpPr>
        <p:spPr>
          <a:xfrm xmlns:a="http://schemas.openxmlformats.org/drawingml/2006/main">
            <a:off x="504825" y="5865876"/>
            <a:ext cx="704850" cy="216027"/>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0" name="dp45-comparison / legend_continuation_18 / text 1">
            <a:extLst xmlns:a="http://schemas.openxmlformats.org/drawingml/2006/main">
              <a:ext uri="{FF2B5EF4-FFF2-40B4-BE49-F238E27FC236}">
                <a16:creationId xmlns:a16="http://schemas.microsoft.com/office/drawing/2014/main" id="{23058A61-2B29-4368-8A7A-0BBC00550345}"/>
              </a:ext>
            </a:extLst>
          </p:cNvPr>
          <p:cNvSpPr>
            <a:spLocks xmlns:a="http://schemas.openxmlformats.org/drawingml/2006/main" noGrp="1"/>
          </p:cNvSpPr>
          <p:nvPr/>
        </p:nvSpPr>
        <p:spPr>
          <a:xfrm xmlns:a="http://schemas.openxmlformats.org/drawingml/2006/main">
            <a:off x="590550" y="5961888"/>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61" name="dp45-comparison / legend_continuation_19 / text 1">
            <a:extLst xmlns:a="http://schemas.openxmlformats.org/drawingml/2006/main">
              <a:ext uri="{FF2B5EF4-FFF2-40B4-BE49-F238E27FC236}">
                <a16:creationId xmlns:a16="http://schemas.microsoft.com/office/drawing/2014/main" id="{2976F9D5-3B81-42B1-A32B-59374F677D11}"/>
              </a:ext>
            </a:extLst>
          </p:cNvPr>
          <p:cNvSpPr>
            <a:spLocks xmlns:a="http://schemas.openxmlformats.org/drawingml/2006/main" noGrp="1"/>
          </p:cNvSpPr>
          <p:nvPr/>
        </p:nvSpPr>
        <p:spPr>
          <a:xfrm xmlns:a="http://schemas.openxmlformats.org/drawingml/2006/main">
            <a:off x="514350" y="611390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62" name="dp45-comparison / legend_continuation_20 / path">
            <a:extLst xmlns:a="http://schemas.openxmlformats.org/drawingml/2006/main">
              <a:ext uri="{FF2B5EF4-FFF2-40B4-BE49-F238E27FC236}">
                <a16:creationId xmlns:a16="http://schemas.microsoft.com/office/drawing/2014/main" id="{D27307E1-290F-41F7-9322-13D158439488}"/>
              </a:ext>
            </a:extLst>
          </p:cNvPr>
          <p:cNvSpPr>
            <a:spLocks xmlns:a="http://schemas.openxmlformats.org/drawingml/2006/main" noGrp="1"/>
          </p:cNvSpPr>
          <p:nvPr/>
        </p:nvSpPr>
        <p:spPr>
          <a:xfrm xmlns:a="http://schemas.openxmlformats.org/drawingml/2006/main">
            <a:off x="514350" y="6345936"/>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63" name="dp45-comparison / legend_continuation_20 / arrow">
            <a:extLst xmlns:a="http://schemas.openxmlformats.org/drawingml/2006/main">
              <a:ext uri="{FF2B5EF4-FFF2-40B4-BE49-F238E27FC236}">
                <a16:creationId xmlns:a16="http://schemas.microsoft.com/office/drawing/2014/main" id="{E019917A-0CC5-43FE-8BC2-368A715822EA}"/>
              </a:ext>
            </a:extLst>
          </p:cNvPr>
          <p:cNvSpPr>
            <a:spLocks xmlns:a="http://schemas.openxmlformats.org/drawingml/2006/main" noGrp="1"/>
          </p:cNvSpPr>
          <p:nvPr/>
        </p:nvSpPr>
        <p:spPr>
          <a:xfrm xmlns:a="http://schemas.openxmlformats.org/drawingml/2006/main">
            <a:off x="837819" y="6312408"/>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4" name="dp45-comparison / legend_continuation_21 / text 1">
            <a:extLst xmlns:a="http://schemas.openxmlformats.org/drawingml/2006/main">
              <a:ext uri="{FF2B5EF4-FFF2-40B4-BE49-F238E27FC236}">
                <a16:creationId xmlns:a16="http://schemas.microsoft.com/office/drawing/2014/main" id="{5536A6C2-C421-4EC1-A877-9AE59D5A759B}"/>
              </a:ext>
            </a:extLst>
          </p:cNvPr>
          <p:cNvSpPr>
            <a:spLocks xmlns:a="http://schemas.openxmlformats.org/drawingml/2006/main" noGrp="1"/>
          </p:cNvSpPr>
          <p:nvPr/>
        </p:nvSpPr>
        <p:spPr>
          <a:xfrm xmlns:a="http://schemas.openxmlformats.org/drawingml/2006/main">
            <a:off x="962025" y="6289929"/>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65" name="dp45-comparison / legend_continuation_22 / path">
            <a:extLst xmlns:a="http://schemas.openxmlformats.org/drawingml/2006/main">
              <a:ext uri="{FF2B5EF4-FFF2-40B4-BE49-F238E27FC236}">
                <a16:creationId xmlns:a16="http://schemas.microsoft.com/office/drawing/2014/main" id="{1D3C7367-877C-468D-B7CA-EDA61B33BDB9}"/>
              </a:ext>
            </a:extLst>
          </p:cNvPr>
          <p:cNvSpPr>
            <a:spLocks xmlns:a="http://schemas.openxmlformats.org/drawingml/2006/main" noGrp="1"/>
          </p:cNvSpPr>
          <p:nvPr/>
        </p:nvSpPr>
        <p:spPr>
          <a:xfrm xmlns:a="http://schemas.openxmlformats.org/drawingml/2006/main">
            <a:off x="514350" y="6513957"/>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6" name="dp45-comparison / legend_continuation_22 / arrow">
            <a:extLst xmlns:a="http://schemas.openxmlformats.org/drawingml/2006/main">
              <a:ext uri="{FF2B5EF4-FFF2-40B4-BE49-F238E27FC236}">
                <a16:creationId xmlns:a16="http://schemas.microsoft.com/office/drawing/2014/main" id="{100689C1-211F-4D8F-A219-A7EAF4032ABB}"/>
              </a:ext>
            </a:extLst>
          </p:cNvPr>
          <p:cNvSpPr>
            <a:spLocks xmlns:a="http://schemas.openxmlformats.org/drawingml/2006/main" noGrp="1"/>
          </p:cNvSpPr>
          <p:nvPr/>
        </p:nvSpPr>
        <p:spPr>
          <a:xfrm xmlns:a="http://schemas.openxmlformats.org/drawingml/2006/main">
            <a:off x="837819" y="6480429"/>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5-comparison / legend_continuation_23 / text 1">
            <a:extLst xmlns:a="http://schemas.openxmlformats.org/drawingml/2006/main">
              <a:ext uri="{FF2B5EF4-FFF2-40B4-BE49-F238E27FC236}">
                <a16:creationId xmlns:a16="http://schemas.microsoft.com/office/drawing/2014/main" id="{5F2ECC34-55A1-4CEF-A3A1-734E379B7504}"/>
              </a:ext>
            </a:extLst>
          </p:cNvPr>
          <p:cNvSpPr>
            <a:spLocks xmlns:a="http://schemas.openxmlformats.org/drawingml/2006/main" noGrp="1"/>
          </p:cNvSpPr>
          <p:nvPr/>
        </p:nvSpPr>
        <p:spPr>
          <a:xfrm xmlns:a="http://schemas.openxmlformats.org/drawingml/2006/main">
            <a:off x="962025" y="64579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8" name="dp45-comparison / legend_continuation_24 / text 1">
            <a:extLst xmlns:a="http://schemas.openxmlformats.org/drawingml/2006/main">
              <a:ext uri="{FF2B5EF4-FFF2-40B4-BE49-F238E27FC236}">
                <a16:creationId xmlns:a16="http://schemas.microsoft.com/office/drawing/2014/main" id="{D3391F4C-4ABB-4A55-ABFF-DA0CB6F63761}"/>
              </a:ext>
            </a:extLst>
          </p:cNvPr>
          <p:cNvSpPr>
            <a:spLocks xmlns:a="http://schemas.openxmlformats.org/drawingml/2006/main" noGrp="1"/>
          </p:cNvSpPr>
          <p:nvPr/>
        </p:nvSpPr>
        <p:spPr>
          <a:xfrm xmlns:a="http://schemas.openxmlformats.org/drawingml/2006/main">
            <a:off x="514350" y="6721983"/>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9" name="dp45-comparison / legend_continuation_25">
            <a:extLst xmlns:a="http://schemas.openxmlformats.org/drawingml/2006/main">
              <a:ext uri="{FF2B5EF4-FFF2-40B4-BE49-F238E27FC236}">
                <a16:creationId xmlns:a16="http://schemas.microsoft.com/office/drawing/2014/main" id="{58904417-0FEA-45C9-8C01-3D609CED1DBA}"/>
              </a:ext>
            </a:extLst>
          </p:cNvPr>
          <p:cNvSpPr>
            <a:spLocks xmlns:a="http://schemas.openxmlformats.org/drawingml/2006/main" noGrp="1"/>
          </p:cNvSpPr>
          <p:nvPr/>
        </p:nvSpPr>
        <p:spPr>
          <a:xfrm xmlns:a="http://schemas.openxmlformats.org/drawingml/2006/main">
            <a:off x="504825" y="6898005"/>
            <a:ext cx="285750" cy="144018"/>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5-comparison / legend_continuation_26 / text 1">
            <a:extLst xmlns:a="http://schemas.openxmlformats.org/drawingml/2006/main">
              <a:ext uri="{FF2B5EF4-FFF2-40B4-BE49-F238E27FC236}">
                <a16:creationId xmlns:a16="http://schemas.microsoft.com/office/drawing/2014/main" id="{FE3B151C-9400-4FBC-B494-97C67A1219AD}"/>
              </a:ext>
            </a:extLst>
          </p:cNvPr>
          <p:cNvSpPr>
            <a:spLocks xmlns:a="http://schemas.openxmlformats.org/drawingml/2006/main" noGrp="1"/>
          </p:cNvSpPr>
          <p:nvPr/>
        </p:nvSpPr>
        <p:spPr>
          <a:xfrm xmlns:a="http://schemas.openxmlformats.org/drawingml/2006/main">
            <a:off x="590550" y="691800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1" name="dp45-comparison / legend_continuation_27 / text 1">
            <a:extLst xmlns:a="http://schemas.openxmlformats.org/drawingml/2006/main">
              <a:ext uri="{FF2B5EF4-FFF2-40B4-BE49-F238E27FC236}">
                <a16:creationId xmlns:a16="http://schemas.microsoft.com/office/drawing/2014/main" id="{69C92408-4A0F-4047-81C3-7AE914AC5118}"/>
              </a:ext>
            </a:extLst>
          </p:cNvPr>
          <p:cNvSpPr>
            <a:spLocks xmlns:a="http://schemas.openxmlformats.org/drawingml/2006/main" noGrp="1"/>
          </p:cNvSpPr>
          <p:nvPr/>
        </p:nvSpPr>
        <p:spPr>
          <a:xfrm xmlns:a="http://schemas.openxmlformats.org/drawingml/2006/main">
            <a:off x="847725" y="6922008"/>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72" name="dp45-comparison / legend_continuation_28">
            <a:extLst xmlns:a="http://schemas.openxmlformats.org/drawingml/2006/main">
              <a:ext uri="{FF2B5EF4-FFF2-40B4-BE49-F238E27FC236}">
                <a16:creationId xmlns:a16="http://schemas.microsoft.com/office/drawing/2014/main" id="{92F802F6-5FF1-4925-B8AC-5A0A76AC05B1}"/>
              </a:ext>
            </a:extLst>
          </p:cNvPr>
          <p:cNvSpPr>
            <a:spLocks xmlns:a="http://schemas.openxmlformats.org/drawingml/2006/main" noGrp="1"/>
          </p:cNvSpPr>
          <p:nvPr/>
        </p:nvSpPr>
        <p:spPr>
          <a:xfrm xmlns:a="http://schemas.openxmlformats.org/drawingml/2006/main">
            <a:off x="504825" y="7162038"/>
            <a:ext cx="285750" cy="144018"/>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73" name="dp45-comparison / legend_continuation_29 / text 1">
            <a:extLst xmlns:a="http://schemas.openxmlformats.org/drawingml/2006/main">
              <a:ext uri="{FF2B5EF4-FFF2-40B4-BE49-F238E27FC236}">
                <a16:creationId xmlns:a16="http://schemas.microsoft.com/office/drawing/2014/main" id="{1EAC2253-332D-4BD1-9ACC-0CCA0A366C9E}"/>
              </a:ext>
            </a:extLst>
          </p:cNvPr>
          <p:cNvSpPr>
            <a:spLocks xmlns:a="http://schemas.openxmlformats.org/drawingml/2006/main" noGrp="1"/>
          </p:cNvSpPr>
          <p:nvPr/>
        </p:nvSpPr>
        <p:spPr>
          <a:xfrm xmlns:a="http://schemas.openxmlformats.org/drawingml/2006/main">
            <a:off x="590550" y="7182041"/>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4" name="dp45-comparison / legend_continuation_30 / text 1">
            <a:extLst xmlns:a="http://schemas.openxmlformats.org/drawingml/2006/main">
              <a:ext uri="{FF2B5EF4-FFF2-40B4-BE49-F238E27FC236}">
                <a16:creationId xmlns:a16="http://schemas.microsoft.com/office/drawing/2014/main" id="{E4C3E225-285B-4768-9627-E9D598EBEFEF}"/>
              </a:ext>
            </a:extLst>
          </p:cNvPr>
          <p:cNvSpPr>
            <a:spLocks xmlns:a="http://schemas.openxmlformats.org/drawingml/2006/main" noGrp="1"/>
          </p:cNvSpPr>
          <p:nvPr/>
        </p:nvSpPr>
        <p:spPr>
          <a:xfrm xmlns:a="http://schemas.openxmlformats.org/drawingml/2006/main">
            <a:off x="847725" y="7186041"/>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75" name="dp45-comparison / n72">
            <a:extLst xmlns:a="http://schemas.openxmlformats.org/drawingml/2006/main">
              <a:ext uri="{FF2B5EF4-FFF2-40B4-BE49-F238E27FC236}">
                <a16:creationId xmlns:a16="http://schemas.microsoft.com/office/drawing/2014/main" id="{404BA325-E8AA-454A-90E6-94483D59DD70}"/>
              </a:ext>
            </a:extLst>
          </p:cNvPr>
          <p:cNvSpPr>
            <a:spLocks xmlns:a="http://schemas.openxmlformats.org/drawingml/2006/main" noGrp="1"/>
          </p:cNvSpPr>
          <p:nvPr/>
        </p:nvSpPr>
        <p:spPr>
          <a:xfrm xmlns:a="http://schemas.openxmlformats.org/drawingml/2006/main">
            <a:off x="1666875" y="2409825"/>
            <a:ext cx="23812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6" name="dp45-comparison / n73 / text 1">
            <a:extLst xmlns:a="http://schemas.openxmlformats.org/drawingml/2006/main">
              <a:ext uri="{FF2B5EF4-FFF2-40B4-BE49-F238E27FC236}">
                <a16:creationId xmlns:a16="http://schemas.microsoft.com/office/drawing/2014/main" id="{8874B8FC-5F3C-4A50-8786-F499D45DFEBB}"/>
              </a:ext>
            </a:extLst>
          </p:cNvPr>
          <p:cNvSpPr>
            <a:spLocks xmlns:a="http://schemas.openxmlformats.org/drawingml/2006/main" noGrp="1"/>
          </p:cNvSpPr>
          <p:nvPr/>
        </p:nvSpPr>
        <p:spPr>
          <a:xfrm xmlns:a="http://schemas.openxmlformats.org/drawingml/2006/main">
            <a:off x="1752600" y="2456974"/>
            <a:ext cx="2209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77" name="dp45-comparison / n74">
            <a:extLst xmlns:a="http://schemas.openxmlformats.org/drawingml/2006/main">
              <a:ext uri="{FF2B5EF4-FFF2-40B4-BE49-F238E27FC236}">
                <a16:creationId xmlns:a16="http://schemas.microsoft.com/office/drawing/2014/main" id="{4A75F18E-B7FE-444F-9D9C-D9C432B4BBCD}"/>
              </a:ext>
            </a:extLst>
          </p:cNvPr>
          <p:cNvSpPr>
            <a:spLocks xmlns:a="http://schemas.openxmlformats.org/drawingml/2006/main" noGrp="1"/>
          </p:cNvSpPr>
          <p:nvPr/>
        </p:nvSpPr>
        <p:spPr>
          <a:xfrm xmlns:a="http://schemas.openxmlformats.org/drawingml/2006/main">
            <a:off x="4572000" y="2409825"/>
            <a:ext cx="22383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5-comparison / n75 / text 1">
            <a:extLst xmlns:a="http://schemas.openxmlformats.org/drawingml/2006/main">
              <a:ext uri="{FF2B5EF4-FFF2-40B4-BE49-F238E27FC236}">
                <a16:creationId xmlns:a16="http://schemas.microsoft.com/office/drawing/2014/main" id="{A228D575-71FD-4D29-9721-376F82E7033C}"/>
              </a:ext>
            </a:extLst>
          </p:cNvPr>
          <p:cNvSpPr>
            <a:spLocks xmlns:a="http://schemas.openxmlformats.org/drawingml/2006/main" noGrp="1"/>
          </p:cNvSpPr>
          <p:nvPr/>
        </p:nvSpPr>
        <p:spPr>
          <a:xfrm xmlns:a="http://schemas.openxmlformats.org/drawingml/2006/main">
            <a:off x="4657725" y="2456974"/>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Manager</a:t>
            </a:r>
          </a:p>
        </p:txBody>
      </p:sp>
      <p:sp>
        <p:nvSpPr>
          <p:cNvPr id="79" name="dp45-comparison / n76">
            <a:extLst xmlns:a="http://schemas.openxmlformats.org/drawingml/2006/main">
              <a:ext uri="{FF2B5EF4-FFF2-40B4-BE49-F238E27FC236}">
                <a16:creationId xmlns:a16="http://schemas.microsoft.com/office/drawing/2014/main" id="{612343D3-7101-4688-B70A-2B12DF4613BB}"/>
              </a:ext>
            </a:extLst>
          </p:cNvPr>
          <p:cNvSpPr>
            <a:spLocks xmlns:a="http://schemas.openxmlformats.org/drawingml/2006/main" noGrp="1"/>
          </p:cNvSpPr>
          <p:nvPr/>
        </p:nvSpPr>
        <p:spPr>
          <a:xfrm xmlns:a="http://schemas.openxmlformats.org/drawingml/2006/main">
            <a:off x="7096125" y="2409825"/>
            <a:ext cx="2190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0" name="dp45-comparison / n77 / text 1">
            <a:extLst xmlns:a="http://schemas.openxmlformats.org/drawingml/2006/main">
              <a:ext uri="{FF2B5EF4-FFF2-40B4-BE49-F238E27FC236}">
                <a16:creationId xmlns:a16="http://schemas.microsoft.com/office/drawing/2014/main" id="{B8B24EE8-EBD8-4618-95F1-3293B91E55A9}"/>
              </a:ext>
            </a:extLst>
          </p:cNvPr>
          <p:cNvSpPr>
            <a:spLocks xmlns:a="http://schemas.openxmlformats.org/drawingml/2006/main" noGrp="1"/>
          </p:cNvSpPr>
          <p:nvPr/>
        </p:nvSpPr>
        <p:spPr>
          <a:xfrm xmlns:a="http://schemas.openxmlformats.org/drawingml/2006/main">
            <a:off x="7181850" y="2450783"/>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81" name="dp45-comparison / n88">
            <a:extLst xmlns:a="http://schemas.openxmlformats.org/drawingml/2006/main">
              <a:ext uri="{FF2B5EF4-FFF2-40B4-BE49-F238E27FC236}">
                <a16:creationId xmlns:a16="http://schemas.microsoft.com/office/drawing/2014/main" id="{4A365C3F-2160-4AF6-BE4E-E2152218A5BE}"/>
              </a:ext>
            </a:extLst>
          </p:cNvPr>
          <p:cNvSpPr>
            <a:spLocks xmlns:a="http://schemas.openxmlformats.org/drawingml/2006/main" noGrp="1"/>
          </p:cNvSpPr>
          <p:nvPr/>
        </p:nvSpPr>
        <p:spPr>
          <a:xfrm xmlns:a="http://schemas.openxmlformats.org/drawingml/2006/main">
            <a:off x="1571625" y="3276600"/>
            <a:ext cx="7715250" cy="27051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2" name="dp45-comparison / n89 / text 1">
            <a:extLst xmlns:a="http://schemas.openxmlformats.org/drawingml/2006/main">
              <a:ext uri="{FF2B5EF4-FFF2-40B4-BE49-F238E27FC236}">
                <a16:creationId xmlns:a16="http://schemas.microsoft.com/office/drawing/2014/main" id="{C80B5BD6-4658-4F01-B17D-94F386EF3110}"/>
              </a:ext>
            </a:extLst>
          </p:cNvPr>
          <p:cNvSpPr>
            <a:spLocks xmlns:a="http://schemas.openxmlformats.org/drawingml/2006/main" noGrp="1"/>
          </p:cNvSpPr>
          <p:nvPr/>
        </p:nvSpPr>
        <p:spPr>
          <a:xfrm xmlns:a="http://schemas.openxmlformats.org/drawingml/2006/main">
            <a:off x="1695450" y="337185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Context Manager</a:t>
            </a:r>
          </a:p>
        </p:txBody>
      </p:sp>
      <p:sp>
        <p:nvSpPr>
          <p:cNvPr id="83" name="dp45-comparison / n90">
            <a:extLst xmlns:a="http://schemas.openxmlformats.org/drawingml/2006/main">
              <a:ext uri="{FF2B5EF4-FFF2-40B4-BE49-F238E27FC236}">
                <a16:creationId xmlns:a16="http://schemas.microsoft.com/office/drawing/2014/main" id="{D47DE24A-F7CC-42CC-B817-A2896B05AAD4}"/>
              </a:ext>
            </a:extLst>
          </p:cNvPr>
          <p:cNvSpPr>
            <a:spLocks xmlns:a="http://schemas.openxmlformats.org/drawingml/2006/main" noGrp="1"/>
          </p:cNvSpPr>
          <p:nvPr/>
        </p:nvSpPr>
        <p:spPr>
          <a:xfrm xmlns:a="http://schemas.openxmlformats.org/drawingml/2006/main">
            <a:off x="1857375" y="3752850"/>
            <a:ext cx="2571750"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84" name="dp45-comparison / n91 / text 1">
            <a:extLst xmlns:a="http://schemas.openxmlformats.org/drawingml/2006/main">
              <a:ext uri="{FF2B5EF4-FFF2-40B4-BE49-F238E27FC236}">
                <a16:creationId xmlns:a16="http://schemas.microsoft.com/office/drawing/2014/main" id="{145CA39C-34E6-47CE-B151-077A4D7CC2FE}"/>
              </a:ext>
            </a:extLst>
          </p:cNvPr>
          <p:cNvSpPr>
            <a:spLocks xmlns:a="http://schemas.openxmlformats.org/drawingml/2006/main" noGrp="1"/>
          </p:cNvSpPr>
          <p:nvPr/>
        </p:nvSpPr>
        <p:spPr>
          <a:xfrm xmlns:a="http://schemas.openxmlformats.org/drawingml/2006/main">
            <a:off x="1943100" y="3816191"/>
            <a:ext cx="24003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Context Composer</a:t>
            </a:r>
          </a:p>
        </p:txBody>
      </p:sp>
      <p:sp>
        <p:nvSpPr>
          <p:cNvPr id="85" name="dp45-comparison / n92">
            <a:extLst xmlns:a="http://schemas.openxmlformats.org/drawingml/2006/main">
              <a:ext uri="{FF2B5EF4-FFF2-40B4-BE49-F238E27FC236}">
                <a16:creationId xmlns:a16="http://schemas.microsoft.com/office/drawing/2014/main" id="{E0901717-8C10-4071-96A9-37D2653448D4}"/>
              </a:ext>
            </a:extLst>
          </p:cNvPr>
          <p:cNvSpPr>
            <a:spLocks xmlns:a="http://schemas.openxmlformats.org/drawingml/2006/main" noGrp="1"/>
          </p:cNvSpPr>
          <p:nvPr/>
        </p:nvSpPr>
        <p:spPr>
          <a:xfrm xmlns:a="http://schemas.openxmlformats.org/drawingml/2006/main">
            <a:off x="1857375" y="5191125"/>
            <a:ext cx="2571750" cy="38100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6" name="dp45-comparison / n93 / text 1">
            <a:extLst xmlns:a="http://schemas.openxmlformats.org/drawingml/2006/main">
              <a:ext uri="{FF2B5EF4-FFF2-40B4-BE49-F238E27FC236}">
                <a16:creationId xmlns:a16="http://schemas.microsoft.com/office/drawing/2014/main" id="{2992FF07-2F49-428C-8E9F-14543639A7D6}"/>
              </a:ext>
            </a:extLst>
          </p:cNvPr>
          <p:cNvSpPr>
            <a:spLocks xmlns:a="http://schemas.openxmlformats.org/drawingml/2006/main" noGrp="1"/>
          </p:cNvSpPr>
          <p:nvPr/>
        </p:nvSpPr>
        <p:spPr>
          <a:xfrm xmlns:a="http://schemas.openxmlformats.org/drawingml/2006/main">
            <a:off x="1943100" y="5284470"/>
            <a:ext cx="2400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Source View Cache</a:t>
            </a:r>
          </a:p>
        </p:txBody>
      </p:sp>
      <p:sp>
        <p:nvSpPr>
          <p:cNvPr id="87" name="dp45-comparison / n94">
            <a:extLst xmlns:a="http://schemas.openxmlformats.org/drawingml/2006/main">
              <a:ext uri="{FF2B5EF4-FFF2-40B4-BE49-F238E27FC236}">
                <a16:creationId xmlns:a16="http://schemas.microsoft.com/office/drawing/2014/main" id="{E50AD875-540F-4D11-8CF4-7A5C3CFD617A}"/>
              </a:ext>
            </a:extLst>
          </p:cNvPr>
          <p:cNvSpPr>
            <a:spLocks xmlns:a="http://schemas.openxmlformats.org/drawingml/2006/main" noGrp="1"/>
          </p:cNvSpPr>
          <p:nvPr/>
        </p:nvSpPr>
        <p:spPr>
          <a:xfrm xmlns:a="http://schemas.openxmlformats.org/drawingml/2006/main">
            <a:off x="5953125" y="5191125"/>
            <a:ext cx="2952750" cy="38100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88" name="dp45-comparison / n95 / text 1">
            <a:extLst xmlns:a="http://schemas.openxmlformats.org/drawingml/2006/main">
              <a:ext uri="{FF2B5EF4-FFF2-40B4-BE49-F238E27FC236}">
                <a16:creationId xmlns:a16="http://schemas.microsoft.com/office/drawing/2014/main" id="{1EBF9125-3398-45E8-920D-AED6A28ECEBC}"/>
              </a:ext>
            </a:extLst>
          </p:cNvPr>
          <p:cNvSpPr>
            <a:spLocks xmlns:a="http://schemas.openxmlformats.org/drawingml/2006/main" noGrp="1"/>
          </p:cNvSpPr>
          <p:nvPr/>
        </p:nvSpPr>
        <p:spPr>
          <a:xfrm xmlns:a="http://schemas.openxmlformats.org/drawingml/2006/main">
            <a:off x="6038850" y="5284470"/>
            <a:ext cx="2781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Request Evidence Set</a:t>
            </a:r>
          </a:p>
        </p:txBody>
      </p:sp>
      <p:sp>
        <p:nvSpPr>
          <p:cNvPr id="89" name="dp45-comparison / n96 / path">
            <a:extLst xmlns:a="http://schemas.openxmlformats.org/drawingml/2006/main">
              <a:ext uri="{FF2B5EF4-FFF2-40B4-BE49-F238E27FC236}">
                <a16:creationId xmlns:a16="http://schemas.microsoft.com/office/drawing/2014/main" id="{BEE4D3E0-D514-4638-AFAA-ACFB3F0E033F}"/>
              </a:ext>
            </a:extLst>
          </p:cNvPr>
          <p:cNvSpPr>
            <a:spLocks xmlns:a="http://schemas.openxmlformats.org/drawingml/2006/main" noGrp="1"/>
          </p:cNvSpPr>
          <p:nvPr/>
        </p:nvSpPr>
        <p:spPr>
          <a:xfrm xmlns:a="http://schemas.openxmlformats.org/drawingml/2006/main">
            <a:off x="3905250" y="2714625"/>
            <a:ext cx="2762250" cy="1038225"/>
          </a:xfrm>
          <a:custGeom xmlns:a="http://schemas.openxmlformats.org/drawingml/2006/main">
            <a:pathLst>
              <a:path w="2762250" h="1038225">
                <a:moveTo>
                  <a:pt x="0" y="1038225"/>
                </a:moveTo>
                <a:lnTo>
                  <a:pt x="0" y="419100"/>
                </a:lnTo>
                <a:lnTo>
                  <a:pt x="2762250" y="419100"/>
                </a:lnTo>
                <a:lnTo>
                  <a:pt x="2762250" y="0"/>
                </a:lnTo>
              </a:path>
            </a:pathLst>
          </a:custGeom>
          <a:noFill xmlns:a="http://schemas.openxmlformats.org/drawingml/2006/main"/>
          <a:ln xmlns:a="http://schemas.openxmlformats.org/drawingml/2006/main" w="10478">
            <a:solidFill>
              <a:srgbClr val="000000"/>
            </a:solidFill>
            <a:prstDash val="solid"/>
          </a:ln>
        </p:spPr>
      </p:sp>
      <p:sp>
        <p:nvSpPr>
          <p:cNvPr id="90" name="dp45-comparison / n96 / arrow">
            <a:extLst xmlns:a="http://schemas.openxmlformats.org/drawingml/2006/main">
              <a:ext uri="{FF2B5EF4-FFF2-40B4-BE49-F238E27FC236}">
                <a16:creationId xmlns:a16="http://schemas.microsoft.com/office/drawing/2014/main" id="{29652BBB-CB57-40F9-BC3C-C5E752CF5FE2}"/>
              </a:ext>
            </a:extLst>
          </p:cNvPr>
          <p:cNvSpPr>
            <a:spLocks xmlns:a="http://schemas.openxmlformats.org/drawingml/2006/main" noGrp="1"/>
          </p:cNvSpPr>
          <p:nvPr/>
        </p:nvSpPr>
        <p:spPr>
          <a:xfrm xmlns:a="http://schemas.openxmlformats.org/drawingml/2006/main">
            <a:off x="6633972"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91" name="dp45-comparison / n97 / path">
            <a:extLst xmlns:a="http://schemas.openxmlformats.org/drawingml/2006/main">
              <a:ext uri="{FF2B5EF4-FFF2-40B4-BE49-F238E27FC236}">
                <a16:creationId xmlns:a16="http://schemas.microsoft.com/office/drawing/2014/main" id="{C2FE2337-4160-47D3-89A1-B68E35C614D2}"/>
              </a:ext>
            </a:extLst>
          </p:cNvPr>
          <p:cNvSpPr>
            <a:spLocks xmlns:a="http://schemas.openxmlformats.org/drawingml/2006/main" noGrp="1"/>
          </p:cNvSpPr>
          <p:nvPr/>
        </p:nvSpPr>
        <p:spPr>
          <a:xfrm xmlns:a="http://schemas.openxmlformats.org/drawingml/2006/main">
            <a:off x="3943350" y="2714625"/>
            <a:ext cx="2762250" cy="1038225"/>
          </a:xfrm>
          <a:custGeom xmlns:a="http://schemas.openxmlformats.org/drawingml/2006/main">
            <a:pathLst>
              <a:path w="2762250" h="1038225">
                <a:moveTo>
                  <a:pt x="2762250" y="0"/>
                </a:moveTo>
                <a:lnTo>
                  <a:pt x="2762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92" name="dp45-comparison / n97 / arrow">
            <a:extLst xmlns:a="http://schemas.openxmlformats.org/drawingml/2006/main">
              <a:ext uri="{FF2B5EF4-FFF2-40B4-BE49-F238E27FC236}">
                <a16:creationId xmlns:a16="http://schemas.microsoft.com/office/drawing/2014/main" id="{1C88ECB5-8864-42C9-B03A-9075298C92B9}"/>
              </a:ext>
            </a:extLst>
          </p:cNvPr>
          <p:cNvSpPr>
            <a:spLocks xmlns:a="http://schemas.openxmlformats.org/drawingml/2006/main" noGrp="1"/>
          </p:cNvSpPr>
          <p:nvPr/>
        </p:nvSpPr>
        <p:spPr>
          <a:xfrm xmlns:a="http://schemas.openxmlformats.org/drawingml/2006/main">
            <a:off x="3909822"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3" name="dp45-comparison / n98 / path">
            <a:extLst xmlns:a="http://schemas.openxmlformats.org/drawingml/2006/main">
              <a:ext uri="{FF2B5EF4-FFF2-40B4-BE49-F238E27FC236}">
                <a16:creationId xmlns:a16="http://schemas.microsoft.com/office/drawing/2014/main" id="{AB73D85A-0F79-4B1F-9B8D-EC200C9F9D10}"/>
              </a:ext>
            </a:extLst>
          </p:cNvPr>
          <p:cNvSpPr>
            <a:spLocks xmlns:a="http://schemas.openxmlformats.org/drawingml/2006/main" noGrp="1"/>
          </p:cNvSpPr>
          <p:nvPr/>
        </p:nvSpPr>
        <p:spPr>
          <a:xfrm xmlns:a="http://schemas.openxmlformats.org/drawingml/2006/main">
            <a:off x="4143375" y="2714625"/>
            <a:ext cx="5048250" cy="1038225"/>
          </a:xfrm>
          <a:custGeom xmlns:a="http://schemas.openxmlformats.org/drawingml/2006/main">
            <a:pathLst>
              <a:path w="5048250" h="1038225">
                <a:moveTo>
                  <a:pt x="0" y="1038225"/>
                </a:moveTo>
                <a:lnTo>
                  <a:pt x="0" y="419100"/>
                </a:lnTo>
                <a:lnTo>
                  <a:pt x="5048250" y="419100"/>
                </a:lnTo>
                <a:lnTo>
                  <a:pt x="5048250" y="0"/>
                </a:lnTo>
              </a:path>
            </a:pathLst>
          </a:custGeom>
          <a:noFill xmlns:a="http://schemas.openxmlformats.org/drawingml/2006/main"/>
          <a:ln xmlns:a="http://schemas.openxmlformats.org/drawingml/2006/main" w="10478">
            <a:solidFill>
              <a:srgbClr val="000000"/>
            </a:solidFill>
            <a:prstDash val="solid"/>
          </a:ln>
        </p:spPr>
      </p:sp>
      <p:sp>
        <p:nvSpPr>
          <p:cNvPr id="94" name="dp45-comparison / n98 / arrow">
            <a:extLst xmlns:a="http://schemas.openxmlformats.org/drawingml/2006/main">
              <a:ext uri="{FF2B5EF4-FFF2-40B4-BE49-F238E27FC236}">
                <a16:creationId xmlns:a16="http://schemas.microsoft.com/office/drawing/2014/main" id="{4E26F39E-F417-4D5C-8B14-96D0D1FD784D}"/>
              </a:ext>
            </a:extLst>
          </p:cNvPr>
          <p:cNvSpPr>
            <a:spLocks xmlns:a="http://schemas.openxmlformats.org/drawingml/2006/main" noGrp="1"/>
          </p:cNvSpPr>
          <p:nvPr/>
        </p:nvSpPr>
        <p:spPr>
          <a:xfrm xmlns:a="http://schemas.openxmlformats.org/drawingml/2006/main">
            <a:off x="9158097"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95" name="dp45-comparison / n99 / path">
            <a:extLst xmlns:a="http://schemas.openxmlformats.org/drawingml/2006/main">
              <a:ext uri="{FF2B5EF4-FFF2-40B4-BE49-F238E27FC236}">
                <a16:creationId xmlns:a16="http://schemas.microsoft.com/office/drawing/2014/main" id="{FF544C80-C870-47F8-A7FF-A225026BCFBD}"/>
              </a:ext>
            </a:extLst>
          </p:cNvPr>
          <p:cNvSpPr>
            <a:spLocks xmlns:a="http://schemas.openxmlformats.org/drawingml/2006/main" noGrp="1"/>
          </p:cNvSpPr>
          <p:nvPr/>
        </p:nvSpPr>
        <p:spPr>
          <a:xfrm xmlns:a="http://schemas.openxmlformats.org/drawingml/2006/main">
            <a:off x="4181475" y="2714625"/>
            <a:ext cx="5048250" cy="1038225"/>
          </a:xfrm>
          <a:custGeom xmlns:a="http://schemas.openxmlformats.org/drawingml/2006/main">
            <a:pathLst>
              <a:path w="5048250" h="1038225">
                <a:moveTo>
                  <a:pt x="5048250" y="0"/>
                </a:moveTo>
                <a:lnTo>
                  <a:pt x="5048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96" name="dp45-comparison / n99 / arrow">
            <a:extLst xmlns:a="http://schemas.openxmlformats.org/drawingml/2006/main">
              <a:ext uri="{FF2B5EF4-FFF2-40B4-BE49-F238E27FC236}">
                <a16:creationId xmlns:a16="http://schemas.microsoft.com/office/drawing/2014/main" id="{CCD56D8B-F25F-42B8-ACD6-E328D3A8D8DB}"/>
              </a:ext>
            </a:extLst>
          </p:cNvPr>
          <p:cNvSpPr>
            <a:spLocks xmlns:a="http://schemas.openxmlformats.org/drawingml/2006/main" noGrp="1"/>
          </p:cNvSpPr>
          <p:nvPr/>
        </p:nvSpPr>
        <p:spPr>
          <a:xfrm xmlns:a="http://schemas.openxmlformats.org/drawingml/2006/main">
            <a:off x="4147947"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7" name="dp45-comparison / n102 / path">
            <a:extLst xmlns:a="http://schemas.openxmlformats.org/drawingml/2006/main">
              <a:ext uri="{FF2B5EF4-FFF2-40B4-BE49-F238E27FC236}">
                <a16:creationId xmlns:a16="http://schemas.microsoft.com/office/drawing/2014/main" id="{B36C96F8-82A1-47A8-876B-CA8CF0E3CE7A}"/>
              </a:ext>
            </a:extLst>
          </p:cNvPr>
          <p:cNvSpPr>
            <a:spLocks xmlns:a="http://schemas.openxmlformats.org/drawingml/2006/main" noGrp="1"/>
          </p:cNvSpPr>
          <p:nvPr/>
        </p:nvSpPr>
        <p:spPr>
          <a:xfrm xmlns:a="http://schemas.openxmlformats.org/drawingml/2006/main">
            <a:off x="2905125" y="4114800"/>
            <a:ext cx="953" cy="1076325"/>
          </a:xfrm>
          <a:custGeom xmlns:a="http://schemas.openxmlformats.org/drawingml/2006/main">
            <a:pathLst>
              <a:path w="953" h="1076325">
                <a:moveTo>
                  <a:pt x="0" y="0"/>
                </a:moveTo>
                <a:lnTo>
                  <a:pt x="0" y="1076325"/>
                </a:lnTo>
              </a:path>
            </a:pathLst>
          </a:custGeom>
          <a:noFill xmlns:a="http://schemas.openxmlformats.org/drawingml/2006/main"/>
          <a:ln xmlns:a="http://schemas.openxmlformats.org/drawingml/2006/main" w="10478">
            <a:solidFill>
              <a:srgbClr val="000000"/>
            </a:solidFill>
            <a:prstDash val="solid"/>
          </a:ln>
        </p:spPr>
      </p:sp>
      <p:sp>
        <p:nvSpPr>
          <p:cNvPr id="98" name="dp45-comparison / n102 / arrow">
            <a:extLst xmlns:a="http://schemas.openxmlformats.org/drawingml/2006/main">
              <a:ext uri="{FF2B5EF4-FFF2-40B4-BE49-F238E27FC236}">
                <a16:creationId xmlns:a16="http://schemas.microsoft.com/office/drawing/2014/main" id="{04EFF134-7B0F-46D9-8B19-DC8F8E85718B}"/>
              </a:ext>
            </a:extLst>
          </p:cNvPr>
          <p:cNvSpPr>
            <a:spLocks xmlns:a="http://schemas.openxmlformats.org/drawingml/2006/main" noGrp="1"/>
          </p:cNvSpPr>
          <p:nvPr/>
        </p:nvSpPr>
        <p:spPr>
          <a:xfrm xmlns:a="http://schemas.openxmlformats.org/drawingml/2006/main">
            <a:off x="2871597" y="51240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9" name="dp45-comparison / n103 / path">
            <a:extLst xmlns:a="http://schemas.openxmlformats.org/drawingml/2006/main">
              <a:ext uri="{FF2B5EF4-FFF2-40B4-BE49-F238E27FC236}">
                <a16:creationId xmlns:a16="http://schemas.microsoft.com/office/drawing/2014/main" id="{C1F05486-A2C7-4E05-B11E-D67827A380E3}"/>
              </a:ext>
            </a:extLst>
          </p:cNvPr>
          <p:cNvSpPr>
            <a:spLocks xmlns:a="http://schemas.openxmlformats.org/drawingml/2006/main" noGrp="1"/>
          </p:cNvSpPr>
          <p:nvPr/>
        </p:nvSpPr>
        <p:spPr>
          <a:xfrm xmlns:a="http://schemas.openxmlformats.org/drawingml/2006/main">
            <a:off x="3381375" y="4114800"/>
            <a:ext cx="953" cy="1076325"/>
          </a:xfrm>
          <a:custGeom xmlns:a="http://schemas.openxmlformats.org/drawingml/2006/main">
            <a:pathLst>
              <a:path w="953" h="1076325">
                <a:moveTo>
                  <a:pt x="0" y="1076325"/>
                </a:moveTo>
                <a:lnTo>
                  <a:pt x="0" y="0"/>
                </a:lnTo>
              </a:path>
            </a:pathLst>
          </a:custGeom>
          <a:noFill xmlns:a="http://schemas.openxmlformats.org/drawingml/2006/main"/>
          <a:ln xmlns:a="http://schemas.openxmlformats.org/drawingml/2006/main" w="10478">
            <a:solidFill>
              <a:srgbClr val="000000"/>
            </a:solidFill>
            <a:prstDash val="dash"/>
          </a:ln>
        </p:spPr>
      </p:sp>
      <p:sp>
        <p:nvSpPr>
          <p:cNvPr id="100" name="dp45-comparison / n103 / arrow">
            <a:extLst xmlns:a="http://schemas.openxmlformats.org/drawingml/2006/main">
              <a:ext uri="{FF2B5EF4-FFF2-40B4-BE49-F238E27FC236}">
                <a16:creationId xmlns:a16="http://schemas.microsoft.com/office/drawing/2014/main" id="{5545C1A0-094A-49FC-AE3B-6B9F7D0536F7}"/>
              </a:ext>
            </a:extLst>
          </p:cNvPr>
          <p:cNvSpPr>
            <a:spLocks xmlns:a="http://schemas.openxmlformats.org/drawingml/2006/main" noGrp="1"/>
          </p:cNvSpPr>
          <p:nvPr/>
        </p:nvSpPr>
        <p:spPr>
          <a:xfrm xmlns:a="http://schemas.openxmlformats.org/drawingml/2006/main">
            <a:off x="3347847" y="41148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01" name="dp45-comparison / n108 / path">
            <a:extLst xmlns:a="http://schemas.openxmlformats.org/drawingml/2006/main">
              <a:ext uri="{FF2B5EF4-FFF2-40B4-BE49-F238E27FC236}">
                <a16:creationId xmlns:a16="http://schemas.microsoft.com/office/drawing/2014/main" id="{4B6D27A6-114B-4D5D-B017-5D772D060221}"/>
              </a:ext>
            </a:extLst>
          </p:cNvPr>
          <p:cNvSpPr>
            <a:spLocks xmlns:a="http://schemas.openxmlformats.org/drawingml/2006/main" noGrp="1"/>
          </p:cNvSpPr>
          <p:nvPr/>
        </p:nvSpPr>
        <p:spPr>
          <a:xfrm xmlns:a="http://schemas.openxmlformats.org/drawingml/2006/main">
            <a:off x="4429125" y="3933825"/>
            <a:ext cx="3000375" cy="1257300"/>
          </a:xfrm>
          <a:custGeom xmlns:a="http://schemas.openxmlformats.org/drawingml/2006/main">
            <a:pathLst>
              <a:path w="3000375" h="1257300">
                <a:moveTo>
                  <a:pt x="0" y="0"/>
                </a:moveTo>
                <a:lnTo>
                  <a:pt x="381000" y="0"/>
                </a:lnTo>
                <a:lnTo>
                  <a:pt x="381000" y="1181100"/>
                </a:lnTo>
                <a:lnTo>
                  <a:pt x="3000375" y="1181100"/>
                </a:lnTo>
                <a:lnTo>
                  <a:pt x="3000375" y="1257300"/>
                </a:lnTo>
              </a:path>
            </a:pathLst>
          </a:custGeom>
          <a:noFill xmlns:a="http://schemas.openxmlformats.org/drawingml/2006/main"/>
          <a:ln xmlns:a="http://schemas.openxmlformats.org/drawingml/2006/main" w="10478">
            <a:solidFill>
              <a:srgbClr val="B8753F"/>
            </a:solidFill>
            <a:prstDash val="solid"/>
          </a:ln>
        </p:spPr>
      </p:sp>
      <p:sp>
        <p:nvSpPr>
          <p:cNvPr id="102" name="dp45-comparison / n108 / arrow">
            <a:extLst xmlns:a="http://schemas.openxmlformats.org/drawingml/2006/main">
              <a:ext uri="{FF2B5EF4-FFF2-40B4-BE49-F238E27FC236}">
                <a16:creationId xmlns:a16="http://schemas.microsoft.com/office/drawing/2014/main" id="{3E738A8A-B8C1-47B6-8B6A-240E7BFC4A43}"/>
              </a:ext>
            </a:extLst>
          </p:cNvPr>
          <p:cNvSpPr>
            <a:spLocks xmlns:a="http://schemas.openxmlformats.org/drawingml/2006/main" noGrp="1"/>
          </p:cNvSpPr>
          <p:nvPr/>
        </p:nvSpPr>
        <p:spPr>
          <a:xfrm xmlns:a="http://schemas.openxmlformats.org/drawingml/2006/main">
            <a:off x="7395972" y="51240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03" name="dp45-comparison / n109 / path">
            <a:extLst xmlns:a="http://schemas.openxmlformats.org/drawingml/2006/main">
              <a:ext uri="{FF2B5EF4-FFF2-40B4-BE49-F238E27FC236}">
                <a16:creationId xmlns:a16="http://schemas.microsoft.com/office/drawing/2014/main" id="{8AC68A4B-C748-4198-9B3E-F61088CB3FC5}"/>
              </a:ext>
            </a:extLst>
          </p:cNvPr>
          <p:cNvSpPr>
            <a:spLocks xmlns:a="http://schemas.openxmlformats.org/drawingml/2006/main" noGrp="1"/>
          </p:cNvSpPr>
          <p:nvPr/>
        </p:nvSpPr>
        <p:spPr>
          <a:xfrm xmlns:a="http://schemas.openxmlformats.org/drawingml/2006/main">
            <a:off x="4429125" y="4029075"/>
            <a:ext cx="3143250" cy="1162050"/>
          </a:xfrm>
          <a:custGeom xmlns:a="http://schemas.openxmlformats.org/drawingml/2006/main">
            <a:pathLst>
              <a:path w="3143250" h="1162050">
                <a:moveTo>
                  <a:pt x="3143250" y="1162050"/>
                </a:moveTo>
                <a:lnTo>
                  <a:pt x="3143250" y="1038225"/>
                </a:lnTo>
                <a:lnTo>
                  <a:pt x="476250" y="1038225"/>
                </a:lnTo>
                <a:lnTo>
                  <a:pt x="476250" y="0"/>
                </a:lnTo>
                <a:lnTo>
                  <a:pt x="0" y="0"/>
                </a:lnTo>
              </a:path>
            </a:pathLst>
          </a:custGeom>
          <a:noFill xmlns:a="http://schemas.openxmlformats.org/drawingml/2006/main"/>
          <a:ln xmlns:a="http://schemas.openxmlformats.org/drawingml/2006/main" w="10478">
            <a:solidFill>
              <a:srgbClr val="B8753F"/>
            </a:solidFill>
            <a:prstDash val="dash"/>
          </a:ln>
        </p:spPr>
      </p:sp>
      <p:sp>
        <p:nvSpPr>
          <p:cNvPr id="104" name="dp45-comparison / n109 / arrow">
            <a:extLst xmlns:a="http://schemas.openxmlformats.org/drawingml/2006/main">
              <a:ext uri="{FF2B5EF4-FFF2-40B4-BE49-F238E27FC236}">
                <a16:creationId xmlns:a16="http://schemas.microsoft.com/office/drawing/2014/main" id="{6B498953-804C-4560-B78D-2BBC035C4A1E}"/>
              </a:ext>
            </a:extLst>
          </p:cNvPr>
          <p:cNvSpPr>
            <a:spLocks xmlns:a="http://schemas.openxmlformats.org/drawingml/2006/main" noGrp="1"/>
          </p:cNvSpPr>
          <p:nvPr/>
        </p:nvSpPr>
        <p:spPr>
          <a:xfrm xmlns:a="http://schemas.openxmlformats.org/drawingml/2006/main">
            <a:off x="4429125" y="39955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105" name="dp45-comparison / n116 / path">
            <a:extLst xmlns:a="http://schemas.openxmlformats.org/drawingml/2006/main">
              <a:ext uri="{FF2B5EF4-FFF2-40B4-BE49-F238E27FC236}">
                <a16:creationId xmlns:a16="http://schemas.microsoft.com/office/drawing/2014/main" id="{07C0E4FD-2F7E-4055-9136-A0DAF20480D7}"/>
              </a:ext>
            </a:extLst>
          </p:cNvPr>
          <p:cNvSpPr>
            <a:spLocks xmlns:a="http://schemas.openxmlformats.org/drawingml/2006/main" noGrp="1"/>
          </p:cNvSpPr>
          <p:nvPr/>
        </p:nvSpPr>
        <p:spPr>
          <a:xfrm xmlns:a="http://schemas.openxmlformats.org/drawingml/2006/main">
            <a:off x="1447800" y="2562225"/>
            <a:ext cx="409575" cy="1371600"/>
          </a:xfrm>
          <a:custGeom xmlns:a="http://schemas.openxmlformats.org/drawingml/2006/main">
            <a:pathLst>
              <a:path w="409575" h="1371600">
                <a:moveTo>
                  <a:pt x="219075" y="0"/>
                </a:moveTo>
                <a:lnTo>
                  <a:pt x="0" y="0"/>
                </a:lnTo>
                <a:lnTo>
                  <a:pt x="0" y="1371600"/>
                </a:lnTo>
                <a:lnTo>
                  <a:pt x="409575" y="1371600"/>
                </a:lnTo>
              </a:path>
            </a:pathLst>
          </a:custGeom>
          <a:noFill xmlns:a="http://schemas.openxmlformats.org/drawingml/2006/main"/>
          <a:ln xmlns:a="http://schemas.openxmlformats.org/drawingml/2006/main" w="10478">
            <a:solidFill>
              <a:srgbClr val="B8753F"/>
            </a:solidFill>
            <a:prstDash val="solid"/>
          </a:ln>
        </p:spPr>
      </p:sp>
      <p:sp>
        <p:nvSpPr>
          <p:cNvPr id="106" name="dp45-comparison / n116 / arrow">
            <a:extLst xmlns:a="http://schemas.openxmlformats.org/drawingml/2006/main">
              <a:ext uri="{FF2B5EF4-FFF2-40B4-BE49-F238E27FC236}">
                <a16:creationId xmlns:a16="http://schemas.microsoft.com/office/drawing/2014/main" id="{ACFB1F95-BA59-4E2C-A464-3054483DCE89}"/>
              </a:ext>
            </a:extLst>
          </p:cNvPr>
          <p:cNvSpPr>
            <a:spLocks xmlns:a="http://schemas.openxmlformats.org/drawingml/2006/main" noGrp="1"/>
          </p:cNvSpPr>
          <p:nvPr/>
        </p:nvSpPr>
        <p:spPr>
          <a:xfrm xmlns:a="http://schemas.openxmlformats.org/drawingml/2006/main">
            <a:off x="1790319" y="39002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07" name="dp45-comparison / n117 / path">
            <a:extLst xmlns:a="http://schemas.openxmlformats.org/drawingml/2006/main">
              <a:ext uri="{FF2B5EF4-FFF2-40B4-BE49-F238E27FC236}">
                <a16:creationId xmlns:a16="http://schemas.microsoft.com/office/drawing/2014/main" id="{7E877BCF-1217-4C06-9EDC-36C8C0A2BB84}"/>
              </a:ext>
            </a:extLst>
          </p:cNvPr>
          <p:cNvSpPr>
            <a:spLocks xmlns:a="http://schemas.openxmlformats.org/drawingml/2006/main" noGrp="1"/>
          </p:cNvSpPr>
          <p:nvPr/>
        </p:nvSpPr>
        <p:spPr>
          <a:xfrm xmlns:a="http://schemas.openxmlformats.org/drawingml/2006/main">
            <a:off x="1524000" y="2638425"/>
            <a:ext cx="333375" cy="1381125"/>
          </a:xfrm>
          <a:custGeom xmlns:a="http://schemas.openxmlformats.org/drawingml/2006/main">
            <a:pathLst>
              <a:path w="333375" h="1381125">
                <a:moveTo>
                  <a:pt x="333375" y="1381125"/>
                </a:moveTo>
                <a:lnTo>
                  <a:pt x="0" y="1381125"/>
                </a:lnTo>
                <a:lnTo>
                  <a:pt x="0" y="0"/>
                </a:lnTo>
                <a:lnTo>
                  <a:pt x="142875" y="0"/>
                </a:lnTo>
              </a:path>
            </a:pathLst>
          </a:custGeom>
          <a:noFill xmlns:a="http://schemas.openxmlformats.org/drawingml/2006/main"/>
          <a:ln xmlns:a="http://schemas.openxmlformats.org/drawingml/2006/main" w="10478">
            <a:solidFill>
              <a:srgbClr val="B8753F"/>
            </a:solidFill>
            <a:prstDash val="dash"/>
          </a:ln>
        </p:spPr>
      </p:sp>
      <p:sp>
        <p:nvSpPr>
          <p:cNvPr id="108" name="dp45-comparison / n117 / arrow">
            <a:extLst xmlns:a="http://schemas.openxmlformats.org/drawingml/2006/main">
              <a:ext uri="{FF2B5EF4-FFF2-40B4-BE49-F238E27FC236}">
                <a16:creationId xmlns:a16="http://schemas.microsoft.com/office/drawing/2014/main" id="{F0F9CCE8-2B3C-4664-99C2-DFEFFC104C39}"/>
              </a:ext>
            </a:extLst>
          </p:cNvPr>
          <p:cNvSpPr>
            <a:spLocks xmlns:a="http://schemas.openxmlformats.org/drawingml/2006/main" noGrp="1"/>
          </p:cNvSpPr>
          <p:nvPr/>
        </p:nvSpPr>
        <p:spPr>
          <a:xfrm xmlns:a="http://schemas.openxmlformats.org/drawingml/2006/main">
            <a:off x="1599819" y="26048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09" name="dp45-comparison / n120">
            <a:extLst xmlns:a="http://schemas.openxmlformats.org/drawingml/2006/main">
              <a:ext uri="{FF2B5EF4-FFF2-40B4-BE49-F238E27FC236}">
                <a16:creationId xmlns:a16="http://schemas.microsoft.com/office/drawing/2014/main" id="{B14D3B35-6C84-4816-A8BE-A3F3F1D435CB}"/>
              </a:ext>
            </a:extLst>
          </p:cNvPr>
          <p:cNvSpPr>
            <a:spLocks xmlns:a="http://schemas.openxmlformats.org/drawingml/2006/main" noGrp="1"/>
          </p:cNvSpPr>
          <p:nvPr/>
        </p:nvSpPr>
        <p:spPr>
          <a:xfrm xmlns:a="http://schemas.openxmlformats.org/drawingml/2006/main">
            <a:off x="1857375" y="6076950"/>
            <a:ext cx="2571750" cy="2381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0" name="dp45-comparison / n121 / text 1">
            <a:extLst xmlns:a="http://schemas.openxmlformats.org/drawingml/2006/main">
              <a:ext uri="{FF2B5EF4-FFF2-40B4-BE49-F238E27FC236}">
                <a16:creationId xmlns:a16="http://schemas.microsoft.com/office/drawing/2014/main" id="{C26D67C2-91AE-45A2-A884-ABCA6E5A78CC}"/>
              </a:ext>
            </a:extLst>
          </p:cNvPr>
          <p:cNvSpPr>
            <a:spLocks xmlns:a="http://schemas.openxmlformats.org/drawingml/2006/main" noGrp="1"/>
          </p:cNvSpPr>
          <p:nvPr/>
        </p:nvSpPr>
        <p:spPr>
          <a:xfrm xmlns:a="http://schemas.openxmlformats.org/drawingml/2006/main">
            <a:off x="1943100" y="6096953"/>
            <a:ext cx="2400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Model Access</a:t>
            </a:r>
          </a:p>
        </p:txBody>
      </p:sp>
      <p:sp>
        <p:nvSpPr>
          <p:cNvPr id="111" name="dp45-comparison / n122">
            <a:extLst xmlns:a="http://schemas.openxmlformats.org/drawingml/2006/main">
              <a:ext uri="{FF2B5EF4-FFF2-40B4-BE49-F238E27FC236}">
                <a16:creationId xmlns:a16="http://schemas.microsoft.com/office/drawing/2014/main" id="{61BB014E-DEE0-4E7A-BAA9-A296F70CE8C3}"/>
              </a:ext>
            </a:extLst>
          </p:cNvPr>
          <p:cNvSpPr>
            <a:spLocks xmlns:a="http://schemas.openxmlformats.org/drawingml/2006/main" noGrp="1"/>
          </p:cNvSpPr>
          <p:nvPr/>
        </p:nvSpPr>
        <p:spPr>
          <a:xfrm xmlns:a="http://schemas.openxmlformats.org/drawingml/2006/main">
            <a:off x="6334125" y="6076950"/>
            <a:ext cx="2857500" cy="23812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112" name="dp45-comparison / n123 / text 1">
            <a:extLst xmlns:a="http://schemas.openxmlformats.org/drawingml/2006/main">
              <a:ext uri="{FF2B5EF4-FFF2-40B4-BE49-F238E27FC236}">
                <a16:creationId xmlns:a16="http://schemas.microsoft.com/office/drawing/2014/main" id="{A3302735-9E99-4320-8430-E68DFB150482}"/>
              </a:ext>
            </a:extLst>
          </p:cNvPr>
          <p:cNvSpPr>
            <a:spLocks xmlns:a="http://schemas.openxmlformats.org/drawingml/2006/main" noGrp="1"/>
          </p:cNvSpPr>
          <p:nvPr/>
        </p:nvSpPr>
        <p:spPr>
          <a:xfrm xmlns:a="http://schemas.openxmlformats.org/drawingml/2006/main">
            <a:off x="6419850" y="6096953"/>
            <a:ext cx="2686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클라우드 의미 LLM</a:t>
            </a:r>
          </a:p>
        </p:txBody>
      </p:sp>
      <p:sp>
        <p:nvSpPr>
          <p:cNvPr id="113" name="dp45-comparison / n124 / path">
            <a:extLst xmlns:a="http://schemas.openxmlformats.org/drawingml/2006/main">
              <a:ext uri="{FF2B5EF4-FFF2-40B4-BE49-F238E27FC236}">
                <a16:creationId xmlns:a16="http://schemas.microsoft.com/office/drawing/2014/main" id="{7B89BE22-FB3A-4AD6-A67F-F6F0292388E4}"/>
              </a:ext>
            </a:extLst>
          </p:cNvPr>
          <p:cNvSpPr>
            <a:spLocks xmlns:a="http://schemas.openxmlformats.org/drawingml/2006/main" noGrp="1"/>
          </p:cNvSpPr>
          <p:nvPr/>
        </p:nvSpPr>
        <p:spPr>
          <a:xfrm xmlns:a="http://schemas.openxmlformats.org/drawingml/2006/main">
            <a:off x="1638300" y="3933825"/>
            <a:ext cx="219075" cy="2262188"/>
          </a:xfrm>
          <a:custGeom xmlns:a="http://schemas.openxmlformats.org/drawingml/2006/main">
            <a:pathLst>
              <a:path w="219075" h="2262188">
                <a:moveTo>
                  <a:pt x="219075" y="0"/>
                </a:moveTo>
                <a:lnTo>
                  <a:pt x="0" y="0"/>
                </a:lnTo>
                <a:lnTo>
                  <a:pt x="0" y="2262188"/>
                </a:lnTo>
                <a:lnTo>
                  <a:pt x="219075" y="2262188"/>
                </a:lnTo>
              </a:path>
            </a:pathLst>
          </a:custGeom>
          <a:noFill xmlns:a="http://schemas.openxmlformats.org/drawingml/2006/main"/>
          <a:ln xmlns:a="http://schemas.openxmlformats.org/drawingml/2006/main" w="10478">
            <a:solidFill>
              <a:srgbClr val="000000"/>
            </a:solidFill>
            <a:prstDash val="solid"/>
          </a:ln>
        </p:spPr>
      </p:sp>
      <p:sp>
        <p:nvSpPr>
          <p:cNvPr id="114" name="dp45-comparison / n124 / arrow">
            <a:extLst xmlns:a="http://schemas.openxmlformats.org/drawingml/2006/main">
              <a:ext uri="{FF2B5EF4-FFF2-40B4-BE49-F238E27FC236}">
                <a16:creationId xmlns:a16="http://schemas.microsoft.com/office/drawing/2014/main" id="{951DCA63-5975-4A19-9B00-E444D9432119}"/>
              </a:ext>
            </a:extLst>
          </p:cNvPr>
          <p:cNvSpPr>
            <a:spLocks xmlns:a="http://schemas.openxmlformats.org/drawingml/2006/main" noGrp="1"/>
          </p:cNvSpPr>
          <p:nvPr/>
        </p:nvSpPr>
        <p:spPr>
          <a:xfrm xmlns:a="http://schemas.openxmlformats.org/drawingml/2006/main">
            <a:off x="1790319" y="61624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5" name="dp45-comparison / n125 / path">
            <a:extLst xmlns:a="http://schemas.openxmlformats.org/drawingml/2006/main">
              <a:ext uri="{FF2B5EF4-FFF2-40B4-BE49-F238E27FC236}">
                <a16:creationId xmlns:a16="http://schemas.microsoft.com/office/drawing/2014/main" id="{5EAD874F-2336-4FA4-8628-AB148A4CA8D2}"/>
              </a:ext>
            </a:extLst>
          </p:cNvPr>
          <p:cNvSpPr>
            <a:spLocks xmlns:a="http://schemas.openxmlformats.org/drawingml/2006/main" noGrp="1"/>
          </p:cNvSpPr>
          <p:nvPr/>
        </p:nvSpPr>
        <p:spPr>
          <a:xfrm xmlns:a="http://schemas.openxmlformats.org/drawingml/2006/main">
            <a:off x="1714500" y="4029075"/>
            <a:ext cx="142875" cy="2224088"/>
          </a:xfrm>
          <a:custGeom xmlns:a="http://schemas.openxmlformats.org/drawingml/2006/main">
            <a:pathLst>
              <a:path w="142875" h="2224088">
                <a:moveTo>
                  <a:pt x="142875" y="2224088"/>
                </a:moveTo>
                <a:lnTo>
                  <a:pt x="0" y="2224088"/>
                </a:lnTo>
                <a:lnTo>
                  <a:pt x="0" y="0"/>
                </a:lnTo>
                <a:lnTo>
                  <a:pt x="142875" y="0"/>
                </a:lnTo>
              </a:path>
            </a:pathLst>
          </a:custGeom>
          <a:noFill xmlns:a="http://schemas.openxmlformats.org/drawingml/2006/main"/>
          <a:ln xmlns:a="http://schemas.openxmlformats.org/drawingml/2006/main" w="10478">
            <a:solidFill>
              <a:srgbClr val="000000"/>
            </a:solidFill>
            <a:prstDash val="dash"/>
          </a:ln>
        </p:spPr>
      </p:sp>
      <p:sp>
        <p:nvSpPr>
          <p:cNvPr id="116" name="dp45-comparison / n125 / arrow">
            <a:extLst xmlns:a="http://schemas.openxmlformats.org/drawingml/2006/main">
              <a:ext uri="{FF2B5EF4-FFF2-40B4-BE49-F238E27FC236}">
                <a16:creationId xmlns:a16="http://schemas.microsoft.com/office/drawing/2014/main" id="{47C4AF16-CF94-497D-9980-88730BBDFB50}"/>
              </a:ext>
            </a:extLst>
          </p:cNvPr>
          <p:cNvSpPr>
            <a:spLocks xmlns:a="http://schemas.openxmlformats.org/drawingml/2006/main" noGrp="1"/>
          </p:cNvSpPr>
          <p:nvPr/>
        </p:nvSpPr>
        <p:spPr>
          <a:xfrm xmlns:a="http://schemas.openxmlformats.org/drawingml/2006/main">
            <a:off x="1790319" y="39955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7" name="dp45-comparison / n126 / path">
            <a:extLst xmlns:a="http://schemas.openxmlformats.org/drawingml/2006/main">
              <a:ext uri="{FF2B5EF4-FFF2-40B4-BE49-F238E27FC236}">
                <a16:creationId xmlns:a16="http://schemas.microsoft.com/office/drawing/2014/main" id="{A9D1CDD2-40FD-4818-8508-38193CC38116}"/>
              </a:ext>
            </a:extLst>
          </p:cNvPr>
          <p:cNvSpPr>
            <a:spLocks xmlns:a="http://schemas.openxmlformats.org/drawingml/2006/main" noGrp="1"/>
          </p:cNvSpPr>
          <p:nvPr/>
        </p:nvSpPr>
        <p:spPr>
          <a:xfrm xmlns:a="http://schemas.openxmlformats.org/drawingml/2006/main">
            <a:off x="4429125" y="6157913"/>
            <a:ext cx="1905000" cy="953"/>
          </a:xfrm>
          <a:custGeom xmlns:a="http://schemas.openxmlformats.org/drawingml/2006/main">
            <a:pathLst>
              <a:path w="1905000" h="953">
                <a:moveTo>
                  <a:pt x="0" y="0"/>
                </a:moveTo>
                <a:lnTo>
                  <a:pt x="1905000" y="0"/>
                </a:lnTo>
              </a:path>
            </a:pathLst>
          </a:custGeom>
          <a:noFill xmlns:a="http://schemas.openxmlformats.org/drawingml/2006/main"/>
          <a:ln xmlns:a="http://schemas.openxmlformats.org/drawingml/2006/main" w="10478">
            <a:solidFill>
              <a:srgbClr val="000000"/>
            </a:solidFill>
            <a:prstDash val="solid"/>
          </a:ln>
        </p:spPr>
      </p:sp>
      <p:sp>
        <p:nvSpPr>
          <p:cNvPr id="118" name="dp45-comparison / n126 / arrow">
            <a:extLst xmlns:a="http://schemas.openxmlformats.org/drawingml/2006/main">
              <a:ext uri="{FF2B5EF4-FFF2-40B4-BE49-F238E27FC236}">
                <a16:creationId xmlns:a16="http://schemas.microsoft.com/office/drawing/2014/main" id="{E68DEA4D-0998-4147-BBF0-16D888247F1C}"/>
              </a:ext>
            </a:extLst>
          </p:cNvPr>
          <p:cNvSpPr>
            <a:spLocks xmlns:a="http://schemas.openxmlformats.org/drawingml/2006/main" noGrp="1"/>
          </p:cNvSpPr>
          <p:nvPr/>
        </p:nvSpPr>
        <p:spPr>
          <a:xfrm xmlns:a="http://schemas.openxmlformats.org/drawingml/2006/main">
            <a:off x="6267069" y="61243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9" name="dp45-comparison / n127 / path">
            <a:extLst xmlns:a="http://schemas.openxmlformats.org/drawingml/2006/main">
              <a:ext uri="{FF2B5EF4-FFF2-40B4-BE49-F238E27FC236}">
                <a16:creationId xmlns:a16="http://schemas.microsoft.com/office/drawing/2014/main" id="{2DD66BF3-DCB5-444D-B830-4A8AD71002D4}"/>
              </a:ext>
            </a:extLst>
          </p:cNvPr>
          <p:cNvSpPr>
            <a:spLocks xmlns:a="http://schemas.openxmlformats.org/drawingml/2006/main" noGrp="1"/>
          </p:cNvSpPr>
          <p:nvPr/>
        </p:nvSpPr>
        <p:spPr>
          <a:xfrm xmlns:a="http://schemas.openxmlformats.org/drawingml/2006/main">
            <a:off x="4429125" y="6243638"/>
            <a:ext cx="1905000" cy="953"/>
          </a:xfrm>
          <a:custGeom xmlns:a="http://schemas.openxmlformats.org/drawingml/2006/main">
            <a:pathLst>
              <a:path w="1905000" h="953">
                <a:moveTo>
                  <a:pt x="1905000" y="0"/>
                </a:moveTo>
                <a:lnTo>
                  <a:pt x="0" y="0"/>
                </a:lnTo>
              </a:path>
            </a:pathLst>
          </a:custGeom>
          <a:noFill xmlns:a="http://schemas.openxmlformats.org/drawingml/2006/main"/>
          <a:ln xmlns:a="http://schemas.openxmlformats.org/drawingml/2006/main" w="10478">
            <a:solidFill>
              <a:srgbClr val="000000"/>
            </a:solidFill>
            <a:prstDash val="dash"/>
          </a:ln>
        </p:spPr>
      </p:sp>
      <p:sp>
        <p:nvSpPr>
          <p:cNvPr id="120" name="dp45-comparison / n127 / arrow">
            <a:extLst xmlns:a="http://schemas.openxmlformats.org/drawingml/2006/main">
              <a:ext uri="{FF2B5EF4-FFF2-40B4-BE49-F238E27FC236}">
                <a16:creationId xmlns:a16="http://schemas.microsoft.com/office/drawing/2014/main" id="{3406A809-386C-4EA0-950B-FDE05311C0F4}"/>
              </a:ext>
            </a:extLst>
          </p:cNvPr>
          <p:cNvSpPr>
            <a:spLocks xmlns:a="http://schemas.openxmlformats.org/drawingml/2006/main" noGrp="1"/>
          </p:cNvSpPr>
          <p:nvPr/>
        </p:nvSpPr>
        <p:spPr>
          <a:xfrm xmlns:a="http://schemas.openxmlformats.org/drawingml/2006/main">
            <a:off x="4429125" y="621011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21" name="dp45-comparison / n130 / path">
            <a:extLst xmlns:a="http://schemas.openxmlformats.org/drawingml/2006/main">
              <a:ext uri="{FF2B5EF4-FFF2-40B4-BE49-F238E27FC236}">
                <a16:creationId xmlns:a16="http://schemas.microsoft.com/office/drawing/2014/main" id="{FE71B2B6-2EAD-49D0-B677-421F2BABCEA9}"/>
              </a:ext>
            </a:extLst>
          </p:cNvPr>
          <p:cNvSpPr>
            <a:spLocks xmlns:a="http://schemas.openxmlformats.org/drawingml/2006/main" noGrp="1"/>
          </p:cNvSpPr>
          <p:nvPr/>
        </p:nvSpPr>
        <p:spPr>
          <a:xfrm xmlns:a="http://schemas.openxmlformats.org/drawingml/2006/main">
            <a:off x="1571625" y="64484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22" name="dp45-comparison / n133">
            <a:extLst xmlns:a="http://schemas.openxmlformats.org/drawingml/2006/main">
              <a:ext uri="{FF2B5EF4-FFF2-40B4-BE49-F238E27FC236}">
                <a16:creationId xmlns:a16="http://schemas.microsoft.com/office/drawing/2014/main" id="{CABFAB2E-F40F-4C63-84A3-0EDC8B22AB64}"/>
              </a:ext>
            </a:extLst>
          </p:cNvPr>
          <p:cNvSpPr>
            <a:spLocks xmlns:a="http://schemas.openxmlformats.org/drawingml/2006/main" noGrp="1"/>
          </p:cNvSpPr>
          <p:nvPr/>
        </p:nvSpPr>
        <p:spPr>
          <a:xfrm xmlns:a="http://schemas.openxmlformats.org/drawingml/2006/main">
            <a:off x="166687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3" name="dp45-comparison / n134 / text 1">
            <a:extLst xmlns:a="http://schemas.openxmlformats.org/drawingml/2006/main">
              <a:ext uri="{FF2B5EF4-FFF2-40B4-BE49-F238E27FC236}">
                <a16:creationId xmlns:a16="http://schemas.microsoft.com/office/drawing/2014/main" id="{F0ED6A3C-8720-4921-BB04-2FDD0D2EACC0}"/>
              </a:ext>
            </a:extLst>
          </p:cNvPr>
          <p:cNvSpPr>
            <a:spLocks xmlns:a="http://schemas.openxmlformats.org/drawingml/2006/main" noGrp="1"/>
          </p:cNvSpPr>
          <p:nvPr/>
        </p:nvSpPr>
        <p:spPr>
          <a:xfrm xmlns:a="http://schemas.openxmlformats.org/drawingml/2006/main">
            <a:off x="175260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현재 Query1 도착</a:t>
            </a:r>
          </a:p>
        </p:txBody>
      </p:sp>
      <p:sp>
        <p:nvSpPr>
          <p:cNvPr id="124" name="dp45-comparison / n135">
            <a:extLst xmlns:a="http://schemas.openxmlformats.org/drawingml/2006/main">
              <a:ext uri="{FF2B5EF4-FFF2-40B4-BE49-F238E27FC236}">
                <a16:creationId xmlns:a16="http://schemas.microsoft.com/office/drawing/2014/main" id="{15EF8CF4-1851-4A3A-BC98-6E1D0A6B33DB}"/>
              </a:ext>
            </a:extLst>
          </p:cNvPr>
          <p:cNvSpPr>
            <a:spLocks xmlns:a="http://schemas.openxmlformats.org/drawingml/2006/main" noGrp="1"/>
          </p:cNvSpPr>
          <p:nvPr/>
        </p:nvSpPr>
        <p:spPr>
          <a:xfrm xmlns:a="http://schemas.openxmlformats.org/drawingml/2006/main">
            <a:off x="433387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5" name="dp45-comparison / n136 / text 1">
            <a:extLst xmlns:a="http://schemas.openxmlformats.org/drawingml/2006/main">
              <a:ext uri="{FF2B5EF4-FFF2-40B4-BE49-F238E27FC236}">
                <a16:creationId xmlns:a16="http://schemas.microsoft.com/office/drawing/2014/main" id="{EA50DB28-7F7C-4A04-A5BC-DB10F3682DD5}"/>
              </a:ext>
            </a:extLst>
          </p:cNvPr>
          <p:cNvSpPr>
            <a:spLocks xmlns:a="http://schemas.openxmlformats.org/drawingml/2006/main" noGrp="1"/>
          </p:cNvSpPr>
          <p:nvPr/>
        </p:nvSpPr>
        <p:spPr>
          <a:xfrm xmlns:a="http://schemas.openxmlformats.org/drawingml/2006/main">
            <a:off x="441960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Composer: 원본 조회 / 결합</a:t>
            </a:r>
          </a:p>
        </p:txBody>
      </p:sp>
      <p:sp>
        <p:nvSpPr>
          <p:cNvPr id="126" name="dp45-comparison / n137 / path">
            <a:extLst xmlns:a="http://schemas.openxmlformats.org/drawingml/2006/main">
              <a:ext uri="{FF2B5EF4-FFF2-40B4-BE49-F238E27FC236}">
                <a16:creationId xmlns:a16="http://schemas.microsoft.com/office/drawing/2014/main" id="{5BB764D0-E0CD-4DBD-B593-1D232EB09097}"/>
              </a:ext>
            </a:extLst>
          </p:cNvPr>
          <p:cNvSpPr>
            <a:spLocks xmlns:a="http://schemas.openxmlformats.org/drawingml/2006/main" noGrp="1"/>
          </p:cNvSpPr>
          <p:nvPr/>
        </p:nvSpPr>
        <p:spPr>
          <a:xfrm xmlns:a="http://schemas.openxmlformats.org/drawingml/2006/main">
            <a:off x="390525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7" name="dp45-comparison / n137 / arrow">
            <a:extLst xmlns:a="http://schemas.openxmlformats.org/drawingml/2006/main">
              <a:ext uri="{FF2B5EF4-FFF2-40B4-BE49-F238E27FC236}">
                <a16:creationId xmlns:a16="http://schemas.microsoft.com/office/drawing/2014/main" id="{6E77AB65-042E-4B6D-BA0D-6E8562A6A05E}"/>
              </a:ext>
            </a:extLst>
          </p:cNvPr>
          <p:cNvSpPr>
            <a:spLocks xmlns:a="http://schemas.openxmlformats.org/drawingml/2006/main" noGrp="1"/>
          </p:cNvSpPr>
          <p:nvPr/>
        </p:nvSpPr>
        <p:spPr>
          <a:xfrm xmlns:a="http://schemas.openxmlformats.org/drawingml/2006/main">
            <a:off x="426681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28" name="dp45-comparison / n138">
            <a:extLst xmlns:a="http://schemas.openxmlformats.org/drawingml/2006/main">
              <a:ext uri="{FF2B5EF4-FFF2-40B4-BE49-F238E27FC236}">
                <a16:creationId xmlns:a16="http://schemas.microsoft.com/office/drawing/2014/main" id="{5C525849-F110-4B8E-9609-E9B12A28264A}"/>
              </a:ext>
            </a:extLst>
          </p:cNvPr>
          <p:cNvSpPr>
            <a:spLocks xmlns:a="http://schemas.openxmlformats.org/drawingml/2006/main" noGrp="1"/>
          </p:cNvSpPr>
          <p:nvPr/>
        </p:nvSpPr>
        <p:spPr>
          <a:xfrm xmlns:a="http://schemas.openxmlformats.org/drawingml/2006/main">
            <a:off x="7000875" y="671512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9" name="dp45-comparison / n139 / text 1">
            <a:extLst xmlns:a="http://schemas.openxmlformats.org/drawingml/2006/main">
              <a:ext uri="{FF2B5EF4-FFF2-40B4-BE49-F238E27FC236}">
                <a16:creationId xmlns:a16="http://schemas.microsoft.com/office/drawing/2014/main" id="{8D1AF1A3-BE3F-4F88-B301-29B56989245B}"/>
              </a:ext>
            </a:extLst>
          </p:cNvPr>
          <p:cNvSpPr>
            <a:spLocks xmlns:a="http://schemas.openxmlformats.org/drawingml/2006/main" noGrp="1"/>
          </p:cNvSpPr>
          <p:nvPr/>
        </p:nvSpPr>
        <p:spPr>
          <a:xfrm xmlns:a="http://schemas.openxmlformats.org/drawingml/2006/main">
            <a:off x="7086600" y="675084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Bundle1을 caller에 반환</a:t>
            </a:r>
          </a:p>
        </p:txBody>
      </p:sp>
      <p:sp>
        <p:nvSpPr>
          <p:cNvPr id="130" name="dp45-comparison / n140 / path">
            <a:extLst xmlns:a="http://schemas.openxmlformats.org/drawingml/2006/main">
              <a:ext uri="{FF2B5EF4-FFF2-40B4-BE49-F238E27FC236}">
                <a16:creationId xmlns:a16="http://schemas.microsoft.com/office/drawing/2014/main" id="{BF326BF8-3310-4988-AFF1-FE9695622453}"/>
              </a:ext>
            </a:extLst>
          </p:cNvPr>
          <p:cNvSpPr>
            <a:spLocks xmlns:a="http://schemas.openxmlformats.org/drawingml/2006/main" noGrp="1"/>
          </p:cNvSpPr>
          <p:nvPr/>
        </p:nvSpPr>
        <p:spPr>
          <a:xfrm xmlns:a="http://schemas.openxmlformats.org/drawingml/2006/main">
            <a:off x="657225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1" name="dp45-comparison / n140 / arrow">
            <a:extLst xmlns:a="http://schemas.openxmlformats.org/drawingml/2006/main">
              <a:ext uri="{FF2B5EF4-FFF2-40B4-BE49-F238E27FC236}">
                <a16:creationId xmlns:a16="http://schemas.microsoft.com/office/drawing/2014/main" id="{AC230649-ED62-4ABF-9141-ABC704978934}"/>
              </a:ext>
            </a:extLst>
          </p:cNvPr>
          <p:cNvSpPr>
            <a:spLocks xmlns:a="http://schemas.openxmlformats.org/drawingml/2006/main" noGrp="1"/>
          </p:cNvSpPr>
          <p:nvPr/>
        </p:nvSpPr>
        <p:spPr>
          <a:xfrm xmlns:a="http://schemas.openxmlformats.org/drawingml/2006/main">
            <a:off x="693381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2" name="dp45-comparison / n141">
            <a:extLst xmlns:a="http://schemas.openxmlformats.org/drawingml/2006/main">
              <a:ext uri="{FF2B5EF4-FFF2-40B4-BE49-F238E27FC236}">
                <a16:creationId xmlns:a16="http://schemas.microsoft.com/office/drawing/2014/main" id="{1BDB0B17-1029-4DD4-8AD8-B9DEE4D69599}"/>
              </a:ext>
            </a:extLst>
          </p:cNvPr>
          <p:cNvSpPr>
            <a:spLocks xmlns:a="http://schemas.openxmlformats.org/drawingml/2006/main" noGrp="1"/>
          </p:cNvSpPr>
          <p:nvPr/>
        </p:nvSpPr>
        <p:spPr>
          <a:xfrm xmlns:a="http://schemas.openxmlformats.org/drawingml/2006/main">
            <a:off x="166687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3" name="dp45-comparison / n142 / text 1">
            <a:extLst xmlns:a="http://schemas.openxmlformats.org/drawingml/2006/main">
              <a:ext uri="{FF2B5EF4-FFF2-40B4-BE49-F238E27FC236}">
                <a16:creationId xmlns:a16="http://schemas.microsoft.com/office/drawing/2014/main" id="{E1C8E287-71D2-4150-86E4-89322C8C0C45}"/>
              </a:ext>
            </a:extLst>
          </p:cNvPr>
          <p:cNvSpPr>
            <a:spLocks xmlns:a="http://schemas.openxmlformats.org/drawingml/2006/main" noGrp="1"/>
          </p:cNvSpPr>
          <p:nvPr/>
        </p:nvSpPr>
        <p:spPr>
          <a:xfrm xmlns:a="http://schemas.openxmlformats.org/drawingml/2006/main">
            <a:off x="175260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같은 정보 반복 요청</a:t>
            </a:r>
          </a:p>
        </p:txBody>
      </p:sp>
      <p:sp>
        <p:nvSpPr>
          <p:cNvPr id="134" name="dp45-comparison / n143">
            <a:extLst xmlns:a="http://schemas.openxmlformats.org/drawingml/2006/main">
              <a:ext uri="{FF2B5EF4-FFF2-40B4-BE49-F238E27FC236}">
                <a16:creationId xmlns:a16="http://schemas.microsoft.com/office/drawing/2014/main" id="{4D96AE96-4EC7-49BA-9CBA-4D52A638D962}"/>
              </a:ext>
            </a:extLst>
          </p:cNvPr>
          <p:cNvSpPr>
            <a:spLocks xmlns:a="http://schemas.openxmlformats.org/drawingml/2006/main" noGrp="1"/>
          </p:cNvSpPr>
          <p:nvPr/>
        </p:nvSpPr>
        <p:spPr>
          <a:xfrm xmlns:a="http://schemas.openxmlformats.org/drawingml/2006/main">
            <a:off x="433387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5" name="dp45-comparison / n144 / text 1">
            <a:extLst xmlns:a="http://schemas.openxmlformats.org/drawingml/2006/main">
              <a:ext uri="{FF2B5EF4-FFF2-40B4-BE49-F238E27FC236}">
                <a16:creationId xmlns:a16="http://schemas.microsoft.com/office/drawing/2014/main" id="{AF8E5E50-7717-4D0B-8029-D31C38AF8129}"/>
              </a:ext>
            </a:extLst>
          </p:cNvPr>
          <p:cNvSpPr>
            <a:spLocks xmlns:a="http://schemas.openxmlformats.org/drawingml/2006/main" noGrp="1"/>
          </p:cNvSpPr>
          <p:nvPr/>
        </p:nvSpPr>
        <p:spPr>
          <a:xfrm xmlns:a="http://schemas.openxmlformats.org/drawingml/2006/main">
            <a:off x="441960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유효 cache / 부분 갱신</a:t>
            </a:r>
          </a:p>
        </p:txBody>
      </p:sp>
      <p:sp>
        <p:nvSpPr>
          <p:cNvPr id="136" name="dp45-comparison / n145 / path">
            <a:extLst xmlns:a="http://schemas.openxmlformats.org/drawingml/2006/main">
              <a:ext uri="{FF2B5EF4-FFF2-40B4-BE49-F238E27FC236}">
                <a16:creationId xmlns:a16="http://schemas.microsoft.com/office/drawing/2014/main" id="{5EF8BC51-2501-482F-84CD-9D99F5C45821}"/>
              </a:ext>
            </a:extLst>
          </p:cNvPr>
          <p:cNvSpPr>
            <a:spLocks xmlns:a="http://schemas.openxmlformats.org/drawingml/2006/main" noGrp="1"/>
          </p:cNvSpPr>
          <p:nvPr/>
        </p:nvSpPr>
        <p:spPr>
          <a:xfrm xmlns:a="http://schemas.openxmlformats.org/drawingml/2006/main">
            <a:off x="390525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7" name="dp45-comparison / n145 / arrow">
            <a:extLst xmlns:a="http://schemas.openxmlformats.org/drawingml/2006/main">
              <a:ext uri="{FF2B5EF4-FFF2-40B4-BE49-F238E27FC236}">
                <a16:creationId xmlns:a16="http://schemas.microsoft.com/office/drawing/2014/main" id="{2F5080F4-6925-4C0A-8BA6-070E11CC010A}"/>
              </a:ext>
            </a:extLst>
          </p:cNvPr>
          <p:cNvSpPr>
            <a:spLocks xmlns:a="http://schemas.openxmlformats.org/drawingml/2006/main" noGrp="1"/>
          </p:cNvSpPr>
          <p:nvPr/>
        </p:nvSpPr>
        <p:spPr>
          <a:xfrm xmlns:a="http://schemas.openxmlformats.org/drawingml/2006/main">
            <a:off x="426681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8" name="dp45-comparison / n146">
            <a:extLst xmlns:a="http://schemas.openxmlformats.org/drawingml/2006/main">
              <a:ext uri="{FF2B5EF4-FFF2-40B4-BE49-F238E27FC236}">
                <a16:creationId xmlns:a16="http://schemas.microsoft.com/office/drawing/2014/main" id="{F41BEDA3-0344-470E-A0D5-5E19DCA4B08B}"/>
              </a:ext>
            </a:extLst>
          </p:cNvPr>
          <p:cNvSpPr>
            <a:spLocks xmlns:a="http://schemas.openxmlformats.org/drawingml/2006/main" noGrp="1"/>
          </p:cNvSpPr>
          <p:nvPr/>
        </p:nvSpPr>
        <p:spPr>
          <a:xfrm xmlns:a="http://schemas.openxmlformats.org/drawingml/2006/main">
            <a:off x="7000875" y="72580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9" name="dp45-comparison / n147 / text 1">
            <a:extLst xmlns:a="http://schemas.openxmlformats.org/drawingml/2006/main">
              <a:ext uri="{FF2B5EF4-FFF2-40B4-BE49-F238E27FC236}">
                <a16:creationId xmlns:a16="http://schemas.microsoft.com/office/drawing/2014/main" id="{1E38BBBB-7F15-453B-A643-985DCF16C0C7}"/>
              </a:ext>
            </a:extLst>
          </p:cNvPr>
          <p:cNvSpPr>
            <a:spLocks xmlns:a="http://schemas.openxmlformats.org/drawingml/2006/main" noGrp="1"/>
          </p:cNvSpPr>
          <p:nvPr/>
        </p:nvSpPr>
        <p:spPr>
          <a:xfrm xmlns:a="http://schemas.openxmlformats.org/drawingml/2006/main">
            <a:off x="7086600" y="7293769"/>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현재 목적의 묶음 구성</a:t>
            </a:r>
          </a:p>
        </p:txBody>
      </p:sp>
      <p:sp>
        <p:nvSpPr>
          <p:cNvPr id="140" name="dp45-comparison / n148 / path">
            <a:extLst xmlns:a="http://schemas.openxmlformats.org/drawingml/2006/main">
              <a:ext uri="{FF2B5EF4-FFF2-40B4-BE49-F238E27FC236}">
                <a16:creationId xmlns:a16="http://schemas.microsoft.com/office/drawing/2014/main" id="{CA0BE92D-9919-4300-AC93-9B3CCD6EAAAC}"/>
              </a:ext>
            </a:extLst>
          </p:cNvPr>
          <p:cNvSpPr>
            <a:spLocks xmlns:a="http://schemas.openxmlformats.org/drawingml/2006/main" noGrp="1"/>
          </p:cNvSpPr>
          <p:nvPr/>
        </p:nvSpPr>
        <p:spPr>
          <a:xfrm xmlns:a="http://schemas.openxmlformats.org/drawingml/2006/main">
            <a:off x="657225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41" name="dp45-comparison / n148 / arrow">
            <a:extLst xmlns:a="http://schemas.openxmlformats.org/drawingml/2006/main">
              <a:ext uri="{FF2B5EF4-FFF2-40B4-BE49-F238E27FC236}">
                <a16:creationId xmlns:a16="http://schemas.microsoft.com/office/drawing/2014/main" id="{F8FCB25D-532F-45B3-B6EA-9EFF15791F32}"/>
              </a:ext>
            </a:extLst>
          </p:cNvPr>
          <p:cNvSpPr>
            <a:spLocks xmlns:a="http://schemas.openxmlformats.org/drawingml/2006/main" noGrp="1"/>
          </p:cNvSpPr>
          <p:nvPr/>
        </p:nvSpPr>
        <p:spPr>
          <a:xfrm xmlns:a="http://schemas.openxmlformats.org/drawingml/2006/main">
            <a:off x="693381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42" name="dp45-comparison / n78">
            <a:extLst xmlns:a="http://schemas.openxmlformats.org/drawingml/2006/main">
              <a:ext uri="{FF2B5EF4-FFF2-40B4-BE49-F238E27FC236}">
                <a16:creationId xmlns:a16="http://schemas.microsoft.com/office/drawing/2014/main" id="{F97EB76E-5C53-4400-8862-DC7563757C8F}"/>
              </a:ext>
            </a:extLst>
          </p:cNvPr>
          <p:cNvSpPr>
            <a:spLocks xmlns:a="http://schemas.openxmlformats.org/drawingml/2006/main" noGrp="1"/>
          </p:cNvSpPr>
          <p:nvPr/>
        </p:nvSpPr>
        <p:spPr>
          <a:xfrm xmlns:a="http://schemas.openxmlformats.org/drawingml/2006/main">
            <a:off x="1647825" y="2771775"/>
            <a:ext cx="198062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3" name="dp45-comparison / n79 / text 1">
            <a:extLst xmlns:a="http://schemas.openxmlformats.org/drawingml/2006/main">
              <a:ext uri="{FF2B5EF4-FFF2-40B4-BE49-F238E27FC236}">
                <a16:creationId xmlns:a16="http://schemas.microsoft.com/office/drawing/2014/main" id="{35F798A2-2FBD-4CE1-9495-A5092E98E930}"/>
              </a:ext>
            </a:extLst>
          </p:cNvPr>
          <p:cNvSpPr>
            <a:spLocks xmlns:a="http://schemas.openxmlformats.org/drawingml/2006/main" noGrp="1"/>
          </p:cNvSpPr>
          <p:nvPr/>
        </p:nvSpPr>
        <p:spPr>
          <a:xfrm xmlns:a="http://schemas.openxmlformats.org/drawingml/2006/main">
            <a:off x="1666875" y="2781300"/>
            <a:ext cx="2667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Query1: 평가 기준과 과거 결과</a:t>
            </a:r>
          </a:p>
        </p:txBody>
      </p:sp>
      <p:sp>
        <p:nvSpPr>
          <p:cNvPr id="144" name="dp45-comparison / n80">
            <a:extLst xmlns:a="http://schemas.openxmlformats.org/drawingml/2006/main">
              <a:ext uri="{FF2B5EF4-FFF2-40B4-BE49-F238E27FC236}">
                <a16:creationId xmlns:a16="http://schemas.microsoft.com/office/drawing/2014/main" id="{3440BBC6-2D76-47F8-8090-BE00BB8F15C8}"/>
              </a:ext>
            </a:extLst>
          </p:cNvPr>
          <p:cNvSpPr>
            <a:spLocks xmlns:a="http://schemas.openxmlformats.org/drawingml/2006/main" noGrp="1"/>
          </p:cNvSpPr>
          <p:nvPr/>
        </p:nvSpPr>
        <p:spPr>
          <a:xfrm xmlns:a="http://schemas.openxmlformats.org/drawingml/2006/main">
            <a:off x="4600575" y="2762250"/>
            <a:ext cx="17312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5" name="dp45-comparison / n81 / text 1">
            <a:extLst xmlns:a="http://schemas.openxmlformats.org/drawingml/2006/main">
              <a:ext uri="{FF2B5EF4-FFF2-40B4-BE49-F238E27FC236}">
                <a16:creationId xmlns:a16="http://schemas.microsoft.com/office/drawing/2014/main" id="{ACCEACBA-DFE9-4416-993F-22BC21CBA26D}"/>
              </a:ext>
            </a:extLst>
          </p:cNvPr>
          <p:cNvSpPr>
            <a:spLocks xmlns:a="http://schemas.openxmlformats.org/drawingml/2006/main" noGrp="1"/>
          </p:cNvSpPr>
          <p:nvPr/>
        </p:nvSpPr>
        <p:spPr>
          <a:xfrm xmlns:a="http://schemas.openxmlformats.org/drawingml/2006/main">
            <a:off x="4619625" y="2771775"/>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설명 원문 / 실제 전달한 범위</a:t>
            </a:r>
          </a:p>
        </p:txBody>
      </p:sp>
      <p:sp>
        <p:nvSpPr>
          <p:cNvPr id="146" name="dp45-comparison / n82">
            <a:extLst xmlns:a="http://schemas.openxmlformats.org/drawingml/2006/main">
              <a:ext uri="{FF2B5EF4-FFF2-40B4-BE49-F238E27FC236}">
                <a16:creationId xmlns:a16="http://schemas.microsoft.com/office/drawing/2014/main" id="{0949A830-ED0A-4389-A5BC-0FC8D7254894}"/>
              </a:ext>
            </a:extLst>
          </p:cNvPr>
          <p:cNvSpPr>
            <a:spLocks xmlns:a="http://schemas.openxmlformats.org/drawingml/2006/main" noGrp="1"/>
          </p:cNvSpPr>
          <p:nvPr/>
        </p:nvSpPr>
        <p:spPr>
          <a:xfrm xmlns:a="http://schemas.openxmlformats.org/drawingml/2006/main">
            <a:off x="7124700" y="2762250"/>
            <a:ext cx="182270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7" name="dp45-comparison / n83 / text 1">
            <a:extLst xmlns:a="http://schemas.openxmlformats.org/drawingml/2006/main">
              <a:ext uri="{FF2B5EF4-FFF2-40B4-BE49-F238E27FC236}">
                <a16:creationId xmlns:a16="http://schemas.microsoft.com/office/drawing/2014/main" id="{32B5E4A1-F5F4-4CA7-AAE8-693C0361F27A}"/>
              </a:ext>
            </a:extLst>
          </p:cNvPr>
          <p:cNvSpPr>
            <a:spLocks xmlns:a="http://schemas.openxmlformats.org/drawingml/2006/main" noGrp="1"/>
          </p:cNvSpPr>
          <p:nvPr/>
        </p:nvSpPr>
        <p:spPr>
          <a:xfrm xmlns:a="http://schemas.openxmlformats.org/drawingml/2006/main">
            <a:off x="7143750" y="2771775"/>
            <a:ext cx="2095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 제품 조사 / Task2 견적</a:t>
            </a:r>
          </a:p>
        </p:txBody>
      </p:sp>
      <p:sp>
        <p:nvSpPr>
          <p:cNvPr id="148" name="dp45-comparison / n84">
            <a:extLst xmlns:a="http://schemas.openxmlformats.org/drawingml/2006/main">
              <a:ext uri="{FF2B5EF4-FFF2-40B4-BE49-F238E27FC236}">
                <a16:creationId xmlns:a16="http://schemas.microsoft.com/office/drawing/2014/main" id="{8BE0E7A0-4A84-4C53-8087-A9A97697DF83}"/>
              </a:ext>
            </a:extLst>
          </p:cNvPr>
          <p:cNvSpPr>
            <a:spLocks xmlns:a="http://schemas.openxmlformats.org/drawingml/2006/main" noGrp="1"/>
          </p:cNvSpPr>
          <p:nvPr/>
        </p:nvSpPr>
        <p:spPr>
          <a:xfrm xmlns:a="http://schemas.openxmlformats.org/drawingml/2006/main">
            <a:off x="4600575" y="2924175"/>
            <a:ext cx="12077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9" name="dp45-comparison / n85 / text 1">
            <a:extLst xmlns:a="http://schemas.openxmlformats.org/drawingml/2006/main">
              <a:ext uri="{FF2B5EF4-FFF2-40B4-BE49-F238E27FC236}">
                <a16:creationId xmlns:a16="http://schemas.microsoft.com/office/drawing/2014/main" id="{CA3F87B0-61E3-4AE2-AB59-EF6C2B71BE57}"/>
              </a:ext>
            </a:extLst>
          </p:cNvPr>
          <p:cNvSpPr>
            <a:spLocks xmlns:a="http://schemas.openxmlformats.org/drawingml/2006/main" noGrp="1"/>
          </p:cNvSpPr>
          <p:nvPr/>
        </p:nvSpPr>
        <p:spPr>
          <a:xfrm xmlns:a="http://schemas.openxmlformats.org/drawingml/2006/main">
            <a:off x="4619625" y="2933700"/>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“가격이 같은 경우…”</a:t>
            </a:r>
          </a:p>
        </p:txBody>
      </p:sp>
      <p:sp>
        <p:nvSpPr>
          <p:cNvPr id="150" name="dp45-comparison / n86">
            <a:extLst xmlns:a="http://schemas.openxmlformats.org/drawingml/2006/main">
              <a:ext uri="{FF2B5EF4-FFF2-40B4-BE49-F238E27FC236}">
                <a16:creationId xmlns:a16="http://schemas.microsoft.com/office/drawing/2014/main" id="{0371F486-678A-48F1-A7A6-145D809BA95A}"/>
              </a:ext>
            </a:extLst>
          </p:cNvPr>
          <p:cNvSpPr>
            <a:spLocks xmlns:a="http://schemas.openxmlformats.org/drawingml/2006/main" noGrp="1"/>
          </p:cNvSpPr>
          <p:nvPr/>
        </p:nvSpPr>
        <p:spPr>
          <a:xfrm xmlns:a="http://schemas.openxmlformats.org/drawingml/2006/main">
            <a:off x="7124700" y="2924175"/>
            <a:ext cx="173164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1" name="dp45-comparison / n87 / text 1">
            <a:extLst xmlns:a="http://schemas.openxmlformats.org/drawingml/2006/main">
              <a:ext uri="{FF2B5EF4-FFF2-40B4-BE49-F238E27FC236}">
                <a16:creationId xmlns:a16="http://schemas.microsoft.com/office/drawing/2014/main" id="{7516A7A5-6FAF-4028-8105-943CC1526711}"/>
              </a:ext>
            </a:extLst>
          </p:cNvPr>
          <p:cNvSpPr>
            <a:spLocks xmlns:a="http://schemas.openxmlformats.org/drawingml/2006/main" noGrp="1"/>
          </p:cNvSpPr>
          <p:nvPr/>
        </p:nvSpPr>
        <p:spPr>
          <a:xfrm xmlns:a="http://schemas.openxmlformats.org/drawingml/2006/main">
            <a:off x="7143750" y="2933700"/>
            <a:ext cx="20955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제품 결과 개정 2 / 견적 개정 1</a:t>
            </a:r>
          </a:p>
        </p:txBody>
      </p:sp>
      <p:sp>
        <p:nvSpPr>
          <p:cNvPr id="152" name="dp45-comparison / n100">
            <a:extLst xmlns:a="http://schemas.openxmlformats.org/drawingml/2006/main">
              <a:ext uri="{FF2B5EF4-FFF2-40B4-BE49-F238E27FC236}">
                <a16:creationId xmlns:a16="http://schemas.microsoft.com/office/drawing/2014/main" id="{6CFA14E4-BC15-4525-82A0-8BDA4F882BB1}"/>
              </a:ext>
            </a:extLst>
          </p:cNvPr>
          <p:cNvSpPr>
            <a:spLocks xmlns:a="http://schemas.openxmlformats.org/drawingml/2006/main" noGrp="1"/>
          </p:cNvSpPr>
          <p:nvPr/>
        </p:nvSpPr>
        <p:spPr>
          <a:xfrm xmlns:a="http://schemas.openxmlformats.org/drawingml/2006/main">
            <a:off x="5457825" y="3362325"/>
            <a:ext cx="2281809"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3" name="dp45-comparison / n101 / text 1">
            <a:extLst xmlns:a="http://schemas.openxmlformats.org/drawingml/2006/main">
              <a:ext uri="{FF2B5EF4-FFF2-40B4-BE49-F238E27FC236}">
                <a16:creationId xmlns:a16="http://schemas.microsoft.com/office/drawing/2014/main" id="{B67B689E-271C-427E-970C-B23200628A43}"/>
              </a:ext>
            </a:extLst>
          </p:cNvPr>
          <p:cNvSpPr>
            <a:spLocks xmlns:a="http://schemas.openxmlformats.org/drawingml/2006/main" noGrp="1"/>
          </p:cNvSpPr>
          <p:nvPr/>
        </p:nvSpPr>
        <p:spPr>
          <a:xfrm xmlns:a="http://schemas.openxmlformats.org/drawingml/2006/main">
            <a:off x="5476875" y="3371850"/>
            <a:ext cx="35242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② Query에 맞춘 원본 읽기 / 반환</a:t>
            </a:r>
          </a:p>
        </p:txBody>
      </p:sp>
      <p:sp>
        <p:nvSpPr>
          <p:cNvPr id="154" name="dp45-comparison / n104">
            <a:extLst xmlns:a="http://schemas.openxmlformats.org/drawingml/2006/main">
              <a:ext uri="{FF2B5EF4-FFF2-40B4-BE49-F238E27FC236}">
                <a16:creationId xmlns:a16="http://schemas.microsoft.com/office/drawing/2014/main" id="{EF037895-BC8C-4242-8E86-1F5A6F28A067}"/>
              </a:ext>
            </a:extLst>
          </p:cNvPr>
          <p:cNvSpPr>
            <a:spLocks xmlns:a="http://schemas.openxmlformats.org/drawingml/2006/main" noGrp="1"/>
          </p:cNvSpPr>
          <p:nvPr/>
        </p:nvSpPr>
        <p:spPr>
          <a:xfrm xmlns:a="http://schemas.openxmlformats.org/drawingml/2006/main">
            <a:off x="1933575" y="4314825"/>
            <a:ext cx="212426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5" name="dp45-comparison / n105 / text 1">
            <a:extLst xmlns:a="http://schemas.openxmlformats.org/drawingml/2006/main">
              <a:ext uri="{FF2B5EF4-FFF2-40B4-BE49-F238E27FC236}">
                <a16:creationId xmlns:a16="http://schemas.microsoft.com/office/drawing/2014/main" id="{1E5F4AEB-E6C4-469B-9AC6-17F2E0FCDBB8}"/>
              </a:ext>
            </a:extLst>
          </p:cNvPr>
          <p:cNvSpPr>
            <a:spLocks xmlns:a="http://schemas.openxmlformats.org/drawingml/2006/main" noGrp="1"/>
          </p:cNvSpPr>
          <p:nvPr/>
        </p:nvSpPr>
        <p:spPr>
          <a:xfrm xmlns:a="http://schemas.openxmlformats.org/drawingml/2006/main">
            <a:off x="1952625" y="4324350"/>
            <a:ext cx="252412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③ 원본 확인 / 유효 cache 재사용</a:t>
            </a:r>
          </a:p>
        </p:txBody>
      </p:sp>
      <p:sp>
        <p:nvSpPr>
          <p:cNvPr id="156" name="dp45-comparison / n106">
            <a:extLst xmlns:a="http://schemas.openxmlformats.org/drawingml/2006/main">
              <a:ext uri="{FF2B5EF4-FFF2-40B4-BE49-F238E27FC236}">
                <a16:creationId xmlns:a16="http://schemas.microsoft.com/office/drawing/2014/main" id="{45C859B8-DC12-4BC7-BA29-2C711E3A5BA8}"/>
              </a:ext>
            </a:extLst>
          </p:cNvPr>
          <p:cNvSpPr>
            <a:spLocks xmlns:a="http://schemas.openxmlformats.org/drawingml/2006/main" noGrp="1"/>
          </p:cNvSpPr>
          <p:nvPr/>
        </p:nvSpPr>
        <p:spPr>
          <a:xfrm xmlns:a="http://schemas.openxmlformats.org/drawingml/2006/main">
            <a:off x="1933575" y="4533900"/>
            <a:ext cx="218865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7" name="dp45-comparison / n107 / text 1">
            <a:extLst xmlns:a="http://schemas.openxmlformats.org/drawingml/2006/main">
              <a:ext uri="{FF2B5EF4-FFF2-40B4-BE49-F238E27FC236}">
                <a16:creationId xmlns:a16="http://schemas.microsoft.com/office/drawing/2014/main" id="{3909C735-1B51-43CA-8F90-75D8A61D53EC}"/>
              </a:ext>
            </a:extLst>
          </p:cNvPr>
          <p:cNvSpPr>
            <a:spLocks xmlns:a="http://schemas.openxmlformats.org/drawingml/2006/main" noGrp="1"/>
          </p:cNvSpPr>
          <p:nvPr/>
        </p:nvSpPr>
        <p:spPr>
          <a:xfrm xmlns:a="http://schemas.openxmlformats.org/drawingml/2006/main">
            <a:off x="1952625" y="4543425"/>
            <a:ext cx="252412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필요한 원본 추가 조회 / 부분 갱신</a:t>
            </a:r>
          </a:p>
        </p:txBody>
      </p:sp>
      <p:sp>
        <p:nvSpPr>
          <p:cNvPr id="158" name="dp45-comparison / n110">
            <a:extLst xmlns:a="http://schemas.openxmlformats.org/drawingml/2006/main">
              <a:ext uri="{FF2B5EF4-FFF2-40B4-BE49-F238E27FC236}">
                <a16:creationId xmlns:a16="http://schemas.microsoft.com/office/drawing/2014/main" id="{94007C37-C9E4-4716-B0A8-82F1AA762711}"/>
              </a:ext>
            </a:extLst>
          </p:cNvPr>
          <p:cNvSpPr>
            <a:spLocks xmlns:a="http://schemas.openxmlformats.org/drawingml/2006/main" noGrp="1"/>
          </p:cNvSpPr>
          <p:nvPr/>
        </p:nvSpPr>
        <p:spPr>
          <a:xfrm xmlns:a="http://schemas.openxmlformats.org/drawingml/2006/main">
            <a:off x="5191125" y="3752850"/>
            <a:ext cx="3714750" cy="1123950"/>
          </a:xfrm>
          <a:custGeom xmlns:a="http://schemas.openxmlformats.org/drawingml/2006/main">
            <a:pathLst>
              <a:path w="3714750" h="1123950">
                <a:moveTo>
                  <a:pt x="0" y="0"/>
                </a:moveTo>
                <a:lnTo>
                  <a:pt x="3543300" y="0"/>
                </a:lnTo>
                <a:lnTo>
                  <a:pt x="3714750" y="171450"/>
                </a:lnTo>
                <a:lnTo>
                  <a:pt x="3714750" y="1123950"/>
                </a:lnTo>
                <a:lnTo>
                  <a:pt x="0" y="112395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9" name="dp45-comparison / n110 / fold">
            <a:extLst xmlns:a="http://schemas.openxmlformats.org/drawingml/2006/main">
              <a:ext uri="{FF2B5EF4-FFF2-40B4-BE49-F238E27FC236}">
                <a16:creationId xmlns:a16="http://schemas.microsoft.com/office/drawing/2014/main" id="{D7EF2833-A79F-47F7-889F-3E4420FFED1C}"/>
              </a:ext>
            </a:extLst>
          </p:cNvPr>
          <p:cNvSpPr>
            <a:spLocks xmlns:a="http://schemas.openxmlformats.org/drawingml/2006/main" noGrp="1"/>
          </p:cNvSpPr>
          <p:nvPr/>
        </p:nvSpPr>
        <p:spPr>
          <a:xfrm xmlns:a="http://schemas.openxmlformats.org/drawingml/2006/main">
            <a:off x="8734425" y="37528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0" name="dp45-comparison / n111 / text 1">
            <a:extLst xmlns:a="http://schemas.openxmlformats.org/drawingml/2006/main">
              <a:ext uri="{FF2B5EF4-FFF2-40B4-BE49-F238E27FC236}">
                <a16:creationId xmlns:a16="http://schemas.microsoft.com/office/drawing/2014/main" id="{811BE034-1AC2-4A46-A13B-3E5590154031}"/>
              </a:ext>
            </a:extLst>
          </p:cNvPr>
          <p:cNvSpPr>
            <a:spLocks xmlns:a="http://schemas.openxmlformats.org/drawingml/2006/main" noGrp="1"/>
          </p:cNvSpPr>
          <p:nvPr/>
        </p:nvSpPr>
        <p:spPr>
          <a:xfrm xmlns:a="http://schemas.openxmlformats.org/drawingml/2006/main">
            <a:off x="5286375" y="381000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이번 Query의 Bundle1 / Receipt1 (필드 축약)</a:t>
            </a:r>
          </a:p>
        </p:txBody>
      </p:sp>
      <p:sp>
        <p:nvSpPr>
          <p:cNvPr id="161" name="dp45-comparison / n111 / text 2">
            <a:extLst xmlns:a="http://schemas.openxmlformats.org/drawingml/2006/main">
              <a:ext uri="{FF2B5EF4-FFF2-40B4-BE49-F238E27FC236}">
                <a16:creationId xmlns:a16="http://schemas.microsoft.com/office/drawing/2014/main" id="{08E0DEB9-E35B-4A4A-8187-D2995196A23D}"/>
              </a:ext>
            </a:extLst>
          </p:cNvPr>
          <p:cNvSpPr>
            <a:spLocks xmlns:a="http://schemas.openxmlformats.org/drawingml/2006/main" noGrp="1"/>
          </p:cNvSpPr>
          <p:nvPr/>
        </p:nvSpPr>
        <p:spPr>
          <a:xfrm xmlns:a="http://schemas.openxmlformats.org/drawingml/2006/main">
            <a:off x="5286375" y="393573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status:PARTIAL / acquisition:OWNER_COMPOSITION</a:t>
            </a:r>
          </a:p>
        </p:txBody>
      </p:sp>
      <p:sp>
        <p:nvSpPr>
          <p:cNvPr id="162" name="dp45-comparison / n111 / text 3">
            <a:extLst xmlns:a="http://schemas.openxmlformats.org/drawingml/2006/main">
              <a:ext uri="{FF2B5EF4-FFF2-40B4-BE49-F238E27FC236}">
                <a16:creationId xmlns:a16="http://schemas.microsoft.com/office/drawing/2014/main" id="{E2B42C82-D1AE-496D-A11E-E3D069A683BE}"/>
              </a:ext>
            </a:extLst>
          </p:cNvPr>
          <p:cNvSpPr>
            <a:spLocks xmlns:a="http://schemas.openxmlformats.org/drawingml/2006/main" noGrp="1"/>
          </p:cNvSpPr>
          <p:nvPr/>
        </p:nvSpPr>
        <p:spPr>
          <a:xfrm xmlns:a="http://schemas.openxmlformats.org/drawingml/2006/main">
            <a:off x="5286375" y="406146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evidence: 실제 전달한 예외 문구 발췌</a:t>
            </a:r>
          </a:p>
        </p:txBody>
      </p:sp>
      <p:sp>
        <p:nvSpPr>
          <p:cNvPr id="163" name="dp45-comparison / n111 / text 4">
            <a:extLst xmlns:a="http://schemas.openxmlformats.org/drawingml/2006/main">
              <a:ext uri="{FF2B5EF4-FFF2-40B4-BE49-F238E27FC236}">
                <a16:creationId xmlns:a16="http://schemas.microsoft.com/office/drawing/2014/main" id="{C4D26E1C-2CBA-41C3-940A-D7253A6AB5A1}"/>
              </a:ext>
            </a:extLst>
          </p:cNvPr>
          <p:cNvSpPr>
            <a:spLocks xmlns:a="http://schemas.openxmlformats.org/drawingml/2006/main" noGrp="1"/>
          </p:cNvSpPr>
          <p:nvPr/>
        </p:nvSpPr>
        <p:spPr>
          <a:xfrm xmlns:a="http://schemas.openxmlformats.org/drawingml/2006/main">
            <a:off x="5286375" y="418719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  “가격이 같은 경우 유지보수 기간을 우선합니다.”</a:t>
            </a:r>
          </a:p>
        </p:txBody>
      </p:sp>
      <p:sp>
        <p:nvSpPr>
          <p:cNvPr id="164" name="dp45-comparison / n111 / text 5">
            <a:extLst xmlns:a="http://schemas.openxmlformats.org/drawingml/2006/main">
              <a:ext uri="{FF2B5EF4-FFF2-40B4-BE49-F238E27FC236}">
                <a16:creationId xmlns:a16="http://schemas.microsoft.com/office/drawing/2014/main" id="{239B69A0-26F5-4D20-9C78-EDA1CD483201}"/>
              </a:ext>
            </a:extLst>
          </p:cNvPr>
          <p:cNvSpPr>
            <a:spLocks xmlns:a="http://schemas.openxmlformats.org/drawingml/2006/main" noGrp="1"/>
          </p:cNvSpPr>
          <p:nvPr/>
        </p:nvSpPr>
        <p:spPr>
          <a:xfrm xmlns:a="http://schemas.openxmlformats.org/drawingml/2006/main">
            <a:off x="5286375" y="431292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  Task1 → 제품 비교 결과 / Task2 → 견적 결과</a:t>
            </a:r>
          </a:p>
        </p:txBody>
      </p:sp>
      <p:sp>
        <p:nvSpPr>
          <p:cNvPr id="165" name="dp45-comparison / n111 / text 6">
            <a:extLst xmlns:a="http://schemas.openxmlformats.org/drawingml/2006/main">
              <a:ext uri="{FF2B5EF4-FFF2-40B4-BE49-F238E27FC236}">
                <a16:creationId xmlns:a16="http://schemas.microsoft.com/office/drawing/2014/main" id="{9DF7004C-BB6D-43EB-B718-11BF268A40F1}"/>
              </a:ext>
            </a:extLst>
          </p:cNvPr>
          <p:cNvSpPr>
            <a:spLocks xmlns:a="http://schemas.openxmlformats.org/drawingml/2006/main" noGrp="1"/>
          </p:cNvSpPr>
          <p:nvPr/>
        </p:nvSpPr>
        <p:spPr>
          <a:xfrm xmlns:a="http://schemas.openxmlformats.org/drawingml/2006/main">
            <a:off x="5286375" y="443865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checked_revisions / read_ranges: 원본 확인 범위</a:t>
            </a:r>
          </a:p>
        </p:txBody>
      </p:sp>
      <p:sp>
        <p:nvSpPr>
          <p:cNvPr id="166" name="dp45-comparison / n112">
            <a:extLst xmlns:a="http://schemas.openxmlformats.org/drawingml/2006/main">
              <a:ext uri="{FF2B5EF4-FFF2-40B4-BE49-F238E27FC236}">
                <a16:creationId xmlns:a16="http://schemas.microsoft.com/office/drawing/2014/main" id="{A3332A62-27FF-498E-BF8E-B7EE10F440A4}"/>
              </a:ext>
            </a:extLst>
          </p:cNvPr>
          <p:cNvSpPr>
            <a:spLocks xmlns:a="http://schemas.openxmlformats.org/drawingml/2006/main" noGrp="1"/>
          </p:cNvSpPr>
          <p:nvPr/>
        </p:nvSpPr>
        <p:spPr>
          <a:xfrm xmlns:a="http://schemas.openxmlformats.org/drawingml/2006/main">
            <a:off x="1838325" y="5686425"/>
            <a:ext cx="243782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7" name="dp45-comparison / n113 / text 1">
            <a:extLst xmlns:a="http://schemas.openxmlformats.org/drawingml/2006/main">
              <a:ext uri="{FF2B5EF4-FFF2-40B4-BE49-F238E27FC236}">
                <a16:creationId xmlns:a16="http://schemas.microsoft.com/office/drawing/2014/main" id="{621DBE87-B3E5-4BA2-8572-5DD7E5935827}"/>
              </a:ext>
            </a:extLst>
          </p:cNvPr>
          <p:cNvSpPr>
            <a:spLocks xmlns:a="http://schemas.openxmlformats.org/drawingml/2006/main" noGrp="1"/>
          </p:cNvSpPr>
          <p:nvPr/>
        </p:nvSpPr>
        <p:spPr>
          <a:xfrm xmlns:a="http://schemas.openxmlformats.org/drawingml/2006/main">
            <a:off x="1857375" y="5695950"/>
            <a:ext cx="2905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선택 cache는 재사용 / 구성 책임은 이번 조회</a:t>
            </a:r>
          </a:p>
        </p:txBody>
      </p:sp>
      <p:sp>
        <p:nvSpPr>
          <p:cNvPr id="168" name="dp45-comparison / n114">
            <a:extLst xmlns:a="http://schemas.openxmlformats.org/drawingml/2006/main">
              <a:ext uri="{FF2B5EF4-FFF2-40B4-BE49-F238E27FC236}">
                <a16:creationId xmlns:a16="http://schemas.microsoft.com/office/drawing/2014/main" id="{EB19796C-BCD5-48A7-B037-0CFB1F638A43}"/>
              </a:ext>
            </a:extLst>
          </p:cNvPr>
          <p:cNvSpPr>
            <a:spLocks xmlns:a="http://schemas.openxmlformats.org/drawingml/2006/main" noGrp="1"/>
          </p:cNvSpPr>
          <p:nvPr/>
        </p:nvSpPr>
        <p:spPr>
          <a:xfrm xmlns:a="http://schemas.openxmlformats.org/drawingml/2006/main">
            <a:off x="5934075" y="5686425"/>
            <a:ext cx="21107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9" name="dp45-comparison / n115 / text 1">
            <a:extLst xmlns:a="http://schemas.openxmlformats.org/drawingml/2006/main">
              <a:ext uri="{FF2B5EF4-FFF2-40B4-BE49-F238E27FC236}">
                <a16:creationId xmlns:a16="http://schemas.microsoft.com/office/drawing/2014/main" id="{4C8E2373-7D37-4DBF-94FC-76A059872161}"/>
              </a:ext>
            </a:extLst>
          </p:cNvPr>
          <p:cNvSpPr>
            <a:spLocks xmlns:a="http://schemas.openxmlformats.org/drawingml/2006/main" noGrp="1"/>
          </p:cNvSpPr>
          <p:nvPr/>
        </p:nvSpPr>
        <p:spPr>
          <a:xfrm xmlns:a="http://schemas.openxmlformats.org/drawingml/2006/main">
            <a:off x="5953125" y="5695950"/>
            <a:ext cx="2952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이번 Query 수명의 발췌와 결과 참조</a:t>
            </a:r>
          </a:p>
        </p:txBody>
      </p:sp>
      <p:sp>
        <p:nvSpPr>
          <p:cNvPr id="170" name="dp45-comparison / n118">
            <a:extLst xmlns:a="http://schemas.openxmlformats.org/drawingml/2006/main">
              <a:ext uri="{FF2B5EF4-FFF2-40B4-BE49-F238E27FC236}">
                <a16:creationId xmlns:a16="http://schemas.microsoft.com/office/drawing/2014/main" id="{9468BECC-977D-4F38-9612-6DC41CAC3E86}"/>
              </a:ext>
            </a:extLst>
          </p:cNvPr>
          <p:cNvSpPr>
            <a:spLocks xmlns:a="http://schemas.openxmlformats.org/drawingml/2006/main" noGrp="1"/>
          </p:cNvSpPr>
          <p:nvPr/>
        </p:nvSpPr>
        <p:spPr>
          <a:xfrm xmlns:a="http://schemas.openxmlformats.org/drawingml/2006/main">
            <a:off x="1838325" y="3619500"/>
            <a:ext cx="76390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1" name="dp45-comparison / n119 / text 1">
            <a:extLst xmlns:a="http://schemas.openxmlformats.org/drawingml/2006/main">
              <a:ext uri="{FF2B5EF4-FFF2-40B4-BE49-F238E27FC236}">
                <a16:creationId xmlns:a16="http://schemas.microsoft.com/office/drawing/2014/main" id="{6BE2DFFB-1A44-4B5B-BABC-2A975EC2A1E4}"/>
              </a:ext>
            </a:extLst>
          </p:cNvPr>
          <p:cNvSpPr>
            <a:spLocks xmlns:a="http://schemas.openxmlformats.org/drawingml/2006/main" noGrp="1"/>
          </p:cNvSpPr>
          <p:nvPr/>
        </p:nvSpPr>
        <p:spPr>
          <a:xfrm xmlns:a="http://schemas.openxmlformats.org/drawingml/2006/main">
            <a:off x="1857375" y="3629025"/>
            <a:ext cx="28575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① 현재 Query1</a:t>
            </a:r>
          </a:p>
        </p:txBody>
      </p:sp>
      <p:sp>
        <p:nvSpPr>
          <p:cNvPr id="172" name="dp45-comparison / n128">
            <a:extLst xmlns:a="http://schemas.openxmlformats.org/drawingml/2006/main">
              <a:ext uri="{FF2B5EF4-FFF2-40B4-BE49-F238E27FC236}">
                <a16:creationId xmlns:a16="http://schemas.microsoft.com/office/drawing/2014/main" id="{3AD0C1D2-0C12-416C-A270-8C81ED8A361E}"/>
              </a:ext>
            </a:extLst>
          </p:cNvPr>
          <p:cNvSpPr>
            <a:spLocks xmlns:a="http://schemas.openxmlformats.org/drawingml/2006/main" noGrp="1"/>
          </p:cNvSpPr>
          <p:nvPr/>
        </p:nvSpPr>
        <p:spPr>
          <a:xfrm xmlns:a="http://schemas.openxmlformats.org/drawingml/2006/main">
            <a:off x="4648200" y="6057900"/>
            <a:ext cx="130625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3" name="dp45-comparison / n129 / text 1">
            <a:extLst xmlns:a="http://schemas.openxmlformats.org/drawingml/2006/main">
              <a:ext uri="{FF2B5EF4-FFF2-40B4-BE49-F238E27FC236}">
                <a16:creationId xmlns:a16="http://schemas.microsoft.com/office/drawing/2014/main" id="{836629C7-1D5E-4D72-8B22-03FFC702E686}"/>
              </a:ext>
            </a:extLst>
          </p:cNvPr>
          <p:cNvSpPr>
            <a:spLocks xmlns:a="http://schemas.openxmlformats.org/drawingml/2006/main" noGrp="1"/>
          </p:cNvSpPr>
          <p:nvPr/>
        </p:nvSpPr>
        <p:spPr>
          <a:xfrm xmlns:a="http://schemas.openxmlformats.org/drawingml/2006/main">
            <a:off x="4667250" y="6067425"/>
            <a:ext cx="15716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필요한 과거 의미만 가공</a:t>
            </a:r>
          </a:p>
        </p:txBody>
      </p:sp>
      <p:sp>
        <p:nvSpPr>
          <p:cNvPr id="174" name="dp45-comparison / n131">
            <a:extLst xmlns:a="http://schemas.openxmlformats.org/drawingml/2006/main">
              <a:ext uri="{FF2B5EF4-FFF2-40B4-BE49-F238E27FC236}">
                <a16:creationId xmlns:a16="http://schemas.microsoft.com/office/drawing/2014/main" id="{705130BC-336C-430D-808E-D610320183BA}"/>
              </a:ext>
            </a:extLst>
          </p:cNvPr>
          <p:cNvSpPr>
            <a:spLocks xmlns:a="http://schemas.openxmlformats.org/drawingml/2006/main" noGrp="1"/>
          </p:cNvSpPr>
          <p:nvPr/>
        </p:nvSpPr>
        <p:spPr>
          <a:xfrm xmlns:a="http://schemas.openxmlformats.org/drawingml/2006/main">
            <a:off x="1647825" y="64770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5" name="dp45-comparison / n132 / text 1">
            <a:extLst xmlns:a="http://schemas.openxmlformats.org/drawingml/2006/main">
              <a:ext uri="{FF2B5EF4-FFF2-40B4-BE49-F238E27FC236}">
                <a16:creationId xmlns:a16="http://schemas.microsoft.com/office/drawing/2014/main" id="{548E5018-9B7F-43FD-A523-F08B3B54E2DD}"/>
              </a:ext>
            </a:extLst>
          </p:cNvPr>
          <p:cNvSpPr>
            <a:spLocks xmlns:a="http://schemas.openxmlformats.org/drawingml/2006/main" noGrp="1"/>
          </p:cNvSpPr>
          <p:nvPr/>
        </p:nvSpPr>
        <p:spPr>
          <a:xfrm xmlns:a="http://schemas.openxmlformats.org/drawingml/2006/main">
            <a:off x="1666875" y="648652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생산 시점과 조회 경로</a:t>
            </a:r>
          </a:p>
        </p:txBody>
      </p:sp>
      <p:sp>
        <p:nvSpPr>
          <p:cNvPr id="176" name="dp45-comparison / n149">
            <a:extLst xmlns:a="http://schemas.openxmlformats.org/drawingml/2006/main">
              <a:ext uri="{FF2B5EF4-FFF2-40B4-BE49-F238E27FC236}">
                <a16:creationId xmlns:a16="http://schemas.microsoft.com/office/drawing/2014/main" id="{B08B07F4-792B-409E-8B63-5B553F6841B2}"/>
              </a:ext>
            </a:extLst>
          </p:cNvPr>
          <p:cNvSpPr>
            <a:spLocks xmlns:a="http://schemas.openxmlformats.org/drawingml/2006/main" noGrp="1"/>
          </p:cNvSpPr>
          <p:nvPr/>
        </p:nvSpPr>
        <p:spPr>
          <a:xfrm xmlns:a="http://schemas.openxmlformats.org/drawingml/2006/main">
            <a:off x="1647825" y="7058025"/>
            <a:ext cx="261137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7" name="dp45-comparison / n150 / text 1">
            <a:extLst xmlns:a="http://schemas.openxmlformats.org/drawingml/2006/main">
              <a:ext uri="{FF2B5EF4-FFF2-40B4-BE49-F238E27FC236}">
                <a16:creationId xmlns:a16="http://schemas.microsoft.com/office/drawing/2014/main" id="{8423EEFF-ECE6-43D5-A1C4-5B1A8FBBCB8E}"/>
              </a:ext>
            </a:extLst>
          </p:cNvPr>
          <p:cNvSpPr>
            <a:spLocks xmlns:a="http://schemas.openxmlformats.org/drawingml/2006/main" noGrp="1"/>
          </p:cNvSpPr>
          <p:nvPr/>
        </p:nvSpPr>
        <p:spPr>
          <a:xfrm xmlns:a="http://schemas.openxmlformats.org/drawingml/2006/main">
            <a:off x="1666875" y="7067550"/>
            <a:ext cx="7524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A의 cache 허용 / Request별 구성 책임 유지</a:t>
            </a:r>
          </a:p>
        </p:txBody>
      </p:sp>
      <p:sp>
        <p:nvSpPr>
          <p:cNvPr id="178" name="dp45-comparison / n151">
            <a:extLst xmlns:a="http://schemas.openxmlformats.org/drawingml/2006/main">
              <a:ext uri="{FF2B5EF4-FFF2-40B4-BE49-F238E27FC236}">
                <a16:creationId xmlns:a16="http://schemas.microsoft.com/office/drawing/2014/main" id="{43EC3A52-F7C3-4A46-A7FC-63C690A97D39}"/>
              </a:ext>
            </a:extLst>
          </p:cNvPr>
          <p:cNvSpPr>
            <a:spLocks xmlns:a="http://schemas.openxmlformats.org/drawingml/2006/main" noGrp="1"/>
          </p:cNvSpPr>
          <p:nvPr/>
        </p:nvSpPr>
        <p:spPr>
          <a:xfrm xmlns:a="http://schemas.openxmlformats.org/drawingml/2006/main">
            <a:off x="9953625" y="2409825"/>
            <a:ext cx="23812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9" name="dp45-comparison / n152 / text 1">
            <a:extLst xmlns:a="http://schemas.openxmlformats.org/drawingml/2006/main">
              <a:ext uri="{FF2B5EF4-FFF2-40B4-BE49-F238E27FC236}">
                <a16:creationId xmlns:a16="http://schemas.microsoft.com/office/drawing/2014/main" id="{8636BF89-7B1E-4368-8206-5F0C4C1FB383}"/>
              </a:ext>
            </a:extLst>
          </p:cNvPr>
          <p:cNvSpPr>
            <a:spLocks xmlns:a="http://schemas.openxmlformats.org/drawingml/2006/main" noGrp="1"/>
          </p:cNvSpPr>
          <p:nvPr/>
        </p:nvSpPr>
        <p:spPr>
          <a:xfrm xmlns:a="http://schemas.openxmlformats.org/drawingml/2006/main">
            <a:off x="10039350" y="2456974"/>
            <a:ext cx="2209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180" name="dp45-comparison / n153">
            <a:extLst xmlns:a="http://schemas.openxmlformats.org/drawingml/2006/main">
              <a:ext uri="{FF2B5EF4-FFF2-40B4-BE49-F238E27FC236}">
                <a16:creationId xmlns:a16="http://schemas.microsoft.com/office/drawing/2014/main" id="{6EC4F673-E2C2-43B2-B697-E2EE241C594E}"/>
              </a:ext>
            </a:extLst>
          </p:cNvPr>
          <p:cNvSpPr>
            <a:spLocks xmlns:a="http://schemas.openxmlformats.org/drawingml/2006/main" noGrp="1"/>
          </p:cNvSpPr>
          <p:nvPr/>
        </p:nvSpPr>
        <p:spPr>
          <a:xfrm xmlns:a="http://schemas.openxmlformats.org/drawingml/2006/main">
            <a:off x="12858750" y="2409825"/>
            <a:ext cx="22383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1" name="dp45-comparison / n154 / text 1">
            <a:extLst xmlns:a="http://schemas.openxmlformats.org/drawingml/2006/main">
              <a:ext uri="{FF2B5EF4-FFF2-40B4-BE49-F238E27FC236}">
                <a16:creationId xmlns:a16="http://schemas.microsoft.com/office/drawing/2014/main" id="{6495A675-693C-4F28-988E-7ACA97515859}"/>
              </a:ext>
            </a:extLst>
          </p:cNvPr>
          <p:cNvSpPr>
            <a:spLocks xmlns:a="http://schemas.openxmlformats.org/drawingml/2006/main" noGrp="1"/>
          </p:cNvSpPr>
          <p:nvPr/>
        </p:nvSpPr>
        <p:spPr>
          <a:xfrm xmlns:a="http://schemas.openxmlformats.org/drawingml/2006/main">
            <a:off x="12944475" y="2456974"/>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Manager</a:t>
            </a:r>
          </a:p>
        </p:txBody>
      </p:sp>
      <p:sp>
        <p:nvSpPr>
          <p:cNvPr id="182" name="dp45-comparison / n155">
            <a:extLst xmlns:a="http://schemas.openxmlformats.org/drawingml/2006/main">
              <a:ext uri="{FF2B5EF4-FFF2-40B4-BE49-F238E27FC236}">
                <a16:creationId xmlns:a16="http://schemas.microsoft.com/office/drawing/2014/main" id="{2E1B5D6F-4C30-4CF7-B4F4-4F353A279A65}"/>
              </a:ext>
            </a:extLst>
          </p:cNvPr>
          <p:cNvSpPr>
            <a:spLocks xmlns:a="http://schemas.openxmlformats.org/drawingml/2006/main" noGrp="1"/>
          </p:cNvSpPr>
          <p:nvPr/>
        </p:nvSpPr>
        <p:spPr>
          <a:xfrm xmlns:a="http://schemas.openxmlformats.org/drawingml/2006/main">
            <a:off x="15382875" y="2409825"/>
            <a:ext cx="2190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3" name="dp45-comparison / n156 / text 1">
            <a:extLst xmlns:a="http://schemas.openxmlformats.org/drawingml/2006/main">
              <a:ext uri="{FF2B5EF4-FFF2-40B4-BE49-F238E27FC236}">
                <a16:creationId xmlns:a16="http://schemas.microsoft.com/office/drawing/2014/main" id="{257BBBB3-F678-4B12-9543-32A4BA289539}"/>
              </a:ext>
            </a:extLst>
          </p:cNvPr>
          <p:cNvSpPr>
            <a:spLocks xmlns:a="http://schemas.openxmlformats.org/drawingml/2006/main" noGrp="1"/>
          </p:cNvSpPr>
          <p:nvPr/>
        </p:nvSpPr>
        <p:spPr>
          <a:xfrm xmlns:a="http://schemas.openxmlformats.org/drawingml/2006/main">
            <a:off x="15468600" y="2450783"/>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184" name="dp45-comparison / n167">
            <a:extLst xmlns:a="http://schemas.openxmlformats.org/drawingml/2006/main">
              <a:ext uri="{FF2B5EF4-FFF2-40B4-BE49-F238E27FC236}">
                <a16:creationId xmlns:a16="http://schemas.microsoft.com/office/drawing/2014/main" id="{E706695E-7DEC-4B8F-A240-603F887FBA48}"/>
              </a:ext>
            </a:extLst>
          </p:cNvPr>
          <p:cNvSpPr>
            <a:spLocks xmlns:a="http://schemas.openxmlformats.org/drawingml/2006/main" noGrp="1"/>
          </p:cNvSpPr>
          <p:nvPr/>
        </p:nvSpPr>
        <p:spPr>
          <a:xfrm xmlns:a="http://schemas.openxmlformats.org/drawingml/2006/main">
            <a:off x="9858375" y="3276600"/>
            <a:ext cx="7715250" cy="27051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5" name="dp45-comparison / n168 / text 1">
            <a:extLst xmlns:a="http://schemas.openxmlformats.org/drawingml/2006/main">
              <a:ext uri="{FF2B5EF4-FFF2-40B4-BE49-F238E27FC236}">
                <a16:creationId xmlns:a16="http://schemas.microsoft.com/office/drawing/2014/main" id="{CB7C9EC6-7D0F-433F-A501-6AD7A0A650D3}"/>
              </a:ext>
            </a:extLst>
          </p:cNvPr>
          <p:cNvSpPr>
            <a:spLocks xmlns:a="http://schemas.openxmlformats.org/drawingml/2006/main" noGrp="1"/>
          </p:cNvSpPr>
          <p:nvPr/>
        </p:nvSpPr>
        <p:spPr>
          <a:xfrm xmlns:a="http://schemas.openxmlformats.org/drawingml/2006/main">
            <a:off x="9982200" y="337185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Context Manager</a:t>
            </a:r>
          </a:p>
        </p:txBody>
      </p:sp>
      <p:sp>
        <p:nvSpPr>
          <p:cNvPr id="186" name="dp45-comparison / n169">
            <a:extLst xmlns:a="http://schemas.openxmlformats.org/drawingml/2006/main">
              <a:ext uri="{FF2B5EF4-FFF2-40B4-BE49-F238E27FC236}">
                <a16:creationId xmlns:a16="http://schemas.microsoft.com/office/drawing/2014/main" id="{D39F3957-9892-4035-A086-D889DB62345D}"/>
              </a:ext>
            </a:extLst>
          </p:cNvPr>
          <p:cNvSpPr>
            <a:spLocks xmlns:a="http://schemas.openxmlformats.org/drawingml/2006/main" noGrp="1"/>
          </p:cNvSpPr>
          <p:nvPr/>
        </p:nvSpPr>
        <p:spPr>
          <a:xfrm xmlns:a="http://schemas.openxmlformats.org/drawingml/2006/main">
            <a:off x="10144125" y="3752850"/>
            <a:ext cx="2571750"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187" name="dp45-comparison / n170 / text 1">
            <a:extLst xmlns:a="http://schemas.openxmlformats.org/drawingml/2006/main">
              <a:ext uri="{FF2B5EF4-FFF2-40B4-BE49-F238E27FC236}">
                <a16:creationId xmlns:a16="http://schemas.microsoft.com/office/drawing/2014/main" id="{9687A112-085F-48C2-8283-571270A45389}"/>
              </a:ext>
            </a:extLst>
          </p:cNvPr>
          <p:cNvSpPr>
            <a:spLocks xmlns:a="http://schemas.openxmlformats.org/drawingml/2006/main" noGrp="1"/>
          </p:cNvSpPr>
          <p:nvPr/>
        </p:nvSpPr>
        <p:spPr>
          <a:xfrm xmlns:a="http://schemas.openxmlformats.org/drawingml/2006/main">
            <a:off x="10229850" y="3816191"/>
            <a:ext cx="24003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Memory Publisher</a:t>
            </a:r>
          </a:p>
        </p:txBody>
      </p:sp>
      <p:sp>
        <p:nvSpPr>
          <p:cNvPr id="188" name="dp45-comparison / n171">
            <a:extLst xmlns:a="http://schemas.openxmlformats.org/drawingml/2006/main">
              <a:ext uri="{FF2B5EF4-FFF2-40B4-BE49-F238E27FC236}">
                <a16:creationId xmlns:a16="http://schemas.microsoft.com/office/drawing/2014/main" id="{D2907041-AC72-4271-83A0-6C97C21AFC79}"/>
              </a:ext>
            </a:extLst>
          </p:cNvPr>
          <p:cNvSpPr>
            <a:spLocks xmlns:a="http://schemas.openxmlformats.org/drawingml/2006/main" noGrp="1"/>
          </p:cNvSpPr>
          <p:nvPr/>
        </p:nvSpPr>
        <p:spPr>
          <a:xfrm xmlns:a="http://schemas.openxmlformats.org/drawingml/2006/main">
            <a:off x="14239875" y="3752850"/>
            <a:ext cx="2952750" cy="4000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89" name="dp45-comparison / n172 / text 1">
            <a:extLst xmlns:a="http://schemas.openxmlformats.org/drawingml/2006/main">
              <a:ext uri="{FF2B5EF4-FFF2-40B4-BE49-F238E27FC236}">
                <a16:creationId xmlns:a16="http://schemas.microsoft.com/office/drawing/2014/main" id="{9F9FD49F-D339-4A46-A2C9-CE57A1E41674}"/>
              </a:ext>
            </a:extLst>
          </p:cNvPr>
          <p:cNvSpPr>
            <a:spLocks xmlns:a="http://schemas.openxmlformats.org/drawingml/2006/main" noGrp="1"/>
          </p:cNvSpPr>
          <p:nvPr/>
        </p:nvSpPr>
        <p:spPr>
          <a:xfrm xmlns:a="http://schemas.openxmlformats.org/drawingml/2006/main">
            <a:off x="14325600" y="3867150"/>
            <a:ext cx="2781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0">
                <a:solidFill>
                  <a:srgbClr val="18232E"/>
                </a:solidFill>
                <a:latin typeface="Apple SD Gothic Neo"/>
                <a:ea typeface="Apple SD Gothic Neo"/>
                <a:cs typeface="Apple SD Gothic Neo"/>
              </a:defRPr>
            </a:pPr>
            <a:r>
              <a:rPr sz="1125" b="0">
                <a:solidFill>
                  <a:srgbClr val="18232E"/>
                </a:solidFill>
                <a:latin typeface="Apple SD Gothic Neo"/>
                <a:ea typeface="Apple SD Gothic Neo"/>
                <a:cs typeface="Apple SD Gothic Neo"/>
              </a:rPr>
              <a:t>Episodic Memory Repository</a:t>
            </a:r>
          </a:p>
        </p:txBody>
      </p:sp>
      <p:sp>
        <p:nvSpPr>
          <p:cNvPr id="190" name="dp45-comparison / n173">
            <a:extLst xmlns:a="http://schemas.openxmlformats.org/drawingml/2006/main">
              <a:ext uri="{FF2B5EF4-FFF2-40B4-BE49-F238E27FC236}">
                <a16:creationId xmlns:a16="http://schemas.microsoft.com/office/drawing/2014/main" id="{8BC7608E-7A77-49B8-890E-E7C2818EB1D8}"/>
              </a:ext>
            </a:extLst>
          </p:cNvPr>
          <p:cNvSpPr>
            <a:spLocks xmlns:a="http://schemas.openxmlformats.org/drawingml/2006/main" noGrp="1"/>
          </p:cNvSpPr>
          <p:nvPr/>
        </p:nvSpPr>
        <p:spPr>
          <a:xfrm xmlns:a="http://schemas.openxmlformats.org/drawingml/2006/main">
            <a:off x="10144125" y="5219700"/>
            <a:ext cx="2571750"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191" name="dp45-comparison / n174 / text 1">
            <a:extLst xmlns:a="http://schemas.openxmlformats.org/drawingml/2006/main">
              <a:ext uri="{FF2B5EF4-FFF2-40B4-BE49-F238E27FC236}">
                <a16:creationId xmlns:a16="http://schemas.microsoft.com/office/drawing/2014/main" id="{B075F96F-013A-4344-B1DA-9852D6628E4B}"/>
              </a:ext>
            </a:extLst>
          </p:cNvPr>
          <p:cNvSpPr>
            <a:spLocks xmlns:a="http://schemas.openxmlformats.org/drawingml/2006/main" noGrp="1"/>
          </p:cNvSpPr>
          <p:nvPr/>
        </p:nvSpPr>
        <p:spPr>
          <a:xfrm xmlns:a="http://schemas.openxmlformats.org/drawingml/2006/main">
            <a:off x="10229850" y="5283041"/>
            <a:ext cx="24003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Evidence Reader</a:t>
            </a:r>
          </a:p>
        </p:txBody>
      </p:sp>
      <p:sp>
        <p:nvSpPr>
          <p:cNvPr id="192" name="dp45-comparison / n175">
            <a:extLst xmlns:a="http://schemas.openxmlformats.org/drawingml/2006/main">
              <a:ext uri="{FF2B5EF4-FFF2-40B4-BE49-F238E27FC236}">
                <a16:creationId xmlns:a16="http://schemas.microsoft.com/office/drawing/2014/main" id="{10520312-7F77-4BC1-8EAF-BAE548DEEC77}"/>
              </a:ext>
            </a:extLst>
          </p:cNvPr>
          <p:cNvSpPr>
            <a:spLocks xmlns:a="http://schemas.openxmlformats.org/drawingml/2006/main" noGrp="1"/>
          </p:cNvSpPr>
          <p:nvPr/>
        </p:nvSpPr>
        <p:spPr>
          <a:xfrm xmlns:a="http://schemas.openxmlformats.org/drawingml/2006/main">
            <a:off x="14239875" y="5476875"/>
            <a:ext cx="2952750" cy="314325"/>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93" name="dp45-comparison / n176 / text 1">
            <a:extLst xmlns:a="http://schemas.openxmlformats.org/drawingml/2006/main">
              <a:ext uri="{FF2B5EF4-FFF2-40B4-BE49-F238E27FC236}">
                <a16:creationId xmlns:a16="http://schemas.microsoft.com/office/drawing/2014/main" id="{41554905-691F-467A-9918-187617BE496B}"/>
              </a:ext>
            </a:extLst>
          </p:cNvPr>
          <p:cNvSpPr>
            <a:spLocks xmlns:a="http://schemas.openxmlformats.org/drawingml/2006/main" noGrp="1"/>
          </p:cNvSpPr>
          <p:nvPr/>
        </p:nvSpPr>
        <p:spPr>
          <a:xfrm xmlns:a="http://schemas.openxmlformats.org/drawingml/2006/main">
            <a:off x="14325600" y="5542598"/>
            <a:ext cx="2781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Coverage State</a:t>
            </a:r>
          </a:p>
        </p:txBody>
      </p:sp>
      <p:sp>
        <p:nvSpPr>
          <p:cNvPr id="194" name="dp45-comparison / n177 / path">
            <a:extLst xmlns:a="http://schemas.openxmlformats.org/drawingml/2006/main">
              <a:ext uri="{FF2B5EF4-FFF2-40B4-BE49-F238E27FC236}">
                <a16:creationId xmlns:a16="http://schemas.microsoft.com/office/drawing/2014/main" id="{93BF67B7-D8A8-4204-98AA-465604A7DC28}"/>
              </a:ext>
            </a:extLst>
          </p:cNvPr>
          <p:cNvSpPr>
            <a:spLocks xmlns:a="http://schemas.openxmlformats.org/drawingml/2006/main" noGrp="1"/>
          </p:cNvSpPr>
          <p:nvPr/>
        </p:nvSpPr>
        <p:spPr>
          <a:xfrm xmlns:a="http://schemas.openxmlformats.org/drawingml/2006/main">
            <a:off x="12115800" y="2714625"/>
            <a:ext cx="2762250" cy="1038225"/>
          </a:xfrm>
          <a:custGeom xmlns:a="http://schemas.openxmlformats.org/drawingml/2006/main">
            <a:pathLst>
              <a:path w="2762250" h="1038225">
                <a:moveTo>
                  <a:pt x="2762250" y="0"/>
                </a:moveTo>
                <a:lnTo>
                  <a:pt x="2762250" y="352425"/>
                </a:lnTo>
                <a:lnTo>
                  <a:pt x="0" y="352425"/>
                </a:lnTo>
                <a:lnTo>
                  <a:pt x="0" y="1038225"/>
                </a:lnTo>
              </a:path>
            </a:pathLst>
          </a:custGeom>
          <a:noFill xmlns:a="http://schemas.openxmlformats.org/drawingml/2006/main"/>
          <a:ln xmlns:a="http://schemas.openxmlformats.org/drawingml/2006/main" w="10478">
            <a:solidFill>
              <a:srgbClr val="B8753F"/>
            </a:solidFill>
            <a:prstDash val="solid"/>
          </a:ln>
        </p:spPr>
      </p:sp>
      <p:sp>
        <p:nvSpPr>
          <p:cNvPr id="195" name="dp45-comparison / n177 / arrow">
            <a:extLst xmlns:a="http://schemas.openxmlformats.org/drawingml/2006/main">
              <a:ext uri="{FF2B5EF4-FFF2-40B4-BE49-F238E27FC236}">
                <a16:creationId xmlns:a16="http://schemas.microsoft.com/office/drawing/2014/main" id="{4053A6D1-16B1-4A34-A76E-5C844299892A}"/>
              </a:ext>
            </a:extLst>
          </p:cNvPr>
          <p:cNvSpPr>
            <a:spLocks xmlns:a="http://schemas.openxmlformats.org/drawingml/2006/main" noGrp="1"/>
          </p:cNvSpPr>
          <p:nvPr/>
        </p:nvSpPr>
        <p:spPr>
          <a:xfrm xmlns:a="http://schemas.openxmlformats.org/drawingml/2006/main">
            <a:off x="12082272"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96" name="dp45-comparison / n178 / path">
            <a:extLst xmlns:a="http://schemas.openxmlformats.org/drawingml/2006/main">
              <a:ext uri="{FF2B5EF4-FFF2-40B4-BE49-F238E27FC236}">
                <a16:creationId xmlns:a16="http://schemas.microsoft.com/office/drawing/2014/main" id="{6E463AD7-D536-48C2-8DD4-BE7FCB759D1E}"/>
              </a:ext>
            </a:extLst>
          </p:cNvPr>
          <p:cNvSpPr>
            <a:spLocks xmlns:a="http://schemas.openxmlformats.org/drawingml/2006/main" noGrp="1"/>
          </p:cNvSpPr>
          <p:nvPr/>
        </p:nvSpPr>
        <p:spPr>
          <a:xfrm xmlns:a="http://schemas.openxmlformats.org/drawingml/2006/main">
            <a:off x="12192000" y="2714625"/>
            <a:ext cx="2762250" cy="1038225"/>
          </a:xfrm>
          <a:custGeom xmlns:a="http://schemas.openxmlformats.org/drawingml/2006/main">
            <a:pathLst>
              <a:path w="2762250" h="1038225">
                <a:moveTo>
                  <a:pt x="0" y="1038225"/>
                </a:moveTo>
                <a:lnTo>
                  <a:pt x="0" y="419100"/>
                </a:lnTo>
                <a:lnTo>
                  <a:pt x="2762250" y="419100"/>
                </a:lnTo>
                <a:lnTo>
                  <a:pt x="2762250" y="0"/>
                </a:lnTo>
              </a:path>
            </a:pathLst>
          </a:custGeom>
          <a:noFill xmlns:a="http://schemas.openxmlformats.org/drawingml/2006/main"/>
          <a:ln xmlns:a="http://schemas.openxmlformats.org/drawingml/2006/main" w="10478">
            <a:solidFill>
              <a:srgbClr val="000000"/>
            </a:solidFill>
            <a:prstDash val="solid"/>
          </a:ln>
        </p:spPr>
      </p:sp>
      <p:sp>
        <p:nvSpPr>
          <p:cNvPr id="197" name="dp45-comparison / n178 / arrow">
            <a:extLst xmlns:a="http://schemas.openxmlformats.org/drawingml/2006/main">
              <a:ext uri="{FF2B5EF4-FFF2-40B4-BE49-F238E27FC236}">
                <a16:creationId xmlns:a16="http://schemas.microsoft.com/office/drawing/2014/main" id="{4196867E-E749-4D7E-86B1-B4B6B452FB50}"/>
              </a:ext>
            </a:extLst>
          </p:cNvPr>
          <p:cNvSpPr>
            <a:spLocks xmlns:a="http://schemas.openxmlformats.org/drawingml/2006/main" noGrp="1"/>
          </p:cNvSpPr>
          <p:nvPr/>
        </p:nvSpPr>
        <p:spPr>
          <a:xfrm xmlns:a="http://schemas.openxmlformats.org/drawingml/2006/main">
            <a:off x="14920722"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98" name="dp45-comparison / n179 / path">
            <a:extLst xmlns:a="http://schemas.openxmlformats.org/drawingml/2006/main">
              <a:ext uri="{FF2B5EF4-FFF2-40B4-BE49-F238E27FC236}">
                <a16:creationId xmlns:a16="http://schemas.microsoft.com/office/drawing/2014/main" id="{4532F4F0-9C3E-4DA4-9A48-72C390EF0342}"/>
              </a:ext>
            </a:extLst>
          </p:cNvPr>
          <p:cNvSpPr>
            <a:spLocks xmlns:a="http://schemas.openxmlformats.org/drawingml/2006/main" noGrp="1"/>
          </p:cNvSpPr>
          <p:nvPr/>
        </p:nvSpPr>
        <p:spPr>
          <a:xfrm xmlns:a="http://schemas.openxmlformats.org/drawingml/2006/main">
            <a:off x="12230100" y="2714625"/>
            <a:ext cx="2762250" cy="1038225"/>
          </a:xfrm>
          <a:custGeom xmlns:a="http://schemas.openxmlformats.org/drawingml/2006/main">
            <a:pathLst>
              <a:path w="2762250" h="1038225">
                <a:moveTo>
                  <a:pt x="2762250" y="0"/>
                </a:moveTo>
                <a:lnTo>
                  <a:pt x="2762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199" name="dp45-comparison / n179 / arrow">
            <a:extLst xmlns:a="http://schemas.openxmlformats.org/drawingml/2006/main">
              <a:ext uri="{FF2B5EF4-FFF2-40B4-BE49-F238E27FC236}">
                <a16:creationId xmlns:a16="http://schemas.microsoft.com/office/drawing/2014/main" id="{9BB4BF67-C686-40D0-8B04-E009CAB536BA}"/>
              </a:ext>
            </a:extLst>
          </p:cNvPr>
          <p:cNvSpPr>
            <a:spLocks xmlns:a="http://schemas.openxmlformats.org/drawingml/2006/main" noGrp="1"/>
          </p:cNvSpPr>
          <p:nvPr/>
        </p:nvSpPr>
        <p:spPr>
          <a:xfrm xmlns:a="http://schemas.openxmlformats.org/drawingml/2006/main">
            <a:off x="12196572"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00" name="dp45-comparison / n180 / path">
            <a:extLst xmlns:a="http://schemas.openxmlformats.org/drawingml/2006/main">
              <a:ext uri="{FF2B5EF4-FFF2-40B4-BE49-F238E27FC236}">
                <a16:creationId xmlns:a16="http://schemas.microsoft.com/office/drawing/2014/main" id="{D6D37C51-166B-4272-955E-BF7B987880B2}"/>
              </a:ext>
            </a:extLst>
          </p:cNvPr>
          <p:cNvSpPr>
            <a:spLocks xmlns:a="http://schemas.openxmlformats.org/drawingml/2006/main" noGrp="1"/>
          </p:cNvSpPr>
          <p:nvPr/>
        </p:nvSpPr>
        <p:spPr>
          <a:xfrm xmlns:a="http://schemas.openxmlformats.org/drawingml/2006/main">
            <a:off x="12353925" y="2714625"/>
            <a:ext cx="5048250" cy="1038225"/>
          </a:xfrm>
          <a:custGeom xmlns:a="http://schemas.openxmlformats.org/drawingml/2006/main">
            <a:pathLst>
              <a:path w="5048250" h="1038225">
                <a:moveTo>
                  <a:pt x="5048250" y="0"/>
                </a:moveTo>
                <a:lnTo>
                  <a:pt x="5048250" y="352425"/>
                </a:lnTo>
                <a:lnTo>
                  <a:pt x="0" y="352425"/>
                </a:lnTo>
                <a:lnTo>
                  <a:pt x="0" y="1038225"/>
                </a:lnTo>
              </a:path>
            </a:pathLst>
          </a:custGeom>
          <a:noFill xmlns:a="http://schemas.openxmlformats.org/drawingml/2006/main"/>
          <a:ln xmlns:a="http://schemas.openxmlformats.org/drawingml/2006/main" w="10478">
            <a:solidFill>
              <a:srgbClr val="B8753F"/>
            </a:solidFill>
            <a:prstDash val="solid"/>
          </a:ln>
        </p:spPr>
      </p:sp>
      <p:sp>
        <p:nvSpPr>
          <p:cNvPr id="201" name="dp45-comparison / n180 / arrow">
            <a:extLst xmlns:a="http://schemas.openxmlformats.org/drawingml/2006/main">
              <a:ext uri="{FF2B5EF4-FFF2-40B4-BE49-F238E27FC236}">
                <a16:creationId xmlns:a16="http://schemas.microsoft.com/office/drawing/2014/main" id="{95CEFA2D-FA13-47A3-9FF0-08C4EC4FE3FD}"/>
              </a:ext>
            </a:extLst>
          </p:cNvPr>
          <p:cNvSpPr>
            <a:spLocks xmlns:a="http://schemas.openxmlformats.org/drawingml/2006/main" noGrp="1"/>
          </p:cNvSpPr>
          <p:nvPr/>
        </p:nvSpPr>
        <p:spPr>
          <a:xfrm xmlns:a="http://schemas.openxmlformats.org/drawingml/2006/main">
            <a:off x="12320397"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02" name="dp45-comparison / n181 / path">
            <a:extLst xmlns:a="http://schemas.openxmlformats.org/drawingml/2006/main">
              <a:ext uri="{FF2B5EF4-FFF2-40B4-BE49-F238E27FC236}">
                <a16:creationId xmlns:a16="http://schemas.microsoft.com/office/drawing/2014/main" id="{6700B2C6-7C62-4BE6-8E8F-05AE52507155}"/>
              </a:ext>
            </a:extLst>
          </p:cNvPr>
          <p:cNvSpPr>
            <a:spLocks xmlns:a="http://schemas.openxmlformats.org/drawingml/2006/main" noGrp="1"/>
          </p:cNvSpPr>
          <p:nvPr/>
        </p:nvSpPr>
        <p:spPr>
          <a:xfrm xmlns:a="http://schemas.openxmlformats.org/drawingml/2006/main">
            <a:off x="12430125" y="2714625"/>
            <a:ext cx="5048250" cy="1038225"/>
          </a:xfrm>
          <a:custGeom xmlns:a="http://schemas.openxmlformats.org/drawingml/2006/main">
            <a:pathLst>
              <a:path w="5048250" h="1038225">
                <a:moveTo>
                  <a:pt x="0" y="1038225"/>
                </a:moveTo>
                <a:lnTo>
                  <a:pt x="0" y="419100"/>
                </a:lnTo>
                <a:lnTo>
                  <a:pt x="5048250" y="419100"/>
                </a:lnTo>
                <a:lnTo>
                  <a:pt x="5048250" y="0"/>
                </a:lnTo>
              </a:path>
            </a:pathLst>
          </a:custGeom>
          <a:noFill xmlns:a="http://schemas.openxmlformats.org/drawingml/2006/main"/>
          <a:ln xmlns:a="http://schemas.openxmlformats.org/drawingml/2006/main" w="10478">
            <a:solidFill>
              <a:srgbClr val="000000"/>
            </a:solidFill>
            <a:prstDash val="solid"/>
          </a:ln>
        </p:spPr>
      </p:sp>
      <p:sp>
        <p:nvSpPr>
          <p:cNvPr id="203" name="dp45-comparison / n181 / arrow">
            <a:extLst xmlns:a="http://schemas.openxmlformats.org/drawingml/2006/main">
              <a:ext uri="{FF2B5EF4-FFF2-40B4-BE49-F238E27FC236}">
                <a16:creationId xmlns:a16="http://schemas.microsoft.com/office/drawing/2014/main" id="{3E846120-FCC1-444C-89C8-CEEDC416455D}"/>
              </a:ext>
            </a:extLst>
          </p:cNvPr>
          <p:cNvSpPr>
            <a:spLocks xmlns:a="http://schemas.openxmlformats.org/drawingml/2006/main" noGrp="1"/>
          </p:cNvSpPr>
          <p:nvPr/>
        </p:nvSpPr>
        <p:spPr>
          <a:xfrm xmlns:a="http://schemas.openxmlformats.org/drawingml/2006/main">
            <a:off x="17444847"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04" name="dp45-comparison / n182 / path">
            <a:extLst xmlns:a="http://schemas.openxmlformats.org/drawingml/2006/main">
              <a:ext uri="{FF2B5EF4-FFF2-40B4-BE49-F238E27FC236}">
                <a16:creationId xmlns:a16="http://schemas.microsoft.com/office/drawing/2014/main" id="{1E09B9D3-E6BD-48D3-9A5B-4817513DC73C}"/>
              </a:ext>
            </a:extLst>
          </p:cNvPr>
          <p:cNvSpPr>
            <a:spLocks xmlns:a="http://schemas.openxmlformats.org/drawingml/2006/main" noGrp="1"/>
          </p:cNvSpPr>
          <p:nvPr/>
        </p:nvSpPr>
        <p:spPr>
          <a:xfrm xmlns:a="http://schemas.openxmlformats.org/drawingml/2006/main">
            <a:off x="12468225" y="2714625"/>
            <a:ext cx="5048250" cy="1038225"/>
          </a:xfrm>
          <a:custGeom xmlns:a="http://schemas.openxmlformats.org/drawingml/2006/main">
            <a:pathLst>
              <a:path w="5048250" h="1038225">
                <a:moveTo>
                  <a:pt x="5048250" y="0"/>
                </a:moveTo>
                <a:lnTo>
                  <a:pt x="5048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205" name="dp45-comparison / n182 / arrow">
            <a:extLst xmlns:a="http://schemas.openxmlformats.org/drawingml/2006/main">
              <a:ext uri="{FF2B5EF4-FFF2-40B4-BE49-F238E27FC236}">
                <a16:creationId xmlns:a16="http://schemas.microsoft.com/office/drawing/2014/main" id="{DD6FFD08-D797-4D4F-B080-4A4A7A959427}"/>
              </a:ext>
            </a:extLst>
          </p:cNvPr>
          <p:cNvSpPr>
            <a:spLocks xmlns:a="http://schemas.openxmlformats.org/drawingml/2006/main" noGrp="1"/>
          </p:cNvSpPr>
          <p:nvPr/>
        </p:nvSpPr>
        <p:spPr>
          <a:xfrm xmlns:a="http://schemas.openxmlformats.org/drawingml/2006/main">
            <a:off x="12434697"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06" name="dp45-comparison / n185 / path">
            <a:extLst xmlns:a="http://schemas.openxmlformats.org/drawingml/2006/main">
              <a:ext uri="{FF2B5EF4-FFF2-40B4-BE49-F238E27FC236}">
                <a16:creationId xmlns:a16="http://schemas.microsoft.com/office/drawing/2014/main" id="{1149D72C-604C-4235-8B01-F4E902963BEF}"/>
              </a:ext>
            </a:extLst>
          </p:cNvPr>
          <p:cNvSpPr>
            <a:spLocks xmlns:a="http://schemas.openxmlformats.org/drawingml/2006/main" noGrp="1"/>
          </p:cNvSpPr>
          <p:nvPr/>
        </p:nvSpPr>
        <p:spPr>
          <a:xfrm xmlns:a="http://schemas.openxmlformats.org/drawingml/2006/main">
            <a:off x="12715875" y="3895725"/>
            <a:ext cx="1524000" cy="953"/>
          </a:xfrm>
          <a:custGeom xmlns:a="http://schemas.openxmlformats.org/drawingml/2006/main">
            <a:pathLst>
              <a:path w="1524000" h="953">
                <a:moveTo>
                  <a:pt x="0" y="0"/>
                </a:moveTo>
                <a:lnTo>
                  <a:pt x="1524000" y="0"/>
                </a:lnTo>
              </a:path>
            </a:pathLst>
          </a:custGeom>
          <a:noFill xmlns:a="http://schemas.openxmlformats.org/drawingml/2006/main"/>
          <a:ln xmlns:a="http://schemas.openxmlformats.org/drawingml/2006/main" w="10478">
            <a:solidFill>
              <a:srgbClr val="B8753F"/>
            </a:solidFill>
            <a:prstDash val="solid"/>
          </a:ln>
        </p:spPr>
      </p:sp>
      <p:sp>
        <p:nvSpPr>
          <p:cNvPr id="207" name="dp45-comparison / n185 / arrow">
            <a:extLst xmlns:a="http://schemas.openxmlformats.org/drawingml/2006/main">
              <a:ext uri="{FF2B5EF4-FFF2-40B4-BE49-F238E27FC236}">
                <a16:creationId xmlns:a16="http://schemas.microsoft.com/office/drawing/2014/main" id="{CDEB8E80-538E-44BE-981C-C305668DB88C}"/>
              </a:ext>
            </a:extLst>
          </p:cNvPr>
          <p:cNvSpPr>
            <a:spLocks xmlns:a="http://schemas.openxmlformats.org/drawingml/2006/main" noGrp="1"/>
          </p:cNvSpPr>
          <p:nvPr/>
        </p:nvSpPr>
        <p:spPr>
          <a:xfrm xmlns:a="http://schemas.openxmlformats.org/drawingml/2006/main">
            <a:off x="14172819" y="38621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08" name="dp45-comparison / n186 / path">
            <a:extLst xmlns:a="http://schemas.openxmlformats.org/drawingml/2006/main">
              <a:ext uri="{FF2B5EF4-FFF2-40B4-BE49-F238E27FC236}">
                <a16:creationId xmlns:a16="http://schemas.microsoft.com/office/drawing/2014/main" id="{04F9B421-3963-4DF9-916F-DAE5855C5D0B}"/>
              </a:ext>
            </a:extLst>
          </p:cNvPr>
          <p:cNvSpPr>
            <a:spLocks xmlns:a="http://schemas.openxmlformats.org/drawingml/2006/main" noGrp="1"/>
          </p:cNvSpPr>
          <p:nvPr/>
        </p:nvSpPr>
        <p:spPr>
          <a:xfrm xmlns:a="http://schemas.openxmlformats.org/drawingml/2006/main">
            <a:off x="12715875" y="4029075"/>
            <a:ext cx="1524000" cy="1528763"/>
          </a:xfrm>
          <a:custGeom xmlns:a="http://schemas.openxmlformats.org/drawingml/2006/main">
            <a:pathLst>
              <a:path w="1524000" h="1528763">
                <a:moveTo>
                  <a:pt x="0" y="0"/>
                </a:moveTo>
                <a:lnTo>
                  <a:pt x="1314450" y="0"/>
                </a:lnTo>
                <a:lnTo>
                  <a:pt x="1314450" y="1528763"/>
                </a:lnTo>
                <a:lnTo>
                  <a:pt x="1524000" y="1528763"/>
                </a:lnTo>
              </a:path>
            </a:pathLst>
          </a:custGeom>
          <a:noFill xmlns:a="http://schemas.openxmlformats.org/drawingml/2006/main"/>
          <a:ln xmlns:a="http://schemas.openxmlformats.org/drawingml/2006/main" w="10478">
            <a:solidFill>
              <a:srgbClr val="B8753F"/>
            </a:solidFill>
            <a:prstDash val="solid"/>
          </a:ln>
        </p:spPr>
      </p:sp>
      <p:sp>
        <p:nvSpPr>
          <p:cNvPr id="209" name="dp45-comparison / n186 / arrow">
            <a:extLst xmlns:a="http://schemas.openxmlformats.org/drawingml/2006/main">
              <a:ext uri="{FF2B5EF4-FFF2-40B4-BE49-F238E27FC236}">
                <a16:creationId xmlns:a16="http://schemas.microsoft.com/office/drawing/2014/main" id="{7BC62C66-638A-427B-BCFB-77627E75BCAC}"/>
              </a:ext>
            </a:extLst>
          </p:cNvPr>
          <p:cNvSpPr>
            <a:spLocks xmlns:a="http://schemas.openxmlformats.org/drawingml/2006/main" noGrp="1"/>
          </p:cNvSpPr>
          <p:nvPr/>
        </p:nvSpPr>
        <p:spPr>
          <a:xfrm xmlns:a="http://schemas.openxmlformats.org/drawingml/2006/main">
            <a:off x="14172819" y="55243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10" name="dp45-comparison / n189 / path">
            <a:extLst xmlns:a="http://schemas.openxmlformats.org/drawingml/2006/main">
              <a:ext uri="{FF2B5EF4-FFF2-40B4-BE49-F238E27FC236}">
                <a16:creationId xmlns:a16="http://schemas.microsoft.com/office/drawing/2014/main" id="{2D022BF1-E7B0-4930-B761-453485BF1309}"/>
              </a:ext>
            </a:extLst>
          </p:cNvPr>
          <p:cNvSpPr>
            <a:spLocks xmlns:a="http://schemas.openxmlformats.org/drawingml/2006/main" noGrp="1"/>
          </p:cNvSpPr>
          <p:nvPr/>
        </p:nvSpPr>
        <p:spPr>
          <a:xfrm xmlns:a="http://schemas.openxmlformats.org/drawingml/2006/main">
            <a:off x="12715875" y="4152900"/>
            <a:ext cx="3000375" cy="1171575"/>
          </a:xfrm>
          <a:custGeom xmlns:a="http://schemas.openxmlformats.org/drawingml/2006/main">
            <a:pathLst>
              <a:path w="3000375" h="1171575">
                <a:moveTo>
                  <a:pt x="0" y="1171575"/>
                </a:moveTo>
                <a:lnTo>
                  <a:pt x="857250" y="1171575"/>
                </a:lnTo>
                <a:lnTo>
                  <a:pt x="857250" y="66675"/>
                </a:lnTo>
                <a:lnTo>
                  <a:pt x="3000375" y="66675"/>
                </a:lnTo>
                <a:lnTo>
                  <a:pt x="3000375" y="0"/>
                </a:lnTo>
              </a:path>
            </a:pathLst>
          </a:custGeom>
          <a:noFill xmlns:a="http://schemas.openxmlformats.org/drawingml/2006/main"/>
          <a:ln xmlns:a="http://schemas.openxmlformats.org/drawingml/2006/main" w="10478">
            <a:solidFill>
              <a:srgbClr val="B8753F"/>
            </a:solidFill>
            <a:prstDash val="solid"/>
          </a:ln>
        </p:spPr>
      </p:sp>
      <p:sp>
        <p:nvSpPr>
          <p:cNvPr id="211" name="dp45-comparison / n189 / arrow">
            <a:extLst xmlns:a="http://schemas.openxmlformats.org/drawingml/2006/main">
              <a:ext uri="{FF2B5EF4-FFF2-40B4-BE49-F238E27FC236}">
                <a16:creationId xmlns:a16="http://schemas.microsoft.com/office/drawing/2014/main" id="{ED127208-0267-4092-9D0A-2B4EF2BBD541}"/>
              </a:ext>
            </a:extLst>
          </p:cNvPr>
          <p:cNvSpPr>
            <a:spLocks xmlns:a="http://schemas.openxmlformats.org/drawingml/2006/main" noGrp="1"/>
          </p:cNvSpPr>
          <p:nvPr/>
        </p:nvSpPr>
        <p:spPr>
          <a:xfrm xmlns:a="http://schemas.openxmlformats.org/drawingml/2006/main">
            <a:off x="15682722" y="41529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212" name="dp45-comparison / n190 / path">
            <a:extLst xmlns:a="http://schemas.openxmlformats.org/drawingml/2006/main">
              <a:ext uri="{FF2B5EF4-FFF2-40B4-BE49-F238E27FC236}">
                <a16:creationId xmlns:a16="http://schemas.microsoft.com/office/drawing/2014/main" id="{FC473A24-F05D-4CAB-8415-FBDBF3E999A1}"/>
              </a:ext>
            </a:extLst>
          </p:cNvPr>
          <p:cNvSpPr>
            <a:spLocks xmlns:a="http://schemas.openxmlformats.org/drawingml/2006/main" noGrp="1"/>
          </p:cNvSpPr>
          <p:nvPr/>
        </p:nvSpPr>
        <p:spPr>
          <a:xfrm xmlns:a="http://schemas.openxmlformats.org/drawingml/2006/main">
            <a:off x="12715875" y="4152900"/>
            <a:ext cx="3143250" cy="1285875"/>
          </a:xfrm>
          <a:custGeom xmlns:a="http://schemas.openxmlformats.org/drawingml/2006/main">
            <a:pathLst>
              <a:path w="3143250" h="1285875">
                <a:moveTo>
                  <a:pt x="3143250" y="0"/>
                </a:moveTo>
                <a:lnTo>
                  <a:pt x="3143250" y="104775"/>
                </a:lnTo>
                <a:lnTo>
                  <a:pt x="952500" y="104775"/>
                </a:lnTo>
                <a:lnTo>
                  <a:pt x="952500" y="1285875"/>
                </a:lnTo>
                <a:lnTo>
                  <a:pt x="0" y="1285875"/>
                </a:lnTo>
              </a:path>
            </a:pathLst>
          </a:custGeom>
          <a:noFill xmlns:a="http://schemas.openxmlformats.org/drawingml/2006/main"/>
          <a:ln xmlns:a="http://schemas.openxmlformats.org/drawingml/2006/main" w="10478">
            <a:solidFill>
              <a:srgbClr val="B8753F"/>
            </a:solidFill>
            <a:prstDash val="dash"/>
          </a:ln>
        </p:spPr>
      </p:sp>
      <p:sp>
        <p:nvSpPr>
          <p:cNvPr id="213" name="dp45-comparison / n190 / arrow">
            <a:extLst xmlns:a="http://schemas.openxmlformats.org/drawingml/2006/main">
              <a:ext uri="{FF2B5EF4-FFF2-40B4-BE49-F238E27FC236}">
                <a16:creationId xmlns:a16="http://schemas.microsoft.com/office/drawing/2014/main" id="{41DD1958-3963-4B87-82B0-2446A7AA31D4}"/>
              </a:ext>
            </a:extLst>
          </p:cNvPr>
          <p:cNvSpPr>
            <a:spLocks xmlns:a="http://schemas.openxmlformats.org/drawingml/2006/main" noGrp="1"/>
          </p:cNvSpPr>
          <p:nvPr/>
        </p:nvSpPr>
        <p:spPr>
          <a:xfrm xmlns:a="http://schemas.openxmlformats.org/drawingml/2006/main">
            <a:off x="12715875" y="54052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214" name="dp45-comparison / n191 / path">
            <a:extLst xmlns:a="http://schemas.openxmlformats.org/drawingml/2006/main">
              <a:ext uri="{FF2B5EF4-FFF2-40B4-BE49-F238E27FC236}">
                <a16:creationId xmlns:a16="http://schemas.microsoft.com/office/drawing/2014/main" id="{C143E3D8-C3FC-4BFE-A740-97519E3FFC8D}"/>
              </a:ext>
            </a:extLst>
          </p:cNvPr>
          <p:cNvSpPr>
            <a:spLocks xmlns:a="http://schemas.openxmlformats.org/drawingml/2006/main" noGrp="1"/>
          </p:cNvSpPr>
          <p:nvPr/>
        </p:nvSpPr>
        <p:spPr>
          <a:xfrm xmlns:a="http://schemas.openxmlformats.org/drawingml/2006/main">
            <a:off x="12715875" y="5524500"/>
            <a:ext cx="1524000" cy="109538"/>
          </a:xfrm>
          <a:custGeom xmlns:a="http://schemas.openxmlformats.org/drawingml/2006/main">
            <a:pathLst>
              <a:path w="1524000" h="109538">
                <a:moveTo>
                  <a:pt x="1524000" y="109538"/>
                </a:moveTo>
                <a:lnTo>
                  <a:pt x="285750" y="109538"/>
                </a:lnTo>
                <a:lnTo>
                  <a:pt x="285750" y="0"/>
                </a:lnTo>
                <a:lnTo>
                  <a:pt x="0" y="0"/>
                </a:lnTo>
              </a:path>
            </a:pathLst>
          </a:custGeom>
          <a:noFill xmlns:a="http://schemas.openxmlformats.org/drawingml/2006/main"/>
          <a:ln xmlns:a="http://schemas.openxmlformats.org/drawingml/2006/main" w="10478">
            <a:solidFill>
              <a:srgbClr val="B8753F"/>
            </a:solidFill>
            <a:prstDash val="dash"/>
          </a:ln>
        </p:spPr>
      </p:sp>
      <p:sp>
        <p:nvSpPr>
          <p:cNvPr id="215" name="dp45-comparison / n191 / arrow">
            <a:extLst xmlns:a="http://schemas.openxmlformats.org/drawingml/2006/main">
              <a:ext uri="{FF2B5EF4-FFF2-40B4-BE49-F238E27FC236}">
                <a16:creationId xmlns:a16="http://schemas.microsoft.com/office/drawing/2014/main" id="{3A54109F-E1E0-4784-A015-FBD3E03926CD}"/>
              </a:ext>
            </a:extLst>
          </p:cNvPr>
          <p:cNvSpPr>
            <a:spLocks xmlns:a="http://schemas.openxmlformats.org/drawingml/2006/main" noGrp="1"/>
          </p:cNvSpPr>
          <p:nvPr/>
        </p:nvSpPr>
        <p:spPr>
          <a:xfrm xmlns:a="http://schemas.openxmlformats.org/drawingml/2006/main">
            <a:off x="12715875" y="54909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216" name="dp45-comparison / n192 / path">
            <a:extLst xmlns:a="http://schemas.openxmlformats.org/drawingml/2006/main">
              <a:ext uri="{FF2B5EF4-FFF2-40B4-BE49-F238E27FC236}">
                <a16:creationId xmlns:a16="http://schemas.microsoft.com/office/drawing/2014/main" id="{AB71D392-F97F-44F2-B681-3350E7F20776}"/>
              </a:ext>
            </a:extLst>
          </p:cNvPr>
          <p:cNvSpPr>
            <a:spLocks xmlns:a="http://schemas.openxmlformats.org/drawingml/2006/main" noGrp="1"/>
          </p:cNvSpPr>
          <p:nvPr/>
        </p:nvSpPr>
        <p:spPr>
          <a:xfrm xmlns:a="http://schemas.openxmlformats.org/drawingml/2006/main">
            <a:off x="11191875" y="4114800"/>
            <a:ext cx="953" cy="1104900"/>
          </a:xfrm>
          <a:custGeom xmlns:a="http://schemas.openxmlformats.org/drawingml/2006/main">
            <a:pathLst>
              <a:path w="953" h="1104900">
                <a:moveTo>
                  <a:pt x="0" y="1104900"/>
                </a:moveTo>
                <a:lnTo>
                  <a:pt x="0" y="0"/>
                </a:lnTo>
              </a:path>
            </a:pathLst>
          </a:custGeom>
          <a:noFill xmlns:a="http://schemas.openxmlformats.org/drawingml/2006/main"/>
          <a:ln xmlns:a="http://schemas.openxmlformats.org/drawingml/2006/main" w="10478">
            <a:solidFill>
              <a:srgbClr val="B8753F"/>
            </a:solidFill>
            <a:prstDash val="solid"/>
          </a:ln>
        </p:spPr>
      </p:sp>
      <p:sp>
        <p:nvSpPr>
          <p:cNvPr id="217" name="dp45-comparison / n192 / arrow">
            <a:extLst xmlns:a="http://schemas.openxmlformats.org/drawingml/2006/main">
              <a:ext uri="{FF2B5EF4-FFF2-40B4-BE49-F238E27FC236}">
                <a16:creationId xmlns:a16="http://schemas.microsoft.com/office/drawing/2014/main" id="{F3E14F75-CCAD-4FEB-8C6A-77526C1F692E}"/>
              </a:ext>
            </a:extLst>
          </p:cNvPr>
          <p:cNvSpPr>
            <a:spLocks xmlns:a="http://schemas.openxmlformats.org/drawingml/2006/main" noGrp="1"/>
          </p:cNvSpPr>
          <p:nvPr/>
        </p:nvSpPr>
        <p:spPr>
          <a:xfrm xmlns:a="http://schemas.openxmlformats.org/drawingml/2006/main">
            <a:off x="11158347" y="41148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218" name="dp45-comparison / n193 / path">
            <a:extLst xmlns:a="http://schemas.openxmlformats.org/drawingml/2006/main">
              <a:ext uri="{FF2B5EF4-FFF2-40B4-BE49-F238E27FC236}">
                <a16:creationId xmlns:a16="http://schemas.microsoft.com/office/drawing/2014/main" id="{D6B1500F-350F-41F9-8D56-4C14EF301046}"/>
              </a:ext>
            </a:extLst>
          </p:cNvPr>
          <p:cNvSpPr>
            <a:spLocks xmlns:a="http://schemas.openxmlformats.org/drawingml/2006/main" noGrp="1"/>
          </p:cNvSpPr>
          <p:nvPr/>
        </p:nvSpPr>
        <p:spPr>
          <a:xfrm xmlns:a="http://schemas.openxmlformats.org/drawingml/2006/main">
            <a:off x="11668125" y="4114800"/>
            <a:ext cx="953" cy="1104900"/>
          </a:xfrm>
          <a:custGeom xmlns:a="http://schemas.openxmlformats.org/drawingml/2006/main">
            <a:pathLst>
              <a:path w="953" h="1104900">
                <a:moveTo>
                  <a:pt x="0" y="0"/>
                </a:moveTo>
                <a:lnTo>
                  <a:pt x="0" y="1104900"/>
                </a:lnTo>
              </a:path>
            </a:pathLst>
          </a:custGeom>
          <a:noFill xmlns:a="http://schemas.openxmlformats.org/drawingml/2006/main"/>
          <a:ln xmlns:a="http://schemas.openxmlformats.org/drawingml/2006/main" w="10478">
            <a:solidFill>
              <a:srgbClr val="B8753F"/>
            </a:solidFill>
            <a:prstDash val="dash"/>
          </a:ln>
        </p:spPr>
      </p:sp>
      <p:sp>
        <p:nvSpPr>
          <p:cNvPr id="219" name="dp45-comparison / n193 / arrow">
            <a:extLst xmlns:a="http://schemas.openxmlformats.org/drawingml/2006/main">
              <a:ext uri="{FF2B5EF4-FFF2-40B4-BE49-F238E27FC236}">
                <a16:creationId xmlns:a16="http://schemas.microsoft.com/office/drawing/2014/main" id="{17DFEA02-8F02-401C-869E-A2EB0101F5E6}"/>
              </a:ext>
            </a:extLst>
          </p:cNvPr>
          <p:cNvSpPr>
            <a:spLocks xmlns:a="http://schemas.openxmlformats.org/drawingml/2006/main" noGrp="1"/>
          </p:cNvSpPr>
          <p:nvPr/>
        </p:nvSpPr>
        <p:spPr>
          <a:xfrm xmlns:a="http://schemas.openxmlformats.org/drawingml/2006/main">
            <a:off x="11634597" y="51526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20" name="dp45-comparison / n202 / path">
            <a:extLst xmlns:a="http://schemas.openxmlformats.org/drawingml/2006/main">
              <a:ext uri="{FF2B5EF4-FFF2-40B4-BE49-F238E27FC236}">
                <a16:creationId xmlns:a16="http://schemas.microsoft.com/office/drawing/2014/main" id="{C89E4A97-9F93-441F-BAD3-F145D49F8E05}"/>
              </a:ext>
            </a:extLst>
          </p:cNvPr>
          <p:cNvSpPr>
            <a:spLocks xmlns:a="http://schemas.openxmlformats.org/drawingml/2006/main" noGrp="1"/>
          </p:cNvSpPr>
          <p:nvPr/>
        </p:nvSpPr>
        <p:spPr>
          <a:xfrm xmlns:a="http://schemas.openxmlformats.org/drawingml/2006/main">
            <a:off x="12382500" y="2638425"/>
            <a:ext cx="5324475" cy="3267075"/>
          </a:xfrm>
          <a:custGeom xmlns:a="http://schemas.openxmlformats.org/drawingml/2006/main">
            <a:pathLst>
              <a:path w="5324475" h="3267075">
                <a:moveTo>
                  <a:pt x="0" y="2943225"/>
                </a:moveTo>
                <a:lnTo>
                  <a:pt x="0" y="3267075"/>
                </a:lnTo>
                <a:lnTo>
                  <a:pt x="5324475" y="3267075"/>
                </a:lnTo>
                <a:lnTo>
                  <a:pt x="5324475" y="0"/>
                </a:lnTo>
                <a:lnTo>
                  <a:pt x="5191125" y="0"/>
                </a:lnTo>
              </a:path>
            </a:pathLst>
          </a:custGeom>
          <a:noFill xmlns:a="http://schemas.openxmlformats.org/drawingml/2006/main"/>
          <a:ln xmlns:a="http://schemas.openxmlformats.org/drawingml/2006/main" w="10478">
            <a:solidFill>
              <a:srgbClr val="000000"/>
            </a:solidFill>
            <a:prstDash val="solid"/>
          </a:ln>
        </p:spPr>
      </p:sp>
      <p:sp>
        <p:nvSpPr>
          <p:cNvPr id="221" name="dp45-comparison / n202 / arrow">
            <a:extLst xmlns:a="http://schemas.openxmlformats.org/drawingml/2006/main">
              <a:ext uri="{FF2B5EF4-FFF2-40B4-BE49-F238E27FC236}">
                <a16:creationId xmlns:a16="http://schemas.microsoft.com/office/drawing/2014/main" id="{19867B68-643F-47E7-AA9A-EBE238B7F8AD}"/>
              </a:ext>
            </a:extLst>
          </p:cNvPr>
          <p:cNvSpPr>
            <a:spLocks xmlns:a="http://schemas.openxmlformats.org/drawingml/2006/main" noGrp="1"/>
          </p:cNvSpPr>
          <p:nvPr/>
        </p:nvSpPr>
        <p:spPr>
          <a:xfrm xmlns:a="http://schemas.openxmlformats.org/drawingml/2006/main">
            <a:off x="17573625" y="26048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22" name="dp45-comparison / n203 / path">
            <a:extLst xmlns:a="http://schemas.openxmlformats.org/drawingml/2006/main">
              <a:ext uri="{FF2B5EF4-FFF2-40B4-BE49-F238E27FC236}">
                <a16:creationId xmlns:a16="http://schemas.microsoft.com/office/drawing/2014/main" id="{038B9093-1453-4B8B-A0B2-C29B86CB8F02}"/>
              </a:ext>
            </a:extLst>
          </p:cNvPr>
          <p:cNvSpPr>
            <a:spLocks xmlns:a="http://schemas.openxmlformats.org/drawingml/2006/main" noGrp="1"/>
          </p:cNvSpPr>
          <p:nvPr/>
        </p:nvSpPr>
        <p:spPr>
          <a:xfrm xmlns:a="http://schemas.openxmlformats.org/drawingml/2006/main">
            <a:off x="12430125" y="2686050"/>
            <a:ext cx="5324475" cy="3248025"/>
          </a:xfrm>
          <a:custGeom xmlns:a="http://schemas.openxmlformats.org/drawingml/2006/main">
            <a:pathLst>
              <a:path w="5324475" h="3248025">
                <a:moveTo>
                  <a:pt x="5143500" y="0"/>
                </a:moveTo>
                <a:lnTo>
                  <a:pt x="5324475" y="0"/>
                </a:lnTo>
                <a:lnTo>
                  <a:pt x="5324475" y="3248025"/>
                </a:lnTo>
                <a:lnTo>
                  <a:pt x="0" y="3248025"/>
                </a:lnTo>
                <a:lnTo>
                  <a:pt x="0" y="2895600"/>
                </a:lnTo>
              </a:path>
            </a:pathLst>
          </a:custGeom>
          <a:noFill xmlns:a="http://schemas.openxmlformats.org/drawingml/2006/main"/>
          <a:ln xmlns:a="http://schemas.openxmlformats.org/drawingml/2006/main" w="10478">
            <a:solidFill>
              <a:srgbClr val="000000"/>
            </a:solidFill>
            <a:prstDash val="dash"/>
          </a:ln>
        </p:spPr>
      </p:sp>
      <p:sp>
        <p:nvSpPr>
          <p:cNvPr id="223" name="dp45-comparison / n203 / arrow">
            <a:extLst xmlns:a="http://schemas.openxmlformats.org/drawingml/2006/main">
              <a:ext uri="{FF2B5EF4-FFF2-40B4-BE49-F238E27FC236}">
                <a16:creationId xmlns:a16="http://schemas.microsoft.com/office/drawing/2014/main" id="{4C98CD25-5881-4B62-9C00-F956A6F17309}"/>
              </a:ext>
            </a:extLst>
          </p:cNvPr>
          <p:cNvSpPr>
            <a:spLocks xmlns:a="http://schemas.openxmlformats.org/drawingml/2006/main" noGrp="1"/>
          </p:cNvSpPr>
          <p:nvPr/>
        </p:nvSpPr>
        <p:spPr>
          <a:xfrm xmlns:a="http://schemas.openxmlformats.org/drawingml/2006/main">
            <a:off x="12396597" y="558165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24" name="dp45-comparison / n204 / path">
            <a:extLst xmlns:a="http://schemas.openxmlformats.org/drawingml/2006/main">
              <a:ext uri="{FF2B5EF4-FFF2-40B4-BE49-F238E27FC236}">
                <a16:creationId xmlns:a16="http://schemas.microsoft.com/office/drawing/2014/main" id="{0DB8C0FA-9C7E-4A34-BB5C-418FAB5CA908}"/>
              </a:ext>
            </a:extLst>
          </p:cNvPr>
          <p:cNvSpPr>
            <a:spLocks xmlns:a="http://schemas.openxmlformats.org/drawingml/2006/main" noGrp="1"/>
          </p:cNvSpPr>
          <p:nvPr/>
        </p:nvSpPr>
        <p:spPr>
          <a:xfrm xmlns:a="http://schemas.openxmlformats.org/drawingml/2006/main">
            <a:off x="12715875" y="2714625"/>
            <a:ext cx="4886325" cy="2590800"/>
          </a:xfrm>
          <a:custGeom xmlns:a="http://schemas.openxmlformats.org/drawingml/2006/main">
            <a:pathLst>
              <a:path w="4886325" h="2590800">
                <a:moveTo>
                  <a:pt x="0" y="2590800"/>
                </a:moveTo>
                <a:lnTo>
                  <a:pt x="4886325" y="2590800"/>
                </a:lnTo>
                <a:lnTo>
                  <a:pt x="4886325" y="419100"/>
                </a:lnTo>
                <a:lnTo>
                  <a:pt x="2309813" y="419100"/>
                </a:lnTo>
                <a:lnTo>
                  <a:pt x="2309813" y="0"/>
                </a:lnTo>
              </a:path>
            </a:pathLst>
          </a:custGeom>
          <a:noFill xmlns:a="http://schemas.openxmlformats.org/drawingml/2006/main"/>
          <a:ln xmlns:a="http://schemas.openxmlformats.org/drawingml/2006/main" w="10478">
            <a:solidFill>
              <a:srgbClr val="000000"/>
            </a:solidFill>
            <a:prstDash val="solid"/>
          </a:ln>
        </p:spPr>
      </p:sp>
      <p:sp>
        <p:nvSpPr>
          <p:cNvPr id="225" name="dp45-comparison / n204 / arrow">
            <a:extLst xmlns:a="http://schemas.openxmlformats.org/drawingml/2006/main">
              <a:ext uri="{FF2B5EF4-FFF2-40B4-BE49-F238E27FC236}">
                <a16:creationId xmlns:a16="http://schemas.microsoft.com/office/drawing/2014/main" id="{325E768D-A7AE-48B3-8CC1-E3C47C1E20B4}"/>
              </a:ext>
            </a:extLst>
          </p:cNvPr>
          <p:cNvSpPr>
            <a:spLocks xmlns:a="http://schemas.openxmlformats.org/drawingml/2006/main" noGrp="1"/>
          </p:cNvSpPr>
          <p:nvPr/>
        </p:nvSpPr>
        <p:spPr>
          <a:xfrm xmlns:a="http://schemas.openxmlformats.org/drawingml/2006/main">
            <a:off x="14992160"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26" name="dp45-comparison / n205 / path">
            <a:extLst xmlns:a="http://schemas.openxmlformats.org/drawingml/2006/main">
              <a:ext uri="{FF2B5EF4-FFF2-40B4-BE49-F238E27FC236}">
                <a16:creationId xmlns:a16="http://schemas.microsoft.com/office/drawing/2014/main" id="{126F19C3-A584-4001-9A69-E0CBB3F50D33}"/>
              </a:ext>
            </a:extLst>
          </p:cNvPr>
          <p:cNvSpPr>
            <a:spLocks xmlns:a="http://schemas.openxmlformats.org/drawingml/2006/main" noGrp="1"/>
          </p:cNvSpPr>
          <p:nvPr/>
        </p:nvSpPr>
        <p:spPr>
          <a:xfrm xmlns:a="http://schemas.openxmlformats.org/drawingml/2006/main">
            <a:off x="12715875" y="2714625"/>
            <a:ext cx="4924425" cy="2628900"/>
          </a:xfrm>
          <a:custGeom xmlns:a="http://schemas.openxmlformats.org/drawingml/2006/main">
            <a:pathLst>
              <a:path w="4924425" h="2628900">
                <a:moveTo>
                  <a:pt x="2347913" y="0"/>
                </a:moveTo>
                <a:lnTo>
                  <a:pt x="2347913" y="457200"/>
                </a:lnTo>
                <a:lnTo>
                  <a:pt x="4924425" y="457200"/>
                </a:lnTo>
                <a:lnTo>
                  <a:pt x="4924425" y="2628900"/>
                </a:lnTo>
                <a:lnTo>
                  <a:pt x="0" y="2628900"/>
                </a:lnTo>
              </a:path>
            </a:pathLst>
          </a:custGeom>
          <a:noFill xmlns:a="http://schemas.openxmlformats.org/drawingml/2006/main"/>
          <a:ln xmlns:a="http://schemas.openxmlformats.org/drawingml/2006/main" w="10478">
            <a:solidFill>
              <a:srgbClr val="000000"/>
            </a:solidFill>
            <a:prstDash val="dash"/>
          </a:ln>
        </p:spPr>
      </p:sp>
      <p:sp>
        <p:nvSpPr>
          <p:cNvPr id="227" name="dp45-comparison / n205 / arrow">
            <a:extLst xmlns:a="http://schemas.openxmlformats.org/drawingml/2006/main">
              <a:ext uri="{FF2B5EF4-FFF2-40B4-BE49-F238E27FC236}">
                <a16:creationId xmlns:a16="http://schemas.microsoft.com/office/drawing/2014/main" id="{D44ECB59-309D-442E-A0F2-4249C73C4A58}"/>
              </a:ext>
            </a:extLst>
          </p:cNvPr>
          <p:cNvSpPr>
            <a:spLocks xmlns:a="http://schemas.openxmlformats.org/drawingml/2006/main" noGrp="1"/>
          </p:cNvSpPr>
          <p:nvPr/>
        </p:nvSpPr>
        <p:spPr>
          <a:xfrm xmlns:a="http://schemas.openxmlformats.org/drawingml/2006/main">
            <a:off x="12715875" y="53099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28" name="dp45-comparison / n208 / path">
            <a:extLst xmlns:a="http://schemas.openxmlformats.org/drawingml/2006/main">
              <a:ext uri="{FF2B5EF4-FFF2-40B4-BE49-F238E27FC236}">
                <a16:creationId xmlns:a16="http://schemas.microsoft.com/office/drawing/2014/main" id="{FD026BAB-4C6B-4E7E-A59B-B79B58074E1C}"/>
              </a:ext>
            </a:extLst>
          </p:cNvPr>
          <p:cNvSpPr>
            <a:spLocks xmlns:a="http://schemas.openxmlformats.org/drawingml/2006/main" noGrp="1"/>
          </p:cNvSpPr>
          <p:nvPr/>
        </p:nvSpPr>
        <p:spPr>
          <a:xfrm xmlns:a="http://schemas.openxmlformats.org/drawingml/2006/main">
            <a:off x="9734550" y="2562225"/>
            <a:ext cx="409575" cy="2838450"/>
          </a:xfrm>
          <a:custGeom xmlns:a="http://schemas.openxmlformats.org/drawingml/2006/main">
            <a:pathLst>
              <a:path w="409575" h="2838450">
                <a:moveTo>
                  <a:pt x="219075" y="0"/>
                </a:moveTo>
                <a:lnTo>
                  <a:pt x="0" y="0"/>
                </a:lnTo>
                <a:lnTo>
                  <a:pt x="0" y="2838450"/>
                </a:lnTo>
                <a:lnTo>
                  <a:pt x="409575" y="2838450"/>
                </a:lnTo>
              </a:path>
            </a:pathLst>
          </a:custGeom>
          <a:noFill xmlns:a="http://schemas.openxmlformats.org/drawingml/2006/main"/>
          <a:ln xmlns:a="http://schemas.openxmlformats.org/drawingml/2006/main" w="10478">
            <a:solidFill>
              <a:srgbClr val="B8753F"/>
            </a:solidFill>
            <a:prstDash val="solid"/>
          </a:ln>
        </p:spPr>
      </p:sp>
      <p:sp>
        <p:nvSpPr>
          <p:cNvPr id="229" name="dp45-comparison / n208 / arrow">
            <a:extLst xmlns:a="http://schemas.openxmlformats.org/drawingml/2006/main">
              <a:ext uri="{FF2B5EF4-FFF2-40B4-BE49-F238E27FC236}">
                <a16:creationId xmlns:a16="http://schemas.microsoft.com/office/drawing/2014/main" id="{32F0770F-910D-4350-8F93-F63EA392F739}"/>
              </a:ext>
            </a:extLst>
          </p:cNvPr>
          <p:cNvSpPr>
            <a:spLocks xmlns:a="http://schemas.openxmlformats.org/drawingml/2006/main" noGrp="1"/>
          </p:cNvSpPr>
          <p:nvPr/>
        </p:nvSpPr>
        <p:spPr>
          <a:xfrm xmlns:a="http://schemas.openxmlformats.org/drawingml/2006/main">
            <a:off x="10077069" y="53671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0" name="dp45-comparison / n209 / path">
            <a:extLst xmlns:a="http://schemas.openxmlformats.org/drawingml/2006/main">
              <a:ext uri="{FF2B5EF4-FFF2-40B4-BE49-F238E27FC236}">
                <a16:creationId xmlns:a16="http://schemas.microsoft.com/office/drawing/2014/main" id="{4B7B2657-E2F1-471E-809E-77E131184D5A}"/>
              </a:ext>
            </a:extLst>
          </p:cNvPr>
          <p:cNvSpPr>
            <a:spLocks xmlns:a="http://schemas.openxmlformats.org/drawingml/2006/main" noGrp="1"/>
          </p:cNvSpPr>
          <p:nvPr/>
        </p:nvSpPr>
        <p:spPr>
          <a:xfrm xmlns:a="http://schemas.openxmlformats.org/drawingml/2006/main">
            <a:off x="9810750" y="2638425"/>
            <a:ext cx="333375" cy="2847975"/>
          </a:xfrm>
          <a:custGeom xmlns:a="http://schemas.openxmlformats.org/drawingml/2006/main">
            <a:pathLst>
              <a:path w="333375" h="2847975">
                <a:moveTo>
                  <a:pt x="333375" y="2847975"/>
                </a:moveTo>
                <a:lnTo>
                  <a:pt x="0" y="2847975"/>
                </a:lnTo>
                <a:lnTo>
                  <a:pt x="0" y="0"/>
                </a:lnTo>
                <a:lnTo>
                  <a:pt x="142875" y="0"/>
                </a:lnTo>
              </a:path>
            </a:pathLst>
          </a:custGeom>
          <a:noFill xmlns:a="http://schemas.openxmlformats.org/drawingml/2006/main"/>
          <a:ln xmlns:a="http://schemas.openxmlformats.org/drawingml/2006/main" w="10478">
            <a:solidFill>
              <a:srgbClr val="B8753F"/>
            </a:solidFill>
            <a:prstDash val="dash"/>
          </a:ln>
        </p:spPr>
      </p:sp>
      <p:sp>
        <p:nvSpPr>
          <p:cNvPr id="231" name="dp45-comparison / n209 / arrow">
            <a:extLst xmlns:a="http://schemas.openxmlformats.org/drawingml/2006/main">
              <a:ext uri="{FF2B5EF4-FFF2-40B4-BE49-F238E27FC236}">
                <a16:creationId xmlns:a16="http://schemas.microsoft.com/office/drawing/2014/main" id="{E7070D22-4680-445B-9EB5-0104AB0C37B5}"/>
              </a:ext>
            </a:extLst>
          </p:cNvPr>
          <p:cNvSpPr>
            <a:spLocks xmlns:a="http://schemas.openxmlformats.org/drawingml/2006/main" noGrp="1"/>
          </p:cNvSpPr>
          <p:nvPr/>
        </p:nvSpPr>
        <p:spPr>
          <a:xfrm xmlns:a="http://schemas.openxmlformats.org/drawingml/2006/main">
            <a:off x="9886569" y="26048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2" name="dp45-comparison / n212">
            <a:extLst xmlns:a="http://schemas.openxmlformats.org/drawingml/2006/main">
              <a:ext uri="{FF2B5EF4-FFF2-40B4-BE49-F238E27FC236}">
                <a16:creationId xmlns:a16="http://schemas.microsoft.com/office/drawing/2014/main" id="{E49DB84D-DA84-41C0-B101-7CBCD02AD8AD}"/>
              </a:ext>
            </a:extLst>
          </p:cNvPr>
          <p:cNvSpPr>
            <a:spLocks xmlns:a="http://schemas.openxmlformats.org/drawingml/2006/main" noGrp="1"/>
          </p:cNvSpPr>
          <p:nvPr/>
        </p:nvSpPr>
        <p:spPr>
          <a:xfrm xmlns:a="http://schemas.openxmlformats.org/drawingml/2006/main">
            <a:off x="10144125" y="6076950"/>
            <a:ext cx="2571750" cy="2381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3" name="dp45-comparison / n213 / text 1">
            <a:extLst xmlns:a="http://schemas.openxmlformats.org/drawingml/2006/main">
              <a:ext uri="{FF2B5EF4-FFF2-40B4-BE49-F238E27FC236}">
                <a16:creationId xmlns:a16="http://schemas.microsoft.com/office/drawing/2014/main" id="{672A8291-61B8-4AC9-9C43-D61246F47503}"/>
              </a:ext>
            </a:extLst>
          </p:cNvPr>
          <p:cNvSpPr>
            <a:spLocks xmlns:a="http://schemas.openxmlformats.org/drawingml/2006/main" noGrp="1"/>
          </p:cNvSpPr>
          <p:nvPr/>
        </p:nvSpPr>
        <p:spPr>
          <a:xfrm xmlns:a="http://schemas.openxmlformats.org/drawingml/2006/main">
            <a:off x="10229850" y="6096953"/>
            <a:ext cx="2400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Model Access</a:t>
            </a:r>
          </a:p>
        </p:txBody>
      </p:sp>
      <p:sp>
        <p:nvSpPr>
          <p:cNvPr id="234" name="dp45-comparison / n214">
            <a:extLst xmlns:a="http://schemas.openxmlformats.org/drawingml/2006/main">
              <a:ext uri="{FF2B5EF4-FFF2-40B4-BE49-F238E27FC236}">
                <a16:creationId xmlns:a16="http://schemas.microsoft.com/office/drawing/2014/main" id="{11F21DA0-8834-4EA3-B421-9639EFF3160F}"/>
              </a:ext>
            </a:extLst>
          </p:cNvPr>
          <p:cNvSpPr>
            <a:spLocks xmlns:a="http://schemas.openxmlformats.org/drawingml/2006/main" noGrp="1"/>
          </p:cNvSpPr>
          <p:nvPr/>
        </p:nvSpPr>
        <p:spPr>
          <a:xfrm xmlns:a="http://schemas.openxmlformats.org/drawingml/2006/main">
            <a:off x="14620875" y="6076950"/>
            <a:ext cx="2857500" cy="23812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235" name="dp45-comparison / n215 / text 1">
            <a:extLst xmlns:a="http://schemas.openxmlformats.org/drawingml/2006/main">
              <a:ext uri="{FF2B5EF4-FFF2-40B4-BE49-F238E27FC236}">
                <a16:creationId xmlns:a16="http://schemas.microsoft.com/office/drawing/2014/main" id="{CDD34252-9F66-40B1-BE51-CF79B5D5F0A8}"/>
              </a:ext>
            </a:extLst>
          </p:cNvPr>
          <p:cNvSpPr>
            <a:spLocks xmlns:a="http://schemas.openxmlformats.org/drawingml/2006/main" noGrp="1"/>
          </p:cNvSpPr>
          <p:nvPr/>
        </p:nvSpPr>
        <p:spPr>
          <a:xfrm xmlns:a="http://schemas.openxmlformats.org/drawingml/2006/main">
            <a:off x="14706600" y="6096953"/>
            <a:ext cx="2686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클라우드 의미 LLM</a:t>
            </a:r>
          </a:p>
        </p:txBody>
      </p:sp>
      <p:sp>
        <p:nvSpPr>
          <p:cNvPr id="236" name="dp45-comparison / n216 / path">
            <a:extLst xmlns:a="http://schemas.openxmlformats.org/drawingml/2006/main">
              <a:ext uri="{FF2B5EF4-FFF2-40B4-BE49-F238E27FC236}">
                <a16:creationId xmlns:a16="http://schemas.microsoft.com/office/drawing/2014/main" id="{EE38BE88-AFE7-4FC3-8B6C-4F7C87981C50}"/>
              </a:ext>
            </a:extLst>
          </p:cNvPr>
          <p:cNvSpPr>
            <a:spLocks xmlns:a="http://schemas.openxmlformats.org/drawingml/2006/main" noGrp="1"/>
          </p:cNvSpPr>
          <p:nvPr/>
        </p:nvSpPr>
        <p:spPr>
          <a:xfrm xmlns:a="http://schemas.openxmlformats.org/drawingml/2006/main">
            <a:off x="9925050" y="3933825"/>
            <a:ext cx="219075" cy="2262188"/>
          </a:xfrm>
          <a:custGeom xmlns:a="http://schemas.openxmlformats.org/drawingml/2006/main">
            <a:pathLst>
              <a:path w="219075" h="2262188">
                <a:moveTo>
                  <a:pt x="219075" y="0"/>
                </a:moveTo>
                <a:lnTo>
                  <a:pt x="0" y="0"/>
                </a:lnTo>
                <a:lnTo>
                  <a:pt x="0" y="2262188"/>
                </a:lnTo>
                <a:lnTo>
                  <a:pt x="219075" y="2262188"/>
                </a:lnTo>
              </a:path>
            </a:pathLst>
          </a:custGeom>
          <a:noFill xmlns:a="http://schemas.openxmlformats.org/drawingml/2006/main"/>
          <a:ln xmlns:a="http://schemas.openxmlformats.org/drawingml/2006/main" w="10478">
            <a:solidFill>
              <a:srgbClr val="000000"/>
            </a:solidFill>
            <a:prstDash val="solid"/>
          </a:ln>
        </p:spPr>
      </p:sp>
      <p:sp>
        <p:nvSpPr>
          <p:cNvPr id="237" name="dp45-comparison / n216 / arrow">
            <a:extLst xmlns:a="http://schemas.openxmlformats.org/drawingml/2006/main">
              <a:ext uri="{FF2B5EF4-FFF2-40B4-BE49-F238E27FC236}">
                <a16:creationId xmlns:a16="http://schemas.microsoft.com/office/drawing/2014/main" id="{0BE3C2CC-19CB-4545-9C93-E7F240A1C5C3}"/>
              </a:ext>
            </a:extLst>
          </p:cNvPr>
          <p:cNvSpPr>
            <a:spLocks xmlns:a="http://schemas.openxmlformats.org/drawingml/2006/main" noGrp="1"/>
          </p:cNvSpPr>
          <p:nvPr/>
        </p:nvSpPr>
        <p:spPr>
          <a:xfrm xmlns:a="http://schemas.openxmlformats.org/drawingml/2006/main">
            <a:off x="10077069" y="61624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38" name="dp45-comparison / n217 / path">
            <a:extLst xmlns:a="http://schemas.openxmlformats.org/drawingml/2006/main">
              <a:ext uri="{FF2B5EF4-FFF2-40B4-BE49-F238E27FC236}">
                <a16:creationId xmlns:a16="http://schemas.microsoft.com/office/drawing/2014/main" id="{2660CCFA-58F6-4BE9-8C74-5A280093ACE1}"/>
              </a:ext>
            </a:extLst>
          </p:cNvPr>
          <p:cNvSpPr>
            <a:spLocks xmlns:a="http://schemas.openxmlformats.org/drawingml/2006/main" noGrp="1"/>
          </p:cNvSpPr>
          <p:nvPr/>
        </p:nvSpPr>
        <p:spPr>
          <a:xfrm xmlns:a="http://schemas.openxmlformats.org/drawingml/2006/main">
            <a:off x="10001250" y="4029075"/>
            <a:ext cx="142875" cy="2224088"/>
          </a:xfrm>
          <a:custGeom xmlns:a="http://schemas.openxmlformats.org/drawingml/2006/main">
            <a:pathLst>
              <a:path w="142875" h="2224088">
                <a:moveTo>
                  <a:pt x="142875" y="2224088"/>
                </a:moveTo>
                <a:lnTo>
                  <a:pt x="0" y="2224088"/>
                </a:lnTo>
                <a:lnTo>
                  <a:pt x="0" y="0"/>
                </a:lnTo>
                <a:lnTo>
                  <a:pt x="142875" y="0"/>
                </a:lnTo>
              </a:path>
            </a:pathLst>
          </a:custGeom>
          <a:noFill xmlns:a="http://schemas.openxmlformats.org/drawingml/2006/main"/>
          <a:ln xmlns:a="http://schemas.openxmlformats.org/drawingml/2006/main" w="10478">
            <a:solidFill>
              <a:srgbClr val="000000"/>
            </a:solidFill>
            <a:prstDash val="dash"/>
          </a:ln>
        </p:spPr>
      </p:sp>
      <p:sp>
        <p:nvSpPr>
          <p:cNvPr id="239" name="dp45-comparison / n217 / arrow">
            <a:extLst xmlns:a="http://schemas.openxmlformats.org/drawingml/2006/main">
              <a:ext uri="{FF2B5EF4-FFF2-40B4-BE49-F238E27FC236}">
                <a16:creationId xmlns:a16="http://schemas.microsoft.com/office/drawing/2014/main" id="{64CA2D85-C88F-42A0-A0EA-DB36FF93DEB3}"/>
              </a:ext>
            </a:extLst>
          </p:cNvPr>
          <p:cNvSpPr>
            <a:spLocks xmlns:a="http://schemas.openxmlformats.org/drawingml/2006/main" noGrp="1"/>
          </p:cNvSpPr>
          <p:nvPr/>
        </p:nvSpPr>
        <p:spPr>
          <a:xfrm xmlns:a="http://schemas.openxmlformats.org/drawingml/2006/main">
            <a:off x="10077069" y="39955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40" name="dp45-comparison / n218 / path">
            <a:extLst xmlns:a="http://schemas.openxmlformats.org/drawingml/2006/main">
              <a:ext uri="{FF2B5EF4-FFF2-40B4-BE49-F238E27FC236}">
                <a16:creationId xmlns:a16="http://schemas.microsoft.com/office/drawing/2014/main" id="{D0BBC475-1F91-4071-80CD-76104B1EB4D4}"/>
              </a:ext>
            </a:extLst>
          </p:cNvPr>
          <p:cNvSpPr>
            <a:spLocks xmlns:a="http://schemas.openxmlformats.org/drawingml/2006/main" noGrp="1"/>
          </p:cNvSpPr>
          <p:nvPr/>
        </p:nvSpPr>
        <p:spPr>
          <a:xfrm xmlns:a="http://schemas.openxmlformats.org/drawingml/2006/main">
            <a:off x="12715875" y="6157913"/>
            <a:ext cx="1905000" cy="953"/>
          </a:xfrm>
          <a:custGeom xmlns:a="http://schemas.openxmlformats.org/drawingml/2006/main">
            <a:pathLst>
              <a:path w="1905000" h="953">
                <a:moveTo>
                  <a:pt x="0" y="0"/>
                </a:moveTo>
                <a:lnTo>
                  <a:pt x="1905000" y="0"/>
                </a:lnTo>
              </a:path>
            </a:pathLst>
          </a:custGeom>
          <a:noFill xmlns:a="http://schemas.openxmlformats.org/drawingml/2006/main"/>
          <a:ln xmlns:a="http://schemas.openxmlformats.org/drawingml/2006/main" w="10478">
            <a:solidFill>
              <a:srgbClr val="000000"/>
            </a:solidFill>
            <a:prstDash val="solid"/>
          </a:ln>
        </p:spPr>
      </p:sp>
      <p:sp>
        <p:nvSpPr>
          <p:cNvPr id="241" name="dp45-comparison / n218 / arrow">
            <a:extLst xmlns:a="http://schemas.openxmlformats.org/drawingml/2006/main">
              <a:ext uri="{FF2B5EF4-FFF2-40B4-BE49-F238E27FC236}">
                <a16:creationId xmlns:a16="http://schemas.microsoft.com/office/drawing/2014/main" id="{12132BA0-60D0-4C58-A6D3-8DDDC81C2331}"/>
              </a:ext>
            </a:extLst>
          </p:cNvPr>
          <p:cNvSpPr>
            <a:spLocks xmlns:a="http://schemas.openxmlformats.org/drawingml/2006/main" noGrp="1"/>
          </p:cNvSpPr>
          <p:nvPr/>
        </p:nvSpPr>
        <p:spPr>
          <a:xfrm xmlns:a="http://schemas.openxmlformats.org/drawingml/2006/main">
            <a:off x="14553819" y="61243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42" name="dp45-comparison / n219 / path">
            <a:extLst xmlns:a="http://schemas.openxmlformats.org/drawingml/2006/main">
              <a:ext uri="{FF2B5EF4-FFF2-40B4-BE49-F238E27FC236}">
                <a16:creationId xmlns:a16="http://schemas.microsoft.com/office/drawing/2014/main" id="{54E4837E-6339-49FD-974F-642D29C46126}"/>
              </a:ext>
            </a:extLst>
          </p:cNvPr>
          <p:cNvSpPr>
            <a:spLocks xmlns:a="http://schemas.openxmlformats.org/drawingml/2006/main" noGrp="1"/>
          </p:cNvSpPr>
          <p:nvPr/>
        </p:nvSpPr>
        <p:spPr>
          <a:xfrm xmlns:a="http://schemas.openxmlformats.org/drawingml/2006/main">
            <a:off x="12715875" y="6243638"/>
            <a:ext cx="1905000" cy="953"/>
          </a:xfrm>
          <a:custGeom xmlns:a="http://schemas.openxmlformats.org/drawingml/2006/main">
            <a:pathLst>
              <a:path w="1905000" h="953">
                <a:moveTo>
                  <a:pt x="1905000" y="0"/>
                </a:moveTo>
                <a:lnTo>
                  <a:pt x="0" y="0"/>
                </a:lnTo>
              </a:path>
            </a:pathLst>
          </a:custGeom>
          <a:noFill xmlns:a="http://schemas.openxmlformats.org/drawingml/2006/main"/>
          <a:ln xmlns:a="http://schemas.openxmlformats.org/drawingml/2006/main" w="10478">
            <a:solidFill>
              <a:srgbClr val="000000"/>
            </a:solidFill>
            <a:prstDash val="dash"/>
          </a:ln>
        </p:spPr>
      </p:sp>
      <p:sp>
        <p:nvSpPr>
          <p:cNvPr id="243" name="dp45-comparison / n219 / arrow">
            <a:extLst xmlns:a="http://schemas.openxmlformats.org/drawingml/2006/main">
              <a:ext uri="{FF2B5EF4-FFF2-40B4-BE49-F238E27FC236}">
                <a16:creationId xmlns:a16="http://schemas.microsoft.com/office/drawing/2014/main" id="{9A67AD2D-2178-41AE-8A1A-6042B8939277}"/>
              </a:ext>
            </a:extLst>
          </p:cNvPr>
          <p:cNvSpPr>
            <a:spLocks xmlns:a="http://schemas.openxmlformats.org/drawingml/2006/main" noGrp="1"/>
          </p:cNvSpPr>
          <p:nvPr/>
        </p:nvSpPr>
        <p:spPr>
          <a:xfrm xmlns:a="http://schemas.openxmlformats.org/drawingml/2006/main">
            <a:off x="12715875" y="621011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4" name="dp45-comparison / n222 / path">
            <a:extLst xmlns:a="http://schemas.openxmlformats.org/drawingml/2006/main">
              <a:ext uri="{FF2B5EF4-FFF2-40B4-BE49-F238E27FC236}">
                <a16:creationId xmlns:a16="http://schemas.microsoft.com/office/drawing/2014/main" id="{2B3C65D1-4A7A-4D1A-8446-03278857ADB8}"/>
              </a:ext>
            </a:extLst>
          </p:cNvPr>
          <p:cNvSpPr>
            <a:spLocks xmlns:a="http://schemas.openxmlformats.org/drawingml/2006/main" noGrp="1"/>
          </p:cNvSpPr>
          <p:nvPr/>
        </p:nvSpPr>
        <p:spPr>
          <a:xfrm xmlns:a="http://schemas.openxmlformats.org/drawingml/2006/main">
            <a:off x="9858375" y="64484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245" name="dp45-comparison / n225">
            <a:extLst xmlns:a="http://schemas.openxmlformats.org/drawingml/2006/main">
              <a:ext uri="{FF2B5EF4-FFF2-40B4-BE49-F238E27FC236}">
                <a16:creationId xmlns:a16="http://schemas.microsoft.com/office/drawing/2014/main" id="{BB77C825-66CD-4F01-B650-A23619026752}"/>
              </a:ext>
            </a:extLst>
          </p:cNvPr>
          <p:cNvSpPr>
            <a:spLocks xmlns:a="http://schemas.openxmlformats.org/drawingml/2006/main" noGrp="1"/>
          </p:cNvSpPr>
          <p:nvPr/>
        </p:nvSpPr>
        <p:spPr>
          <a:xfrm xmlns:a="http://schemas.openxmlformats.org/drawingml/2006/main">
            <a:off x="995362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6" name="dp45-comparison / n226 / text 1">
            <a:extLst xmlns:a="http://schemas.openxmlformats.org/drawingml/2006/main">
              <a:ext uri="{FF2B5EF4-FFF2-40B4-BE49-F238E27FC236}">
                <a16:creationId xmlns:a16="http://schemas.microsoft.com/office/drawing/2014/main" id="{E600F818-E63E-40C1-AC3C-9DA9F805263C}"/>
              </a:ext>
            </a:extLst>
          </p:cNvPr>
          <p:cNvSpPr>
            <a:spLocks xmlns:a="http://schemas.openxmlformats.org/drawingml/2006/main" noGrp="1"/>
          </p:cNvSpPr>
          <p:nvPr/>
        </p:nvSpPr>
        <p:spPr>
          <a:xfrm xmlns:a="http://schemas.openxmlformats.org/drawingml/2006/main">
            <a:off x="1003935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원본 변경 또는 생산 요청</a:t>
            </a:r>
          </a:p>
        </p:txBody>
      </p:sp>
      <p:sp>
        <p:nvSpPr>
          <p:cNvPr id="247" name="dp45-comparison / n227">
            <a:extLst xmlns:a="http://schemas.openxmlformats.org/drawingml/2006/main">
              <a:ext uri="{FF2B5EF4-FFF2-40B4-BE49-F238E27FC236}">
                <a16:creationId xmlns:a16="http://schemas.microsoft.com/office/drawing/2014/main" id="{525F7555-838F-4216-939D-ABDF2B917D55}"/>
              </a:ext>
            </a:extLst>
          </p:cNvPr>
          <p:cNvSpPr>
            <a:spLocks xmlns:a="http://schemas.openxmlformats.org/drawingml/2006/main" noGrp="1"/>
          </p:cNvSpPr>
          <p:nvPr/>
        </p:nvSpPr>
        <p:spPr>
          <a:xfrm xmlns:a="http://schemas.openxmlformats.org/drawingml/2006/main">
            <a:off x="1262062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8" name="dp45-comparison / n228 / text 1">
            <a:extLst xmlns:a="http://schemas.openxmlformats.org/drawingml/2006/main">
              <a:ext uri="{FF2B5EF4-FFF2-40B4-BE49-F238E27FC236}">
                <a16:creationId xmlns:a16="http://schemas.microsoft.com/office/drawing/2014/main" id="{01729004-B5C4-43A5-B63C-8FF5FA86A538}"/>
              </a:ext>
            </a:extLst>
          </p:cNvPr>
          <p:cNvSpPr>
            <a:spLocks xmlns:a="http://schemas.openxmlformats.org/drawingml/2006/main" noGrp="1"/>
          </p:cNvSpPr>
          <p:nvPr/>
        </p:nvSpPr>
        <p:spPr>
          <a:xfrm xmlns:a="http://schemas.openxmlformats.org/drawingml/2006/main">
            <a:off x="1270635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Publisher: 공통 관계 게시</a:t>
            </a:r>
          </a:p>
        </p:txBody>
      </p:sp>
      <p:sp>
        <p:nvSpPr>
          <p:cNvPr id="249" name="dp45-comparison / n229 / path">
            <a:extLst xmlns:a="http://schemas.openxmlformats.org/drawingml/2006/main">
              <a:ext uri="{FF2B5EF4-FFF2-40B4-BE49-F238E27FC236}">
                <a16:creationId xmlns:a16="http://schemas.microsoft.com/office/drawing/2014/main" id="{632A9980-090C-42BE-8FD5-3447F8766F3D}"/>
              </a:ext>
            </a:extLst>
          </p:cNvPr>
          <p:cNvSpPr>
            <a:spLocks xmlns:a="http://schemas.openxmlformats.org/drawingml/2006/main" noGrp="1"/>
          </p:cNvSpPr>
          <p:nvPr/>
        </p:nvSpPr>
        <p:spPr>
          <a:xfrm xmlns:a="http://schemas.openxmlformats.org/drawingml/2006/main">
            <a:off x="1219200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50" name="dp45-comparison / n229 / arrow">
            <a:extLst xmlns:a="http://schemas.openxmlformats.org/drawingml/2006/main">
              <a:ext uri="{FF2B5EF4-FFF2-40B4-BE49-F238E27FC236}">
                <a16:creationId xmlns:a16="http://schemas.microsoft.com/office/drawing/2014/main" id="{B16C5DA2-6C92-4364-B65B-1450DDE84C7D}"/>
              </a:ext>
            </a:extLst>
          </p:cNvPr>
          <p:cNvSpPr>
            <a:spLocks xmlns:a="http://schemas.openxmlformats.org/drawingml/2006/main" noGrp="1"/>
          </p:cNvSpPr>
          <p:nvPr/>
        </p:nvSpPr>
        <p:spPr>
          <a:xfrm xmlns:a="http://schemas.openxmlformats.org/drawingml/2006/main">
            <a:off x="1255356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51" name="dp45-comparison / n230">
            <a:extLst xmlns:a="http://schemas.openxmlformats.org/drawingml/2006/main">
              <a:ext uri="{FF2B5EF4-FFF2-40B4-BE49-F238E27FC236}">
                <a16:creationId xmlns:a16="http://schemas.microsoft.com/office/drawing/2014/main" id="{D5BF6F3C-8641-4DAC-A647-73EC414D62C8}"/>
              </a:ext>
            </a:extLst>
          </p:cNvPr>
          <p:cNvSpPr>
            <a:spLocks xmlns:a="http://schemas.openxmlformats.org/drawingml/2006/main" noGrp="1"/>
          </p:cNvSpPr>
          <p:nvPr/>
        </p:nvSpPr>
        <p:spPr>
          <a:xfrm xmlns:a="http://schemas.openxmlformats.org/drawingml/2006/main">
            <a:off x="15287625" y="671512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2" name="dp45-comparison / n231 / text 1">
            <a:extLst xmlns:a="http://schemas.openxmlformats.org/drawingml/2006/main">
              <a:ext uri="{FF2B5EF4-FFF2-40B4-BE49-F238E27FC236}">
                <a16:creationId xmlns:a16="http://schemas.microsoft.com/office/drawing/2014/main" id="{246CDD8C-C699-4443-A993-5BA86442FAA7}"/>
              </a:ext>
            </a:extLst>
          </p:cNvPr>
          <p:cNvSpPr>
            <a:spLocks xmlns:a="http://schemas.openxmlformats.org/drawingml/2006/main" noGrp="1"/>
          </p:cNvSpPr>
          <p:nvPr/>
        </p:nvSpPr>
        <p:spPr>
          <a:xfrm xmlns:a="http://schemas.openxmlformats.org/drawingml/2006/main">
            <a:off x="15373350" y="675084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Repository와 Coverage 유지</a:t>
            </a:r>
          </a:p>
        </p:txBody>
      </p:sp>
      <p:sp>
        <p:nvSpPr>
          <p:cNvPr id="253" name="dp45-comparison / n232 / path">
            <a:extLst xmlns:a="http://schemas.openxmlformats.org/drawingml/2006/main">
              <a:ext uri="{FF2B5EF4-FFF2-40B4-BE49-F238E27FC236}">
                <a16:creationId xmlns:a16="http://schemas.microsoft.com/office/drawing/2014/main" id="{D066FE45-FFF5-4702-9F90-78BB4A7045ED}"/>
              </a:ext>
            </a:extLst>
          </p:cNvPr>
          <p:cNvSpPr>
            <a:spLocks xmlns:a="http://schemas.openxmlformats.org/drawingml/2006/main" noGrp="1"/>
          </p:cNvSpPr>
          <p:nvPr/>
        </p:nvSpPr>
        <p:spPr>
          <a:xfrm xmlns:a="http://schemas.openxmlformats.org/drawingml/2006/main">
            <a:off x="1485900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54" name="dp45-comparison / n232 / arrow">
            <a:extLst xmlns:a="http://schemas.openxmlformats.org/drawingml/2006/main">
              <a:ext uri="{FF2B5EF4-FFF2-40B4-BE49-F238E27FC236}">
                <a16:creationId xmlns:a16="http://schemas.microsoft.com/office/drawing/2014/main" id="{86C1A784-5F31-4FF2-9359-25B54C651F95}"/>
              </a:ext>
            </a:extLst>
          </p:cNvPr>
          <p:cNvSpPr>
            <a:spLocks xmlns:a="http://schemas.openxmlformats.org/drawingml/2006/main" noGrp="1"/>
          </p:cNvSpPr>
          <p:nvPr/>
        </p:nvSpPr>
        <p:spPr>
          <a:xfrm xmlns:a="http://schemas.openxmlformats.org/drawingml/2006/main">
            <a:off x="1522056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55" name="dp45-comparison / n233">
            <a:extLst xmlns:a="http://schemas.openxmlformats.org/drawingml/2006/main">
              <a:ext uri="{FF2B5EF4-FFF2-40B4-BE49-F238E27FC236}">
                <a16:creationId xmlns:a16="http://schemas.microsoft.com/office/drawing/2014/main" id="{A3C55A7A-6AC5-4132-B8B3-880BAF5BD094}"/>
              </a:ext>
            </a:extLst>
          </p:cNvPr>
          <p:cNvSpPr>
            <a:spLocks xmlns:a="http://schemas.openxmlformats.org/drawingml/2006/main" noGrp="1"/>
          </p:cNvSpPr>
          <p:nvPr/>
        </p:nvSpPr>
        <p:spPr>
          <a:xfrm xmlns:a="http://schemas.openxmlformats.org/drawingml/2006/main">
            <a:off x="995362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6" name="dp45-comparison / n234 / text 1">
            <a:extLst xmlns:a="http://schemas.openxmlformats.org/drawingml/2006/main">
              <a:ext uri="{FF2B5EF4-FFF2-40B4-BE49-F238E27FC236}">
                <a16:creationId xmlns:a16="http://schemas.microsoft.com/office/drawing/2014/main" id="{7735A0B0-B763-41F3-A95E-457982E9C517}"/>
              </a:ext>
            </a:extLst>
          </p:cNvPr>
          <p:cNvSpPr>
            <a:spLocks xmlns:a="http://schemas.openxmlformats.org/drawingml/2006/main" noGrp="1"/>
          </p:cNvSpPr>
          <p:nvPr/>
        </p:nvSpPr>
        <p:spPr>
          <a:xfrm xmlns:a="http://schemas.openxmlformats.org/drawingml/2006/main">
            <a:off x="1003935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현재 Query1 도착</a:t>
            </a:r>
          </a:p>
        </p:txBody>
      </p:sp>
      <p:sp>
        <p:nvSpPr>
          <p:cNvPr id="257" name="dp45-comparison / n235">
            <a:extLst xmlns:a="http://schemas.openxmlformats.org/drawingml/2006/main">
              <a:ext uri="{FF2B5EF4-FFF2-40B4-BE49-F238E27FC236}">
                <a16:creationId xmlns:a16="http://schemas.microsoft.com/office/drawing/2014/main" id="{80A59377-1587-4862-9377-A2D641F85DEC}"/>
              </a:ext>
            </a:extLst>
          </p:cNvPr>
          <p:cNvSpPr>
            <a:spLocks xmlns:a="http://schemas.openxmlformats.org/drawingml/2006/main" noGrp="1"/>
          </p:cNvSpPr>
          <p:nvPr/>
        </p:nvSpPr>
        <p:spPr>
          <a:xfrm xmlns:a="http://schemas.openxmlformats.org/drawingml/2006/main">
            <a:off x="1262062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8" name="dp45-comparison / n236 / text 1">
            <a:extLst xmlns:a="http://schemas.openxmlformats.org/drawingml/2006/main">
              <a:ext uri="{FF2B5EF4-FFF2-40B4-BE49-F238E27FC236}">
                <a16:creationId xmlns:a16="http://schemas.microsoft.com/office/drawing/2014/main" id="{2C6A99F1-11C4-4344-82FE-4E290F73DC56}"/>
              </a:ext>
            </a:extLst>
          </p:cNvPr>
          <p:cNvSpPr>
            <a:spLocks xmlns:a="http://schemas.openxmlformats.org/drawingml/2006/main" noGrp="1"/>
          </p:cNvSpPr>
          <p:nvPr/>
        </p:nvSpPr>
        <p:spPr>
          <a:xfrm xmlns:a="http://schemas.openxmlformats.org/drawingml/2006/main">
            <a:off x="1270635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Reader: 게시 관계 읽기</a:t>
            </a:r>
          </a:p>
        </p:txBody>
      </p:sp>
      <p:sp>
        <p:nvSpPr>
          <p:cNvPr id="259" name="dp45-comparison / n237 / path">
            <a:extLst xmlns:a="http://schemas.openxmlformats.org/drawingml/2006/main">
              <a:ext uri="{FF2B5EF4-FFF2-40B4-BE49-F238E27FC236}">
                <a16:creationId xmlns:a16="http://schemas.microsoft.com/office/drawing/2014/main" id="{4CC4E4BA-E2A6-4DF5-A559-2E6A7AFC23B0}"/>
              </a:ext>
            </a:extLst>
          </p:cNvPr>
          <p:cNvSpPr>
            <a:spLocks xmlns:a="http://schemas.openxmlformats.org/drawingml/2006/main" noGrp="1"/>
          </p:cNvSpPr>
          <p:nvPr/>
        </p:nvSpPr>
        <p:spPr>
          <a:xfrm xmlns:a="http://schemas.openxmlformats.org/drawingml/2006/main">
            <a:off x="1219200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60" name="dp45-comparison / n237 / arrow">
            <a:extLst xmlns:a="http://schemas.openxmlformats.org/drawingml/2006/main">
              <a:ext uri="{FF2B5EF4-FFF2-40B4-BE49-F238E27FC236}">
                <a16:creationId xmlns:a16="http://schemas.microsoft.com/office/drawing/2014/main" id="{1B860E81-DA03-45A2-93DA-78CEF66A5C3E}"/>
              </a:ext>
            </a:extLst>
          </p:cNvPr>
          <p:cNvSpPr>
            <a:spLocks xmlns:a="http://schemas.openxmlformats.org/drawingml/2006/main" noGrp="1"/>
          </p:cNvSpPr>
          <p:nvPr/>
        </p:nvSpPr>
        <p:spPr>
          <a:xfrm xmlns:a="http://schemas.openxmlformats.org/drawingml/2006/main">
            <a:off x="1255356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61" name="dp45-comparison / n238">
            <a:extLst xmlns:a="http://schemas.openxmlformats.org/drawingml/2006/main">
              <a:ext uri="{FF2B5EF4-FFF2-40B4-BE49-F238E27FC236}">
                <a16:creationId xmlns:a16="http://schemas.microsoft.com/office/drawing/2014/main" id="{48DB6A77-5286-490D-A2D0-92B589881BD2}"/>
              </a:ext>
            </a:extLst>
          </p:cNvPr>
          <p:cNvSpPr>
            <a:spLocks xmlns:a="http://schemas.openxmlformats.org/drawingml/2006/main" noGrp="1"/>
          </p:cNvSpPr>
          <p:nvPr/>
        </p:nvSpPr>
        <p:spPr>
          <a:xfrm xmlns:a="http://schemas.openxmlformats.org/drawingml/2006/main">
            <a:off x="15287625" y="72580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62" name="dp45-comparison / n239 / text 1">
            <a:extLst xmlns:a="http://schemas.openxmlformats.org/drawingml/2006/main">
              <a:ext uri="{FF2B5EF4-FFF2-40B4-BE49-F238E27FC236}">
                <a16:creationId xmlns:a16="http://schemas.microsoft.com/office/drawing/2014/main" id="{68B45521-F9C5-4E91-A679-4391DBBD4DCC}"/>
              </a:ext>
            </a:extLst>
          </p:cNvPr>
          <p:cNvSpPr>
            <a:spLocks xmlns:a="http://schemas.openxmlformats.org/drawingml/2006/main" noGrp="1"/>
          </p:cNvSpPr>
          <p:nvPr/>
        </p:nvSpPr>
        <p:spPr>
          <a:xfrm xmlns:a="http://schemas.openxmlformats.org/drawingml/2006/main">
            <a:off x="15373350" y="7293769"/>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원본 확인 후 Bundle1 반환</a:t>
            </a:r>
          </a:p>
        </p:txBody>
      </p:sp>
      <p:sp>
        <p:nvSpPr>
          <p:cNvPr id="263" name="dp45-comparison / n240 / path">
            <a:extLst xmlns:a="http://schemas.openxmlformats.org/drawingml/2006/main">
              <a:ext uri="{FF2B5EF4-FFF2-40B4-BE49-F238E27FC236}">
                <a16:creationId xmlns:a16="http://schemas.microsoft.com/office/drawing/2014/main" id="{6FA38BC0-E55F-4656-A995-E585B786952B}"/>
              </a:ext>
            </a:extLst>
          </p:cNvPr>
          <p:cNvSpPr>
            <a:spLocks xmlns:a="http://schemas.openxmlformats.org/drawingml/2006/main" noGrp="1"/>
          </p:cNvSpPr>
          <p:nvPr/>
        </p:nvSpPr>
        <p:spPr>
          <a:xfrm xmlns:a="http://schemas.openxmlformats.org/drawingml/2006/main">
            <a:off x="1485900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64" name="dp45-comparison / n240 / arrow">
            <a:extLst xmlns:a="http://schemas.openxmlformats.org/drawingml/2006/main">
              <a:ext uri="{FF2B5EF4-FFF2-40B4-BE49-F238E27FC236}">
                <a16:creationId xmlns:a16="http://schemas.microsoft.com/office/drawing/2014/main" id="{92ECDE27-276A-4169-B998-66E2FEC3D052}"/>
              </a:ext>
            </a:extLst>
          </p:cNvPr>
          <p:cNvSpPr>
            <a:spLocks xmlns:a="http://schemas.openxmlformats.org/drawingml/2006/main" noGrp="1"/>
          </p:cNvSpPr>
          <p:nvPr/>
        </p:nvSpPr>
        <p:spPr>
          <a:xfrm xmlns:a="http://schemas.openxmlformats.org/drawingml/2006/main">
            <a:off x="1522056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65" name="dp45-comparison / n157">
            <a:extLst xmlns:a="http://schemas.openxmlformats.org/drawingml/2006/main">
              <a:ext uri="{FF2B5EF4-FFF2-40B4-BE49-F238E27FC236}">
                <a16:creationId xmlns:a16="http://schemas.microsoft.com/office/drawing/2014/main" id="{A84B8A81-C4EB-4179-B0D1-5156731B03AF}"/>
              </a:ext>
            </a:extLst>
          </p:cNvPr>
          <p:cNvSpPr>
            <a:spLocks xmlns:a="http://schemas.openxmlformats.org/drawingml/2006/main" noGrp="1"/>
          </p:cNvSpPr>
          <p:nvPr/>
        </p:nvSpPr>
        <p:spPr>
          <a:xfrm xmlns:a="http://schemas.openxmlformats.org/drawingml/2006/main">
            <a:off x="9934575" y="2771775"/>
            <a:ext cx="198062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6" name="dp45-comparison / n158 / text 1">
            <a:extLst xmlns:a="http://schemas.openxmlformats.org/drawingml/2006/main">
              <a:ext uri="{FF2B5EF4-FFF2-40B4-BE49-F238E27FC236}">
                <a16:creationId xmlns:a16="http://schemas.microsoft.com/office/drawing/2014/main" id="{18F02727-3029-4109-AB2C-071BD2303656}"/>
              </a:ext>
            </a:extLst>
          </p:cNvPr>
          <p:cNvSpPr>
            <a:spLocks xmlns:a="http://schemas.openxmlformats.org/drawingml/2006/main" noGrp="1"/>
          </p:cNvSpPr>
          <p:nvPr/>
        </p:nvSpPr>
        <p:spPr>
          <a:xfrm xmlns:a="http://schemas.openxmlformats.org/drawingml/2006/main">
            <a:off x="9953625" y="2781300"/>
            <a:ext cx="2667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Query1: 평가 기준과 과거 결과</a:t>
            </a:r>
          </a:p>
        </p:txBody>
      </p:sp>
      <p:sp>
        <p:nvSpPr>
          <p:cNvPr id="267" name="dp45-comparison / n159">
            <a:extLst xmlns:a="http://schemas.openxmlformats.org/drawingml/2006/main">
              <a:ext uri="{FF2B5EF4-FFF2-40B4-BE49-F238E27FC236}">
                <a16:creationId xmlns:a16="http://schemas.microsoft.com/office/drawing/2014/main" id="{29EA3FE4-E6BF-4A25-9AC5-9E2B75D6DE84}"/>
              </a:ext>
            </a:extLst>
          </p:cNvPr>
          <p:cNvSpPr>
            <a:spLocks xmlns:a="http://schemas.openxmlformats.org/drawingml/2006/main" noGrp="1"/>
          </p:cNvSpPr>
          <p:nvPr/>
        </p:nvSpPr>
        <p:spPr>
          <a:xfrm xmlns:a="http://schemas.openxmlformats.org/drawingml/2006/main">
            <a:off x="12887325" y="2762250"/>
            <a:ext cx="17312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8" name="dp45-comparison / n160 / text 1">
            <a:extLst xmlns:a="http://schemas.openxmlformats.org/drawingml/2006/main">
              <a:ext uri="{FF2B5EF4-FFF2-40B4-BE49-F238E27FC236}">
                <a16:creationId xmlns:a16="http://schemas.microsoft.com/office/drawing/2014/main" id="{791F9AFC-A308-4417-9667-3A71771F1F91}"/>
              </a:ext>
            </a:extLst>
          </p:cNvPr>
          <p:cNvSpPr>
            <a:spLocks xmlns:a="http://schemas.openxmlformats.org/drawingml/2006/main" noGrp="1"/>
          </p:cNvSpPr>
          <p:nvPr/>
        </p:nvSpPr>
        <p:spPr>
          <a:xfrm xmlns:a="http://schemas.openxmlformats.org/drawingml/2006/main">
            <a:off x="12906375" y="2771775"/>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설명 원문 / 실제 전달한 범위</a:t>
            </a:r>
          </a:p>
        </p:txBody>
      </p:sp>
      <p:sp>
        <p:nvSpPr>
          <p:cNvPr id="269" name="dp45-comparison / n161">
            <a:extLst xmlns:a="http://schemas.openxmlformats.org/drawingml/2006/main">
              <a:ext uri="{FF2B5EF4-FFF2-40B4-BE49-F238E27FC236}">
                <a16:creationId xmlns:a16="http://schemas.microsoft.com/office/drawing/2014/main" id="{BD11627B-5D9C-42E8-BC59-D13C05CCE209}"/>
              </a:ext>
            </a:extLst>
          </p:cNvPr>
          <p:cNvSpPr>
            <a:spLocks xmlns:a="http://schemas.openxmlformats.org/drawingml/2006/main" noGrp="1"/>
          </p:cNvSpPr>
          <p:nvPr/>
        </p:nvSpPr>
        <p:spPr>
          <a:xfrm xmlns:a="http://schemas.openxmlformats.org/drawingml/2006/main">
            <a:off x="15411450" y="2762250"/>
            <a:ext cx="182270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0" name="dp45-comparison / n162 / text 1">
            <a:extLst xmlns:a="http://schemas.openxmlformats.org/drawingml/2006/main">
              <a:ext uri="{FF2B5EF4-FFF2-40B4-BE49-F238E27FC236}">
                <a16:creationId xmlns:a16="http://schemas.microsoft.com/office/drawing/2014/main" id="{95377FDF-5962-4970-9919-638905DEEA00}"/>
              </a:ext>
            </a:extLst>
          </p:cNvPr>
          <p:cNvSpPr>
            <a:spLocks xmlns:a="http://schemas.openxmlformats.org/drawingml/2006/main" noGrp="1"/>
          </p:cNvSpPr>
          <p:nvPr/>
        </p:nvSpPr>
        <p:spPr>
          <a:xfrm xmlns:a="http://schemas.openxmlformats.org/drawingml/2006/main">
            <a:off x="15430500" y="2771775"/>
            <a:ext cx="2095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 제품 조사 / Task2 견적</a:t>
            </a:r>
          </a:p>
        </p:txBody>
      </p:sp>
      <p:sp>
        <p:nvSpPr>
          <p:cNvPr id="271" name="dp45-comparison / n163">
            <a:extLst xmlns:a="http://schemas.openxmlformats.org/drawingml/2006/main">
              <a:ext uri="{FF2B5EF4-FFF2-40B4-BE49-F238E27FC236}">
                <a16:creationId xmlns:a16="http://schemas.microsoft.com/office/drawing/2014/main" id="{F79ECE63-3E88-4CF3-9219-6A027A372C5E}"/>
              </a:ext>
            </a:extLst>
          </p:cNvPr>
          <p:cNvSpPr>
            <a:spLocks xmlns:a="http://schemas.openxmlformats.org/drawingml/2006/main" noGrp="1"/>
          </p:cNvSpPr>
          <p:nvPr/>
        </p:nvSpPr>
        <p:spPr>
          <a:xfrm xmlns:a="http://schemas.openxmlformats.org/drawingml/2006/main">
            <a:off x="12887325" y="2924175"/>
            <a:ext cx="12077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2" name="dp45-comparison / n164 / text 1">
            <a:extLst xmlns:a="http://schemas.openxmlformats.org/drawingml/2006/main">
              <a:ext uri="{FF2B5EF4-FFF2-40B4-BE49-F238E27FC236}">
                <a16:creationId xmlns:a16="http://schemas.microsoft.com/office/drawing/2014/main" id="{D18FC3DD-B9F1-4F6C-9584-21A9E4F589D9}"/>
              </a:ext>
            </a:extLst>
          </p:cNvPr>
          <p:cNvSpPr>
            <a:spLocks xmlns:a="http://schemas.openxmlformats.org/drawingml/2006/main" noGrp="1"/>
          </p:cNvSpPr>
          <p:nvPr/>
        </p:nvSpPr>
        <p:spPr>
          <a:xfrm xmlns:a="http://schemas.openxmlformats.org/drawingml/2006/main">
            <a:off x="12906375" y="2933700"/>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“가격이 같은 경우…”</a:t>
            </a:r>
          </a:p>
        </p:txBody>
      </p:sp>
      <p:sp>
        <p:nvSpPr>
          <p:cNvPr id="273" name="dp45-comparison / n165">
            <a:extLst xmlns:a="http://schemas.openxmlformats.org/drawingml/2006/main">
              <a:ext uri="{FF2B5EF4-FFF2-40B4-BE49-F238E27FC236}">
                <a16:creationId xmlns:a16="http://schemas.microsoft.com/office/drawing/2014/main" id="{C88479B2-5630-4A10-B0D7-3332EC9B9910}"/>
              </a:ext>
            </a:extLst>
          </p:cNvPr>
          <p:cNvSpPr>
            <a:spLocks xmlns:a="http://schemas.openxmlformats.org/drawingml/2006/main" noGrp="1"/>
          </p:cNvSpPr>
          <p:nvPr/>
        </p:nvSpPr>
        <p:spPr>
          <a:xfrm xmlns:a="http://schemas.openxmlformats.org/drawingml/2006/main">
            <a:off x="15411450" y="2924175"/>
            <a:ext cx="173164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4" name="dp45-comparison / n166 / text 1">
            <a:extLst xmlns:a="http://schemas.openxmlformats.org/drawingml/2006/main">
              <a:ext uri="{FF2B5EF4-FFF2-40B4-BE49-F238E27FC236}">
                <a16:creationId xmlns:a16="http://schemas.microsoft.com/office/drawing/2014/main" id="{70035C7E-5BE2-46A0-B450-BDB22FE1A039}"/>
              </a:ext>
            </a:extLst>
          </p:cNvPr>
          <p:cNvSpPr>
            <a:spLocks xmlns:a="http://schemas.openxmlformats.org/drawingml/2006/main" noGrp="1"/>
          </p:cNvSpPr>
          <p:nvPr/>
        </p:nvSpPr>
        <p:spPr>
          <a:xfrm xmlns:a="http://schemas.openxmlformats.org/drawingml/2006/main">
            <a:off x="15430500" y="2933700"/>
            <a:ext cx="20955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제품 결과 개정 2 / 견적 개정 1</a:t>
            </a:r>
          </a:p>
        </p:txBody>
      </p:sp>
      <p:sp>
        <p:nvSpPr>
          <p:cNvPr id="275" name="dp45-comparison / n183">
            <a:extLst xmlns:a="http://schemas.openxmlformats.org/drawingml/2006/main">
              <a:ext uri="{FF2B5EF4-FFF2-40B4-BE49-F238E27FC236}">
                <a16:creationId xmlns:a16="http://schemas.microsoft.com/office/drawing/2014/main" id="{37EA0318-672F-4C1C-A5F6-F069A588F34F}"/>
              </a:ext>
            </a:extLst>
          </p:cNvPr>
          <p:cNvSpPr>
            <a:spLocks xmlns:a="http://schemas.openxmlformats.org/drawingml/2006/main" noGrp="1"/>
          </p:cNvSpPr>
          <p:nvPr/>
        </p:nvSpPr>
        <p:spPr>
          <a:xfrm xmlns:a="http://schemas.openxmlformats.org/drawingml/2006/main">
            <a:off x="13744575" y="3362325"/>
            <a:ext cx="281520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6" name="dp45-comparison / n184 / text 1">
            <a:extLst xmlns:a="http://schemas.openxmlformats.org/drawingml/2006/main">
              <a:ext uri="{FF2B5EF4-FFF2-40B4-BE49-F238E27FC236}">
                <a16:creationId xmlns:a16="http://schemas.microsoft.com/office/drawing/2014/main" id="{CBAAF896-0EE9-4F6A-B3BC-5A8F53114383}"/>
              </a:ext>
            </a:extLst>
          </p:cNvPr>
          <p:cNvSpPr>
            <a:spLocks xmlns:a="http://schemas.openxmlformats.org/drawingml/2006/main" noGrp="1"/>
          </p:cNvSpPr>
          <p:nvPr/>
        </p:nvSpPr>
        <p:spPr>
          <a:xfrm xmlns:a="http://schemas.openxmlformats.org/drawingml/2006/main">
            <a:off x="13763625" y="3371850"/>
            <a:ext cx="3619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① 원본 변경 / 생산 / 검증 / 같은 개정 게시</a:t>
            </a:r>
          </a:p>
        </p:txBody>
      </p:sp>
      <p:sp>
        <p:nvSpPr>
          <p:cNvPr id="277" name="dp45-comparison / n187">
            <a:extLst xmlns:a="http://schemas.openxmlformats.org/drawingml/2006/main">
              <a:ext uri="{FF2B5EF4-FFF2-40B4-BE49-F238E27FC236}">
                <a16:creationId xmlns:a16="http://schemas.microsoft.com/office/drawing/2014/main" id="{1628EBB7-39CD-4F03-BD47-E4179DD70101}"/>
              </a:ext>
            </a:extLst>
          </p:cNvPr>
          <p:cNvSpPr>
            <a:spLocks xmlns:a="http://schemas.openxmlformats.org/drawingml/2006/main" noGrp="1"/>
          </p:cNvSpPr>
          <p:nvPr/>
        </p:nvSpPr>
        <p:spPr>
          <a:xfrm xmlns:a="http://schemas.openxmlformats.org/drawingml/2006/main">
            <a:off x="14239875" y="4305300"/>
            <a:ext cx="2952750" cy="942975"/>
          </a:xfrm>
          <a:custGeom xmlns:a="http://schemas.openxmlformats.org/drawingml/2006/main">
            <a:pathLst>
              <a:path w="2952750" h="942975">
                <a:moveTo>
                  <a:pt x="0" y="0"/>
                </a:moveTo>
                <a:lnTo>
                  <a:pt x="2781300" y="0"/>
                </a:lnTo>
                <a:lnTo>
                  <a:pt x="2952750" y="171450"/>
                </a:lnTo>
                <a:lnTo>
                  <a:pt x="2952750" y="942975"/>
                </a:lnTo>
                <a:lnTo>
                  <a:pt x="0" y="9429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8" name="dp45-comparison / n187 / fold">
            <a:extLst xmlns:a="http://schemas.openxmlformats.org/drawingml/2006/main">
              <a:ext uri="{FF2B5EF4-FFF2-40B4-BE49-F238E27FC236}">
                <a16:creationId xmlns:a16="http://schemas.microsoft.com/office/drawing/2014/main" id="{BA2175E5-D840-4C3E-9917-0A1AEB57C4EC}"/>
              </a:ext>
            </a:extLst>
          </p:cNvPr>
          <p:cNvSpPr>
            <a:spLocks xmlns:a="http://schemas.openxmlformats.org/drawingml/2006/main" noGrp="1"/>
          </p:cNvSpPr>
          <p:nvPr/>
        </p:nvSpPr>
        <p:spPr>
          <a:xfrm xmlns:a="http://schemas.openxmlformats.org/drawingml/2006/main">
            <a:off x="17021175" y="43053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9" name="dp45-comparison / n188 / text 1">
            <a:extLst xmlns:a="http://schemas.openxmlformats.org/drawingml/2006/main">
              <a:ext uri="{FF2B5EF4-FFF2-40B4-BE49-F238E27FC236}">
                <a16:creationId xmlns:a16="http://schemas.microsoft.com/office/drawing/2014/main" id="{F8E4CF8D-1903-4C79-B9B1-0B3E3227CDF7}"/>
              </a:ext>
            </a:extLst>
          </p:cNvPr>
          <p:cNvSpPr>
            <a:spLocks xmlns:a="http://schemas.openxmlformats.org/drawingml/2006/main" noGrp="1"/>
          </p:cNvSpPr>
          <p:nvPr/>
        </p:nvSpPr>
        <p:spPr>
          <a:xfrm xmlns:a="http://schemas.openxmlformats.org/drawingml/2006/main">
            <a:off x="14335125" y="436245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Memory1 / relation_kind:EXPLAINS_ITEM</a:t>
            </a:r>
          </a:p>
        </p:txBody>
      </p:sp>
      <p:sp>
        <p:nvSpPr>
          <p:cNvPr id="280" name="dp45-comparison / n188 / text 2">
            <a:extLst xmlns:a="http://schemas.openxmlformats.org/drawingml/2006/main">
              <a:ext uri="{FF2B5EF4-FFF2-40B4-BE49-F238E27FC236}">
                <a16:creationId xmlns:a16="http://schemas.microsoft.com/office/drawing/2014/main" id="{457330FB-3D59-4FD7-B232-4CA246D6CEEC}"/>
              </a:ext>
            </a:extLst>
          </p:cNvPr>
          <p:cNvSpPr>
            <a:spLocks xmlns:a="http://schemas.openxmlformats.org/drawingml/2006/main" noGrp="1"/>
          </p:cNvSpPr>
          <p:nvPr/>
        </p:nvSpPr>
        <p:spPr>
          <a:xfrm xmlns:a="http://schemas.openxmlformats.org/drawingml/2006/main">
            <a:off x="14335125" y="448246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from/to: 실제 전달 → 설명 원문</a:t>
            </a:r>
          </a:p>
        </p:txBody>
      </p:sp>
      <p:sp>
        <p:nvSpPr>
          <p:cNvPr id="281" name="dp45-comparison / n188 / text 3">
            <a:extLst xmlns:a="http://schemas.openxmlformats.org/drawingml/2006/main">
              <a:ext uri="{FF2B5EF4-FFF2-40B4-BE49-F238E27FC236}">
                <a16:creationId xmlns:a16="http://schemas.microsoft.com/office/drawing/2014/main" id="{3BDE964D-8E9D-4C0F-8435-3E9030756450}"/>
              </a:ext>
            </a:extLst>
          </p:cNvPr>
          <p:cNvSpPr>
            <a:spLocks xmlns:a="http://schemas.openxmlformats.org/drawingml/2006/main" noGrp="1"/>
          </p:cNvSpPr>
          <p:nvPr/>
        </p:nvSpPr>
        <p:spPr>
          <a:xfrm xmlns:a="http://schemas.openxmlformats.org/drawingml/2006/main">
            <a:off x="14335125" y="460248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value: “가격이 같은 경우 유지보수 기간을</a:t>
            </a:r>
          </a:p>
        </p:txBody>
      </p:sp>
      <p:sp>
        <p:nvSpPr>
          <p:cNvPr id="282" name="dp45-comparison / n188 / text 4">
            <a:extLst xmlns:a="http://schemas.openxmlformats.org/drawingml/2006/main">
              <a:ext uri="{FF2B5EF4-FFF2-40B4-BE49-F238E27FC236}">
                <a16:creationId xmlns:a16="http://schemas.microsoft.com/office/drawing/2014/main" id="{0F7BE938-0B81-47E0-A86D-33369E8807EE}"/>
              </a:ext>
            </a:extLst>
          </p:cNvPr>
          <p:cNvSpPr>
            <a:spLocks xmlns:a="http://schemas.openxmlformats.org/drawingml/2006/main" noGrp="1"/>
          </p:cNvSpPr>
          <p:nvPr/>
        </p:nvSpPr>
        <p:spPr>
          <a:xfrm xmlns:a="http://schemas.openxmlformats.org/drawingml/2006/main">
            <a:off x="14335125" y="472249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  우선합니다.” / MODEL_DERIVED</a:t>
            </a:r>
          </a:p>
        </p:txBody>
      </p:sp>
      <p:sp>
        <p:nvSpPr>
          <p:cNvPr id="283" name="dp45-comparison / n188 / text 5">
            <a:extLst xmlns:a="http://schemas.openxmlformats.org/drawingml/2006/main">
              <a:ext uri="{FF2B5EF4-FFF2-40B4-BE49-F238E27FC236}">
                <a16:creationId xmlns:a16="http://schemas.microsoft.com/office/drawing/2014/main" id="{7623968D-1DFB-435A-B9E6-922FA1357092}"/>
              </a:ext>
            </a:extLst>
          </p:cNvPr>
          <p:cNvSpPr>
            <a:spLocks xmlns:a="http://schemas.openxmlformats.org/drawingml/2006/main" noGrp="1"/>
          </p:cNvSpPr>
          <p:nvPr/>
        </p:nvSpPr>
        <p:spPr>
          <a:xfrm xmlns:a="http://schemas.openxmlformats.org/drawingml/2006/main">
            <a:off x="14335125" y="484251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HAS_RESULT: 제품 Task → 제품 결과 / EXPLICIT</a:t>
            </a:r>
          </a:p>
        </p:txBody>
      </p:sp>
      <p:sp>
        <p:nvSpPr>
          <p:cNvPr id="284" name="dp45-comparison / n188 / text 6">
            <a:extLst xmlns:a="http://schemas.openxmlformats.org/drawingml/2006/main">
              <a:ext uri="{FF2B5EF4-FFF2-40B4-BE49-F238E27FC236}">
                <a16:creationId xmlns:a16="http://schemas.microsoft.com/office/drawing/2014/main" id="{6B3D7748-B485-494D-B027-85D6B4D50FE0}"/>
              </a:ext>
            </a:extLst>
          </p:cNvPr>
          <p:cNvSpPr>
            <a:spLocks xmlns:a="http://schemas.openxmlformats.org/drawingml/2006/main" noGrp="1"/>
          </p:cNvSpPr>
          <p:nvPr/>
        </p:nvSpPr>
        <p:spPr>
          <a:xfrm xmlns:a="http://schemas.openxmlformats.org/drawingml/2006/main">
            <a:off x="14335125" y="496252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HAS_RESULT: 견적 Task → 견적 결과 / EXPLICIT</a:t>
            </a:r>
          </a:p>
        </p:txBody>
      </p:sp>
      <p:sp>
        <p:nvSpPr>
          <p:cNvPr id="285" name="dp45-comparison / n188 / text 7">
            <a:extLst xmlns:a="http://schemas.openxmlformats.org/drawingml/2006/main">
              <a:ext uri="{FF2B5EF4-FFF2-40B4-BE49-F238E27FC236}">
                <a16:creationId xmlns:a16="http://schemas.microsoft.com/office/drawing/2014/main" id="{7303436B-7FFF-452B-9E92-EC8CAB857CF6}"/>
              </a:ext>
            </a:extLst>
          </p:cNvPr>
          <p:cNvSpPr>
            <a:spLocks xmlns:a="http://schemas.openxmlformats.org/drawingml/2006/main" noGrp="1"/>
          </p:cNvSpPr>
          <p:nvPr/>
        </p:nvSpPr>
        <p:spPr>
          <a:xfrm xmlns:a="http://schemas.openxmlformats.org/drawingml/2006/main">
            <a:off x="14335125" y="508254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source_spans / dependency_vector / 개정</a:t>
            </a:r>
          </a:p>
        </p:txBody>
      </p:sp>
      <p:sp>
        <p:nvSpPr>
          <p:cNvPr id="286" name="dp45-comparison / n194">
            <a:extLst xmlns:a="http://schemas.openxmlformats.org/drawingml/2006/main">
              <a:ext uri="{FF2B5EF4-FFF2-40B4-BE49-F238E27FC236}">
                <a16:creationId xmlns:a16="http://schemas.microsoft.com/office/drawing/2014/main" id="{76025D4C-1BEB-4C86-B8B0-A05DA68D5317}"/>
              </a:ext>
            </a:extLst>
          </p:cNvPr>
          <p:cNvSpPr>
            <a:spLocks xmlns:a="http://schemas.openxmlformats.org/drawingml/2006/main" noGrp="1"/>
          </p:cNvSpPr>
          <p:nvPr/>
        </p:nvSpPr>
        <p:spPr>
          <a:xfrm xmlns:a="http://schemas.openxmlformats.org/drawingml/2006/main">
            <a:off x="10220325" y="4314825"/>
            <a:ext cx="1886712"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7" name="dp45-comparison / n195 / text 1">
            <a:extLst xmlns:a="http://schemas.openxmlformats.org/drawingml/2006/main">
              <a:ext uri="{FF2B5EF4-FFF2-40B4-BE49-F238E27FC236}">
                <a16:creationId xmlns:a16="http://schemas.microsoft.com/office/drawing/2014/main" id="{C8724409-A289-426D-B782-CFA03609724F}"/>
              </a:ext>
            </a:extLst>
          </p:cNvPr>
          <p:cNvSpPr>
            <a:spLocks xmlns:a="http://schemas.openxmlformats.org/drawingml/2006/main" noGrp="1"/>
          </p:cNvSpPr>
          <p:nvPr/>
        </p:nvSpPr>
        <p:spPr>
          <a:xfrm xmlns:a="http://schemas.openxmlformats.org/drawingml/2006/main">
            <a:off x="10239375" y="4324350"/>
            <a:ext cx="26193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NOT_COVERED: 지원 범위 생산 요청</a:t>
            </a:r>
          </a:p>
        </p:txBody>
      </p:sp>
      <p:sp>
        <p:nvSpPr>
          <p:cNvPr id="288" name="dp45-comparison / n196">
            <a:extLst xmlns:a="http://schemas.openxmlformats.org/drawingml/2006/main">
              <a:ext uri="{FF2B5EF4-FFF2-40B4-BE49-F238E27FC236}">
                <a16:creationId xmlns:a16="http://schemas.microsoft.com/office/drawing/2014/main" id="{DEB872DC-0FDD-477E-8CC2-A2351B6F6684}"/>
              </a:ext>
            </a:extLst>
          </p:cNvPr>
          <p:cNvSpPr>
            <a:spLocks xmlns:a="http://schemas.openxmlformats.org/drawingml/2006/main" noGrp="1"/>
          </p:cNvSpPr>
          <p:nvPr/>
        </p:nvSpPr>
        <p:spPr>
          <a:xfrm xmlns:a="http://schemas.openxmlformats.org/drawingml/2006/main">
            <a:off x="10220325" y="4533900"/>
            <a:ext cx="2272284"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9" name="dp45-comparison / n197 / text 1">
            <a:extLst xmlns:a="http://schemas.openxmlformats.org/drawingml/2006/main">
              <a:ext uri="{FF2B5EF4-FFF2-40B4-BE49-F238E27FC236}">
                <a16:creationId xmlns:a16="http://schemas.microsoft.com/office/drawing/2014/main" id="{7583ADD0-9D9A-4A73-9FE9-62D93ED2BBFF}"/>
              </a:ext>
            </a:extLst>
          </p:cNvPr>
          <p:cNvSpPr>
            <a:spLocks xmlns:a="http://schemas.openxmlformats.org/drawingml/2006/main" noGrp="1"/>
          </p:cNvSpPr>
          <p:nvPr/>
        </p:nvSpPr>
        <p:spPr>
          <a:xfrm xmlns:a="http://schemas.openxmlformats.org/drawingml/2006/main">
            <a:off x="10239375" y="4543425"/>
            <a:ext cx="26193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게시 개정 반환 후 Reader가 저장소 재조회</a:t>
            </a:r>
          </a:p>
        </p:txBody>
      </p:sp>
      <p:sp>
        <p:nvSpPr>
          <p:cNvPr id="290" name="dp45-comparison / n198">
            <a:extLst xmlns:a="http://schemas.openxmlformats.org/drawingml/2006/main">
              <a:ext uri="{FF2B5EF4-FFF2-40B4-BE49-F238E27FC236}">
                <a16:creationId xmlns:a16="http://schemas.microsoft.com/office/drawing/2014/main" id="{29C99AF7-64C9-429C-AB03-C50EDF12993F}"/>
              </a:ext>
            </a:extLst>
          </p:cNvPr>
          <p:cNvSpPr>
            <a:spLocks xmlns:a="http://schemas.openxmlformats.org/drawingml/2006/main" noGrp="1"/>
          </p:cNvSpPr>
          <p:nvPr/>
        </p:nvSpPr>
        <p:spPr>
          <a:xfrm xmlns:a="http://schemas.openxmlformats.org/drawingml/2006/main">
            <a:off x="10125075" y="5686425"/>
            <a:ext cx="2991041"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1" name="dp45-comparison / n199 / text 1">
            <a:extLst xmlns:a="http://schemas.openxmlformats.org/drawingml/2006/main">
              <a:ext uri="{FF2B5EF4-FFF2-40B4-BE49-F238E27FC236}">
                <a16:creationId xmlns:a16="http://schemas.microsoft.com/office/drawing/2014/main" id="{71B9D7BB-467E-4117-9BF7-9524643B2629}"/>
              </a:ext>
            </a:extLst>
          </p:cNvPr>
          <p:cNvSpPr>
            <a:spLocks xmlns:a="http://schemas.openxmlformats.org/drawingml/2006/main" noGrp="1"/>
          </p:cNvSpPr>
          <p:nvPr/>
        </p:nvSpPr>
        <p:spPr>
          <a:xfrm xmlns:a="http://schemas.openxmlformats.org/drawingml/2006/main">
            <a:off x="10144125" y="5695950"/>
            <a:ext cx="3714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지원 밖 관계: UNSUPPORTED_RELATION / 반복 생산 없음</a:t>
            </a:r>
          </a:p>
        </p:txBody>
      </p:sp>
      <p:sp>
        <p:nvSpPr>
          <p:cNvPr id="292" name="dp45-comparison / n200">
            <a:extLst xmlns:a="http://schemas.openxmlformats.org/drawingml/2006/main">
              <a:ext uri="{FF2B5EF4-FFF2-40B4-BE49-F238E27FC236}">
                <a16:creationId xmlns:a16="http://schemas.microsoft.com/office/drawing/2014/main" id="{4252DD09-5499-49D9-8B94-D810250B6838}"/>
              </a:ext>
            </a:extLst>
          </p:cNvPr>
          <p:cNvSpPr>
            <a:spLocks xmlns:a="http://schemas.openxmlformats.org/drawingml/2006/main" noGrp="1"/>
          </p:cNvSpPr>
          <p:nvPr/>
        </p:nvSpPr>
        <p:spPr>
          <a:xfrm xmlns:a="http://schemas.openxmlformats.org/drawingml/2006/main">
            <a:off x="14220825" y="5800725"/>
            <a:ext cx="217798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3" name="dp45-comparison / n201 / text 1">
            <a:extLst xmlns:a="http://schemas.openxmlformats.org/drawingml/2006/main">
              <a:ext uri="{FF2B5EF4-FFF2-40B4-BE49-F238E27FC236}">
                <a16:creationId xmlns:a16="http://schemas.microsoft.com/office/drawing/2014/main" id="{94A2CBB5-44F2-4E2B-85F3-4ECD26E0BAE1}"/>
              </a:ext>
            </a:extLst>
          </p:cNvPr>
          <p:cNvSpPr>
            <a:spLocks xmlns:a="http://schemas.openxmlformats.org/drawingml/2006/main" noGrp="1"/>
          </p:cNvSpPr>
          <p:nvPr/>
        </p:nvSpPr>
        <p:spPr>
          <a:xfrm xmlns:a="http://schemas.openxmlformats.org/drawingml/2006/main">
            <a:off x="14239875" y="5810250"/>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예외 문구만 생산 / 나머지 기준은 미생산</a:t>
            </a:r>
          </a:p>
        </p:txBody>
      </p:sp>
      <p:sp>
        <p:nvSpPr>
          <p:cNvPr id="294" name="dp45-comparison / n206">
            <a:extLst xmlns:a="http://schemas.openxmlformats.org/drawingml/2006/main">
              <a:ext uri="{FF2B5EF4-FFF2-40B4-BE49-F238E27FC236}">
                <a16:creationId xmlns:a16="http://schemas.microsoft.com/office/drawing/2014/main" id="{50FE8C90-49AB-43E1-911C-6F9EBD6218ED}"/>
              </a:ext>
            </a:extLst>
          </p:cNvPr>
          <p:cNvSpPr>
            <a:spLocks xmlns:a="http://schemas.openxmlformats.org/drawingml/2006/main" noGrp="1"/>
          </p:cNvSpPr>
          <p:nvPr/>
        </p:nvSpPr>
        <p:spPr>
          <a:xfrm xmlns:a="http://schemas.openxmlformats.org/drawingml/2006/main">
            <a:off x="10125075" y="5819775"/>
            <a:ext cx="204597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5" name="dp45-comparison / n207 / text 1">
            <a:extLst xmlns:a="http://schemas.openxmlformats.org/drawingml/2006/main">
              <a:ext uri="{FF2B5EF4-FFF2-40B4-BE49-F238E27FC236}">
                <a16:creationId xmlns:a16="http://schemas.microsoft.com/office/drawing/2014/main" id="{F6372EFA-B054-4664-BC09-85229B4176D6}"/>
              </a:ext>
            </a:extLst>
          </p:cNvPr>
          <p:cNvSpPr>
            <a:spLocks xmlns:a="http://schemas.openxmlformats.org/drawingml/2006/main" noGrp="1"/>
          </p:cNvSpPr>
          <p:nvPr/>
        </p:nvSpPr>
        <p:spPr>
          <a:xfrm xmlns:a="http://schemas.openxmlformats.org/drawingml/2006/main">
            <a:off x="10144125" y="5829300"/>
            <a:ext cx="3333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현재 개정과 요청한 원문은 owner 확인</a:t>
            </a:r>
          </a:p>
        </p:txBody>
      </p:sp>
      <p:sp>
        <p:nvSpPr>
          <p:cNvPr id="296" name="dp45-comparison / n210">
            <a:extLst xmlns:a="http://schemas.openxmlformats.org/drawingml/2006/main">
              <a:ext uri="{FF2B5EF4-FFF2-40B4-BE49-F238E27FC236}">
                <a16:creationId xmlns:a16="http://schemas.microsoft.com/office/drawing/2014/main" id="{EDD58945-834B-46D6-ACFA-E2F6D950AA49}"/>
              </a:ext>
            </a:extLst>
          </p:cNvPr>
          <p:cNvSpPr>
            <a:spLocks xmlns:a="http://schemas.openxmlformats.org/drawingml/2006/main" noGrp="1"/>
          </p:cNvSpPr>
          <p:nvPr/>
        </p:nvSpPr>
        <p:spPr>
          <a:xfrm xmlns:a="http://schemas.openxmlformats.org/drawingml/2006/main">
            <a:off x="10125075" y="5029200"/>
            <a:ext cx="237934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7" name="dp45-comparison / n211 / text 1">
            <a:extLst xmlns:a="http://schemas.openxmlformats.org/drawingml/2006/main">
              <a:ext uri="{FF2B5EF4-FFF2-40B4-BE49-F238E27FC236}">
                <a16:creationId xmlns:a16="http://schemas.microsoft.com/office/drawing/2014/main" id="{41A2CFF8-C1AB-44BD-B4BF-9F352DE2AC98}"/>
              </a:ext>
            </a:extLst>
          </p:cNvPr>
          <p:cNvSpPr>
            <a:spLocks xmlns:a="http://schemas.openxmlformats.org/drawingml/2006/main" noGrp="1"/>
          </p:cNvSpPr>
          <p:nvPr/>
        </p:nvSpPr>
        <p:spPr>
          <a:xfrm xmlns:a="http://schemas.openxmlformats.org/drawingml/2006/main">
            <a:off x="10144125" y="5038725"/>
            <a:ext cx="2857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② 현재 Query1 / Reader로 별도 시작</a:t>
            </a:r>
          </a:p>
        </p:txBody>
      </p:sp>
      <p:sp>
        <p:nvSpPr>
          <p:cNvPr id="298" name="dp45-comparison / n220">
            <a:extLst xmlns:a="http://schemas.openxmlformats.org/drawingml/2006/main">
              <a:ext uri="{FF2B5EF4-FFF2-40B4-BE49-F238E27FC236}">
                <a16:creationId xmlns:a16="http://schemas.microsoft.com/office/drawing/2014/main" id="{495AE4C8-14AE-4B72-9F12-7F25E959AF85}"/>
              </a:ext>
            </a:extLst>
          </p:cNvPr>
          <p:cNvSpPr>
            <a:spLocks xmlns:a="http://schemas.openxmlformats.org/drawingml/2006/main" noGrp="1"/>
          </p:cNvSpPr>
          <p:nvPr/>
        </p:nvSpPr>
        <p:spPr>
          <a:xfrm xmlns:a="http://schemas.openxmlformats.org/drawingml/2006/main">
            <a:off x="12934950" y="6057900"/>
            <a:ext cx="130625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9" name="dp45-comparison / n221 / text 1">
            <a:extLst xmlns:a="http://schemas.openxmlformats.org/drawingml/2006/main">
              <a:ext uri="{FF2B5EF4-FFF2-40B4-BE49-F238E27FC236}">
                <a16:creationId xmlns:a16="http://schemas.microsoft.com/office/drawing/2014/main" id="{F596243E-AE4D-4AF2-BA0C-52F55E0B34F2}"/>
              </a:ext>
            </a:extLst>
          </p:cNvPr>
          <p:cNvSpPr>
            <a:spLocks xmlns:a="http://schemas.openxmlformats.org/drawingml/2006/main" noGrp="1"/>
          </p:cNvSpPr>
          <p:nvPr/>
        </p:nvSpPr>
        <p:spPr>
          <a:xfrm xmlns:a="http://schemas.openxmlformats.org/drawingml/2006/main">
            <a:off x="12954000" y="6067425"/>
            <a:ext cx="15716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필요한 과거 의미만 가공</a:t>
            </a:r>
          </a:p>
        </p:txBody>
      </p:sp>
      <p:sp>
        <p:nvSpPr>
          <p:cNvPr id="300" name="dp45-comparison / n223">
            <a:extLst xmlns:a="http://schemas.openxmlformats.org/drawingml/2006/main">
              <a:ext uri="{FF2B5EF4-FFF2-40B4-BE49-F238E27FC236}">
                <a16:creationId xmlns:a16="http://schemas.microsoft.com/office/drawing/2014/main" id="{9F2F5769-73F3-468B-B896-77AFB03C54EB}"/>
              </a:ext>
            </a:extLst>
          </p:cNvPr>
          <p:cNvSpPr>
            <a:spLocks xmlns:a="http://schemas.openxmlformats.org/drawingml/2006/main" noGrp="1"/>
          </p:cNvSpPr>
          <p:nvPr/>
        </p:nvSpPr>
        <p:spPr>
          <a:xfrm xmlns:a="http://schemas.openxmlformats.org/drawingml/2006/main">
            <a:off x="9934575" y="64770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01" name="dp45-comparison / n224 / text 1">
            <a:extLst xmlns:a="http://schemas.openxmlformats.org/drawingml/2006/main">
              <a:ext uri="{FF2B5EF4-FFF2-40B4-BE49-F238E27FC236}">
                <a16:creationId xmlns:a16="http://schemas.microsoft.com/office/drawing/2014/main" id="{182A4DCC-FB27-4F54-A13E-8DB2AC3A6A06}"/>
              </a:ext>
            </a:extLst>
          </p:cNvPr>
          <p:cNvSpPr>
            <a:spLocks xmlns:a="http://schemas.openxmlformats.org/drawingml/2006/main" noGrp="1"/>
          </p:cNvSpPr>
          <p:nvPr/>
        </p:nvSpPr>
        <p:spPr>
          <a:xfrm xmlns:a="http://schemas.openxmlformats.org/drawingml/2006/main">
            <a:off x="9953625" y="648652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생산 시점과 조회 경로</a:t>
            </a:r>
          </a:p>
        </p:txBody>
      </p:sp>
      <p:sp>
        <p:nvSpPr>
          <p:cNvPr id="302" name="dp45-comparison / n241">
            <a:extLst xmlns:a="http://schemas.openxmlformats.org/drawingml/2006/main">
              <a:ext uri="{FF2B5EF4-FFF2-40B4-BE49-F238E27FC236}">
                <a16:creationId xmlns:a16="http://schemas.microsoft.com/office/drawing/2014/main" id="{2CF608DE-4503-4FF1-AF93-6CBA43657A60}"/>
              </a:ext>
            </a:extLst>
          </p:cNvPr>
          <p:cNvSpPr>
            <a:spLocks xmlns:a="http://schemas.openxmlformats.org/drawingml/2006/main" noGrp="1"/>
          </p:cNvSpPr>
          <p:nvPr/>
        </p:nvSpPr>
        <p:spPr>
          <a:xfrm xmlns:a="http://schemas.openxmlformats.org/drawingml/2006/main">
            <a:off x="9934575" y="7058025"/>
            <a:ext cx="527227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03" name="dp45-comparison / n242 / text 1">
            <a:extLst xmlns:a="http://schemas.openxmlformats.org/drawingml/2006/main">
              <a:ext uri="{FF2B5EF4-FFF2-40B4-BE49-F238E27FC236}">
                <a16:creationId xmlns:a16="http://schemas.microsoft.com/office/drawing/2014/main" id="{42857E5C-80F3-4811-8EF6-3CDF008061B7}"/>
              </a:ext>
            </a:extLst>
          </p:cNvPr>
          <p:cNvSpPr>
            <a:spLocks xmlns:a="http://schemas.openxmlformats.org/drawingml/2006/main" noGrp="1"/>
          </p:cNvSpPr>
          <p:nvPr/>
        </p:nvSpPr>
        <p:spPr>
          <a:xfrm xmlns:a="http://schemas.openxmlformats.org/drawingml/2006/main">
            <a:off x="9953625" y="7067550"/>
            <a:ext cx="7524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미생산 지원 범위: Publisher 게시 뒤 Reader 재조회 / 현재 Request 정답은 저장하지 않음</a:t>
            </a:r>
          </a:p>
        </p:txBody>
      </p:sp>
    </p:spTree>
    <p:extLst>
      <p:ext uri="{BB962C8B-B14F-4D97-AF65-F5344CB8AC3E}">
        <p14:creationId xmlns:p14="http://schemas.microsoft.com/office/powerpoint/2010/main" val="16368511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2026-10-08T11:10:12.6040000Z</dcterms:created>
  <dcterms:modified xsi:type="dcterms:W3CDTF">2026-10-08T11:10:12.6040000Z</dcterms:modified>
</coreProperties>
</file>