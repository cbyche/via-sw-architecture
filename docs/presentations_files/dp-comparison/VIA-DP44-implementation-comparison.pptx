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cdbebcac644350" /><Relationship Type="http://schemas.openxmlformats.org/officeDocument/2006/relationships/extended-properties" Target="/docProps/app.xml" Id="R6a15ac7845c547a1" /><Relationship Type="http://schemas.openxmlformats.org/officeDocument/2006/relationships/officeDocument" Target="/ppt/presentation.xml" Id="R50a6f3821e2244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acd1fd36ea48b5"/>
  </p:sldMasterIdLst>
  <p:notesMasterIdLst>
    <p:notesMasterId xmlns:r="http://schemas.openxmlformats.org/officeDocument/2006/relationships" r:id="R1834ee575b0d4d85"/>
  </p:notesMasterIdLst>
  <p:sldIdLst>
    <p:sldId xmlns:r="http://schemas.openxmlformats.org/officeDocument/2006/relationships" id="256" r:id="Race8ca3f670c491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0bfba6e24a4123" /><Relationship Type="http://schemas.openxmlformats.org/officeDocument/2006/relationships/slideMaster" Target="/ppt/slideMasters/slideMaster1.xml" Id="R40acd1fd36ea48b5" /><Relationship Type="http://schemas.openxmlformats.org/officeDocument/2006/relationships/notesMaster" Target="/ppt/notesMasters/notesMaster1.xml" Id="R1834ee575b0d4d85" /><Relationship Type="http://schemas.openxmlformats.org/officeDocument/2006/relationships/presProps" Target="/ppt/presProps.xml" Id="R79bdd5c7543646c3" /><Relationship Type="http://schemas.openxmlformats.org/officeDocument/2006/relationships/tableStyles" Target="/ppt/tableStyles.xml" Id="R2be7a1ba936c49b2" /><Relationship Type="http://schemas.openxmlformats.org/officeDocument/2006/relationships/slide" Target="/ppt/slides/slide1.xml" Id="Race8ca3f670c49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2018feb20e43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7733e0d9714084" /><Relationship Type="http://schemas.openxmlformats.org/officeDocument/2006/relationships/notesMaster" Target="/ppt/notesMasters/notesMaster1.xml" Id="R7274cbf2873a45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DP44 구현 구조 비교. 기존 DP44 비교 페이지 뒤에 추가한 확대 보기.</a:t>
            </a:r>
          </a:p>
          <a:p xmlns:a="http://schemas.openxmlformats.org/drawingml/2006/main">
            <a:r>
              <a:t>A: Request Controller의 Control Lane과 Event Mailbox를 Dialogue Dispatcher가 소비하고, Job Index 및 Dialogue Progress State를 조회해 후속 실행과 결과 폐기를 결정한다. Request Interpreter 및 Response Composer의 비동기 완료는 Event Mailbox로 돌아온다.</a:t>
            </a:r>
          </a:p>
          <a:p xmlns:a="http://schemas.openxmlformats.org/drawingml/2006/main">
            <a:r>
              <a:t>B: Input Resolution Stage와 Task Notice Stage는 Request Controller 안에, Response Composer와 Publication Join은 Response Manager 안에 있다. 각 Stage는 입력, 완료, 제어 Queue 및 로컬 RAM 상태를 소유한다. 완료 callback은 생산 Stage의 Done Queue로 돌아오며 Join은 후보와 조건을 ID 및 revision으로 결합한다.</a:t>
            </a:r>
          </a:p>
          <a:p xmlns:a="http://schemas.openxmlformats.org/drawingml/2006/main">
            <a:r>
              <a:t>빨간 점선은 InputStarted의 즉시 hold, 채택된 정정의 invalidate, 실행 중 Job 취소 요청이다. 파란 실선은 일반 입력 및 후속 실행, 파란 점선은 비동기 완료 반환이다. 취소 요청만으로 실제 Job 중단을 단정하지 않는다.</a:t>
            </a:r>
          </a:p>
          <a:p xmlns:a="http://schemas.openxmlformats.org/drawingml/2006/main">
            <a:r>
              <a:t>양안 모두 Interaction Manager의 실제 출력과 ActualReceipt, Publication Control의 현재성 및 권한 검사를 거친다. 이 장은 미구현, 미측정, 미선정 설계안이다.</a:t>
            </a:r>
          </a:p>
          <a:p xmlns:a="http://schemas.openxmlformats.org/drawingml/2006/main">
            <a:r>
              <a:t>https://github.com/cbyche/via-sw-architecture/blob/main/docs/architecture/12-decisions/decision-packages/04-44-continuous-interaction.md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b262894cc144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22e25c5fd44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226be14e845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9477ff426148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8bcfa7c1e4f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419a1fe2d4a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26F29C-81D2-4D66-BE0C-F7A112806D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5BE52F-FB7B-4BA7-B689-3C9C601466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DDED9D-36B3-4237-B30F-A9948EA82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22D514-8F80-4F0C-AB74-A966BFE8B1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ED3A7E-31AB-412C-975D-8479215870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9BAD18-4506-49D2-A8C6-C2E038849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686C2C-12DF-47F4-BEA1-DB14A71E45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62B095-C5A0-4F71-9AD4-730E7C35A3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AD6F81-F3F3-4491-A3C7-2015EAD00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AA72FA-2D44-44FA-8610-9B0BC0FD83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d9ac7cde49432e" /><Relationship Type="http://schemas.openxmlformats.org/officeDocument/2006/relationships/slideLayout" Target="/ppt/slideLayouts/slideLayout1.xml" Id="R76b620d4758a4c4c" /><Relationship Type="http://schemas.openxmlformats.org/officeDocument/2006/relationships/slideLayout" Target="/ppt/slideLayouts/slideLayout2.xml" Id="R1da6e1bb3a7a4459" /><Relationship Type="http://schemas.openxmlformats.org/officeDocument/2006/relationships/slideLayout" Target="/ppt/slideLayouts/slideLayout3.xml" Id="Re597ca399da845ae" /><Relationship Type="http://schemas.openxmlformats.org/officeDocument/2006/relationships/slideLayout" Target="/ppt/slideLayouts/slideLayout4.xml" Id="R7e29575551344c45" /><Relationship Type="http://schemas.openxmlformats.org/officeDocument/2006/relationships/slideLayout" Target="/ppt/slideLayouts/slideLayout5.xml" Id="R0ebbd2505b4848c7" /><Relationship Type="http://schemas.openxmlformats.org/officeDocument/2006/relationships/slideLayout" Target="/ppt/slideLayouts/slideLayout6.xml" Id="R77cc2c17786f4e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b620d4758a4c4c"/>
    <p:sldLayoutId xmlns:r="http://schemas.openxmlformats.org/officeDocument/2006/relationships" id="2147483650" r:id="R1da6e1bb3a7a4459"/>
    <p:sldLayoutId xmlns:r="http://schemas.openxmlformats.org/officeDocument/2006/relationships" id="2147483651" r:id="Re597ca399da845ae"/>
    <p:sldLayoutId xmlns:r="http://schemas.openxmlformats.org/officeDocument/2006/relationships" id="2147483652" r:id="R7e29575551344c45"/>
    <p:sldLayoutId xmlns:r="http://schemas.openxmlformats.org/officeDocument/2006/relationships" id="2147483653" r:id="R0ebbd2505b4848c7"/>
    <p:sldLayoutId xmlns:r="http://schemas.openxmlformats.org/officeDocument/2006/relationships" id="2147483654" r:id="R77cc2c17786f4e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7842b7782d49a2" /><Relationship Type="http://schemas.openxmlformats.org/officeDocument/2006/relationships/notesSlide" Target="/ppt/notesSlides/notesSlide1.xml" Id="R71076809241e4b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dp44-implementation-comparison / n1">
            <a:extLst xmlns:a="http://schemas.openxmlformats.org/drawingml/2006/main">
              <a:ext uri="{FF2B5EF4-FFF2-40B4-BE49-F238E27FC236}">
                <a16:creationId xmlns:a16="http://schemas.microsoft.com/office/drawing/2014/main" id="{7041E3CA-1D3F-4981-B8DF-AFDA332E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4-implementation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D9F67D3A-426F-4401-A42C-F4DE8368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6859250" cy="580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DP44. 중앙 회수와 단계별 완료 처리의 구현 구조</a:t>
            </a:r>
          </a:p>
        </p:txBody>
      </p:sp>
      <p:sp>
        <p:nvSpPr>
          <p:cNvPr id="3" name="dp44-implementation-comparison / n3 / path">
            <a:extLst xmlns:a="http://schemas.openxmlformats.org/drawingml/2006/main">
              <a:ext uri="{FF2B5EF4-FFF2-40B4-BE49-F238E27FC236}">
                <a16:creationId xmlns:a16="http://schemas.microsoft.com/office/drawing/2014/main" id="{96702953-28B7-43C6-973E-C0E5CE56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7259300" cy="953"/>
          </a:xfrm>
          <a:custGeom xmlns:a="http://schemas.openxmlformats.org/drawingml/2006/main">
            <a:pathLst>
              <a:path w="17259300" h="953">
                <a:moveTo>
                  <a:pt x="0" y="0"/>
                </a:moveTo>
                <a:lnTo>
                  <a:pt x="17259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4" name="dp44-implementation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6B81C772-0685-4C2C-B306-9D4696F5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71575"/>
            <a:ext cx="172593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같은 사건: R1 rev1의 응답 Job J1 실행 중 새 발화와 메일 질문 도착, 이후 J1이 늦게 완료</a:t>
            </a:r>
          </a:p>
        </p:txBody>
      </p:sp>
      <p:sp>
        <p:nvSpPr>
          <p:cNvPr id="5" name="dp44-implementation-comparison / n5 / text 1">
            <a:extLst xmlns:a="http://schemas.openxmlformats.org/drawingml/2006/main">
              <a:ext uri="{FF2B5EF4-FFF2-40B4-BE49-F238E27FC236}">
                <a16:creationId xmlns:a16="http://schemas.microsoft.com/office/drawing/2014/main" id="{E5ECCBDF-EAAD-43B4-86E6-E7934703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7259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공통: Interaction Manager가 입력을 계속 받고 즉시 출력을 멈춘다. Task Manager는 확인된 업무 사건을 제공한다.</a:t>
            </a:r>
          </a:p>
        </p:txBody>
      </p:sp>
      <p:sp>
        <p:nvSpPr>
          <p:cNvPr id="6" name="dp44-implementation-comparison / n6">
            <a:extLst xmlns:a="http://schemas.openxmlformats.org/drawingml/2006/main">
              <a:ext uri="{FF2B5EF4-FFF2-40B4-BE49-F238E27FC236}">
                <a16:creationId xmlns:a16="http://schemas.microsoft.com/office/drawing/2014/main" id="{830834FB-3F27-4DB3-83FE-EDA90BE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71675"/>
            <a:ext cx="8286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7" name="dp44-implementation-comparison / n7">
            <a:extLst xmlns:a="http://schemas.openxmlformats.org/drawingml/2006/main">
              <a:ext uri="{FF2B5EF4-FFF2-40B4-BE49-F238E27FC236}">
                <a16:creationId xmlns:a16="http://schemas.microsoft.com/office/drawing/2014/main" id="{52E91E71-B729-46C5-B34E-B1EE27E8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71675"/>
            <a:ext cx="8286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8" name="dp44-implementation-comparison / n8 / text 1">
            <a:extLst xmlns:a="http://schemas.openxmlformats.org/drawingml/2006/main">
              <a:ext uri="{FF2B5EF4-FFF2-40B4-BE49-F238E27FC236}">
                <a16:creationId xmlns:a16="http://schemas.microsoft.com/office/drawing/2014/main" id="{18FE8336-080E-424D-9A64-F6746247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8096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A  중앙 Mailbox와 Dispatcher가 다음 실행을 결정</a:t>
            </a:r>
          </a:p>
        </p:txBody>
      </p:sp>
      <p:sp>
        <p:nvSpPr>
          <p:cNvPr id="9" name="dp44-implementation-comparison / n9 / text 1">
            <a:extLst xmlns:a="http://schemas.openxmlformats.org/drawingml/2006/main">
              <a:ext uri="{FF2B5EF4-FFF2-40B4-BE49-F238E27FC236}">
                <a16:creationId xmlns:a16="http://schemas.microsoft.com/office/drawing/2014/main" id="{0694E713-96F2-4661-BBEB-CBAE9552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95500"/>
            <a:ext cx="8096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B  각 Stage가 자기 Done을 처리하고 다음 Queue로 전달</a:t>
            </a:r>
          </a:p>
        </p:txBody>
      </p:sp>
      <p:sp>
        <p:nvSpPr>
          <p:cNvPr id="10" name="dp44-implementation-comparison / n10">
            <a:extLst xmlns:a="http://schemas.openxmlformats.org/drawingml/2006/main">
              <a:ext uri="{FF2B5EF4-FFF2-40B4-BE49-F238E27FC236}">
                <a16:creationId xmlns:a16="http://schemas.microsoft.com/office/drawing/2014/main" id="{27637FE0-8362-4DE3-B32E-1B2DC127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8239125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1" name="dp44-implementation-comparison / n11 / text 1">
            <a:extLst xmlns:a="http://schemas.openxmlformats.org/drawingml/2006/main">
              <a:ext uri="{FF2B5EF4-FFF2-40B4-BE49-F238E27FC236}">
                <a16:creationId xmlns:a16="http://schemas.microsoft.com/office/drawing/2014/main" id="{0B544A77-BFC7-4619-84AD-B0FEBBC7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1775"/>
            <a:ext cx="7905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12" name="dp44-implementation-comparison / n12 / text 1">
            <a:extLst xmlns:a="http://schemas.openxmlformats.org/drawingml/2006/main">
              <a:ext uri="{FF2B5EF4-FFF2-40B4-BE49-F238E27FC236}">
                <a16:creationId xmlns:a16="http://schemas.microsoft.com/office/drawing/2014/main" id="{C466B2A1-D76F-4F1E-A9EA-9EF8B873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29527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637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73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B63732"/>
                </a:solidFill>
                <a:latin typeface="Calibri"/>
                <a:ea typeface="Calibri"/>
                <a:cs typeface="Calibri"/>
              </a:rPr>
              <a:t>InputStarted</a:t>
            </a:r>
          </a:p>
        </p:txBody>
      </p:sp>
      <p:sp>
        <p:nvSpPr>
          <p:cNvPr id="13" name="dp44-implementation-comparison / n13 / text 1">
            <a:extLst xmlns:a="http://schemas.openxmlformats.org/drawingml/2006/main">
              <a:ext uri="{FF2B5EF4-FFF2-40B4-BE49-F238E27FC236}">
                <a16:creationId xmlns:a16="http://schemas.microsoft.com/office/drawing/2014/main" id="{161A809F-36E4-43BC-BF06-1D19772F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00375"/>
            <a:ext cx="44767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58A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58A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2858A5"/>
                </a:solidFill>
                <a:latin typeface="Calibri"/>
                <a:ea typeface="Calibri"/>
                <a:cs typeface="Calibri"/>
              </a:rPr>
              <a:t>InputReady / TaskEvent / JobDone / Presented</a:t>
            </a:r>
          </a:p>
        </p:txBody>
      </p:sp>
      <p:sp>
        <p:nvSpPr>
          <p:cNvPr id="14" name="dp44-implementation-comparison / n14">
            <a:extLst xmlns:a="http://schemas.openxmlformats.org/drawingml/2006/main">
              <a:ext uri="{FF2B5EF4-FFF2-40B4-BE49-F238E27FC236}">
                <a16:creationId xmlns:a16="http://schemas.microsoft.com/office/drawing/2014/main" id="{BA66504E-21F9-4211-AC9F-EAA4227E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1945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5" name="dp44-implementation-comparison / n15 / text 1">
            <a:extLst xmlns:a="http://schemas.openxmlformats.org/drawingml/2006/main">
              <a:ext uri="{FF2B5EF4-FFF2-40B4-BE49-F238E27FC236}">
                <a16:creationId xmlns:a16="http://schemas.microsoft.com/office/drawing/2014/main" id="{65881BBC-D4BE-4791-A781-568E1AF3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8765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Control Lane</a:t>
            </a:r>
          </a:p>
        </p:txBody>
      </p:sp>
      <p:sp>
        <p:nvSpPr>
          <p:cNvPr id="16" name="dp44-implementation-comparison / n16 / text 1">
            <a:extLst xmlns:a="http://schemas.openxmlformats.org/drawingml/2006/main">
              <a:ext uri="{FF2B5EF4-FFF2-40B4-BE49-F238E27FC236}">
                <a16:creationId xmlns:a16="http://schemas.microsoft.com/office/drawing/2014/main" id="{BD6BDDAA-688F-48E6-ACF4-8F315AD7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28765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onset / adopted Invalidate</a:t>
            </a:r>
          </a:p>
        </p:txBody>
      </p:sp>
      <p:sp>
        <p:nvSpPr>
          <p:cNvPr id="17" name="dp44-implementation-comparison / n17">
            <a:extLst xmlns:a="http://schemas.openxmlformats.org/drawingml/2006/main">
              <a:ext uri="{FF2B5EF4-FFF2-40B4-BE49-F238E27FC236}">
                <a16:creationId xmlns:a16="http://schemas.microsoft.com/office/drawing/2014/main" id="{8F490524-74EB-433E-AC22-F37F0444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48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" name="dp44-implementation-comparison / n18">
            <a:extLst xmlns:a="http://schemas.openxmlformats.org/drawingml/2006/main">
              <a:ext uri="{FF2B5EF4-FFF2-40B4-BE49-F238E27FC236}">
                <a16:creationId xmlns:a16="http://schemas.microsoft.com/office/drawing/2014/main" id="{6E1CA90A-76FD-4E72-8E99-E12E468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48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9" name="dp44-implementation-comparison / n19">
            <a:extLst xmlns:a="http://schemas.openxmlformats.org/drawingml/2006/main">
              <a:ext uri="{FF2B5EF4-FFF2-40B4-BE49-F238E27FC236}">
                <a16:creationId xmlns:a16="http://schemas.microsoft.com/office/drawing/2014/main" id="{AF7B1311-EA70-4DCF-9CDD-CB8E95E1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648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0" name="dp44-implementation-comparison / n20">
            <a:extLst xmlns:a="http://schemas.openxmlformats.org/drawingml/2006/main">
              <a:ext uri="{FF2B5EF4-FFF2-40B4-BE49-F238E27FC236}">
                <a16:creationId xmlns:a16="http://schemas.microsoft.com/office/drawing/2014/main" id="{C208D239-B8D8-446A-A1A8-44544815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648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1" name="dp44-implementation-comparison / n21">
            <a:extLst xmlns:a="http://schemas.openxmlformats.org/drawingml/2006/main">
              <a:ext uri="{FF2B5EF4-FFF2-40B4-BE49-F238E27FC236}">
                <a16:creationId xmlns:a16="http://schemas.microsoft.com/office/drawing/2014/main" id="{D34A8471-3C76-4705-885C-459AF730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194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22" name="dp44-implementation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58A17F71-18B8-4A7A-8DDA-482AE722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286125"/>
            <a:ext cx="43053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Event Mailbox</a:t>
            </a:r>
          </a:p>
        </p:txBody>
      </p:sp>
      <p:sp>
        <p:nvSpPr>
          <p:cNvPr id="23" name="dp44-implementation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E70D0DAF-A231-4CCA-B5E9-DE9E08EF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33775"/>
            <a:ext cx="43053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priority + seq + aging</a:t>
            </a:r>
          </a:p>
        </p:txBody>
      </p:sp>
      <p:sp>
        <p:nvSpPr>
          <p:cNvPr id="24" name="dp44-implementation-comparison / n24">
            <a:extLst xmlns:a="http://schemas.openxmlformats.org/drawingml/2006/main">
              <a:ext uri="{FF2B5EF4-FFF2-40B4-BE49-F238E27FC236}">
                <a16:creationId xmlns:a16="http://schemas.microsoft.com/office/drawing/2014/main" id="{36FBC991-0313-4CB7-92F6-84152F77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48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5" name="dp44-implementation-comparison / n25">
            <a:extLst xmlns:a="http://schemas.openxmlformats.org/drawingml/2006/main">
              <a:ext uri="{FF2B5EF4-FFF2-40B4-BE49-F238E27FC236}">
                <a16:creationId xmlns:a16="http://schemas.microsoft.com/office/drawing/2014/main" id="{A63C553D-C679-4718-AE2E-64D4111C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48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6" name="dp44-implementation-comparison / n26">
            <a:extLst xmlns:a="http://schemas.openxmlformats.org/drawingml/2006/main">
              <a:ext uri="{FF2B5EF4-FFF2-40B4-BE49-F238E27FC236}">
                <a16:creationId xmlns:a16="http://schemas.microsoft.com/office/drawing/2014/main" id="{E0667D8F-ECCC-4D70-BF4B-3A2B5469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48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7" name="dp44-implementation-comparison / n27">
            <a:extLst xmlns:a="http://schemas.openxmlformats.org/drawingml/2006/main">
              <a:ext uri="{FF2B5EF4-FFF2-40B4-BE49-F238E27FC236}">
                <a16:creationId xmlns:a16="http://schemas.microsoft.com/office/drawing/2014/main" id="{61A2E153-397C-49F7-885A-123499BC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480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8" name="dp44-implementation-comparison / n28 / path">
            <a:extLst xmlns:a="http://schemas.openxmlformats.org/drawingml/2006/main">
              <a:ext uri="{FF2B5EF4-FFF2-40B4-BE49-F238E27FC236}">
                <a16:creationId xmlns:a16="http://schemas.microsoft.com/office/drawing/2014/main" id="{0341591C-3D2E-445A-9CBC-266F3922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14675"/>
            <a:ext cx="95250" cy="438150"/>
          </a:xfrm>
          <a:custGeom xmlns:a="http://schemas.openxmlformats.org/drawingml/2006/main">
            <a:pathLst>
              <a:path w="95250" h="438150">
                <a:moveTo>
                  <a:pt x="0" y="0"/>
                </a:moveTo>
                <a:lnTo>
                  <a:pt x="0" y="438150"/>
                </a:lnTo>
                <a:lnTo>
                  <a:pt x="9525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29" name="dp44-implementation-comparison / n28 / arrow">
            <a:extLst xmlns:a="http://schemas.openxmlformats.org/drawingml/2006/main">
              <a:ext uri="{FF2B5EF4-FFF2-40B4-BE49-F238E27FC236}">
                <a16:creationId xmlns:a16="http://schemas.microsoft.com/office/drawing/2014/main" id="{8B3398E3-A53F-493C-9045-FF8F21F9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" y="34918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30" name="dp44-implementation-comparison / n29">
            <a:extLst xmlns:a="http://schemas.openxmlformats.org/drawingml/2006/main">
              <a:ext uri="{FF2B5EF4-FFF2-40B4-BE49-F238E27FC236}">
                <a16:creationId xmlns:a16="http://schemas.microsoft.com/office/drawing/2014/main" id="{DABA8EB0-ECC2-4EFE-BEC3-7D76AB0A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81500"/>
            <a:ext cx="51435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31" name="dp44-implementation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0BD478FB-EC02-4727-893F-3A2564F3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67225"/>
            <a:ext cx="49530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Dialogue Dispatcher: Pump / Handle(event)</a:t>
            </a:r>
          </a:p>
        </p:txBody>
      </p:sp>
      <p:sp>
        <p:nvSpPr>
          <p:cNvPr id="32" name="dp44-implementation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55E8434A-1F23-4533-9A88-00835489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24400"/>
            <a:ext cx="4953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짧은 전이에서 의미 채택, 다음 Job 지시, 오래된 결과 폐기</a:t>
            </a:r>
          </a:p>
        </p:txBody>
      </p:sp>
      <p:sp>
        <p:nvSpPr>
          <p:cNvPr id="33" name="dp44-implementation-comparison / n32">
            <a:extLst xmlns:a="http://schemas.openxmlformats.org/drawingml/2006/main">
              <a:ext uri="{FF2B5EF4-FFF2-40B4-BE49-F238E27FC236}">
                <a16:creationId xmlns:a16="http://schemas.microsoft.com/office/drawing/2014/main" id="{4B0C5E67-2545-4254-AB4F-EC5038D2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19700"/>
            <a:ext cx="3333750" cy="485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34" name="dp44-implementation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3DA3852B-27D5-4B18-859B-2FABB377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38775"/>
            <a:ext cx="3162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Job Index: revision / Future / CancelHandle</a:t>
            </a:r>
          </a:p>
        </p:txBody>
      </p:sp>
      <p:sp>
        <p:nvSpPr>
          <p:cNvPr id="35" name="dp44-implementation-comparison / n34">
            <a:extLst xmlns:a="http://schemas.openxmlformats.org/drawingml/2006/main">
              <a:ext uri="{FF2B5EF4-FFF2-40B4-BE49-F238E27FC236}">
                <a16:creationId xmlns:a16="http://schemas.microsoft.com/office/drawing/2014/main" id="{A07F894D-BD60-4158-A280-377C8ED7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9700"/>
            <a:ext cx="4124325" cy="4857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36" name="dp44-implementation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04770FDE-E8CC-4523-A550-B92E66B8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38775"/>
            <a:ext cx="39528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Dialogue Progress State: 대기 ID / 후보 참조</a:t>
            </a:r>
          </a:p>
        </p:txBody>
      </p:sp>
      <p:sp>
        <p:nvSpPr>
          <p:cNvPr id="37" name="dp44-implementation-comparison / n36 / path">
            <a:extLst xmlns:a="http://schemas.openxmlformats.org/drawingml/2006/main">
              <a:ext uri="{FF2B5EF4-FFF2-40B4-BE49-F238E27FC236}">
                <a16:creationId xmlns:a16="http://schemas.microsoft.com/office/drawing/2014/main" id="{158F5A4A-00CE-46EA-84F8-FC80DB4C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886200"/>
            <a:ext cx="876300" cy="495300"/>
          </a:xfrm>
          <a:custGeom xmlns:a="http://schemas.openxmlformats.org/drawingml/2006/main">
            <a:pathLst>
              <a:path w="876300" h="495300">
                <a:moveTo>
                  <a:pt x="0" y="0"/>
                </a:moveTo>
                <a:lnTo>
                  <a:pt x="0" y="276225"/>
                </a:lnTo>
                <a:lnTo>
                  <a:pt x="876300" y="276225"/>
                </a:lnTo>
                <a:lnTo>
                  <a:pt x="87630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232E"/>
            </a:solidFill>
            <a:prstDash val="solid"/>
          </a:ln>
        </p:spPr>
      </p:sp>
      <p:sp>
        <p:nvSpPr>
          <p:cNvPr id="38" name="dp44-implementation-comparison / n36 / arrow">
            <a:extLst xmlns:a="http://schemas.openxmlformats.org/drawingml/2006/main">
              <a:ext uri="{FF2B5EF4-FFF2-40B4-BE49-F238E27FC236}">
                <a16:creationId xmlns:a16="http://schemas.microsoft.com/office/drawing/2014/main" id="{5E3156BC-2304-47EA-8745-B1EBEE6B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915" y="42595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18232E"/>
            </a:solidFill>
            <a:prstDash val="solid"/>
          </a:ln>
        </p:spPr>
      </p:sp>
      <p:sp>
        <p:nvSpPr>
          <p:cNvPr id="39" name="dp44-implementation-comparison / n37 / path">
            <a:extLst xmlns:a="http://schemas.openxmlformats.org/drawingml/2006/main">
              <a:ext uri="{FF2B5EF4-FFF2-40B4-BE49-F238E27FC236}">
                <a16:creationId xmlns:a16="http://schemas.microsoft.com/office/drawing/2014/main" id="{47E11408-7B6C-4790-B5EA-8B7D9135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19075" cy="495300"/>
          </a:xfrm>
          <a:custGeom xmlns:a="http://schemas.openxmlformats.org/drawingml/2006/main">
            <a:pathLst>
              <a:path w="219075" h="495300">
                <a:moveTo>
                  <a:pt x="219075" y="0"/>
                </a:moveTo>
                <a:lnTo>
                  <a:pt x="219075" y="276225"/>
                </a:lnTo>
                <a:lnTo>
                  <a:pt x="0" y="276225"/>
                </a:lnTo>
                <a:lnTo>
                  <a:pt x="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232E"/>
            </a:solidFill>
            <a:prstDash val="solid"/>
          </a:ln>
        </p:spPr>
      </p:sp>
      <p:sp>
        <p:nvSpPr>
          <p:cNvPr id="40" name="dp44-implementation-comparison / n37 / arrow">
            <a:extLst xmlns:a="http://schemas.openxmlformats.org/drawingml/2006/main">
              <a:ext uri="{FF2B5EF4-FFF2-40B4-BE49-F238E27FC236}">
                <a16:creationId xmlns:a16="http://schemas.microsoft.com/office/drawing/2014/main" id="{58B639B4-E4AA-48AB-92FC-407B1018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2595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18232E"/>
            </a:solidFill>
            <a:prstDash val="solid"/>
          </a:ln>
        </p:spPr>
      </p:sp>
      <p:sp>
        <p:nvSpPr>
          <p:cNvPr id="41" name="dp44-implementation-comparison / n38 / path">
            <a:extLst xmlns:a="http://schemas.openxmlformats.org/drawingml/2006/main">
              <a:ext uri="{FF2B5EF4-FFF2-40B4-BE49-F238E27FC236}">
                <a16:creationId xmlns:a16="http://schemas.microsoft.com/office/drawing/2014/main" id="{C6E231F5-B9F5-4188-A28D-9899C320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76825"/>
            <a:ext cx="781050" cy="142875"/>
          </a:xfrm>
          <a:custGeom xmlns:a="http://schemas.openxmlformats.org/drawingml/2006/main">
            <a:pathLst>
              <a:path w="781050" h="142875">
                <a:moveTo>
                  <a:pt x="781050" y="0"/>
                </a:moveTo>
                <a:lnTo>
                  <a:pt x="781050" y="76200"/>
                </a:lnTo>
                <a:lnTo>
                  <a:pt x="0" y="76200"/>
                </a:ln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42" name="dp44-implementation-comparison / n38 / arrow">
            <a:extLst xmlns:a="http://schemas.openxmlformats.org/drawingml/2006/main">
              <a:ext uri="{FF2B5EF4-FFF2-40B4-BE49-F238E27FC236}">
                <a16:creationId xmlns:a16="http://schemas.microsoft.com/office/drawing/2014/main" id="{55FA3232-D016-406E-8A79-8B397C0B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50977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43" name="dp44-implementation-comparison / n39 / path">
            <a:extLst xmlns:a="http://schemas.openxmlformats.org/drawingml/2006/main">
              <a:ext uri="{FF2B5EF4-FFF2-40B4-BE49-F238E27FC236}">
                <a16:creationId xmlns:a16="http://schemas.microsoft.com/office/drawing/2014/main" id="{7628A4FE-3BC9-4F86-9579-4AB3B8D9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76825"/>
            <a:ext cx="381000" cy="142875"/>
          </a:xfrm>
          <a:custGeom xmlns:a="http://schemas.openxmlformats.org/drawingml/2006/main">
            <a:pathLst>
              <a:path w="381000" h="142875">
                <a:moveTo>
                  <a:pt x="0" y="0"/>
                </a:moveTo>
                <a:lnTo>
                  <a:pt x="0" y="76200"/>
                </a:lnTo>
                <a:lnTo>
                  <a:pt x="381000" y="76200"/>
                </a:lnTo>
                <a:lnTo>
                  <a:pt x="3810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44" name="dp44-implementation-comparison / n39 / arrow">
            <a:extLst xmlns:a="http://schemas.openxmlformats.org/drawingml/2006/main">
              <a:ext uri="{FF2B5EF4-FFF2-40B4-BE49-F238E27FC236}">
                <a16:creationId xmlns:a16="http://schemas.microsoft.com/office/drawing/2014/main" id="{F23F2AD1-25B4-4D49-A290-B1692D5E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040" y="50977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45" name="dp44-implementation-comparison / n40 / path">
            <a:extLst xmlns:a="http://schemas.openxmlformats.org/drawingml/2006/main">
              <a:ext uri="{FF2B5EF4-FFF2-40B4-BE49-F238E27FC236}">
                <a16:creationId xmlns:a16="http://schemas.microsoft.com/office/drawing/2014/main" id="{335B905B-CCCE-4589-A3B9-D025CA11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76825"/>
            <a:ext cx="953" cy="142875"/>
          </a:xfrm>
          <a:custGeom xmlns:a="http://schemas.openxmlformats.org/drawingml/2006/main">
            <a:pathLst>
              <a:path w="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46" name="dp44-implementation-comparison / n40 / arrow">
            <a:extLst xmlns:a="http://schemas.openxmlformats.org/drawingml/2006/main">
              <a:ext uri="{FF2B5EF4-FFF2-40B4-BE49-F238E27FC236}">
                <a16:creationId xmlns:a16="http://schemas.microsoft.com/office/drawing/2014/main" id="{B4FE825B-11D4-4096-A139-4400908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65" y="50977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47" name="dp44-implementation-comparison / n41">
            <a:extLst xmlns:a="http://schemas.openxmlformats.org/drawingml/2006/main">
              <a:ext uri="{FF2B5EF4-FFF2-40B4-BE49-F238E27FC236}">
                <a16:creationId xmlns:a16="http://schemas.microsoft.com/office/drawing/2014/main" id="{8612BA0D-93FC-4B0D-9AC7-5D2F740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1722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48" name="dp44-implementation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B26BCFBA-E01B-43BC-8243-EB80B3D8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257925"/>
            <a:ext cx="2143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Interpreter</a:t>
            </a:r>
          </a:p>
        </p:txBody>
      </p:sp>
      <p:sp>
        <p:nvSpPr>
          <p:cNvPr id="49" name="dp44-implementation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2F07E54A-D8D3-40F6-ABBC-B91E9505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515100"/>
            <a:ext cx="21431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InterpretAsync</a:t>
            </a:r>
          </a:p>
        </p:txBody>
      </p:sp>
      <p:sp>
        <p:nvSpPr>
          <p:cNvPr id="50" name="dp44-implementation-comparison / n44">
            <a:extLst xmlns:a="http://schemas.openxmlformats.org/drawingml/2006/main">
              <a:ext uri="{FF2B5EF4-FFF2-40B4-BE49-F238E27FC236}">
                <a16:creationId xmlns:a16="http://schemas.microsoft.com/office/drawing/2014/main" id="{1897DFA0-1D2F-4D99-9696-1640D8A4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95975"/>
            <a:ext cx="54578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1" name="dp44-implementation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3F992009-6C64-4B5C-848A-9B718874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94360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52" name="dp44-implementation-comparison / n46">
            <a:extLst xmlns:a="http://schemas.openxmlformats.org/drawingml/2006/main">
              <a:ext uri="{FF2B5EF4-FFF2-40B4-BE49-F238E27FC236}">
                <a16:creationId xmlns:a16="http://schemas.microsoft.com/office/drawing/2014/main" id="{CB079C86-E96B-4186-B49C-4C309360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1722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3" name="dp44-implementation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450CFDE1-BF78-483A-BC74-4867CC0E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257925"/>
            <a:ext cx="21431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Composer</a:t>
            </a:r>
          </a:p>
        </p:txBody>
      </p:sp>
      <p:sp>
        <p:nvSpPr>
          <p:cNvPr id="54" name="dp44-implementation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E9A078D1-5885-450A-844E-A328436E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515100"/>
            <a:ext cx="21431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PrepareAsync</a:t>
            </a:r>
          </a:p>
        </p:txBody>
      </p:sp>
      <p:sp>
        <p:nvSpPr>
          <p:cNvPr id="55" name="dp44-implementation-comparison / n49">
            <a:extLst xmlns:a="http://schemas.openxmlformats.org/drawingml/2006/main">
              <a:ext uri="{FF2B5EF4-FFF2-40B4-BE49-F238E27FC236}">
                <a16:creationId xmlns:a16="http://schemas.microsoft.com/office/drawing/2014/main" id="{EA9536E6-1006-416B-AEE0-BDC303C5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1722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6" name="dp44-implementation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4C1926F2-BABD-41F6-B993-60190E23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257925"/>
            <a:ext cx="23812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Publication Control</a:t>
            </a:r>
          </a:p>
        </p:txBody>
      </p:sp>
      <p:sp>
        <p:nvSpPr>
          <p:cNvPr id="57" name="dp44-implementation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D8CDA048-7527-44E9-825D-475CA478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515100"/>
            <a:ext cx="2381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현재성 검사 후 게시</a:t>
            </a:r>
          </a:p>
        </p:txBody>
      </p:sp>
      <p:sp>
        <p:nvSpPr>
          <p:cNvPr id="58" name="dp44-implementation-comparison / n52 / path">
            <a:extLst xmlns:a="http://schemas.openxmlformats.org/drawingml/2006/main">
              <a:ext uri="{FF2B5EF4-FFF2-40B4-BE49-F238E27FC236}">
                <a16:creationId xmlns:a16="http://schemas.microsoft.com/office/drawing/2014/main" id="{72F1D658-D5EF-4646-A890-29FD263F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33925"/>
            <a:ext cx="266700" cy="1438275"/>
          </a:xfrm>
          <a:custGeom xmlns:a="http://schemas.openxmlformats.org/drawingml/2006/main">
            <a:pathLst>
              <a:path w="266700" h="1438275">
                <a:moveTo>
                  <a:pt x="266700" y="0"/>
                </a:moveTo>
                <a:lnTo>
                  <a:pt x="0" y="0"/>
                </a:lnTo>
                <a:lnTo>
                  <a:pt x="0" y="1323975"/>
                </a:lnTo>
                <a:lnTo>
                  <a:pt x="123825" y="1323975"/>
                </a:lnTo>
                <a:lnTo>
                  <a:pt x="123825" y="1438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232E"/>
            </a:solidFill>
            <a:prstDash val="solid"/>
          </a:ln>
        </p:spPr>
      </p:sp>
      <p:sp>
        <p:nvSpPr>
          <p:cNvPr id="59" name="dp44-implementation-comparison / n52 / arrow">
            <a:extLst xmlns:a="http://schemas.openxmlformats.org/drawingml/2006/main">
              <a:ext uri="{FF2B5EF4-FFF2-40B4-BE49-F238E27FC236}">
                <a16:creationId xmlns:a16="http://schemas.microsoft.com/office/drawing/2014/main" id="{27CC6E90-020E-4452-A632-01CAD1E7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665" y="60502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18232E"/>
            </a:solidFill>
            <a:prstDash val="solid"/>
          </a:ln>
        </p:spPr>
      </p:sp>
      <p:sp>
        <p:nvSpPr>
          <p:cNvPr id="60" name="dp44-implementation-comparison / n53 / path">
            <a:extLst xmlns:a="http://schemas.openxmlformats.org/drawingml/2006/main">
              <a:ext uri="{FF2B5EF4-FFF2-40B4-BE49-F238E27FC236}">
                <a16:creationId xmlns:a16="http://schemas.microsoft.com/office/drawing/2014/main" id="{E33C7163-C295-4805-9EE8-6032D2BD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76825"/>
            <a:ext cx="333375" cy="1095375"/>
          </a:xfrm>
          <a:custGeom xmlns:a="http://schemas.openxmlformats.org/drawingml/2006/main">
            <a:pathLst>
              <a:path w="333375" h="1095375">
                <a:moveTo>
                  <a:pt x="0" y="0"/>
                </a:moveTo>
                <a:lnTo>
                  <a:pt x="0" y="742950"/>
                </a:lnTo>
                <a:lnTo>
                  <a:pt x="333375" y="742950"/>
                </a:lnTo>
                <a:lnTo>
                  <a:pt x="333375" y="1095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232E"/>
            </a:solidFill>
            <a:prstDash val="solid"/>
          </a:ln>
        </p:spPr>
      </p:sp>
      <p:sp>
        <p:nvSpPr>
          <p:cNvPr id="61" name="dp44-implementation-comparison / n53 / arrow">
            <a:extLst xmlns:a="http://schemas.openxmlformats.org/drawingml/2006/main">
              <a:ext uri="{FF2B5EF4-FFF2-40B4-BE49-F238E27FC236}">
                <a16:creationId xmlns:a16="http://schemas.microsoft.com/office/drawing/2014/main" id="{44B6CD6B-A8FC-47EE-B396-7D0525CA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465" y="60502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18232E"/>
            </a:solidFill>
            <a:prstDash val="solid"/>
          </a:ln>
        </p:spPr>
      </p:sp>
      <p:sp>
        <p:nvSpPr>
          <p:cNvPr id="62" name="dp44-implementation-comparison / n54 / path">
            <a:extLst xmlns:a="http://schemas.openxmlformats.org/drawingml/2006/main">
              <a:ext uri="{FF2B5EF4-FFF2-40B4-BE49-F238E27FC236}">
                <a16:creationId xmlns:a16="http://schemas.microsoft.com/office/drawing/2014/main" id="{C3EEDE61-6160-479F-A7E6-8732C913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33925"/>
            <a:ext cx="1457325" cy="1438275"/>
          </a:xfrm>
          <a:custGeom xmlns:a="http://schemas.openxmlformats.org/drawingml/2006/main">
            <a:pathLst>
              <a:path w="1457325" h="1438275">
                <a:moveTo>
                  <a:pt x="0" y="0"/>
                </a:moveTo>
                <a:lnTo>
                  <a:pt x="1457325" y="0"/>
                </a:lnTo>
                <a:lnTo>
                  <a:pt x="1457325" y="1333500"/>
                </a:lnTo>
                <a:lnTo>
                  <a:pt x="19050" y="1333500"/>
                </a:lnTo>
                <a:lnTo>
                  <a:pt x="19050" y="1438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232E"/>
            </a:solidFill>
            <a:prstDash val="solid"/>
          </a:ln>
        </p:spPr>
      </p:sp>
      <p:sp>
        <p:nvSpPr>
          <p:cNvPr id="63" name="dp44-implementation-comparison / n54 / arrow">
            <a:extLst xmlns:a="http://schemas.openxmlformats.org/drawingml/2006/main">
              <a:ext uri="{FF2B5EF4-FFF2-40B4-BE49-F238E27FC236}">
                <a16:creationId xmlns:a16="http://schemas.microsoft.com/office/drawing/2014/main" id="{36CECD2E-E74B-47BD-A5C6-99E79BFF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090" y="60502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18232E"/>
            </a:solidFill>
            <a:prstDash val="solid"/>
          </a:ln>
        </p:spPr>
      </p:sp>
      <p:sp>
        <p:nvSpPr>
          <p:cNvPr id="64" name="dp44-implementation-comparison / n55 / path">
            <a:extLst xmlns:a="http://schemas.openxmlformats.org/drawingml/2006/main">
              <a:ext uri="{FF2B5EF4-FFF2-40B4-BE49-F238E27FC236}">
                <a16:creationId xmlns:a16="http://schemas.microsoft.com/office/drawing/2014/main" id="{DCEEAF66-191A-4E7E-80B7-9911044E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52825"/>
            <a:ext cx="3419475" cy="2981325"/>
          </a:xfrm>
          <a:custGeom xmlns:a="http://schemas.openxmlformats.org/drawingml/2006/main">
            <a:pathLst>
              <a:path w="3419475" h="2981325">
                <a:moveTo>
                  <a:pt x="133350" y="2981325"/>
                </a:moveTo>
                <a:lnTo>
                  <a:pt x="0" y="2981325"/>
                </a:lnTo>
                <a:lnTo>
                  <a:pt x="0" y="542925"/>
                </a:lnTo>
                <a:lnTo>
                  <a:pt x="3305175" y="542925"/>
                </a:lnTo>
                <a:lnTo>
                  <a:pt x="3305175" y="0"/>
                </a:lnTo>
                <a:lnTo>
                  <a:pt x="3419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65" name="dp44-implementation-comparison / n55 / arrow">
            <a:extLst xmlns:a="http://schemas.openxmlformats.org/drawingml/2006/main">
              <a:ext uri="{FF2B5EF4-FFF2-40B4-BE49-F238E27FC236}">
                <a16:creationId xmlns:a16="http://schemas.microsoft.com/office/drawing/2014/main" id="{EBB70164-4264-48FC-9A98-80CBE1A4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4780" y="34918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6" name="dp44-implementation-comparison / n56 / path">
            <a:extLst xmlns:a="http://schemas.openxmlformats.org/drawingml/2006/main">
              <a:ext uri="{FF2B5EF4-FFF2-40B4-BE49-F238E27FC236}">
                <a16:creationId xmlns:a16="http://schemas.microsoft.com/office/drawing/2014/main" id="{55780E26-7F5C-4B0C-8136-972ADB0D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52825"/>
            <a:ext cx="3019425" cy="3638550"/>
          </a:xfrm>
          <a:custGeom xmlns:a="http://schemas.openxmlformats.org/drawingml/2006/main">
            <a:pathLst>
              <a:path w="3019425" h="3638550">
                <a:moveTo>
                  <a:pt x="0" y="2981325"/>
                </a:moveTo>
                <a:lnTo>
                  <a:pt x="123825" y="2981325"/>
                </a:lnTo>
                <a:lnTo>
                  <a:pt x="123825" y="3638550"/>
                </a:lnTo>
                <a:lnTo>
                  <a:pt x="3019425" y="3638550"/>
                </a:lnTo>
                <a:lnTo>
                  <a:pt x="3019425" y="438150"/>
                </a:lnTo>
                <a:lnTo>
                  <a:pt x="2924175" y="438150"/>
                </a:lnTo>
                <a:lnTo>
                  <a:pt x="2924175" y="0"/>
                </a:lnTo>
                <a:lnTo>
                  <a:pt x="2838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67" name="dp44-implementation-comparison / n56 / arrow">
            <a:extLst xmlns:a="http://schemas.openxmlformats.org/drawingml/2006/main">
              <a:ext uri="{FF2B5EF4-FFF2-40B4-BE49-F238E27FC236}">
                <a16:creationId xmlns:a16="http://schemas.microsoft.com/office/drawing/2014/main" id="{50401EED-88B4-4C64-9763-0B437268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918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8" name="dp44-implementation-comparison / n57 / text 1">
            <a:extLst xmlns:a="http://schemas.openxmlformats.org/drawingml/2006/main">
              <a:ext uri="{FF2B5EF4-FFF2-40B4-BE49-F238E27FC236}">
                <a16:creationId xmlns:a16="http://schemas.microsoft.com/office/drawing/2014/main" id="{E473620D-3B7A-4C64-8B29-48DA1C11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524750"/>
            <a:ext cx="7620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J1 취소 요청 뒤 늦은 완료: Event Mailbox 수신, Dispatcher가 rev1 결과 폐기</a:t>
            </a:r>
          </a:p>
        </p:txBody>
      </p:sp>
      <p:sp>
        <p:nvSpPr>
          <p:cNvPr id="69" name="dp44-implementation-comparison / n58 / text 1">
            <a:extLst xmlns:a="http://schemas.openxmlformats.org/drawingml/2006/main">
              <a:ext uri="{FF2B5EF4-FFF2-40B4-BE49-F238E27FC236}">
                <a16:creationId xmlns:a16="http://schemas.microsoft.com/office/drawing/2014/main" id="{677CE3AA-1DDC-44E6-B868-E8E1D6BE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791450"/>
            <a:ext cx="7620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Queue 순서와 실행 중 Job의 CancelHandle은 별개</a:t>
            </a:r>
          </a:p>
        </p:txBody>
      </p:sp>
      <p:sp>
        <p:nvSpPr>
          <p:cNvPr id="70" name="dp44-implementation-comparison / n59">
            <a:extLst xmlns:a="http://schemas.openxmlformats.org/drawingml/2006/main">
              <a:ext uri="{FF2B5EF4-FFF2-40B4-BE49-F238E27FC236}">
                <a16:creationId xmlns:a16="http://schemas.microsoft.com/office/drawing/2014/main" id="{CB3DA4D8-00FA-4257-B560-07C5AD25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86050"/>
            <a:ext cx="82867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71" name="dp44-implementation-comparison / n60 / text 1">
            <a:extLst xmlns:a="http://schemas.openxmlformats.org/drawingml/2006/main">
              <a:ext uri="{FF2B5EF4-FFF2-40B4-BE49-F238E27FC236}">
                <a16:creationId xmlns:a16="http://schemas.microsoft.com/office/drawing/2014/main" id="{9F1F438C-244A-46A0-9686-3F33425D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71775"/>
            <a:ext cx="79819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Request Controller</a:t>
            </a:r>
          </a:p>
        </p:txBody>
      </p:sp>
      <p:sp>
        <p:nvSpPr>
          <p:cNvPr id="72" name="dp44-implementation-comparison / n61 / text 1">
            <a:extLst xmlns:a="http://schemas.openxmlformats.org/drawingml/2006/main">
              <a:ext uri="{FF2B5EF4-FFF2-40B4-BE49-F238E27FC236}">
                <a16:creationId xmlns:a16="http://schemas.microsoft.com/office/drawing/2014/main" id="{BA780781-5BB2-4D69-8B32-66A7FB0F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009900"/>
            <a:ext cx="79057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B63732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6373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B63732"/>
                </a:solidFill>
                <a:latin typeface="Calibri"/>
                <a:ea typeface="Calibri"/>
                <a:cs typeface="Calibri"/>
              </a:rPr>
              <a:t>InputStarted와 채택된 Invalidate는 관련 Control Queue마다 복사</a:t>
            </a:r>
          </a:p>
        </p:txBody>
      </p:sp>
      <p:sp>
        <p:nvSpPr>
          <p:cNvPr id="73" name="dp44-implementation-comparison / n62 / path">
            <a:extLst xmlns:a="http://schemas.openxmlformats.org/drawingml/2006/main">
              <a:ext uri="{FF2B5EF4-FFF2-40B4-BE49-F238E27FC236}">
                <a16:creationId xmlns:a16="http://schemas.microsoft.com/office/drawing/2014/main" id="{F6EAE9F7-0B02-4BA1-956E-01F16C47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90875"/>
            <a:ext cx="4048125" cy="953"/>
          </a:xfrm>
          <a:custGeom xmlns:a="http://schemas.openxmlformats.org/drawingml/2006/main">
            <a:pathLst>
              <a:path w="4048125" h="953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74" name="dp44-implementation-comparison / n63 / path">
            <a:extLst xmlns:a="http://schemas.openxmlformats.org/drawingml/2006/main">
              <a:ext uri="{FF2B5EF4-FFF2-40B4-BE49-F238E27FC236}">
                <a16:creationId xmlns:a16="http://schemas.microsoft.com/office/drawing/2014/main" id="{B36810EF-68A5-4290-A03E-57ACC20F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90875"/>
            <a:ext cx="953" cy="3028950"/>
          </a:xfrm>
          <a:custGeom xmlns:a="http://schemas.openxmlformats.org/drawingml/2006/main">
            <a:pathLst>
              <a:path w="953" h="3028950">
                <a:moveTo>
                  <a:pt x="0" y="0"/>
                </a:moveTo>
                <a:lnTo>
                  <a:pt x="0" y="3028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75" name="dp44-implementation-comparison / n64 / path">
            <a:extLst xmlns:a="http://schemas.openxmlformats.org/drawingml/2006/main">
              <a:ext uri="{FF2B5EF4-FFF2-40B4-BE49-F238E27FC236}">
                <a16:creationId xmlns:a16="http://schemas.microsoft.com/office/drawing/2014/main" id="{F9BC6D35-84A4-48B2-9D71-A609A8ED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190875"/>
            <a:ext cx="953" cy="3028950"/>
          </a:xfrm>
          <a:custGeom xmlns:a="http://schemas.openxmlformats.org/drawingml/2006/main">
            <a:pathLst>
              <a:path w="953" h="3028950">
                <a:moveTo>
                  <a:pt x="0" y="0"/>
                </a:moveTo>
                <a:lnTo>
                  <a:pt x="0" y="30289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76" name="dp44-implementation-comparison / n65 / path">
            <a:extLst xmlns:a="http://schemas.openxmlformats.org/drawingml/2006/main">
              <a:ext uri="{FF2B5EF4-FFF2-40B4-BE49-F238E27FC236}">
                <a16:creationId xmlns:a16="http://schemas.microsoft.com/office/drawing/2014/main" id="{C1F57DAC-5515-47E8-A838-A150A723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876675"/>
            <a:ext cx="161925" cy="953"/>
          </a:xfrm>
          <a:custGeom xmlns:a="http://schemas.openxmlformats.org/drawingml/2006/main"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77" name="dp44-implementation-comparison / n65 / arrow">
            <a:extLst xmlns:a="http://schemas.openxmlformats.org/drawingml/2006/main">
              <a:ext uri="{FF2B5EF4-FFF2-40B4-BE49-F238E27FC236}">
                <a16:creationId xmlns:a16="http://schemas.microsoft.com/office/drawing/2014/main" id="{238CC08F-404D-479C-BA30-C696862E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38157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78" name="dp44-implementation-comparison / n66 / path">
            <a:extLst xmlns:a="http://schemas.openxmlformats.org/drawingml/2006/main">
              <a:ext uri="{FF2B5EF4-FFF2-40B4-BE49-F238E27FC236}">
                <a16:creationId xmlns:a16="http://schemas.microsoft.com/office/drawing/2014/main" id="{E06E1079-86EB-4EC0-A5C7-D0075532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876675"/>
            <a:ext cx="209550" cy="953"/>
          </a:xfrm>
          <a:custGeom xmlns:a="http://schemas.openxmlformats.org/drawingml/2006/main">
            <a:pathLst>
              <a:path w="209550" h="953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79" name="dp44-implementation-comparison / n66 / arrow">
            <a:extLst xmlns:a="http://schemas.openxmlformats.org/drawingml/2006/main">
              <a:ext uri="{FF2B5EF4-FFF2-40B4-BE49-F238E27FC236}">
                <a16:creationId xmlns:a16="http://schemas.microsoft.com/office/drawing/2014/main" id="{EDE11EE4-7FC8-419E-9983-0B14740B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8380" y="38157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80" name="dp44-implementation-comparison / n67 / path">
            <a:extLst xmlns:a="http://schemas.openxmlformats.org/drawingml/2006/main">
              <a:ext uri="{FF2B5EF4-FFF2-40B4-BE49-F238E27FC236}">
                <a16:creationId xmlns:a16="http://schemas.microsoft.com/office/drawing/2014/main" id="{0B0BBD8C-C12E-4CCC-B11F-FA4D03E2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238875"/>
            <a:ext cx="161925" cy="953"/>
          </a:xfrm>
          <a:custGeom xmlns:a="http://schemas.openxmlformats.org/drawingml/2006/main"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81" name="dp44-implementation-comparison / n67 / arrow">
            <a:extLst xmlns:a="http://schemas.openxmlformats.org/drawingml/2006/main">
              <a:ext uri="{FF2B5EF4-FFF2-40B4-BE49-F238E27FC236}">
                <a16:creationId xmlns:a16="http://schemas.microsoft.com/office/drawing/2014/main" id="{7A1850CA-93B5-45DC-B64E-36B9D30A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61779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82" name="dp44-implementation-comparison / n68 / path">
            <a:extLst xmlns:a="http://schemas.openxmlformats.org/drawingml/2006/main">
              <a:ext uri="{FF2B5EF4-FFF2-40B4-BE49-F238E27FC236}">
                <a16:creationId xmlns:a16="http://schemas.microsoft.com/office/drawing/2014/main" id="{ED16A88B-474D-4098-A046-1C5BAE1C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6238875"/>
            <a:ext cx="209550" cy="953"/>
          </a:xfrm>
          <a:custGeom xmlns:a="http://schemas.openxmlformats.org/drawingml/2006/main">
            <a:pathLst>
              <a:path w="209550" h="953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83" name="dp44-implementation-comparison / n68 / arrow">
            <a:extLst xmlns:a="http://schemas.openxmlformats.org/drawingml/2006/main">
              <a:ext uri="{FF2B5EF4-FFF2-40B4-BE49-F238E27FC236}">
                <a16:creationId xmlns:a16="http://schemas.microsoft.com/office/drawing/2014/main" id="{CF5AEA80-DCB5-481E-8A78-856638DC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8380" y="61779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84" name="dp44-implementation-comparison / n69">
            <a:extLst xmlns:a="http://schemas.openxmlformats.org/drawingml/2006/main">
              <a:ext uri="{FF2B5EF4-FFF2-40B4-BE49-F238E27FC236}">
                <a16:creationId xmlns:a16="http://schemas.microsoft.com/office/drawing/2014/main" id="{3686D44F-A7A0-442B-8724-8CB76F88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38500"/>
            <a:ext cx="388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85" name="dp44-implementation-comparison / n70 / text 1">
            <a:extLst xmlns:a="http://schemas.openxmlformats.org/drawingml/2006/main">
              <a:ext uri="{FF2B5EF4-FFF2-40B4-BE49-F238E27FC236}">
                <a16:creationId xmlns:a16="http://schemas.microsoft.com/office/drawing/2014/main" id="{CFAFBB05-2271-47C6-AD68-8C29A3B8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14700"/>
            <a:ext cx="36957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Input Resolution Stage</a:t>
            </a:r>
          </a:p>
        </p:txBody>
      </p:sp>
      <p:sp>
        <p:nvSpPr>
          <p:cNvPr id="86" name="dp44-implementation-comparison / n71">
            <a:extLst xmlns:a="http://schemas.openxmlformats.org/drawingml/2006/main">
              <a:ext uri="{FF2B5EF4-FFF2-40B4-BE49-F238E27FC236}">
                <a16:creationId xmlns:a16="http://schemas.microsoft.com/office/drawing/2014/main" id="{74A4EF63-EA71-4DB6-838F-9F63DA84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385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87" name="dp44-implementation-comparison / n72 / text 1">
            <a:extLst xmlns:a="http://schemas.openxmlformats.org/drawingml/2006/main">
              <a:ext uri="{FF2B5EF4-FFF2-40B4-BE49-F238E27FC236}">
                <a16:creationId xmlns:a16="http://schemas.microsoft.com/office/drawing/2014/main" id="{E83EB627-EF0D-4A1B-AC13-3872FDEC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705225"/>
            <a:ext cx="990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Control</a:t>
            </a:r>
          </a:p>
        </p:txBody>
      </p:sp>
      <p:sp>
        <p:nvSpPr>
          <p:cNvPr id="88" name="dp44-implementation-comparison / n73">
            <a:extLst xmlns:a="http://schemas.openxmlformats.org/drawingml/2006/main">
              <a:ext uri="{FF2B5EF4-FFF2-40B4-BE49-F238E27FC236}">
                <a16:creationId xmlns:a16="http://schemas.microsoft.com/office/drawing/2014/main" id="{17097A50-B022-4FB2-8870-F67EB8E9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9" name="dp44-implementation-comparison / n74">
            <a:extLst xmlns:a="http://schemas.openxmlformats.org/drawingml/2006/main">
              <a:ext uri="{FF2B5EF4-FFF2-40B4-BE49-F238E27FC236}">
                <a16:creationId xmlns:a16="http://schemas.microsoft.com/office/drawing/2014/main" id="{2D9E3049-FF9F-404E-96F4-A2056A94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0" name="dp44-implementation-comparison / n75">
            <a:extLst xmlns:a="http://schemas.openxmlformats.org/drawingml/2006/main">
              <a:ext uri="{FF2B5EF4-FFF2-40B4-BE49-F238E27FC236}">
                <a16:creationId xmlns:a16="http://schemas.microsoft.com/office/drawing/2014/main" id="{DA54AD8B-F4CF-4357-963B-9B94DC40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1" name="dp44-implementation-comparison / n76">
            <a:extLst xmlns:a="http://schemas.openxmlformats.org/drawingml/2006/main">
              <a:ext uri="{FF2B5EF4-FFF2-40B4-BE49-F238E27FC236}">
                <a16:creationId xmlns:a16="http://schemas.microsoft.com/office/drawing/2014/main" id="{739ADA1B-65FD-4C6A-8F0E-FC39D2F6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2" name="dp44-implementation-comparison / n77">
            <a:extLst xmlns:a="http://schemas.openxmlformats.org/drawingml/2006/main">
              <a:ext uri="{FF2B5EF4-FFF2-40B4-BE49-F238E27FC236}">
                <a16:creationId xmlns:a16="http://schemas.microsoft.com/office/drawing/2014/main" id="{5D97749A-772A-45F0-8C15-16D34647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6385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93" name="dp44-implementation-comparison / n78 / text 1">
            <a:extLst xmlns:a="http://schemas.openxmlformats.org/drawingml/2006/main">
              <a:ext uri="{FF2B5EF4-FFF2-40B4-BE49-F238E27FC236}">
                <a16:creationId xmlns:a16="http://schemas.microsoft.com/office/drawing/2014/main" id="{DC106162-D14E-4E91-B239-6F255011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705225"/>
            <a:ext cx="990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94" name="dp44-implementation-comparison / n79">
            <a:extLst xmlns:a="http://schemas.openxmlformats.org/drawingml/2006/main">
              <a:ext uri="{FF2B5EF4-FFF2-40B4-BE49-F238E27FC236}">
                <a16:creationId xmlns:a16="http://schemas.microsoft.com/office/drawing/2014/main" id="{9F0C6421-8F8F-49C6-9EA7-B9B88DEE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5" name="dp44-implementation-comparison / n80">
            <a:extLst xmlns:a="http://schemas.openxmlformats.org/drawingml/2006/main">
              <a:ext uri="{FF2B5EF4-FFF2-40B4-BE49-F238E27FC236}">
                <a16:creationId xmlns:a16="http://schemas.microsoft.com/office/drawing/2014/main" id="{657862B7-A1FB-40A6-B58C-47880446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6" name="dp44-implementation-comparison / n81">
            <a:extLst xmlns:a="http://schemas.openxmlformats.org/drawingml/2006/main">
              <a:ext uri="{FF2B5EF4-FFF2-40B4-BE49-F238E27FC236}">
                <a16:creationId xmlns:a16="http://schemas.microsoft.com/office/drawing/2014/main" id="{4E9C3DEB-314A-4656-A2E3-31577E0A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7" name="dp44-implementation-comparison / n82">
            <a:extLst xmlns:a="http://schemas.openxmlformats.org/drawingml/2006/main">
              <a:ext uri="{FF2B5EF4-FFF2-40B4-BE49-F238E27FC236}">
                <a16:creationId xmlns:a16="http://schemas.microsoft.com/office/drawing/2014/main" id="{B6F0AC46-8F8B-4E20-8FBE-36A050A6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8" name="dp44-implementation-comparison / n83">
            <a:extLst xmlns:a="http://schemas.openxmlformats.org/drawingml/2006/main">
              <a:ext uri="{FF2B5EF4-FFF2-40B4-BE49-F238E27FC236}">
                <a16:creationId xmlns:a16="http://schemas.microsoft.com/office/drawing/2014/main" id="{D52571D2-7516-472A-B86F-13CE8F3F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6385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99" name="dp44-implementation-comparison / n84 / text 1">
            <a:extLst xmlns:a="http://schemas.openxmlformats.org/drawingml/2006/main">
              <a:ext uri="{FF2B5EF4-FFF2-40B4-BE49-F238E27FC236}">
                <a16:creationId xmlns:a16="http://schemas.microsoft.com/office/drawing/2014/main" id="{3AC12158-F84B-4B04-93BF-56805B24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3705225"/>
            <a:ext cx="990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Done</a:t>
            </a:r>
          </a:p>
        </p:txBody>
      </p:sp>
      <p:sp>
        <p:nvSpPr>
          <p:cNvPr id="100" name="dp44-implementation-comparison / n85">
            <a:extLst xmlns:a="http://schemas.openxmlformats.org/drawingml/2006/main">
              <a:ext uri="{FF2B5EF4-FFF2-40B4-BE49-F238E27FC236}">
                <a16:creationId xmlns:a16="http://schemas.microsoft.com/office/drawing/2014/main" id="{FD5E27E9-568D-4EF7-93AB-5E0651F8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01" name="dp44-implementation-comparison / n86">
            <a:extLst xmlns:a="http://schemas.openxmlformats.org/drawingml/2006/main">
              <a:ext uri="{FF2B5EF4-FFF2-40B4-BE49-F238E27FC236}">
                <a16:creationId xmlns:a16="http://schemas.microsoft.com/office/drawing/2014/main" id="{90F6A07B-10F2-466C-8D90-23F236FF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02" name="dp44-implementation-comparison / n87">
            <a:extLst xmlns:a="http://schemas.openxmlformats.org/drawingml/2006/main">
              <a:ext uri="{FF2B5EF4-FFF2-40B4-BE49-F238E27FC236}">
                <a16:creationId xmlns:a16="http://schemas.microsoft.com/office/drawing/2014/main" id="{22CBEAAA-FB35-4137-82B2-03656C58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03" name="dp44-implementation-comparison / n88">
            <a:extLst xmlns:a="http://schemas.openxmlformats.org/drawingml/2006/main">
              <a:ext uri="{FF2B5EF4-FFF2-40B4-BE49-F238E27FC236}">
                <a16:creationId xmlns:a16="http://schemas.microsoft.com/office/drawing/2014/main" id="{B2F75FF2-5D7C-41DC-85CF-702981B1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04" name="dp44-implementation-comparison / n89">
            <a:extLst xmlns:a="http://schemas.openxmlformats.org/drawingml/2006/main">
              <a:ext uri="{FF2B5EF4-FFF2-40B4-BE49-F238E27FC236}">
                <a16:creationId xmlns:a16="http://schemas.microsoft.com/office/drawing/2014/main" id="{CC9FE7DE-61C5-4813-8A59-907AED69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81475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05" name="dp44-implementation-comparison / n90 / text 1">
            <a:extLst xmlns:a="http://schemas.openxmlformats.org/drawingml/2006/main">
              <a:ext uri="{FF2B5EF4-FFF2-40B4-BE49-F238E27FC236}">
                <a16:creationId xmlns:a16="http://schemas.microsoft.com/office/drawing/2014/main" id="{9320E13F-F040-4C14-92D1-1B3EB62C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67200"/>
            <a:ext cx="3505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Pump / InterpretAsync</a:t>
            </a:r>
          </a:p>
        </p:txBody>
      </p:sp>
      <p:sp>
        <p:nvSpPr>
          <p:cNvPr id="106" name="dp44-implementation-comparison / n91">
            <a:extLst xmlns:a="http://schemas.openxmlformats.org/drawingml/2006/main">
              <a:ext uri="{FF2B5EF4-FFF2-40B4-BE49-F238E27FC236}">
                <a16:creationId xmlns:a16="http://schemas.microsoft.com/office/drawing/2014/main" id="{89F9D897-F286-4944-93DA-0D71EE45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91050"/>
            <a:ext cx="3695700" cy="381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07" name="dp44-implementation-comparison / n92 / text 1">
            <a:extLst xmlns:a="http://schemas.openxmlformats.org/drawingml/2006/main">
              <a:ext uri="{FF2B5EF4-FFF2-40B4-BE49-F238E27FC236}">
                <a16:creationId xmlns:a16="http://schemas.microsoft.com/office/drawing/2014/main" id="{C82D68E0-E8A2-4880-92CD-696C9693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2500"/>
            <a:ext cx="35242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Input Window (RAM)</a:t>
            </a:r>
          </a:p>
        </p:txBody>
      </p:sp>
      <p:sp>
        <p:nvSpPr>
          <p:cNvPr id="108" name="dp44-implementation-comparison / n93 / path">
            <a:extLst xmlns:a="http://schemas.openxmlformats.org/drawingml/2006/main">
              <a:ext uri="{FF2B5EF4-FFF2-40B4-BE49-F238E27FC236}">
                <a16:creationId xmlns:a16="http://schemas.microsoft.com/office/drawing/2014/main" id="{EBD6576D-A11C-485E-98FD-E698AD6B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895725"/>
            <a:ext cx="47625" cy="523875"/>
          </a:xfrm>
          <a:custGeom xmlns:a="http://schemas.openxmlformats.org/drawingml/2006/main">
            <a:pathLst>
              <a:path w="47625" h="523875">
                <a:moveTo>
                  <a:pt x="0" y="523875"/>
                </a:moveTo>
                <a:lnTo>
                  <a:pt x="47625" y="523875"/>
                </a:lnTo>
                <a:lnTo>
                  <a:pt x="4762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858A5"/>
            </a:solidFill>
            <a:prstDash val="dash"/>
          </a:ln>
        </p:spPr>
      </p:sp>
      <p:sp>
        <p:nvSpPr>
          <p:cNvPr id="109" name="dp44-implementation-comparison / n93 / arrow">
            <a:extLst xmlns:a="http://schemas.openxmlformats.org/drawingml/2006/main">
              <a:ext uri="{FF2B5EF4-FFF2-40B4-BE49-F238E27FC236}">
                <a16:creationId xmlns:a16="http://schemas.microsoft.com/office/drawing/2014/main" id="{6239E9FA-E655-448E-9DA6-4BDF777F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843909"/>
            <a:ext cx="103632" cy="103632"/>
          </a:xfrm>
          <a:custGeom xmlns:a="http://schemas.openxmlformats.org/drawingml/2006/main">
            <a:pathLst>
              <a:path w="103632" h="103632">
                <a:moveTo>
                  <a:pt x="103632" y="0"/>
                </a:moveTo>
                <a:lnTo>
                  <a:pt x="0" y="51816"/>
                </a:lnTo>
                <a:lnTo>
                  <a:pt x="103632" y="103632"/>
                </a:lnTo>
              </a:path>
            </a:pathLst>
          </a:custGeom>
          <a:noFill xmlns:a="http://schemas.openxmlformats.org/drawingml/2006/main"/>
          <a:ln xmlns:a="http://schemas.openxmlformats.org/drawingml/2006/main" w="20726">
            <a:solidFill>
              <a:srgbClr val="2858A5"/>
            </a:solidFill>
            <a:prstDash val="solid"/>
          </a:ln>
        </p:spPr>
      </p:sp>
      <p:sp>
        <p:nvSpPr>
          <p:cNvPr id="110" name="dp44-implementation-comparison / n94">
            <a:extLst xmlns:a="http://schemas.openxmlformats.org/drawingml/2006/main">
              <a:ext uri="{FF2B5EF4-FFF2-40B4-BE49-F238E27FC236}">
                <a16:creationId xmlns:a16="http://schemas.microsoft.com/office/drawing/2014/main" id="{83F28933-3C9F-414F-94DE-2563778D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3238500"/>
            <a:ext cx="388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11" name="dp44-implementation-comparison / n95 / text 1">
            <a:extLst xmlns:a="http://schemas.openxmlformats.org/drawingml/2006/main">
              <a:ext uri="{FF2B5EF4-FFF2-40B4-BE49-F238E27FC236}">
                <a16:creationId xmlns:a16="http://schemas.microsoft.com/office/drawing/2014/main" id="{4A6C927D-44BA-4D40-950A-E9EA9661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314700"/>
            <a:ext cx="36957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Task Notice Stage</a:t>
            </a:r>
          </a:p>
        </p:txBody>
      </p:sp>
      <p:sp>
        <p:nvSpPr>
          <p:cNvPr id="112" name="dp44-implementation-comparison / n96">
            <a:extLst xmlns:a="http://schemas.openxmlformats.org/drawingml/2006/main">
              <a:ext uri="{FF2B5EF4-FFF2-40B4-BE49-F238E27FC236}">
                <a16:creationId xmlns:a16="http://schemas.microsoft.com/office/drawing/2014/main" id="{D7E071DA-18E2-4BC7-9F2E-95EDE4E0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36385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13" name="dp44-implementation-comparison / n97 / text 1">
            <a:extLst xmlns:a="http://schemas.openxmlformats.org/drawingml/2006/main">
              <a:ext uri="{FF2B5EF4-FFF2-40B4-BE49-F238E27FC236}">
                <a16:creationId xmlns:a16="http://schemas.microsoft.com/office/drawing/2014/main" id="{BD1842C6-8771-456A-841D-561C2567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3705225"/>
            <a:ext cx="990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Control</a:t>
            </a:r>
          </a:p>
        </p:txBody>
      </p:sp>
      <p:sp>
        <p:nvSpPr>
          <p:cNvPr id="114" name="dp44-implementation-comparison / n98">
            <a:extLst xmlns:a="http://schemas.openxmlformats.org/drawingml/2006/main">
              <a:ext uri="{FF2B5EF4-FFF2-40B4-BE49-F238E27FC236}">
                <a16:creationId xmlns:a16="http://schemas.microsoft.com/office/drawing/2014/main" id="{90EF6DF9-FE2B-4692-BE18-9AF7884A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15" name="dp44-implementation-comparison / n99">
            <a:extLst xmlns:a="http://schemas.openxmlformats.org/drawingml/2006/main">
              <a:ext uri="{FF2B5EF4-FFF2-40B4-BE49-F238E27FC236}">
                <a16:creationId xmlns:a16="http://schemas.microsoft.com/office/drawing/2014/main" id="{C79A2433-C304-4A71-9B4E-5120D340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16" name="dp44-implementation-comparison / n100">
            <a:extLst xmlns:a="http://schemas.openxmlformats.org/drawingml/2006/main">
              <a:ext uri="{FF2B5EF4-FFF2-40B4-BE49-F238E27FC236}">
                <a16:creationId xmlns:a16="http://schemas.microsoft.com/office/drawing/2014/main" id="{03C1B7F0-E8AB-41E1-9883-199FFC79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17" name="dp44-implementation-comparison / n101">
            <a:extLst xmlns:a="http://schemas.openxmlformats.org/drawingml/2006/main">
              <a:ext uri="{FF2B5EF4-FFF2-40B4-BE49-F238E27FC236}">
                <a16:creationId xmlns:a16="http://schemas.microsoft.com/office/drawing/2014/main" id="{3FAEE270-E59B-4D9F-BF93-BECB8DA4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18" name="dp44-implementation-comparison / n102">
            <a:extLst xmlns:a="http://schemas.openxmlformats.org/drawingml/2006/main">
              <a:ext uri="{FF2B5EF4-FFF2-40B4-BE49-F238E27FC236}">
                <a16:creationId xmlns:a16="http://schemas.microsoft.com/office/drawing/2014/main" id="{25267D25-3747-4ABE-8412-932FF29F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36385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19" name="dp44-implementation-comparison / n103 / text 1">
            <a:extLst xmlns:a="http://schemas.openxmlformats.org/drawingml/2006/main">
              <a:ext uri="{FF2B5EF4-FFF2-40B4-BE49-F238E27FC236}">
                <a16:creationId xmlns:a16="http://schemas.microsoft.com/office/drawing/2014/main" id="{5568A2B5-6E61-4DE0-B2DE-A1E8A8F1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3705225"/>
            <a:ext cx="990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20" name="dp44-implementation-comparison / n104">
            <a:extLst xmlns:a="http://schemas.openxmlformats.org/drawingml/2006/main">
              <a:ext uri="{FF2B5EF4-FFF2-40B4-BE49-F238E27FC236}">
                <a16:creationId xmlns:a16="http://schemas.microsoft.com/office/drawing/2014/main" id="{899BF249-CC53-4776-9D45-6E272B52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21" name="dp44-implementation-comparison / n105">
            <a:extLst xmlns:a="http://schemas.openxmlformats.org/drawingml/2006/main">
              <a:ext uri="{FF2B5EF4-FFF2-40B4-BE49-F238E27FC236}">
                <a16:creationId xmlns:a16="http://schemas.microsoft.com/office/drawing/2014/main" id="{90703299-B445-4534-ABC9-2A39830F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22" name="dp44-implementation-comparison / n106">
            <a:extLst xmlns:a="http://schemas.openxmlformats.org/drawingml/2006/main">
              <a:ext uri="{FF2B5EF4-FFF2-40B4-BE49-F238E27FC236}">
                <a16:creationId xmlns:a16="http://schemas.microsoft.com/office/drawing/2014/main" id="{7FBB533B-6D67-42DE-9077-8ED4ADE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1025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23" name="dp44-implementation-comparison / n107">
            <a:extLst xmlns:a="http://schemas.openxmlformats.org/drawingml/2006/main">
              <a:ext uri="{FF2B5EF4-FFF2-40B4-BE49-F238E27FC236}">
                <a16:creationId xmlns:a16="http://schemas.microsoft.com/office/drawing/2014/main" id="{879E82C7-71A5-4F95-8F4D-F04DFA16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24" name="dp44-implementation-comparison / n108">
            <a:extLst xmlns:a="http://schemas.openxmlformats.org/drawingml/2006/main">
              <a:ext uri="{FF2B5EF4-FFF2-40B4-BE49-F238E27FC236}">
                <a16:creationId xmlns:a16="http://schemas.microsoft.com/office/drawing/2014/main" id="{C13B220C-22AD-435E-9495-44B89784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36385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25" name="dp44-implementation-comparison / n109 / text 1">
            <a:extLst xmlns:a="http://schemas.openxmlformats.org/drawingml/2006/main">
              <a:ext uri="{FF2B5EF4-FFF2-40B4-BE49-F238E27FC236}">
                <a16:creationId xmlns:a16="http://schemas.microsoft.com/office/drawing/2014/main" id="{20E40BB0-AF71-40FF-9BD9-BD476CF1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675" y="3705225"/>
            <a:ext cx="990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Done</a:t>
            </a:r>
          </a:p>
        </p:txBody>
      </p:sp>
      <p:sp>
        <p:nvSpPr>
          <p:cNvPr id="126" name="dp44-implementation-comparison / n110">
            <a:extLst xmlns:a="http://schemas.openxmlformats.org/drawingml/2006/main">
              <a:ext uri="{FF2B5EF4-FFF2-40B4-BE49-F238E27FC236}">
                <a16:creationId xmlns:a16="http://schemas.microsoft.com/office/drawing/2014/main" id="{2C707169-0241-4FBC-9ED2-AAF61438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5900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27" name="dp44-implementation-comparison / n111">
            <a:extLst xmlns:a="http://schemas.openxmlformats.org/drawingml/2006/main">
              <a:ext uri="{FF2B5EF4-FFF2-40B4-BE49-F238E27FC236}">
                <a16:creationId xmlns:a16="http://schemas.microsoft.com/office/drawing/2014/main" id="{78D66535-5F3D-4FB2-8E17-8F0DCE42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28" name="dp44-implementation-comparison / n112">
            <a:extLst xmlns:a="http://schemas.openxmlformats.org/drawingml/2006/main">
              <a:ext uri="{FF2B5EF4-FFF2-40B4-BE49-F238E27FC236}">
                <a16:creationId xmlns:a16="http://schemas.microsoft.com/office/drawing/2014/main" id="{763EE596-1EB4-4091-8CCC-1BBB7729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29" name="dp44-implementation-comparison / n113">
            <a:extLst xmlns:a="http://schemas.openxmlformats.org/drawingml/2006/main">
              <a:ext uri="{FF2B5EF4-FFF2-40B4-BE49-F238E27FC236}">
                <a16:creationId xmlns:a16="http://schemas.microsoft.com/office/drawing/2014/main" id="{1E2B0006-3F1F-4102-BF5A-360EA90F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8825" y="39243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30" name="dp44-implementation-comparison / n114">
            <a:extLst xmlns:a="http://schemas.openxmlformats.org/drawingml/2006/main">
              <a:ext uri="{FF2B5EF4-FFF2-40B4-BE49-F238E27FC236}">
                <a16:creationId xmlns:a16="http://schemas.microsoft.com/office/drawing/2014/main" id="{DD7993F8-5D14-4310-A3A2-4B79090C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181475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31" name="dp44-implementation-comparison / n115 / text 1">
            <a:extLst xmlns:a="http://schemas.openxmlformats.org/drawingml/2006/main">
              <a:ext uri="{FF2B5EF4-FFF2-40B4-BE49-F238E27FC236}">
                <a16:creationId xmlns:a16="http://schemas.microsoft.com/office/drawing/2014/main" id="{C808D07C-5ED6-4965-B1D7-337CB139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4267200"/>
            <a:ext cx="3505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Pump / NoticeAsync</a:t>
            </a:r>
          </a:p>
        </p:txBody>
      </p:sp>
      <p:sp>
        <p:nvSpPr>
          <p:cNvPr id="132" name="dp44-implementation-comparison / n116">
            <a:extLst xmlns:a="http://schemas.openxmlformats.org/drawingml/2006/main">
              <a:ext uri="{FF2B5EF4-FFF2-40B4-BE49-F238E27FC236}">
                <a16:creationId xmlns:a16="http://schemas.microsoft.com/office/drawing/2014/main" id="{17054BE8-3189-49DC-AD36-C35221B3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591050"/>
            <a:ext cx="3695700" cy="381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33" name="dp44-implementation-comparison / n117 / text 1">
            <a:extLst xmlns:a="http://schemas.openxmlformats.org/drawingml/2006/main">
              <a:ext uri="{FF2B5EF4-FFF2-40B4-BE49-F238E27FC236}">
                <a16:creationId xmlns:a16="http://schemas.microsoft.com/office/drawing/2014/main" id="{DF70262F-35DE-400D-B866-0C4AE684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4762500"/>
            <a:ext cx="35242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Notice Window (RAM)</a:t>
            </a:r>
          </a:p>
        </p:txBody>
      </p:sp>
      <p:sp>
        <p:nvSpPr>
          <p:cNvPr id="134" name="dp44-implementation-comparison / n118 / path">
            <a:extLst xmlns:a="http://schemas.openxmlformats.org/drawingml/2006/main">
              <a:ext uri="{FF2B5EF4-FFF2-40B4-BE49-F238E27FC236}">
                <a16:creationId xmlns:a16="http://schemas.microsoft.com/office/drawing/2014/main" id="{EA259E3B-E932-46CC-95D3-50CFEFE2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3895725"/>
            <a:ext cx="47625" cy="523875"/>
          </a:xfrm>
          <a:custGeom xmlns:a="http://schemas.openxmlformats.org/drawingml/2006/main">
            <a:pathLst>
              <a:path w="47625" h="523875">
                <a:moveTo>
                  <a:pt x="0" y="523875"/>
                </a:moveTo>
                <a:lnTo>
                  <a:pt x="47625" y="523875"/>
                </a:lnTo>
                <a:lnTo>
                  <a:pt x="4762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858A5"/>
            </a:solidFill>
            <a:prstDash val="dash"/>
          </a:ln>
        </p:spPr>
      </p:sp>
      <p:sp>
        <p:nvSpPr>
          <p:cNvPr id="135" name="dp44-implementation-comparison / n118 / arrow">
            <a:extLst xmlns:a="http://schemas.openxmlformats.org/drawingml/2006/main">
              <a:ext uri="{FF2B5EF4-FFF2-40B4-BE49-F238E27FC236}">
                <a16:creationId xmlns:a16="http://schemas.microsoft.com/office/drawing/2014/main" id="{D89102E1-1FB9-4C3B-BD4B-1E66570A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3843909"/>
            <a:ext cx="103632" cy="103632"/>
          </a:xfrm>
          <a:custGeom xmlns:a="http://schemas.openxmlformats.org/drawingml/2006/main">
            <a:pathLst>
              <a:path w="103632" h="103632">
                <a:moveTo>
                  <a:pt x="103632" y="0"/>
                </a:moveTo>
                <a:lnTo>
                  <a:pt x="0" y="51816"/>
                </a:lnTo>
                <a:lnTo>
                  <a:pt x="103632" y="103632"/>
                </a:lnTo>
              </a:path>
            </a:pathLst>
          </a:custGeom>
          <a:noFill xmlns:a="http://schemas.openxmlformats.org/drawingml/2006/main"/>
          <a:ln xmlns:a="http://schemas.openxmlformats.org/drawingml/2006/main" w="20726">
            <a:solidFill>
              <a:srgbClr val="2858A5"/>
            </a:solidFill>
            <a:prstDash val="solid"/>
          </a:ln>
        </p:spPr>
      </p:sp>
      <p:sp>
        <p:nvSpPr>
          <p:cNvPr id="136" name="dp44-implementation-comparison / n119">
            <a:extLst xmlns:a="http://schemas.openxmlformats.org/drawingml/2006/main">
              <a:ext uri="{FF2B5EF4-FFF2-40B4-BE49-F238E27FC236}">
                <a16:creationId xmlns:a16="http://schemas.microsoft.com/office/drawing/2014/main" id="{BB15DFF1-74F9-4761-9944-819A933B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29225"/>
            <a:ext cx="8286750" cy="2466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37" name="dp44-implementation-comparison / n120 / text 1">
            <a:extLst xmlns:a="http://schemas.openxmlformats.org/drawingml/2006/main">
              <a:ext uri="{FF2B5EF4-FFF2-40B4-BE49-F238E27FC236}">
                <a16:creationId xmlns:a16="http://schemas.microsoft.com/office/drawing/2014/main" id="{9E8D14F6-3DAD-40A6-BDA7-870F1F31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14950"/>
            <a:ext cx="79819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Manager</a:t>
            </a:r>
          </a:p>
        </p:txBody>
      </p:sp>
      <p:sp>
        <p:nvSpPr>
          <p:cNvPr id="138" name="dp44-implementation-comparison / n121">
            <a:extLst xmlns:a="http://schemas.openxmlformats.org/drawingml/2006/main">
              <a:ext uri="{FF2B5EF4-FFF2-40B4-BE49-F238E27FC236}">
                <a16:creationId xmlns:a16="http://schemas.microsoft.com/office/drawing/2014/main" id="{147E62B5-0903-4090-8687-8D571654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600700"/>
            <a:ext cx="388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39" name="dp44-implementation-comparison / n122 / text 1">
            <a:extLst xmlns:a="http://schemas.openxmlformats.org/drawingml/2006/main">
              <a:ext uri="{FF2B5EF4-FFF2-40B4-BE49-F238E27FC236}">
                <a16:creationId xmlns:a16="http://schemas.microsoft.com/office/drawing/2014/main" id="{8DA40F7D-A4CF-452D-9661-1EB9D2ED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676900"/>
            <a:ext cx="36957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Response Composer</a:t>
            </a:r>
          </a:p>
        </p:txBody>
      </p:sp>
      <p:sp>
        <p:nvSpPr>
          <p:cNvPr id="140" name="dp44-implementation-comparison / n123">
            <a:extLst xmlns:a="http://schemas.openxmlformats.org/drawingml/2006/main">
              <a:ext uri="{FF2B5EF4-FFF2-40B4-BE49-F238E27FC236}">
                <a16:creationId xmlns:a16="http://schemas.microsoft.com/office/drawing/2014/main" id="{CE871500-A811-49A0-9603-2E61268B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0007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41" name="dp44-implementation-comparison / n124 / text 1">
            <a:extLst xmlns:a="http://schemas.openxmlformats.org/drawingml/2006/main">
              <a:ext uri="{FF2B5EF4-FFF2-40B4-BE49-F238E27FC236}">
                <a16:creationId xmlns:a16="http://schemas.microsoft.com/office/drawing/2014/main" id="{C7BAA4F6-DBA1-4343-A583-6F778C64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067425"/>
            <a:ext cx="990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Control</a:t>
            </a:r>
          </a:p>
        </p:txBody>
      </p:sp>
      <p:sp>
        <p:nvSpPr>
          <p:cNvPr id="142" name="dp44-implementation-comparison / n125">
            <a:extLst xmlns:a="http://schemas.openxmlformats.org/drawingml/2006/main">
              <a:ext uri="{FF2B5EF4-FFF2-40B4-BE49-F238E27FC236}">
                <a16:creationId xmlns:a16="http://schemas.microsoft.com/office/drawing/2014/main" id="{A4B8762B-C373-4BE8-A78F-4A12AD70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43" name="dp44-implementation-comparison / n126">
            <a:extLst xmlns:a="http://schemas.openxmlformats.org/drawingml/2006/main">
              <a:ext uri="{FF2B5EF4-FFF2-40B4-BE49-F238E27FC236}">
                <a16:creationId xmlns:a16="http://schemas.microsoft.com/office/drawing/2014/main" id="{70D633E4-CB62-47D0-B1B6-A8B8D2CF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44" name="dp44-implementation-comparison / n127">
            <a:extLst xmlns:a="http://schemas.openxmlformats.org/drawingml/2006/main">
              <a:ext uri="{FF2B5EF4-FFF2-40B4-BE49-F238E27FC236}">
                <a16:creationId xmlns:a16="http://schemas.microsoft.com/office/drawing/2014/main" id="{050302AA-0E82-410B-8BC1-06AAE7B2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45" name="dp44-implementation-comparison / n128">
            <a:extLst xmlns:a="http://schemas.openxmlformats.org/drawingml/2006/main">
              <a:ext uri="{FF2B5EF4-FFF2-40B4-BE49-F238E27FC236}">
                <a16:creationId xmlns:a16="http://schemas.microsoft.com/office/drawing/2014/main" id="{93C07CA1-293A-4EC2-8E82-4ADE8BB2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46" name="dp44-implementation-comparison / n129">
            <a:extLst xmlns:a="http://schemas.openxmlformats.org/drawingml/2006/main">
              <a:ext uri="{FF2B5EF4-FFF2-40B4-BE49-F238E27FC236}">
                <a16:creationId xmlns:a16="http://schemas.microsoft.com/office/drawing/2014/main" id="{D70E09A8-206C-48DF-8F37-1982DC44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0007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47" name="dp44-implementation-comparison / n130 / text 1">
            <a:extLst xmlns:a="http://schemas.openxmlformats.org/drawingml/2006/main">
              <a:ext uri="{FF2B5EF4-FFF2-40B4-BE49-F238E27FC236}">
                <a16:creationId xmlns:a16="http://schemas.microsoft.com/office/drawing/2014/main" id="{BDB02920-09C3-4C60-B5D4-19E57012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067425"/>
            <a:ext cx="990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Prepare</a:t>
            </a:r>
          </a:p>
        </p:txBody>
      </p:sp>
      <p:sp>
        <p:nvSpPr>
          <p:cNvPr id="148" name="dp44-implementation-comparison / n131">
            <a:extLst xmlns:a="http://schemas.openxmlformats.org/drawingml/2006/main">
              <a:ext uri="{FF2B5EF4-FFF2-40B4-BE49-F238E27FC236}">
                <a16:creationId xmlns:a16="http://schemas.microsoft.com/office/drawing/2014/main" id="{521FB23A-4882-43E1-883D-9162B428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49" name="dp44-implementation-comparison / n132">
            <a:extLst xmlns:a="http://schemas.openxmlformats.org/drawingml/2006/main">
              <a:ext uri="{FF2B5EF4-FFF2-40B4-BE49-F238E27FC236}">
                <a16:creationId xmlns:a16="http://schemas.microsoft.com/office/drawing/2014/main" id="{CE1F7A94-0704-416B-AADD-00EECCDF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0" name="dp44-implementation-comparison / n133">
            <a:extLst xmlns:a="http://schemas.openxmlformats.org/drawingml/2006/main">
              <a:ext uri="{FF2B5EF4-FFF2-40B4-BE49-F238E27FC236}">
                <a16:creationId xmlns:a16="http://schemas.microsoft.com/office/drawing/2014/main" id="{8B9DC508-D1ED-4913-B4AB-C7A38EA7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1" name="dp44-implementation-comparison / n134">
            <a:extLst xmlns:a="http://schemas.openxmlformats.org/drawingml/2006/main">
              <a:ext uri="{FF2B5EF4-FFF2-40B4-BE49-F238E27FC236}">
                <a16:creationId xmlns:a16="http://schemas.microsoft.com/office/drawing/2014/main" id="{5357C65D-2217-4F9E-8897-21663CAD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2" name="dp44-implementation-comparison / n135">
            <a:extLst xmlns:a="http://schemas.openxmlformats.org/drawingml/2006/main">
              <a:ext uri="{FF2B5EF4-FFF2-40B4-BE49-F238E27FC236}">
                <a16:creationId xmlns:a16="http://schemas.microsoft.com/office/drawing/2014/main" id="{BBC9E0F2-8F66-4528-A7EA-973DFE39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0007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53" name="dp44-implementation-comparison / n136 / text 1">
            <a:extLst xmlns:a="http://schemas.openxmlformats.org/drawingml/2006/main">
              <a:ext uri="{FF2B5EF4-FFF2-40B4-BE49-F238E27FC236}">
                <a16:creationId xmlns:a16="http://schemas.microsoft.com/office/drawing/2014/main" id="{6FBCF918-E354-43D6-BB63-C1595D82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6067425"/>
            <a:ext cx="990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Done</a:t>
            </a:r>
          </a:p>
        </p:txBody>
      </p:sp>
      <p:sp>
        <p:nvSpPr>
          <p:cNvPr id="154" name="dp44-implementation-comparison / n137">
            <a:extLst xmlns:a="http://schemas.openxmlformats.org/drawingml/2006/main">
              <a:ext uri="{FF2B5EF4-FFF2-40B4-BE49-F238E27FC236}">
                <a16:creationId xmlns:a16="http://schemas.microsoft.com/office/drawing/2014/main" id="{109B3F12-5CF2-47D9-86EA-D7D8290C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5" name="dp44-implementation-comparison / n138">
            <a:extLst xmlns:a="http://schemas.openxmlformats.org/drawingml/2006/main">
              <a:ext uri="{FF2B5EF4-FFF2-40B4-BE49-F238E27FC236}">
                <a16:creationId xmlns:a16="http://schemas.microsoft.com/office/drawing/2014/main" id="{9E0824D8-41B9-4EBF-9A99-DBDB7EE1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6" name="dp44-implementation-comparison / n139">
            <a:extLst xmlns:a="http://schemas.openxmlformats.org/drawingml/2006/main">
              <a:ext uri="{FF2B5EF4-FFF2-40B4-BE49-F238E27FC236}">
                <a16:creationId xmlns:a16="http://schemas.microsoft.com/office/drawing/2014/main" id="{9A6CB52F-AAB7-4068-A606-B506D32D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7" name="dp44-implementation-comparison / n140">
            <a:extLst xmlns:a="http://schemas.openxmlformats.org/drawingml/2006/main">
              <a:ext uri="{FF2B5EF4-FFF2-40B4-BE49-F238E27FC236}">
                <a16:creationId xmlns:a16="http://schemas.microsoft.com/office/drawing/2014/main" id="{4859415F-E027-4A26-BCD7-79C2C88F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8" name="dp44-implementation-comparison / n141">
            <a:extLst xmlns:a="http://schemas.openxmlformats.org/drawingml/2006/main">
              <a:ext uri="{FF2B5EF4-FFF2-40B4-BE49-F238E27FC236}">
                <a16:creationId xmlns:a16="http://schemas.microsoft.com/office/drawing/2014/main" id="{2B01E2B3-DB71-49D7-95E7-B38FB49E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543675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59" name="dp44-implementation-comparison / n142 / text 1">
            <a:extLst xmlns:a="http://schemas.openxmlformats.org/drawingml/2006/main">
              <a:ext uri="{FF2B5EF4-FFF2-40B4-BE49-F238E27FC236}">
                <a16:creationId xmlns:a16="http://schemas.microsoft.com/office/drawing/2014/main" id="{FE038B19-2171-474F-8F2E-18AC685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29400"/>
            <a:ext cx="3505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Pump / PrepareAsync</a:t>
            </a:r>
          </a:p>
        </p:txBody>
      </p:sp>
      <p:sp>
        <p:nvSpPr>
          <p:cNvPr id="160" name="dp44-implementation-comparison / n143">
            <a:extLst xmlns:a="http://schemas.openxmlformats.org/drawingml/2006/main">
              <a:ext uri="{FF2B5EF4-FFF2-40B4-BE49-F238E27FC236}">
                <a16:creationId xmlns:a16="http://schemas.microsoft.com/office/drawing/2014/main" id="{27CB2DCE-4140-4B33-AB71-D7F25026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953250"/>
            <a:ext cx="3695700" cy="381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61" name="dp44-implementation-comparison / n144 / text 1">
            <a:extLst xmlns:a="http://schemas.openxmlformats.org/drawingml/2006/main">
              <a:ext uri="{FF2B5EF4-FFF2-40B4-BE49-F238E27FC236}">
                <a16:creationId xmlns:a16="http://schemas.microsoft.com/office/drawing/2014/main" id="{B2BF0A30-FDBF-4BCD-8FE8-DF3309AA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7124700"/>
            <a:ext cx="35242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Prepare Job Index (RAM)</a:t>
            </a:r>
          </a:p>
        </p:txBody>
      </p:sp>
      <p:sp>
        <p:nvSpPr>
          <p:cNvPr id="162" name="dp44-implementation-comparison / n145 / path">
            <a:extLst xmlns:a="http://schemas.openxmlformats.org/drawingml/2006/main">
              <a:ext uri="{FF2B5EF4-FFF2-40B4-BE49-F238E27FC236}">
                <a16:creationId xmlns:a16="http://schemas.microsoft.com/office/drawing/2014/main" id="{0CA496B7-D55A-4377-B866-ED66447D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257925"/>
            <a:ext cx="47625" cy="523875"/>
          </a:xfrm>
          <a:custGeom xmlns:a="http://schemas.openxmlformats.org/drawingml/2006/main">
            <a:pathLst>
              <a:path w="47625" h="523875">
                <a:moveTo>
                  <a:pt x="0" y="523875"/>
                </a:moveTo>
                <a:lnTo>
                  <a:pt x="47625" y="523875"/>
                </a:lnTo>
                <a:lnTo>
                  <a:pt x="4762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858A5"/>
            </a:solidFill>
            <a:prstDash val="dash"/>
          </a:ln>
        </p:spPr>
      </p:sp>
      <p:sp>
        <p:nvSpPr>
          <p:cNvPr id="163" name="dp44-implementation-comparison / n145 / arrow">
            <a:extLst xmlns:a="http://schemas.openxmlformats.org/drawingml/2006/main">
              <a:ext uri="{FF2B5EF4-FFF2-40B4-BE49-F238E27FC236}">
                <a16:creationId xmlns:a16="http://schemas.microsoft.com/office/drawing/2014/main" id="{2169F7BB-07C5-4D72-A448-717B836E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206109"/>
            <a:ext cx="103632" cy="103632"/>
          </a:xfrm>
          <a:custGeom xmlns:a="http://schemas.openxmlformats.org/drawingml/2006/main">
            <a:pathLst>
              <a:path w="103632" h="103632">
                <a:moveTo>
                  <a:pt x="103632" y="0"/>
                </a:moveTo>
                <a:lnTo>
                  <a:pt x="0" y="51816"/>
                </a:lnTo>
                <a:lnTo>
                  <a:pt x="103632" y="103632"/>
                </a:lnTo>
              </a:path>
            </a:pathLst>
          </a:custGeom>
          <a:noFill xmlns:a="http://schemas.openxmlformats.org/drawingml/2006/main"/>
          <a:ln xmlns:a="http://schemas.openxmlformats.org/drawingml/2006/main" w="20726">
            <a:solidFill>
              <a:srgbClr val="2858A5"/>
            </a:solidFill>
            <a:prstDash val="solid"/>
          </a:ln>
        </p:spPr>
      </p:sp>
      <p:sp>
        <p:nvSpPr>
          <p:cNvPr id="164" name="dp44-implementation-comparison / n146">
            <a:extLst xmlns:a="http://schemas.openxmlformats.org/drawingml/2006/main">
              <a:ext uri="{FF2B5EF4-FFF2-40B4-BE49-F238E27FC236}">
                <a16:creationId xmlns:a16="http://schemas.microsoft.com/office/drawing/2014/main" id="{2A1BB82E-8ED9-4AC1-911B-A0B1A1FD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5600700"/>
            <a:ext cx="38862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65" name="dp44-implementation-comparison / n147 / text 1">
            <a:extLst xmlns:a="http://schemas.openxmlformats.org/drawingml/2006/main">
              <a:ext uri="{FF2B5EF4-FFF2-40B4-BE49-F238E27FC236}">
                <a16:creationId xmlns:a16="http://schemas.microsoft.com/office/drawing/2014/main" id="{C8C22E12-BA4E-48AF-8772-EDA36EF0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5676900"/>
            <a:ext cx="36957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Publication Join</a:t>
            </a:r>
          </a:p>
        </p:txBody>
      </p:sp>
      <p:sp>
        <p:nvSpPr>
          <p:cNvPr id="166" name="dp44-implementation-comparison / n148">
            <a:extLst xmlns:a="http://schemas.openxmlformats.org/drawingml/2006/main">
              <a:ext uri="{FF2B5EF4-FFF2-40B4-BE49-F238E27FC236}">
                <a16:creationId xmlns:a16="http://schemas.microsoft.com/office/drawing/2014/main" id="{0D084819-478B-4BEE-8D3D-2ADC9241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60007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67" name="dp44-implementation-comparison / n149 / text 1">
            <a:extLst xmlns:a="http://schemas.openxmlformats.org/drawingml/2006/main">
              <a:ext uri="{FF2B5EF4-FFF2-40B4-BE49-F238E27FC236}">
                <a16:creationId xmlns:a16="http://schemas.microsoft.com/office/drawing/2014/main" id="{3C85A003-6611-4B9E-832E-A5B94602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6067425"/>
            <a:ext cx="990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Control</a:t>
            </a:r>
          </a:p>
        </p:txBody>
      </p:sp>
      <p:sp>
        <p:nvSpPr>
          <p:cNvPr id="168" name="dp44-implementation-comparison / n150">
            <a:extLst xmlns:a="http://schemas.openxmlformats.org/drawingml/2006/main">
              <a:ext uri="{FF2B5EF4-FFF2-40B4-BE49-F238E27FC236}">
                <a16:creationId xmlns:a16="http://schemas.microsoft.com/office/drawing/2014/main" id="{CD529999-A4E6-4554-A9B4-D3AAC46B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69" name="dp44-implementation-comparison / n151">
            <a:extLst xmlns:a="http://schemas.openxmlformats.org/drawingml/2006/main">
              <a:ext uri="{FF2B5EF4-FFF2-40B4-BE49-F238E27FC236}">
                <a16:creationId xmlns:a16="http://schemas.microsoft.com/office/drawing/2014/main" id="{D308271D-50BA-4B58-A82A-79685176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70" name="dp44-implementation-comparison / n152">
            <a:extLst xmlns:a="http://schemas.openxmlformats.org/drawingml/2006/main">
              <a:ext uri="{FF2B5EF4-FFF2-40B4-BE49-F238E27FC236}">
                <a16:creationId xmlns:a16="http://schemas.microsoft.com/office/drawing/2014/main" id="{C8D41169-6141-462A-8866-EA713184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71" name="dp44-implementation-comparison / n153">
            <a:extLst xmlns:a="http://schemas.openxmlformats.org/drawingml/2006/main">
              <a:ext uri="{FF2B5EF4-FFF2-40B4-BE49-F238E27FC236}">
                <a16:creationId xmlns:a16="http://schemas.microsoft.com/office/drawing/2014/main" id="{72091D57-94A6-43F6-86BF-235763A4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72" name="dp44-implementation-comparison / n154">
            <a:extLst xmlns:a="http://schemas.openxmlformats.org/drawingml/2006/main">
              <a:ext uri="{FF2B5EF4-FFF2-40B4-BE49-F238E27FC236}">
                <a16:creationId xmlns:a16="http://schemas.microsoft.com/office/drawing/2014/main" id="{79607744-7C5A-4A48-9464-D82A4C30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25" y="60007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73" name="dp44-implementation-comparison / n155 / text 1">
            <a:extLst xmlns:a="http://schemas.openxmlformats.org/drawingml/2006/main">
              <a:ext uri="{FF2B5EF4-FFF2-40B4-BE49-F238E27FC236}">
                <a16:creationId xmlns:a16="http://schemas.microsoft.com/office/drawing/2014/main" id="{5F6796B2-A9A4-42A4-AAAE-A3137B44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6067425"/>
            <a:ext cx="990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Candidate</a:t>
            </a:r>
          </a:p>
        </p:txBody>
      </p:sp>
      <p:sp>
        <p:nvSpPr>
          <p:cNvPr id="174" name="dp44-implementation-comparison / n156">
            <a:extLst xmlns:a="http://schemas.openxmlformats.org/drawingml/2006/main">
              <a:ext uri="{FF2B5EF4-FFF2-40B4-BE49-F238E27FC236}">
                <a16:creationId xmlns:a16="http://schemas.microsoft.com/office/drawing/2014/main" id="{E58BDE10-12BE-4444-AE13-3D307E47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75" name="dp44-implementation-comparison / n157">
            <a:extLst xmlns:a="http://schemas.openxmlformats.org/drawingml/2006/main">
              <a:ext uri="{FF2B5EF4-FFF2-40B4-BE49-F238E27FC236}">
                <a16:creationId xmlns:a16="http://schemas.microsoft.com/office/drawing/2014/main" id="{28DBD0AD-E581-45BE-BA73-C43B0621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76" name="dp44-implementation-comparison / n158">
            <a:extLst xmlns:a="http://schemas.openxmlformats.org/drawingml/2006/main">
              <a:ext uri="{FF2B5EF4-FFF2-40B4-BE49-F238E27FC236}">
                <a16:creationId xmlns:a16="http://schemas.microsoft.com/office/drawing/2014/main" id="{A3A9FA7B-DEE1-43DE-9603-40DB2CB9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21025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77" name="dp44-implementation-comparison / n159">
            <a:extLst xmlns:a="http://schemas.openxmlformats.org/drawingml/2006/main">
              <a:ext uri="{FF2B5EF4-FFF2-40B4-BE49-F238E27FC236}">
                <a16:creationId xmlns:a16="http://schemas.microsoft.com/office/drawing/2014/main" id="{CE088E17-4CAD-4AE0-AA2F-359E26A0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78" name="dp44-implementation-comparison / n160">
            <a:extLst xmlns:a="http://schemas.openxmlformats.org/drawingml/2006/main">
              <a:ext uri="{FF2B5EF4-FFF2-40B4-BE49-F238E27FC236}">
                <a16:creationId xmlns:a16="http://schemas.microsoft.com/office/drawing/2014/main" id="{7D6EC768-F89B-4D7A-A12A-110DC3EC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50" y="60007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79" name="dp44-implementation-comparison / n161 / text 1">
            <a:extLst xmlns:a="http://schemas.openxmlformats.org/drawingml/2006/main">
              <a:ext uri="{FF2B5EF4-FFF2-40B4-BE49-F238E27FC236}">
                <a16:creationId xmlns:a16="http://schemas.microsoft.com/office/drawing/2014/main" id="{C452F4C9-B896-48B2-B00B-3CE034A0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675" y="6067425"/>
            <a:ext cx="990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Condition</a:t>
            </a:r>
          </a:p>
        </p:txBody>
      </p:sp>
      <p:sp>
        <p:nvSpPr>
          <p:cNvPr id="180" name="dp44-implementation-comparison / n162">
            <a:extLst xmlns:a="http://schemas.openxmlformats.org/drawingml/2006/main">
              <a:ext uri="{FF2B5EF4-FFF2-40B4-BE49-F238E27FC236}">
                <a16:creationId xmlns:a16="http://schemas.microsoft.com/office/drawing/2014/main" id="{9D2644A2-2320-44B8-A865-81C8A22F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5900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1" name="dp44-implementation-comparison / n163">
            <a:extLst xmlns:a="http://schemas.openxmlformats.org/drawingml/2006/main">
              <a:ext uri="{FF2B5EF4-FFF2-40B4-BE49-F238E27FC236}">
                <a16:creationId xmlns:a16="http://schemas.microsoft.com/office/drawing/2014/main" id="{A9ADA347-33FD-4FB1-A3F6-6EB41383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2" name="dp44-implementation-comparison / n164">
            <a:extLst xmlns:a="http://schemas.openxmlformats.org/drawingml/2006/main">
              <a:ext uri="{FF2B5EF4-FFF2-40B4-BE49-F238E27FC236}">
                <a16:creationId xmlns:a16="http://schemas.microsoft.com/office/drawing/2014/main" id="{23415F49-760F-4B00-9764-0376C6FA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7850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3" name="dp44-implementation-comparison / n165">
            <a:extLst xmlns:a="http://schemas.openxmlformats.org/drawingml/2006/main">
              <a:ext uri="{FF2B5EF4-FFF2-40B4-BE49-F238E27FC236}">
                <a16:creationId xmlns:a16="http://schemas.microsoft.com/office/drawing/2014/main" id="{57FD2A73-1EFB-4C52-9DE3-4D1D8DB9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8825" y="628650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4" name="dp44-implementation-comparison / n166">
            <a:extLst xmlns:a="http://schemas.openxmlformats.org/drawingml/2006/main">
              <a:ext uri="{FF2B5EF4-FFF2-40B4-BE49-F238E27FC236}">
                <a16:creationId xmlns:a16="http://schemas.microsoft.com/office/drawing/2014/main" id="{41E73458-8C6D-41DD-8EA9-8B393A8F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6543675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85" name="dp44-implementation-comparison / n167 / text 1">
            <a:extLst xmlns:a="http://schemas.openxmlformats.org/drawingml/2006/main">
              <a:ext uri="{FF2B5EF4-FFF2-40B4-BE49-F238E27FC236}">
                <a16:creationId xmlns:a16="http://schemas.microsoft.com/office/drawing/2014/main" id="{100BDC16-D52F-4972-A95B-9A722CE0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6629400"/>
            <a:ext cx="3505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Pump / match ID and revision</a:t>
            </a:r>
          </a:p>
        </p:txBody>
      </p:sp>
      <p:sp>
        <p:nvSpPr>
          <p:cNvPr id="186" name="dp44-implementation-comparison / n168">
            <a:extLst xmlns:a="http://schemas.openxmlformats.org/drawingml/2006/main">
              <a:ext uri="{FF2B5EF4-FFF2-40B4-BE49-F238E27FC236}">
                <a16:creationId xmlns:a16="http://schemas.microsoft.com/office/drawing/2014/main" id="{130B2985-1624-4F7E-AB0F-B6BDE94E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6953250"/>
            <a:ext cx="3695700" cy="381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3E5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187" name="dp44-implementation-comparison / n169 / text 1">
            <a:extLst xmlns:a="http://schemas.openxmlformats.org/drawingml/2006/main">
              <a:ext uri="{FF2B5EF4-FFF2-40B4-BE49-F238E27FC236}">
                <a16:creationId xmlns:a16="http://schemas.microsoft.com/office/drawing/2014/main" id="{61790563-8D59-4A44-9ADF-985286B7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7124700"/>
            <a:ext cx="35242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Publication Window (RAM)</a:t>
            </a:r>
          </a:p>
        </p:txBody>
      </p:sp>
      <p:sp>
        <p:nvSpPr>
          <p:cNvPr id="188" name="dp44-implementation-comparison / n170 / path">
            <a:extLst xmlns:a="http://schemas.openxmlformats.org/drawingml/2006/main">
              <a:ext uri="{FF2B5EF4-FFF2-40B4-BE49-F238E27FC236}">
                <a16:creationId xmlns:a16="http://schemas.microsoft.com/office/drawing/2014/main" id="{3713F355-39EF-4D61-86C7-7215852F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972050"/>
            <a:ext cx="953" cy="628650"/>
          </a:xfrm>
          <a:custGeom xmlns:a="http://schemas.openxmlformats.org/drawingml/2006/main">
            <a:pathLst>
              <a:path w="953" h="628650">
                <a:moveTo>
                  <a:pt x="0" y="0"/>
                </a:move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89" name="dp44-implementation-comparison / n170 / arrow">
            <a:extLst xmlns:a="http://schemas.openxmlformats.org/drawingml/2006/main">
              <a:ext uri="{FF2B5EF4-FFF2-40B4-BE49-F238E27FC236}">
                <a16:creationId xmlns:a16="http://schemas.microsoft.com/office/drawing/2014/main" id="{28B03D4A-F9C2-4110-8230-5E65ADD7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54787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90" name="dp44-implementation-comparison / n171 / path">
            <a:extLst xmlns:a="http://schemas.openxmlformats.org/drawingml/2006/main">
              <a:ext uri="{FF2B5EF4-FFF2-40B4-BE49-F238E27FC236}">
                <a16:creationId xmlns:a16="http://schemas.microsoft.com/office/drawing/2014/main" id="{26635A38-FEFE-4CB6-9063-1346AC3E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972050"/>
            <a:ext cx="3867150" cy="628650"/>
          </a:xfrm>
          <a:custGeom xmlns:a="http://schemas.openxmlformats.org/drawingml/2006/main">
            <a:pathLst>
              <a:path w="3867150" h="628650">
                <a:moveTo>
                  <a:pt x="3867150" y="0"/>
                </a:moveTo>
                <a:lnTo>
                  <a:pt x="3867150" y="161925"/>
                </a:lnTo>
                <a:lnTo>
                  <a:pt x="0" y="161925"/>
                </a:lnTo>
                <a:lnTo>
                  <a:pt x="0" y="628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91" name="dp44-implementation-comparison / n171 / arrow">
            <a:extLst xmlns:a="http://schemas.openxmlformats.org/drawingml/2006/main">
              <a:ext uri="{FF2B5EF4-FFF2-40B4-BE49-F238E27FC236}">
                <a16:creationId xmlns:a16="http://schemas.microsoft.com/office/drawing/2014/main" id="{EF12B08B-0417-4477-A3D7-86B07E98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0040" y="54787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92" name="dp44-implementation-comparison / n172 / path">
            <a:extLst xmlns:a="http://schemas.openxmlformats.org/drawingml/2006/main">
              <a:ext uri="{FF2B5EF4-FFF2-40B4-BE49-F238E27FC236}">
                <a16:creationId xmlns:a16="http://schemas.microsoft.com/office/drawing/2014/main" id="{F2583646-06D2-48D0-BD9D-3CF82B3E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838825"/>
            <a:ext cx="2152650" cy="409575"/>
          </a:xfrm>
          <a:custGeom xmlns:a="http://schemas.openxmlformats.org/drawingml/2006/main">
            <a:pathLst>
              <a:path w="2152650" h="409575">
                <a:moveTo>
                  <a:pt x="0" y="409575"/>
                </a:moveTo>
                <a:lnTo>
                  <a:pt x="171450" y="409575"/>
                </a:lnTo>
                <a:lnTo>
                  <a:pt x="171450" y="0"/>
                </a:lnTo>
                <a:lnTo>
                  <a:pt x="2152650" y="0"/>
                </a:lnTo>
                <a:lnTo>
                  <a:pt x="21526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93" name="dp44-implementation-comparison / n172 / arrow">
            <a:extLst xmlns:a="http://schemas.openxmlformats.org/drawingml/2006/main">
              <a:ext uri="{FF2B5EF4-FFF2-40B4-BE49-F238E27FC236}">
                <a16:creationId xmlns:a16="http://schemas.microsoft.com/office/drawing/2014/main" id="{39440E9E-D65A-49AF-92EB-521B5592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7190" y="58788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94" name="dp44-implementation-comparison / n173 / path">
            <a:extLst xmlns:a="http://schemas.openxmlformats.org/drawingml/2006/main">
              <a:ext uri="{FF2B5EF4-FFF2-40B4-BE49-F238E27FC236}">
                <a16:creationId xmlns:a16="http://schemas.microsoft.com/office/drawing/2014/main" id="{8C115B19-9492-474A-B42C-7F5EFC65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4972050"/>
            <a:ext cx="1295400" cy="1028700"/>
          </a:xfrm>
          <a:custGeom xmlns:a="http://schemas.openxmlformats.org/drawingml/2006/main">
            <a:pathLst>
              <a:path w="1295400" h="1028700">
                <a:moveTo>
                  <a:pt x="0" y="0"/>
                </a:moveTo>
                <a:lnTo>
                  <a:pt x="0" y="238125"/>
                </a:lnTo>
                <a:lnTo>
                  <a:pt x="1295400" y="238125"/>
                </a:lnTo>
                <a:lnTo>
                  <a:pt x="129540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95" name="dp44-implementation-comparison / n173 / arrow">
            <a:extLst xmlns:a="http://schemas.openxmlformats.org/drawingml/2006/main">
              <a:ext uri="{FF2B5EF4-FFF2-40B4-BE49-F238E27FC236}">
                <a16:creationId xmlns:a16="http://schemas.microsoft.com/office/drawing/2014/main" id="{F1687FBD-ACF7-49AA-B26D-37B24486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2590" y="58788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96" name="dp44-implementation-comparison / n174 / path">
            <a:extLst xmlns:a="http://schemas.openxmlformats.org/drawingml/2006/main">
              <a:ext uri="{FF2B5EF4-FFF2-40B4-BE49-F238E27FC236}">
                <a16:creationId xmlns:a16="http://schemas.microsoft.com/office/drawing/2014/main" id="{7B95A32B-001E-4D66-B5DD-EF9EE680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972050"/>
            <a:ext cx="4733925" cy="1266825"/>
          </a:xfrm>
          <a:custGeom xmlns:a="http://schemas.openxmlformats.org/drawingml/2006/main">
            <a:pathLst>
              <a:path w="4733925" h="1266825">
                <a:moveTo>
                  <a:pt x="0" y="0"/>
                </a:moveTo>
                <a:lnTo>
                  <a:pt x="0" y="95250"/>
                </a:lnTo>
                <a:lnTo>
                  <a:pt x="4733925" y="95250"/>
                </a:lnTo>
                <a:lnTo>
                  <a:pt x="4733925" y="1266825"/>
                </a:lnTo>
                <a:lnTo>
                  <a:pt x="457200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97" name="dp44-implementation-comparison / n174 / arrow">
            <a:extLst xmlns:a="http://schemas.openxmlformats.org/drawingml/2006/main">
              <a:ext uri="{FF2B5EF4-FFF2-40B4-BE49-F238E27FC236}">
                <a16:creationId xmlns:a16="http://schemas.microsoft.com/office/drawing/2014/main" id="{AA2D7968-0B5C-47AA-83D0-BA1D3841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61779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98" name="dp44-implementation-comparison / n175 / path">
            <a:extLst xmlns:a="http://schemas.openxmlformats.org/drawingml/2006/main">
              <a:ext uri="{FF2B5EF4-FFF2-40B4-BE49-F238E27FC236}">
                <a16:creationId xmlns:a16="http://schemas.microsoft.com/office/drawing/2014/main" id="{7409D589-CDE5-40BD-BCBE-D7A11D2E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7334250"/>
            <a:ext cx="953" cy="200025"/>
          </a:xfrm>
          <a:custGeom xmlns:a="http://schemas.openxmlformats.org/drawingml/2006/main">
            <a:pathLst>
              <a:path w="953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99" name="dp44-implementation-comparison / n175 / arrow">
            <a:extLst xmlns:a="http://schemas.openxmlformats.org/drawingml/2006/main">
              <a:ext uri="{FF2B5EF4-FFF2-40B4-BE49-F238E27FC236}">
                <a16:creationId xmlns:a16="http://schemas.microsoft.com/office/drawing/2014/main" id="{3350961C-2E9D-4DDD-BD3D-71395756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7190" y="74123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200" name="dp44-implementation-comparison / n176 / text 1">
            <a:extLst xmlns:a="http://schemas.openxmlformats.org/drawingml/2006/main">
              <a:ext uri="{FF2B5EF4-FFF2-40B4-BE49-F238E27FC236}">
                <a16:creationId xmlns:a16="http://schemas.microsoft.com/office/drawing/2014/main" id="{0524BF6F-E499-46BE-8E0B-72E2290C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458075"/>
            <a:ext cx="28575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8A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858A5"/>
                </a:solidFill>
                <a:latin typeface="Calibri"/>
                <a:ea typeface="Calibri"/>
                <a:cs typeface="Calibri"/>
              </a:rPr>
              <a:t>eligible → Publication Control</a:t>
            </a:r>
          </a:p>
        </p:txBody>
      </p:sp>
      <p:sp>
        <p:nvSpPr>
          <p:cNvPr id="201" name="dp44-implementation-comparison / n177 / text 1">
            <a:extLst xmlns:a="http://schemas.openxmlformats.org/drawingml/2006/main">
              <a:ext uri="{FF2B5EF4-FFF2-40B4-BE49-F238E27FC236}">
                <a16:creationId xmlns:a16="http://schemas.microsoft.com/office/drawing/2014/main" id="{21CC0CB2-2C6B-4EF5-8898-94C87C02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7848600"/>
            <a:ext cx="79533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J1 늦은 완료: Composer Done Queue에서 자기 Job 무효 검사 후 폐기</a:t>
            </a:r>
          </a:p>
        </p:txBody>
      </p:sp>
      <p:sp>
        <p:nvSpPr>
          <p:cNvPr id="202" name="dp44-implementation-comparison / n178 / text 1">
            <a:extLst xmlns:a="http://schemas.openxmlformats.org/drawingml/2006/main">
              <a:ext uri="{FF2B5EF4-FFF2-40B4-BE49-F238E27FC236}">
                <a16:creationId xmlns:a16="http://schemas.microsoft.com/office/drawing/2014/main" id="{3205E201-A206-47CA-915F-6B4FFE01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096250"/>
            <a:ext cx="79533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후보와 조건은 Join의 별도 Queue에 도착하며 ID와 revision으로 결합</a:t>
            </a:r>
          </a:p>
        </p:txBody>
      </p:sp>
      <p:sp>
        <p:nvSpPr>
          <p:cNvPr id="203" name="dp44-implementation-comparison / n179">
            <a:extLst xmlns:a="http://schemas.openxmlformats.org/drawingml/2006/main">
              <a:ext uri="{FF2B5EF4-FFF2-40B4-BE49-F238E27FC236}">
                <a16:creationId xmlns:a16="http://schemas.microsoft.com/office/drawing/2014/main" id="{CF04AAC4-A702-4233-8B4F-0560FCB3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0"/>
            <a:ext cx="17259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04" name="dp44-implementation-comparison / n180 / text 1">
            <a:extLst xmlns:a="http://schemas.openxmlformats.org/drawingml/2006/main">
              <a:ext uri="{FF2B5EF4-FFF2-40B4-BE49-F238E27FC236}">
                <a16:creationId xmlns:a16="http://schemas.microsoft.com/office/drawing/2014/main" id="{D1DF7E0E-846B-496D-AADC-591986AC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486775"/>
            <a:ext cx="2190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양안 공통 최종 전달</a:t>
            </a:r>
          </a:p>
        </p:txBody>
      </p:sp>
      <p:sp>
        <p:nvSpPr>
          <p:cNvPr id="205" name="dp44-implementation-comparison / n181 / text 1">
            <a:extLst xmlns:a="http://schemas.openxmlformats.org/drawingml/2006/main">
              <a:ext uri="{FF2B5EF4-FFF2-40B4-BE49-F238E27FC236}">
                <a16:creationId xmlns:a16="http://schemas.microsoft.com/office/drawing/2014/main" id="{B6576458-D0B1-4880-850A-D5E0316B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8486775"/>
            <a:ext cx="1462087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Publication Control 현재성 및 권한 확인 → Interaction Manager 실제 표시와 재생 → ActualReceipt → Presented</a:t>
            </a:r>
          </a:p>
        </p:txBody>
      </p:sp>
      <p:sp>
        <p:nvSpPr>
          <p:cNvPr id="206" name="dp44-implementation-comparison / n182 / text 1">
            <a:extLst xmlns:a="http://schemas.openxmlformats.org/drawingml/2006/main">
              <a:ext uri="{FF2B5EF4-FFF2-40B4-BE49-F238E27FC236}">
                <a16:creationId xmlns:a16="http://schemas.microsoft.com/office/drawing/2014/main" id="{09B47BFB-2AC9-45E6-BB4D-D39AD871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43950"/>
            <a:ext cx="169068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발화 감지는 즉시 출력 중단과 관련 게시 hold를 유발한다. Task나 Job 취소는 정정 의도 채택 후 별도로 판단한다.</a:t>
            </a:r>
          </a:p>
        </p:txBody>
      </p:sp>
      <p:sp>
        <p:nvSpPr>
          <p:cNvPr id="207" name="dp44-implementation-comparison / n183">
            <a:extLst xmlns:a="http://schemas.openxmlformats.org/drawingml/2006/main">
              <a:ext uri="{FF2B5EF4-FFF2-40B4-BE49-F238E27FC236}">
                <a16:creationId xmlns:a16="http://schemas.microsoft.com/office/drawing/2014/main" id="{833C0BCE-2FB5-4FD2-A017-3C0DD7CC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868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208" name="dp44-implementation-comparison / n184 / text 1">
            <a:extLst xmlns:a="http://schemas.openxmlformats.org/drawingml/2006/main">
              <a:ext uri="{FF2B5EF4-FFF2-40B4-BE49-F238E27FC236}">
                <a16:creationId xmlns:a16="http://schemas.microsoft.com/office/drawing/2014/main" id="{E0944747-2111-4093-B856-72B5FAEE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9353550"/>
            <a:ext cx="1524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Queue</a:t>
            </a:r>
          </a:p>
        </p:txBody>
      </p:sp>
      <p:sp>
        <p:nvSpPr>
          <p:cNvPr id="209" name="dp44-implementation-comparison / n185">
            <a:extLst xmlns:a="http://schemas.openxmlformats.org/drawingml/2006/main">
              <a:ext uri="{FF2B5EF4-FFF2-40B4-BE49-F238E27FC236}">
                <a16:creationId xmlns:a16="http://schemas.microsoft.com/office/drawing/2014/main" id="{7631E87E-819C-4581-BE74-BE584071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95154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10" name="dp44-implementation-comparison / n186">
            <a:extLst xmlns:a="http://schemas.openxmlformats.org/drawingml/2006/main">
              <a:ext uri="{FF2B5EF4-FFF2-40B4-BE49-F238E27FC236}">
                <a16:creationId xmlns:a16="http://schemas.microsoft.com/office/drawing/2014/main" id="{85D2A975-5C3D-43F6-BE9E-602C3E8E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95154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11" name="dp44-implementation-comparison / n187">
            <a:extLst xmlns:a="http://schemas.openxmlformats.org/drawingml/2006/main">
              <a:ext uri="{FF2B5EF4-FFF2-40B4-BE49-F238E27FC236}">
                <a16:creationId xmlns:a16="http://schemas.microsoft.com/office/drawing/2014/main" id="{A1A1AC90-C898-418E-AB3A-C9CE694F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95154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12" name="dp44-implementation-comparison / n188">
            <a:extLst xmlns:a="http://schemas.openxmlformats.org/drawingml/2006/main">
              <a:ext uri="{FF2B5EF4-FFF2-40B4-BE49-F238E27FC236}">
                <a16:creationId xmlns:a16="http://schemas.microsoft.com/office/drawing/2014/main" id="{E9DBD3FF-C900-4D63-A4F2-117AC47A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95154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13" name="dp44-implementation-comparison / n189">
            <a:extLst xmlns:a="http://schemas.openxmlformats.org/drawingml/2006/main">
              <a:ext uri="{FF2B5EF4-FFF2-40B4-BE49-F238E27FC236}">
                <a16:creationId xmlns:a16="http://schemas.microsoft.com/office/drawing/2014/main" id="{DBAAAC52-9C5A-4E2E-9C9C-E57D8E37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286875"/>
            <a:ext cx="1695450" cy="4381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53F"/>
            </a:solidFill>
            <a:prstDash val="solid"/>
          </a:ln>
        </p:spPr>
      </p:sp>
      <p:sp>
        <p:nvSpPr>
          <p:cNvPr id="214" name="dp44-implementation-comparison / n190 / text 1">
            <a:extLst xmlns:a="http://schemas.openxmlformats.org/drawingml/2006/main">
              <a:ext uri="{FF2B5EF4-FFF2-40B4-BE49-F238E27FC236}">
                <a16:creationId xmlns:a16="http://schemas.microsoft.com/office/drawing/2014/main" id="{859CA400-AFDF-4250-A420-7912626F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9458325"/>
            <a:ext cx="152400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상태 원통</a:t>
            </a:r>
          </a:p>
        </p:txBody>
      </p:sp>
      <p:sp>
        <p:nvSpPr>
          <p:cNvPr id="215" name="dp44-implementation-comparison / n191 / path">
            <a:extLst xmlns:a="http://schemas.openxmlformats.org/drawingml/2006/main">
              <a:ext uri="{FF2B5EF4-FFF2-40B4-BE49-F238E27FC236}">
                <a16:creationId xmlns:a16="http://schemas.microsoft.com/office/drawing/2014/main" id="{7A097A19-80A8-4809-AE2A-4A10EDA0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9505950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216" name="dp44-implementation-comparison / n191 / arrow">
            <a:extLst xmlns:a="http://schemas.openxmlformats.org/drawingml/2006/main">
              <a:ext uri="{FF2B5EF4-FFF2-40B4-BE49-F238E27FC236}">
                <a16:creationId xmlns:a16="http://schemas.microsoft.com/office/drawing/2014/main" id="{A00E5E5A-B377-4F25-B1E4-3BC0209E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94449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217" name="dp44-implementation-comparison / n192 / text 1">
            <a:extLst xmlns:a="http://schemas.openxmlformats.org/drawingml/2006/main">
              <a:ext uri="{FF2B5EF4-FFF2-40B4-BE49-F238E27FC236}">
                <a16:creationId xmlns:a16="http://schemas.microsoft.com/office/drawing/2014/main" id="{CE08482A-2BF3-44DA-8BE1-22C8BA41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9353550"/>
            <a:ext cx="1238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enqueue</a:t>
            </a:r>
          </a:p>
        </p:txBody>
      </p:sp>
      <p:sp>
        <p:nvSpPr>
          <p:cNvPr id="218" name="dp44-implementation-comparison / n193 / path">
            <a:extLst xmlns:a="http://schemas.openxmlformats.org/drawingml/2006/main">
              <a:ext uri="{FF2B5EF4-FFF2-40B4-BE49-F238E27FC236}">
                <a16:creationId xmlns:a16="http://schemas.microsoft.com/office/drawing/2014/main" id="{02F2C009-264C-4203-8C02-C8C20075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505950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219" name="dp44-implementation-comparison / n193 / arrow">
            <a:extLst xmlns:a="http://schemas.openxmlformats.org/drawingml/2006/main">
              <a:ext uri="{FF2B5EF4-FFF2-40B4-BE49-F238E27FC236}">
                <a16:creationId xmlns:a16="http://schemas.microsoft.com/office/drawing/2014/main" id="{3A771203-45F2-4F0D-B420-8E08E144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455" y="94449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220" name="dp44-implementation-comparison / n194 / text 1">
            <a:extLst xmlns:a="http://schemas.openxmlformats.org/drawingml/2006/main">
              <a:ext uri="{FF2B5EF4-FFF2-40B4-BE49-F238E27FC236}">
                <a16:creationId xmlns:a16="http://schemas.microsoft.com/office/drawing/2014/main" id="{635F1603-F01C-446C-9B77-EEF38DD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9353550"/>
            <a:ext cx="16668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완료 callback</a:t>
            </a:r>
          </a:p>
        </p:txBody>
      </p:sp>
      <p:sp>
        <p:nvSpPr>
          <p:cNvPr id="221" name="dp44-implementation-comparison / n195 / path">
            <a:extLst xmlns:a="http://schemas.openxmlformats.org/drawingml/2006/main">
              <a:ext uri="{FF2B5EF4-FFF2-40B4-BE49-F238E27FC236}">
                <a16:creationId xmlns:a16="http://schemas.microsoft.com/office/drawing/2014/main" id="{AFCC0866-04A2-4868-9E10-05D0D51C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505950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222" name="dp44-implementation-comparison / n195 / arrow">
            <a:extLst xmlns:a="http://schemas.openxmlformats.org/drawingml/2006/main">
              <a:ext uri="{FF2B5EF4-FFF2-40B4-BE49-F238E27FC236}">
                <a16:creationId xmlns:a16="http://schemas.microsoft.com/office/drawing/2014/main" id="{4E18D680-8939-40A1-AE90-27051551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455" y="94449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223" name="dp44-implementation-comparison / n196 / text 1">
            <a:extLst xmlns:a="http://schemas.openxmlformats.org/drawingml/2006/main">
              <a:ext uri="{FF2B5EF4-FFF2-40B4-BE49-F238E27FC236}">
                <a16:creationId xmlns:a16="http://schemas.microsoft.com/office/drawing/2014/main" id="{A022AE46-99AB-4DDD-A223-864487A9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353550"/>
            <a:ext cx="17621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8232E"/>
                </a:solidFill>
                <a:latin typeface="Calibri"/>
                <a:ea typeface="Calibri"/>
                <a:cs typeface="Calibri"/>
              </a:rPr>
              <a:t>제어와 취소</a:t>
            </a:r>
          </a:p>
        </p:txBody>
      </p:sp>
      <p:sp>
        <p:nvSpPr>
          <p:cNvPr id="224" name="dp44-implementation-comparison / n197 / text 1">
            <a:extLst xmlns:a="http://schemas.openxmlformats.org/drawingml/2006/main">
              <a:ext uri="{FF2B5EF4-FFF2-40B4-BE49-F238E27FC236}">
                <a16:creationId xmlns:a16="http://schemas.microsoft.com/office/drawing/2014/main" id="{1A84F19E-68C7-446A-9FDC-695DBB2C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9353550"/>
            <a:ext cx="54768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5F6B77"/>
                </a:solidFill>
                <a:latin typeface="Calibri"/>
                <a:ea typeface="Calibri"/>
                <a:cs typeface="Calibri"/>
              </a:rPr>
              <a:t>A/B 미선정, 제품 구현과 품질 측정 없음</a:t>
            </a:r>
          </a:p>
        </p:txBody>
      </p:sp>
    </p:spTree>
    <p:extLst>
      <p:ext uri="{BB962C8B-B14F-4D97-AF65-F5344CB8AC3E}">
        <p14:creationId xmlns:p14="http://schemas.microsoft.com/office/powerpoint/2010/main" val="2074085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2026-10-14T17:54:46.6400000Z</dcterms:created>
  <dcterms:modified xsi:type="dcterms:W3CDTF">2026-10-14T17:54:46.6400000Z</dcterms:modified>
</coreProperties>
</file>