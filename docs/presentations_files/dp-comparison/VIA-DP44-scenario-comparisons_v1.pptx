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4abf2a355c4d2a" /><Relationship Type="http://schemas.openxmlformats.org/officeDocument/2006/relationships/extended-properties" Target="/docProps/app.xml" Id="R65b8a7eb5b924e96" /><Relationship Type="http://schemas.openxmlformats.org/officeDocument/2006/relationships/officeDocument" Target="/ppt/presentation.xml" Id="R17cf088eea0444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988088325a4e02"/>
  </p:sldMasterIdLst>
  <p:notesMasterIdLst>
    <p:notesMasterId xmlns:r="http://schemas.openxmlformats.org/officeDocument/2006/relationships" r:id="R278e2f85c0994f05"/>
  </p:notesMasterIdLst>
  <p:sldIdLst>
    <p:sldId xmlns:r="http://schemas.openxmlformats.org/officeDocument/2006/relationships" id="256" r:id="Ra59985787899477c"/>
    <p:sldId xmlns:r="http://schemas.openxmlformats.org/officeDocument/2006/relationships" id="257" r:id="R4f604bc064334d10"/>
    <p:sldId xmlns:r="http://schemas.openxmlformats.org/officeDocument/2006/relationships" id="258" r:id="R33d536cdb7f94a8e"/>
    <p:sldId xmlns:r="http://schemas.openxmlformats.org/officeDocument/2006/relationships" id="259" r:id="Re577e58543114a4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5be9e50c11419d" /><Relationship Type="http://schemas.openxmlformats.org/officeDocument/2006/relationships/slideMaster" Target="/ppt/slideMasters/slideMaster1.xml" Id="R26988088325a4e02" /><Relationship Type="http://schemas.openxmlformats.org/officeDocument/2006/relationships/notesMaster" Target="/ppt/notesMasters/notesMaster1.xml" Id="R278e2f85c0994f05" /><Relationship Type="http://schemas.openxmlformats.org/officeDocument/2006/relationships/presProps" Target="/ppt/presProps.xml" Id="R754a37bc8b4b4f8d" /><Relationship Type="http://schemas.openxmlformats.org/officeDocument/2006/relationships/tableStyles" Target="/ppt/tableStyles.xml" Id="Ra6a519468d274fe3" /><Relationship Type="http://schemas.openxmlformats.org/officeDocument/2006/relationships/slide" Target="/ppt/slides/slide1.xml" Id="Ra59985787899477c" /><Relationship Type="http://schemas.openxmlformats.org/officeDocument/2006/relationships/slide" Target="/ppt/slides/slide2.xml" Id="R4f604bc064334d10" /><Relationship Type="http://schemas.openxmlformats.org/officeDocument/2006/relationships/slide" Target="/ppt/slides/slide3.xml" Id="R33d536cdb7f94a8e" /><Relationship Type="http://schemas.openxmlformats.org/officeDocument/2006/relationships/slide" Target="/ppt/slides/slide4.xml" Id="Re577e58543114a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97d1292d4647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c51f04cb54f20" /><Relationship Type="http://schemas.openxmlformats.org/officeDocument/2006/relationships/notesMaster" Target="/ppt/notesMasters/notesMaster1.xml" Id="Rf79829e2d1104e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59d103f51c4b48" /><Relationship Type="http://schemas.openxmlformats.org/officeDocument/2006/relationships/notesMaster" Target="/ppt/notesMasters/notesMaster1.xml" Id="Rb8c575777ed84a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92da997dfb4d4a" /><Relationship Type="http://schemas.openxmlformats.org/officeDocument/2006/relationships/notesMaster" Target="/ppt/notesMasters/notesMaster1.xml" Id="R385c0a90566c4f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3d661438f74631" /><Relationship Type="http://schemas.openxmlformats.org/officeDocument/2006/relationships/notesMaster" Target="/ppt/notesMasters/notesMaster1.xml" Id="R3590d9efabc74b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DP44 1/4. 일반 사용자 발화: 이해 완료는 어디로 돌아오는가</a:t>
            </a:r>
          </a:p>
          <a:p xmlns:a="http://schemas.openxmlformats.org/drawingml/2006/main">
            <a:r>
              <a:t>Interaction Manager가 InputReady(u1)를 Request Controller에 전달한다.</a:t>
            </a:r>
          </a:p>
          <a:p xmlns:a="http://schemas.openxmlformats.org/drawingml/2006/main">
            <a:r>
              <a:t>발화 시작의 즉시 재생 중단은 공통이다. 이 장은 확정 입력의 이해 경로만 따라간다.</a:t>
            </a:r>
          </a:p>
          <a:p xmlns:a="http://schemas.openxmlformats.org/drawingml/2006/main">
            <a:r>
              <a:t>A는 같은 Event Mailbox로 완료를 회수한다. B는 입력 Stage의 Done Queue가 완료를 받는다.</a:t>
            </a:r>
          </a:p>
          <a:p xmlns:a="http://schemas.openxmlformats.org/drawingml/2006/main">
            <a:r>
              <a:t>기존 종합 그림과 상세 A/B 구조는 04-44 본문에 보존된다. 이 장은 한 사건의 경로만 확대한다. 설계안은 미선정, 미구현, 미측정이다.</a:t>
            </a:r>
          </a:p>
          <a:p xmlns:a="http://schemas.openxmlformats.org/drawingml/2006/main">
            <a:r>
              <a:t>https://github.com/cbyche/via-sw-architecture/blob/main/docs/architecture/12-decisions/decision-packages/04-44-continuous-interaction.md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DP44 2/4. Agent 질문: 확인된 Task 사건은 어디로 들어가는가</a:t>
            </a:r>
          </a:p>
          <a:p xmlns:a="http://schemas.openxmlformats.org/drawingml/2006/main">
            <a:r>
              <a:t>Downstream Agent의 질문 Q1을 Agent Gateway와 Task Manager가 확인한다.</a:t>
            </a:r>
          </a:p>
          <a:p xmlns:a="http://schemas.openxmlformats.org/drawingml/2006/main">
            <a:r>
              <a:t>확인된 Question(T1, r2)만 대화에 연결한다. 외부 Agent 접수와 사용자 실제 제시는 별도 사실이다.</a:t>
            </a:r>
          </a:p>
          <a:p xmlns:a="http://schemas.openxmlformats.org/drawingml/2006/main">
            <a:r>
              <a:t>A의 TaskEvent와 준비 완료는 Dispatcher를 경유한다. B는 Notice, Composer, Join의 입력으로 이어진다.</a:t>
            </a:r>
          </a:p>
          <a:p xmlns:a="http://schemas.openxmlformats.org/drawingml/2006/main">
            <a:r>
              <a:t>기존 종합 그림과 상세 A/B 구조는 04-44 본문에 보존된다. 이 장은 한 사건의 경로만 확대한다. 설계안은 미선정, 미구현, 미측정이다.</a:t>
            </a:r>
          </a:p>
          <a:p xmlns:a="http://schemas.openxmlformats.org/drawingml/2006/main">
            <a:r>
              <a:t>https://github.com/cbyche/via-sw-architecture/blob/main/docs/architecture/12-decisions/decision-packages/04-44-continuous-interaction.md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DP44 3/4. 새 발화 시작: 출력 중단과 미전송 hold</a:t>
            </a:r>
          </a:p>
          <a:p xmlns:a="http://schemas.openxmlformats.org/drawingml/2006/main">
            <a:r>
              <a:t>Interaction Manager가 InputStarted(u2)를 감지하고 현재 재생을 즉시 멈춘다.</a:t>
            </a:r>
          </a:p>
          <a:p xmlns:a="http://schemas.openxmlformats.org/drawingml/2006/main">
            <a:r>
              <a:t>R1 응답 J1이 준비 중이다. u2의 뜻은 아직 모르므로 J1과 Task 취소를 확정하지 않는다.</a:t>
            </a:r>
          </a:p>
          <a:p xmlns:a="http://schemas.openxmlformats.org/drawingml/2006/main">
            <a:r>
              <a:t>A는 Control Lane 뒤 Dispatcher가 hold를 연결한다. B는 관련 Stage의 Control Queue에 제어를 전달한다.</a:t>
            </a:r>
          </a:p>
          <a:p xmlns:a="http://schemas.openxmlformats.org/drawingml/2006/main">
            <a:r>
              <a:t>기존 종합 그림과 상세 A/B 구조는 04-44 본문에 보존된다. 이 장은 한 사건의 경로만 확대한다. 설계안은 미선정, 미구현, 미측정이다.</a:t>
            </a:r>
          </a:p>
          <a:p xmlns:a="http://schemas.openxmlformats.org/drawingml/2006/main">
            <a:r>
              <a:t>https://github.com/cbyche/via-sw-architecture/blob/main/docs/architecture/12-decisions/decision-packages/04-44-continuous-interaction.md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DP44 4/4. 정정 채택과 늦은 완료: J1은 어디에서 폐기되는가</a:t>
            </a:r>
          </a:p>
          <a:p xmlns:a="http://schemas.openxmlformats.org/drawingml/2006/main">
            <a:r>
              <a:t>Request Controller가 R1 rev2를 채택한다. rev1에 의존한 J1은 더는 유효하지 않다.</a:t>
            </a:r>
          </a:p>
          <a:p xmlns:a="http://schemas.openxmlformats.org/drawingml/2006/main">
            <a:r>
              <a:t>취소 요청 뒤에도 provider가 J1을 끝낼 수 있다. 결과 폐기와 실제 실행 종료는 구별한다.</a:t>
            </a:r>
          </a:p>
          <a:p xmlns:a="http://schemas.openxmlformats.org/drawingml/2006/main">
            <a:r>
              <a:t>A는 중앙 Job Index와 Dispatcher가 폐기한다. B는 Composer의 자기 Done 처리와 Join이 관련 결과를 막는다.</a:t>
            </a:r>
          </a:p>
          <a:p xmlns:a="http://schemas.openxmlformats.org/drawingml/2006/main">
            <a:r>
              <a:t>기존 종합 그림과 상세 A/B 구조는 04-44 본문에 보존된다. 이 장은 한 사건의 경로만 확대한다. 설계안은 미선정, 미구현, 미측정이다.</a:t>
            </a:r>
          </a:p>
          <a:p xmlns:a="http://schemas.openxmlformats.org/drawingml/2006/main">
            <a:r>
              <a:t>https://github.com/cbyche/via-sw-architecture/blob/main/docs/architecture/12-decisions/decision-packages/04-44-continuous-interaction.md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60755b7bf249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bc376055a43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7169078be4a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4ef8d97224d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8cf1779734d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cec0754d74a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7219D2-CD84-4084-987C-CA04242DA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30321A-3337-4C18-BBC3-7B36E2706B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DCEED6-BDD6-41C9-8B32-B23BF355E5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33195E-9945-4EF8-94BF-FFA99A7B2A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47DA55-01B7-49DF-93C6-F82B4C6BE8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B7E737-54E6-4C6B-9095-060FEDB15A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7D17DC-DAF8-4A66-84D6-8338B62E53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39E951-6BDF-402D-B5C1-B37AA30221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CE7B17-C18C-48A8-8B33-9D24C519A2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368550-53F3-44A7-AD2F-DB69AF49A4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9fb778b5ce49f4" /><Relationship Type="http://schemas.openxmlformats.org/officeDocument/2006/relationships/slideLayout" Target="/ppt/slideLayouts/slideLayout1.xml" Id="R92df7534598a49aa" /><Relationship Type="http://schemas.openxmlformats.org/officeDocument/2006/relationships/slideLayout" Target="/ppt/slideLayouts/slideLayout2.xml" Id="Re7d3eb55c3344868" /><Relationship Type="http://schemas.openxmlformats.org/officeDocument/2006/relationships/slideLayout" Target="/ppt/slideLayouts/slideLayout3.xml" Id="R4f234fb91c8d4e6a" /><Relationship Type="http://schemas.openxmlformats.org/officeDocument/2006/relationships/slideLayout" Target="/ppt/slideLayouts/slideLayout4.xml" Id="R758e4e9f92464161" /><Relationship Type="http://schemas.openxmlformats.org/officeDocument/2006/relationships/slideLayout" Target="/ppt/slideLayouts/slideLayout5.xml" Id="Rb42cd1851b2049e2" /><Relationship Type="http://schemas.openxmlformats.org/officeDocument/2006/relationships/slideLayout" Target="/ppt/slideLayouts/slideLayout6.xml" Id="R5d5ba24bb4a14a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df7534598a49aa"/>
    <p:sldLayoutId xmlns:r="http://schemas.openxmlformats.org/officeDocument/2006/relationships" id="2147483650" r:id="Re7d3eb55c3344868"/>
    <p:sldLayoutId xmlns:r="http://schemas.openxmlformats.org/officeDocument/2006/relationships" id="2147483651" r:id="R4f234fb91c8d4e6a"/>
    <p:sldLayoutId xmlns:r="http://schemas.openxmlformats.org/officeDocument/2006/relationships" id="2147483652" r:id="R758e4e9f92464161"/>
    <p:sldLayoutId xmlns:r="http://schemas.openxmlformats.org/officeDocument/2006/relationships" id="2147483653" r:id="Rb42cd1851b2049e2"/>
    <p:sldLayoutId xmlns:r="http://schemas.openxmlformats.org/officeDocument/2006/relationships" id="2147483654" r:id="R5d5ba24bb4a14a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5cb859e4e4894" /><Relationship Type="http://schemas.openxmlformats.org/officeDocument/2006/relationships/notesSlide" Target="/ppt/notesSlides/notesSlide1.xml" Id="Rb42d19b3e81b4a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8ec3cd14548d3" /><Relationship Type="http://schemas.openxmlformats.org/officeDocument/2006/relationships/notesSlide" Target="/ppt/notesSlides/notesSlide2.xml" Id="R2057e4dbc82748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e4a9f11fc4a9f" /><Relationship Type="http://schemas.openxmlformats.org/officeDocument/2006/relationships/notesSlide" Target="/ppt/notesSlides/notesSlide3.xml" Id="R6445c79845094c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546a9423624eb5" /><Relationship Type="http://schemas.openxmlformats.org/officeDocument/2006/relationships/notesSlide" Target="/ppt/notesSlides/notesSlide4.xml" Id="R3effe83fd7394e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dp44-scenario-input / n1">
            <a:extLst xmlns:a="http://schemas.openxmlformats.org/drawingml/2006/main">
              <a:ext uri="{FF2B5EF4-FFF2-40B4-BE49-F238E27FC236}">
                <a16:creationId xmlns:a16="http://schemas.microsoft.com/office/drawing/2014/main" id="{2157283D-2335-4567-AE3A-7E2F9D1B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4-scenario-input / n2 / text 1">
            <a:extLst xmlns:a="http://schemas.openxmlformats.org/drawingml/2006/main">
              <a:ext uri="{FF2B5EF4-FFF2-40B4-BE49-F238E27FC236}">
                <a16:creationId xmlns:a16="http://schemas.microsoft.com/office/drawing/2014/main" id="{E8502C26-914D-4C9D-BF02-3DE2F692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704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DP44 1/4. 일반 사용자 발화: 이해 완료는 어디로 돌아오는가</a:t>
            </a:r>
          </a:p>
        </p:txBody>
      </p:sp>
      <p:sp>
        <p:nvSpPr>
          <p:cNvPr id="3" name="dp44-scenario-input / n3 / path">
            <a:extLst xmlns:a="http://schemas.openxmlformats.org/drawingml/2006/main">
              <a:ext uri="{FF2B5EF4-FFF2-40B4-BE49-F238E27FC236}">
                <a16:creationId xmlns:a16="http://schemas.microsoft.com/office/drawing/2014/main" id="{E3004B63-ADC9-4573-B701-FF366467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7259300" cy="953"/>
          </a:xfrm>
          <a:custGeom xmlns:a="http://schemas.openxmlformats.org/drawingml/2006/main">
            <a:pathLst>
              <a:path w="17259300" h="953">
                <a:moveTo>
                  <a:pt x="0" y="0"/>
                </a:moveTo>
                <a:lnTo>
                  <a:pt x="17259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4" name="dp44-scenario-input / n4">
            <a:extLst xmlns:a="http://schemas.openxmlformats.org/drawingml/2006/main">
              <a:ext uri="{FF2B5EF4-FFF2-40B4-BE49-F238E27FC236}">
                <a16:creationId xmlns:a16="http://schemas.microsoft.com/office/drawing/2014/main" id="{FA7663E6-46D3-465F-8555-BB2316C1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28725"/>
            <a:ext cx="172593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5" name="dp44-scenario-input / n5 / text 1">
            <a:extLst xmlns:a="http://schemas.openxmlformats.org/drawingml/2006/main">
              <a:ext uri="{FF2B5EF4-FFF2-40B4-BE49-F238E27FC236}">
                <a16:creationId xmlns:a16="http://schemas.microsoft.com/office/drawing/2014/main" id="{28E6DB3D-AB27-4BA1-B2F0-20CB60B1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같은 사건</a:t>
            </a:r>
          </a:p>
        </p:txBody>
      </p:sp>
      <p:sp>
        <p:nvSpPr>
          <p:cNvPr id="6" name="dp44-scenario-input / n6 / text 1">
            <a:extLst xmlns:a="http://schemas.openxmlformats.org/drawingml/2006/main">
              <a:ext uri="{FF2B5EF4-FFF2-40B4-BE49-F238E27FC236}">
                <a16:creationId xmlns:a16="http://schemas.microsoft.com/office/drawing/2014/main" id="{5D2CD611-0258-45AD-A77E-3FE7A994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333500"/>
            <a:ext cx="15240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Interaction Manager가 InputReady(u1)를 Request Controller에 전달한다.</a:t>
            </a:r>
          </a:p>
        </p:txBody>
      </p:sp>
      <p:sp>
        <p:nvSpPr>
          <p:cNvPr id="7" name="dp44-scenario-input / n7 / text 1">
            <a:extLst xmlns:a="http://schemas.openxmlformats.org/drawingml/2006/main">
              <a:ext uri="{FF2B5EF4-FFF2-40B4-BE49-F238E27FC236}">
                <a16:creationId xmlns:a16="http://schemas.microsoft.com/office/drawing/2014/main" id="{81A01CD9-17C4-4505-8493-CBFFAC93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95450"/>
            <a:ext cx="15240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발화 시작의 즉시 재생 중단은 공통이다. 이 장은 확정 입력의 이해 경로만 따라간다.</a:t>
            </a:r>
          </a:p>
        </p:txBody>
      </p:sp>
      <p:sp>
        <p:nvSpPr>
          <p:cNvPr id="8" name="dp44-scenario-input / n8">
            <a:extLst xmlns:a="http://schemas.openxmlformats.org/drawingml/2006/main">
              <a:ext uri="{FF2B5EF4-FFF2-40B4-BE49-F238E27FC236}">
                <a16:creationId xmlns:a16="http://schemas.microsoft.com/office/drawing/2014/main" id="{FFDD3A06-676F-4EC8-8CCF-4D289E0B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05075"/>
            <a:ext cx="1725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4-scenario-input / n9 / text 1">
            <a:extLst xmlns:a="http://schemas.openxmlformats.org/drawingml/2006/main">
              <a:ext uri="{FF2B5EF4-FFF2-40B4-BE49-F238E27FC236}">
                <a16:creationId xmlns:a16="http://schemas.microsoft.com/office/drawing/2014/main" id="{DF834BC1-78E3-4B19-BEB7-F5F18256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165735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A  Event Mailbox가 완료를 회수하고 Dispatcher가 다음 처리를 지시</a:t>
            </a:r>
          </a:p>
        </p:txBody>
      </p:sp>
      <p:sp>
        <p:nvSpPr>
          <p:cNvPr id="10" name="dp44-scenario-input / n10 / text 1">
            <a:extLst xmlns:a="http://schemas.openxmlformats.org/drawingml/2006/main">
              <a:ext uri="{FF2B5EF4-FFF2-40B4-BE49-F238E27FC236}">
                <a16:creationId xmlns:a16="http://schemas.microsoft.com/office/drawing/2014/main" id="{CC22D2C6-6A16-4EA1-922C-738A27B4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11" name="dp44-scenario-input / n11">
            <a:extLst xmlns:a="http://schemas.openxmlformats.org/drawingml/2006/main">
              <a:ext uri="{FF2B5EF4-FFF2-40B4-BE49-F238E27FC236}">
                <a16:creationId xmlns:a16="http://schemas.microsoft.com/office/drawing/2014/main" id="{EE389286-DC23-4725-8098-49033F14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2" name="dp44-scenario-input / n12 / text 1">
            <a:extLst xmlns:a="http://schemas.openxmlformats.org/drawingml/2006/main">
              <a:ext uri="{FF2B5EF4-FFF2-40B4-BE49-F238E27FC236}">
                <a16:creationId xmlns:a16="http://schemas.microsoft.com/office/drawing/2014/main" id="{4B9BB545-7296-4D0A-B573-5847B378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Event Mailbox</a:t>
            </a:r>
          </a:p>
        </p:txBody>
      </p:sp>
      <p:sp>
        <p:nvSpPr>
          <p:cNvPr id="13" name="dp44-scenario-input / n13 / text 1">
            <a:extLst xmlns:a="http://schemas.openxmlformats.org/drawingml/2006/main">
              <a:ext uri="{FF2B5EF4-FFF2-40B4-BE49-F238E27FC236}">
                <a16:creationId xmlns:a16="http://schemas.microsoft.com/office/drawing/2014/main" id="{A1184240-B344-4421-A65B-C7EA3BA5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InputReady(u1)</a:t>
            </a:r>
          </a:p>
        </p:txBody>
      </p:sp>
      <p:sp>
        <p:nvSpPr>
          <p:cNvPr id="14" name="dp44-scenario-input / n14">
            <a:extLst xmlns:a="http://schemas.openxmlformats.org/drawingml/2006/main">
              <a:ext uri="{FF2B5EF4-FFF2-40B4-BE49-F238E27FC236}">
                <a16:creationId xmlns:a16="http://schemas.microsoft.com/office/drawing/2014/main" id="{C35168D2-3D4B-44C0-97E1-2A8C3B4A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" name="dp44-scenario-input / n15">
            <a:extLst xmlns:a="http://schemas.openxmlformats.org/drawingml/2006/main">
              <a:ext uri="{FF2B5EF4-FFF2-40B4-BE49-F238E27FC236}">
                <a16:creationId xmlns:a16="http://schemas.microsoft.com/office/drawing/2014/main" id="{7559A19A-1F07-4009-8A3D-DEE59343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6" name="dp44-scenario-input / n16">
            <a:extLst xmlns:a="http://schemas.openxmlformats.org/drawingml/2006/main">
              <a:ext uri="{FF2B5EF4-FFF2-40B4-BE49-F238E27FC236}">
                <a16:creationId xmlns:a16="http://schemas.microsoft.com/office/drawing/2014/main" id="{E3CD40CF-A142-4379-B4A7-70C386F8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7" name="dp44-scenario-input / n17">
            <a:extLst xmlns:a="http://schemas.openxmlformats.org/drawingml/2006/main">
              <a:ext uri="{FF2B5EF4-FFF2-40B4-BE49-F238E27FC236}">
                <a16:creationId xmlns:a16="http://schemas.microsoft.com/office/drawing/2014/main" id="{FF8CE9B6-FD96-4C69-9AB7-1B187571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" name="dp44-scenario-input / n18 / text 1">
            <a:extLst xmlns:a="http://schemas.openxmlformats.org/drawingml/2006/main">
              <a:ext uri="{FF2B5EF4-FFF2-40B4-BE49-F238E27FC236}">
                <a16:creationId xmlns:a16="http://schemas.microsoft.com/office/drawing/2014/main" id="{267A562A-F58D-4B51-AF4C-32348A89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일반 사건을 수용</a:t>
            </a:r>
          </a:p>
        </p:txBody>
      </p:sp>
      <p:sp>
        <p:nvSpPr>
          <p:cNvPr id="19" name="dp44-scenario-input / n19 / path">
            <a:extLst xmlns:a="http://schemas.openxmlformats.org/drawingml/2006/main">
              <a:ext uri="{FF2B5EF4-FFF2-40B4-BE49-F238E27FC236}">
                <a16:creationId xmlns:a16="http://schemas.microsoft.com/office/drawing/2014/main" id="{18C8D982-1859-4EA8-913A-FDB4F719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52875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20" name="dp44-scenario-input / n19 / arrow">
            <a:extLst xmlns:a="http://schemas.openxmlformats.org/drawingml/2006/main">
              <a:ext uri="{FF2B5EF4-FFF2-40B4-BE49-F238E27FC236}">
                <a16:creationId xmlns:a16="http://schemas.microsoft.com/office/drawing/2014/main" id="{30C2C848-4117-436F-B6B8-E56E792E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295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21" name="dp44-scenario-input / n20 / text 1">
            <a:extLst xmlns:a="http://schemas.openxmlformats.org/drawingml/2006/main">
              <a:ext uri="{FF2B5EF4-FFF2-40B4-BE49-F238E27FC236}">
                <a16:creationId xmlns:a16="http://schemas.microsoft.com/office/drawing/2014/main" id="{8416852A-54F9-40A4-985E-D7628DAC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22" name="dp44-scenario-input / n21">
            <a:extLst xmlns:a="http://schemas.openxmlformats.org/drawingml/2006/main">
              <a:ext uri="{FF2B5EF4-FFF2-40B4-BE49-F238E27FC236}">
                <a16:creationId xmlns:a16="http://schemas.microsoft.com/office/drawing/2014/main" id="{9DE97429-B6BF-40B3-B238-6DCB9F0B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23" name="dp44-scenario-input / n22 / text 1">
            <a:extLst xmlns:a="http://schemas.openxmlformats.org/drawingml/2006/main">
              <a:ext uri="{FF2B5EF4-FFF2-40B4-BE49-F238E27FC236}">
                <a16:creationId xmlns:a16="http://schemas.microsoft.com/office/drawing/2014/main" id="{AF101EB5-AB74-4F84-AAE5-D0E69938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861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Dialogue Dispatcher</a:t>
            </a:r>
          </a:p>
        </p:txBody>
      </p:sp>
      <p:sp>
        <p:nvSpPr>
          <p:cNvPr id="24" name="dp44-scenario-input / n23 / text 1">
            <a:extLst xmlns:a="http://schemas.openxmlformats.org/drawingml/2006/main">
              <a:ext uri="{FF2B5EF4-FFF2-40B4-BE49-F238E27FC236}">
                <a16:creationId xmlns:a16="http://schemas.microsoft.com/office/drawing/2014/main" id="{B1A021BC-1E04-46D9-9C22-F1B69068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9572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InterpretAsync(J1) 지시</a:t>
            </a:r>
          </a:p>
        </p:txBody>
      </p:sp>
      <p:sp>
        <p:nvSpPr>
          <p:cNvPr id="25" name="dp44-scenario-input / n24 / text 1">
            <a:extLst xmlns:a="http://schemas.openxmlformats.org/drawingml/2006/main">
              <a:ext uri="{FF2B5EF4-FFF2-40B4-BE49-F238E27FC236}">
                <a16:creationId xmlns:a16="http://schemas.microsoft.com/office/drawing/2014/main" id="{BE501498-E327-4EB3-8E87-0846F70A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Job Index에 J1 등록</a:t>
            </a:r>
          </a:p>
        </p:txBody>
      </p:sp>
      <p:sp>
        <p:nvSpPr>
          <p:cNvPr id="26" name="dp44-scenario-input / n25 / path">
            <a:extLst xmlns:a="http://schemas.openxmlformats.org/drawingml/2006/main">
              <a:ext uri="{FF2B5EF4-FFF2-40B4-BE49-F238E27FC236}">
                <a16:creationId xmlns:a16="http://schemas.microsoft.com/office/drawing/2014/main" id="{BCDF9238-2C37-4016-95BE-922FE718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52875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27" name="dp44-scenario-input / n25 / arrow">
            <a:extLst xmlns:a="http://schemas.openxmlformats.org/drawingml/2006/main">
              <a:ext uri="{FF2B5EF4-FFF2-40B4-BE49-F238E27FC236}">
                <a16:creationId xmlns:a16="http://schemas.microsoft.com/office/drawing/2014/main" id="{E9BA10F2-959D-4376-93B0-92F0B092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28" name="dp44-scenario-input / n26 / text 1">
            <a:extLst xmlns:a="http://schemas.openxmlformats.org/drawingml/2006/main">
              <a:ext uri="{FF2B5EF4-FFF2-40B4-BE49-F238E27FC236}">
                <a16:creationId xmlns:a16="http://schemas.microsoft.com/office/drawing/2014/main" id="{169EB200-4260-4B06-9D6B-BA332E36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Interpreter</a:t>
            </a:r>
          </a:p>
        </p:txBody>
      </p:sp>
      <p:sp>
        <p:nvSpPr>
          <p:cNvPr id="29" name="dp44-scenario-input / n27">
            <a:extLst xmlns:a="http://schemas.openxmlformats.org/drawingml/2006/main">
              <a:ext uri="{FF2B5EF4-FFF2-40B4-BE49-F238E27FC236}">
                <a16:creationId xmlns:a16="http://schemas.microsoft.com/office/drawing/2014/main" id="{77CDC129-854A-4E6C-A534-09D8E82B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30" name="dp44-scenario-input / n28 / text 1">
            <a:extLst xmlns:a="http://schemas.openxmlformats.org/drawingml/2006/main">
              <a:ext uri="{FF2B5EF4-FFF2-40B4-BE49-F238E27FC236}">
                <a16:creationId xmlns:a16="http://schemas.microsoft.com/office/drawing/2014/main" id="{9DC3FB3E-6512-42C2-B8AB-038F9EA5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InterpretAsync(J1)</a:t>
            </a:r>
          </a:p>
        </p:txBody>
      </p:sp>
      <p:sp>
        <p:nvSpPr>
          <p:cNvPr id="31" name="dp44-scenario-input / n29 / text 1">
            <a:extLst xmlns:a="http://schemas.openxmlformats.org/drawingml/2006/main">
              <a:ext uri="{FF2B5EF4-FFF2-40B4-BE49-F238E27FC236}">
                <a16:creationId xmlns:a16="http://schemas.microsoft.com/office/drawing/2014/main" id="{A457D7FD-FDCE-4F03-8497-8352CB9F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9572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의미 제안을 생산</a:t>
            </a:r>
          </a:p>
        </p:txBody>
      </p:sp>
      <p:sp>
        <p:nvSpPr>
          <p:cNvPr id="32" name="dp44-scenario-input / n30 / text 1">
            <a:extLst xmlns:a="http://schemas.openxmlformats.org/drawingml/2006/main">
              <a:ext uri="{FF2B5EF4-FFF2-40B4-BE49-F238E27FC236}">
                <a16:creationId xmlns:a16="http://schemas.microsoft.com/office/drawing/2014/main" id="{654B82B6-AA1B-468F-9F91-3B2319C8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필요하면 모델 호출</a:t>
            </a:r>
          </a:p>
        </p:txBody>
      </p:sp>
      <p:sp>
        <p:nvSpPr>
          <p:cNvPr id="33" name="dp44-scenario-input / n31 / path">
            <a:extLst xmlns:a="http://schemas.openxmlformats.org/drawingml/2006/main">
              <a:ext uri="{FF2B5EF4-FFF2-40B4-BE49-F238E27FC236}">
                <a16:creationId xmlns:a16="http://schemas.microsoft.com/office/drawing/2014/main" id="{A8F1F1AC-911B-45BC-8BA6-BDD40100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952875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dash"/>
          </a:ln>
        </p:spPr>
      </p:sp>
      <p:sp>
        <p:nvSpPr>
          <p:cNvPr id="34" name="dp44-scenario-input / n31 / arrow">
            <a:extLst xmlns:a="http://schemas.openxmlformats.org/drawingml/2006/main">
              <a:ext uri="{FF2B5EF4-FFF2-40B4-BE49-F238E27FC236}">
                <a16:creationId xmlns:a16="http://schemas.microsoft.com/office/drawing/2014/main" id="{896DB3A2-229D-488F-9D0C-87F0259F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045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35" name="dp44-scenario-input / n32 / text 1">
            <a:extLst xmlns:a="http://schemas.openxmlformats.org/drawingml/2006/main">
              <a:ext uri="{FF2B5EF4-FFF2-40B4-BE49-F238E27FC236}">
                <a16:creationId xmlns:a16="http://schemas.microsoft.com/office/drawing/2014/main" id="{04B9DECC-CF72-4C1B-B6F7-629532DA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36" name="dp44-scenario-input / n33">
            <a:extLst xmlns:a="http://schemas.openxmlformats.org/drawingml/2006/main">
              <a:ext uri="{FF2B5EF4-FFF2-40B4-BE49-F238E27FC236}">
                <a16:creationId xmlns:a16="http://schemas.microsoft.com/office/drawing/2014/main" id="{07B3BBC2-5E61-4111-AFB4-AF4055EB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37" name="dp44-scenario-input / n34 / text 1">
            <a:extLst xmlns:a="http://schemas.openxmlformats.org/drawingml/2006/main">
              <a:ext uri="{FF2B5EF4-FFF2-40B4-BE49-F238E27FC236}">
                <a16:creationId xmlns:a16="http://schemas.microsoft.com/office/drawing/2014/main" id="{9B207944-D385-4458-B1AF-DE12B8AC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457575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Event Mailbox</a:t>
            </a:r>
          </a:p>
        </p:txBody>
      </p:sp>
      <p:sp>
        <p:nvSpPr>
          <p:cNvPr id="38" name="dp44-scenario-input / n35 / text 1">
            <a:extLst xmlns:a="http://schemas.openxmlformats.org/drawingml/2006/main">
              <a:ext uri="{FF2B5EF4-FFF2-40B4-BE49-F238E27FC236}">
                <a16:creationId xmlns:a16="http://schemas.microsoft.com/office/drawing/2014/main" id="{7A68C323-A688-48F2-8184-7ABD4268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771900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JobDone(J1)</a:t>
            </a:r>
          </a:p>
        </p:txBody>
      </p:sp>
      <p:sp>
        <p:nvSpPr>
          <p:cNvPr id="39" name="dp44-scenario-input / n36">
            <a:extLst xmlns:a="http://schemas.openxmlformats.org/drawingml/2006/main">
              <a:ext uri="{FF2B5EF4-FFF2-40B4-BE49-F238E27FC236}">
                <a16:creationId xmlns:a16="http://schemas.microsoft.com/office/drawing/2014/main" id="{44578362-66F4-412E-8F1B-8A4C3C63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40" name="dp44-scenario-input / n37">
            <a:extLst xmlns:a="http://schemas.openxmlformats.org/drawingml/2006/main">
              <a:ext uri="{FF2B5EF4-FFF2-40B4-BE49-F238E27FC236}">
                <a16:creationId xmlns:a16="http://schemas.microsoft.com/office/drawing/2014/main" id="{D95E2476-D3AA-4C69-B3B7-66DCF670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41" name="dp44-scenario-input / n38">
            <a:extLst xmlns:a="http://schemas.openxmlformats.org/drawingml/2006/main">
              <a:ext uri="{FF2B5EF4-FFF2-40B4-BE49-F238E27FC236}">
                <a16:creationId xmlns:a16="http://schemas.microsoft.com/office/drawing/2014/main" id="{A9C5118A-39F8-49C8-8E1B-E0EE9FF8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42" name="dp44-scenario-input / n39">
            <a:extLst xmlns:a="http://schemas.openxmlformats.org/drawingml/2006/main">
              <a:ext uri="{FF2B5EF4-FFF2-40B4-BE49-F238E27FC236}">
                <a16:creationId xmlns:a16="http://schemas.microsoft.com/office/drawing/2014/main" id="{D3F09809-B83C-42F7-8172-3FE0701F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43" name="dp44-scenario-input / n40 / text 1">
            <a:extLst xmlns:a="http://schemas.openxmlformats.org/drawingml/2006/main">
              <a:ext uri="{FF2B5EF4-FFF2-40B4-BE49-F238E27FC236}">
                <a16:creationId xmlns:a16="http://schemas.microsoft.com/office/drawing/2014/main" id="{79C8E544-9BAF-4D9E-BF60-3DEF3E1E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첫 칸과 같은 Queue</a:t>
            </a:r>
          </a:p>
        </p:txBody>
      </p:sp>
      <p:sp>
        <p:nvSpPr>
          <p:cNvPr id="44" name="dp44-scenario-input / n41 / path">
            <a:extLst xmlns:a="http://schemas.openxmlformats.org/drawingml/2006/main">
              <a:ext uri="{FF2B5EF4-FFF2-40B4-BE49-F238E27FC236}">
                <a16:creationId xmlns:a16="http://schemas.microsoft.com/office/drawing/2014/main" id="{ED021A6B-BE84-4566-AD38-35F40E7B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3952875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45" name="dp44-scenario-input / n41 / arrow">
            <a:extLst xmlns:a="http://schemas.openxmlformats.org/drawingml/2006/main">
              <a:ext uri="{FF2B5EF4-FFF2-40B4-BE49-F238E27FC236}">
                <a16:creationId xmlns:a16="http://schemas.microsoft.com/office/drawing/2014/main" id="{50A5E25F-ED15-4B89-8138-DC1348C1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8420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46" name="dp44-scenario-input / n42 / text 1">
            <a:extLst xmlns:a="http://schemas.openxmlformats.org/drawingml/2006/main">
              <a:ext uri="{FF2B5EF4-FFF2-40B4-BE49-F238E27FC236}">
                <a16:creationId xmlns:a16="http://schemas.microsoft.com/office/drawing/2014/main" id="{1C5007B3-FD85-4009-8457-E82E4859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47" name="dp44-scenario-input / n43">
            <a:extLst xmlns:a="http://schemas.openxmlformats.org/drawingml/2006/main">
              <a:ext uri="{FF2B5EF4-FFF2-40B4-BE49-F238E27FC236}">
                <a16:creationId xmlns:a16="http://schemas.microsoft.com/office/drawing/2014/main" id="{B39DC9DE-05E5-47AC-9824-548946BE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48" name="dp44-scenario-input / n44 / text 1">
            <a:extLst xmlns:a="http://schemas.openxmlformats.org/drawingml/2006/main">
              <a:ext uri="{FF2B5EF4-FFF2-40B4-BE49-F238E27FC236}">
                <a16:creationId xmlns:a16="http://schemas.microsoft.com/office/drawing/2014/main" id="{9D26F6F4-28CE-477A-A06A-9253F0BC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4861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Dialogue Dispatcher</a:t>
            </a:r>
          </a:p>
        </p:txBody>
      </p:sp>
      <p:sp>
        <p:nvSpPr>
          <p:cNvPr id="49" name="dp44-scenario-input / n45 / text 1">
            <a:extLst xmlns:a="http://schemas.openxmlformats.org/drawingml/2006/main">
              <a:ext uri="{FF2B5EF4-FFF2-40B4-BE49-F238E27FC236}">
                <a16:creationId xmlns:a16="http://schemas.microsoft.com/office/drawing/2014/main" id="{25A1C4AD-9817-4F7C-86CA-11951284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89572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결과 현재성 확인</a:t>
            </a:r>
          </a:p>
        </p:txBody>
      </p:sp>
      <p:sp>
        <p:nvSpPr>
          <p:cNvPr id="50" name="dp44-scenario-input / n46 / text 1">
            <a:extLst xmlns:a="http://schemas.openxmlformats.org/drawingml/2006/main">
              <a:ext uri="{FF2B5EF4-FFF2-40B4-BE49-F238E27FC236}">
                <a16:creationId xmlns:a16="http://schemas.microsoft.com/office/drawing/2014/main" id="{0B5B3592-EC91-4B0C-B2EA-70330D60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의미 채택 후 준비 지시</a:t>
            </a:r>
          </a:p>
        </p:txBody>
      </p:sp>
      <p:sp>
        <p:nvSpPr>
          <p:cNvPr id="51" name="dp44-scenario-input / n47">
            <a:extLst xmlns:a="http://schemas.openxmlformats.org/drawingml/2006/main">
              <a:ext uri="{FF2B5EF4-FFF2-40B4-BE49-F238E27FC236}">
                <a16:creationId xmlns:a16="http://schemas.microsoft.com/office/drawing/2014/main" id="{758E6555-46BB-46FA-B9E5-B4FD701C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725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52" name="dp44-scenario-input / n48 / text 1">
            <a:extLst xmlns:a="http://schemas.openxmlformats.org/drawingml/2006/main">
              <a:ext uri="{FF2B5EF4-FFF2-40B4-BE49-F238E27FC236}">
                <a16:creationId xmlns:a16="http://schemas.microsoft.com/office/drawing/2014/main" id="{62677346-2D2A-4E20-AE09-ABE1FD27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34075"/>
            <a:ext cx="165735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B  Input Resolution Stage가 자기 Done Queue에서 완료를 처리</a:t>
            </a:r>
          </a:p>
        </p:txBody>
      </p:sp>
      <p:sp>
        <p:nvSpPr>
          <p:cNvPr id="53" name="dp44-scenario-input / n49 / text 1">
            <a:extLst xmlns:a="http://schemas.openxmlformats.org/drawingml/2006/main">
              <a:ext uri="{FF2B5EF4-FFF2-40B4-BE49-F238E27FC236}">
                <a16:creationId xmlns:a16="http://schemas.microsoft.com/office/drawing/2014/main" id="{9626B975-9CB6-47B4-B9DD-475B3999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54" name="dp44-scenario-input / n50">
            <a:extLst xmlns:a="http://schemas.openxmlformats.org/drawingml/2006/main">
              <a:ext uri="{FF2B5EF4-FFF2-40B4-BE49-F238E27FC236}">
                <a16:creationId xmlns:a16="http://schemas.microsoft.com/office/drawing/2014/main" id="{6E7A91C6-590A-4569-AF38-813B75A2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55" name="dp44-scenario-input / n51 / text 1">
            <a:extLst xmlns:a="http://schemas.openxmlformats.org/drawingml/2006/main">
              <a:ext uri="{FF2B5EF4-FFF2-40B4-BE49-F238E27FC236}">
                <a16:creationId xmlns:a16="http://schemas.microsoft.com/office/drawing/2014/main" id="{85B54FAD-5A94-4ED1-96CB-13EF4DBB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627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Input Resolution Stage</a:t>
            </a:r>
          </a:p>
        </p:txBody>
      </p:sp>
      <p:sp>
        <p:nvSpPr>
          <p:cNvPr id="56" name="dp44-scenario-input / n52 / text 1">
            <a:extLst xmlns:a="http://schemas.openxmlformats.org/drawingml/2006/main">
              <a:ext uri="{FF2B5EF4-FFF2-40B4-BE49-F238E27FC236}">
                <a16:creationId xmlns:a16="http://schemas.microsoft.com/office/drawing/2014/main" id="{E934BCC7-00DD-45A9-83B7-69925561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7707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Input Queue: u1</a:t>
            </a:r>
          </a:p>
        </p:txBody>
      </p:sp>
      <p:sp>
        <p:nvSpPr>
          <p:cNvPr id="57" name="dp44-scenario-input / n53">
            <a:extLst xmlns:a="http://schemas.openxmlformats.org/drawingml/2006/main">
              <a:ext uri="{FF2B5EF4-FFF2-40B4-BE49-F238E27FC236}">
                <a16:creationId xmlns:a16="http://schemas.microsoft.com/office/drawing/2014/main" id="{1D74D95B-600E-4547-B9F3-C4324494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58" name="dp44-scenario-input / n54">
            <a:extLst xmlns:a="http://schemas.openxmlformats.org/drawingml/2006/main">
              <a:ext uri="{FF2B5EF4-FFF2-40B4-BE49-F238E27FC236}">
                <a16:creationId xmlns:a16="http://schemas.microsoft.com/office/drawing/2014/main" id="{197465E9-8E76-4DF9-AB6B-A8D79A5A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59" name="dp44-scenario-input / n55">
            <a:extLst xmlns:a="http://schemas.openxmlformats.org/drawingml/2006/main">
              <a:ext uri="{FF2B5EF4-FFF2-40B4-BE49-F238E27FC236}">
                <a16:creationId xmlns:a16="http://schemas.microsoft.com/office/drawing/2014/main" id="{4EA1120D-DFF8-4F35-9FC8-33561628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0" name="dp44-scenario-input / n56">
            <a:extLst xmlns:a="http://schemas.openxmlformats.org/drawingml/2006/main">
              <a:ext uri="{FF2B5EF4-FFF2-40B4-BE49-F238E27FC236}">
                <a16:creationId xmlns:a16="http://schemas.microsoft.com/office/drawing/2014/main" id="{E92DED33-AA73-492F-92DD-5DE5A194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1" name="dp44-scenario-input / n57 / text 1">
            <a:extLst xmlns:a="http://schemas.openxmlformats.org/drawingml/2006/main">
              <a:ext uri="{FF2B5EF4-FFF2-40B4-BE49-F238E27FC236}">
                <a16:creationId xmlns:a16="http://schemas.microsoft.com/office/drawing/2014/main" id="{D252313F-4515-4B27-AAD0-025691C4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입력 Stage가 직접 수용</a:t>
            </a:r>
          </a:p>
        </p:txBody>
      </p:sp>
      <p:sp>
        <p:nvSpPr>
          <p:cNvPr id="62" name="dp44-scenario-input / n58 / path">
            <a:extLst xmlns:a="http://schemas.openxmlformats.org/drawingml/2006/main">
              <a:ext uri="{FF2B5EF4-FFF2-40B4-BE49-F238E27FC236}">
                <a16:creationId xmlns:a16="http://schemas.microsoft.com/office/drawing/2014/main" id="{501DCE53-0510-4E26-82A7-8F58A6EE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72580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63" name="dp44-scenario-input / n58 / arrow">
            <a:extLst xmlns:a="http://schemas.openxmlformats.org/drawingml/2006/main">
              <a:ext uri="{FF2B5EF4-FFF2-40B4-BE49-F238E27FC236}">
                <a16:creationId xmlns:a16="http://schemas.microsoft.com/office/drawing/2014/main" id="{77F97030-127A-4BED-AB69-20B429CB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295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64" name="dp44-scenario-input / n59 / text 1">
            <a:extLst xmlns:a="http://schemas.openxmlformats.org/drawingml/2006/main">
              <a:ext uri="{FF2B5EF4-FFF2-40B4-BE49-F238E27FC236}">
                <a16:creationId xmlns:a16="http://schemas.microsoft.com/office/drawing/2014/main" id="{4B0F4DFF-8345-4D69-9806-942EC561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65" name="dp44-scenario-input / n60">
            <a:extLst xmlns:a="http://schemas.openxmlformats.org/drawingml/2006/main">
              <a:ext uri="{FF2B5EF4-FFF2-40B4-BE49-F238E27FC236}">
                <a16:creationId xmlns:a16="http://schemas.microsoft.com/office/drawing/2014/main" id="{104A2400-9B52-4231-BED5-80F671DE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66" name="dp44-scenario-input / n61 / text 1">
            <a:extLst xmlns:a="http://schemas.openxmlformats.org/drawingml/2006/main">
              <a:ext uri="{FF2B5EF4-FFF2-40B4-BE49-F238E27FC236}">
                <a16:creationId xmlns:a16="http://schemas.microsoft.com/office/drawing/2014/main" id="{EAEA5706-A593-4202-BCA6-370E7D94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791325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Input Resolution Stage Pump</a:t>
            </a:r>
          </a:p>
        </p:txBody>
      </p:sp>
      <p:sp>
        <p:nvSpPr>
          <p:cNvPr id="67" name="dp44-scenario-input / n62 / text 1">
            <a:extLst xmlns:a="http://schemas.openxmlformats.org/drawingml/2006/main">
              <a:ext uri="{FF2B5EF4-FFF2-40B4-BE49-F238E27FC236}">
                <a16:creationId xmlns:a16="http://schemas.microsoft.com/office/drawing/2014/main" id="{3811532B-D1A9-43C1-B024-3FB697A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7200900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InterpretAsync(J1) 시작</a:t>
            </a:r>
          </a:p>
        </p:txBody>
      </p:sp>
      <p:sp>
        <p:nvSpPr>
          <p:cNvPr id="68" name="dp44-scenario-input / n63 / text 1">
            <a:extLst xmlns:a="http://schemas.openxmlformats.org/drawingml/2006/main">
              <a:ext uri="{FF2B5EF4-FFF2-40B4-BE49-F238E27FC236}">
                <a16:creationId xmlns:a16="http://schemas.microsoft.com/office/drawing/2014/main" id="{5BFBC543-A73C-433E-880E-A83EB24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Input Window에 J1 기록</a:t>
            </a:r>
          </a:p>
        </p:txBody>
      </p:sp>
      <p:sp>
        <p:nvSpPr>
          <p:cNvPr id="69" name="dp44-scenario-input / n64 / path">
            <a:extLst xmlns:a="http://schemas.openxmlformats.org/drawingml/2006/main">
              <a:ext uri="{FF2B5EF4-FFF2-40B4-BE49-F238E27FC236}">
                <a16:creationId xmlns:a16="http://schemas.microsoft.com/office/drawing/2014/main" id="{1867F544-D299-47EE-9C72-9AE417C0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72580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70" name="dp44-scenario-input / n64 / arrow">
            <a:extLst xmlns:a="http://schemas.openxmlformats.org/drawingml/2006/main">
              <a:ext uri="{FF2B5EF4-FFF2-40B4-BE49-F238E27FC236}">
                <a16:creationId xmlns:a16="http://schemas.microsoft.com/office/drawing/2014/main" id="{D86B942F-D64C-4AD7-86E2-6BFDEB90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71" name="dp44-scenario-input / n65 / text 1">
            <a:extLst xmlns:a="http://schemas.openxmlformats.org/drawingml/2006/main">
              <a:ext uri="{FF2B5EF4-FFF2-40B4-BE49-F238E27FC236}">
                <a16:creationId xmlns:a16="http://schemas.microsoft.com/office/drawing/2014/main" id="{80B400CB-21C7-490C-A978-EB698444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Interpreter</a:t>
            </a:r>
          </a:p>
        </p:txBody>
      </p:sp>
      <p:sp>
        <p:nvSpPr>
          <p:cNvPr id="72" name="dp44-scenario-input / n66">
            <a:extLst xmlns:a="http://schemas.openxmlformats.org/drawingml/2006/main">
              <a:ext uri="{FF2B5EF4-FFF2-40B4-BE49-F238E27FC236}">
                <a16:creationId xmlns:a16="http://schemas.microsoft.com/office/drawing/2014/main" id="{045E93F2-DB9B-4FC2-8268-AA9AC8F5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73" name="dp44-scenario-input / n67 / text 1">
            <a:extLst xmlns:a="http://schemas.openxmlformats.org/drawingml/2006/main">
              <a:ext uri="{FF2B5EF4-FFF2-40B4-BE49-F238E27FC236}">
                <a16:creationId xmlns:a16="http://schemas.microsoft.com/office/drawing/2014/main" id="{7B5F8959-73DD-48D7-8195-6C0DFD57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6791325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InterpretAsync(J1)</a:t>
            </a:r>
          </a:p>
        </p:txBody>
      </p:sp>
      <p:sp>
        <p:nvSpPr>
          <p:cNvPr id="74" name="dp44-scenario-input / n68 / text 1">
            <a:extLst xmlns:a="http://schemas.openxmlformats.org/drawingml/2006/main">
              <a:ext uri="{FF2B5EF4-FFF2-40B4-BE49-F238E27FC236}">
                <a16:creationId xmlns:a16="http://schemas.microsoft.com/office/drawing/2014/main" id="{9EF097F4-C369-4E72-9076-F99D1B47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200900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의미 제안을 생산</a:t>
            </a:r>
          </a:p>
        </p:txBody>
      </p:sp>
      <p:sp>
        <p:nvSpPr>
          <p:cNvPr id="75" name="dp44-scenario-input / n69 / text 1">
            <a:extLst xmlns:a="http://schemas.openxmlformats.org/drawingml/2006/main">
              <a:ext uri="{FF2B5EF4-FFF2-40B4-BE49-F238E27FC236}">
                <a16:creationId xmlns:a16="http://schemas.microsoft.com/office/drawing/2014/main" id="{792B8CAC-4B51-4793-BC63-72440EA8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A와 같은 이해 책임</a:t>
            </a:r>
          </a:p>
        </p:txBody>
      </p:sp>
      <p:sp>
        <p:nvSpPr>
          <p:cNvPr id="76" name="dp44-scenario-input / n70 / path">
            <a:extLst xmlns:a="http://schemas.openxmlformats.org/drawingml/2006/main">
              <a:ext uri="{FF2B5EF4-FFF2-40B4-BE49-F238E27FC236}">
                <a16:creationId xmlns:a16="http://schemas.microsoft.com/office/drawing/2014/main" id="{EAEA07B7-9024-4C53-9943-A12518B2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2580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dash"/>
          </a:ln>
        </p:spPr>
      </p:sp>
      <p:sp>
        <p:nvSpPr>
          <p:cNvPr id="77" name="dp44-scenario-input / n70 / arrow">
            <a:extLst xmlns:a="http://schemas.openxmlformats.org/drawingml/2006/main">
              <a:ext uri="{FF2B5EF4-FFF2-40B4-BE49-F238E27FC236}">
                <a16:creationId xmlns:a16="http://schemas.microsoft.com/office/drawing/2014/main" id="{58F7040A-DB69-44D0-9B61-A8C3DDAF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045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78" name="dp44-scenario-input / n71 / text 1">
            <a:extLst xmlns:a="http://schemas.openxmlformats.org/drawingml/2006/main">
              <a:ext uri="{FF2B5EF4-FFF2-40B4-BE49-F238E27FC236}">
                <a16:creationId xmlns:a16="http://schemas.microsoft.com/office/drawing/2014/main" id="{EBA8A3A3-E19A-41C0-A479-B606205E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79" name="dp44-scenario-input / n72">
            <a:extLst xmlns:a="http://schemas.openxmlformats.org/drawingml/2006/main">
              <a:ext uri="{FF2B5EF4-FFF2-40B4-BE49-F238E27FC236}">
                <a16:creationId xmlns:a16="http://schemas.microsoft.com/office/drawing/2014/main" id="{392858F1-D744-4C7F-9DBF-19F0234A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80" name="dp44-scenario-input / n73 / text 1">
            <a:extLst xmlns:a="http://schemas.openxmlformats.org/drawingml/2006/main">
              <a:ext uri="{FF2B5EF4-FFF2-40B4-BE49-F238E27FC236}">
                <a16:creationId xmlns:a16="http://schemas.microsoft.com/office/drawing/2014/main" id="{C93F1552-559F-4ADE-B77C-31C696A6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7627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Input Resolution Stage</a:t>
            </a:r>
          </a:p>
        </p:txBody>
      </p:sp>
      <p:sp>
        <p:nvSpPr>
          <p:cNvPr id="81" name="dp44-scenario-input / n74 / text 1">
            <a:extLst xmlns:a="http://schemas.openxmlformats.org/drawingml/2006/main">
              <a:ext uri="{FF2B5EF4-FFF2-40B4-BE49-F238E27FC236}">
                <a16:creationId xmlns:a16="http://schemas.microsoft.com/office/drawing/2014/main" id="{8DCC2727-D7F5-45FB-9598-296A8F47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707707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Done Queue: J1</a:t>
            </a:r>
          </a:p>
        </p:txBody>
      </p:sp>
      <p:sp>
        <p:nvSpPr>
          <p:cNvPr id="82" name="dp44-scenario-input / n75">
            <a:extLst xmlns:a="http://schemas.openxmlformats.org/drawingml/2006/main">
              <a:ext uri="{FF2B5EF4-FFF2-40B4-BE49-F238E27FC236}">
                <a16:creationId xmlns:a16="http://schemas.microsoft.com/office/drawing/2014/main" id="{BE102B00-79FA-454D-BD8B-404B85FA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3" name="dp44-scenario-input / n76">
            <a:extLst xmlns:a="http://schemas.openxmlformats.org/drawingml/2006/main">
              <a:ext uri="{FF2B5EF4-FFF2-40B4-BE49-F238E27FC236}">
                <a16:creationId xmlns:a16="http://schemas.microsoft.com/office/drawing/2014/main" id="{507CD399-8F99-4F71-8E25-2E1D44C8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4" name="dp44-scenario-input / n77">
            <a:extLst xmlns:a="http://schemas.openxmlformats.org/drawingml/2006/main">
              <a:ext uri="{FF2B5EF4-FFF2-40B4-BE49-F238E27FC236}">
                <a16:creationId xmlns:a16="http://schemas.microsoft.com/office/drawing/2014/main" id="{1934C5D3-7ACA-4FBC-A5B3-E1627E34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5" name="dp44-scenario-input / n78">
            <a:extLst xmlns:a="http://schemas.openxmlformats.org/drawingml/2006/main">
              <a:ext uri="{FF2B5EF4-FFF2-40B4-BE49-F238E27FC236}">
                <a16:creationId xmlns:a16="http://schemas.microsoft.com/office/drawing/2014/main" id="{389E0EBC-E853-4596-A6C4-0225CF0E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6" name="dp44-scenario-input / n79 / text 1">
            <a:extLst xmlns:a="http://schemas.openxmlformats.org/drawingml/2006/main">
              <a:ext uri="{FF2B5EF4-FFF2-40B4-BE49-F238E27FC236}">
                <a16:creationId xmlns:a16="http://schemas.microsoft.com/office/drawing/2014/main" id="{3BF04E9A-7EB5-4C53-8478-7827A5AC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시작한 Stage에 반환</a:t>
            </a:r>
          </a:p>
        </p:txBody>
      </p:sp>
      <p:sp>
        <p:nvSpPr>
          <p:cNvPr id="87" name="dp44-scenario-input / n80 / path">
            <a:extLst xmlns:a="http://schemas.openxmlformats.org/drawingml/2006/main">
              <a:ext uri="{FF2B5EF4-FFF2-40B4-BE49-F238E27FC236}">
                <a16:creationId xmlns:a16="http://schemas.microsoft.com/office/drawing/2014/main" id="{1FC46EBE-2620-43C2-B25C-A1FACCB7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72580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88" name="dp44-scenario-input / n80 / arrow">
            <a:extLst xmlns:a="http://schemas.openxmlformats.org/drawingml/2006/main">
              <a:ext uri="{FF2B5EF4-FFF2-40B4-BE49-F238E27FC236}">
                <a16:creationId xmlns:a16="http://schemas.microsoft.com/office/drawing/2014/main" id="{65D6C2EA-C526-47F5-A91C-39A05AA5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8420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89" name="dp44-scenario-input / n81 / text 1">
            <a:extLst xmlns:a="http://schemas.openxmlformats.org/drawingml/2006/main">
              <a:ext uri="{FF2B5EF4-FFF2-40B4-BE49-F238E27FC236}">
                <a16:creationId xmlns:a16="http://schemas.microsoft.com/office/drawing/2014/main" id="{C8044412-287A-4182-86B2-44ADBC34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90" name="dp44-scenario-input / n82">
            <a:extLst xmlns:a="http://schemas.openxmlformats.org/drawingml/2006/main">
              <a:ext uri="{FF2B5EF4-FFF2-40B4-BE49-F238E27FC236}">
                <a16:creationId xmlns:a16="http://schemas.microsoft.com/office/drawing/2014/main" id="{E34FFD3D-79E2-4109-8639-4A4D5269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91" name="dp44-scenario-input / n83 / text 1">
            <a:extLst xmlns:a="http://schemas.openxmlformats.org/drawingml/2006/main">
              <a:ext uri="{FF2B5EF4-FFF2-40B4-BE49-F238E27FC236}">
                <a16:creationId xmlns:a16="http://schemas.microsoft.com/office/drawing/2014/main" id="{674E5ACE-7302-4186-A878-11F3D52E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91325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Input Resolution Stage Pump</a:t>
            </a:r>
          </a:p>
        </p:txBody>
      </p:sp>
      <p:sp>
        <p:nvSpPr>
          <p:cNvPr id="92" name="dp44-scenario-input / n84 / text 1">
            <a:extLst xmlns:a="http://schemas.openxmlformats.org/drawingml/2006/main">
              <a:ext uri="{FF2B5EF4-FFF2-40B4-BE49-F238E27FC236}">
                <a16:creationId xmlns:a16="http://schemas.microsoft.com/office/drawing/2014/main" id="{BBDE340E-9DFB-424B-B7BB-C3BFC68E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7200900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결과 현재성 확인</a:t>
            </a:r>
          </a:p>
        </p:txBody>
      </p:sp>
      <p:sp>
        <p:nvSpPr>
          <p:cNvPr id="93" name="dp44-scenario-input / n85 / text 1">
            <a:extLst xmlns:a="http://schemas.openxmlformats.org/drawingml/2006/main">
              <a:ext uri="{FF2B5EF4-FFF2-40B4-BE49-F238E27FC236}">
                <a16:creationId xmlns:a16="http://schemas.microsoft.com/office/drawing/2014/main" id="{CA8BF7F3-32D1-4E25-AC52-0444F467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채택 후 Composer에 전달</a:t>
            </a:r>
          </a:p>
        </p:txBody>
      </p:sp>
      <p:sp>
        <p:nvSpPr>
          <p:cNvPr id="94" name="dp44-scenario-input / n86">
            <a:extLst xmlns:a="http://schemas.openxmlformats.org/drawingml/2006/main">
              <a:ext uri="{FF2B5EF4-FFF2-40B4-BE49-F238E27FC236}">
                <a16:creationId xmlns:a16="http://schemas.microsoft.com/office/drawing/2014/main" id="{60B9B28D-E8B0-4548-93B1-B5609B0C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1725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5" name="dp44-scenario-input / n87 / text 1">
            <a:extLst xmlns:a="http://schemas.openxmlformats.org/drawingml/2006/main">
              <a:ext uri="{FF2B5EF4-FFF2-40B4-BE49-F238E27FC236}">
                <a16:creationId xmlns:a16="http://schemas.microsoft.com/office/drawing/2014/main" id="{4DC47E8C-23E2-4F51-B02C-63935715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44025"/>
            <a:ext cx="167640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A는 같은 Event Mailbox로 완료를 회수한다. B는 입력 Stage의 Done Queue가 완료를 받는다.</a:t>
            </a:r>
          </a:p>
        </p:txBody>
      </p:sp>
      <p:sp>
        <p:nvSpPr>
          <p:cNvPr id="96" name="dp44-scenario-input / n88 / text 1">
            <a:extLst xmlns:a="http://schemas.openxmlformats.org/drawingml/2006/main">
              <a:ext uri="{FF2B5EF4-FFF2-40B4-BE49-F238E27FC236}">
                <a16:creationId xmlns:a16="http://schemas.microsoft.com/office/drawing/2014/main" id="{D7C90E23-50FC-45F4-A772-DB63C5DB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25050"/>
            <a:ext cx="1725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파란선: 일반 사건과 다음 처리    파란 점선: 비동기 완료    붉은 점선: 제어와 무효화    A/B 미선정, 미구현, 미측정</a:t>
            </a:r>
          </a:p>
        </p:txBody>
      </p:sp>
    </p:spTree>
    <p:extLst>
      <p:ext uri="{BB962C8B-B14F-4D97-AF65-F5344CB8AC3E}">
        <p14:creationId xmlns:p14="http://schemas.microsoft.com/office/powerpoint/2010/main" val="683861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dp44-scenario-agent / n1">
            <a:extLst xmlns:a="http://schemas.openxmlformats.org/drawingml/2006/main">
              <a:ext uri="{FF2B5EF4-FFF2-40B4-BE49-F238E27FC236}">
                <a16:creationId xmlns:a16="http://schemas.microsoft.com/office/drawing/2014/main" id="{06DCA919-4A37-4F56-8E8B-37570AD9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4-scenario-agent / n2 / text 1">
            <a:extLst xmlns:a="http://schemas.openxmlformats.org/drawingml/2006/main">
              <a:ext uri="{FF2B5EF4-FFF2-40B4-BE49-F238E27FC236}">
                <a16:creationId xmlns:a16="http://schemas.microsoft.com/office/drawing/2014/main" id="{7C55909C-4EDA-435B-BEB4-66024608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704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DP44 2/4. Agent 질문: 확인된 Task 사건은 어디로 들어가는가</a:t>
            </a:r>
          </a:p>
        </p:txBody>
      </p:sp>
      <p:sp>
        <p:nvSpPr>
          <p:cNvPr id="3" name="dp44-scenario-agent / n3 / path">
            <a:extLst xmlns:a="http://schemas.openxmlformats.org/drawingml/2006/main">
              <a:ext uri="{FF2B5EF4-FFF2-40B4-BE49-F238E27FC236}">
                <a16:creationId xmlns:a16="http://schemas.microsoft.com/office/drawing/2014/main" id="{991A488E-5EAF-4205-A5CE-5AA431E9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7259300" cy="953"/>
          </a:xfrm>
          <a:custGeom xmlns:a="http://schemas.openxmlformats.org/drawingml/2006/main">
            <a:pathLst>
              <a:path w="17259300" h="953">
                <a:moveTo>
                  <a:pt x="0" y="0"/>
                </a:moveTo>
                <a:lnTo>
                  <a:pt x="17259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4" name="dp44-scenario-agent / n4">
            <a:extLst xmlns:a="http://schemas.openxmlformats.org/drawingml/2006/main">
              <a:ext uri="{FF2B5EF4-FFF2-40B4-BE49-F238E27FC236}">
                <a16:creationId xmlns:a16="http://schemas.microsoft.com/office/drawing/2014/main" id="{18CA0149-6B7A-44DA-B6B5-7E3F9247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28725"/>
            <a:ext cx="172593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5" name="dp44-scenario-agent / n5 / text 1">
            <a:extLst xmlns:a="http://schemas.openxmlformats.org/drawingml/2006/main">
              <a:ext uri="{FF2B5EF4-FFF2-40B4-BE49-F238E27FC236}">
                <a16:creationId xmlns:a16="http://schemas.microsoft.com/office/drawing/2014/main" id="{6DA6CD58-389F-4F56-A3FF-D4409FEC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같은 사건</a:t>
            </a:r>
          </a:p>
        </p:txBody>
      </p:sp>
      <p:sp>
        <p:nvSpPr>
          <p:cNvPr id="6" name="dp44-scenario-agent / n6 / text 1">
            <a:extLst xmlns:a="http://schemas.openxmlformats.org/drawingml/2006/main">
              <a:ext uri="{FF2B5EF4-FFF2-40B4-BE49-F238E27FC236}">
                <a16:creationId xmlns:a16="http://schemas.microsoft.com/office/drawing/2014/main" id="{9E2371AA-702E-4329-B4CC-11F8C45E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333500"/>
            <a:ext cx="15240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Downstream Agent의 질문 Q1을 Agent Gateway와 Task Manager가 확인한다.</a:t>
            </a:r>
          </a:p>
        </p:txBody>
      </p:sp>
      <p:sp>
        <p:nvSpPr>
          <p:cNvPr id="7" name="dp44-scenario-agent / n7 / text 1">
            <a:extLst xmlns:a="http://schemas.openxmlformats.org/drawingml/2006/main">
              <a:ext uri="{FF2B5EF4-FFF2-40B4-BE49-F238E27FC236}">
                <a16:creationId xmlns:a16="http://schemas.microsoft.com/office/drawing/2014/main" id="{E3151304-E339-4BCE-A55E-5D202D5A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95450"/>
            <a:ext cx="15240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확인된 Question(T1, r2)만 대화에 연결한다. 외부 Agent 접수와 사용자 실제 제시는 별도 사실이다.</a:t>
            </a:r>
          </a:p>
        </p:txBody>
      </p:sp>
      <p:sp>
        <p:nvSpPr>
          <p:cNvPr id="8" name="dp44-scenario-agent / n8">
            <a:extLst xmlns:a="http://schemas.openxmlformats.org/drawingml/2006/main">
              <a:ext uri="{FF2B5EF4-FFF2-40B4-BE49-F238E27FC236}">
                <a16:creationId xmlns:a16="http://schemas.microsoft.com/office/drawing/2014/main" id="{B3E82502-3F75-40F3-8488-E99A52D4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05075"/>
            <a:ext cx="1725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4-scenario-agent / n9 / text 1">
            <a:extLst xmlns:a="http://schemas.openxmlformats.org/drawingml/2006/main">
              <a:ext uri="{FF2B5EF4-FFF2-40B4-BE49-F238E27FC236}">
                <a16:creationId xmlns:a16="http://schemas.microsoft.com/office/drawing/2014/main" id="{D7BC4BE3-5D74-417F-9416-DFB1AE18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165735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A  TaskEvent와 준비 완료가 중앙 Dispatcher를 경유</a:t>
            </a:r>
          </a:p>
        </p:txBody>
      </p:sp>
      <p:sp>
        <p:nvSpPr>
          <p:cNvPr id="10" name="dp44-scenario-agent / n10 / text 1">
            <a:extLst xmlns:a="http://schemas.openxmlformats.org/drawingml/2006/main">
              <a:ext uri="{FF2B5EF4-FFF2-40B4-BE49-F238E27FC236}">
                <a16:creationId xmlns:a16="http://schemas.microsoft.com/office/drawing/2014/main" id="{2D1721F8-0952-45BE-B4D6-E80B5508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11" name="dp44-scenario-agent / n11">
            <a:extLst xmlns:a="http://schemas.openxmlformats.org/drawingml/2006/main">
              <a:ext uri="{FF2B5EF4-FFF2-40B4-BE49-F238E27FC236}">
                <a16:creationId xmlns:a16="http://schemas.microsoft.com/office/drawing/2014/main" id="{AD5E750E-29BA-4E05-885F-A9EF9000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2" name="dp44-scenario-agent / n12 / text 1">
            <a:extLst xmlns:a="http://schemas.openxmlformats.org/drawingml/2006/main">
              <a:ext uri="{FF2B5EF4-FFF2-40B4-BE49-F238E27FC236}">
                <a16:creationId xmlns:a16="http://schemas.microsoft.com/office/drawing/2014/main" id="{2C4C2831-B198-44C2-92A4-1B0BFDDA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Event Mailbox</a:t>
            </a:r>
          </a:p>
        </p:txBody>
      </p:sp>
      <p:sp>
        <p:nvSpPr>
          <p:cNvPr id="13" name="dp44-scenario-agent / n13 / text 1">
            <a:extLst xmlns:a="http://schemas.openxmlformats.org/drawingml/2006/main">
              <a:ext uri="{FF2B5EF4-FFF2-40B4-BE49-F238E27FC236}">
                <a16:creationId xmlns:a16="http://schemas.microsoft.com/office/drawing/2014/main" id="{E6B0BE04-FED7-42CF-BAFE-EA47FF9E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TaskEvent(T1,Q1)</a:t>
            </a:r>
          </a:p>
        </p:txBody>
      </p:sp>
      <p:sp>
        <p:nvSpPr>
          <p:cNvPr id="14" name="dp44-scenario-agent / n14">
            <a:extLst xmlns:a="http://schemas.openxmlformats.org/drawingml/2006/main">
              <a:ext uri="{FF2B5EF4-FFF2-40B4-BE49-F238E27FC236}">
                <a16:creationId xmlns:a16="http://schemas.microsoft.com/office/drawing/2014/main" id="{EA84CC90-1ACE-43B7-AECB-74DCA6A1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" name="dp44-scenario-agent / n15">
            <a:extLst xmlns:a="http://schemas.openxmlformats.org/drawingml/2006/main">
              <a:ext uri="{FF2B5EF4-FFF2-40B4-BE49-F238E27FC236}">
                <a16:creationId xmlns:a16="http://schemas.microsoft.com/office/drawing/2014/main" id="{77CB4F67-7607-4C79-9F89-EDFCF882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6" name="dp44-scenario-agent / n16">
            <a:extLst xmlns:a="http://schemas.openxmlformats.org/drawingml/2006/main">
              <a:ext uri="{FF2B5EF4-FFF2-40B4-BE49-F238E27FC236}">
                <a16:creationId xmlns:a16="http://schemas.microsoft.com/office/drawing/2014/main" id="{0EE46365-5206-4057-94AC-2D9C4652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7" name="dp44-scenario-agent / n17">
            <a:extLst xmlns:a="http://schemas.openxmlformats.org/drawingml/2006/main">
              <a:ext uri="{FF2B5EF4-FFF2-40B4-BE49-F238E27FC236}">
                <a16:creationId xmlns:a16="http://schemas.microsoft.com/office/drawing/2014/main" id="{C3E5753F-3237-401A-9CFC-BDC40880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" name="dp44-scenario-agent / n18 / text 1">
            <a:extLst xmlns:a="http://schemas.openxmlformats.org/drawingml/2006/main">
              <a:ext uri="{FF2B5EF4-FFF2-40B4-BE49-F238E27FC236}">
                <a16:creationId xmlns:a16="http://schemas.microsoft.com/office/drawing/2014/main" id="{0619781A-A802-44B4-B532-77B1866B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확인된 업무 사건 수용</a:t>
            </a:r>
          </a:p>
        </p:txBody>
      </p:sp>
      <p:sp>
        <p:nvSpPr>
          <p:cNvPr id="19" name="dp44-scenario-agent / n19 / path">
            <a:extLst xmlns:a="http://schemas.openxmlformats.org/drawingml/2006/main">
              <a:ext uri="{FF2B5EF4-FFF2-40B4-BE49-F238E27FC236}">
                <a16:creationId xmlns:a16="http://schemas.microsoft.com/office/drawing/2014/main" id="{B86DB14E-46FE-4297-A1F7-1C9D623B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52875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20" name="dp44-scenario-agent / n19 / arrow">
            <a:extLst xmlns:a="http://schemas.openxmlformats.org/drawingml/2006/main">
              <a:ext uri="{FF2B5EF4-FFF2-40B4-BE49-F238E27FC236}">
                <a16:creationId xmlns:a16="http://schemas.microsoft.com/office/drawing/2014/main" id="{1B29941C-8085-4660-9E8D-9D4337B3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295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21" name="dp44-scenario-agent / n20 / text 1">
            <a:extLst xmlns:a="http://schemas.openxmlformats.org/drawingml/2006/main">
              <a:ext uri="{FF2B5EF4-FFF2-40B4-BE49-F238E27FC236}">
                <a16:creationId xmlns:a16="http://schemas.microsoft.com/office/drawing/2014/main" id="{0E29F90C-7C7C-4710-BEB5-5DA1D2C3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22" name="dp44-scenario-agent / n21">
            <a:extLst xmlns:a="http://schemas.openxmlformats.org/drawingml/2006/main">
              <a:ext uri="{FF2B5EF4-FFF2-40B4-BE49-F238E27FC236}">
                <a16:creationId xmlns:a16="http://schemas.microsoft.com/office/drawing/2014/main" id="{DFEFAD7C-14C7-4617-80D2-1067AF71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23" name="dp44-scenario-agent / n22 / text 1">
            <a:extLst xmlns:a="http://schemas.openxmlformats.org/drawingml/2006/main">
              <a:ext uri="{FF2B5EF4-FFF2-40B4-BE49-F238E27FC236}">
                <a16:creationId xmlns:a16="http://schemas.microsoft.com/office/drawing/2014/main" id="{95E6BF8B-79F9-49A7-A846-9DE26DF2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861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Dialogue Dispatcher</a:t>
            </a:r>
          </a:p>
        </p:txBody>
      </p:sp>
      <p:sp>
        <p:nvSpPr>
          <p:cNvPr id="24" name="dp44-scenario-agent / n23 / text 1">
            <a:extLst xmlns:a="http://schemas.openxmlformats.org/drawingml/2006/main">
              <a:ext uri="{FF2B5EF4-FFF2-40B4-BE49-F238E27FC236}">
                <a16:creationId xmlns:a16="http://schemas.microsoft.com/office/drawing/2014/main" id="{E70F8BDB-D54A-4FA8-AB66-5BAF4E9C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9572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대화와 Task 연결 확인</a:t>
            </a:r>
          </a:p>
        </p:txBody>
      </p:sp>
      <p:sp>
        <p:nvSpPr>
          <p:cNvPr id="25" name="dp44-scenario-agent / n24 / text 1">
            <a:extLst xmlns:a="http://schemas.openxmlformats.org/drawingml/2006/main">
              <a:ext uri="{FF2B5EF4-FFF2-40B4-BE49-F238E27FC236}">
                <a16:creationId xmlns:a16="http://schemas.microsoft.com/office/drawing/2014/main" id="{539E0724-8DC6-4458-87D0-D87A77B3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질문 등록과 준비 지시</a:t>
            </a:r>
          </a:p>
        </p:txBody>
      </p:sp>
      <p:sp>
        <p:nvSpPr>
          <p:cNvPr id="26" name="dp44-scenario-agent / n25 / path">
            <a:extLst xmlns:a="http://schemas.openxmlformats.org/drawingml/2006/main">
              <a:ext uri="{FF2B5EF4-FFF2-40B4-BE49-F238E27FC236}">
                <a16:creationId xmlns:a16="http://schemas.microsoft.com/office/drawing/2014/main" id="{63A376FD-C7B0-4679-9AE1-A0FE7DAA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52875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27" name="dp44-scenario-agent / n25 / arrow">
            <a:extLst xmlns:a="http://schemas.openxmlformats.org/drawingml/2006/main">
              <a:ext uri="{FF2B5EF4-FFF2-40B4-BE49-F238E27FC236}">
                <a16:creationId xmlns:a16="http://schemas.microsoft.com/office/drawing/2014/main" id="{31C84CD8-CD54-4FA4-A847-0883F1A8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28" name="dp44-scenario-agent / n26 / text 1">
            <a:extLst xmlns:a="http://schemas.openxmlformats.org/drawingml/2006/main">
              <a:ext uri="{FF2B5EF4-FFF2-40B4-BE49-F238E27FC236}">
                <a16:creationId xmlns:a16="http://schemas.microsoft.com/office/drawing/2014/main" id="{CCDD00B9-B3D6-432D-BA17-962E6EC2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29" name="dp44-scenario-agent / n27">
            <a:extLst xmlns:a="http://schemas.openxmlformats.org/drawingml/2006/main">
              <a:ext uri="{FF2B5EF4-FFF2-40B4-BE49-F238E27FC236}">
                <a16:creationId xmlns:a16="http://schemas.microsoft.com/office/drawing/2014/main" id="{3F892679-D031-4C39-B34C-C6BD8902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30" name="dp44-scenario-agent / n28 / text 1">
            <a:extLst xmlns:a="http://schemas.openxmlformats.org/drawingml/2006/main">
              <a:ext uri="{FF2B5EF4-FFF2-40B4-BE49-F238E27FC236}">
                <a16:creationId xmlns:a16="http://schemas.microsoft.com/office/drawing/2014/main" id="{48AF4848-F40B-430A-9D15-D7110E13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Composer</a:t>
            </a:r>
          </a:p>
        </p:txBody>
      </p:sp>
      <p:sp>
        <p:nvSpPr>
          <p:cNvPr id="31" name="dp44-scenario-agent / n29 / text 1">
            <a:extLst xmlns:a="http://schemas.openxmlformats.org/drawingml/2006/main">
              <a:ext uri="{FF2B5EF4-FFF2-40B4-BE49-F238E27FC236}">
                <a16:creationId xmlns:a16="http://schemas.microsoft.com/office/drawing/2014/main" id="{F800CB3B-1294-4111-9E5F-5F4D519D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9572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PrepareAsync(J2)</a:t>
            </a:r>
          </a:p>
        </p:txBody>
      </p:sp>
      <p:sp>
        <p:nvSpPr>
          <p:cNvPr id="32" name="dp44-scenario-agent / n30 / text 1">
            <a:extLst xmlns:a="http://schemas.openxmlformats.org/drawingml/2006/main">
              <a:ext uri="{FF2B5EF4-FFF2-40B4-BE49-F238E27FC236}">
                <a16:creationId xmlns:a16="http://schemas.microsoft.com/office/drawing/2014/main" id="{33D840FE-1163-433F-B1EE-AB3F6597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사용자용 질문 준비</a:t>
            </a:r>
          </a:p>
        </p:txBody>
      </p:sp>
      <p:sp>
        <p:nvSpPr>
          <p:cNvPr id="33" name="dp44-scenario-agent / n31 / path">
            <a:extLst xmlns:a="http://schemas.openxmlformats.org/drawingml/2006/main">
              <a:ext uri="{FF2B5EF4-FFF2-40B4-BE49-F238E27FC236}">
                <a16:creationId xmlns:a16="http://schemas.microsoft.com/office/drawing/2014/main" id="{2D2F1D6B-5A55-43E4-8AA1-C3A1111B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952875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dash"/>
          </a:ln>
        </p:spPr>
      </p:sp>
      <p:sp>
        <p:nvSpPr>
          <p:cNvPr id="34" name="dp44-scenario-agent / n31 / arrow">
            <a:extLst xmlns:a="http://schemas.openxmlformats.org/drawingml/2006/main">
              <a:ext uri="{FF2B5EF4-FFF2-40B4-BE49-F238E27FC236}">
                <a16:creationId xmlns:a16="http://schemas.microsoft.com/office/drawing/2014/main" id="{847598F2-F723-4A7F-8124-9B13B196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045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35" name="dp44-scenario-agent / n32 / text 1">
            <a:extLst xmlns:a="http://schemas.openxmlformats.org/drawingml/2006/main">
              <a:ext uri="{FF2B5EF4-FFF2-40B4-BE49-F238E27FC236}">
                <a16:creationId xmlns:a16="http://schemas.microsoft.com/office/drawing/2014/main" id="{4B114937-0FB0-4FF5-A1B4-E264118B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36" name="dp44-scenario-agent / n33">
            <a:extLst xmlns:a="http://schemas.openxmlformats.org/drawingml/2006/main">
              <a:ext uri="{FF2B5EF4-FFF2-40B4-BE49-F238E27FC236}">
                <a16:creationId xmlns:a16="http://schemas.microsoft.com/office/drawing/2014/main" id="{4F123E0A-9552-4B81-8530-A8B5BF54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37" name="dp44-scenario-agent / n34 / text 1">
            <a:extLst xmlns:a="http://schemas.openxmlformats.org/drawingml/2006/main">
              <a:ext uri="{FF2B5EF4-FFF2-40B4-BE49-F238E27FC236}">
                <a16:creationId xmlns:a16="http://schemas.microsoft.com/office/drawing/2014/main" id="{977E8ABE-443A-4706-AB5B-3D1465BE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457575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Event Mailbox</a:t>
            </a:r>
          </a:p>
        </p:txBody>
      </p:sp>
      <p:sp>
        <p:nvSpPr>
          <p:cNvPr id="38" name="dp44-scenario-agent / n35 / text 1">
            <a:extLst xmlns:a="http://schemas.openxmlformats.org/drawingml/2006/main">
              <a:ext uri="{FF2B5EF4-FFF2-40B4-BE49-F238E27FC236}">
                <a16:creationId xmlns:a16="http://schemas.microsoft.com/office/drawing/2014/main" id="{C650B9BC-0F76-4662-8B77-46AD0958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771900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JobDone(J2)</a:t>
            </a:r>
          </a:p>
        </p:txBody>
      </p:sp>
      <p:sp>
        <p:nvSpPr>
          <p:cNvPr id="39" name="dp44-scenario-agent / n36">
            <a:extLst xmlns:a="http://schemas.openxmlformats.org/drawingml/2006/main">
              <a:ext uri="{FF2B5EF4-FFF2-40B4-BE49-F238E27FC236}">
                <a16:creationId xmlns:a16="http://schemas.microsoft.com/office/drawing/2014/main" id="{0FCD7F93-20F3-4890-97E9-1A71F878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40" name="dp44-scenario-agent / n37">
            <a:extLst xmlns:a="http://schemas.openxmlformats.org/drawingml/2006/main">
              <a:ext uri="{FF2B5EF4-FFF2-40B4-BE49-F238E27FC236}">
                <a16:creationId xmlns:a16="http://schemas.microsoft.com/office/drawing/2014/main" id="{989A5993-C2ED-4FCA-9DD4-34D6864C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41" name="dp44-scenario-agent / n38">
            <a:extLst xmlns:a="http://schemas.openxmlformats.org/drawingml/2006/main">
              <a:ext uri="{FF2B5EF4-FFF2-40B4-BE49-F238E27FC236}">
                <a16:creationId xmlns:a16="http://schemas.microsoft.com/office/drawing/2014/main" id="{07A81DFD-FE63-4504-8C85-A6FEDD6C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42" name="dp44-scenario-agent / n39">
            <a:extLst xmlns:a="http://schemas.openxmlformats.org/drawingml/2006/main">
              <a:ext uri="{FF2B5EF4-FFF2-40B4-BE49-F238E27FC236}">
                <a16:creationId xmlns:a16="http://schemas.microsoft.com/office/drawing/2014/main" id="{5DA7122F-D1D4-4D58-90D5-29E823B4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43" name="dp44-scenario-agent / n40 / text 1">
            <a:extLst xmlns:a="http://schemas.openxmlformats.org/drawingml/2006/main">
              <a:ext uri="{FF2B5EF4-FFF2-40B4-BE49-F238E27FC236}">
                <a16:creationId xmlns:a16="http://schemas.microsoft.com/office/drawing/2014/main" id="{5C41E9F0-95F9-476C-9DF7-F4BCA094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같은 중앙 Queue로 반환</a:t>
            </a:r>
          </a:p>
        </p:txBody>
      </p:sp>
      <p:sp>
        <p:nvSpPr>
          <p:cNvPr id="44" name="dp44-scenario-agent / n41 / path">
            <a:extLst xmlns:a="http://schemas.openxmlformats.org/drawingml/2006/main">
              <a:ext uri="{FF2B5EF4-FFF2-40B4-BE49-F238E27FC236}">
                <a16:creationId xmlns:a16="http://schemas.microsoft.com/office/drawing/2014/main" id="{FCF772DB-1F46-48FE-9A56-5597B7B7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3952875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45" name="dp44-scenario-agent / n41 / arrow">
            <a:extLst xmlns:a="http://schemas.openxmlformats.org/drawingml/2006/main">
              <a:ext uri="{FF2B5EF4-FFF2-40B4-BE49-F238E27FC236}">
                <a16:creationId xmlns:a16="http://schemas.microsoft.com/office/drawing/2014/main" id="{3EECB610-E316-4156-AF2E-40B673D9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8420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46" name="dp44-scenario-agent / n42 / text 1">
            <a:extLst xmlns:a="http://schemas.openxmlformats.org/drawingml/2006/main">
              <a:ext uri="{FF2B5EF4-FFF2-40B4-BE49-F238E27FC236}">
                <a16:creationId xmlns:a16="http://schemas.microsoft.com/office/drawing/2014/main" id="{8FC0B93B-C037-42D8-8E4A-201441C7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47" name="dp44-scenario-agent / n43">
            <a:extLst xmlns:a="http://schemas.openxmlformats.org/drawingml/2006/main">
              <a:ext uri="{FF2B5EF4-FFF2-40B4-BE49-F238E27FC236}">
                <a16:creationId xmlns:a16="http://schemas.microsoft.com/office/drawing/2014/main" id="{00B6C76F-C5D3-415B-B93A-A785297E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48" name="dp44-scenario-agent / n44 / text 1">
            <a:extLst xmlns:a="http://schemas.openxmlformats.org/drawingml/2006/main">
              <a:ext uri="{FF2B5EF4-FFF2-40B4-BE49-F238E27FC236}">
                <a16:creationId xmlns:a16="http://schemas.microsoft.com/office/drawing/2014/main" id="{1CF7F6FA-7963-44AB-9612-406A4FC6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4861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Dialogue Dispatcher</a:t>
            </a:r>
          </a:p>
        </p:txBody>
      </p:sp>
      <p:sp>
        <p:nvSpPr>
          <p:cNvPr id="49" name="dp44-scenario-agent / n45 / text 1">
            <a:extLst xmlns:a="http://schemas.openxmlformats.org/drawingml/2006/main">
              <a:ext uri="{FF2B5EF4-FFF2-40B4-BE49-F238E27FC236}">
                <a16:creationId xmlns:a16="http://schemas.microsoft.com/office/drawing/2014/main" id="{FBCA826F-3CB2-450C-8F87-E04D39FD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89572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준비 결과 확인</a:t>
            </a:r>
          </a:p>
        </p:txBody>
      </p:sp>
      <p:sp>
        <p:nvSpPr>
          <p:cNvPr id="50" name="dp44-scenario-agent / n46 / text 1">
            <a:extLst xmlns:a="http://schemas.openxmlformats.org/drawingml/2006/main">
              <a:ext uri="{FF2B5EF4-FFF2-40B4-BE49-F238E27FC236}">
                <a16:creationId xmlns:a16="http://schemas.microsoft.com/office/drawing/2014/main" id="{8A09ADCA-615C-424E-811A-D7074FD6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Publication Control 요청</a:t>
            </a:r>
          </a:p>
        </p:txBody>
      </p:sp>
      <p:sp>
        <p:nvSpPr>
          <p:cNvPr id="51" name="dp44-scenario-agent / n47">
            <a:extLst xmlns:a="http://schemas.openxmlformats.org/drawingml/2006/main">
              <a:ext uri="{FF2B5EF4-FFF2-40B4-BE49-F238E27FC236}">
                <a16:creationId xmlns:a16="http://schemas.microsoft.com/office/drawing/2014/main" id="{867D0468-FC88-4A1B-9536-D04763D3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725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52" name="dp44-scenario-agent / n48 / text 1">
            <a:extLst xmlns:a="http://schemas.openxmlformats.org/drawingml/2006/main">
              <a:ext uri="{FF2B5EF4-FFF2-40B4-BE49-F238E27FC236}">
                <a16:creationId xmlns:a16="http://schemas.microsoft.com/office/drawing/2014/main" id="{6353C4D6-9E4A-4FFB-963F-D02BA394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34075"/>
            <a:ext cx="165735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B  Task Notice Stage에서 Composer와 Join으로 전달</a:t>
            </a:r>
          </a:p>
        </p:txBody>
      </p:sp>
      <p:sp>
        <p:nvSpPr>
          <p:cNvPr id="53" name="dp44-scenario-agent / n49 / text 1">
            <a:extLst xmlns:a="http://schemas.openxmlformats.org/drawingml/2006/main">
              <a:ext uri="{FF2B5EF4-FFF2-40B4-BE49-F238E27FC236}">
                <a16:creationId xmlns:a16="http://schemas.microsoft.com/office/drawing/2014/main" id="{520E1181-EE14-4C9E-BCCB-310E08F7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54" name="dp44-scenario-agent / n50">
            <a:extLst xmlns:a="http://schemas.openxmlformats.org/drawingml/2006/main">
              <a:ext uri="{FF2B5EF4-FFF2-40B4-BE49-F238E27FC236}">
                <a16:creationId xmlns:a16="http://schemas.microsoft.com/office/drawing/2014/main" id="{F0EB6A0C-5483-4AD8-81DB-C83947E2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55" name="dp44-scenario-agent / n51 / text 1">
            <a:extLst xmlns:a="http://schemas.openxmlformats.org/drawingml/2006/main">
              <a:ext uri="{FF2B5EF4-FFF2-40B4-BE49-F238E27FC236}">
                <a16:creationId xmlns:a16="http://schemas.microsoft.com/office/drawing/2014/main" id="{B3251396-C19D-41DF-96A5-7C88FF4C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627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Task Notice Stage</a:t>
            </a:r>
          </a:p>
        </p:txBody>
      </p:sp>
      <p:sp>
        <p:nvSpPr>
          <p:cNvPr id="56" name="dp44-scenario-agent / n52 / text 1">
            <a:extLst xmlns:a="http://schemas.openxmlformats.org/drawingml/2006/main">
              <a:ext uri="{FF2B5EF4-FFF2-40B4-BE49-F238E27FC236}">
                <a16:creationId xmlns:a16="http://schemas.microsoft.com/office/drawing/2014/main" id="{134F3186-5546-4FCF-BB32-E0E814B9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7707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Task Queue: Q1</a:t>
            </a:r>
          </a:p>
        </p:txBody>
      </p:sp>
      <p:sp>
        <p:nvSpPr>
          <p:cNvPr id="57" name="dp44-scenario-agent / n53">
            <a:extLst xmlns:a="http://schemas.openxmlformats.org/drawingml/2006/main">
              <a:ext uri="{FF2B5EF4-FFF2-40B4-BE49-F238E27FC236}">
                <a16:creationId xmlns:a16="http://schemas.microsoft.com/office/drawing/2014/main" id="{D5C83EFB-B03D-4D3A-9D8B-EFE65EBF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58" name="dp44-scenario-agent / n54">
            <a:extLst xmlns:a="http://schemas.openxmlformats.org/drawingml/2006/main">
              <a:ext uri="{FF2B5EF4-FFF2-40B4-BE49-F238E27FC236}">
                <a16:creationId xmlns:a16="http://schemas.microsoft.com/office/drawing/2014/main" id="{49812964-EBD5-467C-9EFB-81BE7D21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59" name="dp44-scenario-agent / n55">
            <a:extLst xmlns:a="http://schemas.openxmlformats.org/drawingml/2006/main">
              <a:ext uri="{FF2B5EF4-FFF2-40B4-BE49-F238E27FC236}">
                <a16:creationId xmlns:a16="http://schemas.microsoft.com/office/drawing/2014/main" id="{E7045AC7-70B4-4E3C-B649-FCA75D65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0" name="dp44-scenario-agent / n56">
            <a:extLst xmlns:a="http://schemas.openxmlformats.org/drawingml/2006/main">
              <a:ext uri="{FF2B5EF4-FFF2-40B4-BE49-F238E27FC236}">
                <a16:creationId xmlns:a16="http://schemas.microsoft.com/office/drawing/2014/main" id="{C27A0341-0B49-4249-965E-EECE7CE1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1" name="dp44-scenario-agent / n57 / text 1">
            <a:extLst xmlns:a="http://schemas.openxmlformats.org/drawingml/2006/main">
              <a:ext uri="{FF2B5EF4-FFF2-40B4-BE49-F238E27FC236}">
                <a16:creationId xmlns:a16="http://schemas.microsoft.com/office/drawing/2014/main" id="{514B9F14-6600-45C2-B0C2-3D2D60BB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업무 Stage가 직접 수용</a:t>
            </a:r>
          </a:p>
        </p:txBody>
      </p:sp>
      <p:sp>
        <p:nvSpPr>
          <p:cNvPr id="62" name="dp44-scenario-agent / n58 / path">
            <a:extLst xmlns:a="http://schemas.openxmlformats.org/drawingml/2006/main">
              <a:ext uri="{FF2B5EF4-FFF2-40B4-BE49-F238E27FC236}">
                <a16:creationId xmlns:a16="http://schemas.microsoft.com/office/drawing/2014/main" id="{A255A975-5006-43B8-A71D-42B633E5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72580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63" name="dp44-scenario-agent / n58 / arrow">
            <a:extLst xmlns:a="http://schemas.openxmlformats.org/drawingml/2006/main">
              <a:ext uri="{FF2B5EF4-FFF2-40B4-BE49-F238E27FC236}">
                <a16:creationId xmlns:a16="http://schemas.microsoft.com/office/drawing/2014/main" id="{F7B5FBF2-441C-4ED9-A9E5-5498C6D3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295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64" name="dp44-scenario-agent / n59 / text 1">
            <a:extLst xmlns:a="http://schemas.openxmlformats.org/drawingml/2006/main">
              <a:ext uri="{FF2B5EF4-FFF2-40B4-BE49-F238E27FC236}">
                <a16:creationId xmlns:a16="http://schemas.microsoft.com/office/drawing/2014/main" id="{47957BC2-B78D-446A-A5E4-775C4A84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65" name="dp44-scenario-agent / n60">
            <a:extLst xmlns:a="http://schemas.openxmlformats.org/drawingml/2006/main">
              <a:ext uri="{FF2B5EF4-FFF2-40B4-BE49-F238E27FC236}">
                <a16:creationId xmlns:a16="http://schemas.microsoft.com/office/drawing/2014/main" id="{D1C58DE2-1AE6-406E-B860-6431819F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66" name="dp44-scenario-agent / n61 / text 1">
            <a:extLst xmlns:a="http://schemas.openxmlformats.org/drawingml/2006/main">
              <a:ext uri="{FF2B5EF4-FFF2-40B4-BE49-F238E27FC236}">
                <a16:creationId xmlns:a16="http://schemas.microsoft.com/office/drawing/2014/main" id="{D7DBF3ED-0AA9-494E-816F-44537DE3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791325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Task Notice Stage Pump</a:t>
            </a:r>
          </a:p>
        </p:txBody>
      </p:sp>
      <p:sp>
        <p:nvSpPr>
          <p:cNvPr id="67" name="dp44-scenario-agent / n62 / text 1">
            <a:extLst xmlns:a="http://schemas.openxmlformats.org/drawingml/2006/main">
              <a:ext uri="{FF2B5EF4-FFF2-40B4-BE49-F238E27FC236}">
                <a16:creationId xmlns:a16="http://schemas.microsoft.com/office/drawing/2014/main" id="{6CD1ABB9-77C0-4444-AC23-07A4CD55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7200900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연결과 허용 범위 확인</a:t>
            </a:r>
          </a:p>
        </p:txBody>
      </p:sp>
      <p:sp>
        <p:nvSpPr>
          <p:cNvPr id="68" name="dp44-scenario-agent / n63 / text 1">
            <a:extLst xmlns:a="http://schemas.openxmlformats.org/drawingml/2006/main">
              <a:ext uri="{FF2B5EF4-FFF2-40B4-BE49-F238E27FC236}">
                <a16:creationId xmlns:a16="http://schemas.microsoft.com/office/drawing/2014/main" id="{C0E4C1F2-FD79-48A5-BEEF-791D730B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Notice Window에 보류</a:t>
            </a:r>
          </a:p>
        </p:txBody>
      </p:sp>
      <p:sp>
        <p:nvSpPr>
          <p:cNvPr id="69" name="dp44-scenario-agent / n64 / path">
            <a:extLst xmlns:a="http://schemas.openxmlformats.org/drawingml/2006/main">
              <a:ext uri="{FF2B5EF4-FFF2-40B4-BE49-F238E27FC236}">
                <a16:creationId xmlns:a16="http://schemas.microsoft.com/office/drawing/2014/main" id="{B730AD24-D00E-4024-B55D-A55F5832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72580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70" name="dp44-scenario-agent / n64 / arrow">
            <a:extLst xmlns:a="http://schemas.openxmlformats.org/drawingml/2006/main">
              <a:ext uri="{FF2B5EF4-FFF2-40B4-BE49-F238E27FC236}">
                <a16:creationId xmlns:a16="http://schemas.microsoft.com/office/drawing/2014/main" id="{F5C9EEC0-835E-4780-8049-2E4C28E2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71" name="dp44-scenario-agent / n65 / text 1">
            <a:extLst xmlns:a="http://schemas.openxmlformats.org/drawingml/2006/main">
              <a:ext uri="{FF2B5EF4-FFF2-40B4-BE49-F238E27FC236}">
                <a16:creationId xmlns:a16="http://schemas.microsoft.com/office/drawing/2014/main" id="{8A1114E9-1AEA-4AF8-AD5B-68E0AF52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72" name="dp44-scenario-agent / n66">
            <a:extLst xmlns:a="http://schemas.openxmlformats.org/drawingml/2006/main">
              <a:ext uri="{FF2B5EF4-FFF2-40B4-BE49-F238E27FC236}">
                <a16:creationId xmlns:a16="http://schemas.microsoft.com/office/drawing/2014/main" id="{6682F8A6-F1B3-44A8-B5DB-9F688F29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73" name="dp44-scenario-agent / n67 / text 1">
            <a:extLst xmlns:a="http://schemas.openxmlformats.org/drawingml/2006/main">
              <a:ext uri="{FF2B5EF4-FFF2-40B4-BE49-F238E27FC236}">
                <a16:creationId xmlns:a16="http://schemas.microsoft.com/office/drawing/2014/main" id="{499356AA-FC77-431E-85DF-F3659303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67627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Composer</a:t>
            </a:r>
          </a:p>
        </p:txBody>
      </p:sp>
      <p:sp>
        <p:nvSpPr>
          <p:cNvPr id="74" name="dp44-scenario-agent / n68 / text 1">
            <a:extLst xmlns:a="http://schemas.openxmlformats.org/drawingml/2006/main">
              <a:ext uri="{FF2B5EF4-FFF2-40B4-BE49-F238E27FC236}">
                <a16:creationId xmlns:a16="http://schemas.microsoft.com/office/drawing/2014/main" id="{7250DD5C-55BA-49BA-9EE3-8C930AD9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07707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Prepare Queue: Notice</a:t>
            </a:r>
          </a:p>
        </p:txBody>
      </p:sp>
      <p:sp>
        <p:nvSpPr>
          <p:cNvPr id="75" name="dp44-scenario-agent / n69">
            <a:extLst xmlns:a="http://schemas.openxmlformats.org/drawingml/2006/main">
              <a:ext uri="{FF2B5EF4-FFF2-40B4-BE49-F238E27FC236}">
                <a16:creationId xmlns:a16="http://schemas.microsoft.com/office/drawing/2014/main" id="{FD222DBA-3CE8-40A8-AF9D-C40AF2F9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6" name="dp44-scenario-agent / n70">
            <a:extLst xmlns:a="http://schemas.openxmlformats.org/drawingml/2006/main">
              <a:ext uri="{FF2B5EF4-FFF2-40B4-BE49-F238E27FC236}">
                <a16:creationId xmlns:a16="http://schemas.microsoft.com/office/drawing/2014/main" id="{71D05176-46C6-4C7F-9EC3-0EA5B98C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7" name="dp44-scenario-agent / n71">
            <a:extLst xmlns:a="http://schemas.openxmlformats.org/drawingml/2006/main">
              <a:ext uri="{FF2B5EF4-FFF2-40B4-BE49-F238E27FC236}">
                <a16:creationId xmlns:a16="http://schemas.microsoft.com/office/drawing/2014/main" id="{29D0C150-83AD-4FE6-9873-3BC25BC5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8" name="dp44-scenario-agent / n72">
            <a:extLst xmlns:a="http://schemas.openxmlformats.org/drawingml/2006/main">
              <a:ext uri="{FF2B5EF4-FFF2-40B4-BE49-F238E27FC236}">
                <a16:creationId xmlns:a16="http://schemas.microsoft.com/office/drawing/2014/main" id="{D40A57FE-12E9-4ADE-A686-038D546F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9" name="dp44-scenario-agent / n73 / text 1">
            <a:extLst xmlns:a="http://schemas.openxmlformats.org/drawingml/2006/main">
              <a:ext uri="{FF2B5EF4-FFF2-40B4-BE49-F238E27FC236}">
                <a16:creationId xmlns:a16="http://schemas.microsoft.com/office/drawing/2014/main" id="{1A1BF540-5ED2-4757-AAB3-A3D2B039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연결된 소비자 활성화</a:t>
            </a:r>
          </a:p>
        </p:txBody>
      </p:sp>
      <p:sp>
        <p:nvSpPr>
          <p:cNvPr id="80" name="dp44-scenario-agent / n74 / path">
            <a:extLst xmlns:a="http://schemas.openxmlformats.org/drawingml/2006/main">
              <a:ext uri="{FF2B5EF4-FFF2-40B4-BE49-F238E27FC236}">
                <a16:creationId xmlns:a16="http://schemas.microsoft.com/office/drawing/2014/main" id="{0690B743-00A0-4EB9-B063-AF677AC6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2580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dash"/>
          </a:ln>
        </p:spPr>
      </p:sp>
      <p:sp>
        <p:nvSpPr>
          <p:cNvPr id="81" name="dp44-scenario-agent / n74 / arrow">
            <a:extLst xmlns:a="http://schemas.openxmlformats.org/drawingml/2006/main">
              <a:ext uri="{FF2B5EF4-FFF2-40B4-BE49-F238E27FC236}">
                <a16:creationId xmlns:a16="http://schemas.microsoft.com/office/drawing/2014/main" id="{DBDC30C6-8405-4B7C-B353-7C535CBF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045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82" name="dp44-scenario-agent / n75 / text 1">
            <a:extLst xmlns:a="http://schemas.openxmlformats.org/drawingml/2006/main">
              <a:ext uri="{FF2B5EF4-FFF2-40B4-BE49-F238E27FC236}">
                <a16:creationId xmlns:a16="http://schemas.microsoft.com/office/drawing/2014/main" id="{14F5D9C8-DFDF-4345-9C81-DA1CC15A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83" name="dp44-scenario-agent / n76">
            <a:extLst xmlns:a="http://schemas.openxmlformats.org/drawingml/2006/main">
              <a:ext uri="{FF2B5EF4-FFF2-40B4-BE49-F238E27FC236}">
                <a16:creationId xmlns:a16="http://schemas.microsoft.com/office/drawing/2014/main" id="{A5B30639-D88F-4FE3-B23F-EECBF63B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84" name="dp44-scenario-agent / n77 / text 1">
            <a:extLst xmlns:a="http://schemas.openxmlformats.org/drawingml/2006/main">
              <a:ext uri="{FF2B5EF4-FFF2-40B4-BE49-F238E27FC236}">
                <a16:creationId xmlns:a16="http://schemas.microsoft.com/office/drawing/2014/main" id="{F70806B3-CAA1-4A95-AED7-A022EF6F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7627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Composer</a:t>
            </a:r>
          </a:p>
        </p:txBody>
      </p:sp>
      <p:sp>
        <p:nvSpPr>
          <p:cNvPr id="85" name="dp44-scenario-agent / n78 / text 1">
            <a:extLst xmlns:a="http://schemas.openxmlformats.org/drawingml/2006/main">
              <a:ext uri="{FF2B5EF4-FFF2-40B4-BE49-F238E27FC236}">
                <a16:creationId xmlns:a16="http://schemas.microsoft.com/office/drawing/2014/main" id="{5A47743A-E065-4CEC-984C-1963653B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707707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Done Queue: J2</a:t>
            </a:r>
          </a:p>
        </p:txBody>
      </p:sp>
      <p:sp>
        <p:nvSpPr>
          <p:cNvPr id="86" name="dp44-scenario-agent / n79">
            <a:extLst xmlns:a="http://schemas.openxmlformats.org/drawingml/2006/main">
              <a:ext uri="{FF2B5EF4-FFF2-40B4-BE49-F238E27FC236}">
                <a16:creationId xmlns:a16="http://schemas.microsoft.com/office/drawing/2014/main" id="{CDC89196-D903-4977-9F60-72B063B3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7" name="dp44-scenario-agent / n80">
            <a:extLst xmlns:a="http://schemas.openxmlformats.org/drawingml/2006/main">
              <a:ext uri="{FF2B5EF4-FFF2-40B4-BE49-F238E27FC236}">
                <a16:creationId xmlns:a16="http://schemas.microsoft.com/office/drawing/2014/main" id="{88C65B76-9149-4BDD-AE19-1C98B3A8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8" name="dp44-scenario-agent / n81">
            <a:extLst xmlns:a="http://schemas.openxmlformats.org/drawingml/2006/main">
              <a:ext uri="{FF2B5EF4-FFF2-40B4-BE49-F238E27FC236}">
                <a16:creationId xmlns:a16="http://schemas.microsoft.com/office/drawing/2014/main" id="{8AC4B52D-402F-4B20-8447-E9AFEEEB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9" name="dp44-scenario-agent / n82">
            <a:extLst xmlns:a="http://schemas.openxmlformats.org/drawingml/2006/main">
              <a:ext uri="{FF2B5EF4-FFF2-40B4-BE49-F238E27FC236}">
                <a16:creationId xmlns:a16="http://schemas.microsoft.com/office/drawing/2014/main" id="{976E7C03-1871-4F6E-A77D-83BEB4BE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0" name="dp44-scenario-agent / n83 / text 1">
            <a:extLst xmlns:a="http://schemas.openxmlformats.org/drawingml/2006/main">
              <a:ext uri="{FF2B5EF4-FFF2-40B4-BE49-F238E27FC236}">
                <a16:creationId xmlns:a16="http://schemas.microsoft.com/office/drawing/2014/main" id="{8E4D3954-6D23-4552-80BF-956D219B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준비 완료를 자체 수용</a:t>
            </a:r>
          </a:p>
        </p:txBody>
      </p:sp>
      <p:sp>
        <p:nvSpPr>
          <p:cNvPr id="91" name="dp44-scenario-agent / n84 / path">
            <a:extLst xmlns:a="http://schemas.openxmlformats.org/drawingml/2006/main">
              <a:ext uri="{FF2B5EF4-FFF2-40B4-BE49-F238E27FC236}">
                <a16:creationId xmlns:a16="http://schemas.microsoft.com/office/drawing/2014/main" id="{42A02748-00F7-42AC-9729-C9A48D6C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72580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92" name="dp44-scenario-agent / n84 / arrow">
            <a:extLst xmlns:a="http://schemas.openxmlformats.org/drawingml/2006/main">
              <a:ext uri="{FF2B5EF4-FFF2-40B4-BE49-F238E27FC236}">
                <a16:creationId xmlns:a16="http://schemas.microsoft.com/office/drawing/2014/main" id="{2A0D81C2-A886-4C37-8402-34A30673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8420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93" name="dp44-scenario-agent / n85 / text 1">
            <a:extLst xmlns:a="http://schemas.openxmlformats.org/drawingml/2006/main">
              <a:ext uri="{FF2B5EF4-FFF2-40B4-BE49-F238E27FC236}">
                <a16:creationId xmlns:a16="http://schemas.microsoft.com/office/drawing/2014/main" id="{5DFFEE3C-D62B-4067-BA36-203E4BD7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94" name="dp44-scenario-agent / n86">
            <a:extLst xmlns:a="http://schemas.openxmlformats.org/drawingml/2006/main">
              <a:ext uri="{FF2B5EF4-FFF2-40B4-BE49-F238E27FC236}">
                <a16:creationId xmlns:a16="http://schemas.microsoft.com/office/drawing/2014/main" id="{918D267C-5050-4DB0-9991-C81F2353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95" name="dp44-scenario-agent / n87 / text 1">
            <a:extLst xmlns:a="http://schemas.openxmlformats.org/drawingml/2006/main">
              <a:ext uri="{FF2B5EF4-FFF2-40B4-BE49-F238E27FC236}">
                <a16:creationId xmlns:a16="http://schemas.microsoft.com/office/drawing/2014/main" id="{BAE9551D-9963-4465-8732-5F37C126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91325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Publication Join</a:t>
            </a:r>
          </a:p>
        </p:txBody>
      </p:sp>
      <p:sp>
        <p:nvSpPr>
          <p:cNvPr id="96" name="dp44-scenario-agent / n88 / text 1">
            <a:extLst xmlns:a="http://schemas.openxmlformats.org/drawingml/2006/main">
              <a:ext uri="{FF2B5EF4-FFF2-40B4-BE49-F238E27FC236}">
                <a16:creationId xmlns:a16="http://schemas.microsoft.com/office/drawing/2014/main" id="{936CE854-4881-47FA-8BDF-FCF22462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7200900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Candidate와 Condition 결합</a:t>
            </a:r>
          </a:p>
        </p:txBody>
      </p:sp>
      <p:sp>
        <p:nvSpPr>
          <p:cNvPr id="97" name="dp44-scenario-agent / n89 / text 1">
            <a:extLst xmlns:a="http://schemas.openxmlformats.org/drawingml/2006/main">
              <a:ext uri="{FF2B5EF4-FFF2-40B4-BE49-F238E27FC236}">
                <a16:creationId xmlns:a16="http://schemas.microsoft.com/office/drawing/2014/main" id="{7D6F4E1E-223B-4265-B956-FE557018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유효하면 Publication Control</a:t>
            </a:r>
          </a:p>
        </p:txBody>
      </p:sp>
      <p:sp>
        <p:nvSpPr>
          <p:cNvPr id="98" name="dp44-scenario-agent / n90">
            <a:extLst xmlns:a="http://schemas.openxmlformats.org/drawingml/2006/main">
              <a:ext uri="{FF2B5EF4-FFF2-40B4-BE49-F238E27FC236}">
                <a16:creationId xmlns:a16="http://schemas.microsoft.com/office/drawing/2014/main" id="{38DA9D3F-0DA4-4CB6-9781-2DD63D3F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1725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9" name="dp44-scenario-agent / n91 / text 1">
            <a:extLst xmlns:a="http://schemas.openxmlformats.org/drawingml/2006/main">
              <a:ext uri="{FF2B5EF4-FFF2-40B4-BE49-F238E27FC236}">
                <a16:creationId xmlns:a16="http://schemas.microsoft.com/office/drawing/2014/main" id="{0E8CB6E5-45CA-4CC8-BB8D-B0645899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44025"/>
            <a:ext cx="167640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A의 TaskEvent와 준비 완료는 Dispatcher를 경유한다. B는 Notice, Composer, Join의 입력으로 이어진다.</a:t>
            </a:r>
          </a:p>
        </p:txBody>
      </p:sp>
      <p:sp>
        <p:nvSpPr>
          <p:cNvPr id="100" name="dp44-scenario-agent / n92 / text 1">
            <a:extLst xmlns:a="http://schemas.openxmlformats.org/drawingml/2006/main">
              <a:ext uri="{FF2B5EF4-FFF2-40B4-BE49-F238E27FC236}">
                <a16:creationId xmlns:a16="http://schemas.microsoft.com/office/drawing/2014/main" id="{D2D691EB-77DE-429B-BB5C-1C301BBB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25050"/>
            <a:ext cx="1725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파란선: 일반 사건과 다음 처리    파란 점선: 비동기 완료    붉은 점선: 제어와 무효화    A/B 미선정, 미구현, 미측정</a:t>
            </a:r>
          </a:p>
        </p:txBody>
      </p:sp>
    </p:spTree>
    <p:extLst>
      <p:ext uri="{BB962C8B-B14F-4D97-AF65-F5344CB8AC3E}">
        <p14:creationId xmlns:p14="http://schemas.microsoft.com/office/powerpoint/2010/main" val="2020372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dp44-scenario-onset / n1">
            <a:extLst xmlns:a="http://schemas.openxmlformats.org/drawingml/2006/main">
              <a:ext uri="{FF2B5EF4-FFF2-40B4-BE49-F238E27FC236}">
                <a16:creationId xmlns:a16="http://schemas.microsoft.com/office/drawing/2014/main" id="{9D7F284D-A96A-49F9-B123-FA245CD0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4-scenario-onset / n2 / text 1">
            <a:extLst xmlns:a="http://schemas.openxmlformats.org/drawingml/2006/main">
              <a:ext uri="{FF2B5EF4-FFF2-40B4-BE49-F238E27FC236}">
                <a16:creationId xmlns:a16="http://schemas.microsoft.com/office/drawing/2014/main" id="{33562242-7856-40BC-9D4A-620C7182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704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DP44 3/4. 새 발화 시작: 출력 중단과 미전송 hold</a:t>
            </a:r>
          </a:p>
        </p:txBody>
      </p:sp>
      <p:sp>
        <p:nvSpPr>
          <p:cNvPr id="3" name="dp44-scenario-onset / n3 / path">
            <a:extLst xmlns:a="http://schemas.openxmlformats.org/drawingml/2006/main">
              <a:ext uri="{FF2B5EF4-FFF2-40B4-BE49-F238E27FC236}">
                <a16:creationId xmlns:a16="http://schemas.microsoft.com/office/drawing/2014/main" id="{EAEB0A00-5DC7-4E63-9CC1-729067FE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7259300" cy="953"/>
          </a:xfrm>
          <a:custGeom xmlns:a="http://schemas.openxmlformats.org/drawingml/2006/main">
            <a:pathLst>
              <a:path w="17259300" h="953">
                <a:moveTo>
                  <a:pt x="0" y="0"/>
                </a:moveTo>
                <a:lnTo>
                  <a:pt x="17259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4" name="dp44-scenario-onset / n4">
            <a:extLst xmlns:a="http://schemas.openxmlformats.org/drawingml/2006/main">
              <a:ext uri="{FF2B5EF4-FFF2-40B4-BE49-F238E27FC236}">
                <a16:creationId xmlns:a16="http://schemas.microsoft.com/office/drawing/2014/main" id="{D0B91463-ED1C-4F00-9E51-C0DEF028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28725"/>
            <a:ext cx="172593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5" name="dp44-scenario-onset / n5 / text 1">
            <a:extLst xmlns:a="http://schemas.openxmlformats.org/drawingml/2006/main">
              <a:ext uri="{FF2B5EF4-FFF2-40B4-BE49-F238E27FC236}">
                <a16:creationId xmlns:a16="http://schemas.microsoft.com/office/drawing/2014/main" id="{CADE6EC1-216F-4F7F-BF4C-89BB6D61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같은 사건</a:t>
            </a:r>
          </a:p>
        </p:txBody>
      </p:sp>
      <p:sp>
        <p:nvSpPr>
          <p:cNvPr id="6" name="dp44-scenario-onset / n6 / text 1">
            <a:extLst xmlns:a="http://schemas.openxmlformats.org/drawingml/2006/main">
              <a:ext uri="{FF2B5EF4-FFF2-40B4-BE49-F238E27FC236}">
                <a16:creationId xmlns:a16="http://schemas.microsoft.com/office/drawing/2014/main" id="{A32AD62F-9EDB-4264-9E49-220CE048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333500"/>
            <a:ext cx="15240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Interaction Manager가 InputStarted(u2)를 감지하고 현재 재생을 즉시 멈춘다.</a:t>
            </a:r>
          </a:p>
        </p:txBody>
      </p:sp>
      <p:sp>
        <p:nvSpPr>
          <p:cNvPr id="7" name="dp44-scenario-onset / n7 / text 1">
            <a:extLst xmlns:a="http://schemas.openxmlformats.org/drawingml/2006/main">
              <a:ext uri="{FF2B5EF4-FFF2-40B4-BE49-F238E27FC236}">
                <a16:creationId xmlns:a16="http://schemas.microsoft.com/office/drawing/2014/main" id="{AF294FB4-C4ED-448B-9430-11769559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95450"/>
            <a:ext cx="15240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R1 응답 J1이 준비 중이다. u2의 뜻은 아직 모르므로 J1과 Task 취소를 확정하지 않는다.</a:t>
            </a:r>
          </a:p>
        </p:txBody>
      </p:sp>
      <p:sp>
        <p:nvSpPr>
          <p:cNvPr id="8" name="dp44-scenario-onset / n8">
            <a:extLst xmlns:a="http://schemas.openxmlformats.org/drawingml/2006/main">
              <a:ext uri="{FF2B5EF4-FFF2-40B4-BE49-F238E27FC236}">
                <a16:creationId xmlns:a16="http://schemas.microsoft.com/office/drawing/2014/main" id="{4DEE0F2D-1EB6-4389-9A2A-3982D5DB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05075"/>
            <a:ext cx="1725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4-scenario-onset / n9 / text 1">
            <a:extLst xmlns:a="http://schemas.openxmlformats.org/drawingml/2006/main">
              <a:ext uri="{FF2B5EF4-FFF2-40B4-BE49-F238E27FC236}">
                <a16:creationId xmlns:a16="http://schemas.microsoft.com/office/drawing/2014/main" id="{06062BDE-3E27-41C6-A170-20E4770A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165735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A  Control Lane에서 Dispatcher가 hold를 연결</a:t>
            </a:r>
          </a:p>
        </p:txBody>
      </p:sp>
      <p:sp>
        <p:nvSpPr>
          <p:cNvPr id="10" name="dp44-scenario-onset / n10 / text 1">
            <a:extLst xmlns:a="http://schemas.openxmlformats.org/drawingml/2006/main">
              <a:ext uri="{FF2B5EF4-FFF2-40B4-BE49-F238E27FC236}">
                <a16:creationId xmlns:a16="http://schemas.microsoft.com/office/drawing/2014/main" id="{688CEFAB-C96D-4392-A81D-8A6FBA1D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11" name="dp44-scenario-onset / n11">
            <a:extLst xmlns:a="http://schemas.openxmlformats.org/drawingml/2006/main">
              <a:ext uri="{FF2B5EF4-FFF2-40B4-BE49-F238E27FC236}">
                <a16:creationId xmlns:a16="http://schemas.microsoft.com/office/drawing/2014/main" id="{EDE7EEA7-9E8F-4CFC-9A91-8EA6A2A4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2" name="dp44-scenario-onset / n12 / text 1">
            <a:extLst xmlns:a="http://schemas.openxmlformats.org/drawingml/2006/main">
              <a:ext uri="{FF2B5EF4-FFF2-40B4-BE49-F238E27FC236}">
                <a16:creationId xmlns:a16="http://schemas.microsoft.com/office/drawing/2014/main" id="{64A44E0D-0C1D-408F-B9DA-31AA5931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57575"/>
            <a:ext cx="3057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Control Lane</a:t>
            </a:r>
          </a:p>
        </p:txBody>
      </p:sp>
      <p:sp>
        <p:nvSpPr>
          <p:cNvPr id="13" name="dp44-scenario-onset / n13 / text 1">
            <a:extLst xmlns:a="http://schemas.openxmlformats.org/drawingml/2006/main">
              <a:ext uri="{FF2B5EF4-FFF2-40B4-BE49-F238E27FC236}">
                <a16:creationId xmlns:a16="http://schemas.microsoft.com/office/drawing/2014/main" id="{846284C7-1D8A-4F6F-87BA-13A1E8CF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30575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InputStarted(u2)</a:t>
            </a:r>
          </a:p>
        </p:txBody>
      </p:sp>
      <p:sp>
        <p:nvSpPr>
          <p:cNvPr id="14" name="dp44-scenario-onset / n14">
            <a:extLst xmlns:a="http://schemas.openxmlformats.org/drawingml/2006/main">
              <a:ext uri="{FF2B5EF4-FFF2-40B4-BE49-F238E27FC236}">
                <a16:creationId xmlns:a16="http://schemas.microsoft.com/office/drawing/2014/main" id="{91F037D0-D10B-48D5-9A4F-8E840163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" name="dp44-scenario-onset / n15">
            <a:extLst xmlns:a="http://schemas.openxmlformats.org/drawingml/2006/main">
              <a:ext uri="{FF2B5EF4-FFF2-40B4-BE49-F238E27FC236}">
                <a16:creationId xmlns:a16="http://schemas.microsoft.com/office/drawing/2014/main" id="{A89F2F0E-6BBF-4B79-A20F-0F6F94C4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6" name="dp44-scenario-onset / n16">
            <a:extLst xmlns:a="http://schemas.openxmlformats.org/drawingml/2006/main">
              <a:ext uri="{FF2B5EF4-FFF2-40B4-BE49-F238E27FC236}">
                <a16:creationId xmlns:a16="http://schemas.microsoft.com/office/drawing/2014/main" id="{8737F67D-8D03-422F-910B-556BB794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7" name="dp44-scenario-onset / n17">
            <a:extLst xmlns:a="http://schemas.openxmlformats.org/drawingml/2006/main">
              <a:ext uri="{FF2B5EF4-FFF2-40B4-BE49-F238E27FC236}">
                <a16:creationId xmlns:a16="http://schemas.microsoft.com/office/drawing/2014/main" id="{44898F68-C766-4E4B-8877-27598C61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" name="dp44-scenario-onset / n18 / text 1">
            <a:extLst xmlns:a="http://schemas.openxmlformats.org/drawingml/2006/main">
              <a:ext uri="{FF2B5EF4-FFF2-40B4-BE49-F238E27FC236}">
                <a16:creationId xmlns:a16="http://schemas.microsoft.com/office/drawing/2014/main" id="{C983B323-4223-4770-B295-269A11E8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일반 사건 backlog와 분리</a:t>
            </a:r>
          </a:p>
        </p:txBody>
      </p:sp>
      <p:sp>
        <p:nvSpPr>
          <p:cNvPr id="19" name="dp44-scenario-onset / n19 / path">
            <a:extLst xmlns:a="http://schemas.openxmlformats.org/drawingml/2006/main">
              <a:ext uri="{FF2B5EF4-FFF2-40B4-BE49-F238E27FC236}">
                <a16:creationId xmlns:a16="http://schemas.microsoft.com/office/drawing/2014/main" id="{618DC3F9-2D8D-4FDE-9822-B02D68BF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952875"/>
            <a:ext cx="1009650" cy="953"/>
          </a:xfrm>
          <a:custGeom xmlns:a="http://schemas.openxmlformats.org/drawingml/2006/main">
            <a:pathLst>
              <a:path w="1009650" h="953">
                <a:moveTo>
                  <a:pt x="0" y="0"/>
                </a:moveTo>
                <a:lnTo>
                  <a:pt x="1009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63732"/>
            </a:solidFill>
            <a:prstDash val="dash"/>
          </a:ln>
        </p:spPr>
      </p:sp>
      <p:sp>
        <p:nvSpPr>
          <p:cNvPr id="20" name="dp44-scenario-onset / n19 / arrow">
            <a:extLst xmlns:a="http://schemas.openxmlformats.org/drawingml/2006/main">
              <a:ext uri="{FF2B5EF4-FFF2-40B4-BE49-F238E27FC236}">
                <a16:creationId xmlns:a16="http://schemas.microsoft.com/office/drawing/2014/main" id="{5F1AD3E9-0DF6-404D-A3BC-BF6E782E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B63732"/>
            </a:solidFill>
            <a:prstDash val="solid"/>
          </a:ln>
        </p:spPr>
      </p:sp>
      <p:sp>
        <p:nvSpPr>
          <p:cNvPr id="21" name="dp44-scenario-onset / n20 / text 1">
            <a:extLst xmlns:a="http://schemas.openxmlformats.org/drawingml/2006/main">
              <a:ext uri="{FF2B5EF4-FFF2-40B4-BE49-F238E27FC236}">
                <a16:creationId xmlns:a16="http://schemas.microsoft.com/office/drawing/2014/main" id="{2436B454-BA59-4997-A90A-7E93EB94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67050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22" name="dp44-scenario-onset / n21">
            <a:extLst xmlns:a="http://schemas.openxmlformats.org/drawingml/2006/main">
              <a:ext uri="{FF2B5EF4-FFF2-40B4-BE49-F238E27FC236}">
                <a16:creationId xmlns:a16="http://schemas.microsoft.com/office/drawing/2014/main" id="{726D1156-F335-44EE-86C9-80BF2CAC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23" name="dp44-scenario-onset / n22 / text 1">
            <a:extLst xmlns:a="http://schemas.openxmlformats.org/drawingml/2006/main">
              <a:ext uri="{FF2B5EF4-FFF2-40B4-BE49-F238E27FC236}">
                <a16:creationId xmlns:a16="http://schemas.microsoft.com/office/drawing/2014/main" id="{1B64DDCC-AA81-4518-8A00-8B0CECE6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486150"/>
            <a:ext cx="3057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Dialogue Dispatcher</a:t>
            </a:r>
          </a:p>
        </p:txBody>
      </p:sp>
      <p:sp>
        <p:nvSpPr>
          <p:cNvPr id="24" name="dp44-scenario-onset / n23 / text 1">
            <a:extLst xmlns:a="http://schemas.openxmlformats.org/drawingml/2006/main">
              <a:ext uri="{FF2B5EF4-FFF2-40B4-BE49-F238E27FC236}">
                <a16:creationId xmlns:a16="http://schemas.microsoft.com/office/drawing/2014/main" id="{8F79F007-5D6B-4446-82B7-7C6B7930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895725"/>
            <a:ext cx="30575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우선 Handle(onset)</a:t>
            </a:r>
          </a:p>
        </p:txBody>
      </p:sp>
      <p:sp>
        <p:nvSpPr>
          <p:cNvPr id="25" name="dp44-scenario-onset / n24 / text 1">
            <a:extLst xmlns:a="http://schemas.openxmlformats.org/drawingml/2006/main">
              <a:ext uri="{FF2B5EF4-FFF2-40B4-BE49-F238E27FC236}">
                <a16:creationId xmlns:a16="http://schemas.microsoft.com/office/drawing/2014/main" id="{2CFEF378-C38A-4278-A2C9-158C794B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76775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미전송 효과 hold 요청</a:t>
            </a:r>
          </a:p>
        </p:txBody>
      </p:sp>
      <p:sp>
        <p:nvSpPr>
          <p:cNvPr id="26" name="dp44-scenario-onset / n25 / path">
            <a:extLst xmlns:a="http://schemas.openxmlformats.org/drawingml/2006/main">
              <a:ext uri="{FF2B5EF4-FFF2-40B4-BE49-F238E27FC236}">
                <a16:creationId xmlns:a16="http://schemas.microsoft.com/office/drawing/2014/main" id="{96A713F9-B6D6-405C-A1B7-CA68FEF1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52875"/>
            <a:ext cx="1009650" cy="953"/>
          </a:xfrm>
          <a:custGeom xmlns:a="http://schemas.openxmlformats.org/drawingml/2006/main">
            <a:pathLst>
              <a:path w="1009650" h="953">
                <a:moveTo>
                  <a:pt x="0" y="0"/>
                </a:moveTo>
                <a:lnTo>
                  <a:pt x="1009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63732"/>
            </a:solidFill>
            <a:prstDash val="dash"/>
          </a:ln>
        </p:spPr>
      </p:sp>
      <p:sp>
        <p:nvSpPr>
          <p:cNvPr id="27" name="dp44-scenario-onset / n25 / arrow">
            <a:extLst xmlns:a="http://schemas.openxmlformats.org/drawingml/2006/main">
              <a:ext uri="{FF2B5EF4-FFF2-40B4-BE49-F238E27FC236}">
                <a16:creationId xmlns:a16="http://schemas.microsoft.com/office/drawing/2014/main" id="{D9366BC7-B821-4BA9-8213-B5F3BEA3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B63732"/>
            </a:solidFill>
            <a:prstDash val="solid"/>
          </a:ln>
        </p:spPr>
      </p:sp>
      <p:sp>
        <p:nvSpPr>
          <p:cNvPr id="28" name="dp44-scenario-onset / n26 / text 1">
            <a:extLst xmlns:a="http://schemas.openxmlformats.org/drawingml/2006/main">
              <a:ext uri="{FF2B5EF4-FFF2-40B4-BE49-F238E27FC236}">
                <a16:creationId xmlns:a16="http://schemas.microsoft.com/office/drawing/2014/main" id="{9A32B7B5-E204-47E4-8F77-9A9A9E76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29" name="dp44-scenario-onset / n27">
            <a:extLst xmlns:a="http://schemas.openxmlformats.org/drawingml/2006/main">
              <a:ext uri="{FF2B5EF4-FFF2-40B4-BE49-F238E27FC236}">
                <a16:creationId xmlns:a16="http://schemas.microsoft.com/office/drawing/2014/main" id="{BA7A2446-5CC8-400F-9E10-97425274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30" name="dp44-scenario-onset / n28 / text 1">
            <a:extLst xmlns:a="http://schemas.openxmlformats.org/drawingml/2006/main">
              <a:ext uri="{FF2B5EF4-FFF2-40B4-BE49-F238E27FC236}">
                <a16:creationId xmlns:a16="http://schemas.microsoft.com/office/drawing/2014/main" id="{6624366B-8092-4455-AE73-1E2346E2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86150"/>
            <a:ext cx="3057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Admission hold</a:t>
            </a:r>
          </a:p>
        </p:txBody>
      </p:sp>
      <p:sp>
        <p:nvSpPr>
          <p:cNvPr id="31" name="dp44-scenario-onset / n29 / text 1">
            <a:extLst xmlns:a="http://schemas.openxmlformats.org/drawingml/2006/main">
              <a:ext uri="{FF2B5EF4-FFF2-40B4-BE49-F238E27FC236}">
                <a16:creationId xmlns:a16="http://schemas.microsoft.com/office/drawing/2014/main" id="{87E77FC1-BD31-4908-BAD9-F177A6E6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95725"/>
            <a:ext cx="30575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미전송 효과 차단</a:t>
            </a:r>
          </a:p>
        </p:txBody>
      </p:sp>
      <p:sp>
        <p:nvSpPr>
          <p:cNvPr id="32" name="dp44-scenario-onset / n30 / text 1">
            <a:extLst xmlns:a="http://schemas.openxmlformats.org/drawingml/2006/main">
              <a:ext uri="{FF2B5EF4-FFF2-40B4-BE49-F238E27FC236}">
                <a16:creationId xmlns:a16="http://schemas.microsoft.com/office/drawing/2014/main" id="{82FF313B-03D5-46DC-AC12-C8A2C0F9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76775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진행 중 J1은 추적 유지</a:t>
            </a:r>
          </a:p>
        </p:txBody>
      </p:sp>
      <p:sp>
        <p:nvSpPr>
          <p:cNvPr id="33" name="dp44-scenario-onset / n31 / path">
            <a:extLst xmlns:a="http://schemas.openxmlformats.org/drawingml/2006/main">
              <a:ext uri="{FF2B5EF4-FFF2-40B4-BE49-F238E27FC236}">
                <a16:creationId xmlns:a16="http://schemas.microsoft.com/office/drawing/2014/main" id="{E10A122F-4C82-4209-9429-91965979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3952875"/>
            <a:ext cx="1009650" cy="953"/>
          </a:xfrm>
          <a:custGeom xmlns:a="http://schemas.openxmlformats.org/drawingml/2006/main">
            <a:pathLst>
              <a:path w="1009650" h="953">
                <a:moveTo>
                  <a:pt x="0" y="0"/>
                </a:moveTo>
                <a:lnTo>
                  <a:pt x="1009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63732"/>
            </a:solidFill>
            <a:prstDash val="dash"/>
          </a:ln>
        </p:spPr>
      </p:sp>
      <p:sp>
        <p:nvSpPr>
          <p:cNvPr id="34" name="dp44-scenario-onset / n31 / arrow">
            <a:extLst xmlns:a="http://schemas.openxmlformats.org/drawingml/2006/main">
              <a:ext uri="{FF2B5EF4-FFF2-40B4-BE49-F238E27FC236}">
                <a16:creationId xmlns:a16="http://schemas.microsoft.com/office/drawing/2014/main" id="{8B542AAC-949C-4F93-AEF2-E11B4611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545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B63732"/>
            </a:solidFill>
            <a:prstDash val="solid"/>
          </a:ln>
        </p:spPr>
      </p:sp>
      <p:sp>
        <p:nvSpPr>
          <p:cNvPr id="35" name="dp44-scenario-onset / n32 / text 1">
            <a:extLst xmlns:a="http://schemas.openxmlformats.org/drawingml/2006/main">
              <a:ext uri="{FF2B5EF4-FFF2-40B4-BE49-F238E27FC236}">
                <a16:creationId xmlns:a16="http://schemas.microsoft.com/office/drawing/2014/main" id="{DF97646C-7A56-461A-A6BE-DA3449B0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067050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36" name="dp44-scenario-onset / n33">
            <a:extLst xmlns:a="http://schemas.openxmlformats.org/drawingml/2006/main">
              <a:ext uri="{FF2B5EF4-FFF2-40B4-BE49-F238E27FC236}">
                <a16:creationId xmlns:a16="http://schemas.microsoft.com/office/drawing/2014/main" id="{C5905A2A-4879-47EE-B978-784C90D5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333750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37" name="dp44-scenario-onset / n34 / text 1">
            <a:extLst xmlns:a="http://schemas.openxmlformats.org/drawingml/2006/main">
              <a:ext uri="{FF2B5EF4-FFF2-40B4-BE49-F238E27FC236}">
                <a16:creationId xmlns:a16="http://schemas.microsoft.com/office/drawing/2014/main" id="{2A40A670-8F82-409E-83E6-6BC739FF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3486150"/>
            <a:ext cx="3057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Publication Control</a:t>
            </a:r>
          </a:p>
        </p:txBody>
      </p:sp>
      <p:sp>
        <p:nvSpPr>
          <p:cNvPr id="38" name="dp44-scenario-onset / n35 / text 1">
            <a:extLst xmlns:a="http://schemas.openxmlformats.org/drawingml/2006/main">
              <a:ext uri="{FF2B5EF4-FFF2-40B4-BE49-F238E27FC236}">
                <a16:creationId xmlns:a16="http://schemas.microsoft.com/office/drawing/2014/main" id="{61638FD6-8232-48ED-8305-C9FEDFE8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3895725"/>
            <a:ext cx="30575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관련 release 보류</a:t>
            </a:r>
          </a:p>
        </p:txBody>
      </p:sp>
      <p:sp>
        <p:nvSpPr>
          <p:cNvPr id="39" name="dp44-scenario-onset / n36 / text 1">
            <a:extLst xmlns:a="http://schemas.openxmlformats.org/drawingml/2006/main">
              <a:ext uri="{FF2B5EF4-FFF2-40B4-BE49-F238E27FC236}">
                <a16:creationId xmlns:a16="http://schemas.microsoft.com/office/drawing/2014/main" id="{95DD0397-76BD-416F-BDD6-17ABC3DC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4676775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게시 직전 다시 확인</a:t>
            </a:r>
          </a:p>
        </p:txBody>
      </p:sp>
      <p:sp>
        <p:nvSpPr>
          <p:cNvPr id="40" name="dp44-scenario-onset / n37">
            <a:extLst xmlns:a="http://schemas.openxmlformats.org/drawingml/2006/main">
              <a:ext uri="{FF2B5EF4-FFF2-40B4-BE49-F238E27FC236}">
                <a16:creationId xmlns:a16="http://schemas.microsoft.com/office/drawing/2014/main" id="{E218C7B1-B082-4C5A-B344-F0AE95CC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725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41" name="dp44-scenario-onset / n38 / text 1">
            <a:extLst xmlns:a="http://schemas.openxmlformats.org/drawingml/2006/main">
              <a:ext uri="{FF2B5EF4-FFF2-40B4-BE49-F238E27FC236}">
                <a16:creationId xmlns:a16="http://schemas.microsoft.com/office/drawing/2014/main" id="{40C32483-4CB8-433A-A0E8-93ACB338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34075"/>
            <a:ext cx="165735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B  관련 Stage의 Control Queue에 hold를 전달</a:t>
            </a:r>
          </a:p>
        </p:txBody>
      </p:sp>
      <p:sp>
        <p:nvSpPr>
          <p:cNvPr id="42" name="dp44-scenario-onset / n39 / text 1">
            <a:extLst xmlns:a="http://schemas.openxmlformats.org/drawingml/2006/main">
              <a:ext uri="{FF2B5EF4-FFF2-40B4-BE49-F238E27FC236}">
                <a16:creationId xmlns:a16="http://schemas.microsoft.com/office/drawing/2014/main" id="{46309CAE-5F84-4B0A-AF4C-069C9C6A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72225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43" name="dp44-scenario-onset / n40">
            <a:extLst xmlns:a="http://schemas.openxmlformats.org/drawingml/2006/main">
              <a:ext uri="{FF2B5EF4-FFF2-40B4-BE49-F238E27FC236}">
                <a16:creationId xmlns:a16="http://schemas.microsoft.com/office/drawing/2014/main" id="{5746133C-B5ED-42ED-9E57-4F7832B6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38925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44" name="dp44-scenario-onset / n41 / text 1">
            <a:extLst xmlns:a="http://schemas.openxmlformats.org/drawingml/2006/main">
              <a:ext uri="{FF2B5EF4-FFF2-40B4-BE49-F238E27FC236}">
                <a16:creationId xmlns:a16="http://schemas.microsoft.com/office/drawing/2014/main" id="{1CE22D54-EE62-463A-B2D4-BA48B392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0"/>
            <a:ext cx="3057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Input Resolution Stage</a:t>
            </a:r>
          </a:p>
        </p:txBody>
      </p:sp>
      <p:sp>
        <p:nvSpPr>
          <p:cNvPr id="45" name="dp44-scenario-onset / n42 / text 1">
            <a:extLst xmlns:a="http://schemas.openxmlformats.org/drawingml/2006/main">
              <a:ext uri="{FF2B5EF4-FFF2-40B4-BE49-F238E27FC236}">
                <a16:creationId xmlns:a16="http://schemas.microsoft.com/office/drawing/2014/main" id="{98862B93-D577-4399-9133-E7CBE896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77075"/>
            <a:ext cx="30575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Control Queue: u2</a:t>
            </a:r>
          </a:p>
        </p:txBody>
      </p:sp>
      <p:sp>
        <p:nvSpPr>
          <p:cNvPr id="46" name="dp44-scenario-onset / n43">
            <a:extLst xmlns:a="http://schemas.openxmlformats.org/drawingml/2006/main">
              <a:ext uri="{FF2B5EF4-FFF2-40B4-BE49-F238E27FC236}">
                <a16:creationId xmlns:a16="http://schemas.microsoft.com/office/drawing/2014/main" id="{6293D5BC-F901-4FE6-B7CC-363AF0AC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47" name="dp44-scenario-onset / n44">
            <a:extLst xmlns:a="http://schemas.openxmlformats.org/drawingml/2006/main">
              <a:ext uri="{FF2B5EF4-FFF2-40B4-BE49-F238E27FC236}">
                <a16:creationId xmlns:a16="http://schemas.microsoft.com/office/drawing/2014/main" id="{E0A1E16D-B114-4115-BADE-E17DF6A7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48" name="dp44-scenario-onset / n45">
            <a:extLst xmlns:a="http://schemas.openxmlformats.org/drawingml/2006/main">
              <a:ext uri="{FF2B5EF4-FFF2-40B4-BE49-F238E27FC236}">
                <a16:creationId xmlns:a16="http://schemas.microsoft.com/office/drawing/2014/main" id="{32D6DB3C-4E68-4B2A-BDBB-2D99CE51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49" name="dp44-scenario-onset / n46">
            <a:extLst xmlns:a="http://schemas.openxmlformats.org/drawingml/2006/main">
              <a:ext uri="{FF2B5EF4-FFF2-40B4-BE49-F238E27FC236}">
                <a16:creationId xmlns:a16="http://schemas.microsoft.com/office/drawing/2014/main" id="{94A7E482-8F9B-4B04-AADF-8A0A6CFF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50" name="dp44-scenario-onset / n47 / text 1">
            <a:extLst xmlns:a="http://schemas.openxmlformats.org/drawingml/2006/main">
              <a:ext uri="{FF2B5EF4-FFF2-40B4-BE49-F238E27FC236}">
                <a16:creationId xmlns:a16="http://schemas.microsoft.com/office/drawing/2014/main" id="{A172F04F-B1FA-4210-AB87-1C0A0D80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81950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입력 제어를 우선 수용</a:t>
            </a:r>
          </a:p>
        </p:txBody>
      </p:sp>
      <p:sp>
        <p:nvSpPr>
          <p:cNvPr id="51" name="dp44-scenario-onset / n48 / path">
            <a:extLst xmlns:a="http://schemas.openxmlformats.org/drawingml/2006/main">
              <a:ext uri="{FF2B5EF4-FFF2-40B4-BE49-F238E27FC236}">
                <a16:creationId xmlns:a16="http://schemas.microsoft.com/office/drawing/2014/main" id="{955A170A-A3D0-4262-AC3A-48AFB14A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7258050"/>
            <a:ext cx="1009650" cy="953"/>
          </a:xfrm>
          <a:custGeom xmlns:a="http://schemas.openxmlformats.org/drawingml/2006/main">
            <a:pathLst>
              <a:path w="1009650" h="953">
                <a:moveTo>
                  <a:pt x="0" y="0"/>
                </a:moveTo>
                <a:lnTo>
                  <a:pt x="1009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63732"/>
            </a:solidFill>
            <a:prstDash val="dash"/>
          </a:ln>
        </p:spPr>
      </p:sp>
      <p:sp>
        <p:nvSpPr>
          <p:cNvPr id="52" name="dp44-scenario-onset / n48 / arrow">
            <a:extLst xmlns:a="http://schemas.openxmlformats.org/drawingml/2006/main">
              <a:ext uri="{FF2B5EF4-FFF2-40B4-BE49-F238E27FC236}">
                <a16:creationId xmlns:a16="http://schemas.microsoft.com/office/drawing/2014/main" id="{CBC035C2-D2A2-4647-8ACF-E7A0DBBE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B63732"/>
            </a:solidFill>
            <a:prstDash val="solid"/>
          </a:ln>
        </p:spPr>
      </p:sp>
      <p:sp>
        <p:nvSpPr>
          <p:cNvPr id="53" name="dp44-scenario-onset / n49 / text 1">
            <a:extLst xmlns:a="http://schemas.openxmlformats.org/drawingml/2006/main">
              <a:ext uri="{FF2B5EF4-FFF2-40B4-BE49-F238E27FC236}">
                <a16:creationId xmlns:a16="http://schemas.microsoft.com/office/drawing/2014/main" id="{8F08C2A4-9EA4-4C3E-B89F-3F9F0C51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372225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54" name="dp44-scenario-onset / n50">
            <a:extLst xmlns:a="http://schemas.openxmlformats.org/drawingml/2006/main">
              <a:ext uri="{FF2B5EF4-FFF2-40B4-BE49-F238E27FC236}">
                <a16:creationId xmlns:a16="http://schemas.microsoft.com/office/drawing/2014/main" id="{9C3003A7-6483-4820-8EF3-EF7C32EA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638925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55" name="dp44-scenario-onset / n51 / text 1">
            <a:extLst xmlns:a="http://schemas.openxmlformats.org/drawingml/2006/main">
              <a:ext uri="{FF2B5EF4-FFF2-40B4-BE49-F238E27FC236}">
                <a16:creationId xmlns:a16="http://schemas.microsoft.com/office/drawing/2014/main" id="{390E0C91-B44E-41D1-B196-9592B663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791325"/>
            <a:ext cx="3057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Input Resolution Stage Pump</a:t>
            </a:r>
          </a:p>
        </p:txBody>
      </p:sp>
      <p:sp>
        <p:nvSpPr>
          <p:cNvPr id="56" name="dp44-scenario-onset / n52 / text 1">
            <a:extLst xmlns:a="http://schemas.openxmlformats.org/drawingml/2006/main">
              <a:ext uri="{FF2B5EF4-FFF2-40B4-BE49-F238E27FC236}">
                <a16:creationId xmlns:a16="http://schemas.microsoft.com/office/drawing/2014/main" id="{D552643C-19EB-4369-A46B-B1105BD4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7200900"/>
            <a:ext cx="30575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미전송 효과 hold</a:t>
            </a:r>
          </a:p>
        </p:txBody>
      </p:sp>
      <p:sp>
        <p:nvSpPr>
          <p:cNvPr id="57" name="dp44-scenario-onset / n53 / text 1">
            <a:extLst xmlns:a="http://schemas.openxmlformats.org/drawingml/2006/main">
              <a:ext uri="{FF2B5EF4-FFF2-40B4-BE49-F238E27FC236}">
                <a16:creationId xmlns:a16="http://schemas.microsoft.com/office/drawing/2014/main" id="{414C1D51-47A9-4960-A5BD-63B342FA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981950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관련 소비자에 제어 전달</a:t>
            </a:r>
          </a:p>
        </p:txBody>
      </p:sp>
      <p:sp>
        <p:nvSpPr>
          <p:cNvPr id="58" name="dp44-scenario-onset / n54 / path">
            <a:extLst xmlns:a="http://schemas.openxmlformats.org/drawingml/2006/main">
              <a:ext uri="{FF2B5EF4-FFF2-40B4-BE49-F238E27FC236}">
                <a16:creationId xmlns:a16="http://schemas.microsoft.com/office/drawing/2014/main" id="{F50A8FDB-88EB-43F5-BE92-5061FDE3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258050"/>
            <a:ext cx="1009650" cy="953"/>
          </a:xfrm>
          <a:custGeom xmlns:a="http://schemas.openxmlformats.org/drawingml/2006/main">
            <a:pathLst>
              <a:path w="1009650" h="953">
                <a:moveTo>
                  <a:pt x="0" y="0"/>
                </a:moveTo>
                <a:lnTo>
                  <a:pt x="1009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63732"/>
            </a:solidFill>
            <a:prstDash val="dash"/>
          </a:ln>
        </p:spPr>
      </p:sp>
      <p:sp>
        <p:nvSpPr>
          <p:cNvPr id="59" name="dp44-scenario-onset / n54 / arrow">
            <a:extLst xmlns:a="http://schemas.openxmlformats.org/drawingml/2006/main">
              <a:ext uri="{FF2B5EF4-FFF2-40B4-BE49-F238E27FC236}">
                <a16:creationId xmlns:a16="http://schemas.microsoft.com/office/drawing/2014/main" id="{51DD00C7-4B3B-42B5-8B4B-477176E6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B63732"/>
            </a:solidFill>
            <a:prstDash val="solid"/>
          </a:ln>
        </p:spPr>
      </p:sp>
      <p:sp>
        <p:nvSpPr>
          <p:cNvPr id="60" name="dp44-scenario-onset / n55 / text 1">
            <a:extLst xmlns:a="http://schemas.openxmlformats.org/drawingml/2006/main">
              <a:ext uri="{FF2B5EF4-FFF2-40B4-BE49-F238E27FC236}">
                <a16:creationId xmlns:a16="http://schemas.microsoft.com/office/drawing/2014/main" id="{7CDE2C3A-8722-4507-BFE2-4285EDB1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72225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61" name="dp44-scenario-onset / n56">
            <a:extLst xmlns:a="http://schemas.openxmlformats.org/drawingml/2006/main">
              <a:ext uri="{FF2B5EF4-FFF2-40B4-BE49-F238E27FC236}">
                <a16:creationId xmlns:a16="http://schemas.microsoft.com/office/drawing/2014/main" id="{9A8E6E98-EBCE-4AEA-8FE7-A9EAC0CA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38925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62" name="dp44-scenario-onset / n57 / text 1">
            <a:extLst xmlns:a="http://schemas.openxmlformats.org/drawingml/2006/main">
              <a:ext uri="{FF2B5EF4-FFF2-40B4-BE49-F238E27FC236}">
                <a16:creationId xmlns:a16="http://schemas.microsoft.com/office/drawing/2014/main" id="{2DE8C66B-566A-47DB-B7E4-5882C725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762750"/>
            <a:ext cx="3057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Composer</a:t>
            </a:r>
          </a:p>
        </p:txBody>
      </p:sp>
      <p:sp>
        <p:nvSpPr>
          <p:cNvPr id="63" name="dp44-scenario-onset / n58 / text 1">
            <a:extLst xmlns:a="http://schemas.openxmlformats.org/drawingml/2006/main">
              <a:ext uri="{FF2B5EF4-FFF2-40B4-BE49-F238E27FC236}">
                <a16:creationId xmlns:a16="http://schemas.microsoft.com/office/drawing/2014/main" id="{A2417077-1660-4C7A-BEB5-E0EBCA76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77075"/>
            <a:ext cx="30575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Control Queue: hold</a:t>
            </a:r>
          </a:p>
        </p:txBody>
      </p:sp>
      <p:sp>
        <p:nvSpPr>
          <p:cNvPr id="64" name="dp44-scenario-onset / n59">
            <a:extLst xmlns:a="http://schemas.openxmlformats.org/drawingml/2006/main">
              <a:ext uri="{FF2B5EF4-FFF2-40B4-BE49-F238E27FC236}">
                <a16:creationId xmlns:a16="http://schemas.microsoft.com/office/drawing/2014/main" id="{567495FB-B101-4C22-A5D1-26F0D711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5" name="dp44-scenario-onset / n60">
            <a:extLst xmlns:a="http://schemas.openxmlformats.org/drawingml/2006/main">
              <a:ext uri="{FF2B5EF4-FFF2-40B4-BE49-F238E27FC236}">
                <a16:creationId xmlns:a16="http://schemas.microsoft.com/office/drawing/2014/main" id="{A2976D45-61DD-4A56-B5D9-7465F3BB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6" name="dp44-scenario-onset / n61">
            <a:extLst xmlns:a="http://schemas.openxmlformats.org/drawingml/2006/main">
              <a:ext uri="{FF2B5EF4-FFF2-40B4-BE49-F238E27FC236}">
                <a16:creationId xmlns:a16="http://schemas.microsoft.com/office/drawing/2014/main" id="{1F61149E-9E7E-427A-842C-E09C2AD6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7" name="dp44-scenario-onset / n62">
            <a:extLst xmlns:a="http://schemas.openxmlformats.org/drawingml/2006/main">
              <a:ext uri="{FF2B5EF4-FFF2-40B4-BE49-F238E27FC236}">
                <a16:creationId xmlns:a16="http://schemas.microsoft.com/office/drawing/2014/main" id="{F70F2C98-C7EF-49FA-84F5-65A34DBD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8" name="dp44-scenario-onset / n63 / text 1">
            <a:extLst xmlns:a="http://schemas.openxmlformats.org/drawingml/2006/main">
              <a:ext uri="{FF2B5EF4-FFF2-40B4-BE49-F238E27FC236}">
                <a16:creationId xmlns:a16="http://schemas.microsoft.com/office/drawing/2014/main" id="{99B17D6C-2BAB-4275-861F-A9065AE3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981950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J1의 후보 배출 보류</a:t>
            </a:r>
          </a:p>
        </p:txBody>
      </p:sp>
      <p:sp>
        <p:nvSpPr>
          <p:cNvPr id="69" name="dp44-scenario-onset / n64 / path">
            <a:extLst xmlns:a="http://schemas.openxmlformats.org/drawingml/2006/main">
              <a:ext uri="{FF2B5EF4-FFF2-40B4-BE49-F238E27FC236}">
                <a16:creationId xmlns:a16="http://schemas.microsoft.com/office/drawing/2014/main" id="{13273D13-0719-43B4-A53F-7571500B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7258050"/>
            <a:ext cx="1009650" cy="953"/>
          </a:xfrm>
          <a:custGeom xmlns:a="http://schemas.openxmlformats.org/drawingml/2006/main">
            <a:pathLst>
              <a:path w="1009650" h="953">
                <a:moveTo>
                  <a:pt x="0" y="0"/>
                </a:moveTo>
                <a:lnTo>
                  <a:pt x="1009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63732"/>
            </a:solidFill>
            <a:prstDash val="dash"/>
          </a:ln>
        </p:spPr>
      </p:sp>
      <p:sp>
        <p:nvSpPr>
          <p:cNvPr id="70" name="dp44-scenario-onset / n64 / arrow">
            <a:extLst xmlns:a="http://schemas.openxmlformats.org/drawingml/2006/main">
              <a:ext uri="{FF2B5EF4-FFF2-40B4-BE49-F238E27FC236}">
                <a16:creationId xmlns:a16="http://schemas.microsoft.com/office/drawing/2014/main" id="{A79C26DF-3FE2-40C7-A492-7AE65EBD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545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B63732"/>
            </a:solidFill>
            <a:prstDash val="solid"/>
          </a:ln>
        </p:spPr>
      </p:sp>
      <p:sp>
        <p:nvSpPr>
          <p:cNvPr id="71" name="dp44-scenario-onset / n65 / text 1">
            <a:extLst xmlns:a="http://schemas.openxmlformats.org/drawingml/2006/main">
              <a:ext uri="{FF2B5EF4-FFF2-40B4-BE49-F238E27FC236}">
                <a16:creationId xmlns:a16="http://schemas.microsoft.com/office/drawing/2014/main" id="{72C3FC31-E001-413D-A115-16F2B747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6372225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72" name="dp44-scenario-onset / n66">
            <a:extLst xmlns:a="http://schemas.openxmlformats.org/drawingml/2006/main">
              <a:ext uri="{FF2B5EF4-FFF2-40B4-BE49-F238E27FC236}">
                <a16:creationId xmlns:a16="http://schemas.microsoft.com/office/drawing/2014/main" id="{F55176B3-9593-45BB-9492-D10FAD96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6638925"/>
            <a:ext cx="3286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73" name="dp44-scenario-onset / n67 / text 1">
            <a:extLst xmlns:a="http://schemas.openxmlformats.org/drawingml/2006/main">
              <a:ext uri="{FF2B5EF4-FFF2-40B4-BE49-F238E27FC236}">
                <a16:creationId xmlns:a16="http://schemas.microsoft.com/office/drawing/2014/main" id="{32616E8F-1642-436C-B7F1-DF152D66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6762750"/>
            <a:ext cx="30575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Publication Join</a:t>
            </a:r>
          </a:p>
        </p:txBody>
      </p:sp>
      <p:sp>
        <p:nvSpPr>
          <p:cNvPr id="74" name="dp44-scenario-onset / n68 / text 1">
            <a:extLst xmlns:a="http://schemas.openxmlformats.org/drawingml/2006/main">
              <a:ext uri="{FF2B5EF4-FFF2-40B4-BE49-F238E27FC236}">
                <a16:creationId xmlns:a16="http://schemas.microsoft.com/office/drawing/2014/main" id="{41E1534C-CCB2-4D86-AB6B-16D3E741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7077075"/>
            <a:ext cx="30575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Control Queue: hold</a:t>
            </a:r>
          </a:p>
        </p:txBody>
      </p:sp>
      <p:sp>
        <p:nvSpPr>
          <p:cNvPr id="75" name="dp44-scenario-onset / n69">
            <a:extLst xmlns:a="http://schemas.openxmlformats.org/drawingml/2006/main">
              <a:ext uri="{FF2B5EF4-FFF2-40B4-BE49-F238E27FC236}">
                <a16:creationId xmlns:a16="http://schemas.microsoft.com/office/drawing/2014/main" id="{C00CEF45-BA2B-43A4-BED5-4FC16611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6" name="dp44-scenario-onset / n70">
            <a:extLst xmlns:a="http://schemas.openxmlformats.org/drawingml/2006/main">
              <a:ext uri="{FF2B5EF4-FFF2-40B4-BE49-F238E27FC236}">
                <a16:creationId xmlns:a16="http://schemas.microsoft.com/office/drawing/2014/main" id="{A7CCD3D6-68DD-496D-B807-7C0936FC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7" name="dp44-scenario-onset / n71">
            <a:extLst xmlns:a="http://schemas.openxmlformats.org/drawingml/2006/main">
              <a:ext uri="{FF2B5EF4-FFF2-40B4-BE49-F238E27FC236}">
                <a16:creationId xmlns:a16="http://schemas.microsoft.com/office/drawing/2014/main" id="{4803C446-2446-486B-96EA-79E2F81B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8" name="dp44-scenario-onset / n72">
            <a:extLst xmlns:a="http://schemas.openxmlformats.org/drawingml/2006/main">
              <a:ext uri="{FF2B5EF4-FFF2-40B4-BE49-F238E27FC236}">
                <a16:creationId xmlns:a16="http://schemas.microsoft.com/office/drawing/2014/main" id="{B6C78388-EDC0-4354-ADC6-CEB1CDB2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9" name="dp44-scenario-onset / n73 / text 1">
            <a:extLst xmlns:a="http://schemas.openxmlformats.org/drawingml/2006/main">
              <a:ext uri="{FF2B5EF4-FFF2-40B4-BE49-F238E27FC236}">
                <a16:creationId xmlns:a16="http://schemas.microsoft.com/office/drawing/2014/main" id="{58A6BA30-CBAD-4274-84A8-04C68CDF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7981950"/>
            <a:ext cx="3286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관련 후보 게시 보류</a:t>
            </a:r>
          </a:p>
        </p:txBody>
      </p:sp>
      <p:sp>
        <p:nvSpPr>
          <p:cNvPr id="80" name="dp44-scenario-onset / n74">
            <a:extLst xmlns:a="http://schemas.openxmlformats.org/drawingml/2006/main">
              <a:ext uri="{FF2B5EF4-FFF2-40B4-BE49-F238E27FC236}">
                <a16:creationId xmlns:a16="http://schemas.microsoft.com/office/drawing/2014/main" id="{D421B54A-2604-4A29-AAE8-8300BF2F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1725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81" name="dp44-scenario-onset / n75 / text 1">
            <a:extLst xmlns:a="http://schemas.openxmlformats.org/drawingml/2006/main">
              <a:ext uri="{FF2B5EF4-FFF2-40B4-BE49-F238E27FC236}">
                <a16:creationId xmlns:a16="http://schemas.microsoft.com/office/drawing/2014/main" id="{9DC3D046-AC9F-4168-BE82-2CF91207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44025"/>
            <a:ext cx="167640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A는 Control Lane 뒤 Dispatcher가 hold를 연결한다. B는 관련 Stage의 Control Queue에 제어를 전달한다.</a:t>
            </a:r>
          </a:p>
        </p:txBody>
      </p:sp>
      <p:sp>
        <p:nvSpPr>
          <p:cNvPr id="82" name="dp44-scenario-onset / n76 / text 1">
            <a:extLst xmlns:a="http://schemas.openxmlformats.org/drawingml/2006/main">
              <a:ext uri="{FF2B5EF4-FFF2-40B4-BE49-F238E27FC236}">
                <a16:creationId xmlns:a16="http://schemas.microsoft.com/office/drawing/2014/main" id="{BAC9D7CE-FFED-472A-8188-AA6634A2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25050"/>
            <a:ext cx="1725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파란선: 일반 사건과 다음 처리    파란 점선: 비동기 완료    붉은 점선: 제어와 무효화    A/B 미선정, 미구현, 미측정</a:t>
            </a:r>
          </a:p>
        </p:txBody>
      </p:sp>
    </p:spTree>
    <p:extLst>
      <p:ext uri="{BB962C8B-B14F-4D97-AF65-F5344CB8AC3E}">
        <p14:creationId xmlns:p14="http://schemas.microsoft.com/office/powerpoint/2010/main" val="486945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dp44-scenario-correction / n1">
            <a:extLst xmlns:a="http://schemas.openxmlformats.org/drawingml/2006/main">
              <a:ext uri="{FF2B5EF4-FFF2-40B4-BE49-F238E27FC236}">
                <a16:creationId xmlns:a16="http://schemas.microsoft.com/office/drawing/2014/main" id="{ADB4B2A6-0316-497F-90D2-61CD5647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4-scenario-correction / n2 / text 1">
            <a:extLst xmlns:a="http://schemas.openxmlformats.org/drawingml/2006/main">
              <a:ext uri="{FF2B5EF4-FFF2-40B4-BE49-F238E27FC236}">
                <a16:creationId xmlns:a16="http://schemas.microsoft.com/office/drawing/2014/main" id="{2A59ED2B-83FD-4A0D-81A0-5A4477C3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704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DP44 4/4. 정정 채택과 늦은 완료: J1은 어디에서 폐기되는가</a:t>
            </a:r>
          </a:p>
        </p:txBody>
      </p:sp>
      <p:sp>
        <p:nvSpPr>
          <p:cNvPr id="3" name="dp44-scenario-correction / n3 / path">
            <a:extLst xmlns:a="http://schemas.openxmlformats.org/drawingml/2006/main">
              <a:ext uri="{FF2B5EF4-FFF2-40B4-BE49-F238E27FC236}">
                <a16:creationId xmlns:a16="http://schemas.microsoft.com/office/drawing/2014/main" id="{30A64A34-7834-4153-B1E8-F18A70F8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7259300" cy="953"/>
          </a:xfrm>
          <a:custGeom xmlns:a="http://schemas.openxmlformats.org/drawingml/2006/main">
            <a:pathLst>
              <a:path w="17259300" h="953">
                <a:moveTo>
                  <a:pt x="0" y="0"/>
                </a:moveTo>
                <a:lnTo>
                  <a:pt x="17259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4" name="dp44-scenario-correction / n4">
            <a:extLst xmlns:a="http://schemas.openxmlformats.org/drawingml/2006/main">
              <a:ext uri="{FF2B5EF4-FFF2-40B4-BE49-F238E27FC236}">
                <a16:creationId xmlns:a16="http://schemas.microsoft.com/office/drawing/2014/main" id="{45F0D1CE-CD6D-44FA-9E82-B0A02828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28725"/>
            <a:ext cx="172593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5" name="dp44-scenario-correction / n5 / text 1">
            <a:extLst xmlns:a="http://schemas.openxmlformats.org/drawingml/2006/main">
              <a:ext uri="{FF2B5EF4-FFF2-40B4-BE49-F238E27FC236}">
                <a16:creationId xmlns:a16="http://schemas.microsoft.com/office/drawing/2014/main" id="{94EAB60E-844F-4875-8AF5-73A7C642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같은 사건</a:t>
            </a:r>
          </a:p>
        </p:txBody>
      </p:sp>
      <p:sp>
        <p:nvSpPr>
          <p:cNvPr id="6" name="dp44-scenario-correction / n6 / text 1">
            <a:extLst xmlns:a="http://schemas.openxmlformats.org/drawingml/2006/main">
              <a:ext uri="{FF2B5EF4-FFF2-40B4-BE49-F238E27FC236}">
                <a16:creationId xmlns:a16="http://schemas.microsoft.com/office/drawing/2014/main" id="{509275D5-3466-41A9-A12C-C66A488B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333500"/>
            <a:ext cx="152400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Controller가 R1 rev2를 채택한다. rev1에 의존한 J1은 더는 유효하지 않다.</a:t>
            </a:r>
          </a:p>
        </p:txBody>
      </p:sp>
      <p:sp>
        <p:nvSpPr>
          <p:cNvPr id="7" name="dp44-scenario-correction / n7 / text 1">
            <a:extLst xmlns:a="http://schemas.openxmlformats.org/drawingml/2006/main">
              <a:ext uri="{FF2B5EF4-FFF2-40B4-BE49-F238E27FC236}">
                <a16:creationId xmlns:a16="http://schemas.microsoft.com/office/drawing/2014/main" id="{DA8DE9E0-EC87-4E95-81C6-BC677E4F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95450"/>
            <a:ext cx="15240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취소 요청 뒤에도 provider가 J1을 끝낼 수 있다. 결과 폐기와 실제 실행 종료는 구별한다.</a:t>
            </a:r>
          </a:p>
        </p:txBody>
      </p:sp>
      <p:sp>
        <p:nvSpPr>
          <p:cNvPr id="8" name="dp44-scenario-correction / n8">
            <a:extLst xmlns:a="http://schemas.openxmlformats.org/drawingml/2006/main">
              <a:ext uri="{FF2B5EF4-FFF2-40B4-BE49-F238E27FC236}">
                <a16:creationId xmlns:a16="http://schemas.microsoft.com/office/drawing/2014/main" id="{4F35B0EF-EFA9-4363-B46F-4430E775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05075"/>
            <a:ext cx="1725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4-scenario-correction / n9 / text 1">
            <a:extLst xmlns:a="http://schemas.openxmlformats.org/drawingml/2006/main">
              <a:ext uri="{FF2B5EF4-FFF2-40B4-BE49-F238E27FC236}">
                <a16:creationId xmlns:a16="http://schemas.microsoft.com/office/drawing/2014/main" id="{ABC8F284-9AC9-41BF-B081-ED655BE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165735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A  Job Index에서 무효화하고 Event Mailbox 완료를 폐기</a:t>
            </a:r>
          </a:p>
        </p:txBody>
      </p:sp>
      <p:sp>
        <p:nvSpPr>
          <p:cNvPr id="10" name="dp44-scenario-correction / n10 / text 1">
            <a:extLst xmlns:a="http://schemas.openxmlformats.org/drawingml/2006/main">
              <a:ext uri="{FF2B5EF4-FFF2-40B4-BE49-F238E27FC236}">
                <a16:creationId xmlns:a16="http://schemas.microsoft.com/office/drawing/2014/main" id="{2138289B-27C3-46F6-86D1-7231BD2B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11" name="dp44-scenario-correction / n11">
            <a:extLst xmlns:a="http://schemas.openxmlformats.org/drawingml/2006/main">
              <a:ext uri="{FF2B5EF4-FFF2-40B4-BE49-F238E27FC236}">
                <a16:creationId xmlns:a16="http://schemas.microsoft.com/office/drawing/2014/main" id="{139258F4-DDD5-479D-89A0-4AAD1A17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2" name="dp44-scenario-correction / n12 / text 1">
            <a:extLst xmlns:a="http://schemas.openxmlformats.org/drawingml/2006/main">
              <a:ext uri="{FF2B5EF4-FFF2-40B4-BE49-F238E27FC236}">
                <a16:creationId xmlns:a16="http://schemas.microsoft.com/office/drawing/2014/main" id="{59980334-E9DE-4CAB-B3AA-99C19D52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Dialogue Dispatcher</a:t>
            </a:r>
          </a:p>
        </p:txBody>
      </p:sp>
      <p:sp>
        <p:nvSpPr>
          <p:cNvPr id="13" name="dp44-scenario-correction / n13 / text 1">
            <a:extLst xmlns:a="http://schemas.openxmlformats.org/drawingml/2006/main">
              <a:ext uri="{FF2B5EF4-FFF2-40B4-BE49-F238E27FC236}">
                <a16:creationId xmlns:a16="http://schemas.microsoft.com/office/drawing/2014/main" id="{F9F2DF22-BBC2-4AE1-A1EB-E45CD0D0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R1 rev2 채택 반영</a:t>
            </a:r>
          </a:p>
        </p:txBody>
      </p:sp>
      <p:sp>
        <p:nvSpPr>
          <p:cNvPr id="14" name="dp44-scenario-correction / n14 / text 1">
            <a:extLst xmlns:a="http://schemas.openxmlformats.org/drawingml/2006/main">
              <a:ext uri="{FF2B5EF4-FFF2-40B4-BE49-F238E27FC236}">
                <a16:creationId xmlns:a16="http://schemas.microsoft.com/office/drawing/2014/main" id="{19AFFEDF-3147-41F9-A23E-ACACF20C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J1 무효화 결정</a:t>
            </a:r>
          </a:p>
        </p:txBody>
      </p:sp>
      <p:sp>
        <p:nvSpPr>
          <p:cNvPr id="15" name="dp44-scenario-correction / n15 / path">
            <a:extLst xmlns:a="http://schemas.openxmlformats.org/drawingml/2006/main">
              <a:ext uri="{FF2B5EF4-FFF2-40B4-BE49-F238E27FC236}">
                <a16:creationId xmlns:a16="http://schemas.microsoft.com/office/drawing/2014/main" id="{173A560A-7B1A-4B2D-85DF-E1A70BF7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52875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63732"/>
            </a:solidFill>
            <a:prstDash val="dash"/>
          </a:ln>
        </p:spPr>
      </p:sp>
      <p:sp>
        <p:nvSpPr>
          <p:cNvPr id="16" name="dp44-scenario-correction / n15 / arrow">
            <a:extLst xmlns:a="http://schemas.openxmlformats.org/drawingml/2006/main">
              <a:ext uri="{FF2B5EF4-FFF2-40B4-BE49-F238E27FC236}">
                <a16:creationId xmlns:a16="http://schemas.microsoft.com/office/drawing/2014/main" id="{20F2F07D-A3BA-4483-B0B7-89F74043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295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B63732"/>
            </a:solidFill>
            <a:prstDash val="solid"/>
          </a:ln>
        </p:spPr>
      </p:sp>
      <p:sp>
        <p:nvSpPr>
          <p:cNvPr id="17" name="dp44-scenario-correction / n16 / text 1">
            <a:extLst xmlns:a="http://schemas.openxmlformats.org/drawingml/2006/main">
              <a:ext uri="{FF2B5EF4-FFF2-40B4-BE49-F238E27FC236}">
                <a16:creationId xmlns:a16="http://schemas.microsoft.com/office/drawing/2014/main" id="{304AC3EF-FA3E-4154-B48C-F7FB040A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18" name="dp44-scenario-correction / n17">
            <a:extLst xmlns:a="http://schemas.openxmlformats.org/drawingml/2006/main">
              <a:ext uri="{FF2B5EF4-FFF2-40B4-BE49-F238E27FC236}">
                <a16:creationId xmlns:a16="http://schemas.microsoft.com/office/drawing/2014/main" id="{10530676-E157-405A-9362-15237FA1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2952750" cy="1143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9" name="dp44-scenario-correction / n18 / text 1">
            <a:extLst xmlns:a="http://schemas.openxmlformats.org/drawingml/2006/main">
              <a:ext uri="{FF2B5EF4-FFF2-40B4-BE49-F238E27FC236}">
                <a16:creationId xmlns:a16="http://schemas.microsoft.com/office/drawing/2014/main" id="{8762C972-52B6-4F3A-AC58-27955783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33800"/>
            <a:ext cx="26860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Job Index</a:t>
            </a:r>
          </a:p>
        </p:txBody>
      </p:sp>
      <p:sp>
        <p:nvSpPr>
          <p:cNvPr id="20" name="dp44-scenario-correction / n19 / text 1">
            <a:extLst xmlns:a="http://schemas.openxmlformats.org/drawingml/2006/main">
              <a:ext uri="{FF2B5EF4-FFF2-40B4-BE49-F238E27FC236}">
                <a16:creationId xmlns:a16="http://schemas.microsoft.com/office/drawing/2014/main" id="{053771BC-6CC9-4EBB-BEE5-20CE4481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076700"/>
            <a:ext cx="26860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J1 unusable</a:t>
            </a:r>
          </a:p>
        </p:txBody>
      </p:sp>
      <p:sp>
        <p:nvSpPr>
          <p:cNvPr id="21" name="dp44-scenario-correction / n20 / text 1">
            <a:extLst xmlns:a="http://schemas.openxmlformats.org/drawingml/2006/main">
              <a:ext uri="{FF2B5EF4-FFF2-40B4-BE49-F238E27FC236}">
                <a16:creationId xmlns:a16="http://schemas.microsoft.com/office/drawing/2014/main" id="{8468095F-6890-4B9C-AB3B-EF8CE3FC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CancelHandle로 취소 요청</a:t>
            </a:r>
          </a:p>
        </p:txBody>
      </p:sp>
      <p:sp>
        <p:nvSpPr>
          <p:cNvPr id="22" name="dp44-scenario-correction / n21 / path">
            <a:extLst xmlns:a="http://schemas.openxmlformats.org/drawingml/2006/main">
              <a:ext uri="{FF2B5EF4-FFF2-40B4-BE49-F238E27FC236}">
                <a16:creationId xmlns:a16="http://schemas.microsoft.com/office/drawing/2014/main" id="{E9ABFE1F-7563-4C79-A774-A86379B4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52875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dash"/>
          </a:ln>
        </p:spPr>
      </p:sp>
      <p:sp>
        <p:nvSpPr>
          <p:cNvPr id="23" name="dp44-scenario-correction / n21 / arrow">
            <a:extLst xmlns:a="http://schemas.openxmlformats.org/drawingml/2006/main">
              <a:ext uri="{FF2B5EF4-FFF2-40B4-BE49-F238E27FC236}">
                <a16:creationId xmlns:a16="http://schemas.microsoft.com/office/drawing/2014/main" id="{ED5CB53E-C59C-47FD-B56F-17280F96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24" name="dp44-scenario-correction / n22 / text 1">
            <a:extLst xmlns:a="http://schemas.openxmlformats.org/drawingml/2006/main">
              <a:ext uri="{FF2B5EF4-FFF2-40B4-BE49-F238E27FC236}">
                <a16:creationId xmlns:a16="http://schemas.microsoft.com/office/drawing/2014/main" id="{ED295CDB-2AFA-4065-8160-FE76FC6D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25" name="dp44-scenario-correction / n23">
            <a:extLst xmlns:a="http://schemas.openxmlformats.org/drawingml/2006/main">
              <a:ext uri="{FF2B5EF4-FFF2-40B4-BE49-F238E27FC236}">
                <a16:creationId xmlns:a16="http://schemas.microsoft.com/office/drawing/2014/main" id="{F943F39C-EB7F-48FE-928E-8C635B64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26" name="dp44-scenario-correction / n24 / text 1">
            <a:extLst xmlns:a="http://schemas.openxmlformats.org/drawingml/2006/main">
              <a:ext uri="{FF2B5EF4-FFF2-40B4-BE49-F238E27FC236}">
                <a16:creationId xmlns:a16="http://schemas.microsoft.com/office/drawing/2014/main" id="{FC57F06D-1A4A-412B-A482-B246BD2B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57575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Event Mailbox</a:t>
            </a:r>
          </a:p>
        </p:txBody>
      </p:sp>
      <p:sp>
        <p:nvSpPr>
          <p:cNvPr id="27" name="dp44-scenario-correction / n25 / text 1">
            <a:extLst xmlns:a="http://schemas.openxmlformats.org/drawingml/2006/main">
              <a:ext uri="{FF2B5EF4-FFF2-40B4-BE49-F238E27FC236}">
                <a16:creationId xmlns:a16="http://schemas.microsoft.com/office/drawing/2014/main" id="{146E2333-EAC2-4FB9-A578-359B6E37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71900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늦은 JobDone(J1)</a:t>
            </a:r>
          </a:p>
        </p:txBody>
      </p:sp>
      <p:sp>
        <p:nvSpPr>
          <p:cNvPr id="28" name="dp44-scenario-correction / n26">
            <a:extLst xmlns:a="http://schemas.openxmlformats.org/drawingml/2006/main">
              <a:ext uri="{FF2B5EF4-FFF2-40B4-BE49-F238E27FC236}">
                <a16:creationId xmlns:a16="http://schemas.microsoft.com/office/drawing/2014/main" id="{4F170AF6-96A4-491E-A108-0B6CF2DC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9" name="dp44-scenario-correction / n27">
            <a:extLst xmlns:a="http://schemas.openxmlformats.org/drawingml/2006/main">
              <a:ext uri="{FF2B5EF4-FFF2-40B4-BE49-F238E27FC236}">
                <a16:creationId xmlns:a16="http://schemas.microsoft.com/office/drawing/2014/main" id="{284BC836-B87F-4318-8EF3-EB456B0B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30" name="dp44-scenario-correction / n28">
            <a:extLst xmlns:a="http://schemas.openxmlformats.org/drawingml/2006/main">
              <a:ext uri="{FF2B5EF4-FFF2-40B4-BE49-F238E27FC236}">
                <a16:creationId xmlns:a16="http://schemas.microsoft.com/office/drawing/2014/main" id="{6F3DBD37-97B7-497D-BE64-FC143372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31" name="dp44-scenario-correction / n29">
            <a:extLst xmlns:a="http://schemas.openxmlformats.org/drawingml/2006/main">
              <a:ext uri="{FF2B5EF4-FFF2-40B4-BE49-F238E27FC236}">
                <a16:creationId xmlns:a16="http://schemas.microsoft.com/office/drawing/2014/main" id="{875E7458-4C48-4AFC-95F0-E45AD09A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5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32" name="dp44-scenario-correction / n30 / text 1">
            <a:extLst xmlns:a="http://schemas.openxmlformats.org/drawingml/2006/main">
              <a:ext uri="{FF2B5EF4-FFF2-40B4-BE49-F238E27FC236}">
                <a16:creationId xmlns:a16="http://schemas.microsoft.com/office/drawing/2014/main" id="{0B7591E8-01D6-4CEF-9D28-459F746F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rev1 결과가 도착</a:t>
            </a:r>
          </a:p>
        </p:txBody>
      </p:sp>
      <p:sp>
        <p:nvSpPr>
          <p:cNvPr id="33" name="dp44-scenario-correction / n31 / path">
            <a:extLst xmlns:a="http://schemas.openxmlformats.org/drawingml/2006/main">
              <a:ext uri="{FF2B5EF4-FFF2-40B4-BE49-F238E27FC236}">
                <a16:creationId xmlns:a16="http://schemas.microsoft.com/office/drawing/2014/main" id="{100FE268-1FDB-4928-AEB5-0834F7A1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952875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34" name="dp44-scenario-correction / n31 / arrow">
            <a:extLst xmlns:a="http://schemas.openxmlformats.org/drawingml/2006/main">
              <a:ext uri="{FF2B5EF4-FFF2-40B4-BE49-F238E27FC236}">
                <a16:creationId xmlns:a16="http://schemas.microsoft.com/office/drawing/2014/main" id="{E0DEA4A3-8A6A-477D-974D-1106895A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045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35" name="dp44-scenario-correction / n32 / text 1">
            <a:extLst xmlns:a="http://schemas.openxmlformats.org/drawingml/2006/main">
              <a:ext uri="{FF2B5EF4-FFF2-40B4-BE49-F238E27FC236}">
                <a16:creationId xmlns:a16="http://schemas.microsoft.com/office/drawing/2014/main" id="{26355364-DD3C-47FE-80B9-B4BEA698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36" name="dp44-scenario-correction / n33">
            <a:extLst xmlns:a="http://schemas.openxmlformats.org/drawingml/2006/main">
              <a:ext uri="{FF2B5EF4-FFF2-40B4-BE49-F238E27FC236}">
                <a16:creationId xmlns:a16="http://schemas.microsoft.com/office/drawing/2014/main" id="{5361883C-B1A9-4AA0-BFA9-2362EE95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37" name="dp44-scenario-correction / n34 / text 1">
            <a:extLst xmlns:a="http://schemas.openxmlformats.org/drawingml/2006/main">
              <a:ext uri="{FF2B5EF4-FFF2-40B4-BE49-F238E27FC236}">
                <a16:creationId xmlns:a16="http://schemas.microsoft.com/office/drawing/2014/main" id="{68F78FD5-1EC5-4E3A-930C-4FC1406D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4861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Dialogue Dispatcher</a:t>
            </a:r>
          </a:p>
        </p:txBody>
      </p:sp>
      <p:sp>
        <p:nvSpPr>
          <p:cNvPr id="38" name="dp44-scenario-correction / n35 / text 1">
            <a:extLst xmlns:a="http://schemas.openxmlformats.org/drawingml/2006/main">
              <a:ext uri="{FF2B5EF4-FFF2-40B4-BE49-F238E27FC236}">
                <a16:creationId xmlns:a16="http://schemas.microsoft.com/office/drawing/2014/main" id="{9D063617-AB56-4350-840C-4930B5D2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89572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J1 결과 폐기</a:t>
            </a:r>
          </a:p>
        </p:txBody>
      </p:sp>
      <p:sp>
        <p:nvSpPr>
          <p:cNvPr id="39" name="dp44-scenario-correction / n36 / text 1">
            <a:extLst xmlns:a="http://schemas.openxmlformats.org/drawingml/2006/main">
              <a:ext uri="{FF2B5EF4-FFF2-40B4-BE49-F238E27FC236}">
                <a16:creationId xmlns:a16="http://schemas.microsoft.com/office/drawing/2014/main" id="{5A164BF4-FDA3-4A70-BA31-74DDAD59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종료 상태와 비용 추적</a:t>
            </a:r>
          </a:p>
        </p:txBody>
      </p:sp>
      <p:sp>
        <p:nvSpPr>
          <p:cNvPr id="40" name="dp44-scenario-correction / n37 / path">
            <a:extLst xmlns:a="http://schemas.openxmlformats.org/drawingml/2006/main">
              <a:ext uri="{FF2B5EF4-FFF2-40B4-BE49-F238E27FC236}">
                <a16:creationId xmlns:a16="http://schemas.microsoft.com/office/drawing/2014/main" id="{8B50DEF3-DF5D-49C7-8AEC-2D69C652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3952875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41" name="dp44-scenario-correction / n37 / arrow">
            <a:extLst xmlns:a="http://schemas.openxmlformats.org/drawingml/2006/main">
              <a:ext uri="{FF2B5EF4-FFF2-40B4-BE49-F238E27FC236}">
                <a16:creationId xmlns:a16="http://schemas.microsoft.com/office/drawing/2014/main" id="{CEBF7999-15A9-49B8-8B55-ACF2971C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8420" y="38614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42" name="dp44-scenario-correction / n38 / text 1">
            <a:extLst xmlns:a="http://schemas.openxmlformats.org/drawingml/2006/main">
              <a:ext uri="{FF2B5EF4-FFF2-40B4-BE49-F238E27FC236}">
                <a16:creationId xmlns:a16="http://schemas.microsoft.com/office/drawing/2014/main" id="{B0D9E195-D823-4AE0-852B-10BE3042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0670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43" name="dp44-scenario-correction / n39">
            <a:extLst xmlns:a="http://schemas.openxmlformats.org/drawingml/2006/main">
              <a:ext uri="{FF2B5EF4-FFF2-40B4-BE49-F238E27FC236}">
                <a16:creationId xmlns:a16="http://schemas.microsoft.com/office/drawing/2014/main" id="{F2473012-37C4-4CAD-8C02-F06B72C8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333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44" name="dp44-scenario-correction / n40 / text 1">
            <a:extLst xmlns:a="http://schemas.openxmlformats.org/drawingml/2006/main">
              <a:ext uri="{FF2B5EF4-FFF2-40B4-BE49-F238E27FC236}">
                <a16:creationId xmlns:a16="http://schemas.microsoft.com/office/drawing/2014/main" id="{A9B9EB33-B918-45E0-92D1-AD4B445A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4861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Publication Control</a:t>
            </a:r>
          </a:p>
        </p:txBody>
      </p:sp>
      <p:sp>
        <p:nvSpPr>
          <p:cNvPr id="45" name="dp44-scenario-correction / n41 / text 1">
            <a:extLst xmlns:a="http://schemas.openxmlformats.org/drawingml/2006/main">
              <a:ext uri="{FF2B5EF4-FFF2-40B4-BE49-F238E27FC236}">
                <a16:creationId xmlns:a16="http://schemas.microsoft.com/office/drawing/2014/main" id="{E9A02FC5-8EFE-4D6F-B181-5C550FA3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89572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현재성 최종 확인</a:t>
            </a:r>
          </a:p>
        </p:txBody>
      </p:sp>
      <p:sp>
        <p:nvSpPr>
          <p:cNvPr id="46" name="dp44-scenario-correction / n42 / text 1">
            <a:extLst xmlns:a="http://schemas.openxmlformats.org/drawingml/2006/main">
              <a:ext uri="{FF2B5EF4-FFF2-40B4-BE49-F238E27FC236}">
                <a16:creationId xmlns:a16="http://schemas.microsoft.com/office/drawing/2014/main" id="{6743430E-ACBB-4CBE-82F8-10258D5A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676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구 후보의 게시 차단</a:t>
            </a:r>
          </a:p>
        </p:txBody>
      </p:sp>
      <p:sp>
        <p:nvSpPr>
          <p:cNvPr id="47" name="dp44-scenario-correction / n43">
            <a:extLst xmlns:a="http://schemas.openxmlformats.org/drawingml/2006/main">
              <a:ext uri="{FF2B5EF4-FFF2-40B4-BE49-F238E27FC236}">
                <a16:creationId xmlns:a16="http://schemas.microsoft.com/office/drawing/2014/main" id="{7E366C94-2B86-48AF-9E8B-6D215F0D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725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48" name="dp44-scenario-correction / n44 / text 1">
            <a:extLst xmlns:a="http://schemas.openxmlformats.org/drawingml/2006/main">
              <a:ext uri="{FF2B5EF4-FFF2-40B4-BE49-F238E27FC236}">
                <a16:creationId xmlns:a16="http://schemas.microsoft.com/office/drawing/2014/main" id="{828B1D54-8D73-4935-8424-50BD80EA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34075"/>
            <a:ext cx="165735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B  Composer의 자기 Done 처리와 Join에서 폐기</a:t>
            </a:r>
          </a:p>
        </p:txBody>
      </p:sp>
      <p:sp>
        <p:nvSpPr>
          <p:cNvPr id="49" name="dp44-scenario-correction / n45 / text 1">
            <a:extLst xmlns:a="http://schemas.openxmlformats.org/drawingml/2006/main">
              <a:ext uri="{FF2B5EF4-FFF2-40B4-BE49-F238E27FC236}">
                <a16:creationId xmlns:a16="http://schemas.microsoft.com/office/drawing/2014/main" id="{5431AD29-931F-4CBF-A828-4CF9C7A1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50" name="dp44-scenario-correction / n46">
            <a:extLst xmlns:a="http://schemas.openxmlformats.org/drawingml/2006/main">
              <a:ext uri="{FF2B5EF4-FFF2-40B4-BE49-F238E27FC236}">
                <a16:creationId xmlns:a16="http://schemas.microsoft.com/office/drawing/2014/main" id="{6A7962BA-D618-4F7E-B30D-3313E286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51" name="dp44-scenario-correction / n47 / text 1">
            <a:extLst xmlns:a="http://schemas.openxmlformats.org/drawingml/2006/main">
              <a:ext uri="{FF2B5EF4-FFF2-40B4-BE49-F238E27FC236}">
                <a16:creationId xmlns:a16="http://schemas.microsoft.com/office/drawing/2014/main" id="{61523B53-9B6B-492C-92FC-7419E013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91325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Input Resolution Stage Pump</a:t>
            </a:r>
          </a:p>
        </p:txBody>
      </p:sp>
      <p:sp>
        <p:nvSpPr>
          <p:cNvPr id="52" name="dp44-scenario-correction / n48 / text 1">
            <a:extLst xmlns:a="http://schemas.openxmlformats.org/drawingml/2006/main">
              <a:ext uri="{FF2B5EF4-FFF2-40B4-BE49-F238E27FC236}">
                <a16:creationId xmlns:a16="http://schemas.microsoft.com/office/drawing/2014/main" id="{6A6E33EE-C87F-4F8A-A5C4-568FB0E8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00900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R1 rev2 채택 반영</a:t>
            </a:r>
          </a:p>
        </p:txBody>
      </p:sp>
      <p:sp>
        <p:nvSpPr>
          <p:cNvPr id="53" name="dp44-scenario-correction / n49 / text 1">
            <a:extLst xmlns:a="http://schemas.openxmlformats.org/drawingml/2006/main">
              <a:ext uri="{FF2B5EF4-FFF2-40B4-BE49-F238E27FC236}">
                <a16:creationId xmlns:a16="http://schemas.microsoft.com/office/drawing/2014/main" id="{17385321-0DAF-4DD4-A700-D48A187F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관련 Invalidate 발행</a:t>
            </a:r>
          </a:p>
        </p:txBody>
      </p:sp>
      <p:sp>
        <p:nvSpPr>
          <p:cNvPr id="54" name="dp44-scenario-correction / n50 / path">
            <a:extLst xmlns:a="http://schemas.openxmlformats.org/drawingml/2006/main">
              <a:ext uri="{FF2B5EF4-FFF2-40B4-BE49-F238E27FC236}">
                <a16:creationId xmlns:a16="http://schemas.microsoft.com/office/drawing/2014/main" id="{0F6332B2-7365-42A4-8D4F-1F11FEDE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72580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63732"/>
            </a:solidFill>
            <a:prstDash val="dash"/>
          </a:ln>
        </p:spPr>
      </p:sp>
      <p:sp>
        <p:nvSpPr>
          <p:cNvPr id="55" name="dp44-scenario-correction / n50 / arrow">
            <a:extLst xmlns:a="http://schemas.openxmlformats.org/drawingml/2006/main">
              <a:ext uri="{FF2B5EF4-FFF2-40B4-BE49-F238E27FC236}">
                <a16:creationId xmlns:a16="http://schemas.microsoft.com/office/drawing/2014/main" id="{7C4CB7CE-D641-4710-BCC7-D337D2F1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295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B63732"/>
            </a:solidFill>
            <a:prstDash val="solid"/>
          </a:ln>
        </p:spPr>
      </p:sp>
      <p:sp>
        <p:nvSpPr>
          <p:cNvPr id="56" name="dp44-scenario-correction / n51 / text 1">
            <a:extLst xmlns:a="http://schemas.openxmlformats.org/drawingml/2006/main">
              <a:ext uri="{FF2B5EF4-FFF2-40B4-BE49-F238E27FC236}">
                <a16:creationId xmlns:a16="http://schemas.microsoft.com/office/drawing/2014/main" id="{72C23A57-D54A-4E5B-9457-9CFC492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57" name="dp44-scenario-correction / n52">
            <a:extLst xmlns:a="http://schemas.openxmlformats.org/drawingml/2006/main">
              <a:ext uri="{FF2B5EF4-FFF2-40B4-BE49-F238E27FC236}">
                <a16:creationId xmlns:a16="http://schemas.microsoft.com/office/drawing/2014/main" id="{90F088A5-AA93-404D-B57B-E769F8F8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58" name="dp44-scenario-correction / n53 / text 1">
            <a:extLst xmlns:a="http://schemas.openxmlformats.org/drawingml/2006/main">
              <a:ext uri="{FF2B5EF4-FFF2-40B4-BE49-F238E27FC236}">
                <a16:creationId xmlns:a16="http://schemas.microsoft.com/office/drawing/2014/main" id="{7585845F-CECD-44AD-9C85-922D655C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7627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Composer</a:t>
            </a:r>
          </a:p>
        </p:txBody>
      </p:sp>
      <p:sp>
        <p:nvSpPr>
          <p:cNvPr id="59" name="dp44-scenario-correction / n54 / text 1">
            <a:extLst xmlns:a="http://schemas.openxmlformats.org/drawingml/2006/main">
              <a:ext uri="{FF2B5EF4-FFF2-40B4-BE49-F238E27FC236}">
                <a16:creationId xmlns:a16="http://schemas.microsoft.com/office/drawing/2014/main" id="{0277B62A-4C16-4D0C-9BD7-7EC22655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707707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Control Queue: Invalidate</a:t>
            </a:r>
          </a:p>
        </p:txBody>
      </p:sp>
      <p:sp>
        <p:nvSpPr>
          <p:cNvPr id="60" name="dp44-scenario-correction / n55">
            <a:extLst xmlns:a="http://schemas.openxmlformats.org/drawingml/2006/main">
              <a:ext uri="{FF2B5EF4-FFF2-40B4-BE49-F238E27FC236}">
                <a16:creationId xmlns:a16="http://schemas.microsoft.com/office/drawing/2014/main" id="{582FE1C3-0B76-42F4-9995-2DD0ACC7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1" name="dp44-scenario-correction / n56">
            <a:extLst xmlns:a="http://schemas.openxmlformats.org/drawingml/2006/main">
              <a:ext uri="{FF2B5EF4-FFF2-40B4-BE49-F238E27FC236}">
                <a16:creationId xmlns:a16="http://schemas.microsoft.com/office/drawing/2014/main" id="{5305DC62-EC94-4E7A-853A-363D6325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2" name="dp44-scenario-correction / n57">
            <a:extLst xmlns:a="http://schemas.openxmlformats.org/drawingml/2006/main">
              <a:ext uri="{FF2B5EF4-FFF2-40B4-BE49-F238E27FC236}">
                <a16:creationId xmlns:a16="http://schemas.microsoft.com/office/drawing/2014/main" id="{0332B101-073C-4586-ADBE-B862662D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3" name="dp44-scenario-correction / n58">
            <a:extLst xmlns:a="http://schemas.openxmlformats.org/drawingml/2006/main">
              <a:ext uri="{FF2B5EF4-FFF2-40B4-BE49-F238E27FC236}">
                <a16:creationId xmlns:a16="http://schemas.microsoft.com/office/drawing/2014/main" id="{A6288957-C89D-4C2F-B975-D7E5B17A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4" name="dp44-scenario-correction / n59 / text 1">
            <a:extLst xmlns:a="http://schemas.openxmlformats.org/drawingml/2006/main">
              <a:ext uri="{FF2B5EF4-FFF2-40B4-BE49-F238E27FC236}">
                <a16:creationId xmlns:a16="http://schemas.microsoft.com/office/drawing/2014/main" id="{706B0F8E-7234-4319-820C-2085C389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J1 무효화와 취소 요청</a:t>
            </a:r>
          </a:p>
        </p:txBody>
      </p:sp>
      <p:sp>
        <p:nvSpPr>
          <p:cNvPr id="65" name="dp44-scenario-correction / n60 / path">
            <a:extLst xmlns:a="http://schemas.openxmlformats.org/drawingml/2006/main">
              <a:ext uri="{FF2B5EF4-FFF2-40B4-BE49-F238E27FC236}">
                <a16:creationId xmlns:a16="http://schemas.microsoft.com/office/drawing/2014/main" id="{F9D3B1D9-4F1C-4D00-8EBC-D1C8ADC2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72580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dash"/>
          </a:ln>
        </p:spPr>
      </p:sp>
      <p:sp>
        <p:nvSpPr>
          <p:cNvPr id="66" name="dp44-scenario-correction / n60 / arrow">
            <a:extLst xmlns:a="http://schemas.openxmlformats.org/drawingml/2006/main">
              <a:ext uri="{FF2B5EF4-FFF2-40B4-BE49-F238E27FC236}">
                <a16:creationId xmlns:a16="http://schemas.microsoft.com/office/drawing/2014/main" id="{E6951862-48EF-4824-8E1D-1D06D0B5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67" name="dp44-scenario-correction / n61 / text 1">
            <a:extLst xmlns:a="http://schemas.openxmlformats.org/drawingml/2006/main">
              <a:ext uri="{FF2B5EF4-FFF2-40B4-BE49-F238E27FC236}">
                <a16:creationId xmlns:a16="http://schemas.microsoft.com/office/drawing/2014/main" id="{8F8D715E-0B20-4235-8BD6-8057EC71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68" name="dp44-scenario-correction / n62">
            <a:extLst xmlns:a="http://schemas.openxmlformats.org/drawingml/2006/main">
              <a:ext uri="{FF2B5EF4-FFF2-40B4-BE49-F238E27FC236}">
                <a16:creationId xmlns:a16="http://schemas.microsoft.com/office/drawing/2014/main" id="{1294AE92-A172-4C77-9D3E-673BB994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69" name="dp44-scenario-correction / n63 / text 1">
            <a:extLst xmlns:a="http://schemas.openxmlformats.org/drawingml/2006/main">
              <a:ext uri="{FF2B5EF4-FFF2-40B4-BE49-F238E27FC236}">
                <a16:creationId xmlns:a16="http://schemas.microsoft.com/office/drawing/2014/main" id="{E13548DF-5211-4254-A129-28195483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67627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Composer</a:t>
            </a:r>
          </a:p>
        </p:txBody>
      </p:sp>
      <p:sp>
        <p:nvSpPr>
          <p:cNvPr id="70" name="dp44-scenario-correction / n64 / text 1">
            <a:extLst xmlns:a="http://schemas.openxmlformats.org/drawingml/2006/main">
              <a:ext uri="{FF2B5EF4-FFF2-40B4-BE49-F238E27FC236}">
                <a16:creationId xmlns:a16="http://schemas.microsoft.com/office/drawing/2014/main" id="{2772E951-3EA5-4DDA-8781-A86F91ED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07707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Done Queue: J1</a:t>
            </a:r>
          </a:p>
        </p:txBody>
      </p:sp>
      <p:sp>
        <p:nvSpPr>
          <p:cNvPr id="71" name="dp44-scenario-correction / n65">
            <a:extLst xmlns:a="http://schemas.openxmlformats.org/drawingml/2006/main">
              <a:ext uri="{FF2B5EF4-FFF2-40B4-BE49-F238E27FC236}">
                <a16:creationId xmlns:a16="http://schemas.microsoft.com/office/drawing/2014/main" id="{14F0C521-A534-4DCE-9E90-47F3AE1A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2" name="dp44-scenario-correction / n66">
            <a:extLst xmlns:a="http://schemas.openxmlformats.org/drawingml/2006/main">
              <a:ext uri="{FF2B5EF4-FFF2-40B4-BE49-F238E27FC236}">
                <a16:creationId xmlns:a16="http://schemas.microsoft.com/office/drawing/2014/main" id="{636F55F7-9D94-4A36-88D0-B86A4754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3" name="dp44-scenario-correction / n67">
            <a:extLst xmlns:a="http://schemas.openxmlformats.org/drawingml/2006/main">
              <a:ext uri="{FF2B5EF4-FFF2-40B4-BE49-F238E27FC236}">
                <a16:creationId xmlns:a16="http://schemas.microsoft.com/office/drawing/2014/main" id="{9517D93C-DC3E-405B-8BCC-0180F714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4" name="dp44-scenario-correction / n68">
            <a:extLst xmlns:a="http://schemas.openxmlformats.org/drawingml/2006/main">
              <a:ext uri="{FF2B5EF4-FFF2-40B4-BE49-F238E27FC236}">
                <a16:creationId xmlns:a16="http://schemas.microsoft.com/office/drawing/2014/main" id="{AA32C7F1-271D-41EA-B73F-CE5800C6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5" name="dp44-scenario-correction / n69 / text 1">
            <a:extLst xmlns:a="http://schemas.openxmlformats.org/drawingml/2006/main">
              <a:ext uri="{FF2B5EF4-FFF2-40B4-BE49-F238E27FC236}">
                <a16:creationId xmlns:a16="http://schemas.microsoft.com/office/drawing/2014/main" id="{5ED47DF6-DE5B-4704-A5E1-178FF056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늦은 완료가 도착</a:t>
            </a:r>
          </a:p>
        </p:txBody>
      </p:sp>
      <p:sp>
        <p:nvSpPr>
          <p:cNvPr id="76" name="dp44-scenario-correction / n70 / path">
            <a:extLst xmlns:a="http://schemas.openxmlformats.org/drawingml/2006/main">
              <a:ext uri="{FF2B5EF4-FFF2-40B4-BE49-F238E27FC236}">
                <a16:creationId xmlns:a16="http://schemas.microsoft.com/office/drawing/2014/main" id="{35C03F5B-2140-4055-A153-26217778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2580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858A5"/>
            </a:solidFill>
            <a:prstDash val="solid"/>
          </a:ln>
        </p:spPr>
      </p:sp>
      <p:sp>
        <p:nvSpPr>
          <p:cNvPr id="77" name="dp44-scenario-correction / n70 / arrow">
            <a:extLst xmlns:a="http://schemas.openxmlformats.org/drawingml/2006/main">
              <a:ext uri="{FF2B5EF4-FFF2-40B4-BE49-F238E27FC236}">
                <a16:creationId xmlns:a16="http://schemas.microsoft.com/office/drawing/2014/main" id="{75CA2CCF-9ABB-44D9-8A53-B9ABA2EB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045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2858A5"/>
            </a:solidFill>
            <a:prstDash val="solid"/>
          </a:ln>
        </p:spPr>
      </p:sp>
      <p:sp>
        <p:nvSpPr>
          <p:cNvPr id="78" name="dp44-scenario-correction / n71 / text 1">
            <a:extLst xmlns:a="http://schemas.openxmlformats.org/drawingml/2006/main">
              <a:ext uri="{FF2B5EF4-FFF2-40B4-BE49-F238E27FC236}">
                <a16:creationId xmlns:a16="http://schemas.microsoft.com/office/drawing/2014/main" id="{39976AE1-A3BD-4A3B-B437-EC1B8ACF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79" name="dp44-scenario-correction / n72">
            <a:extLst xmlns:a="http://schemas.openxmlformats.org/drawingml/2006/main">
              <a:ext uri="{FF2B5EF4-FFF2-40B4-BE49-F238E27FC236}">
                <a16:creationId xmlns:a16="http://schemas.microsoft.com/office/drawing/2014/main" id="{FE5C745E-A5AA-4659-968B-DE22C259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80" name="dp44-scenario-correction / n73 / text 1">
            <a:extLst xmlns:a="http://schemas.openxmlformats.org/drawingml/2006/main">
              <a:ext uri="{FF2B5EF4-FFF2-40B4-BE49-F238E27FC236}">
                <a16:creationId xmlns:a16="http://schemas.microsoft.com/office/drawing/2014/main" id="{318773E6-F2EA-4F2E-BA1C-D2F91162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791325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Composer Pump</a:t>
            </a:r>
          </a:p>
        </p:txBody>
      </p:sp>
      <p:sp>
        <p:nvSpPr>
          <p:cNvPr id="81" name="dp44-scenario-correction / n74 / text 1">
            <a:extLst xmlns:a="http://schemas.openxmlformats.org/drawingml/2006/main">
              <a:ext uri="{FF2B5EF4-FFF2-40B4-BE49-F238E27FC236}">
                <a16:creationId xmlns:a16="http://schemas.microsoft.com/office/drawing/2014/main" id="{FD7F82F8-F169-41C0-B3B4-5A9A9DF4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7200900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자기 J1 결과 폐기</a:t>
            </a:r>
          </a:p>
        </p:txBody>
      </p:sp>
      <p:sp>
        <p:nvSpPr>
          <p:cNvPr id="82" name="dp44-scenario-correction / n75 / text 1">
            <a:extLst xmlns:a="http://schemas.openxmlformats.org/drawingml/2006/main">
              <a:ext uri="{FF2B5EF4-FFF2-40B4-BE49-F238E27FC236}">
                <a16:creationId xmlns:a16="http://schemas.microsoft.com/office/drawing/2014/main" id="{3016178E-B59A-4E86-A168-0B81BCB1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준비 Job 상태와 비용 추적</a:t>
            </a:r>
          </a:p>
        </p:txBody>
      </p:sp>
      <p:sp>
        <p:nvSpPr>
          <p:cNvPr id="83" name="dp44-scenario-correction / n76 / path">
            <a:extLst xmlns:a="http://schemas.openxmlformats.org/drawingml/2006/main">
              <a:ext uri="{FF2B5EF4-FFF2-40B4-BE49-F238E27FC236}">
                <a16:creationId xmlns:a16="http://schemas.microsoft.com/office/drawing/2014/main" id="{0B0DEA11-ED92-4616-90CF-A29B60C7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7258050"/>
            <a:ext cx="295275" cy="953"/>
          </a:xfrm>
          <a:custGeom xmlns:a="http://schemas.openxmlformats.org/drawingml/2006/main"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63732"/>
            </a:solidFill>
            <a:prstDash val="dash"/>
          </a:ln>
        </p:spPr>
      </p:sp>
      <p:sp>
        <p:nvSpPr>
          <p:cNvPr id="84" name="dp44-scenario-correction / n76 / arrow">
            <a:extLst xmlns:a="http://schemas.openxmlformats.org/drawingml/2006/main">
              <a:ext uri="{FF2B5EF4-FFF2-40B4-BE49-F238E27FC236}">
                <a16:creationId xmlns:a16="http://schemas.microsoft.com/office/drawing/2014/main" id="{7D93BE19-64D8-424D-9EF5-560E5479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8420" y="71666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B63732"/>
            </a:solidFill>
            <a:prstDash val="solid"/>
          </a:ln>
        </p:spPr>
      </p:sp>
      <p:sp>
        <p:nvSpPr>
          <p:cNvPr id="85" name="dp44-scenario-correction / n77 / text 1">
            <a:extLst xmlns:a="http://schemas.openxmlformats.org/drawingml/2006/main">
              <a:ext uri="{FF2B5EF4-FFF2-40B4-BE49-F238E27FC236}">
                <a16:creationId xmlns:a16="http://schemas.microsoft.com/office/drawing/2014/main" id="{5C988000-A8E3-49C5-9F18-936EA4B5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37222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86" name="dp44-scenario-correction / n78">
            <a:extLst xmlns:a="http://schemas.openxmlformats.org/drawingml/2006/main">
              <a:ext uri="{FF2B5EF4-FFF2-40B4-BE49-F238E27FC236}">
                <a16:creationId xmlns:a16="http://schemas.microsoft.com/office/drawing/2014/main" id="{90B06286-1EF2-426E-B636-CB6F3A84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6389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87" name="dp44-scenario-correction / n79 / text 1">
            <a:extLst xmlns:a="http://schemas.openxmlformats.org/drawingml/2006/main">
              <a:ext uri="{FF2B5EF4-FFF2-40B4-BE49-F238E27FC236}">
                <a16:creationId xmlns:a16="http://schemas.microsoft.com/office/drawing/2014/main" id="{46770C77-F36A-4F88-8064-5DD6BF4A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62750"/>
            <a:ext cx="27241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Publication Join</a:t>
            </a:r>
          </a:p>
        </p:txBody>
      </p:sp>
      <p:sp>
        <p:nvSpPr>
          <p:cNvPr id="88" name="dp44-scenario-correction / n80 / text 1">
            <a:extLst xmlns:a="http://schemas.openxmlformats.org/drawingml/2006/main">
              <a:ext uri="{FF2B5EF4-FFF2-40B4-BE49-F238E27FC236}">
                <a16:creationId xmlns:a16="http://schemas.microsoft.com/office/drawing/2014/main" id="{ABD42B29-4170-4176-85E5-287B71ED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7077075"/>
            <a:ext cx="27241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Control Queue: Invalidate</a:t>
            </a:r>
          </a:p>
        </p:txBody>
      </p:sp>
      <p:sp>
        <p:nvSpPr>
          <p:cNvPr id="89" name="dp44-scenario-correction / n81">
            <a:extLst xmlns:a="http://schemas.openxmlformats.org/drawingml/2006/main">
              <a:ext uri="{FF2B5EF4-FFF2-40B4-BE49-F238E27FC236}">
                <a16:creationId xmlns:a16="http://schemas.microsoft.com/office/drawing/2014/main" id="{4ABCFAE8-6D0C-4366-A488-6F36DD74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0" name="dp44-scenario-correction / n82">
            <a:extLst xmlns:a="http://schemas.openxmlformats.org/drawingml/2006/main">
              <a:ext uri="{FF2B5EF4-FFF2-40B4-BE49-F238E27FC236}">
                <a16:creationId xmlns:a16="http://schemas.microsoft.com/office/drawing/2014/main" id="{BDC6A0A5-D2B1-481A-BA45-08E03F6E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897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1" name="dp44-scenario-correction / n83">
            <a:extLst xmlns:a="http://schemas.openxmlformats.org/drawingml/2006/main">
              <a:ext uri="{FF2B5EF4-FFF2-40B4-BE49-F238E27FC236}">
                <a16:creationId xmlns:a16="http://schemas.microsoft.com/office/drawing/2014/main" id="{664DC042-6461-476A-9FF0-97672825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2" name="dp44-scenario-correction / n84">
            <a:extLst xmlns:a="http://schemas.openxmlformats.org/drawingml/2006/main">
              <a:ext uri="{FF2B5EF4-FFF2-40B4-BE49-F238E27FC236}">
                <a16:creationId xmlns:a16="http://schemas.microsoft.com/office/drawing/2014/main" id="{E2AC06F2-CD22-4611-8F25-C051D342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7458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3" name="dp44-scenario-correction / n85 / text 1">
            <a:extLst xmlns:a="http://schemas.openxmlformats.org/drawingml/2006/main">
              <a:ext uri="{FF2B5EF4-FFF2-40B4-BE49-F238E27FC236}">
                <a16:creationId xmlns:a16="http://schemas.microsoft.com/office/drawing/2014/main" id="{1BBAC453-D5EA-4B5C-B2EF-145F03A1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98195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구 Candidate 폐기</a:t>
            </a:r>
          </a:p>
        </p:txBody>
      </p:sp>
      <p:sp>
        <p:nvSpPr>
          <p:cNvPr id="94" name="dp44-scenario-correction / n86">
            <a:extLst xmlns:a="http://schemas.openxmlformats.org/drawingml/2006/main">
              <a:ext uri="{FF2B5EF4-FFF2-40B4-BE49-F238E27FC236}">
                <a16:creationId xmlns:a16="http://schemas.microsoft.com/office/drawing/2014/main" id="{F50CF1BC-6AC0-462F-BF5B-743765EB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1725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5" name="dp44-scenario-correction / n87 / text 1">
            <a:extLst xmlns:a="http://schemas.openxmlformats.org/drawingml/2006/main">
              <a:ext uri="{FF2B5EF4-FFF2-40B4-BE49-F238E27FC236}">
                <a16:creationId xmlns:a16="http://schemas.microsoft.com/office/drawing/2014/main" id="{14D4BED4-2BEC-48A5-9D2F-4D8C258B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44025"/>
            <a:ext cx="167640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A는 중앙 Job Index와 Dispatcher가 폐기한다. B는 Composer의 자기 Done 처리와 Join이 관련 결과를 막는다.</a:t>
            </a:r>
          </a:p>
        </p:txBody>
      </p:sp>
      <p:sp>
        <p:nvSpPr>
          <p:cNvPr id="96" name="dp44-scenario-correction / n88 / text 1">
            <a:extLst xmlns:a="http://schemas.openxmlformats.org/drawingml/2006/main">
              <a:ext uri="{FF2B5EF4-FFF2-40B4-BE49-F238E27FC236}">
                <a16:creationId xmlns:a16="http://schemas.microsoft.com/office/drawing/2014/main" id="{7F85C2D5-8633-4CD3-A2B2-F81F9B9E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25050"/>
            <a:ext cx="1725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파란선: 일반 사건과 다음 처리    파란 점선: 비동기 완료    붉은 점선: 제어와 무효화    A/B 미선정, 미구현, 미측정</a:t>
            </a:r>
          </a:p>
        </p:txBody>
      </p:sp>
    </p:spTree>
    <p:extLst>
      <p:ext uri="{BB962C8B-B14F-4D97-AF65-F5344CB8AC3E}">
        <p14:creationId xmlns:p14="http://schemas.microsoft.com/office/powerpoint/2010/main" val="776311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2026-10-15T05:24:00.3800000Z</dcterms:created>
  <dcterms:modified xsi:type="dcterms:W3CDTF">2026-10-15T05:24:00.3800000Z</dcterms:modified>
</coreProperties>
</file>